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3.xml" ContentType="application/vnd.openxmlformats-officedocument.presentationml.notesSlide+xml"/>
  <Override PartName="/ppt/ink/ink9.xml" ContentType="application/inkml+xml"/>
  <Override PartName="/ppt/notesSlides/notesSlide4.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notesSlides/notesSlide5.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6.xml" ContentType="application/vnd.openxmlformats-officedocument.presentationml.notesSlide+xml"/>
  <Override PartName="/ppt/ink/ink22.xml" ContentType="application/inkml+xml"/>
  <Override PartName="/ppt/notesSlides/notesSlide7.xml" ContentType="application/vnd.openxmlformats-officedocument.presentationml.notesSlide+xml"/>
  <Override PartName="/ppt/ink/ink23.xml" ContentType="application/inkml+xml"/>
  <Override PartName="/ppt/notesSlides/notesSlide8.xml" ContentType="application/vnd.openxmlformats-officedocument.presentationml.notesSlide+xml"/>
  <Override PartName="/ppt/ink/ink24.xml" ContentType="application/inkml+xml"/>
  <Override PartName="/ppt/notesSlides/notesSlide9.xml" ContentType="application/vnd.openxmlformats-officedocument.presentationml.notesSlide+xml"/>
  <Override PartName="/ppt/ink/ink25.xml" ContentType="application/inkml+xml"/>
  <Override PartName="/ppt/notesSlides/notesSlide10.xml" ContentType="application/vnd.openxmlformats-officedocument.presentationml.notesSlide+xml"/>
  <Override PartName="/ppt/ink/ink26.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13.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notesMasterIdLst>
    <p:notesMasterId r:id="rId56"/>
  </p:notesMasterIdLst>
  <p:handoutMasterIdLst>
    <p:handoutMasterId r:id="rId57"/>
  </p:handoutMasterIdLst>
  <p:sldIdLst>
    <p:sldId id="443" r:id="rId2"/>
    <p:sldId id="499" r:id="rId3"/>
    <p:sldId id="840" r:id="rId4"/>
    <p:sldId id="783" r:id="rId5"/>
    <p:sldId id="831" r:id="rId6"/>
    <p:sldId id="841" r:id="rId7"/>
    <p:sldId id="878" r:id="rId8"/>
    <p:sldId id="883" r:id="rId9"/>
    <p:sldId id="885" r:id="rId10"/>
    <p:sldId id="881" r:id="rId11"/>
    <p:sldId id="886" r:id="rId12"/>
    <p:sldId id="888" r:id="rId13"/>
    <p:sldId id="889" r:id="rId14"/>
    <p:sldId id="890" r:id="rId15"/>
    <p:sldId id="808" r:id="rId16"/>
    <p:sldId id="804" r:id="rId17"/>
    <p:sldId id="870" r:id="rId18"/>
    <p:sldId id="843" r:id="rId19"/>
    <p:sldId id="891" r:id="rId20"/>
    <p:sldId id="871" r:id="rId21"/>
    <p:sldId id="845" r:id="rId22"/>
    <p:sldId id="872" r:id="rId23"/>
    <p:sldId id="892" r:id="rId24"/>
    <p:sldId id="835" r:id="rId25"/>
    <p:sldId id="836" r:id="rId26"/>
    <p:sldId id="876" r:id="rId27"/>
    <p:sldId id="877" r:id="rId28"/>
    <p:sldId id="837" r:id="rId29"/>
    <p:sldId id="865" r:id="rId30"/>
    <p:sldId id="875" r:id="rId31"/>
    <p:sldId id="848" r:id="rId32"/>
    <p:sldId id="851" r:id="rId33"/>
    <p:sldId id="894" r:id="rId34"/>
    <p:sldId id="895" r:id="rId35"/>
    <p:sldId id="866" r:id="rId36"/>
    <p:sldId id="852" r:id="rId37"/>
    <p:sldId id="853" r:id="rId38"/>
    <p:sldId id="854" r:id="rId39"/>
    <p:sldId id="897" r:id="rId40"/>
    <p:sldId id="898" r:id="rId41"/>
    <p:sldId id="899" r:id="rId42"/>
    <p:sldId id="855" r:id="rId43"/>
    <p:sldId id="868" r:id="rId44"/>
    <p:sldId id="856" r:id="rId45"/>
    <p:sldId id="874" r:id="rId46"/>
    <p:sldId id="857" r:id="rId47"/>
    <p:sldId id="858" r:id="rId48"/>
    <p:sldId id="863" r:id="rId49"/>
    <p:sldId id="859" r:id="rId50"/>
    <p:sldId id="861" r:id="rId51"/>
    <p:sldId id="860" r:id="rId52"/>
    <p:sldId id="862" r:id="rId53"/>
    <p:sldId id="498" r:id="rId54"/>
    <p:sldId id="358" r:id="rId55"/>
  </p:sldIdLst>
  <p:sldSz cx="9144000" cy="6858000" type="screen4x3"/>
  <p:notesSz cx="6858000" cy="9144000"/>
  <p:embeddedFontLst>
    <p:embeddedFont>
      <p:font typeface="Arial Nova Light" panose="020B0304020202020204" pitchFamily="34" charset="0"/>
      <p:regular r:id="rId58"/>
      <p:italic r:id="rId59"/>
    </p:embeddedFont>
    <p:embeddedFont>
      <p:font typeface="Bradley Hand ITC" panose="03070402050302030203" pitchFamily="66" charset="0"/>
      <p:regular r:id="rId60"/>
    </p:embeddedFont>
    <p:embeddedFont>
      <p:font typeface="Noto serif" panose="02020600060500020200" pitchFamily="18" charset="0"/>
      <p:regular r:id="rId61"/>
      <p:bold r:id="rId62"/>
      <p:italic r:id="rId63"/>
      <p:boldItalic r:id="rId64"/>
    </p:embeddedFont>
    <p:embeddedFont>
      <p:font typeface="Tw Cen MT" panose="020B0602020104020603" pitchFamily="34" charset="0"/>
      <p:regular r:id="rId65"/>
      <p:bold r:id="rId66"/>
      <p:italic r:id="rId67"/>
      <p:boldItalic r:id="rId68"/>
    </p:embeddedFont>
    <p:embeddedFont>
      <p:font typeface="Wingdings 2" panose="05020102010507070707" pitchFamily="18" charset="2"/>
      <p:regular r:id="rId69"/>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6CC00"/>
    <a:srgbClr val="D4E2ED"/>
    <a:srgbClr val="D4FEFD"/>
    <a:srgbClr val="E0CBA3"/>
    <a:srgbClr val="92D050"/>
    <a:srgbClr val="777777"/>
    <a:srgbClr val="292929"/>
    <a:srgbClr val="FED4FB"/>
    <a:srgbClr val="FFFC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C48E3E-5806-4495-8133-5436D9B2036C}" v="1" dt="2024-11-18T19:35:09.0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41" autoAdjust="0"/>
    <p:restoredTop sz="88010" autoAdjust="0"/>
  </p:normalViewPr>
  <p:slideViewPr>
    <p:cSldViewPr>
      <p:cViewPr>
        <p:scale>
          <a:sx n="110" d="100"/>
          <a:sy n="110" d="100"/>
        </p:scale>
        <p:origin x="1416" y="-3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4BF4099A-B61A-4145-9EB7-F2687CDB23D8}"/>
    <pc:docChg chg="undo custSel addSld delSld modSld sldOrd modMainMaster">
      <pc:chgData name="Daphne Economou" userId="d065a339-36cf-4937-af08-41751becbd81" providerId="ADAL" clId="{4BF4099A-B61A-4145-9EB7-F2687CDB23D8}" dt="2023-12-01T09:46:41.852" v="6317" actId="179"/>
      <pc:docMkLst>
        <pc:docMk/>
      </pc:docMkLst>
      <pc:sldChg chg="modSp mod">
        <pc:chgData name="Daphne Economou" userId="d065a339-36cf-4937-af08-41751becbd81" providerId="ADAL" clId="{4BF4099A-B61A-4145-9EB7-F2687CDB23D8}" dt="2023-11-18T12:31:13.904" v="6042" actId="179"/>
        <pc:sldMkLst>
          <pc:docMk/>
          <pc:sldMk cId="0" sldId="358"/>
        </pc:sldMkLst>
        <pc:spChg chg="mod">
          <ac:chgData name="Daphne Economou" userId="d065a339-36cf-4937-af08-41751becbd81" providerId="ADAL" clId="{4BF4099A-B61A-4145-9EB7-F2687CDB23D8}" dt="2023-11-18T12:31:13.904" v="6042" actId="179"/>
          <ac:spMkLst>
            <pc:docMk/>
            <pc:sldMk cId="0" sldId="358"/>
            <ac:spMk id="223235" creationId="{00000000-0000-0000-0000-000000000000}"/>
          </ac:spMkLst>
        </pc:spChg>
      </pc:sldChg>
      <pc:sldChg chg="modSp mod">
        <pc:chgData name="Daphne Economou" userId="d065a339-36cf-4937-af08-41751becbd81" providerId="ADAL" clId="{4BF4099A-B61A-4145-9EB7-F2687CDB23D8}" dt="2023-11-17T17:53:46.181" v="1" actId="27636"/>
        <pc:sldMkLst>
          <pc:docMk/>
          <pc:sldMk cId="0" sldId="499"/>
        </pc:sldMkLst>
        <pc:spChg chg="mod">
          <ac:chgData name="Daphne Economou" userId="d065a339-36cf-4937-af08-41751becbd81" providerId="ADAL" clId="{4BF4099A-B61A-4145-9EB7-F2687CDB23D8}" dt="2023-11-17T17:53:46.181" v="1" actId="27636"/>
          <ac:spMkLst>
            <pc:docMk/>
            <pc:sldMk cId="0" sldId="499"/>
            <ac:spMk id="157699" creationId="{00000000-0000-0000-0000-000000000000}"/>
          </ac:spMkLst>
        </pc:spChg>
      </pc:sldChg>
      <pc:sldChg chg="ord">
        <pc:chgData name="Daphne Economou" userId="d065a339-36cf-4937-af08-41751becbd81" providerId="ADAL" clId="{4BF4099A-B61A-4145-9EB7-F2687CDB23D8}" dt="2023-11-17T17:56:04.014" v="14"/>
        <pc:sldMkLst>
          <pc:docMk/>
          <pc:sldMk cId="156445025" sldId="783"/>
        </pc:sldMkLst>
      </pc:sldChg>
      <pc:sldChg chg="modSp mod">
        <pc:chgData name="Daphne Economou" userId="d065a339-36cf-4937-af08-41751becbd81" providerId="ADAL" clId="{4BF4099A-B61A-4145-9EB7-F2687CDB23D8}" dt="2023-11-17T22:37:50.414" v="3939" actId="962"/>
        <pc:sldMkLst>
          <pc:docMk/>
          <pc:sldMk cId="2209632736" sldId="804"/>
        </pc:sldMkLst>
        <pc:graphicFrameChg chg="mod">
          <ac:chgData name="Daphne Economou" userId="d065a339-36cf-4937-af08-41751becbd81" providerId="ADAL" clId="{4BF4099A-B61A-4145-9EB7-F2687CDB23D8}" dt="2023-11-17T22:37:50.414" v="3939" actId="962"/>
          <ac:graphicFrameMkLst>
            <pc:docMk/>
            <pc:sldMk cId="2209632736" sldId="804"/>
            <ac:graphicFrameMk id="10" creationId="{AD65CA91-3F8A-B05F-8019-9C2182A996D0}"/>
          </ac:graphicFrameMkLst>
        </pc:graphicFrameChg>
      </pc:sldChg>
      <pc:sldChg chg="modSp mod">
        <pc:chgData name="Daphne Economou" userId="d065a339-36cf-4937-af08-41751becbd81" providerId="ADAL" clId="{4BF4099A-B61A-4145-9EB7-F2687CDB23D8}" dt="2023-11-17T20:38:41.845" v="3158" actId="1076"/>
        <pc:sldMkLst>
          <pc:docMk/>
          <pc:sldMk cId="3650242743" sldId="808"/>
        </pc:sldMkLst>
        <pc:spChg chg="mod">
          <ac:chgData name="Daphne Economou" userId="d065a339-36cf-4937-af08-41751becbd81" providerId="ADAL" clId="{4BF4099A-B61A-4145-9EB7-F2687CDB23D8}" dt="2023-11-17T20:38:41.845" v="3158" actId="1076"/>
          <ac:spMkLst>
            <pc:docMk/>
            <pc:sldMk cId="3650242743" sldId="808"/>
            <ac:spMk id="3" creationId="{11F7E884-41DF-5256-0894-9A3491A348BC}"/>
          </ac:spMkLst>
        </pc:spChg>
        <pc:picChg chg="mod">
          <ac:chgData name="Daphne Economou" userId="d065a339-36cf-4937-af08-41751becbd81" providerId="ADAL" clId="{4BF4099A-B61A-4145-9EB7-F2687CDB23D8}" dt="2023-11-17T20:34:38.003" v="3156" actId="962"/>
          <ac:picMkLst>
            <pc:docMk/>
            <pc:sldMk cId="3650242743" sldId="808"/>
            <ac:picMk id="5" creationId="{727A3C06-FA75-AC8F-BB7E-A830D92AEA0B}"/>
          </ac:picMkLst>
        </pc:picChg>
      </pc:sldChg>
      <pc:sldChg chg="addSp modSp add mod ord">
        <pc:chgData name="Daphne Economou" userId="d065a339-36cf-4937-af08-41751becbd81" providerId="ADAL" clId="{4BF4099A-B61A-4145-9EB7-F2687CDB23D8}" dt="2023-11-17T17:56:00.744" v="12"/>
        <pc:sldMkLst>
          <pc:docMk/>
          <pc:sldMk cId="1874153522" sldId="831"/>
        </pc:sldMkLst>
        <pc:grpChg chg="mod">
          <ac:chgData name="Daphne Economou" userId="d065a339-36cf-4937-af08-41751becbd81" providerId="ADAL" clId="{4BF4099A-B61A-4145-9EB7-F2687CDB23D8}" dt="2023-11-17T17:55:24.295" v="6"/>
          <ac:grpSpMkLst>
            <pc:docMk/>
            <pc:sldMk cId="1874153522" sldId="831"/>
            <ac:grpSpMk id="11" creationId="{9BC67052-ED63-06A1-4C93-0AC0B25E3880}"/>
          </ac:grpSpMkLst>
        </pc:grpChg>
        <pc:grpChg chg="mod">
          <ac:chgData name="Daphne Economou" userId="d065a339-36cf-4937-af08-41751becbd81" providerId="ADAL" clId="{4BF4099A-B61A-4145-9EB7-F2687CDB23D8}" dt="2023-11-17T17:55:34.318" v="10"/>
          <ac:grpSpMkLst>
            <pc:docMk/>
            <pc:sldMk cId="1874153522" sldId="831"/>
            <ac:grpSpMk id="15" creationId="{22C87219-7F2F-7CB0-985F-52EE42E89992}"/>
          </ac:grpSpMkLst>
        </pc:grpChg>
        <pc:inkChg chg="add mod">
          <ac:chgData name="Daphne Economou" userId="d065a339-36cf-4937-af08-41751becbd81" providerId="ADAL" clId="{4BF4099A-B61A-4145-9EB7-F2687CDB23D8}" dt="2023-11-17T17:55:24.295" v="6"/>
          <ac:inkMkLst>
            <pc:docMk/>
            <pc:sldMk cId="1874153522" sldId="831"/>
            <ac:inkMk id="6" creationId="{E78609FD-580E-8DAA-F228-C92C14CF479E}"/>
          </ac:inkMkLst>
        </pc:inkChg>
        <pc:inkChg chg="add mod">
          <ac:chgData name="Daphne Economou" userId="d065a339-36cf-4937-af08-41751becbd81" providerId="ADAL" clId="{4BF4099A-B61A-4145-9EB7-F2687CDB23D8}" dt="2023-11-17T17:55:24.295" v="6"/>
          <ac:inkMkLst>
            <pc:docMk/>
            <pc:sldMk cId="1874153522" sldId="831"/>
            <ac:inkMk id="8" creationId="{C90F1D73-AF14-F39A-5976-BDBF3FF2A8B0}"/>
          </ac:inkMkLst>
        </pc:inkChg>
        <pc:inkChg chg="add mod">
          <ac:chgData name="Daphne Economou" userId="d065a339-36cf-4937-af08-41751becbd81" providerId="ADAL" clId="{4BF4099A-B61A-4145-9EB7-F2687CDB23D8}" dt="2023-11-17T17:55:24.295" v="6"/>
          <ac:inkMkLst>
            <pc:docMk/>
            <pc:sldMk cId="1874153522" sldId="831"/>
            <ac:inkMk id="9" creationId="{3F613992-C698-F117-0A95-9822E79340B0}"/>
          </ac:inkMkLst>
        </pc:inkChg>
        <pc:inkChg chg="add">
          <ac:chgData name="Daphne Economou" userId="d065a339-36cf-4937-af08-41751becbd81" providerId="ADAL" clId="{4BF4099A-B61A-4145-9EB7-F2687CDB23D8}" dt="2023-11-17T17:55:27.961" v="7" actId="9405"/>
          <ac:inkMkLst>
            <pc:docMk/>
            <pc:sldMk cId="1874153522" sldId="831"/>
            <ac:inkMk id="12" creationId="{B8898467-E37F-181F-605D-5F3544A1C29E}"/>
          </ac:inkMkLst>
        </pc:inkChg>
        <pc:inkChg chg="add mod">
          <ac:chgData name="Daphne Economou" userId="d065a339-36cf-4937-af08-41751becbd81" providerId="ADAL" clId="{4BF4099A-B61A-4145-9EB7-F2687CDB23D8}" dt="2023-11-17T17:55:34.318" v="10"/>
          <ac:inkMkLst>
            <pc:docMk/>
            <pc:sldMk cId="1874153522" sldId="831"/>
            <ac:inkMk id="13" creationId="{872C7D03-FFD3-C9F5-A37E-90D3A7034B64}"/>
          </ac:inkMkLst>
        </pc:inkChg>
        <pc:inkChg chg="add mod">
          <ac:chgData name="Daphne Economou" userId="d065a339-36cf-4937-af08-41751becbd81" providerId="ADAL" clId="{4BF4099A-B61A-4145-9EB7-F2687CDB23D8}" dt="2023-11-17T17:55:34.318" v="10"/>
          <ac:inkMkLst>
            <pc:docMk/>
            <pc:sldMk cId="1874153522" sldId="831"/>
            <ac:inkMk id="14" creationId="{702CBE66-E878-513E-B934-7E3E7467B6F4}"/>
          </ac:inkMkLst>
        </pc:inkChg>
      </pc:sldChg>
      <pc:sldChg chg="modSp mod">
        <pc:chgData name="Daphne Economou" userId="d065a339-36cf-4937-af08-41751becbd81" providerId="ADAL" clId="{4BF4099A-B61A-4145-9EB7-F2687CDB23D8}" dt="2023-11-17T22:38:56.992" v="4083" actId="962"/>
        <pc:sldMkLst>
          <pc:docMk/>
          <pc:sldMk cId="1206668469" sldId="836"/>
        </pc:sldMkLst>
        <pc:graphicFrameChg chg="mod">
          <ac:chgData name="Daphne Economou" userId="d065a339-36cf-4937-af08-41751becbd81" providerId="ADAL" clId="{4BF4099A-B61A-4145-9EB7-F2687CDB23D8}" dt="2023-11-17T22:38:56.992" v="4083" actId="962"/>
          <ac:graphicFrameMkLst>
            <pc:docMk/>
            <pc:sldMk cId="1206668469" sldId="836"/>
            <ac:graphicFrameMk id="3" creationId="{2FCB266A-6887-52E2-9853-37BA3E60EDC2}"/>
          </ac:graphicFrameMkLst>
        </pc:graphicFrameChg>
      </pc:sldChg>
      <pc:sldChg chg="addSp delSp modSp mod">
        <pc:chgData name="Daphne Economou" userId="d065a339-36cf-4937-af08-41751becbd81" providerId="ADAL" clId="{4BF4099A-B61A-4145-9EB7-F2687CDB23D8}" dt="2023-11-18T11:57:02.870" v="5890" actId="21"/>
        <pc:sldMkLst>
          <pc:docMk/>
          <pc:sldMk cId="1830908907" sldId="837"/>
        </pc:sldMkLst>
        <pc:spChg chg="add del mod">
          <ac:chgData name="Daphne Economou" userId="d065a339-36cf-4937-af08-41751becbd81" providerId="ADAL" clId="{4BF4099A-B61A-4145-9EB7-F2687CDB23D8}" dt="2023-11-18T11:27:41.989" v="5678" actId="21"/>
          <ac:spMkLst>
            <pc:docMk/>
            <pc:sldMk cId="1830908907" sldId="837"/>
            <ac:spMk id="3" creationId="{828212ED-91CE-F308-13D3-94165BFB3321}"/>
          </ac:spMkLst>
        </pc:spChg>
        <pc:spChg chg="add del mod">
          <ac:chgData name="Daphne Economou" userId="d065a339-36cf-4937-af08-41751becbd81" providerId="ADAL" clId="{4BF4099A-B61A-4145-9EB7-F2687CDB23D8}" dt="2023-11-18T11:27:41.989" v="5678" actId="21"/>
          <ac:spMkLst>
            <pc:docMk/>
            <pc:sldMk cId="1830908907" sldId="837"/>
            <ac:spMk id="7" creationId="{C4E725AD-7449-8782-7998-FCA54CECD123}"/>
          </ac:spMkLst>
        </pc:spChg>
        <pc:spChg chg="add del mod">
          <ac:chgData name="Daphne Economou" userId="d065a339-36cf-4937-af08-41751becbd81" providerId="ADAL" clId="{4BF4099A-B61A-4145-9EB7-F2687CDB23D8}" dt="2023-11-18T11:27:41.989" v="5678" actId="21"/>
          <ac:spMkLst>
            <pc:docMk/>
            <pc:sldMk cId="1830908907" sldId="837"/>
            <ac:spMk id="8" creationId="{10747AAB-7DBF-B345-AA66-C664564D8512}"/>
          </ac:spMkLst>
        </pc:spChg>
        <pc:spChg chg="add mod">
          <ac:chgData name="Daphne Economou" userId="d065a339-36cf-4937-af08-41751becbd81" providerId="ADAL" clId="{4BF4099A-B61A-4145-9EB7-F2687CDB23D8}" dt="2023-11-18T11:29:55.860" v="5695" actId="1076"/>
          <ac:spMkLst>
            <pc:docMk/>
            <pc:sldMk cId="1830908907" sldId="837"/>
            <ac:spMk id="9" creationId="{939D51C3-4449-E4AC-CE28-1311A2EA48A5}"/>
          </ac:spMkLst>
        </pc:spChg>
        <pc:spChg chg="add mod">
          <ac:chgData name="Daphne Economou" userId="d065a339-36cf-4937-af08-41751becbd81" providerId="ADAL" clId="{4BF4099A-B61A-4145-9EB7-F2687CDB23D8}" dt="2023-11-18T11:29:55.860" v="5695" actId="1076"/>
          <ac:spMkLst>
            <pc:docMk/>
            <pc:sldMk cId="1830908907" sldId="837"/>
            <ac:spMk id="10" creationId="{DF251E42-E338-C1F3-98DB-0C4FE81B6C95}"/>
          </ac:spMkLst>
        </pc:spChg>
        <pc:spChg chg="add mod">
          <ac:chgData name="Daphne Economou" userId="d065a339-36cf-4937-af08-41751becbd81" providerId="ADAL" clId="{4BF4099A-B61A-4145-9EB7-F2687CDB23D8}" dt="2023-11-18T11:29:55.860" v="5695" actId="1076"/>
          <ac:spMkLst>
            <pc:docMk/>
            <pc:sldMk cId="1830908907" sldId="837"/>
            <ac:spMk id="11" creationId="{28354511-D555-C8C9-244E-412C7B563401}"/>
          </ac:spMkLst>
        </pc:spChg>
        <pc:spChg chg="add mod">
          <ac:chgData name="Daphne Economou" userId="d065a339-36cf-4937-af08-41751becbd81" providerId="ADAL" clId="{4BF4099A-B61A-4145-9EB7-F2687CDB23D8}" dt="2023-11-18T11:29:55.860" v="5695" actId="1076"/>
          <ac:spMkLst>
            <pc:docMk/>
            <pc:sldMk cId="1830908907" sldId="837"/>
            <ac:spMk id="12" creationId="{8D7E8A3C-67F5-758B-E40D-7146238604C8}"/>
          </ac:spMkLst>
        </pc:spChg>
        <pc:spChg chg="add del mod">
          <ac:chgData name="Daphne Economou" userId="d065a339-36cf-4937-af08-41751becbd81" providerId="ADAL" clId="{4BF4099A-B61A-4145-9EB7-F2687CDB23D8}" dt="2023-11-18T11:57:02.870" v="5890" actId="21"/>
          <ac:spMkLst>
            <pc:docMk/>
            <pc:sldMk cId="1830908907" sldId="837"/>
            <ac:spMk id="13" creationId="{9B435086-EC33-E31B-CC7F-92F14C458F4E}"/>
          </ac:spMkLst>
        </pc:spChg>
      </pc:sldChg>
      <pc:sldChg chg="modSp mod">
        <pc:chgData name="Daphne Economou" userId="d065a339-36cf-4937-af08-41751becbd81" providerId="ADAL" clId="{4BF4099A-B61A-4145-9EB7-F2687CDB23D8}" dt="2023-11-17T22:17:55.196" v="3317" actId="179"/>
        <pc:sldMkLst>
          <pc:docMk/>
          <pc:sldMk cId="513801407" sldId="841"/>
        </pc:sldMkLst>
        <pc:spChg chg="mod">
          <ac:chgData name="Daphne Economou" userId="d065a339-36cf-4937-af08-41751becbd81" providerId="ADAL" clId="{4BF4099A-B61A-4145-9EB7-F2687CDB23D8}" dt="2023-11-17T22:17:55.196" v="3317" actId="179"/>
          <ac:spMkLst>
            <pc:docMk/>
            <pc:sldMk cId="513801407" sldId="841"/>
            <ac:spMk id="3" creationId="{2E00CC89-9D12-64A2-3E36-3A829A88E341}"/>
          </ac:spMkLst>
        </pc:spChg>
        <pc:spChg chg="mod">
          <ac:chgData name="Daphne Economou" userId="d065a339-36cf-4937-af08-41751becbd81" providerId="ADAL" clId="{4BF4099A-B61A-4145-9EB7-F2687CDB23D8}" dt="2023-11-17T20:30:26.647" v="3102" actId="14100"/>
          <ac:spMkLst>
            <pc:docMk/>
            <pc:sldMk cId="513801407" sldId="841"/>
            <ac:spMk id="6" creationId="{3B45813D-E4C0-B83A-02CF-E2EC6CF14095}"/>
          </ac:spMkLst>
        </pc:spChg>
      </pc:sldChg>
      <pc:sldChg chg="modSp mod">
        <pc:chgData name="Daphne Economou" userId="d065a339-36cf-4937-af08-41751becbd81" providerId="ADAL" clId="{4BF4099A-B61A-4145-9EB7-F2687CDB23D8}" dt="2023-11-17T22:38:09.772" v="3975" actId="962"/>
        <pc:sldMkLst>
          <pc:docMk/>
          <pc:sldMk cId="4156932422" sldId="843"/>
        </pc:sldMkLst>
        <pc:picChg chg="mod">
          <ac:chgData name="Daphne Economou" userId="d065a339-36cf-4937-af08-41751becbd81" providerId="ADAL" clId="{4BF4099A-B61A-4145-9EB7-F2687CDB23D8}" dt="2023-11-17T22:38:09.772" v="3975" actId="962"/>
          <ac:picMkLst>
            <pc:docMk/>
            <pc:sldMk cId="4156932422" sldId="843"/>
            <ac:picMk id="7" creationId="{78301547-3F91-31E3-0846-E848F2A594ED}"/>
          </ac:picMkLst>
        </pc:picChg>
        <pc:picChg chg="mod">
          <ac:chgData name="Daphne Economou" userId="d065a339-36cf-4937-af08-41751becbd81" providerId="ADAL" clId="{4BF4099A-B61A-4145-9EB7-F2687CDB23D8}" dt="2023-11-17T22:38:09.772" v="3975" actId="962"/>
          <ac:picMkLst>
            <pc:docMk/>
            <pc:sldMk cId="4156932422" sldId="843"/>
            <ac:picMk id="22" creationId="{18A181C1-4C49-BDF9-3675-7FDE30966934}"/>
          </ac:picMkLst>
        </pc:picChg>
        <pc:picChg chg="mod">
          <ac:chgData name="Daphne Economou" userId="d065a339-36cf-4937-af08-41751becbd81" providerId="ADAL" clId="{4BF4099A-B61A-4145-9EB7-F2687CDB23D8}" dt="2023-11-17T22:38:09.772" v="3975" actId="962"/>
          <ac:picMkLst>
            <pc:docMk/>
            <pc:sldMk cId="4156932422" sldId="843"/>
            <ac:picMk id="24" creationId="{46626FCB-59DA-088A-D09D-BAF846B3A87F}"/>
          </ac:picMkLst>
        </pc:picChg>
        <pc:picChg chg="mod">
          <ac:chgData name="Daphne Economou" userId="d065a339-36cf-4937-af08-41751becbd81" providerId="ADAL" clId="{4BF4099A-B61A-4145-9EB7-F2687CDB23D8}" dt="2023-11-17T22:38:09.772" v="3975" actId="962"/>
          <ac:picMkLst>
            <pc:docMk/>
            <pc:sldMk cId="4156932422" sldId="843"/>
            <ac:picMk id="27" creationId="{326560C6-CDBA-3FA3-4BC3-5B51283E959B}"/>
          </ac:picMkLst>
        </pc:picChg>
      </pc:sldChg>
      <pc:sldChg chg="modSp mod">
        <pc:chgData name="Daphne Economou" userId="d065a339-36cf-4937-af08-41751becbd81" providerId="ADAL" clId="{4BF4099A-B61A-4145-9EB7-F2687CDB23D8}" dt="2023-11-18T12:33:07.977" v="6053" actId="962"/>
        <pc:sldMkLst>
          <pc:docMk/>
          <pc:sldMk cId="3123240853" sldId="848"/>
        </pc:sldMkLst>
        <pc:picChg chg="mod">
          <ac:chgData name="Daphne Economou" userId="d065a339-36cf-4937-af08-41751becbd81" providerId="ADAL" clId="{4BF4099A-B61A-4145-9EB7-F2687CDB23D8}" dt="2023-11-18T12:33:07.977" v="6053" actId="962"/>
          <ac:picMkLst>
            <pc:docMk/>
            <pc:sldMk cId="3123240853" sldId="848"/>
            <ac:picMk id="5" creationId="{836AB5A3-1E42-2CB8-338F-4BFB3FDBC3BC}"/>
          </ac:picMkLst>
        </pc:picChg>
      </pc:sldChg>
      <pc:sldChg chg="addSp modSp mod">
        <pc:chgData name="Daphne Economou" userId="d065a339-36cf-4937-af08-41751becbd81" providerId="ADAL" clId="{4BF4099A-B61A-4145-9EB7-F2687CDB23D8}" dt="2023-11-18T11:35:49.223" v="5750" actId="9405"/>
        <pc:sldMkLst>
          <pc:docMk/>
          <pc:sldMk cId="1353562949" sldId="851"/>
        </pc:sldMkLst>
        <pc:graphicFrameChg chg="modGraphic">
          <ac:chgData name="Daphne Economou" userId="d065a339-36cf-4937-af08-41751becbd81" providerId="ADAL" clId="{4BF4099A-B61A-4145-9EB7-F2687CDB23D8}" dt="2023-11-17T22:39:36.783" v="4145" actId="14734"/>
          <ac:graphicFrameMkLst>
            <pc:docMk/>
            <pc:sldMk cId="1353562949" sldId="851"/>
            <ac:graphicFrameMk id="6" creationId="{DF619F63-5104-52C4-F135-FC7D4DB7BB0D}"/>
          </ac:graphicFrameMkLst>
        </pc:graphicFrameChg>
        <pc:inkChg chg="add">
          <ac:chgData name="Daphne Economou" userId="d065a339-36cf-4937-af08-41751becbd81" providerId="ADAL" clId="{4BF4099A-B61A-4145-9EB7-F2687CDB23D8}" dt="2023-11-18T11:35:49.223" v="5750" actId="9405"/>
          <ac:inkMkLst>
            <pc:docMk/>
            <pc:sldMk cId="1353562949" sldId="851"/>
            <ac:inkMk id="3" creationId="{05C4AC3F-1D17-7C9C-0026-7D44D2CBFD65}"/>
          </ac:inkMkLst>
        </pc:inkChg>
      </pc:sldChg>
      <pc:sldChg chg="addSp modSp mod">
        <pc:chgData name="Daphne Economou" userId="d065a339-36cf-4937-af08-41751becbd81" providerId="ADAL" clId="{4BF4099A-B61A-4145-9EB7-F2687CDB23D8}" dt="2023-11-18T12:14:19.863" v="5948" actId="20577"/>
        <pc:sldMkLst>
          <pc:docMk/>
          <pc:sldMk cId="3668176609" sldId="855"/>
        </pc:sldMkLst>
        <pc:spChg chg="add mod">
          <ac:chgData name="Daphne Economou" userId="d065a339-36cf-4937-af08-41751becbd81" providerId="ADAL" clId="{4BF4099A-B61A-4145-9EB7-F2687CDB23D8}" dt="2023-11-18T12:14:19.863" v="5948" actId="20577"/>
          <ac:spMkLst>
            <pc:docMk/>
            <pc:sldMk cId="3668176609" sldId="855"/>
            <ac:spMk id="3" creationId="{6C5B2AB3-7864-7CD8-FE01-3B3443E03A7A}"/>
          </ac:spMkLst>
        </pc:spChg>
        <pc:spChg chg="mod">
          <ac:chgData name="Daphne Economou" userId="d065a339-36cf-4937-af08-41751becbd81" providerId="ADAL" clId="{4BF4099A-B61A-4145-9EB7-F2687CDB23D8}" dt="2023-11-18T12:13:59.437" v="5941" actId="1076"/>
          <ac:spMkLst>
            <pc:docMk/>
            <pc:sldMk cId="3668176609" sldId="855"/>
            <ac:spMk id="4" creationId="{165507B6-B8BF-D2BD-520E-9C5301965E4B}"/>
          </ac:spMkLst>
        </pc:spChg>
        <pc:spChg chg="mod">
          <ac:chgData name="Daphne Economou" userId="d065a339-36cf-4937-af08-41751becbd81" providerId="ADAL" clId="{4BF4099A-B61A-4145-9EB7-F2687CDB23D8}" dt="2023-11-18T12:13:59.437" v="5941" actId="1076"/>
          <ac:spMkLst>
            <pc:docMk/>
            <pc:sldMk cId="3668176609" sldId="855"/>
            <ac:spMk id="5" creationId="{3F3B3B2F-3CE7-E34E-BBED-7CFEB3AAA522}"/>
          </ac:spMkLst>
        </pc:spChg>
        <pc:spChg chg="mod">
          <ac:chgData name="Daphne Economou" userId="d065a339-36cf-4937-af08-41751becbd81" providerId="ADAL" clId="{4BF4099A-B61A-4145-9EB7-F2687CDB23D8}" dt="2023-11-18T12:13:59.437" v="5941" actId="1076"/>
          <ac:spMkLst>
            <pc:docMk/>
            <pc:sldMk cId="3668176609" sldId="855"/>
            <ac:spMk id="10" creationId="{2B4B73D5-3055-4A67-BD3F-7228EEAACDC5}"/>
          </ac:spMkLst>
        </pc:spChg>
        <pc:graphicFrameChg chg="mod">
          <ac:chgData name="Daphne Economou" userId="d065a339-36cf-4937-af08-41751becbd81" providerId="ADAL" clId="{4BF4099A-B61A-4145-9EB7-F2687CDB23D8}" dt="2023-11-18T12:13:52.722" v="5939" actId="1076"/>
          <ac:graphicFrameMkLst>
            <pc:docMk/>
            <pc:sldMk cId="3668176609" sldId="855"/>
            <ac:graphicFrameMk id="6" creationId="{7BE384BC-51B7-E3CA-B607-F68F61B611C0}"/>
          </ac:graphicFrameMkLst>
        </pc:graphicFrameChg>
        <pc:graphicFrameChg chg="mod">
          <ac:chgData name="Daphne Economou" userId="d065a339-36cf-4937-af08-41751becbd81" providerId="ADAL" clId="{4BF4099A-B61A-4145-9EB7-F2687CDB23D8}" dt="2023-11-18T12:13:52.722" v="5939" actId="1076"/>
          <ac:graphicFrameMkLst>
            <pc:docMk/>
            <pc:sldMk cId="3668176609" sldId="855"/>
            <ac:graphicFrameMk id="7" creationId="{2CFFF9C6-69C3-290F-F368-C882414FF18C}"/>
          </ac:graphicFrameMkLst>
        </pc:graphicFrameChg>
      </pc:sldChg>
      <pc:sldChg chg="modSp mod">
        <pc:chgData name="Daphne Economou" userId="d065a339-36cf-4937-af08-41751becbd81" providerId="ADAL" clId="{4BF4099A-B61A-4145-9EB7-F2687CDB23D8}" dt="2023-12-01T09:46:41.852" v="6317" actId="179"/>
        <pc:sldMkLst>
          <pc:docMk/>
          <pc:sldMk cId="4210811839" sldId="859"/>
        </pc:sldMkLst>
        <pc:spChg chg="mod">
          <ac:chgData name="Daphne Economou" userId="d065a339-36cf-4937-af08-41751becbd81" providerId="ADAL" clId="{4BF4099A-B61A-4145-9EB7-F2687CDB23D8}" dt="2023-12-01T09:46:41.852" v="6317" actId="179"/>
          <ac:spMkLst>
            <pc:docMk/>
            <pc:sldMk cId="4210811839" sldId="859"/>
            <ac:spMk id="3" creationId="{BC54ABFA-EF7F-35DB-0ABB-71ED22F8F432}"/>
          </ac:spMkLst>
        </pc:spChg>
      </pc:sldChg>
      <pc:sldChg chg="addSp modSp mod">
        <pc:chgData name="Daphne Economou" userId="d065a339-36cf-4937-af08-41751becbd81" providerId="ADAL" clId="{4BF4099A-B61A-4145-9EB7-F2687CDB23D8}" dt="2023-11-18T12:28:58.267" v="6007"/>
        <pc:sldMkLst>
          <pc:docMk/>
          <pc:sldMk cId="612456143" sldId="860"/>
        </pc:sldMkLst>
        <pc:spChg chg="ord">
          <ac:chgData name="Daphne Economou" userId="d065a339-36cf-4937-af08-41751becbd81" providerId="ADAL" clId="{4BF4099A-B61A-4145-9EB7-F2687CDB23D8}" dt="2023-11-18T12:28:31.230" v="6001" actId="166"/>
          <ac:spMkLst>
            <pc:docMk/>
            <pc:sldMk cId="612456143" sldId="860"/>
            <ac:spMk id="2" creationId="{EB4E1854-044A-1596-523F-6FFA08C72C98}"/>
          </ac:spMkLst>
        </pc:spChg>
        <pc:spChg chg="add mod">
          <ac:chgData name="Daphne Economou" userId="d065a339-36cf-4937-af08-41751becbd81" providerId="ADAL" clId="{4BF4099A-B61A-4145-9EB7-F2687CDB23D8}" dt="2023-11-18T12:28:41.586" v="6004" actId="1076"/>
          <ac:spMkLst>
            <pc:docMk/>
            <pc:sldMk cId="612456143" sldId="860"/>
            <ac:spMk id="6" creationId="{377DF546-109D-6F81-033C-6A6103BC570C}"/>
          </ac:spMkLst>
        </pc:spChg>
        <pc:grpChg chg="mod">
          <ac:chgData name="Daphne Economou" userId="d065a339-36cf-4937-af08-41751becbd81" providerId="ADAL" clId="{4BF4099A-B61A-4145-9EB7-F2687CDB23D8}" dt="2023-11-18T12:28:58.267" v="6007"/>
          <ac:grpSpMkLst>
            <pc:docMk/>
            <pc:sldMk cId="612456143" sldId="860"/>
            <ac:grpSpMk id="10" creationId="{B65F9487-E152-93F1-E362-D3A159D122AF}"/>
          </ac:grpSpMkLst>
        </pc:grpChg>
        <pc:grpChg chg="mod">
          <ac:chgData name="Daphne Economou" userId="d065a339-36cf-4937-af08-41751becbd81" providerId="ADAL" clId="{4BF4099A-B61A-4145-9EB7-F2687CDB23D8}" dt="2023-11-18T12:28:27.350" v="6000" actId="1076"/>
          <ac:grpSpMkLst>
            <pc:docMk/>
            <pc:sldMk cId="612456143" sldId="860"/>
            <ac:grpSpMk id="30" creationId="{A2D305D3-2D55-04FD-B8DB-BB387B61D916}"/>
          </ac:grpSpMkLst>
        </pc:grpChg>
        <pc:grpChg chg="mod">
          <ac:chgData name="Daphne Economou" userId="d065a339-36cf-4937-af08-41751becbd81" providerId="ADAL" clId="{4BF4099A-B61A-4145-9EB7-F2687CDB23D8}" dt="2023-11-18T12:28:27.350" v="6000" actId="1076"/>
          <ac:grpSpMkLst>
            <pc:docMk/>
            <pc:sldMk cId="612456143" sldId="860"/>
            <ac:grpSpMk id="36" creationId="{1EB79F06-F86B-9179-9AF4-BD9E40BA0067}"/>
          </ac:grpSpMkLst>
        </pc:grpChg>
        <pc:picChg chg="mod">
          <ac:chgData name="Daphne Economou" userId="d065a339-36cf-4937-af08-41751becbd81" providerId="ADAL" clId="{4BF4099A-B61A-4145-9EB7-F2687CDB23D8}" dt="2023-11-18T12:28:27.350" v="6000" actId="1076"/>
          <ac:picMkLst>
            <pc:docMk/>
            <pc:sldMk cId="612456143" sldId="860"/>
            <ac:picMk id="9" creationId="{EE1E1075-6D84-262E-41D6-EF9C04FE7B10}"/>
          </ac:picMkLst>
        </pc:picChg>
        <pc:picChg chg="mod">
          <ac:chgData name="Daphne Economou" userId="d065a339-36cf-4937-af08-41751becbd81" providerId="ADAL" clId="{4BF4099A-B61A-4145-9EB7-F2687CDB23D8}" dt="2023-11-17T22:41:04.265" v="4371" actId="962"/>
          <ac:picMkLst>
            <pc:docMk/>
            <pc:sldMk cId="612456143" sldId="860"/>
            <ac:picMk id="26" creationId="{F8B256F6-9C73-5183-1A41-7C92E8472713}"/>
          </ac:picMkLst>
        </pc:picChg>
        <pc:inkChg chg="add mod">
          <ac:chgData name="Daphne Economou" userId="d065a339-36cf-4937-af08-41751becbd81" providerId="ADAL" clId="{4BF4099A-B61A-4145-9EB7-F2687CDB23D8}" dt="2023-11-18T12:28:58.267" v="6007"/>
          <ac:inkMkLst>
            <pc:docMk/>
            <pc:sldMk cId="612456143" sldId="860"/>
            <ac:inkMk id="7" creationId="{E3296CDA-59AD-065F-4877-D5FE671EA804}"/>
          </ac:inkMkLst>
        </pc:inkChg>
        <pc:inkChg chg="add mod">
          <ac:chgData name="Daphne Economou" userId="d065a339-36cf-4937-af08-41751becbd81" providerId="ADAL" clId="{4BF4099A-B61A-4145-9EB7-F2687CDB23D8}" dt="2023-11-18T12:28:58.267" v="6007"/>
          <ac:inkMkLst>
            <pc:docMk/>
            <pc:sldMk cId="612456143" sldId="860"/>
            <ac:inkMk id="8" creationId="{DF37D40C-91BF-85A6-696F-33540B344787}"/>
          </ac:inkMkLst>
        </pc:inkChg>
        <pc:inkChg chg="mod">
          <ac:chgData name="Daphne Economou" userId="d065a339-36cf-4937-af08-41751becbd81" providerId="ADAL" clId="{4BF4099A-B61A-4145-9EB7-F2687CDB23D8}" dt="2023-11-18T12:28:27.350" v="6000" actId="1076"/>
          <ac:inkMkLst>
            <pc:docMk/>
            <pc:sldMk cId="612456143" sldId="860"/>
            <ac:inkMk id="15" creationId="{AC867ABE-5384-BAAD-AC36-B2AF189B6816}"/>
          </ac:inkMkLst>
        </pc:inkChg>
        <pc:inkChg chg="mod">
          <ac:chgData name="Daphne Economou" userId="d065a339-36cf-4937-af08-41751becbd81" providerId="ADAL" clId="{4BF4099A-B61A-4145-9EB7-F2687CDB23D8}" dt="2023-11-18T12:28:27.350" v="6000" actId="1076"/>
          <ac:inkMkLst>
            <pc:docMk/>
            <pc:sldMk cId="612456143" sldId="860"/>
            <ac:inkMk id="19" creationId="{E5E79258-2786-8997-0D08-5602D1F228E1}"/>
          </ac:inkMkLst>
        </pc:inkChg>
        <pc:inkChg chg="mod">
          <ac:chgData name="Daphne Economou" userId="d065a339-36cf-4937-af08-41751becbd81" providerId="ADAL" clId="{4BF4099A-B61A-4145-9EB7-F2687CDB23D8}" dt="2023-11-18T12:28:27.350" v="6000" actId="1076"/>
          <ac:inkMkLst>
            <pc:docMk/>
            <pc:sldMk cId="612456143" sldId="860"/>
            <ac:inkMk id="23" creationId="{FEA5DB18-9A21-3C5B-06D9-D2086C46050E}"/>
          </ac:inkMkLst>
        </pc:inkChg>
        <pc:inkChg chg="mod">
          <ac:chgData name="Daphne Economou" userId="d065a339-36cf-4937-af08-41751becbd81" providerId="ADAL" clId="{4BF4099A-B61A-4145-9EB7-F2687CDB23D8}" dt="2023-11-18T12:28:27.350" v="6000" actId="1076"/>
          <ac:inkMkLst>
            <pc:docMk/>
            <pc:sldMk cId="612456143" sldId="860"/>
            <ac:inkMk id="24" creationId="{43159DBA-652B-F478-F13E-C26875290105}"/>
          </ac:inkMkLst>
        </pc:inkChg>
        <pc:inkChg chg="mod">
          <ac:chgData name="Daphne Economou" userId="d065a339-36cf-4937-af08-41751becbd81" providerId="ADAL" clId="{4BF4099A-B61A-4145-9EB7-F2687CDB23D8}" dt="2023-11-18T12:28:27.350" v="6000" actId="1076"/>
          <ac:inkMkLst>
            <pc:docMk/>
            <pc:sldMk cId="612456143" sldId="860"/>
            <ac:inkMk id="31" creationId="{84EA42D3-90B0-C0F2-3C28-25F522B5F02E}"/>
          </ac:inkMkLst>
        </pc:inkChg>
      </pc:sldChg>
      <pc:sldChg chg="modSp mod">
        <pc:chgData name="Daphne Economou" userId="d065a339-36cf-4937-af08-41751becbd81" providerId="ADAL" clId="{4BF4099A-B61A-4145-9EB7-F2687CDB23D8}" dt="2023-11-17T22:40:53.197" v="4339" actId="962"/>
        <pc:sldMkLst>
          <pc:docMk/>
          <pc:sldMk cId="477324845" sldId="861"/>
        </pc:sldMkLst>
        <pc:picChg chg="mod">
          <ac:chgData name="Daphne Economou" userId="d065a339-36cf-4937-af08-41751becbd81" providerId="ADAL" clId="{4BF4099A-B61A-4145-9EB7-F2687CDB23D8}" dt="2023-11-17T22:40:53.197" v="4339" actId="962"/>
          <ac:picMkLst>
            <pc:docMk/>
            <pc:sldMk cId="477324845" sldId="861"/>
            <ac:picMk id="10" creationId="{6B7D425E-BC5D-BA99-0312-4C774BD54A9B}"/>
          </ac:picMkLst>
        </pc:picChg>
        <pc:picChg chg="mod">
          <ac:chgData name="Daphne Economou" userId="d065a339-36cf-4937-af08-41751becbd81" providerId="ADAL" clId="{4BF4099A-B61A-4145-9EB7-F2687CDB23D8}" dt="2023-11-17T22:40:53.197" v="4339" actId="962"/>
          <ac:picMkLst>
            <pc:docMk/>
            <pc:sldMk cId="477324845" sldId="861"/>
            <ac:picMk id="11" creationId="{20DE07C7-4D11-5DCF-244D-10DA10153103}"/>
          </ac:picMkLst>
        </pc:picChg>
        <pc:picChg chg="mod">
          <ac:chgData name="Daphne Economou" userId="d065a339-36cf-4937-af08-41751becbd81" providerId="ADAL" clId="{4BF4099A-B61A-4145-9EB7-F2687CDB23D8}" dt="2023-11-17T22:40:53.197" v="4339" actId="962"/>
          <ac:picMkLst>
            <pc:docMk/>
            <pc:sldMk cId="477324845" sldId="861"/>
            <ac:picMk id="13" creationId="{A54B662F-8B9F-AB49-0639-003C12CF5384}"/>
          </ac:picMkLst>
        </pc:picChg>
      </pc:sldChg>
      <pc:sldChg chg="modSp mod">
        <pc:chgData name="Daphne Economou" userId="d065a339-36cf-4937-af08-41751becbd81" providerId="ADAL" clId="{4BF4099A-B61A-4145-9EB7-F2687CDB23D8}" dt="2023-11-18T12:29:30.468" v="6009" actId="14100"/>
        <pc:sldMkLst>
          <pc:docMk/>
          <pc:sldMk cId="3900059091" sldId="862"/>
        </pc:sldMkLst>
        <pc:spChg chg="mod">
          <ac:chgData name="Daphne Economou" userId="d065a339-36cf-4937-af08-41751becbd81" providerId="ADAL" clId="{4BF4099A-B61A-4145-9EB7-F2687CDB23D8}" dt="2023-11-18T12:29:30.468" v="6009" actId="14100"/>
          <ac:spMkLst>
            <pc:docMk/>
            <pc:sldMk cId="3900059091" sldId="862"/>
            <ac:spMk id="6" creationId="{B2CABE29-D0DE-77C3-F98C-6EBE69B00996}"/>
          </ac:spMkLst>
        </pc:spChg>
      </pc:sldChg>
      <pc:sldChg chg="modSp mod">
        <pc:chgData name="Daphne Economou" userId="d065a339-36cf-4937-af08-41751becbd81" providerId="ADAL" clId="{4BF4099A-B61A-4145-9EB7-F2687CDB23D8}" dt="2023-11-18T12:15:33.560" v="5949" actId="20577"/>
        <pc:sldMkLst>
          <pc:docMk/>
          <pc:sldMk cId="3365108167" sldId="863"/>
        </pc:sldMkLst>
        <pc:graphicFrameChg chg="modGraphic">
          <ac:chgData name="Daphne Economou" userId="d065a339-36cf-4937-af08-41751becbd81" providerId="ADAL" clId="{4BF4099A-B61A-4145-9EB7-F2687CDB23D8}" dt="2023-11-18T12:15:33.560" v="5949" actId="20577"/>
          <ac:graphicFrameMkLst>
            <pc:docMk/>
            <pc:sldMk cId="3365108167" sldId="863"/>
            <ac:graphicFrameMk id="6" creationId="{4BB82FAB-1E70-B8CF-CAEA-17773377848D}"/>
          </ac:graphicFrameMkLst>
        </pc:graphicFrameChg>
        <pc:picChg chg="mod">
          <ac:chgData name="Daphne Economou" userId="d065a339-36cf-4937-af08-41751becbd81" providerId="ADAL" clId="{4BF4099A-B61A-4145-9EB7-F2687CDB23D8}" dt="2023-11-17T22:40:19.668" v="4219" actId="962"/>
          <ac:picMkLst>
            <pc:docMk/>
            <pc:sldMk cId="3365108167" sldId="863"/>
            <ac:picMk id="57" creationId="{02F4F694-4006-8F76-073C-E21A75026AF5}"/>
          </ac:picMkLst>
        </pc:picChg>
        <pc:picChg chg="mod">
          <ac:chgData name="Daphne Economou" userId="d065a339-36cf-4937-af08-41751becbd81" providerId="ADAL" clId="{4BF4099A-B61A-4145-9EB7-F2687CDB23D8}" dt="2023-11-17T22:40:37.310" v="4313" actId="962"/>
          <ac:picMkLst>
            <pc:docMk/>
            <pc:sldMk cId="3365108167" sldId="863"/>
            <ac:picMk id="59" creationId="{C875E202-257D-139F-5D9B-F5B5F9CDDDBF}"/>
          </ac:picMkLst>
        </pc:picChg>
        <pc:picChg chg="mod">
          <ac:chgData name="Daphne Economou" userId="d065a339-36cf-4937-af08-41751becbd81" providerId="ADAL" clId="{4BF4099A-B61A-4145-9EB7-F2687CDB23D8}" dt="2023-11-17T22:40:26.626" v="4261" actId="962"/>
          <ac:picMkLst>
            <pc:docMk/>
            <pc:sldMk cId="3365108167" sldId="863"/>
            <ac:picMk id="61" creationId="{58E15AF5-FCDC-BC71-6C16-DCF3F7BE89E9}"/>
          </ac:picMkLst>
        </pc:picChg>
        <pc:picChg chg="mod">
          <ac:chgData name="Daphne Economou" userId="d065a339-36cf-4937-af08-41751becbd81" providerId="ADAL" clId="{4BF4099A-B61A-4145-9EB7-F2687CDB23D8}" dt="2023-11-17T22:40:19.668" v="4219" actId="962"/>
          <ac:picMkLst>
            <pc:docMk/>
            <pc:sldMk cId="3365108167" sldId="863"/>
            <ac:picMk id="63" creationId="{57F25879-BA41-7200-AD02-9BF4A89302C5}"/>
          </ac:picMkLst>
        </pc:picChg>
        <pc:picChg chg="mod">
          <ac:chgData name="Daphne Economou" userId="d065a339-36cf-4937-af08-41751becbd81" providerId="ADAL" clId="{4BF4099A-B61A-4145-9EB7-F2687CDB23D8}" dt="2023-11-17T22:40:37.310" v="4313" actId="962"/>
          <ac:picMkLst>
            <pc:docMk/>
            <pc:sldMk cId="3365108167" sldId="863"/>
            <ac:picMk id="65" creationId="{70645C48-4E12-646A-645E-864D0C3CBD78}"/>
          </ac:picMkLst>
        </pc:picChg>
        <pc:picChg chg="mod">
          <ac:chgData name="Daphne Economou" userId="d065a339-36cf-4937-af08-41751becbd81" providerId="ADAL" clId="{4BF4099A-B61A-4145-9EB7-F2687CDB23D8}" dt="2023-11-17T22:40:19.668" v="4219" actId="962"/>
          <ac:picMkLst>
            <pc:docMk/>
            <pc:sldMk cId="3365108167" sldId="863"/>
            <ac:picMk id="67" creationId="{33970420-6AE8-A69F-02B7-08B5C5EE7247}"/>
          </ac:picMkLst>
        </pc:picChg>
        <pc:picChg chg="mod">
          <ac:chgData name="Daphne Economou" userId="d065a339-36cf-4937-af08-41751becbd81" providerId="ADAL" clId="{4BF4099A-B61A-4145-9EB7-F2687CDB23D8}" dt="2023-11-17T22:40:37.310" v="4313" actId="962"/>
          <ac:picMkLst>
            <pc:docMk/>
            <pc:sldMk cId="3365108167" sldId="863"/>
            <ac:picMk id="69" creationId="{2229B449-56E3-9325-8D1B-EBF2BDE95BF7}"/>
          </ac:picMkLst>
        </pc:picChg>
      </pc:sldChg>
      <pc:sldChg chg="addSp delSp modSp mod">
        <pc:chgData name="Daphne Economou" userId="d065a339-36cf-4937-af08-41751becbd81" providerId="ADAL" clId="{4BF4099A-B61A-4145-9EB7-F2687CDB23D8}" dt="2023-11-18T11:58:15.483" v="5899" actId="1076"/>
        <pc:sldMkLst>
          <pc:docMk/>
          <pc:sldMk cId="2926016130" sldId="865"/>
        </pc:sldMkLst>
        <pc:spChg chg="add mod">
          <ac:chgData name="Daphne Economou" userId="d065a339-36cf-4937-af08-41751becbd81" providerId="ADAL" clId="{4BF4099A-B61A-4145-9EB7-F2687CDB23D8}" dt="2023-11-18T11:29:22.318" v="5691" actId="1035"/>
          <ac:spMkLst>
            <pc:docMk/>
            <pc:sldMk cId="2926016130" sldId="865"/>
            <ac:spMk id="3" creationId="{3D4B2B20-75E8-4521-7DA6-221053F4CE3D}"/>
          </ac:spMkLst>
        </pc:spChg>
        <pc:spChg chg="add mod">
          <ac:chgData name="Daphne Economou" userId="d065a339-36cf-4937-af08-41751becbd81" providerId="ADAL" clId="{4BF4099A-B61A-4145-9EB7-F2687CDB23D8}" dt="2023-11-18T11:27:50.815" v="5680" actId="1076"/>
          <ac:spMkLst>
            <pc:docMk/>
            <pc:sldMk cId="2926016130" sldId="865"/>
            <ac:spMk id="7" creationId="{2C99B4F3-794B-531B-ED27-701285111813}"/>
          </ac:spMkLst>
        </pc:spChg>
        <pc:spChg chg="add mod">
          <ac:chgData name="Daphne Economou" userId="d065a339-36cf-4937-af08-41751becbd81" providerId="ADAL" clId="{4BF4099A-B61A-4145-9EB7-F2687CDB23D8}" dt="2023-11-18T11:27:50.815" v="5680" actId="1076"/>
          <ac:spMkLst>
            <pc:docMk/>
            <pc:sldMk cId="2926016130" sldId="865"/>
            <ac:spMk id="9" creationId="{1C8C0129-B046-3753-6EAE-DA16EDB515FE}"/>
          </ac:spMkLst>
        </pc:spChg>
        <pc:spChg chg="mod">
          <ac:chgData name="Daphne Economou" userId="d065a339-36cf-4937-af08-41751becbd81" providerId="ADAL" clId="{4BF4099A-B61A-4145-9EB7-F2687CDB23D8}" dt="2023-11-18T11:57:56.468" v="5896" actId="1076"/>
          <ac:spMkLst>
            <pc:docMk/>
            <pc:sldMk cId="2926016130" sldId="865"/>
            <ac:spMk id="10" creationId="{3AC369FE-1D53-BF31-D973-46EB4BDF7383}"/>
          </ac:spMkLst>
        </pc:spChg>
        <pc:spChg chg="add mod">
          <ac:chgData name="Daphne Economou" userId="d065a339-36cf-4937-af08-41751becbd81" providerId="ADAL" clId="{4BF4099A-B61A-4145-9EB7-F2687CDB23D8}" dt="2023-11-18T11:29:18.258" v="5689" actId="1036"/>
          <ac:spMkLst>
            <pc:docMk/>
            <pc:sldMk cId="2926016130" sldId="865"/>
            <ac:spMk id="11" creationId="{39A1B1A0-980B-F84C-0FD8-8C0575C8AF09}"/>
          </ac:spMkLst>
        </pc:spChg>
        <pc:spChg chg="mod">
          <ac:chgData name="Daphne Economou" userId="d065a339-36cf-4937-af08-41751becbd81" providerId="ADAL" clId="{4BF4099A-B61A-4145-9EB7-F2687CDB23D8}" dt="2023-11-18T11:58:15.483" v="5899" actId="1076"/>
          <ac:spMkLst>
            <pc:docMk/>
            <pc:sldMk cId="2926016130" sldId="865"/>
            <ac:spMk id="17" creationId="{D626C132-6D9B-7694-E019-24FE99DD9C3D}"/>
          </ac:spMkLst>
        </pc:spChg>
        <pc:spChg chg="mod">
          <ac:chgData name="Daphne Economou" userId="d065a339-36cf-4937-af08-41751becbd81" providerId="ADAL" clId="{4BF4099A-B61A-4145-9EB7-F2687CDB23D8}" dt="2023-11-18T11:58:15.483" v="5899" actId="1076"/>
          <ac:spMkLst>
            <pc:docMk/>
            <pc:sldMk cId="2926016130" sldId="865"/>
            <ac:spMk id="19" creationId="{A7B2BFD4-2912-B17C-4A06-987004412BDC}"/>
          </ac:spMkLst>
        </pc:spChg>
        <pc:spChg chg="mod">
          <ac:chgData name="Daphne Economou" userId="d065a339-36cf-4937-af08-41751becbd81" providerId="ADAL" clId="{4BF4099A-B61A-4145-9EB7-F2687CDB23D8}" dt="2023-11-18T11:32:08.140" v="5732" actId="6549"/>
          <ac:spMkLst>
            <pc:docMk/>
            <pc:sldMk cId="2926016130" sldId="865"/>
            <ac:spMk id="20" creationId="{EEF06ADE-14C2-F400-80A5-D0368D08D3C9}"/>
          </ac:spMkLst>
        </pc:spChg>
        <pc:spChg chg="add mod">
          <ac:chgData name="Daphne Economou" userId="d065a339-36cf-4937-af08-41751becbd81" providerId="ADAL" clId="{4BF4099A-B61A-4145-9EB7-F2687CDB23D8}" dt="2023-11-18T11:58:03.221" v="5898" actId="1076"/>
          <ac:spMkLst>
            <pc:docMk/>
            <pc:sldMk cId="2926016130" sldId="865"/>
            <ac:spMk id="32" creationId="{A7763040-B2D8-572C-B677-DEF69E153AC7}"/>
          </ac:spMkLst>
        </pc:spChg>
        <pc:spChg chg="mod">
          <ac:chgData name="Daphne Economou" userId="d065a339-36cf-4937-af08-41751becbd81" providerId="ADAL" clId="{4BF4099A-B61A-4145-9EB7-F2687CDB23D8}" dt="2023-11-18T11:29:27.124" v="5693" actId="1035"/>
          <ac:spMkLst>
            <pc:docMk/>
            <pc:sldMk cId="2926016130" sldId="865"/>
            <ac:spMk id="40" creationId="{630F1E74-C466-424D-724B-317EDD5E20F0}"/>
          </ac:spMkLst>
        </pc:spChg>
        <pc:grpChg chg="mod">
          <ac:chgData name="Daphne Economou" userId="d065a339-36cf-4937-af08-41751becbd81" providerId="ADAL" clId="{4BF4099A-B61A-4145-9EB7-F2687CDB23D8}" dt="2023-11-18T11:32:32.219" v="5739"/>
          <ac:grpSpMkLst>
            <pc:docMk/>
            <pc:sldMk cId="2926016130" sldId="865"/>
            <ac:grpSpMk id="16" creationId="{3364A5CC-52FD-2685-502F-A55E7D05936E}"/>
          </ac:grpSpMkLst>
        </pc:grpChg>
        <pc:grpChg chg="mod">
          <ac:chgData name="Daphne Economou" userId="d065a339-36cf-4937-af08-41751becbd81" providerId="ADAL" clId="{4BF4099A-B61A-4145-9EB7-F2687CDB23D8}" dt="2023-11-18T11:32:45.423" v="5746"/>
          <ac:grpSpMkLst>
            <pc:docMk/>
            <pc:sldMk cId="2926016130" sldId="865"/>
            <ac:grpSpMk id="27" creationId="{1E6F0A9A-A77F-986D-89E2-862AEB17697E}"/>
          </ac:grpSpMkLst>
        </pc:grpChg>
        <pc:grpChg chg="mod">
          <ac:chgData name="Daphne Economou" userId="d065a339-36cf-4937-af08-41751becbd81" providerId="ADAL" clId="{4BF4099A-B61A-4145-9EB7-F2687CDB23D8}" dt="2023-11-18T11:32:55.584" v="5749"/>
          <ac:grpSpMkLst>
            <pc:docMk/>
            <pc:sldMk cId="2926016130" sldId="865"/>
            <ac:grpSpMk id="31" creationId="{A3BF8BC4-E7D7-3062-A4E9-27D3CCEE932D}"/>
          </ac:grpSpMkLst>
        </pc:grpChg>
        <pc:inkChg chg="add del">
          <ac:chgData name="Daphne Economou" userId="d065a339-36cf-4937-af08-41751becbd81" providerId="ADAL" clId="{4BF4099A-B61A-4145-9EB7-F2687CDB23D8}" dt="2023-11-18T11:32:24.558" v="5734" actId="9405"/>
          <ac:inkMkLst>
            <pc:docMk/>
            <pc:sldMk cId="2926016130" sldId="865"/>
            <ac:inkMk id="12" creationId="{9AEDB933-8D3A-1458-8786-15AE7714C68E}"/>
          </ac:inkMkLst>
        </pc:inkChg>
        <pc:inkChg chg="add del mod">
          <ac:chgData name="Daphne Economou" userId="d065a339-36cf-4937-af08-41751becbd81" providerId="ADAL" clId="{4BF4099A-B61A-4145-9EB7-F2687CDB23D8}" dt="2023-11-18T11:32:32.802" v="5740" actId="9405"/>
          <ac:inkMkLst>
            <pc:docMk/>
            <pc:sldMk cId="2926016130" sldId="865"/>
            <ac:inkMk id="13" creationId="{9C0BDBC5-CF3B-F695-1C85-CBCC24551308}"/>
          </ac:inkMkLst>
        </pc:inkChg>
        <pc:inkChg chg="add del mod">
          <ac:chgData name="Daphne Economou" userId="d065a339-36cf-4937-af08-41751becbd81" providerId="ADAL" clId="{4BF4099A-B61A-4145-9EB7-F2687CDB23D8}" dt="2023-11-18T11:32:32.219" v="5739"/>
          <ac:inkMkLst>
            <pc:docMk/>
            <pc:sldMk cId="2926016130" sldId="865"/>
            <ac:inkMk id="15" creationId="{BB4008C6-AE3D-7333-3A56-EC4531D8583C}"/>
          </ac:inkMkLst>
        </pc:inkChg>
        <pc:inkChg chg="add ord">
          <ac:chgData name="Daphne Economou" userId="d065a339-36cf-4937-af08-41751becbd81" providerId="ADAL" clId="{4BF4099A-B61A-4145-9EB7-F2687CDB23D8}" dt="2023-11-18T11:57:14.323" v="5893" actId="166"/>
          <ac:inkMkLst>
            <pc:docMk/>
            <pc:sldMk cId="2926016130" sldId="865"/>
            <ac:inkMk id="22" creationId="{906B44C0-2725-E8E8-18F4-53AB3BDC1084}"/>
          </ac:inkMkLst>
        </pc:inkChg>
        <pc:inkChg chg="add del">
          <ac:chgData name="Daphne Economou" userId="d065a339-36cf-4937-af08-41751becbd81" providerId="ADAL" clId="{4BF4099A-B61A-4145-9EB7-F2687CDB23D8}" dt="2023-11-18T11:32:41.815" v="5743" actId="9405"/>
          <ac:inkMkLst>
            <pc:docMk/>
            <pc:sldMk cId="2926016130" sldId="865"/>
            <ac:inkMk id="23" creationId="{F740DC12-64B0-44C3-096F-4AC2BA19AE19}"/>
          </ac:inkMkLst>
        </pc:inkChg>
        <pc:inkChg chg="add mod">
          <ac:chgData name="Daphne Economou" userId="d065a339-36cf-4937-af08-41751becbd81" providerId="ADAL" clId="{4BF4099A-B61A-4145-9EB7-F2687CDB23D8}" dt="2023-11-18T11:32:45.423" v="5746"/>
          <ac:inkMkLst>
            <pc:docMk/>
            <pc:sldMk cId="2926016130" sldId="865"/>
            <ac:inkMk id="24" creationId="{3A9B593C-7673-99F0-85C5-55D5761D4D68}"/>
          </ac:inkMkLst>
        </pc:inkChg>
        <pc:inkChg chg="add mod">
          <ac:chgData name="Daphne Economou" userId="d065a339-36cf-4937-af08-41751becbd81" providerId="ADAL" clId="{4BF4099A-B61A-4145-9EB7-F2687CDB23D8}" dt="2023-11-18T11:32:45.423" v="5746"/>
          <ac:inkMkLst>
            <pc:docMk/>
            <pc:sldMk cId="2926016130" sldId="865"/>
            <ac:inkMk id="25" creationId="{01F9CFE9-DFD6-9038-B3BD-072671E0E694}"/>
          </ac:inkMkLst>
        </pc:inkChg>
        <pc:inkChg chg="add mod">
          <ac:chgData name="Daphne Economou" userId="d065a339-36cf-4937-af08-41751becbd81" providerId="ADAL" clId="{4BF4099A-B61A-4145-9EB7-F2687CDB23D8}" dt="2023-11-18T11:32:55.584" v="5749"/>
          <ac:inkMkLst>
            <pc:docMk/>
            <pc:sldMk cId="2926016130" sldId="865"/>
            <ac:inkMk id="28" creationId="{A2F0EB88-6CC8-1AD0-A8F6-5493DDD52BAB}"/>
          </ac:inkMkLst>
        </pc:inkChg>
        <pc:inkChg chg="add mod">
          <ac:chgData name="Daphne Economou" userId="d065a339-36cf-4937-af08-41751becbd81" providerId="ADAL" clId="{4BF4099A-B61A-4145-9EB7-F2687CDB23D8}" dt="2023-11-18T11:32:55.584" v="5749"/>
          <ac:inkMkLst>
            <pc:docMk/>
            <pc:sldMk cId="2926016130" sldId="865"/>
            <ac:inkMk id="30" creationId="{B39815E4-F468-3B64-AE79-BC553534791C}"/>
          </ac:inkMkLst>
        </pc:inkChg>
      </pc:sldChg>
      <pc:sldChg chg="addSp modSp mod">
        <pc:chgData name="Daphne Economou" userId="d065a339-36cf-4937-af08-41751becbd81" providerId="ADAL" clId="{4BF4099A-B61A-4145-9EB7-F2687CDB23D8}" dt="2023-11-18T11:56:25.568" v="5877" actId="1076"/>
        <pc:sldMkLst>
          <pc:docMk/>
          <pc:sldMk cId="1818146146" sldId="866"/>
        </pc:sldMkLst>
        <pc:spChg chg="add mod">
          <ac:chgData name="Daphne Economou" userId="d065a339-36cf-4937-af08-41751becbd81" providerId="ADAL" clId="{4BF4099A-B61A-4145-9EB7-F2687CDB23D8}" dt="2023-11-18T11:56:25.568" v="5877" actId="1076"/>
          <ac:spMkLst>
            <pc:docMk/>
            <pc:sldMk cId="1818146146" sldId="866"/>
            <ac:spMk id="3" creationId="{8644DDFF-26BE-3C52-5996-CF7EA3290EF4}"/>
          </ac:spMkLst>
        </pc:spChg>
      </pc:sldChg>
      <pc:sldChg chg="modSp mod">
        <pc:chgData name="Daphne Economou" userId="d065a339-36cf-4937-af08-41751becbd81" providerId="ADAL" clId="{4BF4099A-B61A-4145-9EB7-F2687CDB23D8}" dt="2023-11-17T22:37:57.945" v="3947" actId="962"/>
        <pc:sldMkLst>
          <pc:docMk/>
          <pc:sldMk cId="901916543" sldId="870"/>
        </pc:sldMkLst>
        <pc:picChg chg="mod">
          <ac:chgData name="Daphne Economou" userId="d065a339-36cf-4937-af08-41751becbd81" providerId="ADAL" clId="{4BF4099A-B61A-4145-9EB7-F2687CDB23D8}" dt="2023-11-17T22:37:57.945" v="3947" actId="962"/>
          <ac:picMkLst>
            <pc:docMk/>
            <pc:sldMk cId="901916543" sldId="870"/>
            <ac:picMk id="11" creationId="{700FEBB9-D815-8D2E-517B-0419D2BA57CB}"/>
          </ac:picMkLst>
        </pc:picChg>
        <pc:picChg chg="mod">
          <ac:chgData name="Daphne Economou" userId="d065a339-36cf-4937-af08-41751becbd81" providerId="ADAL" clId="{4BF4099A-B61A-4145-9EB7-F2687CDB23D8}" dt="2023-11-17T22:37:57.945" v="3947" actId="962"/>
          <ac:picMkLst>
            <pc:docMk/>
            <pc:sldMk cId="901916543" sldId="870"/>
            <ac:picMk id="15" creationId="{50DD8FFC-D54A-05EA-0613-FB8B4F51712D}"/>
          </ac:picMkLst>
        </pc:picChg>
      </pc:sldChg>
      <pc:sldChg chg="addSp modSp mod modNotesTx">
        <pc:chgData name="Daphne Economou" userId="d065a339-36cf-4937-af08-41751becbd81" providerId="ADAL" clId="{4BF4099A-B61A-4145-9EB7-F2687CDB23D8}" dt="2023-11-17T22:38:30.982" v="4023" actId="962"/>
        <pc:sldMkLst>
          <pc:docMk/>
          <pc:sldMk cId="281669200" sldId="871"/>
        </pc:sldMkLst>
        <pc:spChg chg="add mod">
          <ac:chgData name="Daphne Economou" userId="d065a339-36cf-4937-af08-41751becbd81" providerId="ADAL" clId="{4BF4099A-B61A-4145-9EB7-F2687CDB23D8}" dt="2023-11-17T20:48:48.960" v="3180" actId="1076"/>
          <ac:spMkLst>
            <pc:docMk/>
            <pc:sldMk cId="281669200" sldId="871"/>
            <ac:spMk id="6" creationId="{12C86685-6998-4004-EBF7-C559DCC06E3A}"/>
          </ac:spMkLst>
        </pc:spChg>
        <pc:spChg chg="mod">
          <ac:chgData name="Daphne Economou" userId="d065a339-36cf-4937-af08-41751becbd81" providerId="ADAL" clId="{4BF4099A-B61A-4145-9EB7-F2687CDB23D8}" dt="2023-11-17T20:37:33.917" v="3157" actId="14100"/>
          <ac:spMkLst>
            <pc:docMk/>
            <pc:sldMk cId="281669200" sldId="871"/>
            <ac:spMk id="15" creationId="{25CD946C-98D8-CD48-4E2F-6FD241FE37A1}"/>
          </ac:spMkLst>
        </pc:spChg>
        <pc:picChg chg="mod">
          <ac:chgData name="Daphne Economou" userId="d065a339-36cf-4937-af08-41751becbd81" providerId="ADAL" clId="{4BF4099A-B61A-4145-9EB7-F2687CDB23D8}" dt="2023-11-17T22:38:30.982" v="4023" actId="962"/>
          <ac:picMkLst>
            <pc:docMk/>
            <pc:sldMk cId="281669200" sldId="871"/>
            <ac:picMk id="7" creationId="{78301547-3F91-31E3-0846-E848F2A594ED}"/>
          </ac:picMkLst>
        </pc:picChg>
        <pc:picChg chg="mod">
          <ac:chgData name="Daphne Economou" userId="d065a339-36cf-4937-af08-41751becbd81" providerId="ADAL" clId="{4BF4099A-B61A-4145-9EB7-F2687CDB23D8}" dt="2023-11-17T22:38:30.982" v="4023" actId="962"/>
          <ac:picMkLst>
            <pc:docMk/>
            <pc:sldMk cId="281669200" sldId="871"/>
            <ac:picMk id="22" creationId="{18A181C1-4C49-BDF9-3675-7FDE30966934}"/>
          </ac:picMkLst>
        </pc:picChg>
        <pc:picChg chg="mod">
          <ac:chgData name="Daphne Economou" userId="d065a339-36cf-4937-af08-41751becbd81" providerId="ADAL" clId="{4BF4099A-B61A-4145-9EB7-F2687CDB23D8}" dt="2023-11-17T22:38:30.982" v="4023" actId="962"/>
          <ac:picMkLst>
            <pc:docMk/>
            <pc:sldMk cId="281669200" sldId="871"/>
            <ac:picMk id="24" creationId="{46626FCB-59DA-088A-D09D-BAF846B3A87F}"/>
          </ac:picMkLst>
        </pc:picChg>
        <pc:picChg chg="mod">
          <ac:chgData name="Daphne Economou" userId="d065a339-36cf-4937-af08-41751becbd81" providerId="ADAL" clId="{4BF4099A-B61A-4145-9EB7-F2687CDB23D8}" dt="2023-11-17T22:38:30.982" v="4023" actId="962"/>
          <ac:picMkLst>
            <pc:docMk/>
            <pc:sldMk cId="281669200" sldId="871"/>
            <ac:picMk id="27" creationId="{326560C6-CDBA-3FA3-4BC3-5B51283E959B}"/>
          </ac:picMkLst>
        </pc:picChg>
      </pc:sldChg>
      <pc:sldChg chg="modSp mod">
        <pc:chgData name="Daphne Economou" userId="d065a339-36cf-4937-af08-41751becbd81" providerId="ADAL" clId="{4BF4099A-B61A-4145-9EB7-F2687CDB23D8}" dt="2023-11-17T22:38:46.007" v="4045" actId="962"/>
        <pc:sldMkLst>
          <pc:docMk/>
          <pc:sldMk cId="2188455233" sldId="872"/>
        </pc:sldMkLst>
        <pc:picChg chg="mod">
          <ac:chgData name="Daphne Economou" userId="d065a339-36cf-4937-af08-41751becbd81" providerId="ADAL" clId="{4BF4099A-B61A-4145-9EB7-F2687CDB23D8}" dt="2023-11-17T22:38:46.007" v="4045" actId="962"/>
          <ac:picMkLst>
            <pc:docMk/>
            <pc:sldMk cId="2188455233" sldId="872"/>
            <ac:picMk id="7" creationId="{78301547-3F91-31E3-0846-E848F2A594ED}"/>
          </ac:picMkLst>
        </pc:picChg>
        <pc:picChg chg="mod">
          <ac:chgData name="Daphne Economou" userId="d065a339-36cf-4937-af08-41751becbd81" providerId="ADAL" clId="{4BF4099A-B61A-4145-9EB7-F2687CDB23D8}" dt="2023-11-17T22:38:46.007" v="4045" actId="962"/>
          <ac:picMkLst>
            <pc:docMk/>
            <pc:sldMk cId="2188455233" sldId="872"/>
            <ac:picMk id="22" creationId="{18A181C1-4C49-BDF9-3675-7FDE30966934}"/>
          </ac:picMkLst>
        </pc:picChg>
        <pc:picChg chg="mod">
          <ac:chgData name="Daphne Economou" userId="d065a339-36cf-4937-af08-41751becbd81" providerId="ADAL" clId="{4BF4099A-B61A-4145-9EB7-F2687CDB23D8}" dt="2023-11-17T22:38:46.007" v="4045" actId="962"/>
          <ac:picMkLst>
            <pc:docMk/>
            <pc:sldMk cId="2188455233" sldId="872"/>
            <ac:picMk id="24" creationId="{46626FCB-59DA-088A-D09D-BAF846B3A87F}"/>
          </ac:picMkLst>
        </pc:picChg>
        <pc:picChg chg="mod">
          <ac:chgData name="Daphne Economou" userId="d065a339-36cf-4937-af08-41751becbd81" providerId="ADAL" clId="{4BF4099A-B61A-4145-9EB7-F2687CDB23D8}" dt="2023-11-17T22:38:46.007" v="4045" actId="962"/>
          <ac:picMkLst>
            <pc:docMk/>
            <pc:sldMk cId="2188455233" sldId="872"/>
            <ac:picMk id="27" creationId="{326560C6-CDBA-3FA3-4BC3-5B51283E959B}"/>
          </ac:picMkLst>
        </pc:picChg>
      </pc:sldChg>
      <pc:sldChg chg="del">
        <pc:chgData name="Daphne Economou" userId="d065a339-36cf-4937-af08-41751becbd81" providerId="ADAL" clId="{4BF4099A-B61A-4145-9EB7-F2687CDB23D8}" dt="2023-11-17T20:27:15.680" v="3074" actId="47"/>
        <pc:sldMkLst>
          <pc:docMk/>
          <pc:sldMk cId="3821213025" sldId="873"/>
        </pc:sldMkLst>
      </pc:sldChg>
      <pc:sldChg chg="modSp mod">
        <pc:chgData name="Daphne Economou" userId="d065a339-36cf-4937-af08-41751becbd81" providerId="ADAL" clId="{4BF4099A-B61A-4145-9EB7-F2687CDB23D8}" dt="2023-11-17T22:39:07.241" v="4109" actId="962"/>
        <pc:sldMkLst>
          <pc:docMk/>
          <pc:sldMk cId="2475426041" sldId="876"/>
        </pc:sldMkLst>
        <pc:picChg chg="mod">
          <ac:chgData name="Daphne Economou" userId="d065a339-36cf-4937-af08-41751becbd81" providerId="ADAL" clId="{4BF4099A-B61A-4145-9EB7-F2687CDB23D8}" dt="2023-11-17T22:39:07.241" v="4109" actId="962"/>
          <ac:picMkLst>
            <pc:docMk/>
            <pc:sldMk cId="2475426041" sldId="876"/>
            <ac:picMk id="7" creationId="{F35B155E-FC91-872B-204F-74DACD15EA67}"/>
          </ac:picMkLst>
        </pc:picChg>
        <pc:picChg chg="mod">
          <ac:chgData name="Daphne Economou" userId="d065a339-36cf-4937-af08-41751becbd81" providerId="ADAL" clId="{4BF4099A-B61A-4145-9EB7-F2687CDB23D8}" dt="2023-11-17T22:39:07.241" v="4109" actId="962"/>
          <ac:picMkLst>
            <pc:docMk/>
            <pc:sldMk cId="2475426041" sldId="876"/>
            <ac:picMk id="9" creationId="{74B78ECB-70EE-42F2-13BD-8D9A353D6EC1}"/>
          </ac:picMkLst>
        </pc:picChg>
      </pc:sldChg>
      <pc:sldChg chg="modSp mod">
        <pc:chgData name="Daphne Economou" userId="d065a339-36cf-4937-af08-41751becbd81" providerId="ADAL" clId="{4BF4099A-B61A-4145-9EB7-F2687CDB23D8}" dt="2023-11-17T22:39:18.687" v="4143" actId="962"/>
        <pc:sldMkLst>
          <pc:docMk/>
          <pc:sldMk cId="2674944423" sldId="877"/>
        </pc:sldMkLst>
        <pc:picChg chg="mod">
          <ac:chgData name="Daphne Economou" userId="d065a339-36cf-4937-af08-41751becbd81" providerId="ADAL" clId="{4BF4099A-B61A-4145-9EB7-F2687CDB23D8}" dt="2023-11-17T22:39:18.687" v="4143" actId="962"/>
          <ac:picMkLst>
            <pc:docMk/>
            <pc:sldMk cId="2674944423" sldId="877"/>
            <ac:picMk id="13" creationId="{03D523DF-5F69-47C0-B182-F1A680B0E0AA}"/>
          </ac:picMkLst>
        </pc:picChg>
        <pc:picChg chg="mod">
          <ac:chgData name="Daphne Economou" userId="d065a339-36cf-4937-af08-41751becbd81" providerId="ADAL" clId="{4BF4099A-B61A-4145-9EB7-F2687CDB23D8}" dt="2023-11-17T22:39:18.687" v="4143" actId="962"/>
          <ac:picMkLst>
            <pc:docMk/>
            <pc:sldMk cId="2674944423" sldId="877"/>
            <ac:picMk id="15" creationId="{894AA606-DCA7-86D9-993C-B86523EB5B90}"/>
          </ac:picMkLst>
        </pc:picChg>
      </pc:sldChg>
      <pc:sldChg chg="addSp delSp new del mod">
        <pc:chgData name="Daphne Economou" userId="d065a339-36cf-4937-af08-41751becbd81" providerId="ADAL" clId="{4BF4099A-B61A-4145-9EB7-F2687CDB23D8}" dt="2023-11-17T18:04:49.302" v="55" actId="680"/>
        <pc:sldMkLst>
          <pc:docMk/>
          <pc:sldMk cId="336164885" sldId="878"/>
        </pc:sldMkLst>
        <pc:inkChg chg="add del">
          <ac:chgData name="Daphne Economou" userId="d065a339-36cf-4937-af08-41751becbd81" providerId="ADAL" clId="{4BF4099A-B61A-4145-9EB7-F2687CDB23D8}" dt="2023-11-17T18:04:48.603" v="54" actId="9405"/>
          <ac:inkMkLst>
            <pc:docMk/>
            <pc:sldMk cId="336164885" sldId="878"/>
            <ac:inkMk id="6" creationId="{66695153-FBD6-4316-DD95-A9BD92B64520}"/>
          </ac:inkMkLst>
        </pc:inkChg>
      </pc:sldChg>
      <pc:sldChg chg="addSp delSp modSp new add del mod modNotesTx">
        <pc:chgData name="Daphne Economou" userId="d065a339-36cf-4937-af08-41751becbd81" providerId="ADAL" clId="{4BF4099A-B61A-4145-9EB7-F2687CDB23D8}" dt="2023-11-17T22:19:56.841" v="3475" actId="11529"/>
        <pc:sldMkLst>
          <pc:docMk/>
          <pc:sldMk cId="1831143152" sldId="878"/>
        </pc:sldMkLst>
        <pc:spChg chg="mod">
          <ac:chgData name="Daphne Economou" userId="d065a339-36cf-4937-af08-41751becbd81" providerId="ADAL" clId="{4BF4099A-B61A-4145-9EB7-F2687CDB23D8}" dt="2023-11-17T20:31:11.149" v="3125" actId="20577"/>
          <ac:spMkLst>
            <pc:docMk/>
            <pc:sldMk cId="1831143152" sldId="878"/>
            <ac:spMk id="2" creationId="{786B82D1-45B6-71CB-5435-6DA4D489D0E0}"/>
          </ac:spMkLst>
        </pc:spChg>
        <pc:spChg chg="del">
          <ac:chgData name="Daphne Economou" userId="d065a339-36cf-4937-af08-41751becbd81" providerId="ADAL" clId="{4BF4099A-B61A-4145-9EB7-F2687CDB23D8}" dt="2023-11-17T18:09:14.313" v="143" actId="478"/>
          <ac:spMkLst>
            <pc:docMk/>
            <pc:sldMk cId="1831143152" sldId="878"/>
            <ac:spMk id="3" creationId="{49439232-622A-1C39-E1A4-BF0E79B791EF}"/>
          </ac:spMkLst>
        </pc:spChg>
        <pc:spChg chg="add del mod">
          <ac:chgData name="Daphne Economou" userId="d065a339-36cf-4937-af08-41751becbd81" providerId="ADAL" clId="{4BF4099A-B61A-4145-9EB7-F2687CDB23D8}" dt="2023-11-17T18:17:58.517" v="454" actId="478"/>
          <ac:spMkLst>
            <pc:docMk/>
            <pc:sldMk cId="1831143152" sldId="878"/>
            <ac:spMk id="57" creationId="{6989F3B0-EB9E-FADA-4C5A-D72E259C0BC0}"/>
          </ac:spMkLst>
        </pc:spChg>
        <pc:spChg chg="add del mod">
          <ac:chgData name="Daphne Economou" userId="d065a339-36cf-4937-af08-41751becbd81" providerId="ADAL" clId="{4BF4099A-B61A-4145-9EB7-F2687CDB23D8}" dt="2023-11-17T18:18:04.422" v="455" actId="478"/>
          <ac:spMkLst>
            <pc:docMk/>
            <pc:sldMk cId="1831143152" sldId="878"/>
            <ac:spMk id="59" creationId="{A0896261-FB53-78FD-7DFE-6AFBEBA79E30}"/>
          </ac:spMkLst>
        </pc:spChg>
        <pc:spChg chg="add mod">
          <ac:chgData name="Daphne Economou" userId="d065a339-36cf-4937-af08-41751becbd81" providerId="ADAL" clId="{4BF4099A-B61A-4145-9EB7-F2687CDB23D8}" dt="2023-11-17T22:18:56.059" v="3402" actId="1076"/>
          <ac:spMkLst>
            <pc:docMk/>
            <pc:sldMk cId="1831143152" sldId="878"/>
            <ac:spMk id="95" creationId="{BF7A4466-1C3A-8DCC-142C-51CFA421126F}"/>
          </ac:spMkLst>
        </pc:spChg>
        <pc:spChg chg="add del mod">
          <ac:chgData name="Daphne Economou" userId="d065a339-36cf-4937-af08-41751becbd81" providerId="ADAL" clId="{4BF4099A-B61A-4145-9EB7-F2687CDB23D8}" dt="2023-11-17T19:24:18.775" v="1161" actId="478"/>
          <ac:spMkLst>
            <pc:docMk/>
            <pc:sldMk cId="1831143152" sldId="878"/>
            <ac:spMk id="110" creationId="{CA87F8A8-1527-DE62-26ED-8880CB745B67}"/>
          </ac:spMkLst>
        </pc:spChg>
        <pc:spChg chg="add mod">
          <ac:chgData name="Daphne Economou" userId="d065a339-36cf-4937-af08-41751becbd81" providerId="ADAL" clId="{4BF4099A-B61A-4145-9EB7-F2687CDB23D8}" dt="2023-11-17T22:19:32.546" v="3472" actId="1076"/>
          <ac:spMkLst>
            <pc:docMk/>
            <pc:sldMk cId="1831143152" sldId="878"/>
            <ac:spMk id="113" creationId="{3310E430-CA51-7CE6-2ACF-85BA77C2774B}"/>
          </ac:spMkLst>
        </pc:spChg>
        <pc:grpChg chg="add del mod">
          <ac:chgData name="Daphne Economou" userId="d065a339-36cf-4937-af08-41751becbd81" providerId="ADAL" clId="{4BF4099A-B61A-4145-9EB7-F2687CDB23D8}" dt="2023-11-17T18:20:06.054" v="489" actId="478"/>
          <ac:grpSpMkLst>
            <pc:docMk/>
            <pc:sldMk cId="1831143152" sldId="878"/>
            <ac:grpSpMk id="19" creationId="{299DA057-6588-98A7-5487-1F689F2B86F7}"/>
          </ac:grpSpMkLst>
        </pc:grpChg>
        <pc:grpChg chg="add del mod">
          <ac:chgData name="Daphne Economou" userId="d065a339-36cf-4937-af08-41751becbd81" providerId="ADAL" clId="{4BF4099A-B61A-4145-9EB7-F2687CDB23D8}" dt="2023-11-17T18:20:06.054" v="489" actId="478"/>
          <ac:grpSpMkLst>
            <pc:docMk/>
            <pc:sldMk cId="1831143152" sldId="878"/>
            <ac:grpSpMk id="20" creationId="{CC70FC98-23BF-0A00-6E57-C4A12C15E911}"/>
          </ac:grpSpMkLst>
        </pc:grpChg>
        <pc:grpChg chg="add del mod">
          <ac:chgData name="Daphne Economou" userId="d065a339-36cf-4937-af08-41751becbd81" providerId="ADAL" clId="{4BF4099A-B61A-4145-9EB7-F2687CDB23D8}" dt="2023-11-17T18:20:06.054" v="489" actId="478"/>
          <ac:grpSpMkLst>
            <pc:docMk/>
            <pc:sldMk cId="1831143152" sldId="878"/>
            <ac:grpSpMk id="23" creationId="{43BCE904-8462-61A5-6DA6-8AD20BA40D83}"/>
          </ac:grpSpMkLst>
        </pc:grpChg>
        <pc:grpChg chg="add del mod">
          <ac:chgData name="Daphne Economou" userId="d065a339-36cf-4937-af08-41751becbd81" providerId="ADAL" clId="{4BF4099A-B61A-4145-9EB7-F2687CDB23D8}" dt="2023-11-17T18:08:37.527" v="116"/>
          <ac:grpSpMkLst>
            <pc:docMk/>
            <pc:sldMk cId="1831143152" sldId="878"/>
            <ac:grpSpMk id="28" creationId="{7BAFA14E-1322-B3A1-38F2-54E69EE3933A}"/>
          </ac:grpSpMkLst>
        </pc:grpChg>
        <pc:grpChg chg="add del mod">
          <ac:chgData name="Daphne Economou" userId="d065a339-36cf-4937-af08-41751becbd81" providerId="ADAL" clId="{4BF4099A-B61A-4145-9EB7-F2687CDB23D8}" dt="2023-11-17T18:08:36.916" v="113"/>
          <ac:grpSpMkLst>
            <pc:docMk/>
            <pc:sldMk cId="1831143152" sldId="878"/>
            <ac:grpSpMk id="31" creationId="{45F3A476-4712-9A83-C0DD-AEFB68B7FFD6}"/>
          </ac:grpSpMkLst>
        </pc:grpChg>
        <pc:grpChg chg="mod">
          <ac:chgData name="Daphne Economou" userId="d065a339-36cf-4937-af08-41751becbd81" providerId="ADAL" clId="{4BF4099A-B61A-4145-9EB7-F2687CDB23D8}" dt="2023-11-17T18:08:36.481" v="111"/>
          <ac:grpSpMkLst>
            <pc:docMk/>
            <pc:sldMk cId="1831143152" sldId="878"/>
            <ac:grpSpMk id="33" creationId="{D74F59FB-841A-21D4-71C5-966669CBA9B7}"/>
          </ac:grpSpMkLst>
        </pc:grpChg>
        <pc:grpChg chg="add del mod">
          <ac:chgData name="Daphne Economou" userId="d065a339-36cf-4937-af08-41751becbd81" providerId="ADAL" clId="{4BF4099A-B61A-4145-9EB7-F2687CDB23D8}" dt="2023-11-17T18:08:51.488" v="127"/>
          <ac:grpSpMkLst>
            <pc:docMk/>
            <pc:sldMk cId="1831143152" sldId="878"/>
            <ac:grpSpMk id="37" creationId="{83EF33EA-852E-C2B2-AC4C-F9ADB471C2EA}"/>
          </ac:grpSpMkLst>
        </pc:grpChg>
        <pc:grpChg chg="mod">
          <ac:chgData name="Daphne Economou" userId="d065a339-36cf-4937-af08-41751becbd81" providerId="ADAL" clId="{4BF4099A-B61A-4145-9EB7-F2687CDB23D8}" dt="2023-11-17T18:08:48.669" v="125"/>
          <ac:grpSpMkLst>
            <pc:docMk/>
            <pc:sldMk cId="1831143152" sldId="878"/>
            <ac:grpSpMk id="39" creationId="{63FFC487-A509-CF42-9FFD-91AED3B404BC}"/>
          </ac:grpSpMkLst>
        </pc:grpChg>
        <pc:grpChg chg="del mod">
          <ac:chgData name="Daphne Economou" userId="d065a339-36cf-4937-af08-41751becbd81" providerId="ADAL" clId="{4BF4099A-B61A-4145-9EB7-F2687CDB23D8}" dt="2023-11-17T18:20:06.054" v="489" actId="478"/>
          <ac:grpSpMkLst>
            <pc:docMk/>
            <pc:sldMk cId="1831143152" sldId="878"/>
            <ac:grpSpMk id="41" creationId="{9820304B-0C29-709D-F365-CC92AAFA4F59}"/>
          </ac:grpSpMkLst>
        </pc:grpChg>
        <pc:grpChg chg="mod">
          <ac:chgData name="Daphne Economou" userId="d065a339-36cf-4937-af08-41751becbd81" providerId="ADAL" clId="{4BF4099A-B61A-4145-9EB7-F2687CDB23D8}" dt="2023-11-17T18:08:56.098" v="132"/>
          <ac:grpSpMkLst>
            <pc:docMk/>
            <pc:sldMk cId="1831143152" sldId="878"/>
            <ac:grpSpMk id="44" creationId="{B7513633-9187-A574-141D-88B0B0CB555D}"/>
          </ac:grpSpMkLst>
        </pc:grpChg>
        <pc:grpChg chg="mod">
          <ac:chgData name="Daphne Economou" userId="d065a339-36cf-4937-af08-41751becbd81" providerId="ADAL" clId="{4BF4099A-B61A-4145-9EB7-F2687CDB23D8}" dt="2023-11-17T18:09:51.989" v="149" actId="164"/>
          <ac:grpSpMkLst>
            <pc:docMk/>
            <pc:sldMk cId="1831143152" sldId="878"/>
            <ac:grpSpMk id="47" creationId="{B4083BC9-D5C8-7C25-BC0C-E86439E19310}"/>
          </ac:grpSpMkLst>
        </pc:grpChg>
        <pc:grpChg chg="del mod">
          <ac:chgData name="Daphne Economou" userId="d065a339-36cf-4937-af08-41751becbd81" providerId="ADAL" clId="{4BF4099A-B61A-4145-9EB7-F2687CDB23D8}" dt="2023-11-17T18:09:08.517" v="142"/>
          <ac:grpSpMkLst>
            <pc:docMk/>
            <pc:sldMk cId="1831143152" sldId="878"/>
            <ac:grpSpMk id="51" creationId="{EF5E574C-8AE3-F84D-10C3-81D85AF06767}"/>
          </ac:grpSpMkLst>
        </pc:grpChg>
        <pc:grpChg chg="mod">
          <ac:chgData name="Daphne Economou" userId="d065a339-36cf-4937-af08-41751becbd81" providerId="ADAL" clId="{4BF4099A-B61A-4145-9EB7-F2687CDB23D8}" dt="2023-11-17T18:09:42.148" v="148" actId="164"/>
          <ac:grpSpMkLst>
            <pc:docMk/>
            <pc:sldMk cId="1831143152" sldId="878"/>
            <ac:grpSpMk id="54" creationId="{0B75C204-EC0E-6E2E-5F89-29C7C77EBB56}"/>
          </ac:grpSpMkLst>
        </pc:grpChg>
        <pc:grpChg chg="add del mod">
          <ac:chgData name="Daphne Economou" userId="d065a339-36cf-4937-af08-41751becbd81" providerId="ADAL" clId="{4BF4099A-B61A-4145-9EB7-F2687CDB23D8}" dt="2023-11-17T18:20:06.054" v="489" actId="478"/>
          <ac:grpSpMkLst>
            <pc:docMk/>
            <pc:sldMk cId="1831143152" sldId="878"/>
            <ac:grpSpMk id="55" creationId="{9444D3E9-22AA-CF8A-801F-D61B13559E07}"/>
          </ac:grpSpMkLst>
        </pc:grpChg>
        <pc:grpChg chg="add del mod">
          <ac:chgData name="Daphne Economou" userId="d065a339-36cf-4937-af08-41751becbd81" providerId="ADAL" clId="{4BF4099A-B61A-4145-9EB7-F2687CDB23D8}" dt="2023-11-17T18:20:06.054" v="489" actId="478"/>
          <ac:grpSpMkLst>
            <pc:docMk/>
            <pc:sldMk cId="1831143152" sldId="878"/>
            <ac:grpSpMk id="56" creationId="{0508C11F-44F3-F4E5-4BF2-5FE4675D71A9}"/>
          </ac:grpSpMkLst>
        </pc:grpChg>
        <pc:grpChg chg="mod">
          <ac:chgData name="Daphne Economou" userId="d065a339-36cf-4937-af08-41751becbd81" providerId="ADAL" clId="{4BF4099A-B61A-4145-9EB7-F2687CDB23D8}" dt="2023-11-17T18:18:51.855" v="471"/>
          <ac:grpSpMkLst>
            <pc:docMk/>
            <pc:sldMk cId="1831143152" sldId="878"/>
            <ac:grpSpMk id="68" creationId="{87C8A793-3BDC-AA8E-ADD2-7335B38DA681}"/>
          </ac:grpSpMkLst>
        </pc:grpChg>
        <pc:picChg chg="add del mod">
          <ac:chgData name="Daphne Economou" userId="d065a339-36cf-4937-af08-41751becbd81" providerId="ADAL" clId="{4BF4099A-B61A-4145-9EB7-F2687CDB23D8}" dt="2023-11-17T18:42:02.595" v="500" actId="478"/>
          <ac:picMkLst>
            <pc:docMk/>
            <pc:sldMk cId="1831143152" sldId="878"/>
            <ac:picMk id="79" creationId="{1C4440F7-A7C3-E410-3B53-DEAF59D9BF05}"/>
          </ac:picMkLst>
        </pc:picChg>
        <pc:picChg chg="add del mod">
          <ac:chgData name="Daphne Economou" userId="d065a339-36cf-4937-af08-41751becbd81" providerId="ADAL" clId="{4BF4099A-B61A-4145-9EB7-F2687CDB23D8}" dt="2023-11-17T19:11:22.993" v="700" actId="478"/>
          <ac:picMkLst>
            <pc:docMk/>
            <pc:sldMk cId="1831143152" sldId="878"/>
            <ac:picMk id="84" creationId="{879AC14E-4632-AD24-7B3E-7B8400A30518}"/>
          </ac:picMkLst>
        </pc:picChg>
        <pc:picChg chg="add mod">
          <ac:chgData name="Daphne Economou" userId="d065a339-36cf-4937-af08-41751becbd81" providerId="ADAL" clId="{4BF4099A-B61A-4145-9EB7-F2687CDB23D8}" dt="2023-11-17T19:08:01.857" v="687" actId="962"/>
          <ac:picMkLst>
            <pc:docMk/>
            <pc:sldMk cId="1831143152" sldId="878"/>
            <ac:picMk id="86" creationId="{BB5A7D71-26F2-2A75-DB1E-1A9D156D01F0}"/>
          </ac:picMkLst>
        </pc:picChg>
        <pc:picChg chg="add mod">
          <ac:chgData name="Daphne Economou" userId="d065a339-36cf-4937-af08-41751becbd81" providerId="ADAL" clId="{4BF4099A-B61A-4145-9EB7-F2687CDB23D8}" dt="2023-11-17T19:07:57.626" v="681" actId="962"/>
          <ac:picMkLst>
            <pc:docMk/>
            <pc:sldMk cId="1831143152" sldId="878"/>
            <ac:picMk id="88" creationId="{9DB5CF18-6380-43D8-9529-595BA0E77DA0}"/>
          </ac:picMkLst>
        </pc:picChg>
        <pc:picChg chg="add mod">
          <ac:chgData name="Daphne Economou" userId="d065a339-36cf-4937-af08-41751becbd81" providerId="ADAL" clId="{4BF4099A-B61A-4145-9EB7-F2687CDB23D8}" dt="2023-11-17T19:07:48.859" v="671" actId="962"/>
          <ac:picMkLst>
            <pc:docMk/>
            <pc:sldMk cId="1831143152" sldId="878"/>
            <ac:picMk id="90" creationId="{BC0781EF-9E28-ED60-077B-60CF0AED2F6D}"/>
          </ac:picMkLst>
        </pc:picChg>
        <pc:picChg chg="add del mod">
          <ac:chgData name="Daphne Economou" userId="d065a339-36cf-4937-af08-41751becbd81" providerId="ADAL" clId="{4BF4099A-B61A-4145-9EB7-F2687CDB23D8}" dt="2023-11-17T18:53:49.046" v="538" actId="478"/>
          <ac:picMkLst>
            <pc:docMk/>
            <pc:sldMk cId="1831143152" sldId="878"/>
            <ac:picMk id="92" creationId="{81A7552F-9C58-E10E-A39D-D2C1FAFD4AB5}"/>
          </ac:picMkLst>
        </pc:picChg>
        <pc:picChg chg="add mod">
          <ac:chgData name="Daphne Economou" userId="d065a339-36cf-4937-af08-41751becbd81" providerId="ADAL" clId="{4BF4099A-B61A-4145-9EB7-F2687CDB23D8}" dt="2023-11-17T19:08:06.597" v="699" actId="962"/>
          <ac:picMkLst>
            <pc:docMk/>
            <pc:sldMk cId="1831143152" sldId="878"/>
            <ac:picMk id="94" creationId="{18AB5F98-4BC1-CC75-247F-93BE8EED93E2}"/>
          </ac:picMkLst>
        </pc:picChg>
        <pc:picChg chg="add del mod">
          <ac:chgData name="Daphne Economou" userId="d065a339-36cf-4937-af08-41751becbd81" providerId="ADAL" clId="{4BF4099A-B61A-4145-9EB7-F2687CDB23D8}" dt="2023-11-17T19:12:06.274" v="705" actId="478"/>
          <ac:picMkLst>
            <pc:docMk/>
            <pc:sldMk cId="1831143152" sldId="878"/>
            <ac:picMk id="107" creationId="{BB7F3EAE-E915-9407-D189-A91E3385D536}"/>
          </ac:picMkLst>
        </pc:picChg>
        <pc:picChg chg="add del mod">
          <ac:chgData name="Daphne Economou" userId="d065a339-36cf-4937-af08-41751becbd81" providerId="ADAL" clId="{4BF4099A-B61A-4145-9EB7-F2687CDB23D8}" dt="2023-11-17T19:24:15.923" v="1160" actId="478"/>
          <ac:picMkLst>
            <pc:docMk/>
            <pc:sldMk cId="1831143152" sldId="878"/>
            <ac:picMk id="109" creationId="{773EB277-C8B1-B7BA-3951-7987E87554B3}"/>
          </ac:picMkLst>
        </pc:picChg>
        <pc:picChg chg="add mod">
          <ac:chgData name="Daphne Economou" userId="d065a339-36cf-4937-af08-41751becbd81" providerId="ADAL" clId="{4BF4099A-B61A-4145-9EB7-F2687CDB23D8}" dt="2023-11-17T20:32:43.710" v="3131" actId="962"/>
          <ac:picMkLst>
            <pc:docMk/>
            <pc:sldMk cId="1831143152" sldId="878"/>
            <ac:picMk id="112" creationId="{78FE4A5D-5221-BC14-9E1F-12D70FA945D0}"/>
          </ac:picMkLst>
        </pc:picChg>
        <pc:inkChg chg="add del">
          <ac:chgData name="Daphne Economou" userId="d065a339-36cf-4937-af08-41751becbd81" providerId="ADAL" clId="{4BF4099A-B61A-4145-9EB7-F2687CDB23D8}" dt="2023-11-17T18:05:08.343" v="58" actId="478"/>
          <ac:inkMkLst>
            <pc:docMk/>
            <pc:sldMk cId="1831143152" sldId="878"/>
            <ac:inkMk id="6" creationId="{71540C1D-E3B7-DB04-7EFA-E3A6136F12A7}"/>
          </ac:inkMkLst>
        </pc:inkChg>
        <pc:inkChg chg="add del">
          <ac:chgData name="Daphne Economou" userId="d065a339-36cf-4937-af08-41751becbd81" providerId="ADAL" clId="{4BF4099A-B61A-4145-9EB7-F2687CDB23D8}" dt="2023-11-17T18:20:06.054" v="489" actId="478"/>
          <ac:inkMkLst>
            <pc:docMk/>
            <pc:sldMk cId="1831143152" sldId="878"/>
            <ac:inkMk id="7" creationId="{0711CD9C-57DE-A8F6-C2DA-2B4A606C43DD}"/>
          </ac:inkMkLst>
        </pc:inkChg>
        <pc:inkChg chg="add del">
          <ac:chgData name="Daphne Economou" userId="d065a339-36cf-4937-af08-41751becbd81" providerId="ADAL" clId="{4BF4099A-B61A-4145-9EB7-F2687CDB23D8}" dt="2023-11-17T18:05:31.275" v="63" actId="478"/>
          <ac:inkMkLst>
            <pc:docMk/>
            <pc:sldMk cId="1831143152" sldId="878"/>
            <ac:inkMk id="8" creationId="{6C448188-B0E9-5F7A-752F-7C5218C9EDC1}"/>
          </ac:inkMkLst>
        </pc:inkChg>
        <pc:inkChg chg="add del">
          <ac:chgData name="Daphne Economou" userId="d065a339-36cf-4937-af08-41751becbd81" providerId="ADAL" clId="{4BF4099A-B61A-4145-9EB7-F2687CDB23D8}" dt="2023-11-17T18:05:30.432" v="62" actId="478"/>
          <ac:inkMkLst>
            <pc:docMk/>
            <pc:sldMk cId="1831143152" sldId="878"/>
            <ac:inkMk id="9" creationId="{2DCE6D53-2EF3-BE48-7D12-60632F0A1ACB}"/>
          </ac:inkMkLst>
        </pc:inkChg>
        <pc:inkChg chg="add del">
          <ac:chgData name="Daphne Economou" userId="d065a339-36cf-4937-af08-41751becbd81" providerId="ADAL" clId="{4BF4099A-B61A-4145-9EB7-F2687CDB23D8}" dt="2023-11-17T18:06:14.638" v="70" actId="478"/>
          <ac:inkMkLst>
            <pc:docMk/>
            <pc:sldMk cId="1831143152" sldId="878"/>
            <ac:inkMk id="10" creationId="{68282033-5AB9-DC4D-6F32-11680E314AFC}"/>
          </ac:inkMkLst>
        </pc:inkChg>
        <pc:inkChg chg="add del">
          <ac:chgData name="Daphne Economou" userId="d065a339-36cf-4937-af08-41751becbd81" providerId="ADAL" clId="{4BF4099A-B61A-4145-9EB7-F2687CDB23D8}" dt="2023-11-17T18:06:16.948" v="72" actId="478"/>
          <ac:inkMkLst>
            <pc:docMk/>
            <pc:sldMk cId="1831143152" sldId="878"/>
            <ac:inkMk id="11" creationId="{0E828D44-1928-3DFC-CC5E-57F1DC5514CD}"/>
          </ac:inkMkLst>
        </pc:inkChg>
        <pc:inkChg chg="add del">
          <ac:chgData name="Daphne Economou" userId="d065a339-36cf-4937-af08-41751becbd81" providerId="ADAL" clId="{4BF4099A-B61A-4145-9EB7-F2687CDB23D8}" dt="2023-11-17T18:06:15.952" v="71" actId="478"/>
          <ac:inkMkLst>
            <pc:docMk/>
            <pc:sldMk cId="1831143152" sldId="878"/>
            <ac:inkMk id="12" creationId="{D1DFF247-DC82-CE50-4960-793368181C64}"/>
          </ac:inkMkLst>
        </pc:inkChg>
        <pc:inkChg chg="add del">
          <ac:chgData name="Daphne Economou" userId="d065a339-36cf-4937-af08-41751becbd81" providerId="ADAL" clId="{4BF4099A-B61A-4145-9EB7-F2687CDB23D8}" dt="2023-11-17T18:06:18.503" v="73" actId="478"/>
          <ac:inkMkLst>
            <pc:docMk/>
            <pc:sldMk cId="1831143152" sldId="878"/>
            <ac:inkMk id="13" creationId="{0172C319-A45D-E35F-C067-74ED7FEC186E}"/>
          </ac:inkMkLst>
        </pc:inkChg>
        <pc:inkChg chg="add del">
          <ac:chgData name="Daphne Economou" userId="d065a339-36cf-4937-af08-41751becbd81" providerId="ADAL" clId="{4BF4099A-B61A-4145-9EB7-F2687CDB23D8}" dt="2023-11-17T18:06:10.421" v="69" actId="9405"/>
          <ac:inkMkLst>
            <pc:docMk/>
            <pc:sldMk cId="1831143152" sldId="878"/>
            <ac:inkMk id="14" creationId="{96E186A1-A0CE-87FB-585C-0F5F5AD475D2}"/>
          </ac:inkMkLst>
        </pc:inkChg>
        <pc:inkChg chg="add del">
          <ac:chgData name="Daphne Economou" userId="d065a339-36cf-4937-af08-41751becbd81" providerId="ADAL" clId="{4BF4099A-B61A-4145-9EB7-F2687CDB23D8}" dt="2023-11-17T18:06:24.321" v="75" actId="9405"/>
          <ac:inkMkLst>
            <pc:docMk/>
            <pc:sldMk cId="1831143152" sldId="878"/>
            <ac:inkMk id="15" creationId="{65625D1C-FFFC-C8A6-66ED-A50506277BE5}"/>
          </ac:inkMkLst>
        </pc:inkChg>
        <pc:inkChg chg="add del">
          <ac:chgData name="Daphne Economou" userId="d065a339-36cf-4937-af08-41751becbd81" providerId="ADAL" clId="{4BF4099A-B61A-4145-9EB7-F2687CDB23D8}" dt="2023-11-17T18:06:29.057" v="77" actId="9405"/>
          <ac:inkMkLst>
            <pc:docMk/>
            <pc:sldMk cId="1831143152" sldId="878"/>
            <ac:inkMk id="16" creationId="{BCA9A217-C7FF-B454-F84C-00F0A4D9F844}"/>
          </ac:inkMkLst>
        </pc:inkChg>
        <pc:inkChg chg="add mod">
          <ac:chgData name="Daphne Economou" userId="d065a339-36cf-4937-af08-41751becbd81" providerId="ADAL" clId="{4BF4099A-B61A-4145-9EB7-F2687CDB23D8}" dt="2023-11-17T18:07:04.067" v="85" actId="164"/>
          <ac:inkMkLst>
            <pc:docMk/>
            <pc:sldMk cId="1831143152" sldId="878"/>
            <ac:inkMk id="17" creationId="{DA616303-6C39-E230-9772-8E5EFC36F5DC}"/>
          </ac:inkMkLst>
        </pc:inkChg>
        <pc:inkChg chg="add mod">
          <ac:chgData name="Daphne Economou" userId="d065a339-36cf-4937-af08-41751becbd81" providerId="ADAL" clId="{4BF4099A-B61A-4145-9EB7-F2687CDB23D8}" dt="2023-11-17T18:07:04.067" v="85" actId="164"/>
          <ac:inkMkLst>
            <pc:docMk/>
            <pc:sldMk cId="1831143152" sldId="878"/>
            <ac:inkMk id="18" creationId="{3E13FD5A-3C92-2BFF-99ED-79446D8233C5}"/>
          </ac:inkMkLst>
        </pc:inkChg>
        <pc:inkChg chg="mod">
          <ac:chgData name="Daphne Economou" userId="d065a339-36cf-4937-af08-41751becbd81" providerId="ADAL" clId="{4BF4099A-B61A-4145-9EB7-F2687CDB23D8}" dt="2023-11-17T18:07:32.080" v="91" actId="208"/>
          <ac:inkMkLst>
            <pc:docMk/>
            <pc:sldMk cId="1831143152" sldId="878"/>
            <ac:inkMk id="21" creationId="{C839F0E6-EC56-5A88-0456-E631ECF4521C}"/>
          </ac:inkMkLst>
        </pc:inkChg>
        <pc:inkChg chg="mod">
          <ac:chgData name="Daphne Economou" userId="d065a339-36cf-4937-af08-41751becbd81" providerId="ADAL" clId="{4BF4099A-B61A-4145-9EB7-F2687CDB23D8}" dt="2023-11-17T18:07:27.993" v="90" actId="208"/>
          <ac:inkMkLst>
            <pc:docMk/>
            <pc:sldMk cId="1831143152" sldId="878"/>
            <ac:inkMk id="22" creationId="{27E41865-F47F-69F9-6BCD-DDDF3B29819A}"/>
          </ac:inkMkLst>
        </pc:inkChg>
        <pc:inkChg chg="mod">
          <ac:chgData name="Daphne Economou" userId="d065a339-36cf-4937-af08-41751becbd81" providerId="ADAL" clId="{4BF4099A-B61A-4145-9EB7-F2687CDB23D8}" dt="2023-11-17T18:07:35.012" v="92"/>
          <ac:inkMkLst>
            <pc:docMk/>
            <pc:sldMk cId="1831143152" sldId="878"/>
            <ac:inkMk id="24" creationId="{92D259A3-5E31-3F85-19F1-6B09B090F26A}"/>
          </ac:inkMkLst>
        </pc:inkChg>
        <pc:inkChg chg="mod">
          <ac:chgData name="Daphne Economou" userId="d065a339-36cf-4937-af08-41751becbd81" providerId="ADAL" clId="{4BF4099A-B61A-4145-9EB7-F2687CDB23D8}" dt="2023-11-17T18:07:35.012" v="92"/>
          <ac:inkMkLst>
            <pc:docMk/>
            <pc:sldMk cId="1831143152" sldId="878"/>
            <ac:inkMk id="25" creationId="{C03CFC2A-E3A3-36BE-708E-1C1C9A5CA699}"/>
          </ac:inkMkLst>
        </pc:inkChg>
        <pc:inkChg chg="add del mod">
          <ac:chgData name="Daphne Economou" userId="d065a339-36cf-4937-af08-41751becbd81" providerId="ADAL" clId="{4BF4099A-B61A-4145-9EB7-F2687CDB23D8}" dt="2023-11-17T18:08:37.885" v="117" actId="9405"/>
          <ac:inkMkLst>
            <pc:docMk/>
            <pc:sldMk cId="1831143152" sldId="878"/>
            <ac:inkMk id="26" creationId="{F2E00460-0BE3-14F1-19F9-BA6507A9C120}"/>
          </ac:inkMkLst>
        </pc:inkChg>
        <pc:inkChg chg="add del mod">
          <ac:chgData name="Daphne Economou" userId="d065a339-36cf-4937-af08-41751becbd81" providerId="ADAL" clId="{4BF4099A-B61A-4145-9EB7-F2687CDB23D8}" dt="2023-11-17T18:08:37.527" v="116"/>
          <ac:inkMkLst>
            <pc:docMk/>
            <pc:sldMk cId="1831143152" sldId="878"/>
            <ac:inkMk id="27" creationId="{8062FC0F-F0BE-1836-8221-98B5784F1B61}"/>
          </ac:inkMkLst>
        </pc:inkChg>
        <pc:inkChg chg="add del mod">
          <ac:chgData name="Daphne Economou" userId="d065a339-36cf-4937-af08-41751becbd81" providerId="ADAL" clId="{4BF4099A-B61A-4145-9EB7-F2687CDB23D8}" dt="2023-11-17T18:08:37.223" v="114" actId="9405"/>
          <ac:inkMkLst>
            <pc:docMk/>
            <pc:sldMk cId="1831143152" sldId="878"/>
            <ac:inkMk id="29" creationId="{3E3B44BA-7BC2-4692-1537-5BC31B11C40C}"/>
          </ac:inkMkLst>
        </pc:inkChg>
        <pc:inkChg chg="add del mod">
          <ac:chgData name="Daphne Economou" userId="d065a339-36cf-4937-af08-41751becbd81" providerId="ADAL" clId="{4BF4099A-B61A-4145-9EB7-F2687CDB23D8}" dt="2023-11-17T18:08:36.916" v="113"/>
          <ac:inkMkLst>
            <pc:docMk/>
            <pc:sldMk cId="1831143152" sldId="878"/>
            <ac:inkMk id="30" creationId="{33ED0772-0E69-67D5-1281-4ED590D61FD0}"/>
          </ac:inkMkLst>
        </pc:inkChg>
        <pc:inkChg chg="add del mod">
          <ac:chgData name="Daphne Economou" userId="d065a339-36cf-4937-af08-41751becbd81" providerId="ADAL" clId="{4BF4099A-B61A-4145-9EB7-F2687CDB23D8}" dt="2023-11-17T18:08:36.481" v="111"/>
          <ac:inkMkLst>
            <pc:docMk/>
            <pc:sldMk cId="1831143152" sldId="878"/>
            <ac:inkMk id="32" creationId="{6FD0F598-6094-45EC-7AD2-CB63E6F2F024}"/>
          </ac:inkMkLst>
        </pc:inkChg>
        <pc:inkChg chg="add mod">
          <ac:chgData name="Daphne Economou" userId="d065a339-36cf-4937-af08-41751becbd81" providerId="ADAL" clId="{4BF4099A-B61A-4145-9EB7-F2687CDB23D8}" dt="2023-11-17T18:08:51.488" v="127"/>
          <ac:inkMkLst>
            <pc:docMk/>
            <pc:sldMk cId="1831143152" sldId="878"/>
            <ac:inkMk id="34" creationId="{FA3A9812-3DC4-66B2-0819-B51FF3EF7F35}"/>
          </ac:inkMkLst>
        </pc:inkChg>
        <pc:inkChg chg="add mod">
          <ac:chgData name="Daphne Economou" userId="d065a339-36cf-4937-af08-41751becbd81" providerId="ADAL" clId="{4BF4099A-B61A-4145-9EB7-F2687CDB23D8}" dt="2023-11-17T18:08:51.488" v="127"/>
          <ac:inkMkLst>
            <pc:docMk/>
            <pc:sldMk cId="1831143152" sldId="878"/>
            <ac:inkMk id="35" creationId="{35AE7931-FEEB-50D3-D204-D19D955B0645}"/>
          </ac:inkMkLst>
        </pc:inkChg>
        <pc:inkChg chg="add mod">
          <ac:chgData name="Daphne Economou" userId="d065a339-36cf-4937-af08-41751becbd81" providerId="ADAL" clId="{4BF4099A-B61A-4145-9EB7-F2687CDB23D8}" dt="2023-11-17T18:08:51.488" v="127"/>
          <ac:inkMkLst>
            <pc:docMk/>
            <pc:sldMk cId="1831143152" sldId="878"/>
            <ac:inkMk id="36" creationId="{F24DADBA-BD0B-147E-934B-7B03576797D9}"/>
          </ac:inkMkLst>
        </pc:inkChg>
        <pc:inkChg chg="add del mod">
          <ac:chgData name="Daphne Economou" userId="d065a339-36cf-4937-af08-41751becbd81" providerId="ADAL" clId="{4BF4099A-B61A-4145-9EB7-F2687CDB23D8}" dt="2023-11-17T18:08:48.669" v="125"/>
          <ac:inkMkLst>
            <pc:docMk/>
            <pc:sldMk cId="1831143152" sldId="878"/>
            <ac:inkMk id="38" creationId="{5C8BCFCD-AFB0-84FB-D158-798A9EB523B7}"/>
          </ac:inkMkLst>
        </pc:inkChg>
        <pc:inkChg chg="add mod">
          <ac:chgData name="Daphne Economou" userId="d065a339-36cf-4937-af08-41751becbd81" providerId="ADAL" clId="{4BF4099A-B61A-4145-9EB7-F2687CDB23D8}" dt="2023-11-17T18:08:51.488" v="127"/>
          <ac:inkMkLst>
            <pc:docMk/>
            <pc:sldMk cId="1831143152" sldId="878"/>
            <ac:inkMk id="40" creationId="{1D554936-6EBF-D9B6-D0D9-EE5549DD64BD}"/>
          </ac:inkMkLst>
        </pc:inkChg>
        <pc:inkChg chg="add mod">
          <ac:chgData name="Daphne Economou" userId="d065a339-36cf-4937-af08-41751becbd81" providerId="ADAL" clId="{4BF4099A-B61A-4145-9EB7-F2687CDB23D8}" dt="2023-11-17T18:09:51.989" v="149" actId="164"/>
          <ac:inkMkLst>
            <pc:docMk/>
            <pc:sldMk cId="1831143152" sldId="878"/>
            <ac:inkMk id="42" creationId="{38984D5A-C9D3-E335-284F-E3CCC7479931}"/>
          </ac:inkMkLst>
        </pc:inkChg>
        <pc:inkChg chg="add del mod">
          <ac:chgData name="Daphne Economou" userId="d065a339-36cf-4937-af08-41751becbd81" providerId="ADAL" clId="{4BF4099A-B61A-4145-9EB7-F2687CDB23D8}" dt="2023-11-17T18:08:56.098" v="132"/>
          <ac:inkMkLst>
            <pc:docMk/>
            <pc:sldMk cId="1831143152" sldId="878"/>
            <ac:inkMk id="43" creationId="{5CB09F0A-F3D5-34B9-1C1F-856794AA0082}"/>
          </ac:inkMkLst>
        </pc:inkChg>
        <pc:inkChg chg="add mod">
          <ac:chgData name="Daphne Economou" userId="d065a339-36cf-4937-af08-41751becbd81" providerId="ADAL" clId="{4BF4099A-B61A-4145-9EB7-F2687CDB23D8}" dt="2023-11-17T18:09:01.211" v="135"/>
          <ac:inkMkLst>
            <pc:docMk/>
            <pc:sldMk cId="1831143152" sldId="878"/>
            <ac:inkMk id="45" creationId="{608D0E96-3331-20B7-334A-078008EB8555}"/>
          </ac:inkMkLst>
        </pc:inkChg>
        <pc:inkChg chg="add mod">
          <ac:chgData name="Daphne Economou" userId="d065a339-36cf-4937-af08-41751becbd81" providerId="ADAL" clId="{4BF4099A-B61A-4145-9EB7-F2687CDB23D8}" dt="2023-11-17T18:09:01.211" v="135"/>
          <ac:inkMkLst>
            <pc:docMk/>
            <pc:sldMk cId="1831143152" sldId="878"/>
            <ac:inkMk id="46" creationId="{B5684FB4-D97A-4C12-54BC-0B07AB73BA9E}"/>
          </ac:inkMkLst>
        </pc:inkChg>
        <pc:inkChg chg="add mod">
          <ac:chgData name="Daphne Economou" userId="d065a339-36cf-4937-af08-41751becbd81" providerId="ADAL" clId="{4BF4099A-B61A-4145-9EB7-F2687CDB23D8}" dt="2023-11-17T18:09:51.989" v="149" actId="164"/>
          <ac:inkMkLst>
            <pc:docMk/>
            <pc:sldMk cId="1831143152" sldId="878"/>
            <ac:inkMk id="48" creationId="{8D1164AF-3C75-5550-58BA-E49CAA891540}"/>
          </ac:inkMkLst>
        </pc:inkChg>
        <pc:inkChg chg="add mod">
          <ac:chgData name="Daphne Economou" userId="d065a339-36cf-4937-af08-41751becbd81" providerId="ADAL" clId="{4BF4099A-B61A-4145-9EB7-F2687CDB23D8}" dt="2023-11-17T18:09:08.517" v="142"/>
          <ac:inkMkLst>
            <pc:docMk/>
            <pc:sldMk cId="1831143152" sldId="878"/>
            <ac:inkMk id="49" creationId="{CB4B7406-E364-1F98-31FD-D70E0558A0FB}"/>
          </ac:inkMkLst>
        </pc:inkChg>
        <pc:inkChg chg="add mod">
          <ac:chgData name="Daphne Economou" userId="d065a339-36cf-4937-af08-41751becbd81" providerId="ADAL" clId="{4BF4099A-B61A-4145-9EB7-F2687CDB23D8}" dt="2023-11-17T18:09:08.517" v="142"/>
          <ac:inkMkLst>
            <pc:docMk/>
            <pc:sldMk cId="1831143152" sldId="878"/>
            <ac:inkMk id="50" creationId="{4598CCB4-15F4-3735-276A-9049B3BBB26B}"/>
          </ac:inkMkLst>
        </pc:inkChg>
        <pc:inkChg chg="add mod">
          <ac:chgData name="Daphne Economou" userId="d065a339-36cf-4937-af08-41751becbd81" providerId="ADAL" clId="{4BF4099A-B61A-4145-9EB7-F2687CDB23D8}" dt="2023-11-17T18:09:08.517" v="142"/>
          <ac:inkMkLst>
            <pc:docMk/>
            <pc:sldMk cId="1831143152" sldId="878"/>
            <ac:inkMk id="52" creationId="{C01B3132-8238-01E7-2FDF-D782DEF43247}"/>
          </ac:inkMkLst>
        </pc:inkChg>
        <pc:inkChg chg="add mod">
          <ac:chgData name="Daphne Economou" userId="d065a339-36cf-4937-af08-41751becbd81" providerId="ADAL" clId="{4BF4099A-B61A-4145-9EB7-F2687CDB23D8}" dt="2023-11-17T18:09:42.148" v="148" actId="164"/>
          <ac:inkMkLst>
            <pc:docMk/>
            <pc:sldMk cId="1831143152" sldId="878"/>
            <ac:inkMk id="53" creationId="{C4633295-0007-778C-4DFF-197ED04F5E0D}"/>
          </ac:inkMkLst>
        </pc:inkChg>
        <pc:inkChg chg="add del">
          <ac:chgData name="Daphne Economou" userId="d065a339-36cf-4937-af08-41751becbd81" providerId="ADAL" clId="{4BF4099A-B61A-4145-9EB7-F2687CDB23D8}" dt="2023-11-17T18:18:26.184" v="457" actId="9405"/>
          <ac:inkMkLst>
            <pc:docMk/>
            <pc:sldMk cId="1831143152" sldId="878"/>
            <ac:inkMk id="60" creationId="{4A377FE6-02EC-1A54-52D0-FD794E116281}"/>
          </ac:inkMkLst>
        </pc:inkChg>
        <pc:inkChg chg="add del">
          <ac:chgData name="Daphne Economou" userId="d065a339-36cf-4937-af08-41751becbd81" providerId="ADAL" clId="{4BF4099A-B61A-4145-9EB7-F2687CDB23D8}" dt="2023-11-17T18:18:31.790" v="459" actId="9405"/>
          <ac:inkMkLst>
            <pc:docMk/>
            <pc:sldMk cId="1831143152" sldId="878"/>
            <ac:inkMk id="61" creationId="{1FA0C303-6343-B952-6E6C-433A02BCD1F2}"/>
          </ac:inkMkLst>
        </pc:inkChg>
        <pc:inkChg chg="add del">
          <ac:chgData name="Daphne Economou" userId="d065a339-36cf-4937-af08-41751becbd81" providerId="ADAL" clId="{4BF4099A-B61A-4145-9EB7-F2687CDB23D8}" dt="2023-11-17T18:18:35.884" v="461" actId="9405"/>
          <ac:inkMkLst>
            <pc:docMk/>
            <pc:sldMk cId="1831143152" sldId="878"/>
            <ac:inkMk id="62" creationId="{9AE54FED-2CD1-7D00-0434-65F92306C7B6}"/>
          </ac:inkMkLst>
        </pc:inkChg>
        <pc:inkChg chg="add del">
          <ac:chgData name="Daphne Economou" userId="d065a339-36cf-4937-af08-41751becbd81" providerId="ADAL" clId="{4BF4099A-B61A-4145-9EB7-F2687CDB23D8}" dt="2023-11-17T18:18:40.316" v="463" actId="9405"/>
          <ac:inkMkLst>
            <pc:docMk/>
            <pc:sldMk cId="1831143152" sldId="878"/>
            <ac:inkMk id="63" creationId="{5B5E7AE6-2BE1-FDB7-3108-1DE054B257FE}"/>
          </ac:inkMkLst>
        </pc:inkChg>
        <pc:inkChg chg="add del">
          <ac:chgData name="Daphne Economou" userId="d065a339-36cf-4937-af08-41751becbd81" providerId="ADAL" clId="{4BF4099A-B61A-4145-9EB7-F2687CDB23D8}" dt="2023-11-17T18:18:48.067" v="465" actId="9405"/>
          <ac:inkMkLst>
            <pc:docMk/>
            <pc:sldMk cId="1831143152" sldId="878"/>
            <ac:inkMk id="64" creationId="{35BDD962-3C45-9882-B641-082AE3E232FE}"/>
          </ac:inkMkLst>
        </pc:inkChg>
        <pc:inkChg chg="add del mod">
          <ac:chgData name="Daphne Economou" userId="d065a339-36cf-4937-af08-41751becbd81" providerId="ADAL" clId="{4BF4099A-B61A-4145-9EB7-F2687CDB23D8}" dt="2023-11-17T18:18:54.140" v="473" actId="9405"/>
          <ac:inkMkLst>
            <pc:docMk/>
            <pc:sldMk cId="1831143152" sldId="878"/>
            <ac:inkMk id="65" creationId="{DF1AF27E-6D3A-4FFB-8E95-9F9C0F35E71C}"/>
          </ac:inkMkLst>
        </pc:inkChg>
        <pc:inkChg chg="add del mod">
          <ac:chgData name="Daphne Economou" userId="d065a339-36cf-4937-af08-41751becbd81" providerId="ADAL" clId="{4BF4099A-B61A-4145-9EB7-F2687CDB23D8}" dt="2023-11-17T18:18:52.670" v="472" actId="9405"/>
          <ac:inkMkLst>
            <pc:docMk/>
            <pc:sldMk cId="1831143152" sldId="878"/>
            <ac:inkMk id="66" creationId="{C776CEF9-87D1-A0A7-B1E7-A91C2C838D75}"/>
          </ac:inkMkLst>
        </pc:inkChg>
        <pc:inkChg chg="add del mod">
          <ac:chgData name="Daphne Economou" userId="d065a339-36cf-4937-af08-41751becbd81" providerId="ADAL" clId="{4BF4099A-B61A-4145-9EB7-F2687CDB23D8}" dt="2023-11-17T18:18:51.855" v="471"/>
          <ac:inkMkLst>
            <pc:docMk/>
            <pc:sldMk cId="1831143152" sldId="878"/>
            <ac:inkMk id="67" creationId="{16D0B6AF-B74A-3383-2028-64AE022E8FB9}"/>
          </ac:inkMkLst>
        </pc:inkChg>
        <pc:inkChg chg="add del">
          <ac:chgData name="Daphne Economou" userId="d065a339-36cf-4937-af08-41751becbd81" providerId="ADAL" clId="{4BF4099A-B61A-4145-9EB7-F2687CDB23D8}" dt="2023-11-17T18:20:06.054" v="489" actId="478"/>
          <ac:inkMkLst>
            <pc:docMk/>
            <pc:sldMk cId="1831143152" sldId="878"/>
            <ac:inkMk id="69" creationId="{F1E7D273-1269-DEC3-80A0-E5497424C243}"/>
          </ac:inkMkLst>
        </pc:inkChg>
        <pc:inkChg chg="add del">
          <ac:chgData name="Daphne Economou" userId="d065a339-36cf-4937-af08-41751becbd81" providerId="ADAL" clId="{4BF4099A-B61A-4145-9EB7-F2687CDB23D8}" dt="2023-11-17T18:19:05.186" v="476" actId="9405"/>
          <ac:inkMkLst>
            <pc:docMk/>
            <pc:sldMk cId="1831143152" sldId="878"/>
            <ac:inkMk id="70" creationId="{CA1BF7B6-09DC-CF37-003B-CD24FC95FD25}"/>
          </ac:inkMkLst>
        </pc:inkChg>
        <pc:inkChg chg="add">
          <ac:chgData name="Daphne Economou" userId="d065a339-36cf-4937-af08-41751becbd81" providerId="ADAL" clId="{4BF4099A-B61A-4145-9EB7-F2687CDB23D8}" dt="2023-11-17T18:19:17.952" v="477" actId="9405"/>
          <ac:inkMkLst>
            <pc:docMk/>
            <pc:sldMk cId="1831143152" sldId="878"/>
            <ac:inkMk id="71" creationId="{B9FD4519-026A-2345-8A06-F275D343EC9F}"/>
          </ac:inkMkLst>
        </pc:inkChg>
        <pc:inkChg chg="add del">
          <ac:chgData name="Daphne Economou" userId="d065a339-36cf-4937-af08-41751becbd81" providerId="ADAL" clId="{4BF4099A-B61A-4145-9EB7-F2687CDB23D8}" dt="2023-11-17T18:19:24.905" v="479" actId="9405"/>
          <ac:inkMkLst>
            <pc:docMk/>
            <pc:sldMk cId="1831143152" sldId="878"/>
            <ac:inkMk id="72" creationId="{8F9FD45F-4D50-7242-9B78-A2F742AFB78B}"/>
          </ac:inkMkLst>
        </pc:inkChg>
        <pc:inkChg chg="add del">
          <ac:chgData name="Daphne Economou" userId="d065a339-36cf-4937-af08-41751becbd81" providerId="ADAL" clId="{4BF4099A-B61A-4145-9EB7-F2687CDB23D8}" dt="2023-11-17T18:20:09.507" v="490" actId="478"/>
          <ac:inkMkLst>
            <pc:docMk/>
            <pc:sldMk cId="1831143152" sldId="878"/>
            <ac:inkMk id="73" creationId="{59E44A26-DCD1-9928-6B21-2F7442701FBD}"/>
          </ac:inkMkLst>
        </pc:inkChg>
        <pc:inkChg chg="add del">
          <ac:chgData name="Daphne Economou" userId="d065a339-36cf-4937-af08-41751becbd81" providerId="ADAL" clId="{4BF4099A-B61A-4145-9EB7-F2687CDB23D8}" dt="2023-11-17T18:19:40.608" v="482" actId="9405"/>
          <ac:inkMkLst>
            <pc:docMk/>
            <pc:sldMk cId="1831143152" sldId="878"/>
            <ac:inkMk id="74" creationId="{E83A327E-812F-2C3B-2A5F-7A7F01B2795F}"/>
          </ac:inkMkLst>
        </pc:inkChg>
        <pc:inkChg chg="add del">
          <ac:chgData name="Daphne Economou" userId="d065a339-36cf-4937-af08-41751becbd81" providerId="ADAL" clId="{4BF4099A-B61A-4145-9EB7-F2687CDB23D8}" dt="2023-11-17T18:19:50.774" v="484" actId="9405"/>
          <ac:inkMkLst>
            <pc:docMk/>
            <pc:sldMk cId="1831143152" sldId="878"/>
            <ac:inkMk id="75" creationId="{B3109AF3-65AE-8EBF-966E-C7DADBB996E0}"/>
          </ac:inkMkLst>
        </pc:inkChg>
        <pc:inkChg chg="add del">
          <ac:chgData name="Daphne Economou" userId="d065a339-36cf-4937-af08-41751becbd81" providerId="ADAL" clId="{4BF4099A-B61A-4145-9EB7-F2687CDB23D8}" dt="2023-11-17T18:19:53.985" v="486" actId="9405"/>
          <ac:inkMkLst>
            <pc:docMk/>
            <pc:sldMk cId="1831143152" sldId="878"/>
            <ac:inkMk id="76" creationId="{0E1C0D79-214D-2C01-9D6F-C636A2C851FF}"/>
          </ac:inkMkLst>
        </pc:inkChg>
        <pc:inkChg chg="add del">
          <ac:chgData name="Daphne Economou" userId="d065a339-36cf-4937-af08-41751becbd81" providerId="ADAL" clId="{4BF4099A-B61A-4145-9EB7-F2687CDB23D8}" dt="2023-11-17T18:19:58.355" v="488" actId="9405"/>
          <ac:inkMkLst>
            <pc:docMk/>
            <pc:sldMk cId="1831143152" sldId="878"/>
            <ac:inkMk id="77" creationId="{4F4E0898-E595-57A0-A297-A54AAE3E1B13}"/>
          </ac:inkMkLst>
        </pc:inkChg>
        <pc:inkChg chg="add del">
          <ac:chgData name="Daphne Economou" userId="d065a339-36cf-4937-af08-41751becbd81" providerId="ADAL" clId="{4BF4099A-B61A-4145-9EB7-F2687CDB23D8}" dt="2023-11-17T18:38:20.722" v="496" actId="9405"/>
          <ac:inkMkLst>
            <pc:docMk/>
            <pc:sldMk cId="1831143152" sldId="878"/>
            <ac:inkMk id="80" creationId="{75D12630-7C25-347D-0EE0-0F48AC090859}"/>
          </ac:inkMkLst>
        </pc:inkChg>
        <pc:inkChg chg="add del">
          <ac:chgData name="Daphne Economou" userId="d065a339-36cf-4937-af08-41751becbd81" providerId="ADAL" clId="{4BF4099A-B61A-4145-9EB7-F2687CDB23D8}" dt="2023-11-17T18:38:24.287" v="498" actId="9405"/>
          <ac:inkMkLst>
            <pc:docMk/>
            <pc:sldMk cId="1831143152" sldId="878"/>
            <ac:inkMk id="81" creationId="{D0DB9852-FB06-FAD8-4F75-D70BA98B769A}"/>
          </ac:inkMkLst>
        </pc:inkChg>
        <pc:inkChg chg="add del">
          <ac:chgData name="Daphne Economou" userId="d065a339-36cf-4937-af08-41751becbd81" providerId="ADAL" clId="{4BF4099A-B61A-4145-9EB7-F2687CDB23D8}" dt="2023-11-17T18:42:03.246" v="501" actId="478"/>
          <ac:inkMkLst>
            <pc:docMk/>
            <pc:sldMk cId="1831143152" sldId="878"/>
            <ac:inkMk id="82" creationId="{0D53CDEA-063F-19E5-569A-43C91C168D19}"/>
          </ac:inkMkLst>
        </pc:inkChg>
        <pc:cxnChg chg="add mod">
          <ac:chgData name="Daphne Economou" userId="d065a339-36cf-4937-af08-41751becbd81" providerId="ADAL" clId="{4BF4099A-B61A-4145-9EB7-F2687CDB23D8}" dt="2023-11-17T18:55:44.598" v="649" actId="14100"/>
          <ac:cxnSpMkLst>
            <pc:docMk/>
            <pc:sldMk cId="1831143152" sldId="878"/>
            <ac:cxnSpMk id="97" creationId="{53E37BFF-9C59-8D63-E1CC-0DE274B0C2FF}"/>
          </ac:cxnSpMkLst>
        </pc:cxnChg>
        <pc:cxnChg chg="add mod">
          <ac:chgData name="Daphne Economou" userId="d065a339-36cf-4937-af08-41751becbd81" providerId="ADAL" clId="{4BF4099A-B61A-4145-9EB7-F2687CDB23D8}" dt="2023-11-17T18:55:42.131" v="648" actId="14100"/>
          <ac:cxnSpMkLst>
            <pc:docMk/>
            <pc:sldMk cId="1831143152" sldId="878"/>
            <ac:cxnSpMk id="98" creationId="{907AB96C-F297-0A03-AF11-C146D9751923}"/>
          </ac:cxnSpMkLst>
        </pc:cxnChg>
        <pc:cxnChg chg="add mod">
          <ac:chgData name="Daphne Economou" userId="d065a339-36cf-4937-af08-41751becbd81" providerId="ADAL" clId="{4BF4099A-B61A-4145-9EB7-F2687CDB23D8}" dt="2023-11-17T18:55:31.765" v="645" actId="14100"/>
          <ac:cxnSpMkLst>
            <pc:docMk/>
            <pc:sldMk cId="1831143152" sldId="878"/>
            <ac:cxnSpMk id="99" creationId="{BDAA975D-D7E2-C5AE-F306-94A77201CE06}"/>
          </ac:cxnSpMkLst>
        </pc:cxnChg>
        <pc:cxnChg chg="add">
          <ac:chgData name="Daphne Economou" userId="d065a339-36cf-4937-af08-41751becbd81" providerId="ADAL" clId="{4BF4099A-B61A-4145-9EB7-F2687CDB23D8}" dt="2023-11-17T22:19:45.433" v="3473" actId="11529"/>
          <ac:cxnSpMkLst>
            <pc:docMk/>
            <pc:sldMk cId="1831143152" sldId="878"/>
            <ac:cxnSpMk id="115" creationId="{18377B77-B9EE-74F4-EBF8-12674252E01B}"/>
          </ac:cxnSpMkLst>
        </pc:cxnChg>
        <pc:cxnChg chg="add">
          <ac:chgData name="Daphne Economou" userId="d065a339-36cf-4937-af08-41751becbd81" providerId="ADAL" clId="{4BF4099A-B61A-4145-9EB7-F2687CDB23D8}" dt="2023-11-17T22:19:53.037" v="3474" actId="11529"/>
          <ac:cxnSpMkLst>
            <pc:docMk/>
            <pc:sldMk cId="1831143152" sldId="878"/>
            <ac:cxnSpMk id="117" creationId="{E8E84C2C-7D8C-2135-C3D8-C45E33D898ED}"/>
          </ac:cxnSpMkLst>
        </pc:cxnChg>
        <pc:cxnChg chg="add">
          <ac:chgData name="Daphne Economou" userId="d065a339-36cf-4937-af08-41751becbd81" providerId="ADAL" clId="{4BF4099A-B61A-4145-9EB7-F2687CDB23D8}" dt="2023-11-17T22:19:56.841" v="3475" actId="11529"/>
          <ac:cxnSpMkLst>
            <pc:docMk/>
            <pc:sldMk cId="1831143152" sldId="878"/>
            <ac:cxnSpMk id="119" creationId="{9DDB3AF8-9628-FAB1-2313-7D522FC0172F}"/>
          </ac:cxnSpMkLst>
        </pc:cxnChg>
      </pc:sldChg>
      <pc:sldChg chg="add del">
        <pc:chgData name="Daphne Economou" userId="d065a339-36cf-4937-af08-41751becbd81" providerId="ADAL" clId="{4BF4099A-B61A-4145-9EB7-F2687CDB23D8}" dt="2023-11-17T19:18:07.120" v="864" actId="47"/>
        <pc:sldMkLst>
          <pc:docMk/>
          <pc:sldMk cId="2417784911" sldId="879"/>
        </pc:sldMkLst>
      </pc:sldChg>
      <pc:sldChg chg="addSp delSp modSp add del mod">
        <pc:chgData name="Daphne Economou" userId="d065a339-36cf-4937-af08-41751becbd81" providerId="ADAL" clId="{4BF4099A-B61A-4145-9EB7-F2687CDB23D8}" dt="2023-11-17T19:27:17.578" v="1200" actId="47"/>
        <pc:sldMkLst>
          <pc:docMk/>
          <pc:sldMk cId="595668151" sldId="880"/>
        </pc:sldMkLst>
        <pc:spChg chg="add mod">
          <ac:chgData name="Daphne Economou" userId="d065a339-36cf-4937-af08-41751becbd81" providerId="ADAL" clId="{4BF4099A-B61A-4145-9EB7-F2687CDB23D8}" dt="2023-11-17T19:25:00.917" v="1171" actId="1076"/>
          <ac:spMkLst>
            <pc:docMk/>
            <pc:sldMk cId="595668151" sldId="880"/>
            <ac:spMk id="10" creationId="{0EBAB248-4334-AE30-7EEC-B6785507381B}"/>
          </ac:spMkLst>
        </pc:spChg>
        <pc:spChg chg="mod">
          <ac:chgData name="Daphne Economou" userId="d065a339-36cf-4937-af08-41751becbd81" providerId="ADAL" clId="{4BF4099A-B61A-4145-9EB7-F2687CDB23D8}" dt="2023-11-17T19:25:00.917" v="1171" actId="1076"/>
          <ac:spMkLst>
            <pc:docMk/>
            <pc:sldMk cId="595668151" sldId="880"/>
            <ac:spMk id="95" creationId="{BF7A4466-1C3A-8DCC-142C-51CFA421126F}"/>
          </ac:spMkLst>
        </pc:spChg>
        <pc:grpChg chg="mod">
          <ac:chgData name="Daphne Economou" userId="d065a339-36cf-4937-af08-41751becbd81" providerId="ADAL" clId="{4BF4099A-B61A-4145-9EB7-F2687CDB23D8}" dt="2023-11-17T19:25:00.917" v="1171" actId="1076"/>
          <ac:grpSpMkLst>
            <pc:docMk/>
            <pc:sldMk cId="595668151" sldId="880"/>
            <ac:grpSpMk id="9" creationId="{DC76197E-5239-A94C-E588-44B9EF417CB0}"/>
          </ac:grpSpMkLst>
        </pc:grpChg>
        <pc:picChg chg="add mod">
          <ac:chgData name="Daphne Economou" userId="d065a339-36cf-4937-af08-41751becbd81" providerId="ADAL" clId="{4BF4099A-B61A-4145-9EB7-F2687CDB23D8}" dt="2023-11-17T19:25:00.917" v="1171" actId="1076"/>
          <ac:picMkLst>
            <pc:docMk/>
            <pc:sldMk cId="595668151" sldId="880"/>
            <ac:picMk id="6" creationId="{6EB32C77-760E-4924-FEA8-09ABE8B61CD4}"/>
          </ac:picMkLst>
        </pc:picChg>
        <pc:picChg chg="del">
          <ac:chgData name="Daphne Economou" userId="d065a339-36cf-4937-af08-41751becbd81" providerId="ADAL" clId="{4BF4099A-B61A-4145-9EB7-F2687CDB23D8}" dt="2023-11-17T19:24:47.899" v="1167" actId="478"/>
          <ac:picMkLst>
            <pc:docMk/>
            <pc:sldMk cId="595668151" sldId="880"/>
            <ac:picMk id="86" creationId="{BB5A7D71-26F2-2A75-DB1E-1A9D156D01F0}"/>
          </ac:picMkLst>
        </pc:picChg>
        <pc:picChg chg="del">
          <ac:chgData name="Daphne Economou" userId="d065a339-36cf-4937-af08-41751becbd81" providerId="ADAL" clId="{4BF4099A-B61A-4145-9EB7-F2687CDB23D8}" dt="2023-11-17T19:24:47.899" v="1167" actId="478"/>
          <ac:picMkLst>
            <pc:docMk/>
            <pc:sldMk cId="595668151" sldId="880"/>
            <ac:picMk id="88" creationId="{9DB5CF18-6380-43D8-9529-595BA0E77DA0}"/>
          </ac:picMkLst>
        </pc:picChg>
        <pc:picChg chg="del">
          <ac:chgData name="Daphne Economou" userId="d065a339-36cf-4937-af08-41751becbd81" providerId="ADAL" clId="{4BF4099A-B61A-4145-9EB7-F2687CDB23D8}" dt="2023-11-17T19:24:47.899" v="1167" actId="478"/>
          <ac:picMkLst>
            <pc:docMk/>
            <pc:sldMk cId="595668151" sldId="880"/>
            <ac:picMk id="90" creationId="{BC0781EF-9E28-ED60-077B-60CF0AED2F6D}"/>
          </ac:picMkLst>
        </pc:picChg>
        <pc:picChg chg="mod">
          <ac:chgData name="Daphne Economou" userId="d065a339-36cf-4937-af08-41751becbd81" providerId="ADAL" clId="{4BF4099A-B61A-4145-9EB7-F2687CDB23D8}" dt="2023-11-17T19:25:00.917" v="1171" actId="1076"/>
          <ac:picMkLst>
            <pc:docMk/>
            <pc:sldMk cId="595668151" sldId="880"/>
            <ac:picMk id="94" creationId="{18AB5F98-4BC1-CC75-247F-93BE8EED93E2}"/>
          </ac:picMkLst>
        </pc:picChg>
        <pc:picChg chg="del">
          <ac:chgData name="Daphne Economou" userId="d065a339-36cf-4937-af08-41751becbd81" providerId="ADAL" clId="{4BF4099A-B61A-4145-9EB7-F2687CDB23D8}" dt="2023-11-17T19:14:21.326" v="709" actId="478"/>
          <ac:picMkLst>
            <pc:docMk/>
            <pc:sldMk cId="595668151" sldId="880"/>
            <ac:picMk id="109" creationId="{773EB277-C8B1-B7BA-3951-7987E87554B3}"/>
          </ac:picMkLst>
        </pc:picChg>
        <pc:inkChg chg="add mod">
          <ac:chgData name="Daphne Economou" userId="d065a339-36cf-4937-af08-41751becbd81" providerId="ADAL" clId="{4BF4099A-B61A-4145-9EB7-F2687CDB23D8}" dt="2023-11-17T19:15:08.422" v="715"/>
          <ac:inkMkLst>
            <pc:docMk/>
            <pc:sldMk cId="595668151" sldId="880"/>
            <ac:inkMk id="7" creationId="{69BFA5D0-EBC6-720B-26D9-5D10E340E4E7}"/>
          </ac:inkMkLst>
        </pc:inkChg>
        <pc:inkChg chg="add mod">
          <ac:chgData name="Daphne Economou" userId="d065a339-36cf-4937-af08-41751becbd81" providerId="ADAL" clId="{4BF4099A-B61A-4145-9EB7-F2687CDB23D8}" dt="2023-11-17T19:15:08.422" v="715"/>
          <ac:inkMkLst>
            <pc:docMk/>
            <pc:sldMk cId="595668151" sldId="880"/>
            <ac:inkMk id="8" creationId="{6BECD756-D4D4-6D10-7683-8EBC10C23CF0}"/>
          </ac:inkMkLst>
        </pc:inkChg>
        <pc:cxnChg chg="del">
          <ac:chgData name="Daphne Economou" userId="d065a339-36cf-4937-af08-41751becbd81" providerId="ADAL" clId="{4BF4099A-B61A-4145-9EB7-F2687CDB23D8}" dt="2023-11-17T19:24:50.834" v="1168" actId="478"/>
          <ac:cxnSpMkLst>
            <pc:docMk/>
            <pc:sldMk cId="595668151" sldId="880"/>
            <ac:cxnSpMk id="97" creationId="{53E37BFF-9C59-8D63-E1CC-0DE274B0C2FF}"/>
          </ac:cxnSpMkLst>
        </pc:cxnChg>
        <pc:cxnChg chg="del">
          <ac:chgData name="Daphne Economou" userId="d065a339-36cf-4937-af08-41751becbd81" providerId="ADAL" clId="{4BF4099A-B61A-4145-9EB7-F2687CDB23D8}" dt="2023-11-17T19:24:51.711" v="1169" actId="478"/>
          <ac:cxnSpMkLst>
            <pc:docMk/>
            <pc:sldMk cId="595668151" sldId="880"/>
            <ac:cxnSpMk id="98" creationId="{907AB96C-F297-0A03-AF11-C146D9751923}"/>
          </ac:cxnSpMkLst>
        </pc:cxnChg>
        <pc:cxnChg chg="del">
          <ac:chgData name="Daphne Economou" userId="d065a339-36cf-4937-af08-41751becbd81" providerId="ADAL" clId="{4BF4099A-B61A-4145-9EB7-F2687CDB23D8}" dt="2023-11-17T19:24:52.357" v="1170" actId="478"/>
          <ac:cxnSpMkLst>
            <pc:docMk/>
            <pc:sldMk cId="595668151" sldId="880"/>
            <ac:cxnSpMk id="99" creationId="{BDAA975D-D7E2-C5AE-F306-94A77201CE06}"/>
          </ac:cxnSpMkLst>
        </pc:cxnChg>
      </pc:sldChg>
      <pc:sldChg chg="addSp delSp modSp new mod">
        <pc:chgData name="Daphne Economou" userId="d065a339-36cf-4937-af08-41751becbd81" providerId="ADAL" clId="{4BF4099A-B61A-4145-9EB7-F2687CDB23D8}" dt="2023-11-17T22:27:10.646" v="3879" actId="20577"/>
        <pc:sldMkLst>
          <pc:docMk/>
          <pc:sldMk cId="1297443074" sldId="881"/>
        </pc:sldMkLst>
        <pc:spChg chg="mod">
          <ac:chgData name="Daphne Economou" userId="d065a339-36cf-4937-af08-41751becbd81" providerId="ADAL" clId="{4BF4099A-B61A-4145-9EB7-F2687CDB23D8}" dt="2023-11-17T22:27:10.646" v="3879" actId="20577"/>
          <ac:spMkLst>
            <pc:docMk/>
            <pc:sldMk cId="1297443074" sldId="881"/>
            <ac:spMk id="2" creationId="{A4C685B1-1EC4-15F7-93C2-88428EFAA8FA}"/>
          </ac:spMkLst>
        </pc:spChg>
        <pc:spChg chg="add del">
          <ac:chgData name="Daphne Economou" userId="d065a339-36cf-4937-af08-41751becbd81" providerId="ADAL" clId="{4BF4099A-B61A-4145-9EB7-F2687CDB23D8}" dt="2023-11-17T20:33:27.632" v="3142" actId="478"/>
          <ac:spMkLst>
            <pc:docMk/>
            <pc:sldMk cId="1297443074" sldId="881"/>
            <ac:spMk id="3" creationId="{9F2E5086-1908-B6FA-042E-8DFD395F4AED}"/>
          </ac:spMkLst>
        </pc:spChg>
        <pc:spChg chg="add mod">
          <ac:chgData name="Daphne Economou" userId="d065a339-36cf-4937-af08-41751becbd81" providerId="ADAL" clId="{4BF4099A-B61A-4145-9EB7-F2687CDB23D8}" dt="2023-11-17T22:26:24.619" v="3847" actId="20577"/>
          <ac:spMkLst>
            <pc:docMk/>
            <pc:sldMk cId="1297443074" sldId="881"/>
            <ac:spMk id="8" creationId="{A02A3DE9-FE10-2157-6C77-9C3FB20CA46D}"/>
          </ac:spMkLst>
        </pc:spChg>
        <pc:spChg chg="add mod">
          <ac:chgData name="Daphne Economou" userId="d065a339-36cf-4937-af08-41751becbd81" providerId="ADAL" clId="{4BF4099A-B61A-4145-9EB7-F2687CDB23D8}" dt="2023-11-17T19:27:44.238" v="1201"/>
          <ac:spMkLst>
            <pc:docMk/>
            <pc:sldMk cId="1297443074" sldId="881"/>
            <ac:spMk id="10" creationId="{018C6D43-CF69-2B0F-0A4C-A81C9D012754}"/>
          </ac:spMkLst>
        </pc:spChg>
        <pc:grpChg chg="mod">
          <ac:chgData name="Daphne Economou" userId="d065a339-36cf-4937-af08-41751becbd81" providerId="ADAL" clId="{4BF4099A-B61A-4145-9EB7-F2687CDB23D8}" dt="2023-11-17T22:26:44.560" v="3851"/>
          <ac:grpSpMkLst>
            <pc:docMk/>
            <pc:sldMk cId="1297443074" sldId="881"/>
            <ac:grpSpMk id="13" creationId="{F33D14D0-B467-5FDC-F685-9BC553DA76DF}"/>
          </ac:grpSpMkLst>
        </pc:grpChg>
        <pc:grpChg chg="mod">
          <ac:chgData name="Daphne Economou" userId="d065a339-36cf-4937-af08-41751becbd81" providerId="ADAL" clId="{4BF4099A-B61A-4145-9EB7-F2687CDB23D8}" dt="2023-11-17T22:26:48.349" v="3854"/>
          <ac:grpSpMkLst>
            <pc:docMk/>
            <pc:sldMk cId="1297443074" sldId="881"/>
            <ac:grpSpMk id="16" creationId="{07591E2E-7249-AA95-955F-13336FEF98D4}"/>
          </ac:grpSpMkLst>
        </pc:grpChg>
        <pc:grpChg chg="mod">
          <ac:chgData name="Daphne Economou" userId="d065a339-36cf-4937-af08-41751becbd81" providerId="ADAL" clId="{4BF4099A-B61A-4145-9EB7-F2687CDB23D8}" dt="2023-11-17T22:26:52.647" v="3857"/>
          <ac:grpSpMkLst>
            <pc:docMk/>
            <pc:sldMk cId="1297443074" sldId="881"/>
            <ac:grpSpMk id="19" creationId="{741EF1E0-E157-3620-952C-234003BAB155}"/>
          </ac:grpSpMkLst>
        </pc:grpChg>
        <pc:picChg chg="add mod">
          <ac:chgData name="Daphne Economou" userId="d065a339-36cf-4937-af08-41751becbd81" providerId="ADAL" clId="{4BF4099A-B61A-4145-9EB7-F2687CDB23D8}" dt="2023-11-17T22:26:34.100" v="3848" actId="1076"/>
          <ac:picMkLst>
            <pc:docMk/>
            <pc:sldMk cId="1297443074" sldId="881"/>
            <ac:picMk id="7" creationId="{A1743C64-6201-386F-7828-C8D190359B3C}"/>
          </ac:picMkLst>
        </pc:picChg>
        <pc:picChg chg="add mod">
          <ac:chgData name="Daphne Economou" userId="d065a339-36cf-4937-af08-41751becbd81" providerId="ADAL" clId="{4BF4099A-B61A-4145-9EB7-F2687CDB23D8}" dt="2023-11-17T19:27:44.238" v="1201"/>
          <ac:picMkLst>
            <pc:docMk/>
            <pc:sldMk cId="1297443074" sldId="881"/>
            <ac:picMk id="9" creationId="{57DA0BED-092E-1A95-1254-45D6A20B0D3D}"/>
          </ac:picMkLst>
        </pc:picChg>
        <pc:inkChg chg="add mod">
          <ac:chgData name="Daphne Economou" userId="d065a339-36cf-4937-af08-41751becbd81" providerId="ADAL" clId="{4BF4099A-B61A-4145-9EB7-F2687CDB23D8}" dt="2023-11-17T22:26:44.560" v="3851"/>
          <ac:inkMkLst>
            <pc:docMk/>
            <pc:sldMk cId="1297443074" sldId="881"/>
            <ac:inkMk id="11" creationId="{D51F4E43-752A-8344-564B-6484BDE2B1DD}"/>
          </ac:inkMkLst>
        </pc:inkChg>
        <pc:inkChg chg="add mod">
          <ac:chgData name="Daphne Economou" userId="d065a339-36cf-4937-af08-41751becbd81" providerId="ADAL" clId="{4BF4099A-B61A-4145-9EB7-F2687CDB23D8}" dt="2023-11-17T22:26:44.560" v="3851"/>
          <ac:inkMkLst>
            <pc:docMk/>
            <pc:sldMk cId="1297443074" sldId="881"/>
            <ac:inkMk id="12" creationId="{1CED2A5B-F58C-F023-C09D-E45FFBF2AD18}"/>
          </ac:inkMkLst>
        </pc:inkChg>
        <pc:inkChg chg="add mod">
          <ac:chgData name="Daphne Economou" userId="d065a339-36cf-4937-af08-41751becbd81" providerId="ADAL" clId="{4BF4099A-B61A-4145-9EB7-F2687CDB23D8}" dt="2023-11-17T22:26:48.349" v="3854"/>
          <ac:inkMkLst>
            <pc:docMk/>
            <pc:sldMk cId="1297443074" sldId="881"/>
            <ac:inkMk id="14" creationId="{5323FDFA-99EF-52FC-9DFA-D3E194F9153D}"/>
          </ac:inkMkLst>
        </pc:inkChg>
        <pc:inkChg chg="add mod">
          <ac:chgData name="Daphne Economou" userId="d065a339-36cf-4937-af08-41751becbd81" providerId="ADAL" clId="{4BF4099A-B61A-4145-9EB7-F2687CDB23D8}" dt="2023-11-17T22:26:48.349" v="3854"/>
          <ac:inkMkLst>
            <pc:docMk/>
            <pc:sldMk cId="1297443074" sldId="881"/>
            <ac:inkMk id="15" creationId="{AEC40E3E-C1C7-1ADC-FAAF-13B7BA72484D}"/>
          </ac:inkMkLst>
        </pc:inkChg>
        <pc:inkChg chg="add mod">
          <ac:chgData name="Daphne Economou" userId="d065a339-36cf-4937-af08-41751becbd81" providerId="ADAL" clId="{4BF4099A-B61A-4145-9EB7-F2687CDB23D8}" dt="2023-11-17T22:26:52.647" v="3857"/>
          <ac:inkMkLst>
            <pc:docMk/>
            <pc:sldMk cId="1297443074" sldId="881"/>
            <ac:inkMk id="17" creationId="{2F7F8B55-39EA-FE4E-38EB-15519DF1E858}"/>
          </ac:inkMkLst>
        </pc:inkChg>
        <pc:inkChg chg="add mod">
          <ac:chgData name="Daphne Economou" userId="d065a339-36cf-4937-af08-41751becbd81" providerId="ADAL" clId="{4BF4099A-B61A-4145-9EB7-F2687CDB23D8}" dt="2023-11-17T22:26:52.647" v="3857"/>
          <ac:inkMkLst>
            <pc:docMk/>
            <pc:sldMk cId="1297443074" sldId="881"/>
            <ac:inkMk id="18" creationId="{D7681CB1-3C3E-F3D8-7237-B3D5B13ACB06}"/>
          </ac:inkMkLst>
        </pc:inkChg>
      </pc:sldChg>
      <pc:sldChg chg="addSp new del mod">
        <pc:chgData name="Daphne Economou" userId="d065a339-36cf-4937-af08-41751becbd81" providerId="ADAL" clId="{4BF4099A-B61A-4145-9EB7-F2687CDB23D8}" dt="2023-11-17T19:24:09.893" v="1159" actId="47"/>
        <pc:sldMkLst>
          <pc:docMk/>
          <pc:sldMk cId="933835556" sldId="882"/>
        </pc:sldMkLst>
        <pc:picChg chg="add">
          <ac:chgData name="Daphne Economou" userId="d065a339-36cf-4937-af08-41751becbd81" providerId="ADAL" clId="{4BF4099A-B61A-4145-9EB7-F2687CDB23D8}" dt="2023-11-17T19:24:03.865" v="1157" actId="22"/>
          <ac:picMkLst>
            <pc:docMk/>
            <pc:sldMk cId="933835556" sldId="882"/>
            <ac:picMk id="7" creationId="{5D13DE86-19F5-F7C1-BC3B-11937FF55546}"/>
          </ac:picMkLst>
        </pc:picChg>
      </pc:sldChg>
      <pc:sldChg chg="addSp delSp modSp add mod ord">
        <pc:chgData name="Daphne Economou" userId="d065a339-36cf-4937-af08-41751becbd81" providerId="ADAL" clId="{4BF4099A-B61A-4145-9EB7-F2687CDB23D8}" dt="2023-11-17T22:23:10.998" v="3663" actId="14100"/>
        <pc:sldMkLst>
          <pc:docMk/>
          <pc:sldMk cId="2571197542" sldId="883"/>
        </pc:sldMkLst>
        <pc:spChg chg="mod">
          <ac:chgData name="Daphne Economou" userId="d065a339-36cf-4937-af08-41751becbd81" providerId="ADAL" clId="{4BF4099A-B61A-4145-9EB7-F2687CDB23D8}" dt="2023-11-17T20:31:23.630" v="3127"/>
          <ac:spMkLst>
            <pc:docMk/>
            <pc:sldMk cId="2571197542" sldId="883"/>
            <ac:spMk id="2" creationId="{786B82D1-45B6-71CB-5435-6DA4D489D0E0}"/>
          </ac:spMkLst>
        </pc:spChg>
        <pc:spChg chg="mod">
          <ac:chgData name="Daphne Economou" userId="d065a339-36cf-4937-af08-41751becbd81" providerId="ADAL" clId="{4BF4099A-B61A-4145-9EB7-F2687CDB23D8}" dt="2023-11-17T19:26:30.747" v="1187" actId="1076"/>
          <ac:spMkLst>
            <pc:docMk/>
            <pc:sldMk cId="2571197542" sldId="883"/>
            <ac:spMk id="95" creationId="{BF7A4466-1C3A-8DCC-142C-51CFA421126F}"/>
          </ac:spMkLst>
        </pc:spChg>
        <pc:spChg chg="mod">
          <ac:chgData name="Daphne Economou" userId="d065a339-36cf-4937-af08-41751becbd81" providerId="ADAL" clId="{4BF4099A-B61A-4145-9EB7-F2687CDB23D8}" dt="2023-11-17T22:23:10.998" v="3663" actId="14100"/>
          <ac:spMkLst>
            <pc:docMk/>
            <pc:sldMk cId="2571197542" sldId="883"/>
            <ac:spMk id="110" creationId="{CA87F8A8-1527-DE62-26ED-8880CB745B67}"/>
          </ac:spMkLst>
        </pc:spChg>
        <pc:grpChg chg="mod">
          <ac:chgData name="Daphne Economou" userId="d065a339-36cf-4937-af08-41751becbd81" providerId="ADAL" clId="{4BF4099A-B61A-4145-9EB7-F2687CDB23D8}" dt="2023-11-17T19:26:51.027" v="1195"/>
          <ac:grpSpMkLst>
            <pc:docMk/>
            <pc:sldMk cId="2571197542" sldId="883"/>
            <ac:grpSpMk id="7" creationId="{0129BDBE-337F-023E-9E54-D9FFBFC36673}"/>
          </ac:grpSpMkLst>
        </pc:grpChg>
        <pc:grpChg chg="mod">
          <ac:chgData name="Daphne Economou" userId="d065a339-36cf-4937-af08-41751becbd81" providerId="ADAL" clId="{4BF4099A-B61A-4145-9EB7-F2687CDB23D8}" dt="2023-11-17T19:26:55.952" v="1199"/>
          <ac:grpSpMkLst>
            <pc:docMk/>
            <pc:sldMk cId="2571197542" sldId="883"/>
            <ac:grpSpMk id="10" creationId="{B8324001-0C8D-7680-8396-E0E8093FD28C}"/>
          </ac:grpSpMkLst>
        </pc:grpChg>
        <pc:picChg chg="del">
          <ac:chgData name="Daphne Economou" userId="d065a339-36cf-4937-af08-41751becbd81" providerId="ADAL" clId="{4BF4099A-B61A-4145-9EB7-F2687CDB23D8}" dt="2023-11-17T19:26:23.964" v="1186" actId="478"/>
          <ac:picMkLst>
            <pc:docMk/>
            <pc:sldMk cId="2571197542" sldId="883"/>
            <ac:picMk id="86" creationId="{BB5A7D71-26F2-2A75-DB1E-1A9D156D01F0}"/>
          </ac:picMkLst>
        </pc:picChg>
        <pc:picChg chg="del">
          <ac:chgData name="Daphne Economou" userId="d065a339-36cf-4937-af08-41751becbd81" providerId="ADAL" clId="{4BF4099A-B61A-4145-9EB7-F2687CDB23D8}" dt="2023-11-17T19:26:23.964" v="1186" actId="478"/>
          <ac:picMkLst>
            <pc:docMk/>
            <pc:sldMk cId="2571197542" sldId="883"/>
            <ac:picMk id="88" creationId="{9DB5CF18-6380-43D8-9529-595BA0E77DA0}"/>
          </ac:picMkLst>
        </pc:picChg>
        <pc:picChg chg="del">
          <ac:chgData name="Daphne Economou" userId="d065a339-36cf-4937-af08-41751becbd81" providerId="ADAL" clId="{4BF4099A-B61A-4145-9EB7-F2687CDB23D8}" dt="2023-11-17T19:26:21.944" v="1185" actId="478"/>
          <ac:picMkLst>
            <pc:docMk/>
            <pc:sldMk cId="2571197542" sldId="883"/>
            <ac:picMk id="90" creationId="{BC0781EF-9E28-ED60-077B-60CF0AED2F6D}"/>
          </ac:picMkLst>
        </pc:picChg>
        <pc:picChg chg="mod">
          <ac:chgData name="Daphne Economou" userId="d065a339-36cf-4937-af08-41751becbd81" providerId="ADAL" clId="{4BF4099A-B61A-4145-9EB7-F2687CDB23D8}" dt="2023-11-17T19:26:30.747" v="1187" actId="1076"/>
          <ac:picMkLst>
            <pc:docMk/>
            <pc:sldMk cId="2571197542" sldId="883"/>
            <ac:picMk id="94" creationId="{18AB5F98-4BC1-CC75-247F-93BE8EED93E2}"/>
          </ac:picMkLst>
        </pc:picChg>
        <pc:picChg chg="mod">
          <ac:chgData name="Daphne Economou" userId="d065a339-36cf-4937-af08-41751becbd81" providerId="ADAL" clId="{4BF4099A-B61A-4145-9EB7-F2687CDB23D8}" dt="2023-11-17T20:32:59.041" v="3137" actId="962"/>
          <ac:picMkLst>
            <pc:docMk/>
            <pc:sldMk cId="2571197542" sldId="883"/>
            <ac:picMk id="109" creationId="{773EB277-C8B1-B7BA-3951-7987E87554B3}"/>
          </ac:picMkLst>
        </pc:picChg>
        <pc:inkChg chg="add del mod">
          <ac:chgData name="Daphne Economou" userId="d065a339-36cf-4937-af08-41751becbd81" providerId="ADAL" clId="{4BF4099A-B61A-4145-9EB7-F2687CDB23D8}" dt="2023-11-17T19:26:51.436" v="1196" actId="9405"/>
          <ac:inkMkLst>
            <pc:docMk/>
            <pc:sldMk cId="2571197542" sldId="883"/>
            <ac:inkMk id="3" creationId="{38F2400A-2056-1017-8259-8C059AB6A589}"/>
          </ac:inkMkLst>
        </pc:inkChg>
        <pc:inkChg chg="add del mod">
          <ac:chgData name="Daphne Economou" userId="d065a339-36cf-4937-af08-41751becbd81" providerId="ADAL" clId="{4BF4099A-B61A-4145-9EB7-F2687CDB23D8}" dt="2023-11-17T19:26:51.027" v="1195"/>
          <ac:inkMkLst>
            <pc:docMk/>
            <pc:sldMk cId="2571197542" sldId="883"/>
            <ac:inkMk id="6" creationId="{3416AA4D-7719-E8C6-3AA0-D6D31154C9D1}"/>
          </ac:inkMkLst>
        </pc:inkChg>
        <pc:inkChg chg="add mod">
          <ac:chgData name="Daphne Economou" userId="d065a339-36cf-4937-af08-41751becbd81" providerId="ADAL" clId="{4BF4099A-B61A-4145-9EB7-F2687CDB23D8}" dt="2023-11-17T19:26:55.952" v="1199"/>
          <ac:inkMkLst>
            <pc:docMk/>
            <pc:sldMk cId="2571197542" sldId="883"/>
            <ac:inkMk id="8" creationId="{4BB3D624-57EE-3C4B-CC3C-8B9CD8871E27}"/>
          </ac:inkMkLst>
        </pc:inkChg>
        <pc:inkChg chg="add mod">
          <ac:chgData name="Daphne Economou" userId="d065a339-36cf-4937-af08-41751becbd81" providerId="ADAL" clId="{4BF4099A-B61A-4145-9EB7-F2687CDB23D8}" dt="2023-11-17T19:26:55.952" v="1199"/>
          <ac:inkMkLst>
            <pc:docMk/>
            <pc:sldMk cId="2571197542" sldId="883"/>
            <ac:inkMk id="9" creationId="{7388249F-93CA-04C0-8B25-21C0B5B7A04B}"/>
          </ac:inkMkLst>
        </pc:inkChg>
        <pc:cxnChg chg="del">
          <ac:chgData name="Daphne Economou" userId="d065a339-36cf-4937-af08-41751becbd81" providerId="ADAL" clId="{4BF4099A-B61A-4145-9EB7-F2687CDB23D8}" dt="2023-11-17T19:26:23.964" v="1186" actId="478"/>
          <ac:cxnSpMkLst>
            <pc:docMk/>
            <pc:sldMk cId="2571197542" sldId="883"/>
            <ac:cxnSpMk id="97" creationId="{53E37BFF-9C59-8D63-E1CC-0DE274B0C2FF}"/>
          </ac:cxnSpMkLst>
        </pc:cxnChg>
        <pc:cxnChg chg="del">
          <ac:chgData name="Daphne Economou" userId="d065a339-36cf-4937-af08-41751becbd81" providerId="ADAL" clId="{4BF4099A-B61A-4145-9EB7-F2687CDB23D8}" dt="2023-11-17T19:26:23.964" v="1186" actId="478"/>
          <ac:cxnSpMkLst>
            <pc:docMk/>
            <pc:sldMk cId="2571197542" sldId="883"/>
            <ac:cxnSpMk id="98" creationId="{907AB96C-F297-0A03-AF11-C146D9751923}"/>
          </ac:cxnSpMkLst>
        </pc:cxnChg>
        <pc:cxnChg chg="del">
          <ac:chgData name="Daphne Economou" userId="d065a339-36cf-4937-af08-41751becbd81" providerId="ADAL" clId="{4BF4099A-B61A-4145-9EB7-F2687CDB23D8}" dt="2023-11-17T19:26:23.964" v="1186" actId="478"/>
          <ac:cxnSpMkLst>
            <pc:docMk/>
            <pc:sldMk cId="2571197542" sldId="883"/>
            <ac:cxnSpMk id="99" creationId="{BDAA975D-D7E2-C5AE-F306-94A77201CE06}"/>
          </ac:cxnSpMkLst>
        </pc:cxnChg>
      </pc:sldChg>
      <pc:sldChg chg="new del">
        <pc:chgData name="Daphne Economou" userId="d065a339-36cf-4937-af08-41751becbd81" providerId="ADAL" clId="{4BF4099A-B61A-4145-9EB7-F2687CDB23D8}" dt="2023-11-17T19:25:23.275" v="1174" actId="47"/>
        <pc:sldMkLst>
          <pc:docMk/>
          <pc:sldMk cId="3456173849" sldId="884"/>
        </pc:sldMkLst>
      </pc:sldChg>
      <pc:sldChg chg="addSp delSp modSp add mod">
        <pc:chgData name="Daphne Economou" userId="d065a339-36cf-4937-af08-41751becbd81" providerId="ADAL" clId="{4BF4099A-B61A-4145-9EB7-F2687CDB23D8}" dt="2023-11-17T22:27:04.618" v="3866" actId="20577"/>
        <pc:sldMkLst>
          <pc:docMk/>
          <pc:sldMk cId="3628248125" sldId="885"/>
        </pc:sldMkLst>
        <pc:spChg chg="mod">
          <ac:chgData name="Daphne Economou" userId="d065a339-36cf-4937-af08-41751becbd81" providerId="ADAL" clId="{4BF4099A-B61A-4145-9EB7-F2687CDB23D8}" dt="2023-11-17T22:27:04.618" v="3866" actId="20577"/>
          <ac:spMkLst>
            <pc:docMk/>
            <pc:sldMk cId="3628248125" sldId="885"/>
            <ac:spMk id="2" creationId="{786B82D1-45B6-71CB-5435-6DA4D489D0E0}"/>
          </ac:spMkLst>
        </pc:spChg>
        <pc:spChg chg="mod">
          <ac:chgData name="Daphne Economou" userId="d065a339-36cf-4937-af08-41751becbd81" providerId="ADAL" clId="{4BF4099A-B61A-4145-9EB7-F2687CDB23D8}" dt="2023-11-17T22:23:27.325" v="3678" actId="20577"/>
          <ac:spMkLst>
            <pc:docMk/>
            <pc:sldMk cId="3628248125" sldId="885"/>
            <ac:spMk id="10" creationId="{0EBAB248-4334-AE30-7EEC-B6785507381B}"/>
          </ac:spMkLst>
        </pc:spChg>
        <pc:grpChg chg="del">
          <ac:chgData name="Daphne Economou" userId="d065a339-36cf-4937-af08-41751becbd81" providerId="ADAL" clId="{4BF4099A-B61A-4145-9EB7-F2687CDB23D8}" dt="2023-11-17T22:22:50.278" v="3659" actId="478"/>
          <ac:grpSpMkLst>
            <pc:docMk/>
            <pc:sldMk cId="3628248125" sldId="885"/>
            <ac:grpSpMk id="9" creationId="{DC76197E-5239-A94C-E588-44B9EF417CB0}"/>
          </ac:grpSpMkLst>
        </pc:grpChg>
        <pc:grpChg chg="del mod">
          <ac:chgData name="Daphne Economou" userId="d065a339-36cf-4937-af08-41751becbd81" providerId="ADAL" clId="{4BF4099A-B61A-4145-9EB7-F2687CDB23D8}" dt="2023-11-17T22:23:31.852" v="3680" actId="478"/>
          <ac:grpSpMkLst>
            <pc:docMk/>
            <pc:sldMk cId="3628248125" sldId="885"/>
            <ac:grpSpMk id="12" creationId="{E45D166A-A879-F884-F6D5-5FE24380F652}"/>
          </ac:grpSpMkLst>
        </pc:grpChg>
        <pc:grpChg chg="mod">
          <ac:chgData name="Daphne Economou" userId="d065a339-36cf-4937-af08-41751becbd81" providerId="ADAL" clId="{4BF4099A-B61A-4145-9EB7-F2687CDB23D8}" dt="2023-11-17T22:23:42.394" v="3683"/>
          <ac:grpSpMkLst>
            <pc:docMk/>
            <pc:sldMk cId="3628248125" sldId="885"/>
            <ac:grpSpMk id="15" creationId="{66F25C68-2787-E82C-5EB8-D04039405DF4}"/>
          </ac:grpSpMkLst>
        </pc:grpChg>
        <pc:grpChg chg="add del mod">
          <ac:chgData name="Daphne Economou" userId="d065a339-36cf-4937-af08-41751becbd81" providerId="ADAL" clId="{4BF4099A-B61A-4145-9EB7-F2687CDB23D8}" dt="2023-11-17T22:23:56.228" v="3696"/>
          <ac:grpSpMkLst>
            <pc:docMk/>
            <pc:sldMk cId="3628248125" sldId="885"/>
            <ac:grpSpMk id="18" creationId="{F67EF014-A0F4-27AD-E404-A748889B6F7C}"/>
          </ac:grpSpMkLst>
        </pc:grpChg>
        <pc:grpChg chg="mod">
          <ac:chgData name="Daphne Economou" userId="d065a339-36cf-4937-af08-41751becbd81" providerId="ADAL" clId="{4BF4099A-B61A-4145-9EB7-F2687CDB23D8}" dt="2023-11-17T22:23:55.515" v="3693"/>
          <ac:grpSpMkLst>
            <pc:docMk/>
            <pc:sldMk cId="3628248125" sldId="885"/>
            <ac:grpSpMk id="21" creationId="{93A35C97-2A73-A21B-8D23-84F6BE4A47E8}"/>
          </ac:grpSpMkLst>
        </pc:grpChg>
        <pc:picChg chg="mod">
          <ac:chgData name="Daphne Economou" userId="d065a339-36cf-4937-af08-41751becbd81" providerId="ADAL" clId="{4BF4099A-B61A-4145-9EB7-F2687CDB23D8}" dt="2023-11-17T20:33:07.365" v="3139" actId="962"/>
          <ac:picMkLst>
            <pc:docMk/>
            <pc:sldMk cId="3628248125" sldId="885"/>
            <ac:picMk id="6" creationId="{6EB32C77-760E-4924-FEA8-09ABE8B61CD4}"/>
          </ac:picMkLst>
        </pc:picChg>
        <pc:inkChg chg="add mod">
          <ac:chgData name="Daphne Economou" userId="d065a339-36cf-4937-af08-41751becbd81" providerId="ADAL" clId="{4BF4099A-B61A-4145-9EB7-F2687CDB23D8}" dt="2023-11-17T22:23:02.055" v="3662"/>
          <ac:inkMkLst>
            <pc:docMk/>
            <pc:sldMk cId="3628248125" sldId="885"/>
            <ac:inkMk id="3" creationId="{77C03F06-EC76-A7C2-381B-9A0506D3333A}"/>
          </ac:inkMkLst>
        </pc:inkChg>
        <pc:inkChg chg="add mod">
          <ac:chgData name="Daphne Economou" userId="d065a339-36cf-4937-af08-41751becbd81" providerId="ADAL" clId="{4BF4099A-B61A-4145-9EB7-F2687CDB23D8}" dt="2023-11-17T22:23:02.055" v="3662"/>
          <ac:inkMkLst>
            <pc:docMk/>
            <pc:sldMk cId="3628248125" sldId="885"/>
            <ac:inkMk id="11" creationId="{989C8191-9F9C-0C34-6268-5F25CCE099B8}"/>
          </ac:inkMkLst>
        </pc:inkChg>
        <pc:inkChg chg="add mod">
          <ac:chgData name="Daphne Economou" userId="d065a339-36cf-4937-af08-41751becbd81" providerId="ADAL" clId="{4BF4099A-B61A-4145-9EB7-F2687CDB23D8}" dt="2023-11-17T22:23:42.394" v="3683"/>
          <ac:inkMkLst>
            <pc:docMk/>
            <pc:sldMk cId="3628248125" sldId="885"/>
            <ac:inkMk id="13" creationId="{B10EAF92-B0AD-85F6-179E-15A051950ECF}"/>
          </ac:inkMkLst>
        </pc:inkChg>
        <pc:inkChg chg="add mod">
          <ac:chgData name="Daphne Economou" userId="d065a339-36cf-4937-af08-41751becbd81" providerId="ADAL" clId="{4BF4099A-B61A-4145-9EB7-F2687CDB23D8}" dt="2023-11-17T22:23:42.394" v="3683"/>
          <ac:inkMkLst>
            <pc:docMk/>
            <pc:sldMk cId="3628248125" sldId="885"/>
            <ac:inkMk id="14" creationId="{43D90FFE-5585-ACE3-7171-6FE0B41F382B}"/>
          </ac:inkMkLst>
        </pc:inkChg>
        <pc:inkChg chg="add del mod">
          <ac:chgData name="Daphne Economou" userId="d065a339-36cf-4937-af08-41751becbd81" providerId="ADAL" clId="{4BF4099A-B61A-4145-9EB7-F2687CDB23D8}" dt="2023-11-17T22:23:56.564" v="3697" actId="9405"/>
          <ac:inkMkLst>
            <pc:docMk/>
            <pc:sldMk cId="3628248125" sldId="885"/>
            <ac:inkMk id="16" creationId="{66802A8C-164F-CD1B-EE69-024DF43B6FE3}"/>
          </ac:inkMkLst>
        </pc:inkChg>
        <pc:inkChg chg="add del mod">
          <ac:chgData name="Daphne Economou" userId="d065a339-36cf-4937-af08-41751becbd81" providerId="ADAL" clId="{4BF4099A-B61A-4145-9EB7-F2687CDB23D8}" dt="2023-11-17T22:23:56.228" v="3696"/>
          <ac:inkMkLst>
            <pc:docMk/>
            <pc:sldMk cId="3628248125" sldId="885"/>
            <ac:inkMk id="17" creationId="{C5021338-E89E-FE86-E017-15D2AF7314BD}"/>
          </ac:inkMkLst>
        </pc:inkChg>
        <pc:inkChg chg="add del mod">
          <ac:chgData name="Daphne Economou" userId="d065a339-36cf-4937-af08-41751becbd81" providerId="ADAL" clId="{4BF4099A-B61A-4145-9EB7-F2687CDB23D8}" dt="2023-11-17T22:23:55.844" v="3694" actId="9405"/>
          <ac:inkMkLst>
            <pc:docMk/>
            <pc:sldMk cId="3628248125" sldId="885"/>
            <ac:inkMk id="19" creationId="{8DD187E7-E908-E194-6637-9ED950959F66}"/>
          </ac:inkMkLst>
        </pc:inkChg>
        <pc:inkChg chg="add del mod">
          <ac:chgData name="Daphne Economou" userId="d065a339-36cf-4937-af08-41751becbd81" providerId="ADAL" clId="{4BF4099A-B61A-4145-9EB7-F2687CDB23D8}" dt="2023-11-17T22:23:55.515" v="3693"/>
          <ac:inkMkLst>
            <pc:docMk/>
            <pc:sldMk cId="3628248125" sldId="885"/>
            <ac:inkMk id="20" creationId="{1F983B99-344E-72FF-C2F5-CB47E886E794}"/>
          </ac:inkMkLst>
        </pc:inkChg>
        <pc:inkChg chg="add del">
          <ac:chgData name="Daphne Economou" userId="d065a339-36cf-4937-af08-41751becbd81" providerId="ADAL" clId="{4BF4099A-B61A-4145-9EB7-F2687CDB23D8}" dt="2023-11-17T22:23:55.140" v="3691" actId="9405"/>
          <ac:inkMkLst>
            <pc:docMk/>
            <pc:sldMk cId="3628248125" sldId="885"/>
            <ac:inkMk id="22" creationId="{25775CEC-0EE4-1342-D1CB-AF74531CE4DF}"/>
          </ac:inkMkLst>
        </pc:inkChg>
      </pc:sldChg>
      <pc:sldChg chg="delSp modSp add mod">
        <pc:chgData name="Daphne Economou" userId="d065a339-36cf-4937-af08-41751becbd81" providerId="ADAL" clId="{4BF4099A-B61A-4145-9EB7-F2687CDB23D8}" dt="2023-11-17T22:28:00.927" v="3884" actId="1076"/>
        <pc:sldMkLst>
          <pc:docMk/>
          <pc:sldMk cId="913574025" sldId="886"/>
        </pc:sldMkLst>
        <pc:spChg chg="mod">
          <ac:chgData name="Daphne Economou" userId="d065a339-36cf-4937-af08-41751becbd81" providerId="ADAL" clId="{4BF4099A-B61A-4145-9EB7-F2687CDB23D8}" dt="2023-11-17T19:33:19.030" v="1713" actId="1076"/>
          <ac:spMkLst>
            <pc:docMk/>
            <pc:sldMk cId="913574025" sldId="886"/>
            <ac:spMk id="95" creationId="{BF7A4466-1C3A-8DCC-142C-51CFA421126F}"/>
          </ac:spMkLst>
        </pc:spChg>
        <pc:spChg chg="mod">
          <ac:chgData name="Daphne Economou" userId="d065a339-36cf-4937-af08-41751becbd81" providerId="ADAL" clId="{4BF4099A-B61A-4145-9EB7-F2687CDB23D8}" dt="2023-11-17T22:28:00.927" v="3884" actId="1076"/>
          <ac:spMkLst>
            <pc:docMk/>
            <pc:sldMk cId="913574025" sldId="886"/>
            <ac:spMk id="110" creationId="{CA87F8A8-1527-DE62-26ED-8880CB745B67}"/>
          </ac:spMkLst>
        </pc:spChg>
        <pc:grpChg chg="del">
          <ac:chgData name="Daphne Economou" userId="d065a339-36cf-4937-af08-41751becbd81" providerId="ADAL" clId="{4BF4099A-B61A-4145-9EB7-F2687CDB23D8}" dt="2023-11-17T19:31:42.623" v="1563" actId="478"/>
          <ac:grpSpMkLst>
            <pc:docMk/>
            <pc:sldMk cId="913574025" sldId="886"/>
            <ac:grpSpMk id="10" creationId="{B8324001-0C8D-7680-8396-E0E8093FD28C}"/>
          </ac:grpSpMkLst>
        </pc:grpChg>
        <pc:picChg chg="mod">
          <ac:chgData name="Daphne Economou" userId="d065a339-36cf-4937-af08-41751becbd81" providerId="ADAL" clId="{4BF4099A-B61A-4145-9EB7-F2687CDB23D8}" dt="2023-11-17T19:33:19.030" v="1713" actId="1076"/>
          <ac:picMkLst>
            <pc:docMk/>
            <pc:sldMk cId="913574025" sldId="886"/>
            <ac:picMk id="94" creationId="{18AB5F98-4BC1-CC75-247F-93BE8EED93E2}"/>
          </ac:picMkLst>
        </pc:picChg>
        <pc:picChg chg="mod">
          <ac:chgData name="Daphne Economou" userId="d065a339-36cf-4937-af08-41751becbd81" providerId="ADAL" clId="{4BF4099A-B61A-4145-9EB7-F2687CDB23D8}" dt="2023-11-17T20:33:51.199" v="3146" actId="962"/>
          <ac:picMkLst>
            <pc:docMk/>
            <pc:sldMk cId="913574025" sldId="886"/>
            <ac:picMk id="109" creationId="{773EB277-C8B1-B7BA-3951-7987E87554B3}"/>
          </ac:picMkLst>
        </pc:picChg>
      </pc:sldChg>
      <pc:sldChg chg="addSp delSp add del mod">
        <pc:chgData name="Daphne Economou" userId="d065a339-36cf-4937-af08-41751becbd81" providerId="ADAL" clId="{4BF4099A-B61A-4145-9EB7-F2687CDB23D8}" dt="2023-11-17T19:26:11.315" v="1182"/>
        <pc:sldMkLst>
          <pc:docMk/>
          <pc:sldMk cId="1484714716" sldId="886"/>
        </pc:sldMkLst>
        <pc:picChg chg="add del">
          <ac:chgData name="Daphne Economou" userId="d065a339-36cf-4937-af08-41751becbd81" providerId="ADAL" clId="{4BF4099A-B61A-4145-9EB7-F2687CDB23D8}" dt="2023-11-17T19:26:09.538" v="1180" actId="478"/>
          <ac:picMkLst>
            <pc:docMk/>
            <pc:sldMk cId="1484714716" sldId="886"/>
            <ac:picMk id="6" creationId="{6EB32C77-760E-4924-FEA8-09ABE8B61CD4}"/>
          </ac:picMkLst>
        </pc:picChg>
        <pc:picChg chg="add del">
          <ac:chgData name="Daphne Economou" userId="d065a339-36cf-4937-af08-41751becbd81" providerId="ADAL" clId="{4BF4099A-B61A-4145-9EB7-F2687CDB23D8}" dt="2023-11-17T19:26:08.955" v="1179" actId="22"/>
          <ac:picMkLst>
            <pc:docMk/>
            <pc:sldMk cId="1484714716" sldId="886"/>
            <ac:picMk id="11" creationId="{B179F8BE-D248-BADA-6D6B-8062CEDEB5A8}"/>
          </ac:picMkLst>
        </pc:picChg>
      </pc:sldChg>
      <pc:sldChg chg="addSp delSp modSp new del mod">
        <pc:chgData name="Daphne Economou" userId="d065a339-36cf-4937-af08-41751becbd81" providerId="ADAL" clId="{4BF4099A-B61A-4145-9EB7-F2687CDB23D8}" dt="2023-11-17T22:28:28.983" v="3885" actId="47"/>
        <pc:sldMkLst>
          <pc:docMk/>
          <pc:sldMk cId="1207636024" sldId="887"/>
        </pc:sldMkLst>
        <pc:spChg chg="mod">
          <ac:chgData name="Daphne Economou" userId="d065a339-36cf-4937-af08-41751becbd81" providerId="ADAL" clId="{4BF4099A-B61A-4145-9EB7-F2687CDB23D8}" dt="2023-11-17T19:54:01.636" v="1923" actId="1076"/>
          <ac:spMkLst>
            <pc:docMk/>
            <pc:sldMk cId="1207636024" sldId="887"/>
            <ac:spMk id="2" creationId="{E06AFA27-E057-96CB-841E-DCDAA681693D}"/>
          </ac:spMkLst>
        </pc:spChg>
        <pc:spChg chg="del">
          <ac:chgData name="Daphne Economou" userId="d065a339-36cf-4937-af08-41751becbd81" providerId="ADAL" clId="{4BF4099A-B61A-4145-9EB7-F2687CDB23D8}" dt="2023-11-17T19:43:05.626" v="1717" actId="478"/>
          <ac:spMkLst>
            <pc:docMk/>
            <pc:sldMk cId="1207636024" sldId="887"/>
            <ac:spMk id="3" creationId="{5F095573-5DC1-E7A8-E6B2-52BFB82E75E5}"/>
          </ac:spMkLst>
        </pc:spChg>
        <pc:spChg chg="add mod">
          <ac:chgData name="Daphne Economou" userId="d065a339-36cf-4937-af08-41751becbd81" providerId="ADAL" clId="{4BF4099A-B61A-4145-9EB7-F2687CDB23D8}" dt="2023-11-17T19:55:31.525" v="1930" actId="113"/>
          <ac:spMkLst>
            <pc:docMk/>
            <pc:sldMk cId="1207636024" sldId="887"/>
            <ac:spMk id="18" creationId="{EA370B80-632D-FA55-C2D4-E920DB1DE160}"/>
          </ac:spMkLst>
        </pc:spChg>
        <pc:spChg chg="add mod">
          <ac:chgData name="Daphne Economou" userId="d065a339-36cf-4937-af08-41751becbd81" providerId="ADAL" clId="{4BF4099A-B61A-4145-9EB7-F2687CDB23D8}" dt="2023-11-17T19:55:34.944" v="1931" actId="113"/>
          <ac:spMkLst>
            <pc:docMk/>
            <pc:sldMk cId="1207636024" sldId="887"/>
            <ac:spMk id="19" creationId="{5D37CB9D-8BBE-49D0-DD80-494D7C739CD7}"/>
          </ac:spMkLst>
        </pc:spChg>
        <pc:spChg chg="add mod">
          <ac:chgData name="Daphne Economou" userId="d065a339-36cf-4937-af08-41751becbd81" providerId="ADAL" clId="{4BF4099A-B61A-4145-9EB7-F2687CDB23D8}" dt="2023-11-17T19:55:58.359" v="1935" actId="1076"/>
          <ac:spMkLst>
            <pc:docMk/>
            <pc:sldMk cId="1207636024" sldId="887"/>
            <ac:spMk id="22" creationId="{05A3E316-2E65-18EE-85DE-FA202FECD704}"/>
          </ac:spMkLst>
        </pc:spChg>
        <pc:spChg chg="add mod">
          <ac:chgData name="Daphne Economou" userId="d065a339-36cf-4937-af08-41751becbd81" providerId="ADAL" clId="{4BF4099A-B61A-4145-9EB7-F2687CDB23D8}" dt="2023-11-17T19:55:57.973" v="1934" actId="1076"/>
          <ac:spMkLst>
            <pc:docMk/>
            <pc:sldMk cId="1207636024" sldId="887"/>
            <ac:spMk id="23" creationId="{7E523F7A-0E11-3E13-C0DB-690CAC3EE029}"/>
          </ac:spMkLst>
        </pc:spChg>
        <pc:picChg chg="add del mod">
          <ac:chgData name="Daphne Economou" userId="d065a339-36cf-4937-af08-41751becbd81" providerId="ADAL" clId="{4BF4099A-B61A-4145-9EB7-F2687CDB23D8}" dt="2023-11-17T19:44:25.899" v="1720" actId="478"/>
          <ac:picMkLst>
            <pc:docMk/>
            <pc:sldMk cId="1207636024" sldId="887"/>
            <ac:picMk id="7" creationId="{A769DED0-7667-5C51-52DA-3080F3E6C085}"/>
          </ac:picMkLst>
        </pc:picChg>
        <pc:picChg chg="add del mod">
          <ac:chgData name="Daphne Economou" userId="d065a339-36cf-4937-af08-41751becbd81" providerId="ADAL" clId="{4BF4099A-B61A-4145-9EB7-F2687CDB23D8}" dt="2023-11-17T19:44:25.899" v="1720" actId="478"/>
          <ac:picMkLst>
            <pc:docMk/>
            <pc:sldMk cId="1207636024" sldId="887"/>
            <ac:picMk id="9" creationId="{686A1ECB-FDA5-FABB-DEC4-653422645955}"/>
          </ac:picMkLst>
        </pc:picChg>
        <pc:picChg chg="add del mod">
          <ac:chgData name="Daphne Economou" userId="d065a339-36cf-4937-af08-41751becbd81" providerId="ADAL" clId="{4BF4099A-B61A-4145-9EB7-F2687CDB23D8}" dt="2023-11-17T19:48:39.245" v="1726" actId="478"/>
          <ac:picMkLst>
            <pc:docMk/>
            <pc:sldMk cId="1207636024" sldId="887"/>
            <ac:picMk id="11" creationId="{CA4227A8-7128-D792-A7C5-B2BF5A322F97}"/>
          </ac:picMkLst>
        </pc:picChg>
        <pc:picChg chg="add del mod">
          <ac:chgData name="Daphne Economou" userId="d065a339-36cf-4937-af08-41751becbd81" providerId="ADAL" clId="{4BF4099A-B61A-4145-9EB7-F2687CDB23D8}" dt="2023-11-17T19:48:40.170" v="1727" actId="478"/>
          <ac:picMkLst>
            <pc:docMk/>
            <pc:sldMk cId="1207636024" sldId="887"/>
            <ac:picMk id="13" creationId="{32F2EBB2-53F9-A6D7-DB0C-41AE46F3C314}"/>
          </ac:picMkLst>
        </pc:picChg>
        <pc:picChg chg="add del mod">
          <ac:chgData name="Daphne Economou" userId="d065a339-36cf-4937-af08-41751becbd81" providerId="ADAL" clId="{4BF4099A-B61A-4145-9EB7-F2687CDB23D8}" dt="2023-11-17T19:52:06.977" v="1798" actId="478"/>
          <ac:picMkLst>
            <pc:docMk/>
            <pc:sldMk cId="1207636024" sldId="887"/>
            <ac:picMk id="15" creationId="{6F86233A-3AA1-08A5-E602-7FC612DAC4A0}"/>
          </ac:picMkLst>
        </pc:picChg>
        <pc:picChg chg="add mod">
          <ac:chgData name="Daphne Economou" userId="d065a339-36cf-4937-af08-41751becbd81" providerId="ADAL" clId="{4BF4099A-B61A-4145-9EB7-F2687CDB23D8}" dt="2023-11-17T20:34:07.057" v="3152" actId="962"/>
          <ac:picMkLst>
            <pc:docMk/>
            <pc:sldMk cId="1207636024" sldId="887"/>
            <ac:picMk id="21" creationId="{89C74C71-B931-EAB3-669D-C5C3C91CDD62}"/>
          </ac:picMkLst>
        </pc:picChg>
        <pc:cxnChg chg="add mod">
          <ac:chgData name="Daphne Economou" userId="d065a339-36cf-4937-af08-41751becbd81" providerId="ADAL" clId="{4BF4099A-B61A-4145-9EB7-F2687CDB23D8}" dt="2023-11-17T19:54:43.673" v="1929" actId="1076"/>
          <ac:cxnSpMkLst>
            <pc:docMk/>
            <pc:sldMk cId="1207636024" sldId="887"/>
            <ac:cxnSpMk id="17" creationId="{2BA2A77A-A674-DEDB-3214-34C08C53D100}"/>
          </ac:cxnSpMkLst>
        </pc:cxnChg>
      </pc:sldChg>
      <pc:sldChg chg="addSp modSp add mod">
        <pc:chgData name="Daphne Economou" userId="d065a339-36cf-4937-af08-41751becbd81" providerId="ADAL" clId="{4BF4099A-B61A-4145-9EB7-F2687CDB23D8}" dt="2023-11-17T20:34:18.685" v="3154" actId="962"/>
        <pc:sldMkLst>
          <pc:docMk/>
          <pc:sldMk cId="1772765927" sldId="888"/>
        </pc:sldMkLst>
        <pc:spChg chg="add mod">
          <ac:chgData name="Daphne Economou" userId="d065a339-36cf-4937-af08-41751becbd81" providerId="ADAL" clId="{4BF4099A-B61A-4145-9EB7-F2687CDB23D8}" dt="2023-11-17T19:58:07.690" v="1998" actId="14100"/>
          <ac:spMkLst>
            <pc:docMk/>
            <pc:sldMk cId="1772765927" sldId="888"/>
            <ac:spMk id="8" creationId="{9FF6BDBE-88C2-A5CA-247A-13DD430F3770}"/>
          </ac:spMkLst>
        </pc:spChg>
        <pc:spChg chg="add mod">
          <ac:chgData name="Daphne Economou" userId="d065a339-36cf-4937-af08-41751becbd81" providerId="ADAL" clId="{4BF4099A-B61A-4145-9EB7-F2687CDB23D8}" dt="2023-11-17T20:11:36.394" v="2634" actId="1076"/>
          <ac:spMkLst>
            <pc:docMk/>
            <pc:sldMk cId="1772765927" sldId="888"/>
            <ac:spMk id="11" creationId="{BC543370-63F2-DB8A-BABA-2A44C6A7D517}"/>
          </ac:spMkLst>
        </pc:spChg>
        <pc:spChg chg="add mod">
          <ac:chgData name="Daphne Economou" userId="d065a339-36cf-4937-af08-41751becbd81" providerId="ADAL" clId="{4BF4099A-B61A-4145-9EB7-F2687CDB23D8}" dt="2023-11-17T20:11:39.409" v="2635" actId="1076"/>
          <ac:spMkLst>
            <pc:docMk/>
            <pc:sldMk cId="1772765927" sldId="888"/>
            <ac:spMk id="12" creationId="{F3DC23FA-A5CC-6641-F551-E65BE6200F4F}"/>
          </ac:spMkLst>
        </pc:spChg>
        <pc:spChg chg="mod">
          <ac:chgData name="Daphne Economou" userId="d065a339-36cf-4937-af08-41751becbd81" providerId="ADAL" clId="{4BF4099A-B61A-4145-9EB7-F2687CDB23D8}" dt="2023-11-17T19:57:07.765" v="1954" actId="1076"/>
          <ac:spMkLst>
            <pc:docMk/>
            <pc:sldMk cId="1772765927" sldId="888"/>
            <ac:spMk id="18" creationId="{EA370B80-632D-FA55-C2D4-E920DB1DE160}"/>
          </ac:spMkLst>
        </pc:spChg>
        <pc:spChg chg="mod">
          <ac:chgData name="Daphne Economou" userId="d065a339-36cf-4937-af08-41751becbd81" providerId="ADAL" clId="{4BF4099A-B61A-4145-9EB7-F2687CDB23D8}" dt="2023-11-17T19:57:07.765" v="1954" actId="1076"/>
          <ac:spMkLst>
            <pc:docMk/>
            <pc:sldMk cId="1772765927" sldId="888"/>
            <ac:spMk id="19" creationId="{5D37CB9D-8BBE-49D0-DD80-494D7C739CD7}"/>
          </ac:spMkLst>
        </pc:spChg>
        <pc:spChg chg="mod">
          <ac:chgData name="Daphne Economou" userId="d065a339-36cf-4937-af08-41751becbd81" providerId="ADAL" clId="{4BF4099A-B61A-4145-9EB7-F2687CDB23D8}" dt="2023-11-17T19:58:34.555" v="2000" actId="1076"/>
          <ac:spMkLst>
            <pc:docMk/>
            <pc:sldMk cId="1772765927" sldId="888"/>
            <ac:spMk id="22" creationId="{05A3E316-2E65-18EE-85DE-FA202FECD704}"/>
          </ac:spMkLst>
        </pc:spChg>
        <pc:spChg chg="mod">
          <ac:chgData name="Daphne Economou" userId="d065a339-36cf-4937-af08-41751becbd81" providerId="ADAL" clId="{4BF4099A-B61A-4145-9EB7-F2687CDB23D8}" dt="2023-11-17T19:58:37.268" v="2001" actId="1076"/>
          <ac:spMkLst>
            <pc:docMk/>
            <pc:sldMk cId="1772765927" sldId="888"/>
            <ac:spMk id="23" creationId="{7E523F7A-0E11-3E13-C0DB-690CAC3EE029}"/>
          </ac:spMkLst>
        </pc:spChg>
        <pc:picChg chg="mod">
          <ac:chgData name="Daphne Economou" userId="d065a339-36cf-4937-af08-41751becbd81" providerId="ADAL" clId="{4BF4099A-B61A-4145-9EB7-F2687CDB23D8}" dt="2023-11-17T20:34:18.685" v="3154" actId="962"/>
          <ac:picMkLst>
            <pc:docMk/>
            <pc:sldMk cId="1772765927" sldId="888"/>
            <ac:picMk id="21" creationId="{89C74C71-B931-EAB3-669D-C5C3C91CDD62}"/>
          </ac:picMkLst>
        </pc:picChg>
        <pc:cxnChg chg="add mod">
          <ac:chgData name="Daphne Economou" userId="d065a339-36cf-4937-af08-41751becbd81" providerId="ADAL" clId="{4BF4099A-B61A-4145-9EB7-F2687CDB23D8}" dt="2023-11-17T19:58:11.275" v="1999" actId="14100"/>
          <ac:cxnSpMkLst>
            <pc:docMk/>
            <pc:sldMk cId="1772765927" sldId="888"/>
            <ac:cxnSpMk id="13" creationId="{D0BD167F-23B4-B743-8AE0-5B8E0BFB843B}"/>
          </ac:cxnSpMkLst>
        </pc:cxnChg>
        <pc:cxnChg chg="mod">
          <ac:chgData name="Daphne Economou" userId="d065a339-36cf-4937-af08-41751becbd81" providerId="ADAL" clId="{4BF4099A-B61A-4145-9EB7-F2687CDB23D8}" dt="2023-11-17T19:57:15.049" v="1957" actId="14100"/>
          <ac:cxnSpMkLst>
            <pc:docMk/>
            <pc:sldMk cId="1772765927" sldId="888"/>
            <ac:cxnSpMk id="17" creationId="{2BA2A77A-A674-DEDB-3214-34C08C53D100}"/>
          </ac:cxnSpMkLst>
        </pc:cxnChg>
      </pc:sldChg>
      <pc:sldChg chg="addSp delSp modSp new mod">
        <pc:chgData name="Daphne Economou" userId="d065a339-36cf-4937-af08-41751becbd81" providerId="ADAL" clId="{4BF4099A-B61A-4145-9EB7-F2687CDB23D8}" dt="2023-11-17T20:11:21.103" v="2630" actId="403"/>
        <pc:sldMkLst>
          <pc:docMk/>
          <pc:sldMk cId="4054199778" sldId="889"/>
        </pc:sldMkLst>
        <pc:spChg chg="del mod">
          <ac:chgData name="Daphne Economou" userId="d065a339-36cf-4937-af08-41751becbd81" providerId="ADAL" clId="{4BF4099A-B61A-4145-9EB7-F2687CDB23D8}" dt="2023-11-17T20:07:06.175" v="2553" actId="478"/>
          <ac:spMkLst>
            <pc:docMk/>
            <pc:sldMk cId="4054199778" sldId="889"/>
            <ac:spMk id="2" creationId="{9C047887-B7E7-41CB-26D4-832397B6C3A2}"/>
          </ac:spMkLst>
        </pc:spChg>
        <pc:spChg chg="del">
          <ac:chgData name="Daphne Economou" userId="d065a339-36cf-4937-af08-41751becbd81" providerId="ADAL" clId="{4BF4099A-B61A-4145-9EB7-F2687CDB23D8}" dt="2023-11-17T19:59:05.205" v="2005" actId="478"/>
          <ac:spMkLst>
            <pc:docMk/>
            <pc:sldMk cId="4054199778" sldId="889"/>
            <ac:spMk id="3" creationId="{8A6ADC2A-0307-9475-2CDF-987889D35F05}"/>
          </ac:spMkLst>
        </pc:spChg>
        <pc:spChg chg="add mod">
          <ac:chgData name="Daphne Economou" userId="d065a339-36cf-4937-af08-41751becbd81" providerId="ADAL" clId="{4BF4099A-B61A-4145-9EB7-F2687CDB23D8}" dt="2023-11-17T20:11:17.966" v="2629" actId="1076"/>
          <ac:spMkLst>
            <pc:docMk/>
            <pc:sldMk cId="4054199778" sldId="889"/>
            <ac:spMk id="6" creationId="{F7837096-06D6-6BB5-D51A-DA4CFE459B51}"/>
          </ac:spMkLst>
        </pc:spChg>
        <pc:spChg chg="add mod">
          <ac:chgData name="Daphne Economou" userId="d065a339-36cf-4937-af08-41751becbd81" providerId="ADAL" clId="{4BF4099A-B61A-4145-9EB7-F2687CDB23D8}" dt="2023-11-17T20:11:15.181" v="2628" actId="403"/>
          <ac:spMkLst>
            <pc:docMk/>
            <pc:sldMk cId="4054199778" sldId="889"/>
            <ac:spMk id="7" creationId="{63FFE5E4-7B46-4E43-D8E9-8D59E1AFDBF8}"/>
          </ac:spMkLst>
        </pc:spChg>
        <pc:spChg chg="add del mod">
          <ac:chgData name="Daphne Economou" userId="d065a339-36cf-4937-af08-41751becbd81" providerId="ADAL" clId="{4BF4099A-B61A-4145-9EB7-F2687CDB23D8}" dt="2023-11-17T19:59:41.794" v="2016" actId="478"/>
          <ac:spMkLst>
            <pc:docMk/>
            <pc:sldMk cId="4054199778" sldId="889"/>
            <ac:spMk id="10" creationId="{2C07A817-C8F0-93A9-367E-A9AE6F74D7CA}"/>
          </ac:spMkLst>
        </pc:spChg>
        <pc:spChg chg="add mod">
          <ac:chgData name="Daphne Economou" userId="d065a339-36cf-4937-af08-41751becbd81" providerId="ADAL" clId="{4BF4099A-B61A-4145-9EB7-F2687CDB23D8}" dt="2023-11-17T20:03:08.464" v="2143" actId="1076"/>
          <ac:spMkLst>
            <pc:docMk/>
            <pc:sldMk cId="4054199778" sldId="889"/>
            <ac:spMk id="11" creationId="{BEF61A01-F6E9-5F50-02E4-84E3F9EBA5CC}"/>
          </ac:spMkLst>
        </pc:spChg>
        <pc:spChg chg="add mod">
          <ac:chgData name="Daphne Economou" userId="d065a339-36cf-4937-af08-41751becbd81" providerId="ADAL" clId="{4BF4099A-B61A-4145-9EB7-F2687CDB23D8}" dt="2023-11-17T20:11:21.103" v="2630" actId="403"/>
          <ac:spMkLst>
            <pc:docMk/>
            <pc:sldMk cId="4054199778" sldId="889"/>
            <ac:spMk id="12" creationId="{03805E59-D502-E046-2AFB-AB1AB14E0085}"/>
          </ac:spMkLst>
        </pc:spChg>
        <pc:spChg chg="add mod">
          <ac:chgData name="Daphne Economou" userId="d065a339-36cf-4937-af08-41751becbd81" providerId="ADAL" clId="{4BF4099A-B61A-4145-9EB7-F2687CDB23D8}" dt="2023-11-17T20:11:08.906" v="2626" actId="404"/>
          <ac:spMkLst>
            <pc:docMk/>
            <pc:sldMk cId="4054199778" sldId="889"/>
            <ac:spMk id="13" creationId="{9C126823-D784-233F-A3C3-5DC3E7D51F04}"/>
          </ac:spMkLst>
        </pc:spChg>
        <pc:spChg chg="add mod">
          <ac:chgData name="Daphne Economou" userId="d065a339-36cf-4937-af08-41751becbd81" providerId="ADAL" clId="{4BF4099A-B61A-4145-9EB7-F2687CDB23D8}" dt="2023-11-17T20:11:08.906" v="2626" actId="404"/>
          <ac:spMkLst>
            <pc:docMk/>
            <pc:sldMk cId="4054199778" sldId="889"/>
            <ac:spMk id="14" creationId="{0AC75B0F-B64A-C703-FC5B-A3DCAE2EBF08}"/>
          </ac:spMkLst>
        </pc:spChg>
        <pc:spChg chg="add del mod">
          <ac:chgData name="Daphne Economou" userId="d065a339-36cf-4937-af08-41751becbd81" providerId="ADAL" clId="{4BF4099A-B61A-4145-9EB7-F2687CDB23D8}" dt="2023-11-17T20:07:07.322" v="2554" actId="478"/>
          <ac:spMkLst>
            <pc:docMk/>
            <pc:sldMk cId="4054199778" sldId="889"/>
            <ac:spMk id="16" creationId="{6564D428-C1C3-3531-168B-005EA69387A0}"/>
          </ac:spMkLst>
        </pc:spChg>
        <pc:spChg chg="add mod">
          <ac:chgData name="Daphne Economou" userId="d065a339-36cf-4937-af08-41751becbd81" providerId="ADAL" clId="{4BF4099A-B61A-4145-9EB7-F2687CDB23D8}" dt="2023-11-17T20:07:11.007" v="2555"/>
          <ac:spMkLst>
            <pc:docMk/>
            <pc:sldMk cId="4054199778" sldId="889"/>
            <ac:spMk id="17" creationId="{2DFD471E-74CE-718C-C14E-500D82D8345C}"/>
          </ac:spMkLst>
        </pc:spChg>
        <pc:cxnChg chg="add mod">
          <ac:chgData name="Daphne Economou" userId="d065a339-36cf-4937-af08-41751becbd81" providerId="ADAL" clId="{4BF4099A-B61A-4145-9EB7-F2687CDB23D8}" dt="2023-11-17T20:03:08.464" v="2143" actId="1076"/>
          <ac:cxnSpMkLst>
            <pc:docMk/>
            <pc:sldMk cId="4054199778" sldId="889"/>
            <ac:cxnSpMk id="8" creationId="{0F1DC272-7D53-45DA-D018-68ACF4269754}"/>
          </ac:cxnSpMkLst>
        </pc:cxnChg>
      </pc:sldChg>
      <pc:sldChg chg="addSp delSp modSp add mod">
        <pc:chgData name="Daphne Economou" userId="d065a339-36cf-4937-af08-41751becbd81" providerId="ADAL" clId="{4BF4099A-B61A-4145-9EB7-F2687CDB23D8}" dt="2023-11-17T20:25:53.264" v="3073" actId="1076"/>
        <pc:sldMkLst>
          <pc:docMk/>
          <pc:sldMk cId="1018878409" sldId="890"/>
        </pc:sldMkLst>
        <pc:spChg chg="add mod">
          <ac:chgData name="Daphne Economou" userId="d065a339-36cf-4937-af08-41751becbd81" providerId="ADAL" clId="{4BF4099A-B61A-4145-9EB7-F2687CDB23D8}" dt="2023-11-17T20:23:57.447" v="3041" actId="1076"/>
          <ac:spMkLst>
            <pc:docMk/>
            <pc:sldMk cId="1018878409" sldId="890"/>
            <ac:spMk id="2" creationId="{EC9D506E-742F-DCC3-7B0F-F1117C9BFEA2}"/>
          </ac:spMkLst>
        </pc:spChg>
        <pc:spChg chg="add mod">
          <ac:chgData name="Daphne Economou" userId="d065a339-36cf-4937-af08-41751becbd81" providerId="ADAL" clId="{4BF4099A-B61A-4145-9EB7-F2687CDB23D8}" dt="2023-11-17T20:23:57.447" v="3041" actId="1076"/>
          <ac:spMkLst>
            <pc:docMk/>
            <pc:sldMk cId="1018878409" sldId="890"/>
            <ac:spMk id="3" creationId="{D96927FC-3A10-0845-10D4-8F1A620B40EF}"/>
          </ac:spMkLst>
        </pc:spChg>
        <pc:spChg chg="mod">
          <ac:chgData name="Daphne Economou" userId="d065a339-36cf-4937-af08-41751becbd81" providerId="ADAL" clId="{4BF4099A-B61A-4145-9EB7-F2687CDB23D8}" dt="2023-11-17T20:23:09.332" v="3034" actId="113"/>
          <ac:spMkLst>
            <pc:docMk/>
            <pc:sldMk cId="1018878409" sldId="890"/>
            <ac:spMk id="6" creationId="{F7837096-06D6-6BB5-D51A-DA4CFE459B51}"/>
          </ac:spMkLst>
        </pc:spChg>
        <pc:spChg chg="mod">
          <ac:chgData name="Daphne Economou" userId="d065a339-36cf-4937-af08-41751becbd81" providerId="ADAL" clId="{4BF4099A-B61A-4145-9EB7-F2687CDB23D8}" dt="2023-11-17T20:23:10.266" v="3035" actId="113"/>
          <ac:spMkLst>
            <pc:docMk/>
            <pc:sldMk cId="1018878409" sldId="890"/>
            <ac:spMk id="7" creationId="{63FFE5E4-7B46-4E43-D8E9-8D59E1AFDBF8}"/>
          </ac:spMkLst>
        </pc:spChg>
        <pc:spChg chg="del">
          <ac:chgData name="Daphne Economou" userId="d065a339-36cf-4937-af08-41751becbd81" providerId="ADAL" clId="{4BF4099A-B61A-4145-9EB7-F2687CDB23D8}" dt="2023-11-17T20:07:46.449" v="2560" actId="478"/>
          <ac:spMkLst>
            <pc:docMk/>
            <pc:sldMk cId="1018878409" sldId="890"/>
            <ac:spMk id="11" creationId="{BEF61A01-F6E9-5F50-02E4-84E3F9EBA5CC}"/>
          </ac:spMkLst>
        </pc:spChg>
        <pc:spChg chg="del mod">
          <ac:chgData name="Daphne Economou" userId="d065a339-36cf-4937-af08-41751becbd81" providerId="ADAL" clId="{4BF4099A-B61A-4145-9EB7-F2687CDB23D8}" dt="2023-11-17T20:07:48.011" v="2562" actId="478"/>
          <ac:spMkLst>
            <pc:docMk/>
            <pc:sldMk cId="1018878409" sldId="890"/>
            <ac:spMk id="12" creationId="{03805E59-D502-E046-2AFB-AB1AB14E0085}"/>
          </ac:spMkLst>
        </pc:spChg>
        <pc:spChg chg="del">
          <ac:chgData name="Daphne Economou" userId="d065a339-36cf-4937-af08-41751becbd81" providerId="ADAL" clId="{4BF4099A-B61A-4145-9EB7-F2687CDB23D8}" dt="2023-11-17T20:07:44.847" v="2559" actId="478"/>
          <ac:spMkLst>
            <pc:docMk/>
            <pc:sldMk cId="1018878409" sldId="890"/>
            <ac:spMk id="13" creationId="{9C126823-D784-233F-A3C3-5DC3E7D51F04}"/>
          </ac:spMkLst>
        </pc:spChg>
        <pc:spChg chg="del">
          <ac:chgData name="Daphne Economou" userId="d065a339-36cf-4937-af08-41751becbd81" providerId="ADAL" clId="{4BF4099A-B61A-4145-9EB7-F2687CDB23D8}" dt="2023-11-17T20:07:44.847" v="2559" actId="478"/>
          <ac:spMkLst>
            <pc:docMk/>
            <pc:sldMk cId="1018878409" sldId="890"/>
            <ac:spMk id="14" creationId="{0AC75B0F-B64A-C703-FC5B-A3DCAE2EBF08}"/>
          </ac:spMkLst>
        </pc:spChg>
        <pc:spChg chg="mod">
          <ac:chgData name="Daphne Economou" userId="d065a339-36cf-4937-af08-41751becbd81" providerId="ADAL" clId="{4BF4099A-B61A-4145-9EB7-F2687CDB23D8}" dt="2023-11-17T20:23:50.548" v="3040" actId="1076"/>
          <ac:spMkLst>
            <pc:docMk/>
            <pc:sldMk cId="1018878409" sldId="890"/>
            <ac:spMk id="17" creationId="{2DFD471E-74CE-718C-C14E-500D82D8345C}"/>
          </ac:spMkLst>
        </pc:spChg>
        <pc:spChg chg="add mod">
          <ac:chgData name="Daphne Economou" userId="d065a339-36cf-4937-af08-41751becbd81" providerId="ADAL" clId="{4BF4099A-B61A-4145-9EB7-F2687CDB23D8}" dt="2023-11-17T20:23:57.447" v="3041" actId="1076"/>
          <ac:spMkLst>
            <pc:docMk/>
            <pc:sldMk cId="1018878409" sldId="890"/>
            <ac:spMk id="19" creationId="{CA99005D-3755-0BC3-FCD8-208A175A2B0C}"/>
          </ac:spMkLst>
        </pc:spChg>
        <pc:spChg chg="add mod">
          <ac:chgData name="Daphne Economou" userId="d065a339-36cf-4937-af08-41751becbd81" providerId="ADAL" clId="{4BF4099A-B61A-4145-9EB7-F2687CDB23D8}" dt="2023-11-17T20:23:57.447" v="3041" actId="1076"/>
          <ac:spMkLst>
            <pc:docMk/>
            <pc:sldMk cId="1018878409" sldId="890"/>
            <ac:spMk id="20" creationId="{0B5D6F7F-2D7E-EB64-9240-D2D722454F14}"/>
          </ac:spMkLst>
        </pc:spChg>
        <pc:spChg chg="add mod">
          <ac:chgData name="Daphne Economou" userId="d065a339-36cf-4937-af08-41751becbd81" providerId="ADAL" clId="{4BF4099A-B61A-4145-9EB7-F2687CDB23D8}" dt="2023-11-17T20:23:34.277" v="3038" actId="207"/>
          <ac:spMkLst>
            <pc:docMk/>
            <pc:sldMk cId="1018878409" sldId="890"/>
            <ac:spMk id="23" creationId="{1390E7F2-375D-B24C-27F4-793F8B806E13}"/>
          </ac:spMkLst>
        </pc:spChg>
        <pc:spChg chg="add mod">
          <ac:chgData name="Daphne Economou" userId="d065a339-36cf-4937-af08-41751becbd81" providerId="ADAL" clId="{4BF4099A-B61A-4145-9EB7-F2687CDB23D8}" dt="2023-11-17T20:23:57.447" v="3041" actId="1076"/>
          <ac:spMkLst>
            <pc:docMk/>
            <pc:sldMk cId="1018878409" sldId="890"/>
            <ac:spMk id="24" creationId="{DEADAF7A-F999-BE76-164B-F670424E5287}"/>
          </ac:spMkLst>
        </pc:spChg>
        <pc:spChg chg="add mod">
          <ac:chgData name="Daphne Economou" userId="d065a339-36cf-4937-af08-41751becbd81" providerId="ADAL" clId="{4BF4099A-B61A-4145-9EB7-F2687CDB23D8}" dt="2023-11-17T20:23:57.447" v="3041" actId="1076"/>
          <ac:spMkLst>
            <pc:docMk/>
            <pc:sldMk cId="1018878409" sldId="890"/>
            <ac:spMk id="25" creationId="{2363F662-6773-6E97-0003-6B00D86CACFD}"/>
          </ac:spMkLst>
        </pc:spChg>
        <pc:spChg chg="add mod">
          <ac:chgData name="Daphne Economou" userId="d065a339-36cf-4937-af08-41751becbd81" providerId="ADAL" clId="{4BF4099A-B61A-4145-9EB7-F2687CDB23D8}" dt="2023-11-17T20:23:57.447" v="3041" actId="1076"/>
          <ac:spMkLst>
            <pc:docMk/>
            <pc:sldMk cId="1018878409" sldId="890"/>
            <ac:spMk id="27" creationId="{5721E06E-7E34-0E5D-F394-C60E45679064}"/>
          </ac:spMkLst>
        </pc:spChg>
        <pc:spChg chg="add mod">
          <ac:chgData name="Daphne Economou" userId="d065a339-36cf-4937-af08-41751becbd81" providerId="ADAL" clId="{4BF4099A-B61A-4145-9EB7-F2687CDB23D8}" dt="2023-11-17T20:23:57.447" v="3041" actId="1076"/>
          <ac:spMkLst>
            <pc:docMk/>
            <pc:sldMk cId="1018878409" sldId="890"/>
            <ac:spMk id="28" creationId="{909BF26B-4E36-5BDD-C0D3-098AE4379342}"/>
          </ac:spMkLst>
        </pc:spChg>
        <pc:spChg chg="add mod">
          <ac:chgData name="Daphne Economou" userId="d065a339-36cf-4937-af08-41751becbd81" providerId="ADAL" clId="{4BF4099A-B61A-4145-9EB7-F2687CDB23D8}" dt="2023-11-17T20:23:34.277" v="3038" actId="207"/>
          <ac:spMkLst>
            <pc:docMk/>
            <pc:sldMk cId="1018878409" sldId="890"/>
            <ac:spMk id="29" creationId="{CA47A53C-CBF2-B4C6-88D9-A5F40CDC420F}"/>
          </ac:spMkLst>
        </pc:spChg>
        <pc:spChg chg="add mod">
          <ac:chgData name="Daphne Economou" userId="d065a339-36cf-4937-af08-41751becbd81" providerId="ADAL" clId="{4BF4099A-B61A-4145-9EB7-F2687CDB23D8}" dt="2023-11-17T20:23:57.447" v="3041" actId="1076"/>
          <ac:spMkLst>
            <pc:docMk/>
            <pc:sldMk cId="1018878409" sldId="890"/>
            <ac:spMk id="30" creationId="{2A98F2F9-980F-A896-0DFE-302F556F76CC}"/>
          </ac:spMkLst>
        </pc:spChg>
        <pc:spChg chg="add mod">
          <ac:chgData name="Daphne Economou" userId="d065a339-36cf-4937-af08-41751becbd81" providerId="ADAL" clId="{4BF4099A-B61A-4145-9EB7-F2687CDB23D8}" dt="2023-11-17T20:23:57.447" v="3041" actId="1076"/>
          <ac:spMkLst>
            <pc:docMk/>
            <pc:sldMk cId="1018878409" sldId="890"/>
            <ac:spMk id="31" creationId="{4D3357C2-8848-1C23-0B81-19FB639AC2B7}"/>
          </ac:spMkLst>
        </pc:spChg>
        <pc:spChg chg="add mod">
          <ac:chgData name="Daphne Economou" userId="d065a339-36cf-4937-af08-41751becbd81" providerId="ADAL" clId="{4BF4099A-B61A-4145-9EB7-F2687CDB23D8}" dt="2023-11-17T20:23:57.447" v="3041" actId="1076"/>
          <ac:spMkLst>
            <pc:docMk/>
            <pc:sldMk cId="1018878409" sldId="890"/>
            <ac:spMk id="33" creationId="{6E6B2C4E-4928-3F28-7172-4D5EBDD58FE1}"/>
          </ac:spMkLst>
        </pc:spChg>
        <pc:spChg chg="add mod">
          <ac:chgData name="Daphne Economou" userId="d065a339-36cf-4937-af08-41751becbd81" providerId="ADAL" clId="{4BF4099A-B61A-4145-9EB7-F2687CDB23D8}" dt="2023-11-17T20:23:57.447" v="3041" actId="1076"/>
          <ac:spMkLst>
            <pc:docMk/>
            <pc:sldMk cId="1018878409" sldId="890"/>
            <ac:spMk id="34" creationId="{D9B1286D-5136-2611-5757-0F499D47A183}"/>
          </ac:spMkLst>
        </pc:spChg>
        <pc:spChg chg="add mod">
          <ac:chgData name="Daphne Economou" userId="d065a339-36cf-4937-af08-41751becbd81" providerId="ADAL" clId="{4BF4099A-B61A-4145-9EB7-F2687CDB23D8}" dt="2023-11-17T20:23:34.277" v="3038" actId="207"/>
          <ac:spMkLst>
            <pc:docMk/>
            <pc:sldMk cId="1018878409" sldId="890"/>
            <ac:spMk id="35" creationId="{7D3B329D-7A99-85C5-5A69-F9D1BBCD406E}"/>
          </ac:spMkLst>
        </pc:spChg>
        <pc:spChg chg="add mod ord">
          <ac:chgData name="Daphne Economou" userId="d065a339-36cf-4937-af08-41751becbd81" providerId="ADAL" clId="{4BF4099A-B61A-4145-9EB7-F2687CDB23D8}" dt="2023-11-17T20:22:40.805" v="3024" actId="14100"/>
          <ac:spMkLst>
            <pc:docMk/>
            <pc:sldMk cId="1018878409" sldId="890"/>
            <ac:spMk id="36" creationId="{81A56236-3802-C6E1-31C1-1A4495E57C26}"/>
          </ac:spMkLst>
        </pc:spChg>
        <pc:spChg chg="add mod">
          <ac:chgData name="Daphne Economou" userId="d065a339-36cf-4937-af08-41751becbd81" providerId="ADAL" clId="{4BF4099A-B61A-4145-9EB7-F2687CDB23D8}" dt="2023-11-17T20:25:27.860" v="3070" actId="13822"/>
          <ac:spMkLst>
            <pc:docMk/>
            <pc:sldMk cId="1018878409" sldId="890"/>
            <ac:spMk id="37" creationId="{687744DF-42B3-8B4A-ACAA-C1DA5A8A4A69}"/>
          </ac:spMkLst>
        </pc:spChg>
        <pc:spChg chg="add mod">
          <ac:chgData name="Daphne Economou" userId="d065a339-36cf-4937-af08-41751becbd81" providerId="ADAL" clId="{4BF4099A-B61A-4145-9EB7-F2687CDB23D8}" dt="2023-11-17T20:25:38.149" v="3071" actId="207"/>
          <ac:spMkLst>
            <pc:docMk/>
            <pc:sldMk cId="1018878409" sldId="890"/>
            <ac:spMk id="38" creationId="{6E80A6B1-4A3E-7E7B-8E7C-2F21FE842BF4}"/>
          </ac:spMkLst>
        </pc:spChg>
        <pc:spChg chg="add mod">
          <ac:chgData name="Daphne Economou" userId="d065a339-36cf-4937-af08-41751becbd81" providerId="ADAL" clId="{4BF4099A-B61A-4145-9EB7-F2687CDB23D8}" dt="2023-11-17T20:25:38.149" v="3071" actId="207"/>
          <ac:spMkLst>
            <pc:docMk/>
            <pc:sldMk cId="1018878409" sldId="890"/>
            <ac:spMk id="39" creationId="{4B32906B-DC03-5BA5-72D2-3427A34FF8B1}"/>
          </ac:spMkLst>
        </pc:spChg>
        <pc:spChg chg="add mod">
          <ac:chgData name="Daphne Economou" userId="d065a339-36cf-4937-af08-41751becbd81" providerId="ADAL" clId="{4BF4099A-B61A-4145-9EB7-F2687CDB23D8}" dt="2023-11-17T20:25:53.264" v="3073" actId="1076"/>
          <ac:spMkLst>
            <pc:docMk/>
            <pc:sldMk cId="1018878409" sldId="890"/>
            <ac:spMk id="42" creationId="{27EAD5D9-8A04-CD6F-4B3E-AC4140A68201}"/>
          </ac:spMkLst>
        </pc:spChg>
        <pc:cxnChg chg="mod">
          <ac:chgData name="Daphne Economou" userId="d065a339-36cf-4937-af08-41751becbd81" providerId="ADAL" clId="{4BF4099A-B61A-4145-9EB7-F2687CDB23D8}" dt="2023-11-17T20:22:31.955" v="3021" actId="1076"/>
          <ac:cxnSpMkLst>
            <pc:docMk/>
            <pc:sldMk cId="1018878409" sldId="890"/>
            <ac:cxnSpMk id="8" creationId="{0F1DC272-7D53-45DA-D018-68ACF4269754}"/>
          </ac:cxnSpMkLst>
        </pc:cxnChg>
        <pc:cxnChg chg="add mod">
          <ac:chgData name="Daphne Economou" userId="d065a339-36cf-4937-af08-41751becbd81" providerId="ADAL" clId="{4BF4099A-B61A-4145-9EB7-F2687CDB23D8}" dt="2023-11-17T20:23:57.447" v="3041" actId="1076"/>
          <ac:cxnSpMkLst>
            <pc:docMk/>
            <pc:sldMk cId="1018878409" sldId="890"/>
            <ac:cxnSpMk id="9" creationId="{8BD26991-FB69-2791-B3B1-F75AFB878ED8}"/>
          </ac:cxnSpMkLst>
        </pc:cxnChg>
        <pc:cxnChg chg="add mod">
          <ac:chgData name="Daphne Economou" userId="d065a339-36cf-4937-af08-41751becbd81" providerId="ADAL" clId="{4BF4099A-B61A-4145-9EB7-F2687CDB23D8}" dt="2023-11-17T20:23:57.447" v="3041" actId="1076"/>
          <ac:cxnSpMkLst>
            <pc:docMk/>
            <pc:sldMk cId="1018878409" sldId="890"/>
            <ac:cxnSpMk id="26" creationId="{0B200164-70FC-5936-AEA7-8D10369A1CE0}"/>
          </ac:cxnSpMkLst>
        </pc:cxnChg>
        <pc:cxnChg chg="add mod">
          <ac:chgData name="Daphne Economou" userId="d065a339-36cf-4937-af08-41751becbd81" providerId="ADAL" clId="{4BF4099A-B61A-4145-9EB7-F2687CDB23D8}" dt="2023-11-17T20:23:57.447" v="3041" actId="1076"/>
          <ac:cxnSpMkLst>
            <pc:docMk/>
            <pc:sldMk cId="1018878409" sldId="890"/>
            <ac:cxnSpMk id="32" creationId="{CA810CA5-B241-DB83-63DB-DD7D63898152}"/>
          </ac:cxnSpMkLst>
        </pc:cxnChg>
        <pc:cxnChg chg="add mod">
          <ac:chgData name="Daphne Economou" userId="d065a339-36cf-4937-af08-41751becbd81" providerId="ADAL" clId="{4BF4099A-B61A-4145-9EB7-F2687CDB23D8}" dt="2023-11-17T20:25:48.472" v="3072" actId="208"/>
          <ac:cxnSpMkLst>
            <pc:docMk/>
            <pc:sldMk cId="1018878409" sldId="890"/>
            <ac:cxnSpMk id="40" creationId="{9B7B0D7C-08D7-B585-C64F-BE154334B25A}"/>
          </ac:cxnSpMkLst>
        </pc:cxnChg>
      </pc:sldChg>
      <pc:sldChg chg="addSp delSp modSp new mod ord">
        <pc:chgData name="Daphne Economou" userId="d065a339-36cf-4937-af08-41751becbd81" providerId="ADAL" clId="{4BF4099A-B61A-4145-9EB7-F2687CDB23D8}" dt="2023-11-17T22:38:19.821" v="4001" actId="962"/>
        <pc:sldMkLst>
          <pc:docMk/>
          <pc:sldMk cId="1237559167" sldId="891"/>
        </pc:sldMkLst>
        <pc:spChg chg="mod">
          <ac:chgData name="Daphne Economou" userId="d065a339-36cf-4937-af08-41751becbd81" providerId="ADAL" clId="{4BF4099A-B61A-4145-9EB7-F2687CDB23D8}" dt="2023-11-17T20:53:03.388" v="3252" actId="20577"/>
          <ac:spMkLst>
            <pc:docMk/>
            <pc:sldMk cId="1237559167" sldId="891"/>
            <ac:spMk id="2" creationId="{1A6D5E99-9130-0EA0-7774-398BE63423F1}"/>
          </ac:spMkLst>
        </pc:spChg>
        <pc:spChg chg="del">
          <ac:chgData name="Daphne Economou" userId="d065a339-36cf-4937-af08-41751becbd81" providerId="ADAL" clId="{4BF4099A-B61A-4145-9EB7-F2687CDB23D8}" dt="2023-11-17T20:52:45.995" v="3230" actId="478"/>
          <ac:spMkLst>
            <pc:docMk/>
            <pc:sldMk cId="1237559167" sldId="891"/>
            <ac:spMk id="3" creationId="{0BED73C1-B84C-3C24-C373-2EEF970315D0}"/>
          </ac:spMkLst>
        </pc:spChg>
        <pc:spChg chg="add mod">
          <ac:chgData name="Daphne Economou" userId="d065a339-36cf-4937-af08-41751becbd81" providerId="ADAL" clId="{4BF4099A-B61A-4145-9EB7-F2687CDB23D8}" dt="2023-11-17T20:56:24.177" v="3262" actId="1076"/>
          <ac:spMkLst>
            <pc:docMk/>
            <pc:sldMk cId="1237559167" sldId="891"/>
            <ac:spMk id="10" creationId="{0A9D10A6-0449-B85A-6FF1-884431838538}"/>
          </ac:spMkLst>
        </pc:spChg>
        <pc:picChg chg="add del mod">
          <ac:chgData name="Daphne Economou" userId="d065a339-36cf-4937-af08-41751becbd81" providerId="ADAL" clId="{4BF4099A-B61A-4145-9EB7-F2687CDB23D8}" dt="2023-11-17T20:53:57.326" v="3253" actId="478"/>
          <ac:picMkLst>
            <pc:docMk/>
            <pc:sldMk cId="1237559167" sldId="891"/>
            <ac:picMk id="7" creationId="{F010E534-D25C-E42B-F3C8-38B3F02A84E5}"/>
          </ac:picMkLst>
        </pc:picChg>
        <pc:picChg chg="add mod">
          <ac:chgData name="Daphne Economou" userId="d065a339-36cf-4937-af08-41751becbd81" providerId="ADAL" clId="{4BF4099A-B61A-4145-9EB7-F2687CDB23D8}" dt="2023-11-17T22:38:19.821" v="4001" actId="962"/>
          <ac:picMkLst>
            <pc:docMk/>
            <pc:sldMk cId="1237559167" sldId="891"/>
            <ac:picMk id="9" creationId="{E3B4D1F1-B630-7BDE-A564-578F688DFF90}"/>
          </ac:picMkLst>
        </pc:picChg>
      </pc:sldChg>
      <pc:sldChg chg="addSp delSp modSp new mod">
        <pc:chgData name="Daphne Economou" userId="d065a339-36cf-4937-af08-41751becbd81" providerId="ADAL" clId="{4BF4099A-B61A-4145-9EB7-F2687CDB23D8}" dt="2023-11-18T12:33:43.123" v="6081" actId="962"/>
        <pc:sldMkLst>
          <pc:docMk/>
          <pc:sldMk cId="1056494376" sldId="892"/>
        </pc:sldMkLst>
        <pc:spChg chg="mod">
          <ac:chgData name="Daphne Economou" userId="d065a339-36cf-4937-af08-41751becbd81" providerId="ADAL" clId="{4BF4099A-B61A-4145-9EB7-F2687CDB23D8}" dt="2023-11-18T11:07:31.407" v="5648" actId="20577"/>
          <ac:spMkLst>
            <pc:docMk/>
            <pc:sldMk cId="1056494376" sldId="892"/>
            <ac:spMk id="2" creationId="{D506C17E-9B6C-6858-BFA3-F769C81162B8}"/>
          </ac:spMkLst>
        </pc:spChg>
        <pc:spChg chg="mod">
          <ac:chgData name="Daphne Economou" userId="d065a339-36cf-4937-af08-41751becbd81" providerId="ADAL" clId="{4BF4099A-B61A-4145-9EB7-F2687CDB23D8}" dt="2023-11-18T11:07:13.714" v="5633" actId="27636"/>
          <ac:spMkLst>
            <pc:docMk/>
            <pc:sldMk cId="1056494376" sldId="892"/>
            <ac:spMk id="3" creationId="{449CD616-2E1D-895D-93E8-025C34977FC4}"/>
          </ac:spMkLst>
        </pc:spChg>
        <pc:spChg chg="add mod">
          <ac:chgData name="Daphne Economou" userId="d065a339-36cf-4937-af08-41751becbd81" providerId="ADAL" clId="{4BF4099A-B61A-4145-9EB7-F2687CDB23D8}" dt="2023-11-18T11:08:45.349" v="5670" actId="14100"/>
          <ac:spMkLst>
            <pc:docMk/>
            <pc:sldMk cId="1056494376" sldId="892"/>
            <ac:spMk id="11" creationId="{F784CA67-1A1A-2E2A-BE76-841089016688}"/>
          </ac:spMkLst>
        </pc:spChg>
        <pc:graphicFrameChg chg="add del mod modGraphic">
          <ac:chgData name="Daphne Economou" userId="d065a339-36cf-4937-af08-41751becbd81" providerId="ADAL" clId="{4BF4099A-B61A-4145-9EB7-F2687CDB23D8}" dt="2023-11-18T10:35:52.557" v="4386" actId="478"/>
          <ac:graphicFrameMkLst>
            <pc:docMk/>
            <pc:sldMk cId="1056494376" sldId="892"/>
            <ac:graphicFrameMk id="6" creationId="{5E65FFBC-F1ED-B393-6963-35746BB2B791}"/>
          </ac:graphicFrameMkLst>
        </pc:graphicFrameChg>
        <pc:picChg chg="add mod">
          <ac:chgData name="Daphne Economou" userId="d065a339-36cf-4937-af08-41751becbd81" providerId="ADAL" clId="{4BF4099A-B61A-4145-9EB7-F2687CDB23D8}" dt="2023-11-18T12:33:43.123" v="6081" actId="962"/>
          <ac:picMkLst>
            <pc:docMk/>
            <pc:sldMk cId="1056494376" sldId="892"/>
            <ac:picMk id="8" creationId="{F5B57847-9EB8-BB6E-67C6-D318A1BE2E2A}"/>
          </ac:picMkLst>
        </pc:picChg>
        <pc:picChg chg="add mod">
          <ac:chgData name="Daphne Economou" userId="d065a339-36cf-4937-af08-41751becbd81" providerId="ADAL" clId="{4BF4099A-B61A-4145-9EB7-F2687CDB23D8}" dt="2023-11-18T12:33:33.059" v="6067" actId="962"/>
          <ac:picMkLst>
            <pc:docMk/>
            <pc:sldMk cId="1056494376" sldId="892"/>
            <ac:picMk id="10" creationId="{7FC6AC95-1908-9B8B-30A1-3D657D618C56}"/>
          </ac:picMkLst>
        </pc:picChg>
      </pc:sldChg>
      <pc:sldChg chg="add del">
        <pc:chgData name="Daphne Economou" userId="d065a339-36cf-4937-af08-41751becbd81" providerId="ADAL" clId="{4BF4099A-B61A-4145-9EB7-F2687CDB23D8}" dt="2023-11-18T11:47:28.147" v="5755" actId="47"/>
        <pc:sldMkLst>
          <pc:docMk/>
          <pc:sldMk cId="2309100957" sldId="893"/>
        </pc:sldMkLst>
      </pc:sldChg>
      <pc:sldChg chg="addSp delSp modSp add mod">
        <pc:chgData name="Daphne Economou" userId="d065a339-36cf-4937-af08-41751becbd81" providerId="ADAL" clId="{4BF4099A-B61A-4145-9EB7-F2687CDB23D8}" dt="2023-11-18T12:33:01.572" v="6052" actId="962"/>
        <pc:sldMkLst>
          <pc:docMk/>
          <pc:sldMk cId="2021083888" sldId="894"/>
        </pc:sldMkLst>
        <pc:spChg chg="mod">
          <ac:chgData name="Daphne Economou" userId="d065a339-36cf-4937-af08-41751becbd81" providerId="ADAL" clId="{4BF4099A-B61A-4145-9EB7-F2687CDB23D8}" dt="2023-11-18T11:47:24.800" v="5754" actId="27636"/>
          <ac:spMkLst>
            <pc:docMk/>
            <pc:sldMk cId="2021083888" sldId="894"/>
            <ac:spMk id="2" creationId="{F7D54B27-3D71-1CC1-7D72-DD8A58717E3F}"/>
          </ac:spMkLst>
        </pc:spChg>
        <pc:spChg chg="mod">
          <ac:chgData name="Daphne Economou" userId="d065a339-36cf-4937-af08-41751becbd81" providerId="ADAL" clId="{4BF4099A-B61A-4145-9EB7-F2687CDB23D8}" dt="2023-11-18T11:50:34.880" v="5799" actId="27636"/>
          <ac:spMkLst>
            <pc:docMk/>
            <pc:sldMk cId="2021083888" sldId="894"/>
            <ac:spMk id="3" creationId="{569E19FC-5E62-F439-D10F-1057C01C5A76}"/>
          </ac:spMkLst>
        </pc:spChg>
        <pc:picChg chg="add mod">
          <ac:chgData name="Daphne Economou" userId="d065a339-36cf-4937-af08-41751becbd81" providerId="ADAL" clId="{4BF4099A-B61A-4145-9EB7-F2687CDB23D8}" dt="2023-11-18T12:33:01.572" v="6052" actId="962"/>
          <ac:picMkLst>
            <pc:docMk/>
            <pc:sldMk cId="2021083888" sldId="894"/>
            <ac:picMk id="5" creationId="{9B6C479F-5397-5979-AADF-504831A25D71}"/>
          </ac:picMkLst>
        </pc:picChg>
        <pc:picChg chg="del">
          <ac:chgData name="Daphne Economou" userId="d065a339-36cf-4937-af08-41751becbd81" providerId="ADAL" clId="{4BF4099A-B61A-4145-9EB7-F2687CDB23D8}" dt="2023-11-18T11:47:29.883" v="5756" actId="478"/>
          <ac:picMkLst>
            <pc:docMk/>
            <pc:sldMk cId="2021083888" sldId="894"/>
            <ac:picMk id="7" creationId="{F35B155E-FC91-872B-204F-74DACD15EA67}"/>
          </ac:picMkLst>
        </pc:picChg>
        <pc:picChg chg="del">
          <ac:chgData name="Daphne Economou" userId="d065a339-36cf-4937-af08-41751becbd81" providerId="ADAL" clId="{4BF4099A-B61A-4145-9EB7-F2687CDB23D8}" dt="2023-11-18T11:47:30.334" v="5757" actId="478"/>
          <ac:picMkLst>
            <pc:docMk/>
            <pc:sldMk cId="2021083888" sldId="894"/>
            <ac:picMk id="9" creationId="{74B78ECB-70EE-42F2-13BD-8D9A353D6EC1}"/>
          </ac:picMkLst>
        </pc:picChg>
        <pc:picChg chg="add mod">
          <ac:chgData name="Daphne Economou" userId="d065a339-36cf-4937-af08-41751becbd81" providerId="ADAL" clId="{4BF4099A-B61A-4145-9EB7-F2687CDB23D8}" dt="2023-11-18T12:33:01.572" v="6052" actId="962"/>
          <ac:picMkLst>
            <pc:docMk/>
            <pc:sldMk cId="2021083888" sldId="894"/>
            <ac:picMk id="11" creationId="{FB6D834B-59B4-795C-9BEE-5A5BBFEC4CC4}"/>
          </ac:picMkLst>
        </pc:picChg>
      </pc:sldChg>
      <pc:sldChg chg="addSp delSp modSp add mod">
        <pc:chgData name="Daphne Economou" userId="d065a339-36cf-4937-af08-41751becbd81" providerId="ADAL" clId="{4BF4099A-B61A-4145-9EB7-F2687CDB23D8}" dt="2023-11-18T12:32:58.724" v="6050" actId="962"/>
        <pc:sldMkLst>
          <pc:docMk/>
          <pc:sldMk cId="2661021720" sldId="895"/>
        </pc:sldMkLst>
        <pc:spChg chg="mod">
          <ac:chgData name="Daphne Economou" userId="d065a339-36cf-4937-af08-41751becbd81" providerId="ADAL" clId="{4BF4099A-B61A-4145-9EB7-F2687CDB23D8}" dt="2023-11-18T11:50:28.290" v="5794" actId="27636"/>
          <ac:spMkLst>
            <pc:docMk/>
            <pc:sldMk cId="2661021720" sldId="895"/>
            <ac:spMk id="3" creationId="{569E19FC-5E62-F439-D10F-1057C01C5A76}"/>
          </ac:spMkLst>
        </pc:spChg>
        <pc:picChg chg="del">
          <ac:chgData name="Daphne Economou" userId="d065a339-36cf-4937-af08-41751becbd81" providerId="ADAL" clId="{4BF4099A-B61A-4145-9EB7-F2687CDB23D8}" dt="2023-11-18T11:50:18.252" v="5786" actId="478"/>
          <ac:picMkLst>
            <pc:docMk/>
            <pc:sldMk cId="2661021720" sldId="895"/>
            <ac:picMk id="5" creationId="{9B6C479F-5397-5979-AADF-504831A25D71}"/>
          </ac:picMkLst>
        </pc:picChg>
        <pc:picChg chg="add del mod">
          <ac:chgData name="Daphne Economou" userId="d065a339-36cf-4937-af08-41751becbd81" providerId="ADAL" clId="{4BF4099A-B61A-4145-9EB7-F2687CDB23D8}" dt="2023-11-18T11:51:25.310" v="5804" actId="478"/>
          <ac:picMkLst>
            <pc:docMk/>
            <pc:sldMk cId="2661021720" sldId="895"/>
            <ac:picMk id="7" creationId="{9EFBC529-884F-E2AF-A948-1B789376CB21}"/>
          </ac:picMkLst>
        </pc:picChg>
        <pc:picChg chg="add mod">
          <ac:chgData name="Daphne Economou" userId="d065a339-36cf-4937-af08-41751becbd81" providerId="ADAL" clId="{4BF4099A-B61A-4145-9EB7-F2687CDB23D8}" dt="2023-11-18T12:32:58.724" v="6050" actId="962"/>
          <ac:picMkLst>
            <pc:docMk/>
            <pc:sldMk cId="2661021720" sldId="895"/>
            <ac:picMk id="10" creationId="{393830F2-20B4-B615-0590-45C632581555}"/>
          </ac:picMkLst>
        </pc:picChg>
        <pc:picChg chg="del">
          <ac:chgData name="Daphne Economou" userId="d065a339-36cf-4937-af08-41751becbd81" providerId="ADAL" clId="{4BF4099A-B61A-4145-9EB7-F2687CDB23D8}" dt="2023-11-18T11:50:18.633" v="5787" actId="478"/>
          <ac:picMkLst>
            <pc:docMk/>
            <pc:sldMk cId="2661021720" sldId="895"/>
            <ac:picMk id="11" creationId="{FB6D834B-59B4-795C-9BEE-5A5BBFEC4CC4}"/>
          </ac:picMkLst>
        </pc:picChg>
        <pc:picChg chg="add mod">
          <ac:chgData name="Daphne Economou" userId="d065a339-36cf-4937-af08-41751becbd81" providerId="ADAL" clId="{4BF4099A-B61A-4145-9EB7-F2687CDB23D8}" dt="2023-11-18T12:32:58.724" v="6050" actId="962"/>
          <ac:picMkLst>
            <pc:docMk/>
            <pc:sldMk cId="2661021720" sldId="895"/>
            <ac:picMk id="13" creationId="{376CF176-68E8-A32E-94E5-6B25F9C76EB6}"/>
          </ac:picMkLst>
        </pc:picChg>
      </pc:sldChg>
      <pc:sldChg chg="new del">
        <pc:chgData name="Daphne Economou" userId="d065a339-36cf-4937-af08-41751becbd81" providerId="ADAL" clId="{4BF4099A-B61A-4145-9EB7-F2687CDB23D8}" dt="2023-11-18T12:09:02.629" v="5917" actId="47"/>
        <pc:sldMkLst>
          <pc:docMk/>
          <pc:sldMk cId="2752652036" sldId="896"/>
        </pc:sldMkLst>
      </pc:sldChg>
      <pc:sldChg chg="addSp delSp modSp add mod">
        <pc:chgData name="Daphne Economou" userId="d065a339-36cf-4937-af08-41751becbd81" providerId="ADAL" clId="{4BF4099A-B61A-4145-9EB7-F2687CDB23D8}" dt="2023-11-18T12:32:47.860" v="6048" actId="962"/>
        <pc:sldMkLst>
          <pc:docMk/>
          <pc:sldMk cId="3752386319" sldId="897"/>
        </pc:sldMkLst>
        <pc:spChg chg="mod">
          <ac:chgData name="Daphne Economou" userId="d065a339-36cf-4937-af08-41751becbd81" providerId="ADAL" clId="{4BF4099A-B61A-4145-9EB7-F2687CDB23D8}" dt="2023-11-18T12:07:13.861" v="5909" actId="20577"/>
          <ac:spMkLst>
            <pc:docMk/>
            <pc:sldMk cId="3752386319" sldId="897"/>
            <ac:spMk id="2" creationId="{F7D54B27-3D71-1CC1-7D72-DD8A58717E3F}"/>
          </ac:spMkLst>
        </pc:spChg>
        <pc:picChg chg="del">
          <ac:chgData name="Daphne Economou" userId="d065a339-36cf-4937-af08-41751becbd81" providerId="ADAL" clId="{4BF4099A-B61A-4145-9EB7-F2687CDB23D8}" dt="2023-11-18T12:07:18.974" v="5910" actId="478"/>
          <ac:picMkLst>
            <pc:docMk/>
            <pc:sldMk cId="3752386319" sldId="897"/>
            <ac:picMk id="5" creationId="{9B6C479F-5397-5979-AADF-504831A25D71}"/>
          </ac:picMkLst>
        </pc:picChg>
        <pc:picChg chg="add mod">
          <ac:chgData name="Daphne Economou" userId="d065a339-36cf-4937-af08-41751becbd81" providerId="ADAL" clId="{4BF4099A-B61A-4145-9EB7-F2687CDB23D8}" dt="2023-11-18T12:32:47.860" v="6048" actId="962"/>
          <ac:picMkLst>
            <pc:docMk/>
            <pc:sldMk cId="3752386319" sldId="897"/>
            <ac:picMk id="7" creationId="{E49E5CB7-1BD0-FE5C-90F5-6AA95D1E4988}"/>
          </ac:picMkLst>
        </pc:picChg>
        <pc:picChg chg="add mod">
          <ac:chgData name="Daphne Economou" userId="d065a339-36cf-4937-af08-41751becbd81" providerId="ADAL" clId="{4BF4099A-B61A-4145-9EB7-F2687CDB23D8}" dt="2023-11-18T12:32:47.860" v="6048" actId="962"/>
          <ac:picMkLst>
            <pc:docMk/>
            <pc:sldMk cId="3752386319" sldId="897"/>
            <ac:picMk id="10" creationId="{80BD5A57-550D-E9F7-700C-66DAEB3BAC84}"/>
          </ac:picMkLst>
        </pc:picChg>
        <pc:picChg chg="del">
          <ac:chgData name="Daphne Economou" userId="d065a339-36cf-4937-af08-41751becbd81" providerId="ADAL" clId="{4BF4099A-B61A-4145-9EB7-F2687CDB23D8}" dt="2023-11-18T12:07:18.974" v="5910" actId="478"/>
          <ac:picMkLst>
            <pc:docMk/>
            <pc:sldMk cId="3752386319" sldId="897"/>
            <ac:picMk id="11" creationId="{FB6D834B-59B4-795C-9BEE-5A5BBFEC4CC4}"/>
          </ac:picMkLst>
        </pc:picChg>
      </pc:sldChg>
      <pc:sldChg chg="addSp delSp modSp add mod">
        <pc:chgData name="Daphne Economou" userId="d065a339-36cf-4937-af08-41751becbd81" providerId="ADAL" clId="{4BF4099A-B61A-4145-9EB7-F2687CDB23D8}" dt="2023-11-18T12:32:43.879" v="6046" actId="962"/>
        <pc:sldMkLst>
          <pc:docMk/>
          <pc:sldMk cId="3807473489" sldId="898"/>
        </pc:sldMkLst>
        <pc:picChg chg="add mod">
          <ac:chgData name="Daphne Economou" userId="d065a339-36cf-4937-af08-41751becbd81" providerId="ADAL" clId="{4BF4099A-B61A-4145-9EB7-F2687CDB23D8}" dt="2023-11-18T12:32:43.879" v="6046" actId="962"/>
          <ac:picMkLst>
            <pc:docMk/>
            <pc:sldMk cId="3807473489" sldId="898"/>
            <ac:picMk id="5" creationId="{39E14BF6-6BE2-8D0D-3FE6-A1F0EB90D200}"/>
          </ac:picMkLst>
        </pc:picChg>
        <pc:picChg chg="del">
          <ac:chgData name="Daphne Economou" userId="d065a339-36cf-4937-af08-41751becbd81" providerId="ADAL" clId="{4BF4099A-B61A-4145-9EB7-F2687CDB23D8}" dt="2023-11-18T12:09:04.856" v="5918" actId="478"/>
          <ac:picMkLst>
            <pc:docMk/>
            <pc:sldMk cId="3807473489" sldId="898"/>
            <ac:picMk id="7" creationId="{E49E5CB7-1BD0-FE5C-90F5-6AA95D1E4988}"/>
          </ac:picMkLst>
        </pc:picChg>
        <pc:picChg chg="del">
          <ac:chgData name="Daphne Economou" userId="d065a339-36cf-4937-af08-41751becbd81" providerId="ADAL" clId="{4BF4099A-B61A-4145-9EB7-F2687CDB23D8}" dt="2023-11-18T12:09:05.381" v="5919" actId="478"/>
          <ac:picMkLst>
            <pc:docMk/>
            <pc:sldMk cId="3807473489" sldId="898"/>
            <ac:picMk id="10" creationId="{80BD5A57-550D-E9F7-700C-66DAEB3BAC84}"/>
          </ac:picMkLst>
        </pc:picChg>
        <pc:picChg chg="add mod">
          <ac:chgData name="Daphne Economou" userId="d065a339-36cf-4937-af08-41751becbd81" providerId="ADAL" clId="{4BF4099A-B61A-4145-9EB7-F2687CDB23D8}" dt="2023-11-18T12:32:43.879" v="6046" actId="962"/>
          <ac:picMkLst>
            <pc:docMk/>
            <pc:sldMk cId="3807473489" sldId="898"/>
            <ac:picMk id="11" creationId="{68FFAF10-D4D1-E75A-0FCE-0BBA393BE882}"/>
          </ac:picMkLst>
        </pc:picChg>
      </pc:sldChg>
      <pc:sldChg chg="addSp delSp modSp add mod">
        <pc:chgData name="Daphne Economou" userId="d065a339-36cf-4937-af08-41751becbd81" providerId="ADAL" clId="{4BF4099A-B61A-4145-9EB7-F2687CDB23D8}" dt="2023-11-18T12:32:39.900" v="6044" actId="962"/>
        <pc:sldMkLst>
          <pc:docMk/>
          <pc:sldMk cId="3288820797" sldId="899"/>
        </pc:sldMkLst>
        <pc:picChg chg="del">
          <ac:chgData name="Daphne Economou" userId="d065a339-36cf-4937-af08-41751becbd81" providerId="ADAL" clId="{4BF4099A-B61A-4145-9EB7-F2687CDB23D8}" dt="2023-11-18T12:11:51.944" v="5932" actId="478"/>
          <ac:picMkLst>
            <pc:docMk/>
            <pc:sldMk cId="3288820797" sldId="899"/>
            <ac:picMk id="5" creationId="{39E14BF6-6BE2-8D0D-3FE6-A1F0EB90D200}"/>
          </ac:picMkLst>
        </pc:picChg>
        <pc:picChg chg="add mod">
          <ac:chgData name="Daphne Economou" userId="d065a339-36cf-4937-af08-41751becbd81" providerId="ADAL" clId="{4BF4099A-B61A-4145-9EB7-F2687CDB23D8}" dt="2023-11-18T12:32:39.900" v="6044" actId="962"/>
          <ac:picMkLst>
            <pc:docMk/>
            <pc:sldMk cId="3288820797" sldId="899"/>
            <ac:picMk id="7" creationId="{AE227B4D-537C-F15A-62EF-F6A57D94D899}"/>
          </ac:picMkLst>
        </pc:picChg>
        <pc:picChg chg="del">
          <ac:chgData name="Daphne Economou" userId="d065a339-36cf-4937-af08-41751becbd81" providerId="ADAL" clId="{4BF4099A-B61A-4145-9EB7-F2687CDB23D8}" dt="2023-11-18T12:11:52.318" v="5933" actId="478"/>
          <ac:picMkLst>
            <pc:docMk/>
            <pc:sldMk cId="3288820797" sldId="899"/>
            <ac:picMk id="11" creationId="{68FFAF10-D4D1-E75A-0FCE-0BBA393BE882}"/>
          </ac:picMkLst>
        </pc:picChg>
      </pc:sldChg>
      <pc:sldMasterChg chg="modSp mod modSldLayout">
        <pc:chgData name="Daphne Economou" userId="d065a339-36cf-4937-af08-41751becbd81" providerId="ADAL" clId="{4BF4099A-B61A-4145-9EB7-F2687CDB23D8}" dt="2023-11-18T12:30:30.404" v="6033" actId="20577"/>
        <pc:sldMasterMkLst>
          <pc:docMk/>
          <pc:sldMasterMk cId="0" sldId="2147483768"/>
        </pc:sldMasterMkLst>
        <pc:spChg chg="mod">
          <ac:chgData name="Daphne Economou" userId="d065a339-36cf-4937-af08-41751becbd81" providerId="ADAL" clId="{4BF4099A-B61A-4145-9EB7-F2687CDB23D8}" dt="2023-11-18T12:29:51.512" v="6011" actId="20577"/>
          <ac:spMkLst>
            <pc:docMk/>
            <pc:sldMasterMk cId="0" sldId="2147483768"/>
            <ac:spMk id="23" creationId="{00000000-0000-0000-0000-000000000000}"/>
          </ac:spMkLst>
        </pc:spChg>
        <pc:sldLayoutChg chg="modSp mod">
          <pc:chgData name="Daphne Economou" userId="d065a339-36cf-4937-af08-41751becbd81" providerId="ADAL" clId="{4BF4099A-B61A-4145-9EB7-F2687CDB23D8}" dt="2023-11-18T12:29:54.986" v="6013" actId="20577"/>
          <pc:sldLayoutMkLst>
            <pc:docMk/>
            <pc:sldMasterMk cId="0" sldId="2147483768"/>
            <pc:sldLayoutMk cId="0" sldId="2147483769"/>
          </pc:sldLayoutMkLst>
          <pc:spChg chg="mod">
            <ac:chgData name="Daphne Economou" userId="d065a339-36cf-4937-af08-41751becbd81" providerId="ADAL" clId="{4BF4099A-B61A-4145-9EB7-F2687CDB23D8}" dt="2023-11-18T12:29:54.986" v="6013"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4BF4099A-B61A-4145-9EB7-F2687CDB23D8}" dt="2023-11-18T12:29:58.227" v="6015" actId="20577"/>
          <pc:sldLayoutMkLst>
            <pc:docMk/>
            <pc:sldMasterMk cId="0" sldId="2147483768"/>
            <pc:sldLayoutMk cId="0" sldId="2147483770"/>
          </pc:sldLayoutMkLst>
          <pc:spChg chg="mod">
            <ac:chgData name="Daphne Economou" userId="d065a339-36cf-4937-af08-41751becbd81" providerId="ADAL" clId="{4BF4099A-B61A-4145-9EB7-F2687CDB23D8}" dt="2023-11-18T12:29:58.227" v="6015"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4BF4099A-B61A-4145-9EB7-F2687CDB23D8}" dt="2023-11-18T12:30:01.075" v="6017" actId="20577"/>
          <pc:sldLayoutMkLst>
            <pc:docMk/>
            <pc:sldMasterMk cId="0" sldId="2147483768"/>
            <pc:sldLayoutMk cId="0" sldId="2147483771"/>
          </pc:sldLayoutMkLst>
          <pc:spChg chg="mod">
            <ac:chgData name="Daphne Economou" userId="d065a339-36cf-4937-af08-41751becbd81" providerId="ADAL" clId="{4BF4099A-B61A-4145-9EB7-F2687CDB23D8}" dt="2023-11-18T12:30:01.075" v="6017"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4BF4099A-B61A-4145-9EB7-F2687CDB23D8}" dt="2023-11-18T12:30:05.066" v="6019" actId="20577"/>
          <pc:sldLayoutMkLst>
            <pc:docMk/>
            <pc:sldMasterMk cId="0" sldId="2147483768"/>
            <pc:sldLayoutMk cId="0" sldId="2147483772"/>
          </pc:sldLayoutMkLst>
          <pc:spChg chg="mod">
            <ac:chgData name="Daphne Economou" userId="d065a339-36cf-4937-af08-41751becbd81" providerId="ADAL" clId="{4BF4099A-B61A-4145-9EB7-F2687CDB23D8}" dt="2023-11-18T12:30:05.066" v="6019"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4BF4099A-B61A-4145-9EB7-F2687CDB23D8}" dt="2023-11-18T12:30:08.713" v="6021" actId="20577"/>
          <pc:sldLayoutMkLst>
            <pc:docMk/>
            <pc:sldMasterMk cId="0" sldId="2147483768"/>
            <pc:sldLayoutMk cId="0" sldId="2147483773"/>
          </pc:sldLayoutMkLst>
          <pc:spChg chg="mod">
            <ac:chgData name="Daphne Economou" userId="d065a339-36cf-4937-af08-41751becbd81" providerId="ADAL" clId="{4BF4099A-B61A-4145-9EB7-F2687CDB23D8}" dt="2023-11-18T12:30:08.713" v="6021"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4BF4099A-B61A-4145-9EB7-F2687CDB23D8}" dt="2023-11-18T12:30:12.103" v="6023" actId="20577"/>
          <pc:sldLayoutMkLst>
            <pc:docMk/>
            <pc:sldMasterMk cId="0" sldId="2147483768"/>
            <pc:sldLayoutMk cId="0" sldId="2147483774"/>
          </pc:sldLayoutMkLst>
          <pc:spChg chg="mod">
            <ac:chgData name="Daphne Economou" userId="d065a339-36cf-4937-af08-41751becbd81" providerId="ADAL" clId="{4BF4099A-B61A-4145-9EB7-F2687CDB23D8}" dt="2023-11-18T12:30:12.103" v="6023"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4BF4099A-B61A-4145-9EB7-F2687CDB23D8}" dt="2023-11-18T12:30:15.763" v="6025" actId="20577"/>
          <pc:sldLayoutMkLst>
            <pc:docMk/>
            <pc:sldMasterMk cId="0" sldId="2147483768"/>
            <pc:sldLayoutMk cId="0" sldId="2147483775"/>
          </pc:sldLayoutMkLst>
          <pc:spChg chg="mod">
            <ac:chgData name="Daphne Economou" userId="d065a339-36cf-4937-af08-41751becbd81" providerId="ADAL" clId="{4BF4099A-B61A-4145-9EB7-F2687CDB23D8}" dt="2023-11-18T12:30:15.763" v="6025"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4BF4099A-B61A-4145-9EB7-F2687CDB23D8}" dt="2023-11-18T12:30:18.884" v="6027" actId="20577"/>
          <pc:sldLayoutMkLst>
            <pc:docMk/>
            <pc:sldMasterMk cId="0" sldId="2147483768"/>
            <pc:sldLayoutMk cId="0" sldId="2147483776"/>
          </pc:sldLayoutMkLst>
          <pc:spChg chg="mod">
            <ac:chgData name="Daphne Economou" userId="d065a339-36cf-4937-af08-41751becbd81" providerId="ADAL" clId="{4BF4099A-B61A-4145-9EB7-F2687CDB23D8}" dt="2023-11-18T12:30:18.884" v="6027"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4BF4099A-B61A-4145-9EB7-F2687CDB23D8}" dt="2023-11-18T12:30:22.286" v="6029" actId="20577"/>
          <pc:sldLayoutMkLst>
            <pc:docMk/>
            <pc:sldMasterMk cId="0" sldId="2147483768"/>
            <pc:sldLayoutMk cId="0" sldId="2147483777"/>
          </pc:sldLayoutMkLst>
          <pc:spChg chg="mod">
            <ac:chgData name="Daphne Economou" userId="d065a339-36cf-4937-af08-41751becbd81" providerId="ADAL" clId="{4BF4099A-B61A-4145-9EB7-F2687CDB23D8}" dt="2023-11-18T12:30:22.286" v="6029"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4BF4099A-B61A-4145-9EB7-F2687CDB23D8}" dt="2023-11-18T12:30:25.993" v="6031" actId="20577"/>
          <pc:sldLayoutMkLst>
            <pc:docMk/>
            <pc:sldMasterMk cId="0" sldId="2147483768"/>
            <pc:sldLayoutMk cId="0" sldId="2147483778"/>
          </pc:sldLayoutMkLst>
          <pc:spChg chg="mod">
            <ac:chgData name="Daphne Economou" userId="d065a339-36cf-4937-af08-41751becbd81" providerId="ADAL" clId="{4BF4099A-B61A-4145-9EB7-F2687CDB23D8}" dt="2023-11-18T12:30:25.993" v="6031"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4BF4099A-B61A-4145-9EB7-F2687CDB23D8}" dt="2023-11-18T12:30:30.404" v="6033" actId="20577"/>
          <pc:sldLayoutMkLst>
            <pc:docMk/>
            <pc:sldMasterMk cId="0" sldId="2147483768"/>
            <pc:sldLayoutMk cId="0" sldId="2147483779"/>
          </pc:sldLayoutMkLst>
          <pc:spChg chg="mod">
            <ac:chgData name="Daphne Economou" userId="d065a339-36cf-4937-af08-41751becbd81" providerId="ADAL" clId="{4BF4099A-B61A-4145-9EB7-F2687CDB23D8}" dt="2023-11-18T12:30:30.404" v="6033" actId="20577"/>
            <ac:spMkLst>
              <pc:docMk/>
              <pc:sldMasterMk cId="0" sldId="2147483768"/>
              <pc:sldLayoutMk cId="0" sldId="2147483779"/>
              <ac:spMk id="6" creationId="{00000000-0000-0000-0000-000000000000}"/>
            </ac:spMkLst>
          </pc:spChg>
        </pc:sldLayoutChg>
      </pc:sldMasterChg>
    </pc:docChg>
  </pc:docChgLst>
  <pc:docChgLst>
    <pc:chgData name="Daphne Economou" userId="d065a339-36cf-4937-af08-41751becbd81" providerId="ADAL" clId="{83C48E3E-5806-4495-8133-5436D9B2036C}"/>
    <pc:docChg chg="custSel modSld">
      <pc:chgData name="Daphne Economou" userId="d065a339-36cf-4937-af08-41751becbd81" providerId="ADAL" clId="{83C48E3E-5806-4495-8133-5436D9B2036C}" dt="2024-11-18T19:35:26.205" v="17" actId="166"/>
      <pc:docMkLst>
        <pc:docMk/>
      </pc:docMkLst>
      <pc:sldChg chg="addSp modSp mod">
        <pc:chgData name="Daphne Economou" userId="d065a339-36cf-4937-af08-41751becbd81" providerId="ADAL" clId="{83C48E3E-5806-4495-8133-5436D9B2036C}" dt="2024-11-18T19:30:45.166" v="10" actId="1035"/>
        <pc:sldMkLst>
          <pc:docMk/>
          <pc:sldMk cId="4210811839" sldId="859"/>
        </pc:sldMkLst>
        <pc:spChg chg="mod">
          <ac:chgData name="Daphne Economou" userId="d065a339-36cf-4937-af08-41751becbd81" providerId="ADAL" clId="{83C48E3E-5806-4495-8133-5436D9B2036C}" dt="2024-11-18T19:30:18.738" v="6" actId="27636"/>
          <ac:spMkLst>
            <pc:docMk/>
            <pc:sldMk cId="4210811839" sldId="859"/>
            <ac:spMk id="3" creationId="{BC54ABFA-EF7F-35DB-0ABB-71ED22F8F432}"/>
          </ac:spMkLst>
        </pc:spChg>
        <pc:spChg chg="add mod ord">
          <ac:chgData name="Daphne Economou" userId="d065a339-36cf-4937-af08-41751becbd81" providerId="ADAL" clId="{83C48E3E-5806-4495-8133-5436D9B2036C}" dt="2024-11-18T19:30:45.166" v="10" actId="1035"/>
          <ac:spMkLst>
            <pc:docMk/>
            <pc:sldMk cId="4210811839" sldId="859"/>
            <ac:spMk id="4" creationId="{84EA8F92-7575-7EAB-08B6-78F5CFB81893}"/>
          </ac:spMkLst>
        </pc:spChg>
      </pc:sldChg>
      <pc:sldChg chg="addSp modSp mod">
        <pc:chgData name="Daphne Economou" userId="d065a339-36cf-4937-af08-41751becbd81" providerId="ADAL" clId="{83C48E3E-5806-4495-8133-5436D9B2036C}" dt="2024-11-18T19:35:26.205" v="17" actId="166"/>
        <pc:sldMkLst>
          <pc:docMk/>
          <pc:sldMk cId="612456143" sldId="860"/>
        </pc:sldMkLst>
        <pc:inkChg chg="add mod">
          <ac:chgData name="Daphne Economou" userId="d065a339-36cf-4937-af08-41751becbd81" providerId="ADAL" clId="{83C48E3E-5806-4495-8133-5436D9B2036C}" dt="2024-11-18T19:35:22.311" v="16" actId="14100"/>
          <ac:inkMkLst>
            <pc:docMk/>
            <pc:sldMk cId="612456143" sldId="860"/>
            <ac:inkMk id="4" creationId="{5CC57B6B-9DA6-6F75-2708-E74FA593B2B0}"/>
          </ac:inkMkLst>
        </pc:inkChg>
        <pc:inkChg chg="mod ord">
          <ac:chgData name="Daphne Economou" userId="d065a339-36cf-4937-af08-41751becbd81" providerId="ADAL" clId="{83C48E3E-5806-4495-8133-5436D9B2036C}" dt="2024-11-18T19:35:26.205" v="17" actId="166"/>
          <ac:inkMkLst>
            <pc:docMk/>
            <pc:sldMk cId="612456143" sldId="860"/>
            <ac:inkMk id="27" creationId="{DF8BA72B-B082-534F-2009-D16E3E70DF2C}"/>
          </ac:inkMkLst>
        </pc:inkChg>
      </pc:sldChg>
      <pc:sldChg chg="modSp mod">
        <pc:chgData name="Daphne Economou" userId="d065a339-36cf-4937-af08-41751becbd81" providerId="ADAL" clId="{83C48E3E-5806-4495-8133-5436D9B2036C}" dt="2024-11-18T18:00:51.942" v="2" actId="113"/>
        <pc:sldMkLst>
          <pc:docMk/>
          <pc:sldMk cId="4054199778" sldId="889"/>
        </pc:sldMkLst>
        <pc:spChg chg="mod">
          <ac:chgData name="Daphne Economou" userId="d065a339-36cf-4937-af08-41751becbd81" providerId="ADAL" clId="{83C48E3E-5806-4495-8133-5436D9B2036C}" dt="2024-11-18T18:00:51.942" v="2" actId="113"/>
          <ac:spMkLst>
            <pc:docMk/>
            <pc:sldMk cId="4054199778" sldId="889"/>
            <ac:spMk id="14" creationId="{0AC75B0F-B64A-C703-FC5B-A3DCAE2EBF08}"/>
          </ac:spMkLst>
        </pc:spChg>
      </pc:sldChg>
      <pc:sldChg chg="modSp mod">
        <pc:chgData name="Daphne Economou" userId="d065a339-36cf-4937-af08-41751becbd81" providerId="ADAL" clId="{83C48E3E-5806-4495-8133-5436D9B2036C}" dt="2024-11-18T18:01:29.274" v="3" actId="313"/>
        <pc:sldMkLst>
          <pc:docMk/>
          <pc:sldMk cId="1018878409" sldId="890"/>
        </pc:sldMkLst>
        <pc:spChg chg="mod">
          <ac:chgData name="Daphne Economou" userId="d065a339-36cf-4937-af08-41751becbd81" providerId="ADAL" clId="{83C48E3E-5806-4495-8133-5436D9B2036C}" dt="2024-11-18T18:01:29.274" v="3" actId="313"/>
          <ac:spMkLst>
            <pc:docMk/>
            <pc:sldMk cId="1018878409" sldId="890"/>
            <ac:spMk id="29" creationId="{CA47A53C-CBF2-B4C6-88D9-A5F40CDC420F}"/>
          </ac:spMkLst>
        </pc:spChg>
      </pc:sldChg>
    </pc:docChg>
  </pc:docChgLst>
  <pc:docChgLst>
    <pc:chgData name="Daphne Economou" userId="d065a339-36cf-4937-af08-41751becbd81" providerId="ADAL" clId="{E2BA724A-B914-4997-B02D-91CD4289849E}"/>
    <pc:docChg chg="undo custSel addSld delSld modSld sldOrd modMainMaster">
      <pc:chgData name="Daphne Economou" userId="d065a339-36cf-4937-af08-41751becbd81" providerId="ADAL" clId="{E2BA724A-B914-4997-B02D-91CD4289849E}" dt="2022-11-30T21:59:42.876" v="2582" actId="20577"/>
      <pc:docMkLst>
        <pc:docMk/>
      </pc:docMkLst>
      <pc:sldChg chg="modSp mod">
        <pc:chgData name="Daphne Economou" userId="d065a339-36cf-4937-af08-41751becbd81" providerId="ADAL" clId="{E2BA724A-B914-4997-B02D-91CD4289849E}" dt="2022-11-20T22:54:54.233" v="976" actId="20577"/>
        <pc:sldMkLst>
          <pc:docMk/>
          <pc:sldMk cId="0" sldId="358"/>
        </pc:sldMkLst>
        <pc:spChg chg="mod">
          <ac:chgData name="Daphne Economou" userId="d065a339-36cf-4937-af08-41751becbd81" providerId="ADAL" clId="{E2BA724A-B914-4997-B02D-91CD4289849E}" dt="2022-11-20T22:54:54.233" v="976" actId="20577"/>
          <ac:spMkLst>
            <pc:docMk/>
            <pc:sldMk cId="0" sldId="358"/>
            <ac:spMk id="223235" creationId="{00000000-0000-0000-0000-000000000000}"/>
          </ac:spMkLst>
        </pc:spChg>
      </pc:sldChg>
      <pc:sldChg chg="modSp mod">
        <pc:chgData name="Daphne Economou" userId="d065a339-36cf-4937-af08-41751becbd81" providerId="ADAL" clId="{E2BA724A-B914-4997-B02D-91CD4289849E}" dt="2022-11-20T22:29:55.778" v="4" actId="6549"/>
        <pc:sldMkLst>
          <pc:docMk/>
          <pc:sldMk cId="0" sldId="443"/>
        </pc:sldMkLst>
        <pc:spChg chg="mod">
          <ac:chgData name="Daphne Economou" userId="d065a339-36cf-4937-af08-41751becbd81" providerId="ADAL" clId="{E2BA724A-B914-4997-B02D-91CD4289849E}" dt="2022-11-20T22:29:55.778" v="4" actId="6549"/>
          <ac:spMkLst>
            <pc:docMk/>
            <pc:sldMk cId="0" sldId="443"/>
            <ac:spMk id="2" creationId="{00000000-0000-0000-0000-000000000000}"/>
          </ac:spMkLst>
        </pc:spChg>
      </pc:sldChg>
      <pc:sldChg chg="modSp mod">
        <pc:chgData name="Daphne Economou" userId="d065a339-36cf-4937-af08-41751becbd81" providerId="ADAL" clId="{E2BA724A-B914-4997-B02D-91CD4289849E}" dt="2022-11-20T22:54:33.383" v="971" actId="6549"/>
        <pc:sldMkLst>
          <pc:docMk/>
          <pc:sldMk cId="1393113354" sldId="498"/>
        </pc:sldMkLst>
        <pc:spChg chg="mod">
          <ac:chgData name="Daphne Economou" userId="d065a339-36cf-4937-af08-41751becbd81" providerId="ADAL" clId="{E2BA724A-B914-4997-B02D-91CD4289849E}" dt="2022-11-20T22:54:33.383" v="971" actId="6549"/>
          <ac:spMkLst>
            <pc:docMk/>
            <pc:sldMk cId="1393113354" sldId="498"/>
            <ac:spMk id="3" creationId="{2C69F99F-A699-D3F6-AAD3-A9DBE9A177F1}"/>
          </ac:spMkLst>
        </pc:spChg>
      </pc:sldChg>
      <pc:sldChg chg="modSp mod">
        <pc:chgData name="Daphne Economou" userId="d065a339-36cf-4937-af08-41751becbd81" providerId="ADAL" clId="{E2BA724A-B914-4997-B02D-91CD4289849E}" dt="2022-11-20T22:30:13.799" v="6" actId="27636"/>
        <pc:sldMkLst>
          <pc:docMk/>
          <pc:sldMk cId="0" sldId="499"/>
        </pc:sldMkLst>
        <pc:spChg chg="mod">
          <ac:chgData name="Daphne Economou" userId="d065a339-36cf-4937-af08-41751becbd81" providerId="ADAL" clId="{E2BA724A-B914-4997-B02D-91CD4289849E}" dt="2022-11-20T22:30:13.799" v="6" actId="27636"/>
          <ac:spMkLst>
            <pc:docMk/>
            <pc:sldMk cId="0" sldId="499"/>
            <ac:spMk id="157699" creationId="{00000000-0000-0000-0000-000000000000}"/>
          </ac:spMkLst>
        </pc:spChg>
      </pc:sldChg>
      <pc:sldChg chg="del">
        <pc:chgData name="Daphne Economou" userId="d065a339-36cf-4937-af08-41751becbd81" providerId="ADAL" clId="{E2BA724A-B914-4997-B02D-91CD4289849E}" dt="2022-11-20T22:55:06.932" v="977" actId="47"/>
        <pc:sldMkLst>
          <pc:docMk/>
          <pc:sldMk cId="4138749405" sldId="656"/>
        </pc:sldMkLst>
      </pc:sldChg>
      <pc:sldChg chg="modSp mod">
        <pc:chgData name="Daphne Economou" userId="d065a339-36cf-4937-af08-41751becbd81" providerId="ADAL" clId="{E2BA724A-B914-4997-B02D-91CD4289849E}" dt="2022-11-22T21:42:59.189" v="1858" actId="1076"/>
        <pc:sldMkLst>
          <pc:docMk/>
          <pc:sldMk cId="156445025" sldId="783"/>
        </pc:sldMkLst>
        <pc:inkChg chg="mod">
          <ac:chgData name="Daphne Economou" userId="d065a339-36cf-4937-af08-41751becbd81" providerId="ADAL" clId="{E2BA724A-B914-4997-B02D-91CD4289849E}" dt="2022-11-22T21:42:59.189" v="1858" actId="1076"/>
          <ac:inkMkLst>
            <pc:docMk/>
            <pc:sldMk cId="156445025" sldId="783"/>
            <ac:inkMk id="9" creationId="{3B97C949-4A46-E999-17D9-ADCB60C35BDB}"/>
          </ac:inkMkLst>
        </pc:inkChg>
      </pc:sldChg>
      <pc:sldChg chg="addSp modSp mod modAnim">
        <pc:chgData name="Daphne Economou" userId="d065a339-36cf-4937-af08-41751becbd81" providerId="ADAL" clId="{E2BA724A-B914-4997-B02D-91CD4289849E}" dt="2022-11-22T21:44:23.901" v="1868" actId="1076"/>
        <pc:sldMkLst>
          <pc:docMk/>
          <pc:sldMk cId="3650242743" sldId="808"/>
        </pc:sldMkLst>
        <pc:spChg chg="mod">
          <ac:chgData name="Daphne Economou" userId="d065a339-36cf-4937-af08-41751becbd81" providerId="ADAL" clId="{E2BA724A-B914-4997-B02D-91CD4289849E}" dt="2022-11-22T19:01:56.407" v="1031" actId="20577"/>
          <ac:spMkLst>
            <pc:docMk/>
            <pc:sldMk cId="3650242743" sldId="808"/>
            <ac:spMk id="2" creationId="{ACCF9475-AA37-9CE8-86DC-1A6151BB277C}"/>
          </ac:spMkLst>
        </pc:spChg>
        <pc:spChg chg="mod">
          <ac:chgData name="Daphne Economou" userId="d065a339-36cf-4937-af08-41751becbd81" providerId="ADAL" clId="{E2BA724A-B914-4997-B02D-91CD4289849E}" dt="2022-11-22T19:02:42.926" v="1038" actId="207"/>
          <ac:spMkLst>
            <pc:docMk/>
            <pc:sldMk cId="3650242743" sldId="808"/>
            <ac:spMk id="3" creationId="{11F7E884-41DF-5256-0894-9A3491A348BC}"/>
          </ac:spMkLst>
        </pc:spChg>
        <pc:picChg chg="add mod">
          <ac:chgData name="Daphne Economou" userId="d065a339-36cf-4937-af08-41751becbd81" providerId="ADAL" clId="{E2BA724A-B914-4997-B02D-91CD4289849E}" dt="2022-11-22T21:44:23.901" v="1868" actId="1076"/>
          <ac:picMkLst>
            <pc:docMk/>
            <pc:sldMk cId="3650242743" sldId="808"/>
            <ac:picMk id="5" creationId="{727A3C06-FA75-AC8F-BB7E-A830D92AEA0B}"/>
          </ac:picMkLst>
        </pc:picChg>
      </pc:sldChg>
      <pc:sldChg chg="addSp modSp mod addAnim delAnim modAnim">
        <pc:chgData name="Daphne Economou" userId="d065a339-36cf-4937-af08-41751becbd81" providerId="ADAL" clId="{E2BA724A-B914-4997-B02D-91CD4289849E}" dt="2022-11-30T19:19:07.317" v="2578" actId="20577"/>
        <pc:sldMkLst>
          <pc:docMk/>
          <pc:sldMk cId="3629614380" sldId="835"/>
        </pc:sldMkLst>
        <pc:spChg chg="mod">
          <ac:chgData name="Daphne Economou" userId="d065a339-36cf-4937-af08-41751becbd81" providerId="ADAL" clId="{E2BA724A-B914-4997-B02D-91CD4289849E}" dt="2022-11-22T22:23:25.812" v="2367" actId="20577"/>
          <ac:spMkLst>
            <pc:docMk/>
            <pc:sldMk cId="3629614380" sldId="835"/>
            <ac:spMk id="2" creationId="{ACCF9475-AA37-9CE8-86DC-1A6151BB277C}"/>
          </ac:spMkLst>
        </pc:spChg>
        <pc:spChg chg="mod">
          <ac:chgData name="Daphne Economou" userId="d065a339-36cf-4937-af08-41751becbd81" providerId="ADAL" clId="{E2BA724A-B914-4997-B02D-91CD4289849E}" dt="2022-11-22T22:11:09.364" v="2153" actId="27636"/>
          <ac:spMkLst>
            <pc:docMk/>
            <pc:sldMk cId="3629614380" sldId="835"/>
            <ac:spMk id="3" creationId="{11F7E884-41DF-5256-0894-9A3491A348BC}"/>
          </ac:spMkLst>
        </pc:spChg>
        <pc:spChg chg="add mod">
          <ac:chgData name="Daphne Economou" userId="d065a339-36cf-4937-af08-41751becbd81" providerId="ADAL" clId="{E2BA724A-B914-4997-B02D-91CD4289849E}" dt="2022-11-22T22:10:51.804" v="2146" actId="1076"/>
          <ac:spMkLst>
            <pc:docMk/>
            <pc:sldMk cId="3629614380" sldId="835"/>
            <ac:spMk id="4" creationId="{3740B073-F587-E6DD-3F34-9F54CFCC39B7}"/>
          </ac:spMkLst>
        </pc:spChg>
        <pc:graphicFrameChg chg="mod">
          <ac:chgData name="Daphne Economou" userId="d065a339-36cf-4937-af08-41751becbd81" providerId="ADAL" clId="{E2BA724A-B914-4997-B02D-91CD4289849E}" dt="2022-11-22T22:11:04.920" v="2150" actId="1076"/>
          <ac:graphicFrameMkLst>
            <pc:docMk/>
            <pc:sldMk cId="3629614380" sldId="835"/>
            <ac:graphicFrameMk id="6" creationId="{FB35BF85-5EC7-A5F8-7A68-840E60A482A8}"/>
          </ac:graphicFrameMkLst>
        </pc:graphicFrameChg>
        <pc:graphicFrameChg chg="mod modGraphic">
          <ac:chgData name="Daphne Economou" userId="d065a339-36cf-4937-af08-41751becbd81" providerId="ADAL" clId="{E2BA724A-B914-4997-B02D-91CD4289849E}" dt="2022-11-30T19:19:07.317" v="2578" actId="20577"/>
          <ac:graphicFrameMkLst>
            <pc:docMk/>
            <pc:sldMk cId="3629614380" sldId="835"/>
            <ac:graphicFrameMk id="7" creationId="{588105AE-4585-F5A6-BD36-8819818B194D}"/>
          </ac:graphicFrameMkLst>
        </pc:graphicFrameChg>
      </pc:sldChg>
      <pc:sldChg chg="addSp delSp modSp mod">
        <pc:chgData name="Daphne Economou" userId="d065a339-36cf-4937-af08-41751becbd81" providerId="ADAL" clId="{E2BA724A-B914-4997-B02D-91CD4289849E}" dt="2022-11-22T22:11:25.145" v="2155" actId="478"/>
        <pc:sldMkLst>
          <pc:docMk/>
          <pc:sldMk cId="1206668469" sldId="836"/>
        </pc:sldMkLst>
        <pc:spChg chg="mod">
          <ac:chgData name="Daphne Economou" userId="d065a339-36cf-4937-af08-41751becbd81" providerId="ADAL" clId="{E2BA724A-B914-4997-B02D-91CD4289849E}" dt="2022-11-22T19:12:35.815" v="1336" actId="14100"/>
          <ac:spMkLst>
            <pc:docMk/>
            <pc:sldMk cId="1206668469" sldId="836"/>
            <ac:spMk id="2" creationId="{FCBCD5F1-16F6-5E71-34D5-58D805D74C19}"/>
          </ac:spMkLst>
        </pc:spChg>
        <pc:spChg chg="add del mod">
          <ac:chgData name="Daphne Economou" userId="d065a339-36cf-4937-af08-41751becbd81" providerId="ADAL" clId="{E2BA724A-B914-4997-B02D-91CD4289849E}" dt="2022-11-22T22:11:25.145" v="2155" actId="478"/>
          <ac:spMkLst>
            <pc:docMk/>
            <pc:sldMk cId="1206668469" sldId="836"/>
            <ac:spMk id="4" creationId="{F86AA687-B708-7971-68C0-1BAAC3DA1913}"/>
          </ac:spMkLst>
        </pc:spChg>
      </pc:sldChg>
      <pc:sldChg chg="delSp modSp mod">
        <pc:chgData name="Daphne Economou" userId="d065a339-36cf-4937-af08-41751becbd81" providerId="ADAL" clId="{E2BA724A-B914-4997-B02D-91CD4289849E}" dt="2022-11-22T19:05:36.692" v="1055" actId="478"/>
        <pc:sldMkLst>
          <pc:docMk/>
          <pc:sldMk cId="1830908907" sldId="837"/>
        </pc:sldMkLst>
        <pc:spChg chg="del">
          <ac:chgData name="Daphne Economou" userId="d065a339-36cf-4937-af08-41751becbd81" providerId="ADAL" clId="{E2BA724A-B914-4997-B02D-91CD4289849E}" dt="2022-11-22T19:05:22.393" v="1047" actId="478"/>
          <ac:spMkLst>
            <pc:docMk/>
            <pc:sldMk cId="1830908907" sldId="837"/>
            <ac:spMk id="8" creationId="{FE11B048-094F-C106-39AE-12BAAE54D446}"/>
          </ac:spMkLst>
        </pc:spChg>
        <pc:spChg chg="del">
          <ac:chgData name="Daphne Economou" userId="d065a339-36cf-4937-af08-41751becbd81" providerId="ADAL" clId="{E2BA724A-B914-4997-B02D-91CD4289849E}" dt="2022-11-22T19:05:23.925" v="1048" actId="478"/>
          <ac:spMkLst>
            <pc:docMk/>
            <pc:sldMk cId="1830908907" sldId="837"/>
            <ac:spMk id="16" creationId="{0860A10A-E466-EFD9-3CBE-5F56FAD1EC1A}"/>
          </ac:spMkLst>
        </pc:spChg>
        <pc:spChg chg="mod">
          <ac:chgData name="Daphne Economou" userId="d065a339-36cf-4937-af08-41751becbd81" providerId="ADAL" clId="{E2BA724A-B914-4997-B02D-91CD4289849E}" dt="2022-11-22T19:05:35.758" v="1054" actId="1076"/>
          <ac:spMkLst>
            <pc:docMk/>
            <pc:sldMk cId="1830908907" sldId="837"/>
            <ac:spMk id="36" creationId="{17DBBCEB-E3F6-8B49-85D3-5DA96F41584D}"/>
          </ac:spMkLst>
        </pc:spChg>
        <pc:spChg chg="mod">
          <ac:chgData name="Daphne Economou" userId="d065a339-36cf-4937-af08-41751becbd81" providerId="ADAL" clId="{E2BA724A-B914-4997-B02D-91CD4289849E}" dt="2022-11-22T19:05:35.758" v="1054" actId="1076"/>
          <ac:spMkLst>
            <pc:docMk/>
            <pc:sldMk cId="1830908907" sldId="837"/>
            <ac:spMk id="39" creationId="{9CF41566-1FE5-391F-2BD2-2A81DEA26576}"/>
          </ac:spMkLst>
        </pc:spChg>
        <pc:spChg chg="mod">
          <ac:chgData name="Daphne Economou" userId="d065a339-36cf-4937-af08-41751becbd81" providerId="ADAL" clId="{E2BA724A-B914-4997-B02D-91CD4289849E}" dt="2022-11-22T19:05:35.758" v="1054" actId="1076"/>
          <ac:spMkLst>
            <pc:docMk/>
            <pc:sldMk cId="1830908907" sldId="837"/>
            <ac:spMk id="40" creationId="{630F1E74-C466-424D-724B-317EDD5E20F0}"/>
          </ac:spMkLst>
        </pc:spChg>
        <pc:graphicFrameChg chg="mod">
          <ac:chgData name="Daphne Economou" userId="d065a339-36cf-4937-af08-41751becbd81" providerId="ADAL" clId="{E2BA724A-B914-4997-B02D-91CD4289849E}" dt="2022-11-22T19:05:35.758" v="1054" actId="1076"/>
          <ac:graphicFrameMkLst>
            <pc:docMk/>
            <pc:sldMk cId="1830908907" sldId="837"/>
            <ac:graphicFrameMk id="6" creationId="{6609D444-47D8-3166-DE36-D95D1FA20337}"/>
          </ac:graphicFrameMkLst>
        </pc:graphicFrameChg>
        <pc:inkChg chg="del mod">
          <ac:chgData name="Daphne Economou" userId="d065a339-36cf-4937-af08-41751becbd81" providerId="ADAL" clId="{E2BA724A-B914-4997-B02D-91CD4289849E}" dt="2022-11-22T19:05:36.692" v="1055" actId="478"/>
          <ac:inkMkLst>
            <pc:docMk/>
            <pc:sldMk cId="1830908907" sldId="837"/>
            <ac:inkMk id="26" creationId="{C15E6677-69C6-65CF-8F92-412FB9A3DBE5}"/>
          </ac:inkMkLst>
        </pc:inkChg>
        <pc:cxnChg chg="del">
          <ac:chgData name="Daphne Economou" userId="d065a339-36cf-4937-af08-41751becbd81" providerId="ADAL" clId="{E2BA724A-B914-4997-B02D-91CD4289849E}" dt="2022-11-22T19:05:25.348" v="1049" actId="478"/>
          <ac:cxnSpMkLst>
            <pc:docMk/>
            <pc:sldMk cId="1830908907" sldId="837"/>
            <ac:cxnSpMk id="18" creationId="{41AB067E-6687-0EC9-DE7D-3496616F2203}"/>
          </ac:cxnSpMkLst>
        </pc:cxnChg>
        <pc:cxnChg chg="del">
          <ac:chgData name="Daphne Economou" userId="d065a339-36cf-4937-af08-41751becbd81" providerId="ADAL" clId="{E2BA724A-B914-4997-B02D-91CD4289849E}" dt="2022-11-22T19:05:27.542" v="1051" actId="478"/>
          <ac:cxnSpMkLst>
            <pc:docMk/>
            <pc:sldMk cId="1830908907" sldId="837"/>
            <ac:cxnSpMk id="21" creationId="{EF060C97-06A8-4CB6-83BC-A6511A969F15}"/>
          </ac:cxnSpMkLst>
        </pc:cxnChg>
        <pc:cxnChg chg="del">
          <ac:chgData name="Daphne Economou" userId="d065a339-36cf-4937-af08-41751becbd81" providerId="ADAL" clId="{E2BA724A-B914-4997-B02D-91CD4289849E}" dt="2022-11-22T19:05:26.378" v="1050" actId="478"/>
          <ac:cxnSpMkLst>
            <pc:docMk/>
            <pc:sldMk cId="1830908907" sldId="837"/>
            <ac:cxnSpMk id="29" creationId="{5DE5DA94-32C5-DA59-54BD-BBC5489F1E85}"/>
          </ac:cxnSpMkLst>
        </pc:cxnChg>
        <pc:cxnChg chg="del">
          <ac:chgData name="Daphne Economou" userId="d065a339-36cf-4937-af08-41751becbd81" providerId="ADAL" clId="{E2BA724A-B914-4997-B02D-91CD4289849E}" dt="2022-11-22T19:05:29.706" v="1053" actId="478"/>
          <ac:cxnSpMkLst>
            <pc:docMk/>
            <pc:sldMk cId="1830908907" sldId="837"/>
            <ac:cxnSpMk id="41" creationId="{B5D74D16-2605-5ADC-36BB-F58B3623EB67}"/>
          </ac:cxnSpMkLst>
        </pc:cxnChg>
        <pc:cxnChg chg="del">
          <ac:chgData name="Daphne Economou" userId="d065a339-36cf-4937-af08-41751becbd81" providerId="ADAL" clId="{E2BA724A-B914-4997-B02D-91CD4289849E}" dt="2022-11-22T19:05:28.911" v="1052" actId="478"/>
          <ac:cxnSpMkLst>
            <pc:docMk/>
            <pc:sldMk cId="1830908907" sldId="837"/>
            <ac:cxnSpMk id="44" creationId="{8833CB48-8935-9B01-4673-AA1A8B0770A1}"/>
          </ac:cxnSpMkLst>
        </pc:cxnChg>
      </pc:sldChg>
      <pc:sldChg chg="del">
        <pc:chgData name="Daphne Economou" userId="d065a339-36cf-4937-af08-41751becbd81" providerId="ADAL" clId="{E2BA724A-B914-4997-B02D-91CD4289849E}" dt="2022-11-22T19:01:43.012" v="1030" actId="47"/>
        <pc:sldMkLst>
          <pc:docMk/>
          <pc:sldMk cId="3589328985" sldId="839"/>
        </pc:sldMkLst>
      </pc:sldChg>
      <pc:sldChg chg="modSp mod">
        <pc:chgData name="Daphne Economou" userId="d065a339-36cf-4937-af08-41751becbd81" providerId="ADAL" clId="{E2BA724A-B914-4997-B02D-91CD4289849E}" dt="2022-11-22T19:00:09.363" v="1023" actId="20577"/>
        <pc:sldMkLst>
          <pc:docMk/>
          <pc:sldMk cId="2725514350" sldId="840"/>
        </pc:sldMkLst>
        <pc:spChg chg="mod">
          <ac:chgData name="Daphne Economou" userId="d065a339-36cf-4937-af08-41751becbd81" providerId="ADAL" clId="{E2BA724A-B914-4997-B02D-91CD4289849E}" dt="2022-11-22T19:00:09.363" v="1023" actId="20577"/>
          <ac:spMkLst>
            <pc:docMk/>
            <pc:sldMk cId="2725514350" sldId="840"/>
            <ac:spMk id="7" creationId="{FEFFDF17-29AF-45F0-8752-3B12DBFF2F43}"/>
          </ac:spMkLst>
        </pc:spChg>
      </pc:sldChg>
      <pc:sldChg chg="modSp mod">
        <pc:chgData name="Daphne Economou" userId="d065a339-36cf-4937-af08-41751becbd81" providerId="ADAL" clId="{E2BA724A-B914-4997-B02D-91CD4289849E}" dt="2022-11-22T18:56:20.425" v="1005" actId="115"/>
        <pc:sldMkLst>
          <pc:docMk/>
          <pc:sldMk cId="513801407" sldId="841"/>
        </pc:sldMkLst>
        <pc:spChg chg="mod">
          <ac:chgData name="Daphne Economou" userId="d065a339-36cf-4937-af08-41751becbd81" providerId="ADAL" clId="{E2BA724A-B914-4997-B02D-91CD4289849E}" dt="2022-11-22T18:56:20.425" v="1005" actId="115"/>
          <ac:spMkLst>
            <pc:docMk/>
            <pc:sldMk cId="513801407" sldId="841"/>
            <ac:spMk id="3" creationId="{2E00CC89-9D12-64A2-3E36-3A829A88E341}"/>
          </ac:spMkLst>
        </pc:spChg>
      </pc:sldChg>
      <pc:sldChg chg="addSp delSp modSp mod">
        <pc:chgData name="Daphne Economou" userId="d065a339-36cf-4937-af08-41751becbd81" providerId="ADAL" clId="{E2BA724A-B914-4997-B02D-91CD4289849E}" dt="2022-11-22T21:28:31.714" v="1753" actId="478"/>
        <pc:sldMkLst>
          <pc:docMk/>
          <pc:sldMk cId="4156932422" sldId="843"/>
        </pc:sldMkLst>
        <pc:spChg chg="add mod">
          <ac:chgData name="Daphne Economou" userId="d065a339-36cf-4937-af08-41751becbd81" providerId="ADAL" clId="{E2BA724A-B914-4997-B02D-91CD4289849E}" dt="2022-11-22T19:31:06.460" v="1578" actId="1076"/>
          <ac:spMkLst>
            <pc:docMk/>
            <pc:sldMk cId="4156932422" sldId="843"/>
            <ac:spMk id="4" creationId="{1CF253B2-EA1B-CF85-BE70-957088392320}"/>
          </ac:spMkLst>
        </pc:spChg>
        <pc:spChg chg="del">
          <ac:chgData name="Daphne Economou" userId="d065a339-36cf-4937-af08-41751becbd81" providerId="ADAL" clId="{E2BA724A-B914-4997-B02D-91CD4289849E}" dt="2022-11-22T18:54:39.753" v="1004" actId="478"/>
          <ac:spMkLst>
            <pc:docMk/>
            <pc:sldMk cId="4156932422" sldId="843"/>
            <ac:spMk id="6" creationId="{000E5BC6-1524-4313-9993-431B79C2E10D}"/>
          </ac:spMkLst>
        </pc:spChg>
        <pc:spChg chg="del mod ord">
          <ac:chgData name="Daphne Economou" userId="d065a339-36cf-4937-af08-41751becbd81" providerId="ADAL" clId="{E2BA724A-B914-4997-B02D-91CD4289849E}" dt="2022-11-22T21:28:23.019" v="1748" actId="478"/>
          <ac:spMkLst>
            <pc:docMk/>
            <pc:sldMk cId="4156932422" sldId="843"/>
            <ac:spMk id="11" creationId="{87841D78-D1E5-11FE-6FF0-78B859AB3B3A}"/>
          </ac:spMkLst>
        </pc:spChg>
        <pc:spChg chg="del mod ord">
          <ac:chgData name="Daphne Economou" userId="d065a339-36cf-4937-af08-41751becbd81" providerId="ADAL" clId="{E2BA724A-B914-4997-B02D-91CD4289849E}" dt="2022-11-22T21:28:27.701" v="1751" actId="478"/>
          <ac:spMkLst>
            <pc:docMk/>
            <pc:sldMk cId="4156932422" sldId="843"/>
            <ac:spMk id="12" creationId="{095DD60A-F5D6-93DC-C437-0B714E4DAA81}"/>
          </ac:spMkLst>
        </pc:spChg>
        <pc:spChg chg="del">
          <ac:chgData name="Daphne Economou" userId="d065a339-36cf-4937-af08-41751becbd81" providerId="ADAL" clId="{E2BA724A-B914-4997-B02D-91CD4289849E}" dt="2022-11-22T21:16:19.694" v="1662" actId="478"/>
          <ac:spMkLst>
            <pc:docMk/>
            <pc:sldMk cId="4156932422" sldId="843"/>
            <ac:spMk id="13" creationId="{E38CA44C-A622-864D-B38A-DBDCFD57B26C}"/>
          </ac:spMkLst>
        </pc:spChg>
        <pc:spChg chg="del mod ord">
          <ac:chgData name="Daphne Economou" userId="d065a339-36cf-4937-af08-41751becbd81" providerId="ADAL" clId="{E2BA724A-B914-4997-B02D-91CD4289849E}" dt="2022-11-22T21:28:30.384" v="1752" actId="478"/>
          <ac:spMkLst>
            <pc:docMk/>
            <pc:sldMk cId="4156932422" sldId="843"/>
            <ac:spMk id="14" creationId="{8B1722AF-2612-6547-A2A0-B27B42C14CAC}"/>
          </ac:spMkLst>
        </pc:spChg>
        <pc:spChg chg="del mod ord">
          <ac:chgData name="Daphne Economou" userId="d065a339-36cf-4937-af08-41751becbd81" providerId="ADAL" clId="{E2BA724A-B914-4997-B02D-91CD4289849E}" dt="2022-11-22T21:28:31.714" v="1753" actId="478"/>
          <ac:spMkLst>
            <pc:docMk/>
            <pc:sldMk cId="4156932422" sldId="843"/>
            <ac:spMk id="15" creationId="{25CD946C-98D8-CD48-4E2F-6FD241FE37A1}"/>
          </ac:spMkLst>
        </pc:spChg>
        <pc:spChg chg="add del mod">
          <ac:chgData name="Daphne Economou" userId="d065a339-36cf-4937-af08-41751becbd81" providerId="ADAL" clId="{E2BA724A-B914-4997-B02D-91CD4289849E}" dt="2022-11-22T21:28:19.599" v="1745" actId="478"/>
          <ac:spMkLst>
            <pc:docMk/>
            <pc:sldMk cId="4156932422" sldId="843"/>
            <ac:spMk id="29" creationId="{B773A480-BDAB-BB21-1127-538F5B61433D}"/>
          </ac:spMkLst>
        </pc:spChg>
        <pc:spChg chg="add del mod">
          <ac:chgData name="Daphne Economou" userId="d065a339-36cf-4937-af08-41751becbd81" providerId="ADAL" clId="{E2BA724A-B914-4997-B02D-91CD4289849E}" dt="2022-11-22T21:28:19.599" v="1745" actId="478"/>
          <ac:spMkLst>
            <pc:docMk/>
            <pc:sldMk cId="4156932422" sldId="843"/>
            <ac:spMk id="30" creationId="{3D3D146F-F3F6-75A6-F52E-7194DCD71E38}"/>
          </ac:spMkLst>
        </pc:spChg>
        <pc:spChg chg="del mod">
          <ac:chgData name="Daphne Economou" userId="d065a339-36cf-4937-af08-41751becbd81" providerId="ADAL" clId="{E2BA724A-B914-4997-B02D-91CD4289849E}" dt="2022-11-22T21:28:21.135" v="1746" actId="478"/>
          <ac:spMkLst>
            <pc:docMk/>
            <pc:sldMk cId="4156932422" sldId="843"/>
            <ac:spMk id="38" creationId="{7AC6AA41-51EB-B040-1002-2A77AD58946F}"/>
          </ac:spMkLst>
        </pc:spChg>
        <pc:graphicFrameChg chg="del">
          <ac:chgData name="Daphne Economou" userId="d065a339-36cf-4937-af08-41751becbd81" providerId="ADAL" clId="{E2BA724A-B914-4997-B02D-91CD4289849E}" dt="2022-11-22T21:14:10.846" v="1654" actId="478"/>
          <ac:graphicFrameMkLst>
            <pc:docMk/>
            <pc:sldMk cId="4156932422" sldId="843"/>
            <ac:graphicFrameMk id="10" creationId="{AD65CA91-3F8A-B05F-8019-9C2182A996D0}"/>
          </ac:graphicFrameMkLst>
        </pc:graphicFrameChg>
        <pc:picChg chg="add del mod ord">
          <ac:chgData name="Daphne Economou" userId="d065a339-36cf-4937-af08-41751becbd81" providerId="ADAL" clId="{E2BA724A-B914-4997-B02D-91CD4289849E}" dt="2022-11-22T21:28:25.549" v="1750" actId="478"/>
          <ac:picMkLst>
            <pc:docMk/>
            <pc:sldMk cId="4156932422" sldId="843"/>
            <ac:picMk id="7" creationId="{78301547-3F91-31E3-0846-E848F2A594ED}"/>
          </ac:picMkLst>
        </pc:picChg>
        <pc:picChg chg="del mod">
          <ac:chgData name="Daphne Economou" userId="d065a339-36cf-4937-af08-41751becbd81" providerId="ADAL" clId="{E2BA724A-B914-4997-B02D-91CD4289849E}" dt="2022-11-22T21:24:47.827" v="1677" actId="478"/>
          <ac:picMkLst>
            <pc:docMk/>
            <pc:sldMk cId="4156932422" sldId="843"/>
            <ac:picMk id="8" creationId="{194378B6-EDEF-64BB-69C3-2D3938EEFC5F}"/>
          </ac:picMkLst>
        </pc:picChg>
        <pc:picChg chg="del mod">
          <ac:chgData name="Daphne Economou" userId="d065a339-36cf-4937-af08-41751becbd81" providerId="ADAL" clId="{E2BA724A-B914-4997-B02D-91CD4289849E}" dt="2022-11-22T21:16:18.546" v="1661" actId="478"/>
          <ac:picMkLst>
            <pc:docMk/>
            <pc:sldMk cId="4156932422" sldId="843"/>
            <ac:picMk id="17" creationId="{7A31C156-2DCD-ADC8-58B6-2B5E6EC87839}"/>
          </ac:picMkLst>
        </pc:picChg>
        <pc:picChg chg="add del mod">
          <ac:chgData name="Daphne Economou" userId="d065a339-36cf-4937-af08-41751becbd81" providerId="ADAL" clId="{E2BA724A-B914-4997-B02D-91CD4289849E}" dt="2022-11-22T21:23:30.348" v="1667" actId="478"/>
          <ac:picMkLst>
            <pc:docMk/>
            <pc:sldMk cId="4156932422" sldId="843"/>
            <ac:picMk id="18" creationId="{05407EAD-3355-D491-DA73-280CB0C76B7D}"/>
          </ac:picMkLst>
        </pc:picChg>
        <pc:picChg chg="add del mod">
          <ac:chgData name="Daphne Economou" userId="d065a339-36cf-4937-af08-41751becbd81" providerId="ADAL" clId="{E2BA724A-B914-4997-B02D-91CD4289849E}" dt="2022-11-22T21:24:41.370" v="1674" actId="478"/>
          <ac:picMkLst>
            <pc:docMk/>
            <pc:sldMk cId="4156932422" sldId="843"/>
            <ac:picMk id="20" creationId="{67D32963-7079-E5D9-1726-396470D3C833}"/>
          </ac:picMkLst>
        </pc:picChg>
        <pc:picChg chg="add mod">
          <ac:chgData name="Daphne Economou" userId="d065a339-36cf-4937-af08-41751becbd81" providerId="ADAL" clId="{E2BA724A-B914-4997-B02D-91CD4289849E}" dt="2022-11-22T21:25:38.404" v="1692" actId="1076"/>
          <ac:picMkLst>
            <pc:docMk/>
            <pc:sldMk cId="4156932422" sldId="843"/>
            <ac:picMk id="22" creationId="{18A181C1-4C49-BDF9-3675-7FDE30966934}"/>
          </ac:picMkLst>
        </pc:picChg>
        <pc:picChg chg="add mod">
          <ac:chgData name="Daphne Economou" userId="d065a339-36cf-4937-af08-41751becbd81" providerId="ADAL" clId="{E2BA724A-B914-4997-B02D-91CD4289849E}" dt="2022-11-22T21:25:34.361" v="1691" actId="1076"/>
          <ac:picMkLst>
            <pc:docMk/>
            <pc:sldMk cId="4156932422" sldId="843"/>
            <ac:picMk id="24" creationId="{46626FCB-59DA-088A-D09D-BAF846B3A87F}"/>
          </ac:picMkLst>
        </pc:picChg>
        <pc:picChg chg="add mod">
          <ac:chgData name="Daphne Economou" userId="d065a339-36cf-4937-af08-41751becbd81" providerId="ADAL" clId="{E2BA724A-B914-4997-B02D-91CD4289849E}" dt="2022-11-22T21:25:31.736" v="1690" actId="1076"/>
          <ac:picMkLst>
            <pc:docMk/>
            <pc:sldMk cId="4156932422" sldId="843"/>
            <ac:picMk id="27" creationId="{326560C6-CDBA-3FA3-4BC3-5B51283E959B}"/>
          </ac:picMkLst>
        </pc:picChg>
        <pc:cxnChg chg="del mod">
          <ac:chgData name="Daphne Economou" userId="d065a339-36cf-4937-af08-41751becbd81" providerId="ADAL" clId="{E2BA724A-B914-4997-B02D-91CD4289849E}" dt="2022-11-22T21:28:22.301" v="1747" actId="478"/>
          <ac:cxnSpMkLst>
            <pc:docMk/>
            <pc:sldMk cId="4156932422" sldId="843"/>
            <ac:cxnSpMk id="37" creationId="{83B8086F-897F-C6C3-D201-97BE1571D58E}"/>
          </ac:cxnSpMkLst>
        </pc:cxnChg>
      </pc:sldChg>
      <pc:sldChg chg="del">
        <pc:chgData name="Daphne Economou" userId="d065a339-36cf-4937-af08-41751becbd81" providerId="ADAL" clId="{E2BA724A-B914-4997-B02D-91CD4289849E}" dt="2022-11-22T21:28:42.744" v="1755" actId="47"/>
        <pc:sldMkLst>
          <pc:docMk/>
          <pc:sldMk cId="119414197" sldId="844"/>
        </pc:sldMkLst>
      </pc:sldChg>
      <pc:sldChg chg="del">
        <pc:chgData name="Daphne Economou" userId="d065a339-36cf-4937-af08-41751becbd81" providerId="ADAL" clId="{E2BA724A-B914-4997-B02D-91CD4289849E}" dt="2022-11-22T21:31:30.541" v="1824" actId="47"/>
        <pc:sldMkLst>
          <pc:docMk/>
          <pc:sldMk cId="3313000237" sldId="846"/>
        </pc:sldMkLst>
      </pc:sldChg>
      <pc:sldChg chg="addSp modSp mod modAnim">
        <pc:chgData name="Daphne Economou" userId="d065a339-36cf-4937-af08-41751becbd81" providerId="ADAL" clId="{E2BA724A-B914-4997-B02D-91CD4289849E}" dt="2022-11-22T21:45:14.090" v="1875" actId="27636"/>
        <pc:sldMkLst>
          <pc:docMk/>
          <pc:sldMk cId="3123240853" sldId="848"/>
        </pc:sldMkLst>
        <pc:spChg chg="mod">
          <ac:chgData name="Daphne Economou" userId="d065a339-36cf-4937-af08-41751becbd81" providerId="ADAL" clId="{E2BA724A-B914-4997-B02D-91CD4289849E}" dt="2022-11-22T21:45:14.090" v="1875" actId="27636"/>
          <ac:spMkLst>
            <pc:docMk/>
            <pc:sldMk cId="3123240853" sldId="848"/>
            <ac:spMk id="2" creationId="{ACCF9475-AA37-9CE8-86DC-1A6151BB277C}"/>
          </ac:spMkLst>
        </pc:spChg>
        <pc:spChg chg="mod">
          <ac:chgData name="Daphne Economou" userId="d065a339-36cf-4937-af08-41751becbd81" providerId="ADAL" clId="{E2BA724A-B914-4997-B02D-91CD4289849E}" dt="2022-11-22T19:10:04.789" v="1302" actId="20577"/>
          <ac:spMkLst>
            <pc:docMk/>
            <pc:sldMk cId="3123240853" sldId="848"/>
            <ac:spMk id="3" creationId="{11F7E884-41DF-5256-0894-9A3491A348BC}"/>
          </ac:spMkLst>
        </pc:spChg>
        <pc:graphicFrameChg chg="mod modGraphic">
          <ac:chgData name="Daphne Economou" userId="d065a339-36cf-4937-af08-41751becbd81" providerId="ADAL" clId="{E2BA724A-B914-4997-B02D-91CD4289849E}" dt="2022-11-22T19:10:19.421" v="1309" actId="20577"/>
          <ac:graphicFrameMkLst>
            <pc:docMk/>
            <pc:sldMk cId="3123240853" sldId="848"/>
            <ac:graphicFrameMk id="7" creationId="{588105AE-4585-F5A6-BD36-8819818B194D}"/>
          </ac:graphicFrameMkLst>
        </pc:graphicFrameChg>
        <pc:picChg chg="add mod">
          <ac:chgData name="Daphne Economou" userId="d065a339-36cf-4937-af08-41751becbd81" providerId="ADAL" clId="{E2BA724A-B914-4997-B02D-91CD4289849E}" dt="2022-11-22T21:45:11.485" v="1873" actId="14100"/>
          <ac:picMkLst>
            <pc:docMk/>
            <pc:sldMk cId="3123240853" sldId="848"/>
            <ac:picMk id="5" creationId="{836AB5A3-1E42-2CB8-338F-4BFB3FDBC3BC}"/>
          </ac:picMkLst>
        </pc:picChg>
      </pc:sldChg>
      <pc:sldChg chg="del">
        <pc:chgData name="Daphne Economou" userId="d065a339-36cf-4937-af08-41751becbd81" providerId="ADAL" clId="{E2BA724A-B914-4997-B02D-91CD4289849E}" dt="2022-11-22T19:11:46.650" v="1310" actId="47"/>
        <pc:sldMkLst>
          <pc:docMk/>
          <pc:sldMk cId="2094058677" sldId="849"/>
        </pc:sldMkLst>
      </pc:sldChg>
      <pc:sldChg chg="del">
        <pc:chgData name="Daphne Economou" userId="d065a339-36cf-4937-af08-41751becbd81" providerId="ADAL" clId="{E2BA724A-B914-4997-B02D-91CD4289849E}" dt="2022-11-22T19:11:52.371" v="1311" actId="47"/>
        <pc:sldMkLst>
          <pc:docMk/>
          <pc:sldMk cId="2389022866" sldId="850"/>
        </pc:sldMkLst>
      </pc:sldChg>
      <pc:sldChg chg="addSp delSp modSp mod">
        <pc:chgData name="Daphne Economou" userId="d065a339-36cf-4937-af08-41751becbd81" providerId="ADAL" clId="{E2BA724A-B914-4997-B02D-91CD4289849E}" dt="2022-11-22T19:13:12.175" v="1339" actId="478"/>
        <pc:sldMkLst>
          <pc:docMk/>
          <pc:sldMk cId="1353562949" sldId="851"/>
        </pc:sldMkLst>
        <pc:spChg chg="add del mod">
          <ac:chgData name="Daphne Economou" userId="d065a339-36cf-4937-af08-41751becbd81" providerId="ADAL" clId="{E2BA724A-B914-4997-B02D-91CD4289849E}" dt="2022-11-22T19:13:12.175" v="1339" actId="478"/>
          <ac:spMkLst>
            <pc:docMk/>
            <pc:sldMk cId="1353562949" sldId="851"/>
            <ac:spMk id="4" creationId="{EC7BA578-DABA-B745-B3DD-A09E7AB426AD}"/>
          </ac:spMkLst>
        </pc:spChg>
        <pc:spChg chg="add del mod">
          <ac:chgData name="Daphne Economou" userId="d065a339-36cf-4937-af08-41751becbd81" providerId="ADAL" clId="{E2BA724A-B914-4997-B02D-91CD4289849E}" dt="2022-11-22T19:13:12.175" v="1339" actId="478"/>
          <ac:spMkLst>
            <pc:docMk/>
            <pc:sldMk cId="1353562949" sldId="851"/>
            <ac:spMk id="5" creationId="{E58A9CCA-EB80-871E-D558-2E8722FD6F13}"/>
          </ac:spMkLst>
        </pc:spChg>
      </pc:sldChg>
      <pc:sldChg chg="addSp delSp modSp mod">
        <pc:chgData name="Daphne Economou" userId="d065a339-36cf-4937-af08-41751becbd81" providerId="ADAL" clId="{E2BA724A-B914-4997-B02D-91CD4289849E}" dt="2022-11-22T22:49:53.065" v="2541" actId="1076"/>
        <pc:sldMkLst>
          <pc:docMk/>
          <pc:sldMk cId="2058673355" sldId="852"/>
        </pc:sldMkLst>
        <pc:spChg chg="mod">
          <ac:chgData name="Daphne Economou" userId="d065a339-36cf-4937-af08-41751becbd81" providerId="ADAL" clId="{E2BA724A-B914-4997-B02D-91CD4289849E}" dt="2022-11-22T19:16:05.577" v="1373" actId="1076"/>
          <ac:spMkLst>
            <pc:docMk/>
            <pc:sldMk cId="2058673355" sldId="852"/>
            <ac:spMk id="2" creationId="{84232465-72CA-20F6-F80C-06464E436245}"/>
          </ac:spMkLst>
        </pc:spChg>
        <pc:spChg chg="add mod">
          <ac:chgData name="Daphne Economou" userId="d065a339-36cf-4937-af08-41751becbd81" providerId="ADAL" clId="{E2BA724A-B914-4997-B02D-91CD4289849E}" dt="2022-11-22T19:13:26.119" v="1343" actId="14100"/>
          <ac:spMkLst>
            <pc:docMk/>
            <pc:sldMk cId="2058673355" sldId="852"/>
            <ac:spMk id="4" creationId="{4856CDD3-726F-4811-17CC-617FC0F6A1D3}"/>
          </ac:spMkLst>
        </pc:spChg>
        <pc:spChg chg="add mod">
          <ac:chgData name="Daphne Economou" userId="d065a339-36cf-4937-af08-41751becbd81" providerId="ADAL" clId="{E2BA724A-B914-4997-B02D-91CD4289849E}" dt="2022-11-22T19:14:45.426" v="1360" actId="14100"/>
          <ac:spMkLst>
            <pc:docMk/>
            <pc:sldMk cId="2058673355" sldId="852"/>
            <ac:spMk id="5" creationId="{86ED7748-7A4B-9BCD-72DF-A3FFE5AA26BE}"/>
          </ac:spMkLst>
        </pc:spChg>
        <pc:spChg chg="add del mod">
          <ac:chgData name="Daphne Economou" userId="d065a339-36cf-4937-af08-41751becbd81" providerId="ADAL" clId="{E2BA724A-B914-4997-B02D-91CD4289849E}" dt="2022-11-22T22:49:29.968" v="2538" actId="20577"/>
          <ac:spMkLst>
            <pc:docMk/>
            <pc:sldMk cId="2058673355" sldId="852"/>
            <ac:spMk id="8" creationId="{FBDC10C8-686F-3E45-ACCD-234F7C1E926C}"/>
          </ac:spMkLst>
        </pc:spChg>
        <pc:spChg chg="add del mod">
          <ac:chgData name="Daphne Economou" userId="d065a339-36cf-4937-af08-41751becbd81" providerId="ADAL" clId="{E2BA724A-B914-4997-B02D-91CD4289849E}" dt="2022-11-22T22:49:45.695" v="2539" actId="478"/>
          <ac:spMkLst>
            <pc:docMk/>
            <pc:sldMk cId="2058673355" sldId="852"/>
            <ac:spMk id="9" creationId="{A5327F7C-C0C9-7231-883A-CC13BB16F7FC}"/>
          </ac:spMkLst>
        </pc:spChg>
        <pc:spChg chg="add mod">
          <ac:chgData name="Daphne Economou" userId="d065a339-36cf-4937-af08-41751becbd81" providerId="ADAL" clId="{E2BA724A-B914-4997-B02D-91CD4289849E}" dt="2022-11-22T19:14:50.055" v="1362" actId="1076"/>
          <ac:spMkLst>
            <pc:docMk/>
            <pc:sldMk cId="2058673355" sldId="852"/>
            <ac:spMk id="10" creationId="{072CDDF6-A8F3-1157-713F-D78C066011F9}"/>
          </ac:spMkLst>
        </pc:spChg>
        <pc:spChg chg="add mod">
          <ac:chgData name="Daphne Economou" userId="d065a339-36cf-4937-af08-41751becbd81" providerId="ADAL" clId="{E2BA724A-B914-4997-B02D-91CD4289849E}" dt="2022-11-22T22:49:53.065" v="2541" actId="1076"/>
          <ac:spMkLst>
            <pc:docMk/>
            <pc:sldMk cId="2058673355" sldId="852"/>
            <ac:spMk id="11" creationId="{A23A824F-6A84-F3E9-7ACA-AEC32E2E791C}"/>
          </ac:spMkLst>
        </pc:spChg>
        <pc:spChg chg="add mod">
          <ac:chgData name="Daphne Economou" userId="d065a339-36cf-4937-af08-41751becbd81" providerId="ADAL" clId="{E2BA724A-B914-4997-B02D-91CD4289849E}" dt="2022-11-22T22:49:53.065" v="2541" actId="1076"/>
          <ac:spMkLst>
            <pc:docMk/>
            <pc:sldMk cId="2058673355" sldId="852"/>
            <ac:spMk id="13" creationId="{D1F60D7E-5D75-9575-0135-0F0FB5336E88}"/>
          </ac:spMkLst>
        </pc:spChg>
        <pc:spChg chg="add mod">
          <ac:chgData name="Daphne Economou" userId="d065a339-36cf-4937-af08-41751becbd81" providerId="ADAL" clId="{E2BA724A-B914-4997-B02D-91CD4289849E}" dt="2022-11-22T22:49:53.065" v="2541" actId="1076"/>
          <ac:spMkLst>
            <pc:docMk/>
            <pc:sldMk cId="2058673355" sldId="852"/>
            <ac:spMk id="14" creationId="{5A1CB925-9C67-5059-7B48-5B9505F6C89D}"/>
          </ac:spMkLst>
        </pc:spChg>
        <pc:inkChg chg="add mod">
          <ac:chgData name="Daphne Economou" userId="d065a339-36cf-4937-af08-41751becbd81" providerId="ADAL" clId="{E2BA724A-B914-4997-B02D-91CD4289849E}" dt="2022-11-22T22:49:53.065" v="2541" actId="1076"/>
          <ac:inkMkLst>
            <pc:docMk/>
            <pc:sldMk cId="2058673355" sldId="852"/>
            <ac:inkMk id="12" creationId="{466B184A-4777-9936-4297-21F3AED0CD5A}"/>
          </ac:inkMkLst>
        </pc:inkChg>
      </pc:sldChg>
      <pc:sldChg chg="addSp modSp mod modAnim">
        <pc:chgData name="Daphne Economou" userId="d065a339-36cf-4937-af08-41751becbd81" providerId="ADAL" clId="{E2BA724A-B914-4997-B02D-91CD4289849E}" dt="2022-11-22T22:51:06.179" v="2563" actId="20577"/>
        <pc:sldMkLst>
          <pc:docMk/>
          <pc:sldMk cId="3731677489" sldId="853"/>
        </pc:sldMkLst>
        <pc:spChg chg="mod">
          <ac:chgData name="Daphne Economou" userId="d065a339-36cf-4937-af08-41751becbd81" providerId="ADAL" clId="{E2BA724A-B914-4997-B02D-91CD4289849E}" dt="2022-11-22T22:50:54.180" v="2561" actId="1076"/>
          <ac:spMkLst>
            <pc:docMk/>
            <pc:sldMk cId="3731677489" sldId="853"/>
            <ac:spMk id="3" creationId="{11F7E884-41DF-5256-0894-9A3491A348BC}"/>
          </ac:spMkLst>
        </pc:spChg>
        <pc:spChg chg="add mod">
          <ac:chgData name="Daphne Economou" userId="d065a339-36cf-4937-af08-41751becbd81" providerId="ADAL" clId="{E2BA724A-B914-4997-B02D-91CD4289849E}" dt="2022-11-22T22:51:06.179" v="2563" actId="20577"/>
          <ac:spMkLst>
            <pc:docMk/>
            <pc:sldMk cId="3731677489" sldId="853"/>
            <ac:spMk id="4" creationId="{54253869-A7BD-4DFC-24D1-02C27546DDE3}"/>
          </ac:spMkLst>
        </pc:spChg>
        <pc:graphicFrameChg chg="modGraphic">
          <ac:chgData name="Daphne Economou" userId="d065a339-36cf-4937-af08-41751becbd81" providerId="ADAL" clId="{E2BA724A-B914-4997-B02D-91CD4289849E}" dt="2022-11-22T19:19:37.877" v="1422" actId="20577"/>
          <ac:graphicFrameMkLst>
            <pc:docMk/>
            <pc:sldMk cId="3731677489" sldId="853"/>
            <ac:graphicFrameMk id="6" creationId="{FB35BF85-5EC7-A5F8-7A68-840E60A482A8}"/>
          </ac:graphicFrameMkLst>
        </pc:graphicFrameChg>
        <pc:graphicFrameChg chg="mod">
          <ac:chgData name="Daphne Economou" userId="d065a339-36cf-4937-af08-41751becbd81" providerId="ADAL" clId="{E2BA724A-B914-4997-B02D-91CD4289849E}" dt="2022-11-22T19:19:14.594" v="1411" actId="1076"/>
          <ac:graphicFrameMkLst>
            <pc:docMk/>
            <pc:sldMk cId="3731677489" sldId="853"/>
            <ac:graphicFrameMk id="7" creationId="{588105AE-4585-F5A6-BD36-8819818B194D}"/>
          </ac:graphicFrameMkLst>
        </pc:graphicFrameChg>
      </pc:sldChg>
      <pc:sldChg chg="modSp mod">
        <pc:chgData name="Daphne Economou" userId="d065a339-36cf-4937-af08-41751becbd81" providerId="ADAL" clId="{E2BA724A-B914-4997-B02D-91CD4289849E}" dt="2022-11-22T19:20:21.478" v="1428" actId="1035"/>
        <pc:sldMkLst>
          <pc:docMk/>
          <pc:sldMk cId="2289518811" sldId="854"/>
        </pc:sldMkLst>
        <pc:spChg chg="mod">
          <ac:chgData name="Daphne Economou" userId="d065a339-36cf-4937-af08-41751becbd81" providerId="ADAL" clId="{E2BA724A-B914-4997-B02D-91CD4289849E}" dt="2022-11-22T19:20:21.478" v="1428" actId="1035"/>
          <ac:spMkLst>
            <pc:docMk/>
            <pc:sldMk cId="2289518811" sldId="854"/>
            <ac:spMk id="2" creationId="{91AC62D3-1572-2CC5-8160-8AECE9492ED2}"/>
          </ac:spMkLst>
        </pc:spChg>
      </pc:sldChg>
      <pc:sldChg chg="addSp delSp modSp mod">
        <pc:chgData name="Daphne Economou" userId="d065a339-36cf-4937-af08-41751becbd81" providerId="ADAL" clId="{E2BA724A-B914-4997-B02D-91CD4289849E}" dt="2022-11-22T22:51:33.976" v="2566" actId="1076"/>
        <pc:sldMkLst>
          <pc:docMk/>
          <pc:sldMk cId="3668176609" sldId="855"/>
        </pc:sldMkLst>
        <pc:spChg chg="mod">
          <ac:chgData name="Daphne Economou" userId="d065a339-36cf-4937-af08-41751becbd81" providerId="ADAL" clId="{E2BA724A-B914-4997-B02D-91CD4289849E}" dt="2022-11-22T19:21:26.903" v="1445" actId="20577"/>
          <ac:spMkLst>
            <pc:docMk/>
            <pc:sldMk cId="3668176609" sldId="855"/>
            <ac:spMk id="2" creationId="{DCE5CFB4-7152-AA4B-0931-811D655D96D0}"/>
          </ac:spMkLst>
        </pc:spChg>
        <pc:spChg chg="add mod">
          <ac:chgData name="Daphne Economou" userId="d065a339-36cf-4937-af08-41751becbd81" providerId="ADAL" clId="{E2BA724A-B914-4997-B02D-91CD4289849E}" dt="2022-11-22T22:51:33.976" v="2566" actId="1076"/>
          <ac:spMkLst>
            <pc:docMk/>
            <pc:sldMk cId="3668176609" sldId="855"/>
            <ac:spMk id="4" creationId="{165507B6-B8BF-D2BD-520E-9C5301965E4B}"/>
          </ac:spMkLst>
        </pc:spChg>
        <pc:spChg chg="add mod">
          <ac:chgData name="Daphne Economou" userId="d065a339-36cf-4937-af08-41751becbd81" providerId="ADAL" clId="{E2BA724A-B914-4997-B02D-91CD4289849E}" dt="2022-11-22T22:51:33.976" v="2566" actId="1076"/>
          <ac:spMkLst>
            <pc:docMk/>
            <pc:sldMk cId="3668176609" sldId="855"/>
            <ac:spMk id="5" creationId="{3F3B3B2F-3CE7-E34E-BBED-7CFEB3AAA522}"/>
          </ac:spMkLst>
        </pc:spChg>
        <pc:spChg chg="del">
          <ac:chgData name="Daphne Economou" userId="d065a339-36cf-4937-af08-41751becbd81" providerId="ADAL" clId="{E2BA724A-B914-4997-B02D-91CD4289849E}" dt="2022-11-22T19:21:39.245" v="1446" actId="478"/>
          <ac:spMkLst>
            <pc:docMk/>
            <pc:sldMk cId="3668176609" sldId="855"/>
            <ac:spMk id="8" creationId="{610AE0CB-7483-8F3A-BC64-351C3D59590D}"/>
          </ac:spMkLst>
        </pc:spChg>
        <pc:spChg chg="add mod">
          <ac:chgData name="Daphne Economou" userId="d065a339-36cf-4937-af08-41751becbd81" providerId="ADAL" clId="{E2BA724A-B914-4997-B02D-91CD4289849E}" dt="2022-11-22T22:51:33.976" v="2566" actId="1076"/>
          <ac:spMkLst>
            <pc:docMk/>
            <pc:sldMk cId="3668176609" sldId="855"/>
            <ac:spMk id="10" creationId="{2B4B73D5-3055-4A67-BD3F-7228EEAACDC5}"/>
          </ac:spMkLst>
        </pc:spChg>
        <pc:graphicFrameChg chg="mod">
          <ac:chgData name="Daphne Economou" userId="d065a339-36cf-4937-af08-41751becbd81" providerId="ADAL" clId="{E2BA724A-B914-4997-B02D-91CD4289849E}" dt="2022-11-22T19:21:47.304" v="1447" actId="1076"/>
          <ac:graphicFrameMkLst>
            <pc:docMk/>
            <pc:sldMk cId="3668176609" sldId="855"/>
            <ac:graphicFrameMk id="6" creationId="{7BE384BC-51B7-E3CA-B607-F68F61B611C0}"/>
          </ac:graphicFrameMkLst>
        </pc:graphicFrameChg>
        <pc:graphicFrameChg chg="mod">
          <ac:chgData name="Daphne Economou" userId="d065a339-36cf-4937-af08-41751becbd81" providerId="ADAL" clId="{E2BA724A-B914-4997-B02D-91CD4289849E}" dt="2022-11-22T19:21:47.304" v="1447" actId="1076"/>
          <ac:graphicFrameMkLst>
            <pc:docMk/>
            <pc:sldMk cId="3668176609" sldId="855"/>
            <ac:graphicFrameMk id="7" creationId="{2CFFF9C6-69C3-290F-F368-C882414FF18C}"/>
          </ac:graphicFrameMkLst>
        </pc:graphicFrameChg>
      </pc:sldChg>
      <pc:sldChg chg="modSp mod modNotesTx">
        <pc:chgData name="Daphne Economou" userId="d065a339-36cf-4937-af08-41751becbd81" providerId="ADAL" clId="{E2BA724A-B914-4997-B02D-91CD4289849E}" dt="2022-11-22T19:27:30.134" v="1504" actId="313"/>
        <pc:sldMkLst>
          <pc:docMk/>
          <pc:sldMk cId="2533665063" sldId="856"/>
        </pc:sldMkLst>
        <pc:spChg chg="mod">
          <ac:chgData name="Daphne Economou" userId="d065a339-36cf-4937-af08-41751becbd81" providerId="ADAL" clId="{E2BA724A-B914-4997-B02D-91CD4289849E}" dt="2022-11-22T19:27:30.134" v="1504" actId="313"/>
          <ac:spMkLst>
            <pc:docMk/>
            <pc:sldMk cId="2533665063" sldId="856"/>
            <ac:spMk id="3" creationId="{6C8E14A9-8989-7A54-FB73-1FF5061B118B}"/>
          </ac:spMkLst>
        </pc:spChg>
      </pc:sldChg>
      <pc:sldChg chg="modSp mod">
        <pc:chgData name="Daphne Economou" userId="d065a339-36cf-4937-af08-41751becbd81" providerId="ADAL" clId="{E2BA724A-B914-4997-B02D-91CD4289849E}" dt="2022-11-20T22:31:28.268" v="28" actId="207"/>
        <pc:sldMkLst>
          <pc:docMk/>
          <pc:sldMk cId="102801682" sldId="857"/>
        </pc:sldMkLst>
        <pc:spChg chg="mod">
          <ac:chgData name="Daphne Economou" userId="d065a339-36cf-4937-af08-41751becbd81" providerId="ADAL" clId="{E2BA724A-B914-4997-B02D-91CD4289849E}" dt="2022-11-20T22:31:28.268" v="28" actId="207"/>
          <ac:spMkLst>
            <pc:docMk/>
            <pc:sldMk cId="102801682" sldId="857"/>
            <ac:spMk id="3" creationId="{6C8E14A9-8989-7A54-FB73-1FF5061B118B}"/>
          </ac:spMkLst>
        </pc:spChg>
      </pc:sldChg>
      <pc:sldChg chg="modSp mod">
        <pc:chgData name="Daphne Economou" userId="d065a339-36cf-4937-af08-41751becbd81" providerId="ADAL" clId="{E2BA724A-B914-4997-B02D-91CD4289849E}" dt="2022-11-22T19:28:26.398" v="1511" actId="27636"/>
        <pc:sldMkLst>
          <pc:docMk/>
          <pc:sldMk cId="3705168788" sldId="858"/>
        </pc:sldMkLst>
        <pc:spChg chg="mod">
          <ac:chgData name="Daphne Economou" userId="d065a339-36cf-4937-af08-41751becbd81" providerId="ADAL" clId="{E2BA724A-B914-4997-B02D-91CD4289849E}" dt="2022-11-22T19:28:26.398" v="1511" actId="27636"/>
          <ac:spMkLst>
            <pc:docMk/>
            <pc:sldMk cId="3705168788" sldId="858"/>
            <ac:spMk id="8" creationId="{1A26C9C7-EE9A-C414-9670-A61605315AFA}"/>
          </ac:spMkLst>
        </pc:spChg>
      </pc:sldChg>
      <pc:sldChg chg="addSp modSp mod">
        <pc:chgData name="Daphne Economou" userId="d065a339-36cf-4937-af08-41751becbd81" providerId="ADAL" clId="{E2BA724A-B914-4997-B02D-91CD4289849E}" dt="2022-11-22T19:30:25.557" v="1564" actId="1076"/>
        <pc:sldMkLst>
          <pc:docMk/>
          <pc:sldMk cId="477324845" sldId="861"/>
        </pc:sldMkLst>
        <pc:spChg chg="add mod">
          <ac:chgData name="Daphne Economou" userId="d065a339-36cf-4937-af08-41751becbd81" providerId="ADAL" clId="{E2BA724A-B914-4997-B02D-91CD4289849E}" dt="2022-11-22T19:30:25.557" v="1564" actId="1076"/>
          <ac:spMkLst>
            <pc:docMk/>
            <pc:sldMk cId="477324845" sldId="861"/>
            <ac:spMk id="4" creationId="{99479E0E-76BC-FC23-FF08-D564D8ED7EBC}"/>
          </ac:spMkLst>
        </pc:spChg>
      </pc:sldChg>
      <pc:sldChg chg="delSp modSp mod">
        <pc:chgData name="Daphne Economou" userId="d065a339-36cf-4937-af08-41751becbd81" providerId="ADAL" clId="{E2BA724A-B914-4997-B02D-91CD4289849E}" dt="2022-11-30T21:59:42.876" v="2582" actId="20577"/>
        <pc:sldMkLst>
          <pc:docMk/>
          <pc:sldMk cId="3900059091" sldId="862"/>
        </pc:sldMkLst>
        <pc:spChg chg="del">
          <ac:chgData name="Daphne Economou" userId="d065a339-36cf-4937-af08-41751becbd81" providerId="ADAL" clId="{E2BA724A-B914-4997-B02D-91CD4289849E}" dt="2022-11-22T22:52:28.917" v="2572" actId="478"/>
          <ac:spMkLst>
            <pc:docMk/>
            <pc:sldMk cId="3900059091" sldId="862"/>
            <ac:spMk id="3" creationId="{E5FE2951-6134-E7D0-C3F9-A17581AE826B}"/>
          </ac:spMkLst>
        </pc:spChg>
        <pc:spChg chg="mod">
          <ac:chgData name="Daphne Economou" userId="d065a339-36cf-4937-af08-41751becbd81" providerId="ADAL" clId="{E2BA724A-B914-4997-B02D-91CD4289849E}" dt="2022-11-30T21:59:42.876" v="2582" actId="20577"/>
          <ac:spMkLst>
            <pc:docMk/>
            <pc:sldMk cId="3900059091" sldId="862"/>
            <ac:spMk id="6" creationId="{B2CABE29-D0DE-77C3-F98C-6EBE69B00996}"/>
          </ac:spMkLst>
        </pc:spChg>
      </pc:sldChg>
      <pc:sldChg chg="del">
        <pc:chgData name="Daphne Economou" userId="d065a339-36cf-4937-af08-41751becbd81" providerId="ADAL" clId="{E2BA724A-B914-4997-B02D-91CD4289849E}" dt="2022-11-20T22:31:37.046" v="29" actId="47"/>
        <pc:sldMkLst>
          <pc:docMk/>
          <pc:sldMk cId="1051372859" sldId="863"/>
        </pc:sldMkLst>
      </pc:sldChg>
      <pc:sldChg chg="addSp delSp modSp new mod modNotesTx">
        <pc:chgData name="Daphne Economou" userId="d065a339-36cf-4937-af08-41751becbd81" providerId="ADAL" clId="{E2BA724A-B914-4997-B02D-91CD4289849E}" dt="2022-11-22T19:28:11.318" v="1505"/>
        <pc:sldMkLst>
          <pc:docMk/>
          <pc:sldMk cId="3365108167" sldId="863"/>
        </pc:sldMkLst>
        <pc:spChg chg="mod">
          <ac:chgData name="Daphne Economou" userId="d065a339-36cf-4937-af08-41751becbd81" providerId="ADAL" clId="{E2BA724A-B914-4997-B02D-91CD4289849E}" dt="2022-11-20T22:36:33.899" v="285"/>
          <ac:spMkLst>
            <pc:docMk/>
            <pc:sldMk cId="3365108167" sldId="863"/>
            <ac:spMk id="2" creationId="{6BA62970-3052-0B36-AF2A-A707C457BA89}"/>
          </ac:spMkLst>
        </pc:spChg>
        <pc:spChg chg="del">
          <ac:chgData name="Daphne Economou" userId="d065a339-36cf-4937-af08-41751becbd81" providerId="ADAL" clId="{E2BA724A-B914-4997-B02D-91CD4289849E}" dt="2022-11-20T22:36:27.195" v="283"/>
          <ac:spMkLst>
            <pc:docMk/>
            <pc:sldMk cId="3365108167" sldId="863"/>
            <ac:spMk id="3" creationId="{5BDB9407-A49B-3616-26A8-1656219784D0}"/>
          </ac:spMkLst>
        </pc:spChg>
        <pc:grpChg chg="mod">
          <ac:chgData name="Daphne Economou" userId="d065a339-36cf-4937-af08-41751becbd81" providerId="ADAL" clId="{E2BA724A-B914-4997-B02D-91CD4289849E}" dt="2022-11-20T22:42:15.538" v="588"/>
          <ac:grpSpMkLst>
            <pc:docMk/>
            <pc:sldMk cId="3365108167" sldId="863"/>
            <ac:grpSpMk id="10" creationId="{3AA52B2B-8CFC-5934-6655-28973B8D8DFF}"/>
          </ac:grpSpMkLst>
        </pc:grpChg>
        <pc:grpChg chg="del mod">
          <ac:chgData name="Daphne Economou" userId="d065a339-36cf-4937-af08-41751becbd81" providerId="ADAL" clId="{E2BA724A-B914-4997-B02D-91CD4289849E}" dt="2022-11-20T22:43:31.925" v="619"/>
          <ac:grpSpMkLst>
            <pc:docMk/>
            <pc:sldMk cId="3365108167" sldId="863"/>
            <ac:grpSpMk id="29" creationId="{5B632FF9-06D6-1419-499E-87B764E2067C}"/>
          </ac:grpSpMkLst>
        </pc:grpChg>
        <pc:grpChg chg="del mod">
          <ac:chgData name="Daphne Economou" userId="d065a339-36cf-4937-af08-41751becbd81" providerId="ADAL" clId="{E2BA724A-B914-4997-B02D-91CD4289849E}" dt="2022-11-20T22:45:32.841" v="647" actId="478"/>
          <ac:grpSpMkLst>
            <pc:docMk/>
            <pc:sldMk cId="3365108167" sldId="863"/>
            <ac:grpSpMk id="32" creationId="{C969B5E4-725D-4BA8-3DED-BECEA49C4508}"/>
          </ac:grpSpMkLst>
        </pc:grpChg>
        <pc:grpChg chg="del mod">
          <ac:chgData name="Daphne Economou" userId="d065a339-36cf-4937-af08-41751becbd81" providerId="ADAL" clId="{E2BA724A-B914-4997-B02D-91CD4289849E}" dt="2022-11-20T22:43:40.171" v="631"/>
          <ac:grpSpMkLst>
            <pc:docMk/>
            <pc:sldMk cId="3365108167" sldId="863"/>
            <ac:grpSpMk id="40" creationId="{474C62A3-CEB1-2DF6-EA1F-9DD2717F72B5}"/>
          </ac:grpSpMkLst>
        </pc:grpChg>
        <pc:grpChg chg="del mod">
          <ac:chgData name="Daphne Economou" userId="d065a339-36cf-4937-af08-41751becbd81" providerId="ADAL" clId="{E2BA724A-B914-4997-B02D-91CD4289849E}" dt="2022-11-20T22:45:35.341" v="648" actId="478"/>
          <ac:grpSpMkLst>
            <pc:docMk/>
            <pc:sldMk cId="3365108167" sldId="863"/>
            <ac:grpSpMk id="44" creationId="{E19915E9-4C3E-0D0C-A999-F78BCD296816}"/>
          </ac:grpSpMkLst>
        </pc:grpChg>
        <pc:grpChg chg="del mod">
          <ac:chgData name="Daphne Economou" userId="d065a339-36cf-4937-af08-41751becbd81" providerId="ADAL" clId="{E2BA724A-B914-4997-B02D-91CD4289849E}" dt="2022-11-20T22:45:35.341" v="648" actId="478"/>
          <ac:grpSpMkLst>
            <pc:docMk/>
            <pc:sldMk cId="3365108167" sldId="863"/>
            <ac:grpSpMk id="55" creationId="{B6339348-A4E5-2E38-690B-5ED84CDACF0D}"/>
          </ac:grpSpMkLst>
        </pc:grpChg>
        <pc:graphicFrameChg chg="add mod modGraphic">
          <ac:chgData name="Daphne Economou" userId="d065a339-36cf-4937-af08-41751becbd81" providerId="ADAL" clId="{E2BA724A-B914-4997-B02D-91CD4289849E}" dt="2022-11-20T22:50:14.852" v="717" actId="1076"/>
          <ac:graphicFrameMkLst>
            <pc:docMk/>
            <pc:sldMk cId="3365108167" sldId="863"/>
            <ac:graphicFrameMk id="6" creationId="{4BB82FAB-1E70-B8CF-CAEA-17773377848D}"/>
          </ac:graphicFrameMkLst>
        </pc:graphicFrameChg>
        <pc:picChg chg="add mod">
          <ac:chgData name="Daphne Economou" userId="d065a339-36cf-4937-af08-41751becbd81" providerId="ADAL" clId="{E2BA724A-B914-4997-B02D-91CD4289849E}" dt="2022-11-20T22:51:57.734" v="751" actId="1076"/>
          <ac:picMkLst>
            <pc:docMk/>
            <pc:sldMk cId="3365108167" sldId="863"/>
            <ac:picMk id="57" creationId="{02F4F694-4006-8F76-073C-E21A75026AF5}"/>
          </ac:picMkLst>
        </pc:picChg>
        <pc:picChg chg="add mod">
          <ac:chgData name="Daphne Economou" userId="d065a339-36cf-4937-af08-41751becbd81" providerId="ADAL" clId="{E2BA724A-B914-4997-B02D-91CD4289849E}" dt="2022-11-20T22:51:37.200" v="744" actId="1076"/>
          <ac:picMkLst>
            <pc:docMk/>
            <pc:sldMk cId="3365108167" sldId="863"/>
            <ac:picMk id="59" creationId="{C875E202-257D-139F-5D9B-F5B5F9CDDDBF}"/>
          </ac:picMkLst>
        </pc:picChg>
        <pc:picChg chg="add mod">
          <ac:chgData name="Daphne Economou" userId="d065a339-36cf-4937-af08-41751becbd81" providerId="ADAL" clId="{E2BA724A-B914-4997-B02D-91CD4289849E}" dt="2022-11-20T22:52:02.016" v="752" actId="1076"/>
          <ac:picMkLst>
            <pc:docMk/>
            <pc:sldMk cId="3365108167" sldId="863"/>
            <ac:picMk id="61" creationId="{58E15AF5-FCDC-BC71-6C16-DCF3F7BE89E9}"/>
          </ac:picMkLst>
        </pc:picChg>
        <pc:picChg chg="add mod">
          <ac:chgData name="Daphne Economou" userId="d065a339-36cf-4937-af08-41751becbd81" providerId="ADAL" clId="{E2BA724A-B914-4997-B02D-91CD4289849E}" dt="2022-11-20T22:51:57.734" v="751" actId="1076"/>
          <ac:picMkLst>
            <pc:docMk/>
            <pc:sldMk cId="3365108167" sldId="863"/>
            <ac:picMk id="63" creationId="{57F25879-BA41-7200-AD02-9BF4A89302C5}"/>
          </ac:picMkLst>
        </pc:picChg>
        <pc:picChg chg="add mod">
          <ac:chgData name="Daphne Economou" userId="d065a339-36cf-4937-af08-41751becbd81" providerId="ADAL" clId="{E2BA724A-B914-4997-B02D-91CD4289849E}" dt="2022-11-20T22:51:37.200" v="744" actId="1076"/>
          <ac:picMkLst>
            <pc:docMk/>
            <pc:sldMk cId="3365108167" sldId="863"/>
            <ac:picMk id="65" creationId="{70645C48-4E12-646A-645E-864D0C3CBD78}"/>
          </ac:picMkLst>
        </pc:picChg>
        <pc:picChg chg="add mod">
          <ac:chgData name="Daphne Economou" userId="d065a339-36cf-4937-af08-41751becbd81" providerId="ADAL" clId="{E2BA724A-B914-4997-B02D-91CD4289849E}" dt="2022-11-20T22:51:57.734" v="751" actId="1076"/>
          <ac:picMkLst>
            <pc:docMk/>
            <pc:sldMk cId="3365108167" sldId="863"/>
            <ac:picMk id="67" creationId="{33970420-6AE8-A69F-02B7-08B5C5EE7247}"/>
          </ac:picMkLst>
        </pc:picChg>
        <pc:picChg chg="add mod">
          <ac:chgData name="Daphne Economou" userId="d065a339-36cf-4937-af08-41751becbd81" providerId="ADAL" clId="{E2BA724A-B914-4997-B02D-91CD4289849E}" dt="2022-11-20T22:51:37.200" v="744" actId="1076"/>
          <ac:picMkLst>
            <pc:docMk/>
            <pc:sldMk cId="3365108167" sldId="863"/>
            <ac:picMk id="69" creationId="{2229B449-56E3-9325-8D1B-EBF2BDE95BF7}"/>
          </ac:picMkLst>
        </pc:picChg>
        <pc:inkChg chg="add del">
          <ac:chgData name="Daphne Economou" userId="d065a339-36cf-4937-af08-41751becbd81" providerId="ADAL" clId="{E2BA724A-B914-4997-B02D-91CD4289849E}" dt="2022-11-20T22:42:11.109" v="583" actId="9405"/>
          <ac:inkMkLst>
            <pc:docMk/>
            <pc:sldMk cId="3365108167" sldId="863"/>
            <ac:inkMk id="7" creationId="{B121D5A1-D7AF-5601-019A-8B53368B37F6}"/>
          </ac:inkMkLst>
        </pc:inkChg>
        <pc:inkChg chg="add del mod">
          <ac:chgData name="Daphne Economou" userId="d065a339-36cf-4937-af08-41751becbd81" providerId="ADAL" clId="{E2BA724A-B914-4997-B02D-91CD4289849E}" dt="2022-11-20T22:42:16.109" v="589" actId="9405"/>
          <ac:inkMkLst>
            <pc:docMk/>
            <pc:sldMk cId="3365108167" sldId="863"/>
            <ac:inkMk id="8" creationId="{C0DBFBB2-83FB-7196-5B1D-617B0FCDB449}"/>
          </ac:inkMkLst>
        </pc:inkChg>
        <pc:inkChg chg="add del mod">
          <ac:chgData name="Daphne Economou" userId="d065a339-36cf-4937-af08-41751becbd81" providerId="ADAL" clId="{E2BA724A-B914-4997-B02D-91CD4289849E}" dt="2022-11-20T22:42:15.538" v="588"/>
          <ac:inkMkLst>
            <pc:docMk/>
            <pc:sldMk cId="3365108167" sldId="863"/>
            <ac:inkMk id="9" creationId="{B6C47CEF-A654-D4A3-9C76-22683541AD5C}"/>
          </ac:inkMkLst>
        </pc:inkChg>
        <pc:inkChg chg="add del">
          <ac:chgData name="Daphne Economou" userId="d065a339-36cf-4937-af08-41751becbd81" providerId="ADAL" clId="{E2BA724A-B914-4997-B02D-91CD4289849E}" dt="2022-11-20T22:42:20.168" v="591" actId="9405"/>
          <ac:inkMkLst>
            <pc:docMk/>
            <pc:sldMk cId="3365108167" sldId="863"/>
            <ac:inkMk id="11" creationId="{93E9C497-F2A6-F9C9-0312-326DC9000192}"/>
          </ac:inkMkLst>
        </pc:inkChg>
        <pc:inkChg chg="add del">
          <ac:chgData name="Daphne Economou" userId="d065a339-36cf-4937-af08-41751becbd81" providerId="ADAL" clId="{E2BA724A-B914-4997-B02D-91CD4289849E}" dt="2022-11-20T22:45:35.341" v="648" actId="478"/>
          <ac:inkMkLst>
            <pc:docMk/>
            <pc:sldMk cId="3365108167" sldId="863"/>
            <ac:inkMk id="12" creationId="{32E18FDA-ED4A-B330-990E-30AF027F845E}"/>
          </ac:inkMkLst>
        </pc:inkChg>
        <pc:inkChg chg="add del mod">
          <ac:chgData name="Daphne Economou" userId="d065a339-36cf-4937-af08-41751becbd81" providerId="ADAL" clId="{E2BA724A-B914-4997-B02D-91CD4289849E}" dt="2022-11-20T22:45:35.341" v="648" actId="478"/>
          <ac:inkMkLst>
            <pc:docMk/>
            <pc:sldMk cId="3365108167" sldId="863"/>
            <ac:inkMk id="13" creationId="{EF2ACDE3-E6A5-6131-1490-CD68AF650602}"/>
          </ac:inkMkLst>
        </pc:inkChg>
        <pc:inkChg chg="add del mod">
          <ac:chgData name="Daphne Economou" userId="d065a339-36cf-4937-af08-41751becbd81" providerId="ADAL" clId="{E2BA724A-B914-4997-B02D-91CD4289849E}" dt="2022-11-20T22:45:35.341" v="648" actId="478"/>
          <ac:inkMkLst>
            <pc:docMk/>
            <pc:sldMk cId="3365108167" sldId="863"/>
            <ac:inkMk id="14" creationId="{EC176848-5048-D765-45E7-D489E142D376}"/>
          </ac:inkMkLst>
        </pc:inkChg>
        <pc:inkChg chg="add del mod">
          <ac:chgData name="Daphne Economou" userId="d065a339-36cf-4937-af08-41751becbd81" providerId="ADAL" clId="{E2BA724A-B914-4997-B02D-91CD4289849E}" dt="2022-11-20T22:45:35.341" v="648" actId="478"/>
          <ac:inkMkLst>
            <pc:docMk/>
            <pc:sldMk cId="3365108167" sldId="863"/>
            <ac:inkMk id="15" creationId="{7894ECEA-7EAD-C1E5-CE0D-D40ED008C92E}"/>
          </ac:inkMkLst>
        </pc:inkChg>
        <pc:inkChg chg="add del mod">
          <ac:chgData name="Daphne Economou" userId="d065a339-36cf-4937-af08-41751becbd81" providerId="ADAL" clId="{E2BA724A-B914-4997-B02D-91CD4289849E}" dt="2022-11-20T22:45:35.341" v="648" actId="478"/>
          <ac:inkMkLst>
            <pc:docMk/>
            <pc:sldMk cId="3365108167" sldId="863"/>
            <ac:inkMk id="16" creationId="{CF99374F-C886-7809-1571-8EAB987342E8}"/>
          </ac:inkMkLst>
        </pc:inkChg>
        <pc:inkChg chg="add del mod">
          <ac:chgData name="Daphne Economou" userId="d065a339-36cf-4937-af08-41751becbd81" providerId="ADAL" clId="{E2BA724A-B914-4997-B02D-91CD4289849E}" dt="2022-11-20T22:43:07.625" v="603" actId="478"/>
          <ac:inkMkLst>
            <pc:docMk/>
            <pc:sldMk cId="3365108167" sldId="863"/>
            <ac:inkMk id="17" creationId="{523B6476-C578-0A2D-1818-DB9931622AE5}"/>
          </ac:inkMkLst>
        </pc:inkChg>
        <pc:inkChg chg="add del">
          <ac:chgData name="Daphne Economou" userId="d065a339-36cf-4937-af08-41751becbd81" providerId="ADAL" clId="{E2BA724A-B914-4997-B02D-91CD4289849E}" dt="2022-11-20T22:43:18.456" v="605" actId="9405"/>
          <ac:inkMkLst>
            <pc:docMk/>
            <pc:sldMk cId="3365108167" sldId="863"/>
            <ac:inkMk id="18" creationId="{D2A4B947-4B7E-D95B-D693-78A19605269C}"/>
          </ac:inkMkLst>
        </pc:inkChg>
        <pc:inkChg chg="add mod">
          <ac:chgData name="Daphne Economou" userId="d065a339-36cf-4937-af08-41751becbd81" providerId="ADAL" clId="{E2BA724A-B914-4997-B02D-91CD4289849E}" dt="2022-11-20T22:43:31.925" v="619"/>
          <ac:inkMkLst>
            <pc:docMk/>
            <pc:sldMk cId="3365108167" sldId="863"/>
            <ac:inkMk id="19" creationId="{5EE1CE80-2274-C94D-09F5-BD5ADA366A91}"/>
          </ac:inkMkLst>
        </pc:inkChg>
        <pc:inkChg chg="add mod">
          <ac:chgData name="Daphne Economou" userId="d065a339-36cf-4937-af08-41751becbd81" providerId="ADAL" clId="{E2BA724A-B914-4997-B02D-91CD4289849E}" dt="2022-11-20T22:43:31.925" v="619"/>
          <ac:inkMkLst>
            <pc:docMk/>
            <pc:sldMk cId="3365108167" sldId="863"/>
            <ac:inkMk id="20" creationId="{1C2908E4-B753-30FD-5618-08A8571A0E94}"/>
          </ac:inkMkLst>
        </pc:inkChg>
        <pc:inkChg chg="add mod">
          <ac:chgData name="Daphne Economou" userId="d065a339-36cf-4937-af08-41751becbd81" providerId="ADAL" clId="{E2BA724A-B914-4997-B02D-91CD4289849E}" dt="2022-11-20T22:43:31.925" v="619"/>
          <ac:inkMkLst>
            <pc:docMk/>
            <pc:sldMk cId="3365108167" sldId="863"/>
            <ac:inkMk id="21" creationId="{95981F85-28CD-52CB-2774-75485CFF686F}"/>
          </ac:inkMkLst>
        </pc:inkChg>
        <pc:inkChg chg="add mod">
          <ac:chgData name="Daphne Economou" userId="d065a339-36cf-4937-af08-41751becbd81" providerId="ADAL" clId="{E2BA724A-B914-4997-B02D-91CD4289849E}" dt="2022-11-20T22:43:31.925" v="619"/>
          <ac:inkMkLst>
            <pc:docMk/>
            <pc:sldMk cId="3365108167" sldId="863"/>
            <ac:inkMk id="22" creationId="{5B77D1B3-B3AB-AD4D-4260-5A024EEC9625}"/>
          </ac:inkMkLst>
        </pc:inkChg>
        <pc:inkChg chg="add mod">
          <ac:chgData name="Daphne Economou" userId="d065a339-36cf-4937-af08-41751becbd81" providerId="ADAL" clId="{E2BA724A-B914-4997-B02D-91CD4289849E}" dt="2022-11-20T22:43:31.925" v="619"/>
          <ac:inkMkLst>
            <pc:docMk/>
            <pc:sldMk cId="3365108167" sldId="863"/>
            <ac:inkMk id="23" creationId="{0F157584-22D6-C0A0-C0C3-7295EB3FC78D}"/>
          </ac:inkMkLst>
        </pc:inkChg>
        <pc:inkChg chg="add mod">
          <ac:chgData name="Daphne Economou" userId="d065a339-36cf-4937-af08-41751becbd81" providerId="ADAL" clId="{E2BA724A-B914-4997-B02D-91CD4289849E}" dt="2022-11-20T22:43:31.925" v="619"/>
          <ac:inkMkLst>
            <pc:docMk/>
            <pc:sldMk cId="3365108167" sldId="863"/>
            <ac:inkMk id="24" creationId="{BA46C938-74AB-91F3-CA37-BF6C02CCA58E}"/>
          </ac:inkMkLst>
        </pc:inkChg>
        <pc:inkChg chg="add mod">
          <ac:chgData name="Daphne Economou" userId="d065a339-36cf-4937-af08-41751becbd81" providerId="ADAL" clId="{E2BA724A-B914-4997-B02D-91CD4289849E}" dt="2022-11-20T22:43:31.925" v="619"/>
          <ac:inkMkLst>
            <pc:docMk/>
            <pc:sldMk cId="3365108167" sldId="863"/>
            <ac:inkMk id="25" creationId="{EF7FF324-A27A-36D3-85C7-557A39085812}"/>
          </ac:inkMkLst>
        </pc:inkChg>
        <pc:inkChg chg="add mod">
          <ac:chgData name="Daphne Economou" userId="d065a339-36cf-4937-af08-41751becbd81" providerId="ADAL" clId="{E2BA724A-B914-4997-B02D-91CD4289849E}" dt="2022-11-20T22:43:31.925" v="619"/>
          <ac:inkMkLst>
            <pc:docMk/>
            <pc:sldMk cId="3365108167" sldId="863"/>
            <ac:inkMk id="26" creationId="{FF02778E-5FBA-84D9-ACB8-400C609AE456}"/>
          </ac:inkMkLst>
        </pc:inkChg>
        <pc:inkChg chg="add mod">
          <ac:chgData name="Daphne Economou" userId="d065a339-36cf-4937-af08-41751becbd81" providerId="ADAL" clId="{E2BA724A-B914-4997-B02D-91CD4289849E}" dt="2022-11-20T22:43:31.925" v="619"/>
          <ac:inkMkLst>
            <pc:docMk/>
            <pc:sldMk cId="3365108167" sldId="863"/>
            <ac:inkMk id="27" creationId="{5524C26F-B9F7-D303-0068-CB8F7A0090E2}"/>
          </ac:inkMkLst>
        </pc:inkChg>
        <pc:inkChg chg="add mod">
          <ac:chgData name="Daphne Economou" userId="d065a339-36cf-4937-af08-41751becbd81" providerId="ADAL" clId="{E2BA724A-B914-4997-B02D-91CD4289849E}" dt="2022-11-20T22:43:31.925" v="619"/>
          <ac:inkMkLst>
            <pc:docMk/>
            <pc:sldMk cId="3365108167" sldId="863"/>
            <ac:inkMk id="28" creationId="{988A4219-C9C1-1027-B9F0-62A2E60E8CD4}"/>
          </ac:inkMkLst>
        </pc:inkChg>
        <pc:inkChg chg="add mod">
          <ac:chgData name="Daphne Economou" userId="d065a339-36cf-4937-af08-41751becbd81" providerId="ADAL" clId="{E2BA724A-B914-4997-B02D-91CD4289849E}" dt="2022-11-20T22:43:31.925" v="619"/>
          <ac:inkMkLst>
            <pc:docMk/>
            <pc:sldMk cId="3365108167" sldId="863"/>
            <ac:inkMk id="30" creationId="{8CB5D8FB-EA6B-C939-F2F9-76211D93D9BD}"/>
          </ac:inkMkLst>
        </pc:inkChg>
        <pc:inkChg chg="add mod">
          <ac:chgData name="Daphne Economou" userId="d065a339-36cf-4937-af08-41751becbd81" providerId="ADAL" clId="{E2BA724A-B914-4997-B02D-91CD4289849E}" dt="2022-11-20T22:43:31.925" v="619"/>
          <ac:inkMkLst>
            <pc:docMk/>
            <pc:sldMk cId="3365108167" sldId="863"/>
            <ac:inkMk id="31" creationId="{38864F9E-14CD-EE06-76BD-A19B0774BF2C}"/>
          </ac:inkMkLst>
        </pc:inkChg>
        <pc:inkChg chg="add mod">
          <ac:chgData name="Daphne Economou" userId="d065a339-36cf-4937-af08-41751becbd81" providerId="ADAL" clId="{E2BA724A-B914-4997-B02D-91CD4289849E}" dt="2022-11-20T22:43:40.171" v="631"/>
          <ac:inkMkLst>
            <pc:docMk/>
            <pc:sldMk cId="3365108167" sldId="863"/>
            <ac:inkMk id="33" creationId="{BFDE7EB5-F927-9D9C-8257-4681CA3A0D9E}"/>
          </ac:inkMkLst>
        </pc:inkChg>
        <pc:inkChg chg="add mod">
          <ac:chgData name="Daphne Economou" userId="d065a339-36cf-4937-af08-41751becbd81" providerId="ADAL" clId="{E2BA724A-B914-4997-B02D-91CD4289849E}" dt="2022-11-20T22:43:40.171" v="631"/>
          <ac:inkMkLst>
            <pc:docMk/>
            <pc:sldMk cId="3365108167" sldId="863"/>
            <ac:inkMk id="34" creationId="{B5CF49C9-8A03-F905-69F6-8AA8E272C4F8}"/>
          </ac:inkMkLst>
        </pc:inkChg>
        <pc:inkChg chg="add mod">
          <ac:chgData name="Daphne Economou" userId="d065a339-36cf-4937-af08-41751becbd81" providerId="ADAL" clId="{E2BA724A-B914-4997-B02D-91CD4289849E}" dt="2022-11-20T22:43:40.171" v="631"/>
          <ac:inkMkLst>
            <pc:docMk/>
            <pc:sldMk cId="3365108167" sldId="863"/>
            <ac:inkMk id="35" creationId="{8C7A75A2-A188-8460-4EC1-F0B0F951F619}"/>
          </ac:inkMkLst>
        </pc:inkChg>
        <pc:inkChg chg="add mod">
          <ac:chgData name="Daphne Economou" userId="d065a339-36cf-4937-af08-41751becbd81" providerId="ADAL" clId="{E2BA724A-B914-4997-B02D-91CD4289849E}" dt="2022-11-20T22:43:40.171" v="631"/>
          <ac:inkMkLst>
            <pc:docMk/>
            <pc:sldMk cId="3365108167" sldId="863"/>
            <ac:inkMk id="36" creationId="{B75F2485-2FF6-D6AA-B33F-EBD5D7BE517A}"/>
          </ac:inkMkLst>
        </pc:inkChg>
        <pc:inkChg chg="add mod">
          <ac:chgData name="Daphne Economou" userId="d065a339-36cf-4937-af08-41751becbd81" providerId="ADAL" clId="{E2BA724A-B914-4997-B02D-91CD4289849E}" dt="2022-11-20T22:43:40.171" v="631"/>
          <ac:inkMkLst>
            <pc:docMk/>
            <pc:sldMk cId="3365108167" sldId="863"/>
            <ac:inkMk id="37" creationId="{FC643727-8249-AA1B-2EDF-A9EA82180CDE}"/>
          </ac:inkMkLst>
        </pc:inkChg>
        <pc:inkChg chg="add mod">
          <ac:chgData name="Daphne Economou" userId="d065a339-36cf-4937-af08-41751becbd81" providerId="ADAL" clId="{E2BA724A-B914-4997-B02D-91CD4289849E}" dt="2022-11-20T22:43:40.171" v="631"/>
          <ac:inkMkLst>
            <pc:docMk/>
            <pc:sldMk cId="3365108167" sldId="863"/>
            <ac:inkMk id="38" creationId="{7C28BAC6-B9A8-E886-29CD-802A5E36A9B8}"/>
          </ac:inkMkLst>
        </pc:inkChg>
        <pc:inkChg chg="add mod">
          <ac:chgData name="Daphne Economou" userId="d065a339-36cf-4937-af08-41751becbd81" providerId="ADAL" clId="{E2BA724A-B914-4997-B02D-91CD4289849E}" dt="2022-11-20T22:43:40.171" v="631"/>
          <ac:inkMkLst>
            <pc:docMk/>
            <pc:sldMk cId="3365108167" sldId="863"/>
            <ac:inkMk id="39" creationId="{8689724F-F382-7B31-D1C0-2E91FDA24026}"/>
          </ac:inkMkLst>
        </pc:inkChg>
        <pc:inkChg chg="add mod">
          <ac:chgData name="Daphne Economou" userId="d065a339-36cf-4937-af08-41751becbd81" providerId="ADAL" clId="{E2BA724A-B914-4997-B02D-91CD4289849E}" dt="2022-11-20T22:43:40.171" v="631"/>
          <ac:inkMkLst>
            <pc:docMk/>
            <pc:sldMk cId="3365108167" sldId="863"/>
            <ac:inkMk id="41" creationId="{5A105712-CEBC-F3ED-0772-33C7C10B45CA}"/>
          </ac:inkMkLst>
        </pc:inkChg>
        <pc:inkChg chg="add mod">
          <ac:chgData name="Daphne Economou" userId="d065a339-36cf-4937-af08-41751becbd81" providerId="ADAL" clId="{E2BA724A-B914-4997-B02D-91CD4289849E}" dt="2022-11-20T22:43:40.171" v="631"/>
          <ac:inkMkLst>
            <pc:docMk/>
            <pc:sldMk cId="3365108167" sldId="863"/>
            <ac:inkMk id="42" creationId="{8FE281FF-C12D-3A93-C1DB-3894E64A1DC7}"/>
          </ac:inkMkLst>
        </pc:inkChg>
        <pc:inkChg chg="add mod">
          <ac:chgData name="Daphne Economou" userId="d065a339-36cf-4937-af08-41751becbd81" providerId="ADAL" clId="{E2BA724A-B914-4997-B02D-91CD4289849E}" dt="2022-11-20T22:43:40.171" v="631"/>
          <ac:inkMkLst>
            <pc:docMk/>
            <pc:sldMk cId="3365108167" sldId="863"/>
            <ac:inkMk id="43" creationId="{73AD136F-B716-5041-79C3-5F692507C30A}"/>
          </ac:inkMkLst>
        </pc:inkChg>
        <pc:inkChg chg="add mod">
          <ac:chgData name="Daphne Economou" userId="d065a339-36cf-4937-af08-41751becbd81" providerId="ADAL" clId="{E2BA724A-B914-4997-B02D-91CD4289849E}" dt="2022-11-20T22:43:48.020" v="642"/>
          <ac:inkMkLst>
            <pc:docMk/>
            <pc:sldMk cId="3365108167" sldId="863"/>
            <ac:inkMk id="45" creationId="{DCE5D255-3D36-D44C-1909-EA4174FC9AC0}"/>
          </ac:inkMkLst>
        </pc:inkChg>
        <pc:inkChg chg="add mod">
          <ac:chgData name="Daphne Economou" userId="d065a339-36cf-4937-af08-41751becbd81" providerId="ADAL" clId="{E2BA724A-B914-4997-B02D-91CD4289849E}" dt="2022-11-20T22:43:48.020" v="642"/>
          <ac:inkMkLst>
            <pc:docMk/>
            <pc:sldMk cId="3365108167" sldId="863"/>
            <ac:inkMk id="46" creationId="{48FC83FA-8854-5C6A-39BF-90B693760D67}"/>
          </ac:inkMkLst>
        </pc:inkChg>
        <pc:inkChg chg="add mod">
          <ac:chgData name="Daphne Economou" userId="d065a339-36cf-4937-af08-41751becbd81" providerId="ADAL" clId="{E2BA724A-B914-4997-B02D-91CD4289849E}" dt="2022-11-20T22:43:48.020" v="642"/>
          <ac:inkMkLst>
            <pc:docMk/>
            <pc:sldMk cId="3365108167" sldId="863"/>
            <ac:inkMk id="47" creationId="{00003E64-2047-FB1F-D9A8-F751447609E7}"/>
          </ac:inkMkLst>
        </pc:inkChg>
        <pc:inkChg chg="add mod">
          <ac:chgData name="Daphne Economou" userId="d065a339-36cf-4937-af08-41751becbd81" providerId="ADAL" clId="{E2BA724A-B914-4997-B02D-91CD4289849E}" dt="2022-11-20T22:43:48.020" v="642"/>
          <ac:inkMkLst>
            <pc:docMk/>
            <pc:sldMk cId="3365108167" sldId="863"/>
            <ac:inkMk id="48" creationId="{89FCF723-48BE-D30A-BFF7-5ECE9C5E5988}"/>
          </ac:inkMkLst>
        </pc:inkChg>
        <pc:inkChg chg="add mod">
          <ac:chgData name="Daphne Economou" userId="d065a339-36cf-4937-af08-41751becbd81" providerId="ADAL" clId="{E2BA724A-B914-4997-B02D-91CD4289849E}" dt="2022-11-20T22:43:48.020" v="642"/>
          <ac:inkMkLst>
            <pc:docMk/>
            <pc:sldMk cId="3365108167" sldId="863"/>
            <ac:inkMk id="49" creationId="{993E835F-8E9A-5286-4E7B-3B14203C4754}"/>
          </ac:inkMkLst>
        </pc:inkChg>
        <pc:inkChg chg="add mod">
          <ac:chgData name="Daphne Economou" userId="d065a339-36cf-4937-af08-41751becbd81" providerId="ADAL" clId="{E2BA724A-B914-4997-B02D-91CD4289849E}" dt="2022-11-20T22:43:48.020" v="642"/>
          <ac:inkMkLst>
            <pc:docMk/>
            <pc:sldMk cId="3365108167" sldId="863"/>
            <ac:inkMk id="50" creationId="{C6DF69CA-9CE0-8DDF-8BC0-9D1FADC0D546}"/>
          </ac:inkMkLst>
        </pc:inkChg>
        <pc:inkChg chg="add mod">
          <ac:chgData name="Daphne Economou" userId="d065a339-36cf-4937-af08-41751becbd81" providerId="ADAL" clId="{E2BA724A-B914-4997-B02D-91CD4289849E}" dt="2022-11-20T22:43:48.020" v="642"/>
          <ac:inkMkLst>
            <pc:docMk/>
            <pc:sldMk cId="3365108167" sldId="863"/>
            <ac:inkMk id="51" creationId="{936CA678-AA73-AF27-7BC3-471D61A6450B}"/>
          </ac:inkMkLst>
        </pc:inkChg>
        <pc:inkChg chg="add mod">
          <ac:chgData name="Daphne Economou" userId="d065a339-36cf-4937-af08-41751becbd81" providerId="ADAL" clId="{E2BA724A-B914-4997-B02D-91CD4289849E}" dt="2022-11-20T22:43:48.020" v="642"/>
          <ac:inkMkLst>
            <pc:docMk/>
            <pc:sldMk cId="3365108167" sldId="863"/>
            <ac:inkMk id="52" creationId="{4FB435DB-31B2-8227-5B19-B371B2566A5F}"/>
          </ac:inkMkLst>
        </pc:inkChg>
        <pc:inkChg chg="add mod">
          <ac:chgData name="Daphne Economou" userId="d065a339-36cf-4937-af08-41751becbd81" providerId="ADAL" clId="{E2BA724A-B914-4997-B02D-91CD4289849E}" dt="2022-11-20T22:43:48.020" v="642"/>
          <ac:inkMkLst>
            <pc:docMk/>
            <pc:sldMk cId="3365108167" sldId="863"/>
            <ac:inkMk id="53" creationId="{5DAAAA65-4B19-729E-9F44-18D8D3E9B684}"/>
          </ac:inkMkLst>
        </pc:inkChg>
        <pc:inkChg chg="add mod">
          <ac:chgData name="Daphne Economou" userId="d065a339-36cf-4937-af08-41751becbd81" providerId="ADAL" clId="{E2BA724A-B914-4997-B02D-91CD4289849E}" dt="2022-11-20T22:43:48.020" v="642"/>
          <ac:inkMkLst>
            <pc:docMk/>
            <pc:sldMk cId="3365108167" sldId="863"/>
            <ac:inkMk id="54" creationId="{C9553584-56C0-1F79-CD8D-7DECB1C97CE9}"/>
          </ac:inkMkLst>
        </pc:inkChg>
      </pc:sldChg>
      <pc:sldChg chg="addSp delSp modSp new del mod">
        <pc:chgData name="Daphne Economou" userId="d065a339-36cf-4937-af08-41751becbd81" providerId="ADAL" clId="{E2BA724A-B914-4997-B02D-91CD4289849E}" dt="2022-11-22T22:11:59.838" v="2158" actId="47"/>
        <pc:sldMkLst>
          <pc:docMk/>
          <pc:sldMk cId="1776089850" sldId="864"/>
        </pc:sldMkLst>
        <pc:spChg chg="del mod">
          <ac:chgData name="Daphne Economou" userId="d065a339-36cf-4937-af08-41751becbd81" providerId="ADAL" clId="{E2BA724A-B914-4997-B02D-91CD4289849E}" dt="2022-11-22T19:06:40.126" v="1097" actId="478"/>
          <ac:spMkLst>
            <pc:docMk/>
            <pc:sldMk cId="1776089850" sldId="864"/>
            <ac:spMk id="2" creationId="{B58A3698-0E22-8E75-53C2-B2ACB22A28B9}"/>
          </ac:spMkLst>
        </pc:spChg>
        <pc:spChg chg="add del mod">
          <ac:chgData name="Daphne Economou" userId="d065a339-36cf-4937-af08-41751becbd81" providerId="ADAL" clId="{E2BA724A-B914-4997-B02D-91CD4289849E}" dt="2022-11-22T19:06:44.471" v="1101" actId="478"/>
          <ac:spMkLst>
            <pc:docMk/>
            <pc:sldMk cId="1776089850" sldId="864"/>
            <ac:spMk id="7" creationId="{3B2079E3-4E58-5D46-32A9-9D9EDA726B74}"/>
          </ac:spMkLst>
        </pc:spChg>
        <pc:spChg chg="add del mod">
          <ac:chgData name="Daphne Economou" userId="d065a339-36cf-4937-af08-41751becbd81" providerId="ADAL" clId="{E2BA724A-B914-4997-B02D-91CD4289849E}" dt="2022-11-22T19:06:43.620" v="1100" actId="478"/>
          <ac:spMkLst>
            <pc:docMk/>
            <pc:sldMk cId="1776089850" sldId="864"/>
            <ac:spMk id="8" creationId="{A6B058C2-5916-C8A6-F31B-8E0EDA45ACED}"/>
          </ac:spMkLst>
        </pc:spChg>
        <pc:spChg chg="add mod">
          <ac:chgData name="Daphne Economou" userId="d065a339-36cf-4937-af08-41751becbd81" providerId="ADAL" clId="{E2BA724A-B914-4997-B02D-91CD4289849E}" dt="2022-11-22T19:06:53.106" v="1120" actId="6549"/>
          <ac:spMkLst>
            <pc:docMk/>
            <pc:sldMk cId="1776089850" sldId="864"/>
            <ac:spMk id="9" creationId="{E524795A-31E5-C20F-BFF4-DDC0CC9C9EE2}"/>
          </ac:spMkLst>
        </pc:spChg>
      </pc:sldChg>
      <pc:sldChg chg="addSp delSp modSp add mod">
        <pc:chgData name="Daphne Economou" userId="d065a339-36cf-4937-af08-41751becbd81" providerId="ADAL" clId="{E2BA724A-B914-4997-B02D-91CD4289849E}" dt="2022-11-22T22:38:34.781" v="2530" actId="1076"/>
        <pc:sldMkLst>
          <pc:docMk/>
          <pc:sldMk cId="2926016130" sldId="865"/>
        </pc:sldMkLst>
        <pc:spChg chg="mod">
          <ac:chgData name="Daphne Economou" userId="d065a339-36cf-4937-af08-41751becbd81" providerId="ADAL" clId="{E2BA724A-B914-4997-B02D-91CD4289849E}" dt="2022-11-22T19:06:31.691" v="1096" actId="1076"/>
          <ac:spMkLst>
            <pc:docMk/>
            <pc:sldMk cId="2926016130" sldId="865"/>
            <ac:spMk id="2" creationId="{7185EF8B-C0A4-FB4D-730A-B514B09E8A32}"/>
          </ac:spMkLst>
        </pc:spChg>
        <pc:spChg chg="add del mod">
          <ac:chgData name="Daphne Economou" userId="d065a339-36cf-4937-af08-41751becbd81" providerId="ADAL" clId="{E2BA724A-B914-4997-B02D-91CD4289849E}" dt="2022-11-22T22:15:57.014" v="2196" actId="478"/>
          <ac:spMkLst>
            <pc:docMk/>
            <pc:sldMk cId="2926016130" sldId="865"/>
            <ac:spMk id="4" creationId="{68616BF4-FF38-32E0-B767-A67900C4C91F}"/>
          </ac:spMkLst>
        </pc:spChg>
        <pc:spChg chg="add del mod">
          <ac:chgData name="Daphne Economou" userId="d065a339-36cf-4937-af08-41751becbd81" providerId="ADAL" clId="{E2BA724A-B914-4997-B02D-91CD4289849E}" dt="2022-11-22T22:15:55.609" v="2195" actId="478"/>
          <ac:spMkLst>
            <pc:docMk/>
            <pc:sldMk cId="2926016130" sldId="865"/>
            <ac:spMk id="5" creationId="{DE36EDAB-77CE-48A9-B9DA-63223EA861BB}"/>
          </ac:spMkLst>
        </pc:spChg>
        <pc:spChg chg="mod">
          <ac:chgData name="Daphne Economou" userId="d065a339-36cf-4937-af08-41751becbd81" providerId="ADAL" clId="{E2BA724A-B914-4997-B02D-91CD4289849E}" dt="2022-11-22T22:38:23.922" v="2528" actId="1076"/>
          <ac:spMkLst>
            <pc:docMk/>
            <pc:sldMk cId="2926016130" sldId="865"/>
            <ac:spMk id="8" creationId="{FE11B048-094F-C106-39AE-12BAAE54D446}"/>
          </ac:spMkLst>
        </pc:spChg>
        <pc:spChg chg="add del mod">
          <ac:chgData name="Daphne Economou" userId="d065a339-36cf-4937-af08-41751becbd81" providerId="ADAL" clId="{E2BA724A-B914-4997-B02D-91CD4289849E}" dt="2022-11-22T22:15:54.481" v="2194" actId="478"/>
          <ac:spMkLst>
            <pc:docMk/>
            <pc:sldMk cId="2926016130" sldId="865"/>
            <ac:spMk id="9" creationId="{1346A0C5-5156-1D44-A001-DE821F3CFD71}"/>
          </ac:spMkLst>
        </pc:spChg>
        <pc:spChg chg="add mod">
          <ac:chgData name="Daphne Economou" userId="d065a339-36cf-4937-af08-41751becbd81" providerId="ADAL" clId="{E2BA724A-B914-4997-B02D-91CD4289849E}" dt="2022-11-22T22:16:11.294" v="2201" actId="1076"/>
          <ac:spMkLst>
            <pc:docMk/>
            <pc:sldMk cId="2926016130" sldId="865"/>
            <ac:spMk id="10" creationId="{3AC369FE-1D53-BF31-D973-46EB4BDF7383}"/>
          </ac:spMkLst>
        </pc:spChg>
        <pc:spChg chg="add del mod">
          <ac:chgData name="Daphne Economou" userId="d065a339-36cf-4937-af08-41751becbd81" providerId="ADAL" clId="{E2BA724A-B914-4997-B02D-91CD4289849E}" dt="2022-11-22T22:17:42.962" v="2255" actId="478"/>
          <ac:spMkLst>
            <pc:docMk/>
            <pc:sldMk cId="2926016130" sldId="865"/>
            <ac:spMk id="15" creationId="{E8C80D14-1FEB-2F5F-0B61-5835710D5C8A}"/>
          </ac:spMkLst>
        </pc:spChg>
        <pc:spChg chg="del">
          <ac:chgData name="Daphne Economou" userId="d065a339-36cf-4937-af08-41751becbd81" providerId="ADAL" clId="{E2BA724A-B914-4997-B02D-91CD4289849E}" dt="2022-11-22T22:12:16.239" v="2159" actId="478"/>
          <ac:spMkLst>
            <pc:docMk/>
            <pc:sldMk cId="2926016130" sldId="865"/>
            <ac:spMk id="16" creationId="{0860A10A-E466-EFD9-3CBE-5F56FAD1EC1A}"/>
          </ac:spMkLst>
        </pc:spChg>
        <pc:spChg chg="add mod">
          <ac:chgData name="Daphne Economou" userId="d065a339-36cf-4937-af08-41751becbd81" providerId="ADAL" clId="{E2BA724A-B914-4997-B02D-91CD4289849E}" dt="2022-11-22T22:17:38.061" v="2253" actId="1076"/>
          <ac:spMkLst>
            <pc:docMk/>
            <pc:sldMk cId="2926016130" sldId="865"/>
            <ac:spMk id="17" creationId="{D626C132-6D9B-7694-E019-24FE99DD9C3D}"/>
          </ac:spMkLst>
        </pc:spChg>
        <pc:spChg chg="add mod">
          <ac:chgData name="Daphne Economou" userId="d065a339-36cf-4937-af08-41751becbd81" providerId="ADAL" clId="{E2BA724A-B914-4997-B02D-91CD4289849E}" dt="2022-11-22T22:17:40.685" v="2254" actId="1076"/>
          <ac:spMkLst>
            <pc:docMk/>
            <pc:sldMk cId="2926016130" sldId="865"/>
            <ac:spMk id="19" creationId="{A7B2BFD4-2912-B17C-4A06-987004412BDC}"/>
          </ac:spMkLst>
        </pc:spChg>
        <pc:spChg chg="add mod">
          <ac:chgData name="Daphne Economou" userId="d065a339-36cf-4937-af08-41751becbd81" providerId="ADAL" clId="{E2BA724A-B914-4997-B02D-91CD4289849E}" dt="2022-11-22T22:38:34.781" v="2530" actId="1076"/>
          <ac:spMkLst>
            <pc:docMk/>
            <pc:sldMk cId="2926016130" sldId="865"/>
            <ac:spMk id="20" creationId="{EEF06ADE-14C2-F400-80A5-D0368D08D3C9}"/>
          </ac:spMkLst>
        </pc:spChg>
        <pc:inkChg chg="add mod">
          <ac:chgData name="Daphne Economou" userId="d065a339-36cf-4937-af08-41751becbd81" providerId="ADAL" clId="{E2BA724A-B914-4997-B02D-91CD4289849E}" dt="2022-11-22T22:17:01.514" v="2206" actId="1076"/>
          <ac:inkMkLst>
            <pc:docMk/>
            <pc:sldMk cId="2926016130" sldId="865"/>
            <ac:inkMk id="14" creationId="{0A27E5FD-C884-4DE1-30B6-6833B36FA300}"/>
          </ac:inkMkLst>
        </pc:inkChg>
        <pc:cxnChg chg="add del mod">
          <ac:chgData name="Daphne Economou" userId="d065a339-36cf-4937-af08-41751becbd81" providerId="ADAL" clId="{E2BA724A-B914-4997-B02D-91CD4289849E}" dt="2022-11-22T22:16:11.996" v="2202" actId="478"/>
          <ac:cxnSpMkLst>
            <pc:docMk/>
            <pc:sldMk cId="2926016130" sldId="865"/>
            <ac:cxnSpMk id="11" creationId="{74C756E2-A494-50BA-38DA-89A645384E26}"/>
          </ac:cxnSpMkLst>
        </pc:cxnChg>
        <pc:cxnChg chg="mod">
          <ac:chgData name="Daphne Economou" userId="d065a339-36cf-4937-af08-41751becbd81" providerId="ADAL" clId="{E2BA724A-B914-4997-B02D-91CD4289849E}" dt="2022-11-22T22:38:30.303" v="2529" actId="1076"/>
          <ac:cxnSpMkLst>
            <pc:docMk/>
            <pc:sldMk cId="2926016130" sldId="865"/>
            <ac:cxnSpMk id="29" creationId="{5DE5DA94-32C5-DA59-54BD-BBC5489F1E85}"/>
          </ac:cxnSpMkLst>
        </pc:cxnChg>
        <pc:cxnChg chg="del">
          <ac:chgData name="Daphne Economou" userId="d065a339-36cf-4937-af08-41751becbd81" providerId="ADAL" clId="{E2BA724A-B914-4997-B02D-91CD4289849E}" dt="2022-11-22T22:12:19.448" v="2161" actId="478"/>
          <ac:cxnSpMkLst>
            <pc:docMk/>
            <pc:sldMk cId="2926016130" sldId="865"/>
            <ac:cxnSpMk id="41" creationId="{B5D74D16-2605-5ADC-36BB-F58B3623EB67}"/>
          </ac:cxnSpMkLst>
        </pc:cxnChg>
        <pc:cxnChg chg="del">
          <ac:chgData name="Daphne Economou" userId="d065a339-36cf-4937-af08-41751becbd81" providerId="ADAL" clId="{E2BA724A-B914-4997-B02D-91CD4289849E}" dt="2022-11-22T22:12:17.991" v="2160" actId="478"/>
          <ac:cxnSpMkLst>
            <pc:docMk/>
            <pc:sldMk cId="2926016130" sldId="865"/>
            <ac:cxnSpMk id="44" creationId="{8833CB48-8935-9B01-4673-AA1A8B0770A1}"/>
          </ac:cxnSpMkLst>
        </pc:cxnChg>
      </pc:sldChg>
      <pc:sldChg chg="addSp delSp modSp add mod ord">
        <pc:chgData name="Daphne Economou" userId="d065a339-36cf-4937-af08-41751becbd81" providerId="ADAL" clId="{E2BA724A-B914-4997-B02D-91CD4289849E}" dt="2022-11-22T22:51:22.124" v="2564" actId="478"/>
        <pc:sldMkLst>
          <pc:docMk/>
          <pc:sldMk cId="1818146146" sldId="866"/>
        </pc:sldMkLst>
        <pc:spChg chg="add mod">
          <ac:chgData name="Daphne Economou" userId="d065a339-36cf-4937-af08-41751becbd81" providerId="ADAL" clId="{E2BA724A-B914-4997-B02D-91CD4289849E}" dt="2022-11-22T22:18:32.434" v="2259" actId="1076"/>
          <ac:spMkLst>
            <pc:docMk/>
            <pc:sldMk cId="1818146146" sldId="866"/>
            <ac:spMk id="4" creationId="{1F3B9420-B025-B882-1E63-F0E903B62FD5}"/>
          </ac:spMkLst>
        </pc:spChg>
        <pc:spChg chg="del">
          <ac:chgData name="Daphne Economou" userId="d065a339-36cf-4937-af08-41751becbd81" providerId="ADAL" clId="{E2BA724A-B914-4997-B02D-91CD4289849E}" dt="2022-11-22T19:15:24.942" v="1367" actId="478"/>
          <ac:spMkLst>
            <pc:docMk/>
            <pc:sldMk cId="1818146146" sldId="866"/>
            <ac:spMk id="8" creationId="{FBDC10C8-686F-3E45-ACCD-234F7C1E926C}"/>
          </ac:spMkLst>
        </pc:spChg>
        <pc:spChg chg="add mod">
          <ac:chgData name="Daphne Economou" userId="d065a339-36cf-4937-af08-41751becbd81" providerId="ADAL" clId="{E2BA724A-B914-4997-B02D-91CD4289849E}" dt="2022-11-22T22:18:32.434" v="2259" actId="1076"/>
          <ac:spMkLst>
            <pc:docMk/>
            <pc:sldMk cId="1818146146" sldId="866"/>
            <ac:spMk id="9" creationId="{43F367D0-B493-C416-C3AD-A163C8C765C4}"/>
          </ac:spMkLst>
        </pc:spChg>
        <pc:spChg chg="add mod">
          <ac:chgData name="Daphne Economou" userId="d065a339-36cf-4937-af08-41751becbd81" providerId="ADAL" clId="{E2BA724A-B914-4997-B02D-91CD4289849E}" dt="2022-11-22T22:18:32.434" v="2259" actId="1076"/>
          <ac:spMkLst>
            <pc:docMk/>
            <pc:sldMk cId="1818146146" sldId="866"/>
            <ac:spMk id="10" creationId="{BD856C90-F20E-29AE-4532-3BE39E2F613C}"/>
          </ac:spMkLst>
        </pc:spChg>
        <pc:graphicFrameChg chg="mod">
          <ac:chgData name="Daphne Economou" userId="d065a339-36cf-4937-af08-41751becbd81" providerId="ADAL" clId="{E2BA724A-B914-4997-B02D-91CD4289849E}" dt="2022-11-22T22:18:27.506" v="2258" actId="1076"/>
          <ac:graphicFrameMkLst>
            <pc:docMk/>
            <pc:sldMk cId="1818146146" sldId="866"/>
            <ac:graphicFrameMk id="6" creationId="{2147E2D4-9D2D-1A6C-7FE9-CD355D0C4641}"/>
          </ac:graphicFrameMkLst>
        </pc:graphicFrameChg>
        <pc:inkChg chg="add del mod">
          <ac:chgData name="Daphne Economou" userId="d065a339-36cf-4937-af08-41751becbd81" providerId="ADAL" clId="{E2BA724A-B914-4997-B02D-91CD4289849E}" dt="2022-11-22T22:51:22.124" v="2564" actId="478"/>
          <ac:inkMkLst>
            <pc:docMk/>
            <pc:sldMk cId="1818146146" sldId="866"/>
            <ac:inkMk id="5" creationId="{F160A044-7298-858A-030C-20ABFE577E6C}"/>
          </ac:inkMkLst>
        </pc:inkChg>
      </pc:sldChg>
      <pc:sldChg chg="addSp delSp modSp new del mod">
        <pc:chgData name="Daphne Economou" userId="d065a339-36cf-4937-af08-41751becbd81" providerId="ADAL" clId="{E2BA724A-B914-4997-B02D-91CD4289849E}" dt="2022-11-22T22:50:03.467" v="2542" actId="47"/>
        <pc:sldMkLst>
          <pc:docMk/>
          <pc:sldMk cId="3119562255" sldId="867"/>
        </pc:sldMkLst>
        <pc:spChg chg="del">
          <ac:chgData name="Daphne Economou" userId="d065a339-36cf-4937-af08-41751becbd81" providerId="ADAL" clId="{E2BA724A-B914-4997-B02D-91CD4289849E}" dt="2022-11-22T19:16:17.935" v="1375" actId="478"/>
          <ac:spMkLst>
            <pc:docMk/>
            <pc:sldMk cId="3119562255" sldId="867"/>
            <ac:spMk id="2" creationId="{0012E8A1-1904-35FD-506B-C18117CD546F}"/>
          </ac:spMkLst>
        </pc:spChg>
        <pc:spChg chg="add mod">
          <ac:chgData name="Daphne Economou" userId="d065a339-36cf-4937-af08-41751becbd81" providerId="ADAL" clId="{E2BA724A-B914-4997-B02D-91CD4289849E}" dt="2022-11-22T19:16:27.067" v="1391" actId="20577"/>
          <ac:spMkLst>
            <pc:docMk/>
            <pc:sldMk cId="3119562255" sldId="867"/>
            <ac:spMk id="6" creationId="{2C1143A5-882A-6F25-C239-26BF85464A79}"/>
          </ac:spMkLst>
        </pc:spChg>
      </pc:sldChg>
      <pc:sldChg chg="addSp modSp add mod">
        <pc:chgData name="Daphne Economou" userId="d065a339-36cf-4937-af08-41751becbd81" providerId="ADAL" clId="{E2BA724A-B914-4997-B02D-91CD4289849E}" dt="2022-11-22T19:25:08.337" v="1456" actId="1076"/>
        <pc:sldMkLst>
          <pc:docMk/>
          <pc:sldMk cId="265434194" sldId="868"/>
        </pc:sldMkLst>
        <pc:spChg chg="mod">
          <ac:chgData name="Daphne Economou" userId="d065a339-36cf-4937-af08-41751becbd81" providerId="ADAL" clId="{E2BA724A-B914-4997-B02D-91CD4289849E}" dt="2022-11-22T19:21:10.312" v="1436" actId="20577"/>
          <ac:spMkLst>
            <pc:docMk/>
            <pc:sldMk cId="265434194" sldId="868"/>
            <ac:spMk id="2" creationId="{DCE5CFB4-7152-AA4B-0931-811D655D96D0}"/>
          </ac:spMkLst>
        </pc:spChg>
        <pc:spChg chg="add mod">
          <ac:chgData name="Daphne Economou" userId="d065a339-36cf-4937-af08-41751becbd81" providerId="ADAL" clId="{E2BA724A-B914-4997-B02D-91CD4289849E}" dt="2022-11-22T19:22:30.098" v="1452" actId="1076"/>
          <ac:spMkLst>
            <pc:docMk/>
            <pc:sldMk cId="265434194" sldId="868"/>
            <ac:spMk id="4" creationId="{B4EF7CA8-235A-41DB-C167-6B8DCD2108EE}"/>
          </ac:spMkLst>
        </pc:spChg>
        <pc:spChg chg="add mod">
          <ac:chgData name="Daphne Economou" userId="d065a339-36cf-4937-af08-41751becbd81" providerId="ADAL" clId="{E2BA724A-B914-4997-B02D-91CD4289849E}" dt="2022-11-22T19:22:41.797" v="1454" actId="1076"/>
          <ac:spMkLst>
            <pc:docMk/>
            <pc:sldMk cId="265434194" sldId="868"/>
            <ac:spMk id="5" creationId="{81AEADAE-8A36-B7D0-29AA-A795A940F7C4}"/>
          </ac:spMkLst>
        </pc:spChg>
        <pc:spChg chg="mod">
          <ac:chgData name="Daphne Economou" userId="d065a339-36cf-4937-af08-41751becbd81" providerId="ADAL" clId="{E2BA724A-B914-4997-B02D-91CD4289849E}" dt="2022-11-22T19:24:58.938" v="1455" actId="20577"/>
          <ac:spMkLst>
            <pc:docMk/>
            <pc:sldMk cId="265434194" sldId="868"/>
            <ac:spMk id="8" creationId="{610AE0CB-7483-8F3A-BC64-351C3D59590D}"/>
          </ac:spMkLst>
        </pc:spChg>
        <pc:spChg chg="add mod">
          <ac:chgData name="Daphne Economou" userId="d065a339-36cf-4937-af08-41751becbd81" providerId="ADAL" clId="{E2BA724A-B914-4997-B02D-91CD4289849E}" dt="2022-11-22T19:25:08.337" v="1456" actId="1076"/>
          <ac:spMkLst>
            <pc:docMk/>
            <pc:sldMk cId="265434194" sldId="868"/>
            <ac:spMk id="10" creationId="{5FA29C67-771F-2A5C-1305-C90C5E6B979E}"/>
          </ac:spMkLst>
        </pc:spChg>
        <pc:spChg chg="add mod">
          <ac:chgData name="Daphne Economou" userId="d065a339-36cf-4937-af08-41751becbd81" providerId="ADAL" clId="{E2BA724A-B914-4997-B02D-91CD4289849E}" dt="2022-11-22T19:22:34.486" v="1453" actId="1076"/>
          <ac:spMkLst>
            <pc:docMk/>
            <pc:sldMk cId="265434194" sldId="868"/>
            <ac:spMk id="11" creationId="{7509FCB3-5123-D3F7-D6D0-38EB66F4E5D5}"/>
          </ac:spMkLst>
        </pc:spChg>
      </pc:sldChg>
      <pc:sldChg chg="addSp modSp add del mod">
        <pc:chgData name="Daphne Economou" userId="d065a339-36cf-4937-af08-41751becbd81" providerId="ADAL" clId="{E2BA724A-B914-4997-B02D-91CD4289849E}" dt="2022-11-22T22:52:16.616" v="2571" actId="47"/>
        <pc:sldMkLst>
          <pc:docMk/>
          <pc:sldMk cId="2078344195" sldId="869"/>
        </pc:sldMkLst>
        <pc:spChg chg="mod">
          <ac:chgData name="Daphne Economou" userId="d065a339-36cf-4937-af08-41751becbd81" providerId="ADAL" clId="{E2BA724A-B914-4997-B02D-91CD4289849E}" dt="2022-11-22T19:26:58.566" v="1499" actId="6549"/>
          <ac:spMkLst>
            <pc:docMk/>
            <pc:sldMk cId="2078344195" sldId="869"/>
            <ac:spMk id="2" creationId="{DCE5CFB4-7152-AA4B-0931-811D655D96D0}"/>
          </ac:spMkLst>
        </pc:spChg>
        <pc:spChg chg="mod">
          <ac:chgData name="Daphne Economou" userId="d065a339-36cf-4937-af08-41751becbd81" providerId="ADAL" clId="{E2BA724A-B914-4997-B02D-91CD4289849E}" dt="2022-11-22T19:27:14.156" v="1500" actId="6549"/>
          <ac:spMkLst>
            <pc:docMk/>
            <pc:sldMk cId="2078344195" sldId="869"/>
            <ac:spMk id="8" creationId="{610AE0CB-7483-8F3A-BC64-351C3D59590D}"/>
          </ac:spMkLst>
        </pc:spChg>
        <pc:spChg chg="add mod">
          <ac:chgData name="Daphne Economou" userId="d065a339-36cf-4937-af08-41751becbd81" providerId="ADAL" clId="{E2BA724A-B914-4997-B02D-91CD4289849E}" dt="2022-11-22T22:52:07.040" v="2570" actId="1076"/>
          <ac:spMkLst>
            <pc:docMk/>
            <pc:sldMk cId="2078344195" sldId="869"/>
            <ac:spMk id="12" creationId="{B7B78BA7-244F-4C49-5D4B-49C4EEF6CE81}"/>
          </ac:spMkLst>
        </pc:spChg>
      </pc:sldChg>
      <pc:sldChg chg="addSp delSp modSp new mod">
        <pc:chgData name="Daphne Economou" userId="d065a339-36cf-4937-af08-41751becbd81" providerId="ADAL" clId="{E2BA724A-B914-4997-B02D-91CD4289849E}" dt="2022-11-22T21:13:14.914" v="1653" actId="20577"/>
        <pc:sldMkLst>
          <pc:docMk/>
          <pc:sldMk cId="901916543" sldId="870"/>
        </pc:sldMkLst>
        <pc:spChg chg="mod">
          <ac:chgData name="Daphne Economou" userId="d065a339-36cf-4937-af08-41751becbd81" providerId="ADAL" clId="{E2BA724A-B914-4997-B02D-91CD4289849E}" dt="2022-11-22T21:13:14.914" v="1653" actId="20577"/>
          <ac:spMkLst>
            <pc:docMk/>
            <pc:sldMk cId="901916543" sldId="870"/>
            <ac:spMk id="2" creationId="{9B023297-1813-9DF5-3677-48FEFC7D2C35}"/>
          </ac:spMkLst>
        </pc:spChg>
        <pc:spChg chg="mod">
          <ac:chgData name="Daphne Economou" userId="d065a339-36cf-4937-af08-41751becbd81" providerId="ADAL" clId="{E2BA724A-B914-4997-B02D-91CD4289849E}" dt="2022-11-22T21:08:06.908" v="1627" actId="20577"/>
          <ac:spMkLst>
            <pc:docMk/>
            <pc:sldMk cId="901916543" sldId="870"/>
            <ac:spMk id="3" creationId="{45D86975-1F4A-2730-9644-3EF8CCFDB277}"/>
          </ac:spMkLst>
        </pc:spChg>
        <pc:picChg chg="add del mod">
          <ac:chgData name="Daphne Economou" userId="d065a339-36cf-4937-af08-41751becbd81" providerId="ADAL" clId="{E2BA724A-B914-4997-B02D-91CD4289849E}" dt="2022-11-22T21:07:43.142" v="1586" actId="478"/>
          <ac:picMkLst>
            <pc:docMk/>
            <pc:sldMk cId="901916543" sldId="870"/>
            <ac:picMk id="7" creationId="{3B36CE59-9E58-802F-E407-470E10379464}"/>
          </ac:picMkLst>
        </pc:picChg>
        <pc:picChg chg="add del">
          <ac:chgData name="Daphne Economou" userId="d065a339-36cf-4937-af08-41751becbd81" providerId="ADAL" clId="{E2BA724A-B914-4997-B02D-91CD4289849E}" dt="2022-11-22T21:07:42.738" v="1585" actId="478"/>
          <ac:picMkLst>
            <pc:docMk/>
            <pc:sldMk cId="901916543" sldId="870"/>
            <ac:picMk id="9" creationId="{E6695F1B-7AAA-A267-717B-C50A799E7057}"/>
          </ac:picMkLst>
        </pc:picChg>
        <pc:picChg chg="add mod">
          <ac:chgData name="Daphne Economou" userId="d065a339-36cf-4937-af08-41751becbd81" providerId="ADAL" clId="{E2BA724A-B914-4997-B02D-91CD4289849E}" dt="2022-11-22T21:12:55.216" v="1638" actId="1076"/>
          <ac:picMkLst>
            <pc:docMk/>
            <pc:sldMk cId="901916543" sldId="870"/>
            <ac:picMk id="11" creationId="{700FEBB9-D815-8D2E-517B-0419D2BA57CB}"/>
          </ac:picMkLst>
        </pc:picChg>
        <pc:picChg chg="add del mod">
          <ac:chgData name="Daphne Economou" userId="d065a339-36cf-4937-af08-41751becbd81" providerId="ADAL" clId="{E2BA724A-B914-4997-B02D-91CD4289849E}" dt="2022-11-22T21:12:11.881" v="1633" actId="478"/>
          <ac:picMkLst>
            <pc:docMk/>
            <pc:sldMk cId="901916543" sldId="870"/>
            <ac:picMk id="13" creationId="{BCCF42BB-6053-8747-EB98-A3CB4CB8ECB6}"/>
          </ac:picMkLst>
        </pc:picChg>
        <pc:picChg chg="add mod">
          <ac:chgData name="Daphne Economou" userId="d065a339-36cf-4937-af08-41751becbd81" providerId="ADAL" clId="{E2BA724A-B914-4997-B02D-91CD4289849E}" dt="2022-11-22T21:12:53.994" v="1637" actId="1076"/>
          <ac:picMkLst>
            <pc:docMk/>
            <pc:sldMk cId="901916543" sldId="870"/>
            <ac:picMk id="15" creationId="{50DD8FFC-D54A-05EA-0613-FB8B4F51712D}"/>
          </ac:picMkLst>
        </pc:picChg>
      </pc:sldChg>
      <pc:sldChg chg="addSp delSp modSp add mod">
        <pc:chgData name="Daphne Economou" userId="d065a339-36cf-4937-af08-41751becbd81" providerId="ADAL" clId="{E2BA724A-B914-4997-B02D-91CD4289849E}" dt="2022-11-22T22:14:55.301" v="2189" actId="13822"/>
        <pc:sldMkLst>
          <pc:docMk/>
          <pc:sldMk cId="281669200" sldId="871"/>
        </pc:sldMkLst>
        <pc:spChg chg="mod">
          <ac:chgData name="Daphne Economou" userId="d065a339-36cf-4937-af08-41751becbd81" providerId="ADAL" clId="{E2BA724A-B914-4997-B02D-91CD4289849E}" dt="2022-11-22T21:30:20.133" v="1810" actId="1076"/>
          <ac:spMkLst>
            <pc:docMk/>
            <pc:sldMk cId="281669200" sldId="871"/>
            <ac:spMk id="2" creationId="{7185EF8B-C0A4-FB4D-730A-B514B09E8A32}"/>
          </ac:spMkLst>
        </pc:spChg>
        <pc:spChg chg="add mod">
          <ac:chgData name="Daphne Economou" userId="d065a339-36cf-4937-af08-41751becbd81" providerId="ADAL" clId="{E2BA724A-B914-4997-B02D-91CD4289849E}" dt="2022-11-22T21:29:22.506" v="1764" actId="1076"/>
          <ac:spMkLst>
            <pc:docMk/>
            <pc:sldMk cId="281669200" sldId="871"/>
            <ac:spMk id="5" creationId="{8A4F5BF0-7B8F-FEAB-73CA-A9E2A8FA894E}"/>
          </ac:spMkLst>
        </pc:spChg>
        <pc:spChg chg="del">
          <ac:chgData name="Daphne Economou" userId="d065a339-36cf-4937-af08-41751becbd81" providerId="ADAL" clId="{E2BA724A-B914-4997-B02D-91CD4289849E}" dt="2022-11-22T22:13:39.300" v="2178" actId="478"/>
          <ac:spMkLst>
            <pc:docMk/>
            <pc:sldMk cId="281669200" sldId="871"/>
            <ac:spMk id="29" creationId="{B773A480-BDAB-BB21-1127-538F5B61433D}"/>
          </ac:spMkLst>
        </pc:spChg>
        <pc:spChg chg="del">
          <ac:chgData name="Daphne Economou" userId="d065a339-36cf-4937-af08-41751becbd81" providerId="ADAL" clId="{E2BA724A-B914-4997-B02D-91CD4289849E}" dt="2022-11-22T22:13:39.300" v="2178" actId="478"/>
          <ac:spMkLst>
            <pc:docMk/>
            <pc:sldMk cId="281669200" sldId="871"/>
            <ac:spMk id="30" creationId="{3D3D146F-F3F6-75A6-F52E-7194DCD71E38}"/>
          </ac:spMkLst>
        </pc:spChg>
        <pc:spChg chg="mod">
          <ac:chgData name="Daphne Economou" userId="d065a339-36cf-4937-af08-41751becbd81" providerId="ADAL" clId="{E2BA724A-B914-4997-B02D-91CD4289849E}" dt="2022-11-22T22:14:39.754" v="2187" actId="14100"/>
          <ac:spMkLst>
            <pc:docMk/>
            <pc:sldMk cId="281669200" sldId="871"/>
            <ac:spMk id="38" creationId="{7AC6AA41-51EB-B040-1002-2A77AD58946F}"/>
          </ac:spMkLst>
        </pc:spChg>
        <pc:cxnChg chg="mod ord">
          <ac:chgData name="Daphne Economou" userId="d065a339-36cf-4937-af08-41751becbd81" providerId="ADAL" clId="{E2BA724A-B914-4997-B02D-91CD4289849E}" dt="2022-11-22T22:14:55.301" v="2189" actId="13822"/>
          <ac:cxnSpMkLst>
            <pc:docMk/>
            <pc:sldMk cId="281669200" sldId="871"/>
            <ac:cxnSpMk id="37" creationId="{83B8086F-897F-C6C3-D201-97BE1571D58E}"/>
          </ac:cxnSpMkLst>
        </pc:cxnChg>
      </pc:sldChg>
      <pc:sldChg chg="add del">
        <pc:chgData name="Daphne Economou" userId="d065a339-36cf-4937-af08-41751becbd81" providerId="ADAL" clId="{E2BA724A-B914-4997-B02D-91CD4289849E}" dt="2022-11-22T21:04:28.375" v="1581"/>
        <pc:sldMkLst>
          <pc:docMk/>
          <pc:sldMk cId="2430401246" sldId="871"/>
        </pc:sldMkLst>
      </pc:sldChg>
      <pc:sldChg chg="addSp delSp modSp add mod">
        <pc:chgData name="Daphne Economou" userId="d065a339-36cf-4937-af08-41751becbd81" providerId="ADAL" clId="{E2BA724A-B914-4997-B02D-91CD4289849E}" dt="2022-11-22T22:16:50.982" v="2204" actId="13822"/>
        <pc:sldMkLst>
          <pc:docMk/>
          <pc:sldMk cId="2188455233" sldId="872"/>
        </pc:sldMkLst>
        <pc:spChg chg="mod">
          <ac:chgData name="Daphne Economou" userId="d065a339-36cf-4937-af08-41751becbd81" providerId="ADAL" clId="{E2BA724A-B914-4997-B02D-91CD4289849E}" dt="2022-11-22T21:31:12.227" v="1821" actId="1035"/>
          <ac:spMkLst>
            <pc:docMk/>
            <pc:sldMk cId="2188455233" sldId="872"/>
            <ac:spMk id="2" creationId="{7185EF8B-C0A4-FB4D-730A-B514B09E8A32}"/>
          </ac:spMkLst>
        </pc:spChg>
        <pc:spChg chg="del">
          <ac:chgData name="Daphne Economou" userId="d065a339-36cf-4937-af08-41751becbd81" providerId="ADAL" clId="{E2BA724A-B914-4997-B02D-91CD4289849E}" dt="2022-11-22T21:31:16.401" v="1822" actId="478"/>
          <ac:spMkLst>
            <pc:docMk/>
            <pc:sldMk cId="2188455233" sldId="872"/>
            <ac:spMk id="5" creationId="{8A4F5BF0-7B8F-FEAB-73CA-A9E2A8FA894E}"/>
          </ac:spMkLst>
        </pc:spChg>
        <pc:spChg chg="add mod">
          <ac:chgData name="Daphne Economou" userId="d065a339-36cf-4937-af08-41751becbd81" providerId="ADAL" clId="{E2BA724A-B914-4997-B02D-91CD4289849E}" dt="2022-11-22T21:37:39.206" v="1853" actId="113"/>
          <ac:spMkLst>
            <pc:docMk/>
            <pc:sldMk cId="2188455233" sldId="872"/>
            <ac:spMk id="6" creationId="{ECDFAE51-1593-3023-5C39-2FDD7C1FC23C}"/>
          </ac:spMkLst>
        </pc:spChg>
        <pc:spChg chg="mod">
          <ac:chgData name="Daphne Economou" userId="d065a339-36cf-4937-af08-41751becbd81" providerId="ADAL" clId="{E2BA724A-B914-4997-B02D-91CD4289849E}" dt="2022-11-22T21:37:20.737" v="1851" actId="14100"/>
          <ac:spMkLst>
            <pc:docMk/>
            <pc:sldMk cId="2188455233" sldId="872"/>
            <ac:spMk id="12" creationId="{095DD60A-F5D6-93DC-C437-0B714E4DAA81}"/>
          </ac:spMkLst>
        </pc:spChg>
        <pc:spChg chg="mod">
          <ac:chgData name="Daphne Economou" userId="d065a339-36cf-4937-af08-41751becbd81" providerId="ADAL" clId="{E2BA724A-B914-4997-B02D-91CD4289849E}" dt="2022-11-22T22:15:34.114" v="2191" actId="113"/>
          <ac:spMkLst>
            <pc:docMk/>
            <pc:sldMk cId="2188455233" sldId="872"/>
            <ac:spMk id="29" creationId="{B773A480-BDAB-BB21-1127-538F5B61433D}"/>
          </ac:spMkLst>
        </pc:spChg>
        <pc:spChg chg="mod">
          <ac:chgData name="Daphne Economou" userId="d065a339-36cf-4937-af08-41751becbd81" providerId="ADAL" clId="{E2BA724A-B914-4997-B02D-91CD4289849E}" dt="2022-11-22T22:15:34.114" v="2191" actId="113"/>
          <ac:spMkLst>
            <pc:docMk/>
            <pc:sldMk cId="2188455233" sldId="872"/>
            <ac:spMk id="30" creationId="{3D3D146F-F3F6-75A6-F52E-7194DCD71E38}"/>
          </ac:spMkLst>
        </pc:spChg>
        <pc:spChg chg="mod">
          <ac:chgData name="Daphne Economou" userId="d065a339-36cf-4937-af08-41751becbd81" providerId="ADAL" clId="{E2BA724A-B914-4997-B02D-91CD4289849E}" dt="2022-11-22T22:15:34.114" v="2191" actId="113"/>
          <ac:spMkLst>
            <pc:docMk/>
            <pc:sldMk cId="2188455233" sldId="872"/>
            <ac:spMk id="38" creationId="{7AC6AA41-51EB-B040-1002-2A77AD58946F}"/>
          </ac:spMkLst>
        </pc:spChg>
        <pc:cxnChg chg="mod ord">
          <ac:chgData name="Daphne Economou" userId="d065a339-36cf-4937-af08-41751becbd81" providerId="ADAL" clId="{E2BA724A-B914-4997-B02D-91CD4289849E}" dt="2022-11-22T22:16:50.982" v="2204" actId="13822"/>
          <ac:cxnSpMkLst>
            <pc:docMk/>
            <pc:sldMk cId="2188455233" sldId="872"/>
            <ac:cxnSpMk id="37" creationId="{83B8086F-897F-C6C3-D201-97BE1571D58E}"/>
          </ac:cxnSpMkLst>
        </pc:cxnChg>
      </pc:sldChg>
      <pc:sldChg chg="add del">
        <pc:chgData name="Daphne Economou" userId="d065a339-36cf-4937-af08-41751becbd81" providerId="ADAL" clId="{E2BA724A-B914-4997-B02D-91CD4289849E}" dt="2022-11-22T21:30:51.863" v="1811" actId="47"/>
        <pc:sldMkLst>
          <pc:docMk/>
          <pc:sldMk cId="2327678701" sldId="872"/>
        </pc:sldMkLst>
      </pc:sldChg>
      <pc:sldChg chg="addSp delSp modSp new mod ord">
        <pc:chgData name="Daphne Economou" userId="d065a339-36cf-4937-af08-41751becbd81" providerId="ADAL" clId="{E2BA724A-B914-4997-B02D-91CD4289849E}" dt="2022-11-22T21:43:28.373" v="1862" actId="478"/>
        <pc:sldMkLst>
          <pc:docMk/>
          <pc:sldMk cId="3821213025" sldId="873"/>
        </pc:sldMkLst>
        <pc:spChg chg="mod">
          <ac:chgData name="Daphne Economou" userId="d065a339-36cf-4937-af08-41751becbd81" providerId="ADAL" clId="{E2BA724A-B914-4997-B02D-91CD4289849E}" dt="2022-11-22T21:43:25.627" v="1861"/>
          <ac:spMkLst>
            <pc:docMk/>
            <pc:sldMk cId="3821213025" sldId="873"/>
            <ac:spMk id="2" creationId="{A65AABBB-725D-BF87-7DF4-8A3FC230D7DD}"/>
          </ac:spMkLst>
        </pc:spChg>
        <pc:spChg chg="del">
          <ac:chgData name="Daphne Economou" userId="d065a339-36cf-4937-af08-41751becbd81" providerId="ADAL" clId="{E2BA724A-B914-4997-B02D-91CD4289849E}" dt="2022-11-22T21:43:28.373" v="1862" actId="478"/>
          <ac:spMkLst>
            <pc:docMk/>
            <pc:sldMk cId="3821213025" sldId="873"/>
            <ac:spMk id="3" creationId="{D4B1D3A7-11FD-4F20-B6AF-F3AE65A6B543}"/>
          </ac:spMkLst>
        </pc:spChg>
        <pc:picChg chg="add mod">
          <ac:chgData name="Daphne Economou" userId="d065a339-36cf-4937-af08-41751becbd81" providerId="ADAL" clId="{E2BA724A-B914-4997-B02D-91CD4289849E}" dt="2022-11-22T21:42:03.691" v="1856" actId="1076"/>
          <ac:picMkLst>
            <pc:docMk/>
            <pc:sldMk cId="3821213025" sldId="873"/>
            <ac:picMk id="7" creationId="{BF887A23-363C-5070-2570-0699DDED14FE}"/>
          </ac:picMkLst>
        </pc:picChg>
      </pc:sldChg>
      <pc:sldChg chg="addSp delSp modSp new mod">
        <pc:chgData name="Daphne Economou" userId="d065a339-36cf-4937-af08-41751becbd81" providerId="ADAL" clId="{E2BA724A-B914-4997-B02D-91CD4289849E}" dt="2022-11-22T22:23:39.402" v="2377" actId="20577"/>
        <pc:sldMkLst>
          <pc:docMk/>
          <pc:sldMk cId="879003959" sldId="874"/>
        </pc:sldMkLst>
        <pc:spChg chg="mod">
          <ac:chgData name="Daphne Economou" userId="d065a339-36cf-4937-af08-41751becbd81" providerId="ADAL" clId="{E2BA724A-B914-4997-B02D-91CD4289849E}" dt="2022-11-22T21:54:47.734" v="2123" actId="20577"/>
          <ac:spMkLst>
            <pc:docMk/>
            <pc:sldMk cId="879003959" sldId="874"/>
            <ac:spMk id="2" creationId="{BAEA0996-F558-6CBA-4D27-00AEBB1258DD}"/>
          </ac:spMkLst>
        </pc:spChg>
        <pc:spChg chg="del">
          <ac:chgData name="Daphne Economou" userId="d065a339-36cf-4937-af08-41751becbd81" providerId="ADAL" clId="{E2BA724A-B914-4997-B02D-91CD4289849E}" dt="2022-11-22T21:48:45.208" v="1877" actId="3680"/>
          <ac:spMkLst>
            <pc:docMk/>
            <pc:sldMk cId="879003959" sldId="874"/>
            <ac:spMk id="3" creationId="{459BAE49-372E-7504-4BC5-F10AC92B3582}"/>
          </ac:spMkLst>
        </pc:spChg>
        <pc:graphicFrameChg chg="add mod ord modGraphic">
          <ac:chgData name="Daphne Economou" userId="d065a339-36cf-4937-af08-41751becbd81" providerId="ADAL" clId="{E2BA724A-B914-4997-B02D-91CD4289849E}" dt="2022-11-22T22:23:39.402" v="2377" actId="20577"/>
          <ac:graphicFrameMkLst>
            <pc:docMk/>
            <pc:sldMk cId="879003959" sldId="874"/>
            <ac:graphicFrameMk id="6" creationId="{9A797E14-8712-1243-3B82-7A65D1393C69}"/>
          </ac:graphicFrameMkLst>
        </pc:graphicFrameChg>
      </pc:sldChg>
      <pc:sldChg chg="addSp delSp modSp add mod">
        <pc:chgData name="Daphne Economou" userId="d065a339-36cf-4937-af08-41751becbd81" providerId="ADAL" clId="{E2BA724A-B914-4997-B02D-91CD4289849E}" dt="2022-11-22T22:38:52.347" v="2535" actId="1076"/>
        <pc:sldMkLst>
          <pc:docMk/>
          <pc:sldMk cId="2211313428" sldId="875"/>
        </pc:sldMkLst>
        <pc:spChg chg="mod">
          <ac:chgData name="Daphne Economou" userId="d065a339-36cf-4937-af08-41751becbd81" providerId="ADAL" clId="{E2BA724A-B914-4997-B02D-91CD4289849E}" dt="2022-11-22T22:11:56.994" v="2157"/>
          <ac:spMkLst>
            <pc:docMk/>
            <pc:sldMk cId="2211313428" sldId="875"/>
            <ac:spMk id="2" creationId="{7185EF8B-C0A4-FB4D-730A-B514B09E8A32}"/>
          </ac:spMkLst>
        </pc:spChg>
        <pc:spChg chg="add mod">
          <ac:chgData name="Daphne Economou" userId="d065a339-36cf-4937-af08-41751becbd81" providerId="ADAL" clId="{E2BA724A-B914-4997-B02D-91CD4289849E}" dt="2022-11-22T22:38:52.347" v="2535" actId="1076"/>
          <ac:spMkLst>
            <pc:docMk/>
            <pc:sldMk cId="2211313428" sldId="875"/>
            <ac:spMk id="4" creationId="{7C117CEE-49F8-5DF6-775A-543460C24142}"/>
          </ac:spMkLst>
        </pc:spChg>
        <pc:spChg chg="del">
          <ac:chgData name="Daphne Economou" userId="d065a339-36cf-4937-af08-41751becbd81" providerId="ADAL" clId="{E2BA724A-B914-4997-B02D-91CD4289849E}" dt="2022-11-22T22:37:51.269" v="2521" actId="478"/>
          <ac:spMkLst>
            <pc:docMk/>
            <pc:sldMk cId="2211313428" sldId="875"/>
            <ac:spMk id="8" creationId="{FE11B048-094F-C106-39AE-12BAAE54D446}"/>
          </ac:spMkLst>
        </pc:spChg>
        <pc:spChg chg="del">
          <ac:chgData name="Daphne Economou" userId="d065a339-36cf-4937-af08-41751becbd81" providerId="ADAL" clId="{E2BA724A-B914-4997-B02D-91CD4289849E}" dt="2022-11-22T22:38:42.968" v="2531" actId="478"/>
          <ac:spMkLst>
            <pc:docMk/>
            <pc:sldMk cId="2211313428" sldId="875"/>
            <ac:spMk id="16" creationId="{0860A10A-E466-EFD9-3CBE-5F56FAD1EC1A}"/>
          </ac:spMkLst>
        </pc:spChg>
        <pc:cxnChg chg="del">
          <ac:chgData name="Daphne Economou" userId="d065a339-36cf-4937-af08-41751becbd81" providerId="ADAL" clId="{E2BA724A-B914-4997-B02D-91CD4289849E}" dt="2022-11-22T22:38:44.335" v="2532" actId="478"/>
          <ac:cxnSpMkLst>
            <pc:docMk/>
            <pc:sldMk cId="2211313428" sldId="875"/>
            <ac:cxnSpMk id="18" creationId="{41AB067E-6687-0EC9-DE7D-3496616F2203}"/>
          </ac:cxnSpMkLst>
        </pc:cxnChg>
        <pc:cxnChg chg="del">
          <ac:chgData name="Daphne Economou" userId="d065a339-36cf-4937-af08-41751becbd81" providerId="ADAL" clId="{E2BA724A-B914-4997-B02D-91CD4289849E}" dt="2022-11-22T22:38:44.335" v="2532" actId="478"/>
          <ac:cxnSpMkLst>
            <pc:docMk/>
            <pc:sldMk cId="2211313428" sldId="875"/>
            <ac:cxnSpMk id="21" creationId="{EF060C97-06A8-4CB6-83BC-A6511A969F15}"/>
          </ac:cxnSpMkLst>
        </pc:cxnChg>
        <pc:cxnChg chg="del">
          <ac:chgData name="Daphne Economou" userId="d065a339-36cf-4937-af08-41751becbd81" providerId="ADAL" clId="{E2BA724A-B914-4997-B02D-91CD4289849E}" dt="2022-11-22T22:38:44.335" v="2532" actId="478"/>
          <ac:cxnSpMkLst>
            <pc:docMk/>
            <pc:sldMk cId="2211313428" sldId="875"/>
            <ac:cxnSpMk id="29" creationId="{5DE5DA94-32C5-DA59-54BD-BBC5489F1E85}"/>
          </ac:cxnSpMkLst>
        </pc:cxnChg>
        <pc:cxnChg chg="del">
          <ac:chgData name="Daphne Economou" userId="d065a339-36cf-4937-af08-41751becbd81" providerId="ADAL" clId="{E2BA724A-B914-4997-B02D-91CD4289849E}" dt="2022-11-22T22:38:46.765" v="2534" actId="478"/>
          <ac:cxnSpMkLst>
            <pc:docMk/>
            <pc:sldMk cId="2211313428" sldId="875"/>
            <ac:cxnSpMk id="41" creationId="{B5D74D16-2605-5ADC-36BB-F58B3623EB67}"/>
          </ac:cxnSpMkLst>
        </pc:cxnChg>
        <pc:cxnChg chg="del">
          <ac:chgData name="Daphne Economou" userId="d065a339-36cf-4937-af08-41751becbd81" providerId="ADAL" clId="{E2BA724A-B914-4997-B02D-91CD4289849E}" dt="2022-11-22T22:38:45.808" v="2533" actId="478"/>
          <ac:cxnSpMkLst>
            <pc:docMk/>
            <pc:sldMk cId="2211313428" sldId="875"/>
            <ac:cxnSpMk id="44" creationId="{8833CB48-8935-9B01-4673-AA1A8B0770A1}"/>
          </ac:cxnSpMkLst>
        </pc:cxnChg>
      </pc:sldChg>
      <pc:sldChg chg="addSp delSp modSp new mod">
        <pc:chgData name="Daphne Economou" userId="d065a339-36cf-4937-af08-41751becbd81" providerId="ADAL" clId="{E2BA724A-B914-4997-B02D-91CD4289849E}" dt="2022-11-22T22:34:31.840" v="2457" actId="1076"/>
        <pc:sldMkLst>
          <pc:docMk/>
          <pc:sldMk cId="2475426041" sldId="876"/>
        </pc:sldMkLst>
        <pc:spChg chg="mod">
          <ac:chgData name="Daphne Economou" userId="d065a339-36cf-4937-af08-41751becbd81" providerId="ADAL" clId="{E2BA724A-B914-4997-B02D-91CD4289849E}" dt="2022-11-22T22:26:17.273" v="2392" actId="108"/>
          <ac:spMkLst>
            <pc:docMk/>
            <pc:sldMk cId="2475426041" sldId="876"/>
            <ac:spMk id="2" creationId="{F7D54B27-3D71-1CC1-7D72-DD8A58717E3F}"/>
          </ac:spMkLst>
        </pc:spChg>
        <pc:spChg chg="mod">
          <ac:chgData name="Daphne Economou" userId="d065a339-36cf-4937-af08-41751becbd81" providerId="ADAL" clId="{E2BA724A-B914-4997-B02D-91CD4289849E}" dt="2022-11-22T22:26:51.150" v="2437" actId="20577"/>
          <ac:spMkLst>
            <pc:docMk/>
            <pc:sldMk cId="2475426041" sldId="876"/>
            <ac:spMk id="3" creationId="{569E19FC-5E62-F439-D10F-1057C01C5A76}"/>
          </ac:spMkLst>
        </pc:spChg>
        <pc:picChg chg="add mod">
          <ac:chgData name="Daphne Economou" userId="d065a339-36cf-4937-af08-41751becbd81" providerId="ADAL" clId="{E2BA724A-B914-4997-B02D-91CD4289849E}" dt="2022-11-22T22:34:31.840" v="2457" actId="1076"/>
          <ac:picMkLst>
            <pc:docMk/>
            <pc:sldMk cId="2475426041" sldId="876"/>
            <ac:picMk id="7" creationId="{F35B155E-FC91-872B-204F-74DACD15EA67}"/>
          </ac:picMkLst>
        </pc:picChg>
        <pc:picChg chg="add mod">
          <ac:chgData name="Daphne Economou" userId="d065a339-36cf-4937-af08-41751becbd81" providerId="ADAL" clId="{E2BA724A-B914-4997-B02D-91CD4289849E}" dt="2022-11-22T22:34:31.840" v="2457" actId="1076"/>
          <ac:picMkLst>
            <pc:docMk/>
            <pc:sldMk cId="2475426041" sldId="876"/>
            <ac:picMk id="9" creationId="{74B78ECB-70EE-42F2-13BD-8D9A353D6EC1}"/>
          </ac:picMkLst>
        </pc:picChg>
        <pc:picChg chg="add del mod">
          <ac:chgData name="Daphne Economou" userId="d065a339-36cf-4937-af08-41751becbd81" providerId="ADAL" clId="{E2BA724A-B914-4997-B02D-91CD4289849E}" dt="2022-11-22T22:33:42.464" v="2446" actId="478"/>
          <ac:picMkLst>
            <pc:docMk/>
            <pc:sldMk cId="2475426041" sldId="876"/>
            <ac:picMk id="11" creationId="{9C407C32-CDB4-A885-2525-902D0B5E2F8A}"/>
          </ac:picMkLst>
        </pc:picChg>
        <pc:picChg chg="add del mod">
          <ac:chgData name="Daphne Economou" userId="d065a339-36cf-4937-af08-41751becbd81" providerId="ADAL" clId="{E2BA724A-B914-4997-B02D-91CD4289849E}" dt="2022-11-22T22:34:29.153" v="2455" actId="478"/>
          <ac:picMkLst>
            <pc:docMk/>
            <pc:sldMk cId="2475426041" sldId="876"/>
            <ac:picMk id="13" creationId="{03D523DF-5F69-47C0-B182-F1A680B0E0AA}"/>
          </ac:picMkLst>
        </pc:picChg>
        <pc:picChg chg="add del mod">
          <ac:chgData name="Daphne Economou" userId="d065a339-36cf-4937-af08-41751becbd81" providerId="ADAL" clId="{E2BA724A-B914-4997-B02D-91CD4289849E}" dt="2022-11-22T22:34:29.563" v="2456" actId="478"/>
          <ac:picMkLst>
            <pc:docMk/>
            <pc:sldMk cId="2475426041" sldId="876"/>
            <ac:picMk id="15" creationId="{894AA606-DCA7-86D9-993C-B86523EB5B90}"/>
          </ac:picMkLst>
        </pc:picChg>
      </pc:sldChg>
      <pc:sldChg chg="addSp delSp modSp add mod">
        <pc:chgData name="Daphne Economou" userId="d065a339-36cf-4937-af08-41751becbd81" providerId="ADAL" clId="{E2BA724A-B914-4997-B02D-91CD4289849E}" dt="2022-11-22T22:34:47.518" v="2464" actId="478"/>
        <pc:sldMkLst>
          <pc:docMk/>
          <pc:sldMk cId="2674944423" sldId="877"/>
        </pc:sldMkLst>
        <pc:spChg chg="del">
          <ac:chgData name="Daphne Economou" userId="d065a339-36cf-4937-af08-41751becbd81" providerId="ADAL" clId="{E2BA724A-B914-4997-B02D-91CD4289849E}" dt="2022-11-22T22:34:44.578" v="2463" actId="478"/>
          <ac:spMkLst>
            <pc:docMk/>
            <pc:sldMk cId="2674944423" sldId="877"/>
            <ac:spMk id="3" creationId="{569E19FC-5E62-F439-D10F-1057C01C5A76}"/>
          </ac:spMkLst>
        </pc:spChg>
        <pc:spChg chg="add del mod">
          <ac:chgData name="Daphne Economou" userId="d065a339-36cf-4937-af08-41751becbd81" providerId="ADAL" clId="{E2BA724A-B914-4997-B02D-91CD4289849E}" dt="2022-11-22T22:34:47.518" v="2464" actId="478"/>
          <ac:spMkLst>
            <pc:docMk/>
            <pc:sldMk cId="2674944423" sldId="877"/>
            <ac:spMk id="8" creationId="{F56F9DB5-7D13-FAB6-433B-1BBF95E1235E}"/>
          </ac:spMkLst>
        </pc:spChg>
        <pc:picChg chg="del">
          <ac:chgData name="Daphne Economou" userId="d065a339-36cf-4937-af08-41751becbd81" providerId="ADAL" clId="{E2BA724A-B914-4997-B02D-91CD4289849E}" dt="2022-11-22T22:34:35.381" v="2458" actId="478"/>
          <ac:picMkLst>
            <pc:docMk/>
            <pc:sldMk cId="2674944423" sldId="877"/>
            <ac:picMk id="7" creationId="{F35B155E-FC91-872B-204F-74DACD15EA67}"/>
          </ac:picMkLst>
        </pc:picChg>
        <pc:picChg chg="del">
          <ac:chgData name="Daphne Economou" userId="d065a339-36cf-4937-af08-41751becbd81" providerId="ADAL" clId="{E2BA724A-B914-4997-B02D-91CD4289849E}" dt="2022-11-22T22:34:35.381" v="2458" actId="478"/>
          <ac:picMkLst>
            <pc:docMk/>
            <pc:sldMk cId="2674944423" sldId="877"/>
            <ac:picMk id="9" creationId="{74B78ECB-70EE-42F2-13BD-8D9A353D6EC1}"/>
          </ac:picMkLst>
        </pc:picChg>
        <pc:picChg chg="mod">
          <ac:chgData name="Daphne Economou" userId="d065a339-36cf-4937-af08-41751becbd81" providerId="ADAL" clId="{E2BA724A-B914-4997-B02D-91CD4289849E}" dt="2022-11-22T22:34:41.138" v="2461" actId="1076"/>
          <ac:picMkLst>
            <pc:docMk/>
            <pc:sldMk cId="2674944423" sldId="877"/>
            <ac:picMk id="13" creationId="{03D523DF-5F69-47C0-B182-F1A680B0E0AA}"/>
          </ac:picMkLst>
        </pc:picChg>
        <pc:picChg chg="mod">
          <ac:chgData name="Daphne Economou" userId="d065a339-36cf-4937-af08-41751becbd81" providerId="ADAL" clId="{E2BA724A-B914-4997-B02D-91CD4289849E}" dt="2022-11-22T22:34:42.017" v="2462" actId="1076"/>
          <ac:picMkLst>
            <pc:docMk/>
            <pc:sldMk cId="2674944423" sldId="877"/>
            <ac:picMk id="15" creationId="{894AA606-DCA7-86D9-993C-B86523EB5B90}"/>
          </ac:picMkLst>
        </pc:picChg>
      </pc:sldChg>
      <pc:sldMasterChg chg="modSp mod modSldLayout">
        <pc:chgData name="Daphne Economou" userId="d065a339-36cf-4937-af08-41751becbd81" providerId="ADAL" clId="{E2BA724A-B914-4997-B02D-91CD4289849E}" dt="2022-11-20T22:56:08.683" v="1003" actId="20577"/>
        <pc:sldMasterMkLst>
          <pc:docMk/>
          <pc:sldMasterMk cId="0" sldId="2147483768"/>
        </pc:sldMasterMkLst>
        <pc:spChg chg="mod">
          <ac:chgData name="Daphne Economou" userId="d065a339-36cf-4937-af08-41751becbd81" providerId="ADAL" clId="{E2BA724A-B914-4997-B02D-91CD4289849E}" dt="2022-11-20T22:55:27.162" v="979" actId="20577"/>
          <ac:spMkLst>
            <pc:docMk/>
            <pc:sldMasterMk cId="0" sldId="2147483768"/>
            <ac:spMk id="23" creationId="{00000000-0000-0000-0000-000000000000}"/>
          </ac:spMkLst>
        </pc:spChg>
        <pc:sldLayoutChg chg="modSp mod">
          <pc:chgData name="Daphne Economou" userId="d065a339-36cf-4937-af08-41751becbd81" providerId="ADAL" clId="{E2BA724A-B914-4997-B02D-91CD4289849E}" dt="2022-11-20T22:55:29.715" v="981" actId="20577"/>
          <pc:sldLayoutMkLst>
            <pc:docMk/>
            <pc:sldMasterMk cId="0" sldId="2147483768"/>
            <pc:sldLayoutMk cId="0" sldId="2147483769"/>
          </pc:sldLayoutMkLst>
          <pc:spChg chg="mod">
            <ac:chgData name="Daphne Economou" userId="d065a339-36cf-4937-af08-41751becbd81" providerId="ADAL" clId="{E2BA724A-B914-4997-B02D-91CD4289849E}" dt="2022-11-20T22:55:29.715" v="981"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E2BA724A-B914-4997-B02D-91CD4289849E}" dt="2022-11-20T22:55:32.374" v="983" actId="20577"/>
          <pc:sldLayoutMkLst>
            <pc:docMk/>
            <pc:sldMasterMk cId="0" sldId="2147483768"/>
            <pc:sldLayoutMk cId="0" sldId="2147483770"/>
          </pc:sldLayoutMkLst>
          <pc:spChg chg="mod">
            <ac:chgData name="Daphne Economou" userId="d065a339-36cf-4937-af08-41751becbd81" providerId="ADAL" clId="{E2BA724A-B914-4997-B02D-91CD4289849E}" dt="2022-11-20T22:55:32.374" v="983"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E2BA724A-B914-4997-B02D-91CD4289849E}" dt="2022-11-20T22:55:35.565" v="985" actId="20577"/>
          <pc:sldLayoutMkLst>
            <pc:docMk/>
            <pc:sldMasterMk cId="0" sldId="2147483768"/>
            <pc:sldLayoutMk cId="0" sldId="2147483771"/>
          </pc:sldLayoutMkLst>
          <pc:spChg chg="mod">
            <ac:chgData name="Daphne Economou" userId="d065a339-36cf-4937-af08-41751becbd81" providerId="ADAL" clId="{E2BA724A-B914-4997-B02D-91CD4289849E}" dt="2022-11-20T22:55:35.565" v="985"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E2BA724A-B914-4997-B02D-91CD4289849E}" dt="2022-11-20T22:55:38.994" v="987" actId="20577"/>
          <pc:sldLayoutMkLst>
            <pc:docMk/>
            <pc:sldMasterMk cId="0" sldId="2147483768"/>
            <pc:sldLayoutMk cId="0" sldId="2147483772"/>
          </pc:sldLayoutMkLst>
          <pc:spChg chg="mod">
            <ac:chgData name="Daphne Economou" userId="d065a339-36cf-4937-af08-41751becbd81" providerId="ADAL" clId="{E2BA724A-B914-4997-B02D-91CD4289849E}" dt="2022-11-20T22:55:38.994" v="987"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E2BA724A-B914-4997-B02D-91CD4289849E}" dt="2022-11-20T22:55:43.517" v="989" actId="20577"/>
          <pc:sldLayoutMkLst>
            <pc:docMk/>
            <pc:sldMasterMk cId="0" sldId="2147483768"/>
            <pc:sldLayoutMk cId="0" sldId="2147483773"/>
          </pc:sldLayoutMkLst>
          <pc:spChg chg="mod">
            <ac:chgData name="Daphne Economou" userId="d065a339-36cf-4937-af08-41751becbd81" providerId="ADAL" clId="{E2BA724A-B914-4997-B02D-91CD4289849E}" dt="2022-11-20T22:55:43.517" v="989"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E2BA724A-B914-4997-B02D-91CD4289849E}" dt="2022-11-20T22:55:47.152" v="991" actId="20577"/>
          <pc:sldLayoutMkLst>
            <pc:docMk/>
            <pc:sldMasterMk cId="0" sldId="2147483768"/>
            <pc:sldLayoutMk cId="0" sldId="2147483774"/>
          </pc:sldLayoutMkLst>
          <pc:spChg chg="mod">
            <ac:chgData name="Daphne Economou" userId="d065a339-36cf-4937-af08-41751becbd81" providerId="ADAL" clId="{E2BA724A-B914-4997-B02D-91CD4289849E}" dt="2022-11-20T22:55:47.152" v="991"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E2BA724A-B914-4997-B02D-91CD4289849E}" dt="2022-11-20T22:55:49.969" v="993" actId="20577"/>
          <pc:sldLayoutMkLst>
            <pc:docMk/>
            <pc:sldMasterMk cId="0" sldId="2147483768"/>
            <pc:sldLayoutMk cId="0" sldId="2147483775"/>
          </pc:sldLayoutMkLst>
          <pc:spChg chg="mod">
            <ac:chgData name="Daphne Economou" userId="d065a339-36cf-4937-af08-41751becbd81" providerId="ADAL" clId="{E2BA724A-B914-4997-B02D-91CD4289849E}" dt="2022-11-20T22:55:49.969" v="993"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E2BA724A-B914-4997-B02D-91CD4289849E}" dt="2022-11-20T22:55:53.096" v="995" actId="20577"/>
          <pc:sldLayoutMkLst>
            <pc:docMk/>
            <pc:sldMasterMk cId="0" sldId="2147483768"/>
            <pc:sldLayoutMk cId="0" sldId="2147483776"/>
          </pc:sldLayoutMkLst>
          <pc:spChg chg="mod">
            <ac:chgData name="Daphne Economou" userId="d065a339-36cf-4937-af08-41751becbd81" providerId="ADAL" clId="{E2BA724A-B914-4997-B02D-91CD4289849E}" dt="2022-11-20T22:55:53.096" v="995"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E2BA724A-B914-4997-B02D-91CD4289849E}" dt="2022-11-20T22:55:56.822" v="997" actId="20577"/>
          <pc:sldLayoutMkLst>
            <pc:docMk/>
            <pc:sldMasterMk cId="0" sldId="2147483768"/>
            <pc:sldLayoutMk cId="0" sldId="2147483777"/>
          </pc:sldLayoutMkLst>
          <pc:spChg chg="mod">
            <ac:chgData name="Daphne Economou" userId="d065a339-36cf-4937-af08-41751becbd81" providerId="ADAL" clId="{E2BA724A-B914-4997-B02D-91CD4289849E}" dt="2022-11-20T22:55:56.822" v="997"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E2BA724A-B914-4997-B02D-91CD4289849E}" dt="2022-11-20T22:56:00.225" v="999" actId="20577"/>
          <pc:sldLayoutMkLst>
            <pc:docMk/>
            <pc:sldMasterMk cId="0" sldId="2147483768"/>
            <pc:sldLayoutMk cId="0" sldId="2147483778"/>
          </pc:sldLayoutMkLst>
          <pc:spChg chg="mod">
            <ac:chgData name="Daphne Economou" userId="d065a339-36cf-4937-af08-41751becbd81" providerId="ADAL" clId="{E2BA724A-B914-4997-B02D-91CD4289849E}" dt="2022-11-20T22:56:00.225" v="999"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E2BA724A-B914-4997-B02D-91CD4289849E}" dt="2022-11-20T22:56:08.683" v="1003" actId="20577"/>
          <pc:sldLayoutMkLst>
            <pc:docMk/>
            <pc:sldMasterMk cId="0" sldId="2147483768"/>
            <pc:sldLayoutMk cId="0" sldId="2147483779"/>
          </pc:sldLayoutMkLst>
          <pc:spChg chg="mod">
            <ac:chgData name="Daphne Economou" userId="d065a339-36cf-4937-af08-41751becbd81" providerId="ADAL" clId="{E2BA724A-B914-4997-B02D-91CD4289849E}" dt="2022-11-20T22:56:08.683" v="1003" actId="20577"/>
            <ac:spMkLst>
              <pc:docMk/>
              <pc:sldMasterMk cId="0" sldId="2147483768"/>
              <pc:sldLayoutMk cId="0" sldId="2147483779"/>
              <ac:spMk id="6"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21:34:31.142"/>
    </inkml:context>
    <inkml:brush xml:id="br0">
      <inkml:brushProperty name="width" value="0.1" units="cm"/>
      <inkml:brushProperty name="height" value="0.1" units="cm"/>
      <inkml:brushProperty name="color" value="#66CC00"/>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00:38:40.113"/>
    </inkml:context>
    <inkml:brush xml:id="br0">
      <inkml:brushProperty name="width" value="0.2" units="cm"/>
      <inkml:brushProperty name="height" value="0.2" units="cm"/>
      <inkml:brushProperty name="color" value="#66CC00"/>
      <inkml:brushProperty name="transparency" value="89"/>
    </inkml:brush>
  </inkml:definitions>
  <inkml:trace contextRef="#ctx0" brushRef="#br0">660 295 24575,'0'108'964,"0"54"-6231,0-11 2786,15-61 2608,0-7-4034,-10 126 1237,-8 106 8442,1-45-4863,2-116-5812,0-1 4477,0 28 4536,0 0 3662,-1-179-7772,1 0 0,0-1 0,1 1 0,-1 1 0,1-2 0,0 1 0,1 0 0,-1 0 0,1 0 0,0 0 0,5 2 0,-5-3 0,1 0 0,0 0 0,-1 0 0,1 0 0,0 0 0,1-1 0,-1 1 0,0 0 0,0 0 0,1-1 0,-1 1 0,1-1 0,0 0 0,-1 1 0,1-1 0,0 0 0,0 0 0,5 1 0,33-1 0,0 0 0,0-1 0,71-4 0,-22 1 0,71-2-1199,217-1-9736,-243 6 11749,53 0-334,94-4 6340,-57 1-2838,8 0-3972,68 0-742,-99 2-5061,451-9 1198,35 1 1389,487 10 3206,-484-15 8227,-127 0-2138,58 7-9598,244-4-6192,-288 10 6566,2699 2 5669,-2210 0-449,533 0 8528,-740 12-10893,-369-3-8013,353 7 1429,-421-7 7845,1 2 3852,-35-3 3705,-135-3-6302,-15-2-1748,121-3-9552,-88-1 2745,-91 3 6138,46 2 857,47 2-66,826-6-783,-854 5 73,-21 0-624,454-4 7753,-319-2-2778,-318 2-2377,60 3-1,22 1-2113,-14-5 240,-59 0 0,-1 1 0,71 3 0,-56-1 11,67 1-1,171-4-10326,-143-1 5472,-86 1 6010,94 0 2498,-145 2-2434,-20-2-816,0 0 1,0 1-1,0-1 1,-1 0-1,1 0 1,0 0-1,7 0 0,-10 0-240,1 0-1,-1 0 0,0-1 1,0 1-1,0 0 0,0 0 1,0-1-1,0 1 0,0 0 0,0 0 1,0-1-1,0 1 0,0 0 1,0-1-1,-1 1 0,1-1 0,0 1 1,-1 0-1,1-1 0,-1 1 1,1-1-1,-1 1 0,0-1 0,1 1 1,-1-1-1,0 1 0,0 0 1,0-1-1,1-4-83,-1 1 0,0 0 0,-1 0 0,0 0 0,0 0 0,-2 0 0,1 0 0,-7-5 0,-41-31-215,41 33 178,-42-34-3591,5 0-1,-59-87 1,54 67 2674,-5-7-142,-13-107-2331,29 73 6843,-2-13-1938,-3-21-3420,1 5 98,36 101 1829,-16-109 735,17 76-1888,-16-32 4200,-7-70 977,30 41-9486,0 1 5561,1-73 8858,-1 99-13889,0-130 13221,0 225-8364,1 1 0,-1 0 0,0-1 0,-1 1 0,1-1 0,-1 1 0,0 0 0,0-1 0,0 1 0,0 0 0,-1-1 0,1 1 0,-1 0 0,0 0 0,0-1 0,-1 1 0,-3-1 0,2 1 0,0 0 0,-1 0 0,1 0 0,-1 0 0,0 0 0,0 1 0,0-1 0,1 1 0,-1 0 0,-1-1 0,1 1 0,0 0 0,-9 0 0,-29 0 286,-72 3-1,-123 13-4395,55-3 904,-70 2 3145,-136 8 629,-3-5 4996,-207 2-4890,220-10-9,-190 8-6645,-229 7-3397,-211-16 8528,312-6 2541,303 1 34,-621 11 3245,658-8-6337,-749 13-6499,519-16 10955,-293-5 6538,244 0-6001,-390 2-6460,-1112-2-5968,936-19 8759,-87-11-167,194 18 209,1026 13 0,-710-16 2025,2-13 1209,170 5-2615,376 17-2583,-119 2 4286,-236 4 3465,489 1-5887,-509-16 100,18 0 0,145 19-10752,149 3 9647,-100-4 6178,365 0-4767,0-1 0,-55 6 0,53-3 480,0-2 1,-32 2-1,-21 2 3094,58-4-4749,-46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7:55:19.773"/>
    </inkml:context>
    <inkml:brush xml:id="br0">
      <inkml:brushProperty name="width" value="0.1" units="cm"/>
      <inkml:brushProperty name="height" value="0.1" units="cm"/>
      <inkml:brushProperty name="color" value="#66CC00"/>
    </inkml:brush>
  </inkml:definitions>
  <inkml:trace contextRef="#ctx0" brushRef="#br0">1 243 24575,'265'0'-10321,"-1"0"4760,0 0 5111,1 0 5462,-51 12-3521,-148-5-729,1-3-1,-1-3 0,80-8 0,96-18-761,-97 12 0,259-15-3457,-374 26 3134,127-4-3583,87-6 6166,164-1-1140,4 0 1239,238-1-8091,-401 17 7019,549-3-1256,-607 13 5,-42-2-439,760-6-392,-496-7 748,-390 2 60,854 16 8675,-728-9-3544,1-2-4115,183 10-1549,583 22-15667,-659-25 18561,165 2 3899,9-14 671,214 0-6071,74-1-1150,-315-13 277,-35 1 0,514 15-5714,279-4-2926,-591-24 9354,150-2 1100,-314 23 8887,-137-19-9576,240-6-1125,-225 22 0,-29-4 335,-58 4-1290,-67 1-4078,197-18-3177,130-8 5881,-167 23 6703,20-1 6314,-113 1-7824,1 6-3403,399 5-11099,-207 2 5966,1329-3 15003,-1692 1-7335,53 10 0,3 0 796,3-8-2792,-51-3 0,0 1 0,0 2 0,45 10 0,-78-12 0,1 0 0,-1 1 0,0-1 0,0 0 0,0 1 0,0 0 0,0 0 0,0 0 0,0 0 0,0 0 0,-1 0 0,1 1 0,-1 0 0,0-1 0,1 1 0,-1 0 0,-1 0 0,1 0 0,0 0 0,-1 0 0,1 1 0,-1-1 0,0 0 0,0 1 0,-1-1 0,2 5 0,-1 10 0,1 0 0,-2 0 0,-1 0 0,-2 20 0,-1 2 0,3 408 0,-1 31 0,-24-191 0,-2-39 0,2 1 0,22-217 0,-17 59 0,13-63 0,1 0 0,-5 55 0,14 240 0,0-309-195,0 1 0,1-1 0,1 0 0,1 0 0,0 0 0,7 14 0,-4-12-6631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7:55:21.842"/>
    </inkml:context>
    <inkml:brush xml:id="br0">
      <inkml:brushProperty name="width" value="0.1" units="cm"/>
      <inkml:brushProperty name="height" value="0.1" units="cm"/>
      <inkml:brushProperty name="color" value="#66CC00"/>
    </inkml:brush>
  </inkml:definitions>
  <inkml:trace contextRef="#ctx0" brushRef="#br0">1 1 24575,'0'717'0,"13"-547"0,1-11 0,-14-147 0,15 252 0,-6-168 0,-7 184 0,-1-21 0,3-212 55,18 72-1,-13-77-545,-1-1-1,2 56 1,-10-75-6335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7:55:23.688"/>
    </inkml:context>
    <inkml:brush xml:id="br0">
      <inkml:brushProperty name="width" value="0.1" units="cm"/>
      <inkml:brushProperty name="height" value="0.1" units="cm"/>
      <inkml:brushProperty name="color" value="#66CC00"/>
    </inkml:brush>
  </inkml:definitions>
  <inkml:trace contextRef="#ctx0" brushRef="#br0">1 218 24575,'170'-13'0,"-18"-1"0,133 9-721,178-6-10384,627-4 13388,-72 4 476,-462-3-2759,255-14 0,565 4-8031,-902 27 6801,304-3 15491,-444 0-11280,-135 0-4603,1 0-3606,156 2 3944,392-5 1437,-409-23-3837,6 0-515,-85 22 2740,193-8 6826,66-5 4929,2 20-10284,-115 0-10125,-194-3 7588,397 1-1059,0 14 8431,128 12 6853,-247-15-11574,-299-7 72,0 2-3496,345 7-7451,228 1 8553,204 0 17043,-553-17-12492,-145 0-5567,0 1-5297,1269 1 7391,-511 0 3819,-108 0 6280,-694 2-8981,239-5 0,-403-2 0,91-20 0,-60 8 0,-30 10 0,0 3 0,95 7 0,-37 0 0,-31-2-682,124 19-1,-189-17-6143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7:55:27.959"/>
    </inkml:context>
    <inkml:brush xml:id="br0">
      <inkml:brushProperty name="width" value="0.1" units="cm"/>
      <inkml:brushProperty name="height" value="0.1" units="cm"/>
      <inkml:brushProperty name="color" value="#66CC00"/>
    </inkml:brush>
  </inkml:definitions>
  <inkml:trace contextRef="#ctx0" brushRef="#br0">1 297 24575,'560'-2'-4106,"131"1"-5247,-230 5 6429,79 8 6317,205 3 3944,3852-16-12600,-4502 1 5095,615-16-3441,-295 6 4032,21-1-507,522-8 557,-621 22-474,-95-3-1959,477-4 7390,-412-8-8867,-4 0 5335,180-13 3269,347-23-1775,2 42 0,-487-2-6007,169-26-6140,-15 1 3742,-141 24 9172,38-2 2412,11 1-340,186-15-7939,-306 2-7660,1 13 4854,2 9 4638,-1 8 4420,-26 5 3525,-80-2-5160,0-5-3543,94-4-8227,0-1 4720,55-1 3529,166 1 3800,-1-1-1983,-165 1-5342,64 0 3573,526 0 14486,-877-2-13922,54-10 0,-54 5 0,52 0 0,375 8 0,-468-1 0,-1-1 0,0 1 0,0 0 0,0 0 0,1 1 0,-1-1 0,0 1 0,0 0 0,0 0 0,0 0 0,0 0 0,0 0 0,0 0 0,0 1 0,0 0 0,-1-1 0,1 1 0,-1 0 0,1 0 0,3 5 0,-3-2 0,-1 0 0,0 1 0,0-1 0,0 0 0,0 1 0,-1 0 0,0-1 0,0 1 0,-1 0 0,1-1 0,-2 8 0,-15 367 681,4-210-1994,7-2-5194,-8 49 4575,0-3 2087,0 99 7686,-1 10-6766,15 627-1075,0-936 9,0 0-1,1 0 0,7 22 1,-1-2-1408,-5-16-5427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7:55:31.336"/>
    </inkml:context>
    <inkml:brush xml:id="br0">
      <inkml:brushProperty name="width" value="0.1" units="cm"/>
      <inkml:brushProperty name="height" value="0.1" units="cm"/>
      <inkml:brushProperty name="color" value="#66CC00"/>
    </inkml:brush>
  </inkml:definitions>
  <inkml:trace contextRef="#ctx0" brushRef="#br0">1 1 24575,'1'29'0,"10"51"0,0 11 0,-5 561-2269,-9-352-6313,29 157 5079,15 189 4472,-33-442-805,13 405 153,-5-4-1569,-19-201 3207,0-4 5033,0-231-6625,7 182 4487,-4-348-4848,1 0 0,-1-1 0,1 1 0,0 0 0,0 0 0,0 0 0,0 0 1,1-1-1,-1 1 0,1-1 0,-1 1 0,1-1 0,0 1 0,0-1 0,0 0 0,0 0 0,1 0 0,-1 0 0,0-1 0,1 1 0,0 0 0,-1-1 0,1 0 0,0 0 0,-1 1 0,1-2 0,0 1 0,0 0 0,0-1 0,4 1 0,11 2-118,1-2-1,0 0 0,34-3 0,-25 0-609,169-8-8984,-1-6 6438,120-6 3535,357 6 9855,2 19-5650,-148 0-6335,-252-3 284,861-5-9922,-647-6 9340,1153-77 17102,-1101 61-19265,96-7-1966,-4 9 1487,3 27 7753,-191 1 5330,-122-9-2061,160-23-7907,-179 12-6345,0 6 3446,-48 3 2304,44-1 224,0 4 3580,602 7 11752,-296 1-9947,-365-3-3310,436 8-12427,-388 0 10125,1371 5 2453,-1025-15 13,1159-35-515,-1539 25-1293,361-24 3264,376 16 13337,-654 23-14849,-1-8-6169,119-34 1158,-197 11 5060,1 15 3926,-205 13-1562,100-1 1030,204-12-3379,158-22-13419,-438 34 14931,-48 2-268,-1-2 0,1-1 1,44-8-1,-53 4-3793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7:55:33.374"/>
    </inkml:context>
    <inkml:brush xml:id="br0">
      <inkml:brushProperty name="width" value="0.1" units="cm"/>
      <inkml:brushProperty name="height" value="0.1" units="cm"/>
      <inkml:brushProperty name="color" value="#66CC00"/>
    </inkml:brush>
  </inkml:definitions>
  <inkml:trace contextRef="#ctx0" brushRef="#br0">1 1 24575,'0'987'0,"2"-957"0,1 0 0,1 0 0,14 49 0,-10-50 0,-1 1 0,-2 0 0,3 51 0,-8-56-1365,-1-3-5461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8:19:17.950"/>
    </inkml:context>
    <inkml:brush xml:id="br0">
      <inkml:brushProperty name="width" value="0.1" units="cm"/>
      <inkml:brushProperty name="height" value="0.1" units="cm"/>
      <inkml:brushProperty name="color" value="#849398"/>
    </inkml:brush>
  </inkml:definitions>
  <inkml:trace contextRef="#ctx0" brushRef="#br0">2 66 776,'0'0'2186,"0"-6"-1690,0 5-554,-1-4 75,1 0 1,-1-1-1,1 1 0,0 0 0,1 0 1,-1 0-1,1 0 0,1-6 0,9 4-1380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8:19:17.950"/>
    </inkml:context>
    <inkml:brush xml:id="br0">
      <inkml:brushProperty name="width" value="0.1" units="cm"/>
      <inkml:brushProperty name="height" value="0.1" units="cm"/>
      <inkml:brushProperty name="color" value="#849398"/>
    </inkml:brush>
  </inkml:definitions>
  <inkml:trace contextRef="#ctx0" brushRef="#br0">2 66 776,'0'0'2186,"0"-6"-1690,0 5-554,-1-4 75,1 0 1,-1-1-1,1 1 0,0 0 0,1 0 1,-1 0-1,1 0 0,1-6 0,9 4-1380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9:26:53.408"/>
    </inkml:context>
    <inkml:brush xml:id="br0">
      <inkml:brushProperty name="width" value="0.05" units="cm"/>
      <inkml:brushProperty name="height" value="0.05" units="cm"/>
      <inkml:brushProperty name="color" value="#F6630D"/>
    </inkml:brush>
  </inkml:definitions>
  <inkml:trace contextRef="#ctx0" brushRef="#br0">1 1 24575,'478'0'0,"-453"1"0,0 2 0,0 1 0,0 1 0,42 15 0,125 55 0,-13-26 0,111 40 0,-258-77-1365,-5-1-5461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9:26:54.948"/>
    </inkml:context>
    <inkml:brush xml:id="br0">
      <inkml:brushProperty name="width" value="0.05" units="cm"/>
      <inkml:brushProperty name="height" value="0.05" units="cm"/>
      <inkml:brushProperty name="color" value="#F6630D"/>
    </inkml:brush>
  </inkml:definitions>
  <inkml:trace contextRef="#ctx0" brushRef="#br0">192 0 24575,'5'2'0,"-1"0"0,0 0 0,0 0 0,0 0 0,0 1 0,0 0 0,-1-1 0,1 1 0,-1 1 0,0-1 0,0 0 0,5 8 0,4 2 0,21 16 0,-23-22 0,0 1 0,-1 0 0,0 1 0,0 0 0,-1 0 0,-1 1 0,1 0 0,8 17 0,-15-25 0,-1 0 0,0 0 0,0 0 0,0 0 0,0 0 0,0 0 0,0 0 0,0 0 0,-1 0 0,1 0 0,-1 0 0,1 0 0,-1 0 0,0 0 0,0 0 0,0 0 0,0-1 0,0 1 0,0 0 0,0-1 0,-1 1 0,1-1 0,-1 1 0,1-1 0,-1 1 0,1-1 0,-1 0 0,-2 1 0,-9 7 0,0-2 0,-26 12 0,21-10 0,-17 7 42,-40 11 0,46-18-525,1 2 0,-52 27 0,58-24-6343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8:19:17.950"/>
    </inkml:context>
    <inkml:brush xml:id="br0">
      <inkml:brushProperty name="width" value="0.1" units="cm"/>
      <inkml:brushProperty name="height" value="0.1" units="cm"/>
      <inkml:brushProperty name="color" value="#849398"/>
    </inkml:brush>
  </inkml:definitions>
  <inkml:trace contextRef="#ctx0" brushRef="#br0">2 66 776,'0'0'2186,"0"-6"-1690,0 5-554,-1-4 75,1 0 1,-1-1-1,1 1 0,0 0 0,1 0 1,-1 0-1,1 0 0,1-6 0,9 4-1380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22:23:40.453"/>
    </inkml:context>
    <inkml:brush xml:id="br0">
      <inkml:brushProperty name="width" value="0.05" units="cm"/>
      <inkml:brushProperty name="height" value="0.05" units="cm"/>
      <inkml:brushProperty name="color" value="#F6630D"/>
    </inkml:brush>
  </inkml:definitions>
  <inkml:trace contextRef="#ctx0" brushRef="#br0">1 0 24575,'2'1'0,"-1"0"0,1 0 0,0 0 0,0 0 0,0 0 0,-1 1 0,1-1 0,-1 1 0,1-1 0,-1 1 0,0-1 0,1 1 0,-1 0 0,0-1 0,2 5 0,17 32 0,-18-36 0,43 103 0,52 173 0,-57-151 0,75 282 0,-52-171 0,-21-97 0,30 117 0,-38-48 0,12 50 0,-38-222 0,-3 1 0,-1 0 0,-1 0 0,-5 64 0,3 61 0,3-142 27,0 0 0,2 0 0,0-1-1,17 37 1,-12-32-527,-2 1 1,9 34-1,-15-40-6326</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22:23:41.733"/>
    </inkml:context>
    <inkml:brush xml:id="br0">
      <inkml:brushProperty name="width" value="0.05" units="cm"/>
      <inkml:brushProperty name="height" value="0.05" units="cm"/>
      <inkml:brushProperty name="color" value="#F6630D"/>
    </inkml:brush>
  </inkml:definitions>
  <inkml:trace contextRef="#ctx0" brushRef="#br0">1 110 24575,'10'1'0,"1"-1"0,0 1 0,-1 1 0,1-1 0,-1 2 0,0 0 0,0 0 0,0 1 0,0 0 0,0 0 0,-1 1 0,0 1 0,0 0 0,0 0 0,-1 0 0,0 1 0,13 14 0,-3 0 0,-15-17 0,0 1 0,1-1 0,-1 1 0,1-1 0,0 0 0,0-1 0,1 1 0,-1-1 0,1 0 0,-1 0 0,1 0 0,5 2 0,-9-5 0,0 0 0,0 0 0,0-1 0,-1 1 0,1 0 0,0 0 0,0-1 0,-1 1 0,1-1 0,0 1 0,0-1 0,-1 1 0,1-1 0,-1 1 0,1-1 0,0 1 0,-1-1 0,1 0 0,-1 1 0,0-1 0,1 0 0,-1 1 0,1-1 0,-1 0 0,0 0 0,0 1 0,1-2 0,7-30 0,-5 17 0,31-57 57,-27 59-294,0-1 0,0 1 0,-2-1 0,0 0 0,6-25 0,-8 17-6589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22:26:42.428"/>
    </inkml:context>
    <inkml:brush xml:id="br0">
      <inkml:brushProperty name="width" value="0.05" units="cm"/>
      <inkml:brushProperty name="height" value="0.05" units="cm"/>
      <inkml:brushProperty name="color" value="#F6630D"/>
    </inkml:brush>
  </inkml:definitions>
  <inkml:trace contextRef="#ctx0" brushRef="#br0">8664 116 24575,'-28'-2'0,"1"-1"0,-1-1 0,1-2 0,-40-12 0,-15-4 0,-38-1 0,0 5 0,-134-2 0,-245 28 0,-19 46 0,168-13 0,172-21 0,1 7 0,-253 73 0,141-11 0,-326 147 0,-168 154 0,621-294 0,4 6 0,5 7 0,-188 174 0,-101 173 0,34 33 0,279-331 0,-282 357 0,291-363 0,-124 170 0,159-199 0,-148 236 0,173-264 0,-135 164 0,19-29 0,-2 8 0,-68 105 0,211-285 0,-7 11 0,-66 83 0,-19 6-1365,109-134-5461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22:26:43.683"/>
    </inkml:context>
    <inkml:brush xml:id="br0">
      <inkml:brushProperty name="width" value="0.05" units="cm"/>
      <inkml:brushProperty name="height" value="0.05" units="cm"/>
      <inkml:brushProperty name="color" value="#F6630D"/>
    </inkml:brush>
  </inkml:definitions>
  <inkml:trace contextRef="#ctx0" brushRef="#br0">3 0 24575,'-2'120'0,"5"128"0,-3-243 0,1-1 0,0 1 0,0-1 0,0 0 0,0 1 0,1-1 0,-1 0 0,1 0 0,0 0 0,1 0 0,-1 0 0,1-1 0,-1 1 0,1-1 0,5 5 0,-6-6 0,0-1 0,0 1 0,0-1 0,1 0 0,-1 0 0,0 0 0,1 0 0,-1 0 0,0 0 0,1-1 0,-1 1 0,1-1 0,-1 0 0,1 1 0,-1-1 0,1-1 0,0 1 0,-1 0 0,1 0 0,-1-1 0,0 0 0,1 1 0,-1-1 0,1 0 0,-1 0 0,0 0 0,0-1 0,4-1 0,22-17 44,-1 0-1,33-34 0,19-13-1538,-61 53-5331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22:26:46.248"/>
    </inkml:context>
    <inkml:brush xml:id="br0">
      <inkml:brushProperty name="width" value="0.05" units="cm"/>
      <inkml:brushProperty name="height" value="0.05" units="cm"/>
      <inkml:brushProperty name="color" value="#F6630D"/>
    </inkml:brush>
  </inkml:definitions>
  <inkml:trace contextRef="#ctx0" brushRef="#br0">6888 1 24575,'24'0'0,"-3"0"0,0 0 0,27 4 0,-41-2 0,1 0 0,0 0 0,-1 1 0,1-1 0,-1 2 0,0-1 0,0 1 0,0 0 0,9 7 0,12 13 0,-2 0 0,-1 2 0,-1 1 0,-1 1 0,-1 0 0,-2 2 0,-1 1 0,-1 0 0,-2 1 0,19 52 0,-9-7 0,-3 2 0,-4 0 0,14 126 0,-23-102 0,-3 0 0,-6 1 0,-3-1 0,-5 0 0,-5-1 0,-4 0 0,-5 0 0,-4-2 0,-4-1 0,-5-2 0,-49 100 0,9-50 0,-7-4 0,-6-3 0,-118 143 0,121-186 0,-5-4 0,-3-3 0,-5-5 0,-179 122 0,165-134-29,-4-6-1,-194 84 1,143-86-68,-249 64-1,101-61-43,-584 52 0,322-90 141,-873-66 0,530 16 542,790 20-519,107 0-23,-1 1 0,1 1 0,-1 1 0,1 1 0,0 1 0,0 1 0,0 1 0,1 0 0,0 2 0,1 1 0,-1 0 0,2 1 0,0 2 0,0 0 0,1 0 0,-27 29 0,-224 254 0,243-256 19,23-34-144,0 0-1,-1 0 0,1-1 0,-1 1 0,-1-1 0,1 0 0,-1 0 1,0 0-1,0-1 0,-6 5 0,-4-1-6700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22:26:47.458"/>
    </inkml:context>
    <inkml:brush xml:id="br0">
      <inkml:brushProperty name="width" value="0.05" units="cm"/>
      <inkml:brushProperty name="height" value="0.05" units="cm"/>
      <inkml:brushProperty name="color" value="#F6630D"/>
    </inkml:brush>
  </inkml:definitions>
  <inkml:trace contextRef="#ctx0" brushRef="#br0">2 1 24575,'-2'100'0,"5"112"0,-3-210 0,0 0 0,0 0 0,1 1 0,-1-1 0,1 0 0,-1 0 0,1 0 0,0 1 0,0-1 0,0 0 0,0 0 0,0 0 0,0 0 0,0 0 0,1-1 0,-1 1 0,1 0 0,-1-1 0,1 1 0,0-1 0,0 1 0,0-1 0,2 2 0,0-2 0,0 0 0,0 0 0,0 0 0,0 0 0,-1-1 0,1 0 0,0 1 0,0-1 0,0-1 0,0 1 0,0-1 0,6-1 0,7-3 0,0 0 0,0-2 0,-1 0 0,30-17 0,76-48-1365,-103 63-5461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22:26:50.148"/>
    </inkml:context>
    <inkml:brush xml:id="br0">
      <inkml:brushProperty name="width" value="0.05" units="cm"/>
      <inkml:brushProperty name="height" value="0.05" units="cm"/>
      <inkml:brushProperty name="color" value="#F6630D"/>
    </inkml:brush>
  </inkml:definitions>
  <inkml:trace contextRef="#ctx0" brushRef="#br0">3524 1 24575,'-7'1'0,"0"1"0,1 0 0,-1 0 0,1 0 0,0 1 0,0 0 0,0 0 0,0 1 0,-8 6 0,-13 6 0,-226 121 0,-159 81 0,154-91 0,-190 91 0,-14-35 0,462-183 0,-374 113 0,-149 10 0,415-102 0,-48 11 0,49-9 0,70-16 0,0 1 0,-37 13 0,39-8-455,-1-2 0,-46 8 0,58-15-6371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22:26:51.757"/>
    </inkml:context>
    <inkml:brush xml:id="br0">
      <inkml:brushProperty name="width" value="0.05" units="cm"/>
      <inkml:brushProperty name="height" value="0.05" units="cm"/>
      <inkml:brushProperty name="color" value="#F6630D"/>
    </inkml:brush>
  </inkml:definitions>
  <inkml:trace contextRef="#ctx0" brushRef="#br0">112 0 24575,'-2'1'0,"0"0"0,0 0 0,0 0 0,1 0 0,-1 0 0,0 0 0,1 1 0,-1-1 0,1 0 0,-1 1 0,1-1 0,0 1 0,0 0 0,-1-1 0,1 1 0,0 0 0,-1 2 0,-15 34 0,-6 22 0,15-42 0,0 1 0,2-1 0,0 1 0,1 1 0,1-1 0,-3 26 0,8-42 4,-1 0 1,1 1-1,-1-1 0,1 0 0,0 0 0,0 0 0,0 1 0,1-1 0,-1 0 1,1 0-1,0-1 0,-1 1 0,1 0 0,1-1 0,-1 1 0,0-1 0,1 1 1,-1-1-1,1 0 0,-1 0 0,1 0 0,0 0 0,0-1 0,0 1 0,0-1 1,0 0-1,0 0 0,6 1 0,6 3-301,1-2 0,0 0 0,-1-1 0,27 0 0,-18-1-6529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7T18:19:17.950"/>
    </inkml:context>
    <inkml:brush xml:id="br0">
      <inkml:brushProperty name="width" value="0.1" units="cm"/>
      <inkml:brushProperty name="height" value="0.1" units="cm"/>
      <inkml:brushProperty name="color" value="#849398"/>
    </inkml:brush>
  </inkml:definitions>
  <inkml:trace contextRef="#ctx0" brushRef="#br0">2 66 776,'0'0'2186,"0"-6"-1690,0 5-554,-1-4 75,1 0 1,-1-1-1,1 1 0,0 0 0,1 0 1,-1 0-1,1 0 0,1-6 0,9 4-1380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00:20:00.929"/>
    </inkml:context>
    <inkml:brush xml:id="br0">
      <inkml:brushProperty name="width" value="0.025" units="cm"/>
      <inkml:brushProperty name="height" value="0.025" units="cm"/>
      <inkml:brushProperty name="color" value="#00A0D7"/>
    </inkml:brush>
  </inkml:definitions>
  <inkml:trace contextRef="#ctx0" brushRef="#br0">0 1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00:20:00.929"/>
    </inkml:context>
    <inkml:brush xml:id="br0">
      <inkml:brushProperty name="width" value="0.025" units="cm"/>
      <inkml:brushProperty name="height" value="0.025" units="cm"/>
      <inkml:brushProperty name="color" value="#00A0D7"/>
    </inkml:brush>
  </inkml:definitions>
  <inkml:trace contextRef="#ctx0" brushRef="#br0">0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00:20:00.929"/>
    </inkml:context>
    <inkml:brush xml:id="br0">
      <inkml:brushProperty name="width" value="0.025" units="cm"/>
      <inkml:brushProperty name="height" value="0.025" units="cm"/>
      <inkml:brushProperty name="color" value="#00A0D7"/>
    </inkml:brush>
  </inkml:definitions>
  <inkml:trace contextRef="#ctx0" brushRef="#br0">0 1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00:20:00.929"/>
    </inkml:context>
    <inkml:brush xml:id="br0">
      <inkml:brushProperty name="width" value="0.025" units="cm"/>
      <inkml:brushProperty name="height" value="0.025" units="cm"/>
      <inkml:brushProperty name="color" value="#00A0D7"/>
    </inkml:brush>
  </inkml:definitions>
  <inkml:trace contextRef="#ctx0" brushRef="#br0">0 1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00:20:00.929"/>
    </inkml:context>
    <inkml:brush xml:id="br0">
      <inkml:brushProperty name="width" value="0.025" units="cm"/>
      <inkml:brushProperty name="height" value="0.025" units="cm"/>
      <inkml:brushProperty name="color" value="#00A0D7"/>
    </inkml:brush>
  </inkml:definitions>
  <inkml:trace contextRef="#ctx0" brushRef="#br0">0 1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2T22:16:59.610"/>
    </inkml:context>
    <inkml:brush xml:id="br0">
      <inkml:brushProperty name="width" value="0.025" units="cm"/>
      <inkml:brushProperty name="height" value="0.025" units="cm"/>
      <inkml:brushProperty name="color" value="#00A0D7"/>
    </inkml:brush>
  </inkml:definitions>
  <inkml:trace contextRef="#ctx0" brushRef="#br0">0 1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1:32:43.472"/>
    </inkml:context>
    <inkml:brush xml:id="br0">
      <inkml:brushProperty name="width" value="0.05" units="cm"/>
      <inkml:brushProperty name="height" value="0.05" units="cm"/>
      <inkml:brushProperty name="color" value="#66CC00"/>
    </inkml:brush>
  </inkml:definitions>
  <inkml:trace contextRef="#ctx0" brushRef="#br0">0 0 24575,'0'5'0,"5"6"0,6 2 0,2 3 0,-2 3 0,-3 4 0,3-2 0,-2-1 0,-1 3 0,2-4 0,0 0 0,-2 1 0,-3 3 0,-1 2 0,2-4 0,1 0 0,4-3 0,0-6-8191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1:32:44.552"/>
    </inkml:context>
    <inkml:brush xml:id="br0">
      <inkml:brushProperty name="width" value="0.05" units="cm"/>
      <inkml:brushProperty name="height" value="0.05" units="cm"/>
      <inkml:brushProperty name="color" value="#66CC00"/>
    </inkml:brush>
  </inkml:definitions>
  <inkml:trace contextRef="#ctx0" brushRef="#br0">1 0 24575,'4'0'0,"8"0"0,5 5 0,5 2 0,4-1 0,-3 4 0,0-1 0,0 0 0,2-3 0,-4 2 0,-1 1 0,1-2 0,2-3 0,-3 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1:32:51.931"/>
    </inkml:context>
    <inkml:brush xml:id="br0">
      <inkml:brushProperty name="width" value="0.05" units="cm"/>
      <inkml:brushProperty name="height" value="0.05" units="cm"/>
      <inkml:brushProperty name="color" value="#66CC00"/>
    </inkml:brush>
  </inkml:definitions>
  <inkml:trace contextRef="#ctx0" brushRef="#br0">5107 0 24575,'-1'5'0,"-1"0"0,0-1 0,0 1 0,0 0 0,-1-1 0,1 0 0,-1 1 0,-5 4 0,-1 4 0,-124 167 0,24 7 0,74-128 0,-73 94 0,47-71 0,6-7 0,-65 97 0,-4 2 0,84-122 0,-67 111 0,-22 91-903,12-24-4667,35-79 4849,17-39-695,-91 145 7373,57-100-10088,-75 162 1882,155-281 567,-124 254 3341,-26 52-639,135-271 1708,-33 107 1,27-67-924,-5 36-1155,21-60-526,-35 130-124,-29 92 0,17-130 0,-43 152 0,-33 7 0,113-268 0,-87 144 0,24-49 0,82-140 0,-2 0 0,-1-2 0,-2 0 0,0-1 0,-1-1 0,-26 22 0,-154 112 0,185-146 0,-22 14 0,-63 30 0,28-17 0,48-25 0,-2-1 0,1-1 0,-2-2 0,1 0 0,-1-2 0,-48 6 0,-1-6 0,-97-3 0,148-2 0,1 1 0,0 2 0,0 0 0,0 1 0,-29 12 0,-19 4 0,-154 24 0,156-37 0,13-3 0,-95 23 0,129-24 82,1-1-1,-1 0 0,-31-1 1,-43 6-1773,73-4-5135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1:32:54.639"/>
    </inkml:context>
    <inkml:brush xml:id="br0">
      <inkml:brushProperty name="width" value="0.05" units="cm"/>
      <inkml:brushProperty name="height" value="0.05" units="cm"/>
      <inkml:brushProperty name="color" value="#66CC00"/>
    </inkml:brush>
  </inkml:definitions>
  <inkml:trace contextRef="#ctx0" brushRef="#br0">0 155 24575,'21'1'0,"-1"-1"0,1-1 0,0-1 0,-1-1 0,0 0 0,1-2 0,-2 0 0,1-1 0,0-1 0,-1-1 0,34-20 0,-20 8 0,1 1 0,64-26 0,-97 44 0,0 1 0,1-1 0,-1 1 0,0 0 0,0-1 0,1 1 0,-1 0 0,0 0 0,0 0 0,1 0 0,-1 0 0,0 0 0,1 0 0,-1 1 0,0-1 0,0 0 0,0 1 0,1-1 0,-1 1 0,0-1 0,0 1 0,0 0 0,0-1 0,0 1 0,0 0 0,0 0 0,0 0 0,0 0 0,0 0 0,0 0 0,-1 0 0,1 0 0,0 0 0,-1 0 0,1 0 0,-1 0 0,1 1 0,-1-1 0,0 0 0,1 0 0,-1 0 0,0 1 0,0 1 0,2 8 0,-1 0 0,0 1 0,-1 21 0,-1-21 0,0 7 17,-2-1-1,0-1 1,-1 1-1,-1 0 1,0-1 0,-2 0-1,-9 20 1,6-15-392,1 1 1,1 0-1,-5 25 1,10-28-6452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1:32:37.765"/>
    </inkml:context>
    <inkml:brush xml:id="br0">
      <inkml:brushProperty name="width" value="0.05" units="cm"/>
      <inkml:brushProperty name="height" value="0.05" units="cm"/>
      <inkml:brushProperty name="color" value="#66CC00"/>
    </inkml:brush>
  </inkml:definitions>
  <inkml:trace contextRef="#ctx0" brushRef="#br0">1 7801 24575,'170'-4'-615,"85"-9"-6718,-18 0 2512,591-45 3236,-298 32 2499,-454 23-1230,122-21-1,22-2 400,128-2 223,170-4 2602,-333 32 4870,83 1-5771,354-18-7800,-224 2 9692,-216 9-5118,-3-2-5241,251-6 7936,217 15 5376,-236 2-4616,34-20-9020,-155 1 10994,-157 11-4682,1-3-5464,204-4 4773,43-4-1988,18 7 4019,-30 2 240,-268-7-2168,189-52 1,-62-1 1944,56-14 349,489-143-1234,-574 148-184,44-15 1124,-96 49 3478,68-24 1728,-144 39-6146,-1-2 0,-1-4 0,119-76 0,57-53 0,16-12 0,-194 124 0,107-103 0,40-88 0,-168 183 0,23-26 0,114-182 0,151-401-6784,-220 347 5337,-79 216 2894,-6 11-1447,-4-2 0,25-194 0,-22 34 1131,-17 146 1092,6-143 1207,-16 60-4631,-4-329-4382,-25 229 8713,-1-31 524,24 266-3654,-3 1 0,-2 0 0,-2 0 0,-33-85 0,22 67 0,16 56 0,0-1 0,-21-32 0,-7-19 0,28 54 0,-13-35 0,-32-55 0,40 80 0,0-1 0,2 0 0,-14-55 0,15 46 0,-25-59 0,-4 3 0,23 54 0,-1 1 0,-1 0 0,-2 1 0,-46-64 0,29 49 0,-11-12 0,14 21 0,27 33 0,0 0 0,0 1 0,-1 0 0,-1 1 0,1-1 0,-12-7 0,-127-93 0,67 47-1365,66 50-5461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00:20:00.929"/>
    </inkml:context>
    <inkml:brush xml:id="br0">
      <inkml:brushProperty name="width" value="0.025" units="cm"/>
      <inkml:brushProperty name="height" value="0.025" units="cm"/>
      <inkml:brushProperty name="color" value="#00A0D7"/>
    </inkml:brush>
  </inkml:definitions>
  <inkml:trace contextRef="#ctx0" brushRef="#br0">0 1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1:35:49.222"/>
    </inkml:context>
    <inkml:brush xml:id="br0">
      <inkml:brushProperty name="width" value="0.05" units="cm"/>
      <inkml:brushProperty name="height" value="0.05" units="cm"/>
      <inkml:brushProperty name="color" value="#66CC00"/>
    </inkml:brush>
  </inkml:definitions>
  <inkml:trace contextRef="#ctx0" brushRef="#br0">0 0 24575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2T22:49:46.149"/>
    </inkml:context>
    <inkml:brush xml:id="br0">
      <inkml:brushProperty name="width" value="0.025" units="cm"/>
      <inkml:brushProperty name="height" value="0.025" units="cm"/>
      <inkml:brushProperty name="color" value="#00A0D7"/>
    </inkml:brush>
  </inkml:definitions>
  <inkml:trace contextRef="#ctx0" brushRef="#br0">0 1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1:58:21.234"/>
    </inkml:context>
    <inkml:brush xml:id="br0">
      <inkml:brushProperty name="width" value="0.05" units="cm"/>
      <inkml:brushProperty name="height" value="0.05" units="cm"/>
      <inkml:brushProperty name="color" value="#66CC00"/>
    </inkml:brush>
  </inkml:definitions>
  <inkml:trace contextRef="#ctx0" brushRef="#br0">1 9 24575,'0'769'0,"1"-739"0,12 59 0,-8-58 0,4 57 0,-9-83 0,-1 0 0,2 0 0,-1 0 0,0 0 0,1 0 0,0 0 0,1 0 0,-1 0 0,1 0 0,0 0 0,0 0 0,0-1 0,0 1 0,6 6 0,-4-8 0,-1 0 0,1 0 0,0 0 0,-1-1 0,1 0 0,1 0 0,-1 0 0,0 0 0,0-1 0,1 0 0,-1 1 0,0-2 0,1 1 0,-1 0 0,1-1 0,8 0 0,359-1 0,-131-2 0,-212 3 0,14 1 0,0-2 0,0-2 0,48-10 0,-38 5 0,1 3 0,0 2 0,84 6 0,-23 0 0,-14-1 0,115-5 0,-214 3 0,1-1 0,0 0 0,0 1 0,-1-1 0,1 0 0,-1 0 0,1-1 0,-1 1 0,1 0 0,-1-1 0,0 1 0,0-1 0,0 0 0,0 0 0,0 0 0,0 0 0,0 0 0,0 0 0,-1-1 0,1 1 0,-1 0 0,0-1 0,0 0 0,0 1 0,0-1 0,0 1 0,0-1 0,-1 0 0,1 0 0,-1-4 0,2-11 0,-1-1 0,-1 0 0,-4-30 0,2 16 0,0-403 0,3 417 0,1-1 0,9-36 0,-7 35 0,0 0 0,1-27 0,-4 30 0,-3-175 0,1 190 9,1 0-1,-1 0 1,0 0 0,0 1-1,0-1 1,-1 0-1,1 1 1,0-1 0,-1 0-1,0 1 1,0 0-1,0-1 1,0 1-1,0 0 1,0 0 0,0 0-1,-1 1 1,1-1-1,-1 0 1,1 1 0,-1 0-1,0-1 1,1 1-1,-1 0 1,0 0 0,0 1-1,0-1 1,0 1-1,0-1 1,-3 1-1,-15-2-548,0 1 0,0 1 0,-28 3 0,19-2-3219,-313 23 2628,201-13 7864,-74-13-6902,66-1 389,-510 3-1585,637 0-5461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1:59:55.838"/>
    </inkml:context>
    <inkml:brush xml:id="br0">
      <inkml:brushProperty name="width" value="0.05" units="cm"/>
      <inkml:brushProperty name="height" value="0.05" units="cm"/>
      <inkml:brushProperty name="color" value="#66CC00"/>
    </inkml:brush>
  </inkml:definitions>
  <inkml:trace contextRef="#ctx0" brushRef="#br0">1 9 24575,'0'769'0,"1"-739"0,12 59 0,-8-58 0,4 57 0,-9-83 0,-1 0 0,2 0 0,-1 0 0,0 0 0,1 0 0,0 0 0,1 0 0,-1 0 0,1 0 0,0 0 0,0 0 0,0-1 0,0 1 0,6 6 0,-4-8 0,-1 0 0,1 0 0,0 0 0,-1-1 0,1 0 0,1 0 0,-1 0 0,0 0 0,0-1 0,1 0 0,-1 1 0,0-2 0,1 1 0,-1 0 0,1-1 0,8 0 0,359-1 0,-131-2 0,-212 3 0,14 1 0,0-2 0,0-2 0,48-10 0,-38 5 0,1 3 0,0 2 0,84 6 0,-23 0 0,-14-1 0,115-5 0,-214 3 0,1-1 0,0 0 0,0 1 0,-1-1 0,1 0 0,-1 0 0,1-1 0,-1 1 0,1 0 0,-1-1 0,0 1 0,0-1 0,0 0 0,0 0 0,0 0 0,0 0 0,0 0 0,0 0 0,-1-1 0,1 1 0,-1 0 0,0-1 0,0 0 0,0 1 0,0-1 0,0 1 0,0-1 0,-1 0 0,1 0 0,-1-4 0,2-11 0,-1-1 0,-1 0 0,-4-30 0,2 16 0,0-403 0,3 417 0,1-1 0,9-36 0,-7 35 0,0 0 0,1-27 0,-4 30 0,-3-175 0,1 190 9,1 0-1,-1 0 1,0 0 0,0 1-1,0-1 1,-1 0-1,1 1 1,0-1 0,-1 0-1,0 1 1,0 0-1,0-1 1,0 1-1,0 0 1,0 0 0,0 0-1,-1 1 1,1-1-1,-1 0 1,1 1 0,-1 0-1,0-1 1,1 1-1,-1 0 1,0 0 0,0 1-1,0-1 1,0 1-1,0-1 1,-3 1-1,-15-2-548,0 1 0,0 1 0,-28 3 0,19-2-3219,-313 23 2628,201-13 7864,-74-13-6902,66-1 389,-510 3-1585,637 0-5461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00:51.420"/>
    </inkml:context>
    <inkml:brush xml:id="br0">
      <inkml:brushProperty name="width" value="0.05" units="cm"/>
      <inkml:brushProperty name="height" value="0.05" units="cm"/>
      <inkml:brushProperty name="color" value="#00A0D7"/>
    </inkml:brush>
  </inkml:definitions>
  <inkml:trace contextRef="#ctx0" brushRef="#br0">35 2 24575,'71'0'0,"40"-1"0,147 18 0,-181-10 0,143-6 0,24 2 0,-156 9 0,-56-6 0,59 3 0,6-11 0,70 4 0,-165-2 0,1 0 0,-1 0 0,0 1 0,1-1 0,-1 1 0,0 0 0,1 0 0,-1 0 0,0 0 0,0 0 0,0 0 0,0 1 0,0-1 0,0 1 0,0-1 0,0 1 0,-1 0 0,1 0 0,0 0 0,-1 0 0,0 0 0,1 0 0,-1 0 0,0 0 0,0 0 0,1 5 0,1 5 0,-1-1 0,0 1 0,-1 0 0,0 19 0,4 23 0,4 4 0,-3 1 0,-2-1 0,-7 106 0,1-41 0,2 327 0,0-447 0,0 1 0,0-1 0,0 0 0,0 0 0,0 1 0,-1-1 0,0 0 0,1 0 0,-1 0 0,0 0 0,0 0 0,-1 0 0,1 0 0,-1 0 0,0 0 0,1 0 0,-1-1 0,0 1 0,-1-1 0,1 1 0,-4 2 0,1-3 0,0 1 0,0-1 0,-1 0 0,1 0 0,-1-1 0,0 0 0,1 0 0,-1 0 0,0-1 0,0 1 0,-8-2 0,-917-4 0,898 3 0,-56-9 0,-24-3 0,15 15 0,-45-2 0,141 1 0,0 0 0,-1-1 0,1 1 0,-1-1 0,1 0 0,0 1 0,-1-1 0,1 0 0,0-1 0,0 1 0,0 0 0,0 0 0,0-1 0,0 1 0,0-1 0,0 0 0,1 0 0,-1 1 0,1-1 0,-2-3 0,0 0 0,1 1 0,0-1 0,0 0 0,1 0 0,-1 0 0,1 0 0,0 0 0,1 0 0,-1-7 0,1-5 0,1 1 0,0-1 0,2 1 0,-1 0 0,8-20 0,-3 7 0,-2 0 0,0 0 0,0-30 0,7-45 0,-6 62 0,0-49 0,-4 49 0,10-52 0,-6 43 0,-1 0 0,-5-101 0,-1 67 0,0 69-317,-1 1 1,0 0-1,-9-28 0,11 42 219,-5-17-6728</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00:58.474"/>
    </inkml:context>
    <inkml:brush xml:id="br0">
      <inkml:brushProperty name="width" value="0.05" units="cm"/>
      <inkml:brushProperty name="height" value="0.05" units="cm"/>
      <inkml:brushProperty name="color" value="#00A0D7"/>
    </inkml:brush>
  </inkml:definitions>
  <inkml:trace contextRef="#ctx0" brushRef="#br0">35 2 24575,'71'0'0,"40"-1"0,147 18 0,-181-10 0,143-6 0,24 2 0,-156 9 0,-56-6 0,59 3 0,6-11 0,70 4 0,-165-2 0,1 0 0,-1 0 0,0 1 0,1-1 0,-1 1 0,0 0 0,1 0 0,-1 0 0,0 0 0,0 0 0,0 0 0,0 1 0,0-1 0,0 1 0,0-1 0,0 1 0,-1 0 0,1 0 0,0 0 0,-1 0 0,0 0 0,1 0 0,-1 0 0,0 0 0,0 0 0,1 5 0,1 5 0,-1-1 0,0 1 0,-1 0 0,0 19 0,4 23 0,4 4 0,-3 1 0,-2-1 0,-7 106 0,1-41 0,2 327 0,0-447 0,0 1 0,0-1 0,0 0 0,0 0 0,0 1 0,-1-1 0,0 0 0,1 0 0,-1 0 0,0 0 0,0 0 0,-1 0 0,1 0 0,-1 0 0,0 0 0,1 0 0,-1-1 0,0 1 0,-1-1 0,1 1 0,-4 2 0,1-3 0,0 1 0,0-1 0,-1 0 0,1 0 0,-1-1 0,0 0 0,1 0 0,-1 0 0,0-1 0,0 1 0,-8-2 0,-917-4 0,898 3 0,-56-9 0,-24-3 0,15 15 0,-45-2 0,141 1 0,0 0 0,-1-1 0,1 1 0,-1-1 0,1 0 0,0 1 0,-1-1 0,1 0 0,0-1 0,0 1 0,0 0 0,0 0 0,0-1 0,0 1 0,0-1 0,0 0 0,1 0 0,-1 1 0,1-1 0,-2-3 0,0 0 0,1 1 0,0-1 0,0 0 0,1 0 0,-1 0 0,1 0 0,0 0 0,1 0 0,-1-7 0,1-5 0,1 1 0,0-1 0,2 1 0,-1 0 0,8-20 0,-3 7 0,-2 0 0,0 0 0,0-30 0,7-45 0,-6 62 0,0-49 0,-4 49 0,10-52 0,-6 43 0,-1 0 0,-5-101 0,-1 67 0,0 69-317,-1 1 1,0 0-1,-9-28 0,11 42 219,-5-17-6728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06:41.036"/>
    </inkml:context>
    <inkml:brush xml:id="br0">
      <inkml:brushProperty name="width" value="0.05" units="cm"/>
      <inkml:brushProperty name="height" value="0.05" units="cm"/>
      <inkml:brushProperty name="color" value="#00A0D7"/>
    </inkml:brush>
  </inkml:definitions>
  <inkml:trace contextRef="#ctx0" brushRef="#br0">1 2037 24575,'235'1'0,"266"-3"0,-430-2-2926,0-3-1,89-20 1,-66 4 830,-2-4 0,161-71 0,-212 77 2928,-2-2 1,0-1-1,-1-3 0,-2-1 1,35-34-1,-49 40-633,-2-1 0,0-1-1,-1 0 1,-2-1 0,-1-2-1,0 1 1,20-53 0,0-16 648,22-101 0,-54 183-842,18-73-5,21-71 0,16-31-1654,-37 111 387,63-145 0,-58 154 416,-17 33 3307,-1-1 0,-2 0 0,4-60 0,-8 10-1822,-3 63-7460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06:42.731"/>
    </inkml:context>
    <inkml:brush xml:id="br0">
      <inkml:brushProperty name="width" value="0.05" units="cm"/>
      <inkml:brushProperty name="height" value="0.05" units="cm"/>
      <inkml:brushProperty name="color" value="#00A0D7"/>
    </inkml:brush>
  </inkml:definitions>
  <inkml:trace contextRef="#ctx0" brushRef="#br0">323 1 24575,'0'17'0,"-4"64"0,4-77 0,-1-1 0,0 1 0,1 0 0,-1-1 0,-1 1 0,1-1 0,0 0 0,-1 1 0,0-1 0,0 0 0,0 0 0,0 0 0,0 0 0,-1 0 0,1 0 0,-1-1 0,0 1 0,-3 1 0,-6-13 0,11 8 0,0-1 0,0 1 0,0 0 0,0 0 0,-1-1 0,1 1 0,0 0 0,0 0 0,-1 0 0,1 0 0,-1 1 0,1-1 0,-1 0 0,1 0 0,-1 1 0,1-1 0,-1 1 0,1 0 0,-1-1 0,-1 1 0,-28 8 0,-51 20 0,55-17 0,0-2 0,-40 9 0,61-19 0,12-4 0,31-15 0,56-20 0,-43 23 0,-23 10 0,-1-3 0,0 0 0,0-1 0,35-22 0,-60 32 0,0 0 0,1 0 0,-1 0 0,1 0 0,-1 0 0,1 0 0,-1 0 0,1 1 0,0-1 0,-1 0 0,1 1 0,0 0 0,-1-1 0,1 1 0,0 0 0,0 0 0,-1 0 0,1 0 0,0 0 0,0 0 0,-1 0 0,1 1 0,0-1 0,-1 1 0,1-1 0,0 1 0,-1 0 0,1-1 0,-1 1 0,1 0 0,-1 0 0,1 0 0,-1 0 0,0 1 0,1-1 0,-1 0 0,0 0 0,0 1 0,0-1 0,0 1 0,0-1 0,0 1 0,0 1 0,5 11 0,-1-1 0,0 1 0,-1 0 0,4 24 0,2 7 0,-2-25 0,1 1 0,1-2 0,16 25 0,-22-37-195,-1-1 0,1 1 0,-1 0 0,-1 0 0,1 1 0,2 14 0,-2-2-6631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06:44.324"/>
    </inkml:context>
    <inkml:brush xml:id="br0">
      <inkml:brushProperty name="width" value="0.05" units="cm"/>
      <inkml:brushProperty name="height" value="0.05" units="cm"/>
      <inkml:brushProperty name="color" value="#00A0D7"/>
    </inkml:brush>
  </inkml:definitions>
  <inkml:trace contextRef="#ctx0" brushRef="#br0">482 1 24575,'-11'18'0,"0"0"0,0-1 0,-2-1 0,0 0 0,-1 0 0,-22 18 0,-104 72 0,11-9 0,84-71 0,40-25 0,0 1 0,0 1 0,0-1 0,0 0 0,1 1 0,-1 0 0,1 0 0,0 1 0,0-1 0,0 1 0,-5 6 0,9-9 0,0 0 0,0 1 0,0-1 0,1 0 0,-1 0 0,0 0 0,1 1 0,-1-1 0,0 0 0,1 0 0,-1 0 0,1 0 0,0 0 0,-1 0 0,1 0 0,0 0 0,0 0 0,0 0 0,0 0 0,-1 0 0,1 0 0,0-1 0,0 1 0,1 0 0,-1-1 0,1 1 0,31 19 0,-5-9 0,1 0 0,0-2 0,59 11 0,-57-14 0,-1 1 0,0 1 0,55 24 0,-23-9-1365,-44-20-5461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06:48.710"/>
    </inkml:context>
    <inkml:brush xml:id="br0">
      <inkml:brushProperty name="width" value="0.05" units="cm"/>
      <inkml:brushProperty name="height" value="0.05" units="cm"/>
      <inkml:brushProperty name="color" value="#66CC00"/>
    </inkml:brush>
  </inkml:definitions>
  <inkml:trace contextRef="#ctx0" brushRef="#br0">840 1 24575,'-36'1'0,"0"2"0,0 2 0,1 1 0,-55 16 0,29-2 0,-98 47 0,147-60 0,0 0 0,0 1 0,1 0 0,0 1 0,1 0 0,-15 16 0,-51 71 0,24-29 0,29-33 0,2 0 0,1 1 0,1 1 0,-25 74 0,11 12-1365,28-105-5461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06:49.970"/>
    </inkml:context>
    <inkml:brush xml:id="br0">
      <inkml:brushProperty name="width" value="0.05" units="cm"/>
      <inkml:brushProperty name="height" value="0.05" units="cm"/>
      <inkml:brushProperty name="color" value="#66CC00"/>
    </inkml:brush>
  </inkml:definitions>
  <inkml:trace contextRef="#ctx0" brushRef="#br0">1 1 24575,'3'0'0,"0"1"0,-1 0 0,1 0 0,0 0 0,0 0 0,-1 0 0,1 1 0,0-1 0,-1 1 0,1 0 0,-1 0 0,0 0 0,0 0 0,0 0 0,0 0 0,0 0 0,0 1 0,0-1 0,-1 1 0,1-1 0,-1 1 0,0 0 0,0-1 0,0 1 0,0 0 0,1 5 0,4 12 0,-2 0 0,5 33 0,-8-46 0,0 5 0,1 1 0,0 0 0,1-1 0,1 1 0,8 18 0,-11-29 0,0 1 0,0-1 0,0 0 0,0 0 0,1-1 0,-1 1 0,1 0 0,-1 0 0,1-1 0,0 1 0,0-1 0,0 1 0,0-1 0,0 0 0,0 0 0,0 0 0,0 0 0,0 0 0,1 0 0,-1-1 0,0 1 0,0-1 0,1 1 0,-1-1 0,0 0 0,1 0 0,-1 0 0,0 0 0,1-1 0,-1 1 0,0-1 0,1 1 0,-1-1 0,0 0 0,0 1 0,0-1 0,5-3 0,17-9 25,-1-1-1,0-1 0,32-27 1,11-7-1488,-43 33-5363</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06:51.351"/>
    </inkml:context>
    <inkml:brush xml:id="br0">
      <inkml:brushProperty name="width" value="0.05" units="cm"/>
      <inkml:brushProperty name="height" value="0.05" units="cm"/>
      <inkml:brushProperty name="color" value="#66CC00"/>
    </inkml:brush>
  </inkml:definitions>
  <inkml:trace contextRef="#ctx0" brushRef="#br0">1 1 24575,'20'0'0,"6"-1"0,52 7 0,-69-4 0,-1-1 0,1 2 0,-1-1 0,0 1 0,0 1 0,0-1 0,0 1 0,0 1 0,13 9 0,-7-4 0,1 0 0,0-2 0,18 8 0,10 6 0,-35-17 0,1 0 0,-1 1 0,0-1 0,-1 2 0,0-1 0,1 1 0,7 10 0,-13-14 0,0 0 0,1 1 0,-2-1 0,1 0 0,0 1 0,-1-1 0,1 1 0,-1 0 0,0-1 0,-1 1 0,1 0 0,0 0 0,-1 0 0,0-1 0,0 1 0,0 0 0,-1 0 0,1 0 0,-1-1 0,0 1 0,-2 7 0,0-6 11,1 0 0,-1 0 1,-1 0-1,1 0 0,-1-1 0,1 0 0,-1 0 0,-1 0 0,1 0 0,-1 0 0,-5 3 0,5-3-198,-1 0 0,1 0 0,0 1-1,0-1 1,1 1 0,-1 1-1,-3 5 1,0 4-6639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13:10.333"/>
    </inkml:context>
    <inkml:brush xml:id="br0">
      <inkml:brushProperty name="width" value="0.05" units="cm"/>
      <inkml:brushProperty name="height" value="0.05" units="cm"/>
      <inkml:brushProperty name="color" value="#66CC00"/>
    </inkml:brush>
  </inkml:definitions>
  <inkml:trace contextRef="#ctx0" brushRef="#br0">1 1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13:11.126"/>
    </inkml:context>
    <inkml:brush xml:id="br0">
      <inkml:brushProperty name="width" value="0.05" units="cm"/>
      <inkml:brushProperty name="height" value="0.05" units="cm"/>
      <inkml:brushProperty name="color" value="#66CC00"/>
    </inkml:brush>
  </inkml:definitions>
  <inkml:trace contextRef="#ctx0" brushRef="#br0">1 1 24575,'0'0'-8191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13:12.468"/>
    </inkml:context>
    <inkml:brush xml:id="br0">
      <inkml:brushProperty name="width" value="0.05" units="cm"/>
      <inkml:brushProperty name="height" value="0.05" units="cm"/>
      <inkml:brushProperty name="color" value="#66CC00"/>
    </inkml:brush>
  </inkml:definitions>
  <inkml:trace contextRef="#ctx0" brushRef="#br0">1 1 24575,'0'0'-8191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8:56.148"/>
    </inkml:context>
    <inkml:brush xml:id="br0">
      <inkml:brushProperty name="width" value="0.05" units="cm"/>
      <inkml:brushProperty name="height" value="0.05" units="cm"/>
      <inkml:brushProperty name="color" value="#66CC00"/>
    </inkml:brush>
  </inkml:definitions>
  <inkml:trace contextRef="#ctx0" brushRef="#br0">1117 0 24575,'-2'7'0,"0"0"0,-1 0 0,0 0 0,0 0 0,-1-1 0,0 1 0,0-1 0,-7 8 0,4-4 0,-108 167 0,31-59 0,-45 76 0,45-55 0,-64 123 0,40 0 0,16-34 0,15-41 0,36-84 0,-55 99 0,86-181 0,1 0 0,1 0 0,0 1 0,-5 30 0,-1 2 0,-14 13-1365,18-46-5461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8:57.282"/>
    </inkml:context>
    <inkml:brush xml:id="br0">
      <inkml:brushProperty name="width" value="0.05" units="cm"/>
      <inkml:brushProperty name="height" value="0.05" units="cm"/>
      <inkml:brushProperty name="color" value="#66CC00"/>
    </inkml:brush>
  </inkml:definitions>
  <inkml:trace contextRef="#ctx0" brushRef="#br0">0 0 24575,'4'6'0,"0"0"0,0 0 0,-1 1 0,1-1 0,-2 1 0,1-1 0,-1 1 0,3 13 0,3 7 0,-1-3 0,-1-1 0,4 46 0,3 11 0,-9-61 0,-3-13 0,0 0 0,0 0 0,0 1 0,1-1 0,0 0 0,6 10 0,-8-15 0,1 0 0,0-1 0,-1 1 0,1 0 0,-1-1 0,1 1 0,0-1 0,-1 1 0,1-1 0,0 1 0,-1-1 0,1 1 0,0-1 0,0 0 0,0 1 0,-1-1 0,1 0 0,0 0 0,0 0 0,0 0 0,0 1 0,0-1 0,2-1 0,-1 1 0,0-1 0,0 0 0,0 1 0,0-1 0,0 0 0,0 0 0,0 0 0,0-1 0,0 1 0,-1 0 0,4-3 0,90-90-1365,-76 76-5461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9:35:09.097"/>
    </inkml:context>
    <inkml:brush xml:id="br0">
      <inkml:brushProperty name="width" value="0.05" units="cm"/>
      <inkml:brushProperty name="height" value="0.05" units="cm"/>
      <inkml:brushProperty name="color" value="#00A0D7"/>
    </inkml:brush>
  </inkml:definitions>
  <inkml:trace contextRef="#ctx0" brushRef="#br0">40 2 24575,'82'0'0,"45"-1"0,169 15 0,-207-8 0,163-5 0,29 2 0,-180 7 0,-65-5 0,69 3 0,6-10 0,81 4 0,-190-2 0,2 0 0,-2 0 0,1 1 0,0-1 0,-1 0 0,1 1 0,0 0 0,-1 0 0,1 0 0,-1 0 0,0-1 0,0 2 0,1-1 0,-1 1 0,0-1 0,1 0 0,-2 1 0,1 0 0,0-1 0,0 1 0,-1 0 0,1-1 0,-1 1 0,0 0 0,0 0 0,2 3 0,0 6 0,0-2 0,-1 1 0,-1 0 0,0 17 0,5 18 0,4 5 0,-3 0 0,-2-1 0,-9 90 0,2-35 0,2 278 0,0-379 0,0 0 0,0 0 0,0-1 0,0 1 0,0 0 0,-1 0 0,0-1 0,1 1 0,-2-1 0,1 1 0,0-1 0,-1 1 0,1 0 0,-2-1 0,1 1 0,1-1 0,-1 0 0,-1 0 0,0 0 0,1 1 0,-5 1 0,1-2 0,0 0 0,1 0 0,-2 0 0,1-1 0,-1 0 0,0 0 0,1 0 0,-1 0 0,1-1 0,-1 1 0,-9-2 0,-1054-4 0,1033 4 0,-66-9 0,-26-1 0,16 11 0,-51 0 0,161 0 0,1 0 0,-1-1 0,0 1 0,0-1 0,1 0 0,-1 1 0,0-1 0,1 0 0,-1 0 0,1 0 0,0 0 0,-1 0 0,1-1 0,0 1 0,0 0 0,-1-1 0,2 0 0,-1 2 0,1-2 0,-3-2 0,1-1 0,0 2 0,1-1 0,0-1 0,1 1 0,-2 0 0,2 0 0,0 0 0,1-1 0,-1-5 0,1-4 0,1 0 0,0 0 0,3 0 0,-2 1 0,10-18 0,-4 6 0,-3 1 0,1-1 0,0-25 0,8-38 0,-8 52 0,1-41 0,-4 41 0,10-43 0,-6 35 0,-1 1 0,-6-86 0,-1 57 0,0 58-317,-2 2 1,1-1-1,-10-24 0,12 37 219,-6-16-6728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0T22:04:46.077"/>
    </inkml:context>
    <inkml:brush xml:id="br0">
      <inkml:brushProperty name="width" value="0.05" units="cm"/>
      <inkml:brushProperty name="height" value="0.05" units="cm"/>
      <inkml:brushProperty name="color" value="#66CC00"/>
    </inkml:brush>
  </inkml:definitions>
  <inkml:trace contextRef="#ctx0" brushRef="#br0">1 7 24575,'0'508'0,"1"-488"0,12 39 0,-8-39 0,4 38 0,-9-54 0,-1-1 0,2 0 0,-1 1 0,0-1 0,1 1 0,0-1 0,1 0 0,-1 1 0,1-1 0,0 0 0,0 0 0,0 0 0,0 0 0,6 4 0,-4-5 0,-1 0 0,1 0 0,0 0 0,-1-1 0,1 1 0,1-1 0,-1 0 0,0 1 0,0-1 0,1 0 0,-1-1 0,0 1 0,1-1 0,-1 1 0,1-1 0,8 0 0,359-1 0,-131-1 0,-212 2 0,14 1 0,0-2 0,0-1 0,48-6 0,-38 2 0,1 3 0,0 1 0,84 4 0,-23 0 0,-14-1 0,115-3 0,-214 2 0,1 0 0,0-1 0,0 1 0,-1-1 0,1 1 0,-1-1 0,1 0 0,-1 0 0,1 0 0,-1 0 0,0 0 0,0 0 0,0 0 0,0 0 0,0-1 0,0 1 0,0-1 0,0 1 0,-1-1 0,1 1 0,-1-1 0,0 1 0,0-1 0,0 0 0,0 1 0,0-1 0,0 0 0,-1 0 0,1 0 0,-1-3 0,2-7 0,-1 0 0,-1 0 0,-4-21 0,2 11 0,0-266 0,3 275 0,1 0 0,9-24 0,-7 23 0,0 0 0,1-17 0,-4 19 0,-3-116 0,1 126 9,1 0-1,-1 0 1,0 0 0,0 0-1,0 0 1,-1 1-1,1-1 1,0 0 0,-1 1-1,0-1 1,0 1-1,0-1 1,0 1-1,0-1 1,0 1 0,0 0-1,-1 0 1,1-1-1,-1 1 1,1 1 0,-1-1-1,0 0 1,1 0-1,-1 0 1,0 1 0,0 0-1,0-1 1,0 1-1,0-1 1,-3 1-1,-15-1-548,0 0 0,0 1 0,-28 2 0,19-1-3219,-313 15 2628,201-9 7864,-74-9-6902,66 1 389,-510 1-1585,637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earning.oreilly.com/library/view/research-methods-in/9780128093436/xhtml/chp004.xhtml#bb0085" TargetMode="External"/><Relationship Id="rId2" Type="http://schemas.openxmlformats.org/officeDocument/2006/relationships/slide" Target="../slides/slide44.xml"/><Relationship Id="rId1" Type="http://schemas.openxmlformats.org/officeDocument/2006/relationships/notesMaster" Target="../notesMasters/notesMaster1.xml"/><Relationship Id="rId6" Type="http://schemas.openxmlformats.org/officeDocument/2006/relationships/hyperlink" Target="https://learning.oreilly.com/library/view/research-methods-in/9780128093436/xhtml/chp004.xhtml#s0120" TargetMode="External"/><Relationship Id="rId5" Type="http://schemas.openxmlformats.org/officeDocument/2006/relationships/hyperlink" Target="https://learning.oreilly.com/library/view/research-methods-in/9780128093436/xhtml/chp004.xhtml#bb0040" TargetMode="External"/><Relationship Id="rId4" Type="http://schemas.openxmlformats.org/officeDocument/2006/relationships/hyperlink" Target="https://learning.oreilly.com/library/view/research-methods-in/9780128093436/xhtml/chp004.xhtml#bb0075"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a:t>
            </a:fld>
            <a:endParaRPr lang="en-US"/>
          </a:p>
        </p:txBody>
      </p:sp>
    </p:spTree>
    <p:extLst>
      <p:ext uri="{BB962C8B-B14F-4D97-AF65-F5344CB8AC3E}">
        <p14:creationId xmlns:p14="http://schemas.microsoft.com/office/powerpoint/2010/main" val="2342540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2</a:t>
            </a:fld>
            <a:endParaRPr lang="en-US" dirty="0"/>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spcBef>
                <a:spcPts val="1200"/>
              </a:spcBef>
            </a:pPr>
            <a:r>
              <a:rPr lang="en-GB" dirty="0">
                <a:solidFill>
                  <a:schemeClr val="tx2">
                    <a:lumMod val="50000"/>
                  </a:schemeClr>
                </a:solidFill>
              </a:rPr>
              <a:t>Suppose we want to compare THREE sample means to see if a difference exists somewhere among them</a:t>
            </a:r>
          </a:p>
          <a:p>
            <a:pPr>
              <a:lnSpc>
                <a:spcPct val="120000"/>
              </a:lnSpc>
              <a:spcBef>
                <a:spcPts val="1200"/>
              </a:spcBef>
            </a:pPr>
            <a:r>
              <a:rPr lang="en-GB" b="0" i="0" dirty="0">
                <a:solidFill>
                  <a:schemeClr val="tx2">
                    <a:lumMod val="50000"/>
                  </a:schemeClr>
                </a:solidFill>
                <a:effectLst/>
              </a:rPr>
              <a:t>Is one so far away from the other two that </a:t>
            </a:r>
            <a:r>
              <a:rPr lang="en-GB" dirty="0">
                <a:solidFill>
                  <a:schemeClr val="tx2">
                    <a:lumMod val="50000"/>
                  </a:schemeClr>
                </a:solidFill>
              </a:rPr>
              <a:t>is likely not from the same population?</a:t>
            </a:r>
          </a:p>
          <a:p>
            <a:pPr>
              <a:lnSpc>
                <a:spcPct val="120000"/>
              </a:lnSpc>
              <a:spcBef>
                <a:spcPts val="1200"/>
              </a:spcBef>
            </a:pPr>
            <a:r>
              <a:rPr lang="en-GB" b="0" i="0" dirty="0">
                <a:solidFill>
                  <a:schemeClr val="tx2">
                    <a:lumMod val="50000"/>
                  </a:schemeClr>
                </a:solidFill>
                <a:effectLst/>
              </a:rPr>
              <a:t>Or all three are so far apart they All likely come from the same populations?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7</a:t>
            </a:fld>
            <a:endParaRPr lang="en-US"/>
          </a:p>
        </p:txBody>
      </p:sp>
    </p:spTree>
    <p:extLst>
      <p:ext uri="{BB962C8B-B14F-4D97-AF65-F5344CB8AC3E}">
        <p14:creationId xmlns:p14="http://schemas.microsoft.com/office/powerpoint/2010/main" val="2801419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spcBef>
                <a:spcPts val="1200"/>
              </a:spcBef>
            </a:pPr>
            <a:r>
              <a:rPr lang="en-GB" dirty="0">
                <a:solidFill>
                  <a:schemeClr val="tx2">
                    <a:lumMod val="50000"/>
                  </a:schemeClr>
                </a:solidFill>
              </a:rPr>
              <a:t>Suppose we want to compare THREE sample means to see if a difference exists somewhere among them</a:t>
            </a:r>
          </a:p>
          <a:p>
            <a:pPr>
              <a:lnSpc>
                <a:spcPct val="120000"/>
              </a:lnSpc>
              <a:spcBef>
                <a:spcPts val="1200"/>
              </a:spcBef>
            </a:pPr>
            <a:r>
              <a:rPr lang="en-GB" b="0" i="0" dirty="0">
                <a:solidFill>
                  <a:schemeClr val="tx2">
                    <a:lumMod val="50000"/>
                  </a:schemeClr>
                </a:solidFill>
                <a:effectLst/>
              </a:rPr>
              <a:t>Is one so far away from the other two that </a:t>
            </a:r>
            <a:r>
              <a:rPr lang="en-GB" dirty="0">
                <a:solidFill>
                  <a:schemeClr val="tx2">
                    <a:lumMod val="50000"/>
                  </a:schemeClr>
                </a:solidFill>
              </a:rPr>
              <a:t>is likely not from the same population?</a:t>
            </a:r>
          </a:p>
          <a:p>
            <a:pPr>
              <a:lnSpc>
                <a:spcPct val="120000"/>
              </a:lnSpc>
              <a:spcBef>
                <a:spcPts val="1200"/>
              </a:spcBef>
            </a:pPr>
            <a:r>
              <a:rPr lang="en-GB" b="0" i="0" dirty="0">
                <a:solidFill>
                  <a:schemeClr val="tx2">
                    <a:lumMod val="50000"/>
                  </a:schemeClr>
                </a:solidFill>
                <a:effectLst/>
              </a:rPr>
              <a:t>Or all three are so far apart they All likely come from the same populations?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8</a:t>
            </a:fld>
            <a:endParaRPr lang="en-US"/>
          </a:p>
        </p:txBody>
      </p:sp>
    </p:spTree>
    <p:extLst>
      <p:ext uri="{BB962C8B-B14F-4D97-AF65-F5344CB8AC3E}">
        <p14:creationId xmlns:p14="http://schemas.microsoft.com/office/powerpoint/2010/main" val="2059775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spcBef>
                <a:spcPts val="1200"/>
              </a:spcBef>
            </a:pPr>
            <a:r>
              <a:rPr lang="en-GB" dirty="0">
                <a:solidFill>
                  <a:schemeClr val="tx2">
                    <a:lumMod val="50000"/>
                  </a:schemeClr>
                </a:solidFill>
              </a:rPr>
              <a:t>Suppose we want to compare THREE sample means to see if a difference exists somewhere among them</a:t>
            </a:r>
          </a:p>
          <a:p>
            <a:pPr>
              <a:lnSpc>
                <a:spcPct val="120000"/>
              </a:lnSpc>
              <a:spcBef>
                <a:spcPts val="1200"/>
              </a:spcBef>
            </a:pPr>
            <a:r>
              <a:rPr lang="en-GB" b="0" i="0" dirty="0">
                <a:solidFill>
                  <a:schemeClr val="tx2">
                    <a:lumMod val="50000"/>
                  </a:schemeClr>
                </a:solidFill>
                <a:effectLst/>
              </a:rPr>
              <a:t>Is one so far away from the other two that </a:t>
            </a:r>
            <a:r>
              <a:rPr lang="en-GB" dirty="0">
                <a:solidFill>
                  <a:schemeClr val="tx2">
                    <a:lumMod val="50000"/>
                  </a:schemeClr>
                </a:solidFill>
              </a:rPr>
              <a:t>is likely not from the same population?</a:t>
            </a:r>
          </a:p>
          <a:p>
            <a:pPr>
              <a:lnSpc>
                <a:spcPct val="120000"/>
              </a:lnSpc>
              <a:spcBef>
                <a:spcPts val="1200"/>
              </a:spcBef>
            </a:pPr>
            <a:r>
              <a:rPr lang="en-GB" b="0" i="0" dirty="0">
                <a:solidFill>
                  <a:schemeClr val="tx2">
                    <a:lumMod val="50000"/>
                  </a:schemeClr>
                </a:solidFill>
                <a:effectLst/>
              </a:rPr>
              <a:t>Or all three are so far apart they All likely come from the same populations?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9</a:t>
            </a:fld>
            <a:endParaRPr lang="en-US"/>
          </a:p>
        </p:txBody>
      </p:sp>
    </p:spTree>
    <p:extLst>
      <p:ext uri="{BB962C8B-B14F-4D97-AF65-F5344CB8AC3E}">
        <p14:creationId xmlns:p14="http://schemas.microsoft.com/office/powerpoint/2010/main" val="1064089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spcBef>
                <a:spcPts val="1200"/>
              </a:spcBef>
            </a:pPr>
            <a:r>
              <a:rPr lang="en-GB" dirty="0">
                <a:solidFill>
                  <a:schemeClr val="tx2">
                    <a:lumMod val="50000"/>
                  </a:schemeClr>
                </a:solidFill>
              </a:rPr>
              <a:t>Suppose we want to compare THREE sample means to see if a difference exists somewhere among them</a:t>
            </a:r>
          </a:p>
          <a:p>
            <a:pPr>
              <a:lnSpc>
                <a:spcPct val="120000"/>
              </a:lnSpc>
              <a:spcBef>
                <a:spcPts val="1200"/>
              </a:spcBef>
            </a:pPr>
            <a:r>
              <a:rPr lang="en-GB" b="0" i="0" dirty="0">
                <a:solidFill>
                  <a:schemeClr val="tx2">
                    <a:lumMod val="50000"/>
                  </a:schemeClr>
                </a:solidFill>
                <a:effectLst/>
              </a:rPr>
              <a:t>Is one so far away from the other two that </a:t>
            </a:r>
            <a:r>
              <a:rPr lang="en-GB" dirty="0">
                <a:solidFill>
                  <a:schemeClr val="tx2">
                    <a:lumMod val="50000"/>
                  </a:schemeClr>
                </a:solidFill>
              </a:rPr>
              <a:t>is likely not from the same population?</a:t>
            </a:r>
          </a:p>
          <a:p>
            <a:pPr>
              <a:lnSpc>
                <a:spcPct val="120000"/>
              </a:lnSpc>
              <a:spcBef>
                <a:spcPts val="1200"/>
              </a:spcBef>
            </a:pPr>
            <a:r>
              <a:rPr lang="en-GB" b="0" i="0" dirty="0">
                <a:solidFill>
                  <a:schemeClr val="tx2">
                    <a:lumMod val="50000"/>
                  </a:schemeClr>
                </a:solidFill>
                <a:effectLst/>
              </a:rPr>
              <a:t>Or all three are so far apart they All likely come from the same populations?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11</a:t>
            </a:fld>
            <a:endParaRPr lang="en-US"/>
          </a:p>
        </p:txBody>
      </p:sp>
    </p:spTree>
    <p:extLst>
      <p:ext uri="{BB962C8B-B14F-4D97-AF65-F5344CB8AC3E}">
        <p14:creationId xmlns:p14="http://schemas.microsoft.com/office/powerpoint/2010/main" val="2489471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D3B49"/>
                </a:solidFill>
                <a:effectLst/>
                <a:latin typeface="Noto serif" panose="02020600060500020200" pitchFamily="18" charset="0"/>
              </a:rPr>
              <a:t>The between-group's sum of squares represents the amount of variances in the data that can be explained by the use of text entry methods. The within-group's sum of squares represents the amount of variances in the data that cannot be explained by the text entry methods. The mean square is calculated by dividing the sum of squares by the degree of freedom. The returned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value of 2.174 is lower than the value at the 95% confidence interval, suggesting that there is no significant difference among the three conditions.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16</a:t>
            </a:fld>
            <a:endParaRPr lang="en-US"/>
          </a:p>
        </p:txBody>
      </p:sp>
    </p:spTree>
    <p:extLst>
      <p:ext uri="{BB962C8B-B14F-4D97-AF65-F5344CB8AC3E}">
        <p14:creationId xmlns:p14="http://schemas.microsoft.com/office/powerpoint/2010/main" val="1921164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D3B49"/>
                </a:solidFill>
                <a:effectLst/>
                <a:latin typeface="Noto serif" panose="02020600060500020200" pitchFamily="18" charset="0"/>
              </a:rPr>
              <a:t>The between-group's sum of squares represents the amount of variances in the data that can be explained by the use of text entry methods. The within-group's sum of squares represents the amount of variances in the data that cannot be explained by the text entry methods. The mean square is calculated by dividing the sum of squares by the degree of freedom. The returned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value of 2.174 is lower than the value at the 95% confidence interval, suggesting that there is no significant difference among the three conditions.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18</a:t>
            </a:fld>
            <a:endParaRPr lang="en-US"/>
          </a:p>
        </p:txBody>
      </p:sp>
    </p:spTree>
    <p:extLst>
      <p:ext uri="{BB962C8B-B14F-4D97-AF65-F5344CB8AC3E}">
        <p14:creationId xmlns:p14="http://schemas.microsoft.com/office/powerpoint/2010/main" val="2302087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D3B49"/>
                </a:solidFill>
                <a:effectLst/>
                <a:latin typeface="Noto serif" panose="02020600060500020200" pitchFamily="18" charset="0"/>
              </a:rPr>
              <a:t>The between-group's sum of squares represents the amount of variances in the data that can be explained by the use of text entry methods. The within-group's sum of squares represents the amount of variances in the data that cannot be explained by the text entry methods. The mean square is calculated by dividing the sum of squares by the degree of freedom. The returned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value of 2.174 is lower than the value (3.47 in the F 95</a:t>
            </a:r>
            <a:r>
              <a:rPr lang="en-GB" b="0" i="0" baseline="30000" dirty="0">
                <a:solidFill>
                  <a:srgbClr val="3D3B49"/>
                </a:solidFill>
                <a:effectLst/>
                <a:latin typeface="Noto serif" panose="02020600060500020200" pitchFamily="18" charset="0"/>
              </a:rPr>
              <a:t>th</a:t>
            </a:r>
            <a:r>
              <a:rPr lang="en-GB" b="0" i="0" dirty="0">
                <a:solidFill>
                  <a:srgbClr val="3D3B49"/>
                </a:solidFill>
                <a:effectLst/>
                <a:latin typeface="Noto serif" panose="02020600060500020200" pitchFamily="18" charset="0"/>
              </a:rPr>
              <a:t> Percentile Values table) at the 95% confidence interval, suggesting that there is no significant difference among the three conditions.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20</a:t>
            </a:fld>
            <a:endParaRPr lang="en-US"/>
          </a:p>
        </p:txBody>
      </p:sp>
    </p:spTree>
    <p:extLst>
      <p:ext uri="{BB962C8B-B14F-4D97-AF65-F5344CB8AC3E}">
        <p14:creationId xmlns:p14="http://schemas.microsoft.com/office/powerpoint/2010/main" val="3437289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D3B49"/>
                </a:solidFill>
                <a:effectLst/>
                <a:latin typeface="Noto serif" panose="02020600060500020200" pitchFamily="18" charset="0"/>
              </a:rPr>
              <a:t>The between-group's sum of squares represents the amount of variances in the data that can be explained by the use of text entry methods. The within-group's sum of squares represents the amount of variances in the data that cannot be explained by the text entry methods. The mean square is calculated by dividing the sum of squares by the degree of freedom. The returned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value of 2.174 is lower than the value at the 95% confidence interval, suggesting that there is no significant difference among the three conditions.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22</a:t>
            </a:fld>
            <a:endParaRPr lang="en-US"/>
          </a:p>
        </p:txBody>
      </p:sp>
    </p:spTree>
    <p:extLst>
      <p:ext uri="{BB962C8B-B14F-4D97-AF65-F5344CB8AC3E}">
        <p14:creationId xmlns:p14="http://schemas.microsoft.com/office/powerpoint/2010/main" val="13482874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D3B49"/>
                </a:solidFill>
                <a:effectLst/>
                <a:latin typeface="Noto serif" panose="02020600060500020200" pitchFamily="18" charset="0"/>
              </a:rPr>
              <a:t>The between-group's sum of squares represents the amount of variances in the data that can be explained by the use of text entry methods. The within-group's sum of squares represents the amount of variances in the data that cannot be explained by the text entry methods. The mean square is calculated by dividing the sum of squares by the degree of freedom. The returned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value of 2.174 is lower than the value at the 95% confidence interval, suggesting that there is no significant difference among the three conditions.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28</a:t>
            </a:fld>
            <a:endParaRPr lang="en-US"/>
          </a:p>
        </p:txBody>
      </p:sp>
    </p:spTree>
    <p:extLst>
      <p:ext uri="{BB962C8B-B14F-4D97-AF65-F5344CB8AC3E}">
        <p14:creationId xmlns:p14="http://schemas.microsoft.com/office/powerpoint/2010/main" val="798477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D3B49"/>
                </a:solidFill>
                <a:effectLst/>
                <a:latin typeface="Noto serif" panose="02020600060500020200" pitchFamily="18" charset="0"/>
              </a:rPr>
              <a:t>The between-group's sum of squares represents the amount of variances in the data that can be explained by the use of text entry methods. The within-group's sum of squares represents the amount of variances in the data that cannot be explained by the text entry methods. The mean square is calculated by dividing the sum of squares by the degree of freedom. The returned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value of 2.174 is lower than the value at the 95% confidence interval, suggesting that there is no significant difference among the three conditions.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29</a:t>
            </a:fld>
            <a:endParaRPr lang="en-US"/>
          </a:p>
        </p:txBody>
      </p:sp>
    </p:spTree>
    <p:extLst>
      <p:ext uri="{BB962C8B-B14F-4D97-AF65-F5344CB8AC3E}">
        <p14:creationId xmlns:p14="http://schemas.microsoft.com/office/powerpoint/2010/main" val="1861560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D3B49"/>
                </a:solidFill>
                <a:effectLst/>
                <a:latin typeface="Noto serif" panose="02020600060500020200" pitchFamily="18" charset="0"/>
              </a:rPr>
              <a:t>The between-group's sum of squares represents the amount of variances in the data that can be explained by the use of text entry methods. The within-group's sum of squares represents the amount of variances in the data that cannot be explained by the text entry methods. The mean square is calculated by dividing the sum of squares by the degree of freedom. The returned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value of 2.174 is lower than the value at the 95% confidence interval, suggesting that there is no significant difference among the three conditions.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30</a:t>
            </a:fld>
            <a:endParaRPr lang="en-US"/>
          </a:p>
        </p:txBody>
      </p:sp>
    </p:spTree>
    <p:extLst>
      <p:ext uri="{BB962C8B-B14F-4D97-AF65-F5344CB8AC3E}">
        <p14:creationId xmlns:p14="http://schemas.microsoft.com/office/powerpoint/2010/main" val="3057266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GB" b="0" i="0" dirty="0">
                <a:solidFill>
                  <a:srgbClr val="3D3B49"/>
                </a:solidFill>
                <a:effectLst/>
                <a:latin typeface="Noto serif" panose="02020600060500020200" pitchFamily="18" charset="0"/>
              </a:rPr>
              <a:t>Before running a </a:t>
            </a:r>
            <a:r>
              <a:rPr lang="en-GB" b="0" i="1" dirty="0">
                <a:solidFill>
                  <a:srgbClr val="3D3B49"/>
                </a:solidFill>
                <a:effectLst/>
                <a:latin typeface="Noto serif" panose="02020600060500020200" pitchFamily="18" charset="0"/>
              </a:rPr>
              <a:t>t</a:t>
            </a:r>
            <a:r>
              <a:rPr lang="en-GB" b="0" i="0" dirty="0">
                <a:solidFill>
                  <a:srgbClr val="3D3B49"/>
                </a:solidFill>
                <a:effectLst/>
                <a:latin typeface="Noto serif" panose="02020600060500020200" pitchFamily="18" charset="0"/>
              </a:rPr>
              <a:t> test or an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test, it is important to examine whether your data meet the assumptions of the two tests. If the assumptions are not met, you may make incorrect inferences from those tests. Both </a:t>
            </a:r>
            <a:r>
              <a:rPr lang="en-GB" b="0" i="1" dirty="0">
                <a:solidFill>
                  <a:srgbClr val="3D3B49"/>
                </a:solidFill>
                <a:effectLst/>
                <a:latin typeface="Noto serif" panose="02020600060500020200" pitchFamily="18" charset="0"/>
              </a:rPr>
              <a:t>t</a:t>
            </a:r>
            <a:r>
              <a:rPr lang="en-GB" b="0" i="0" dirty="0">
                <a:solidFill>
                  <a:srgbClr val="3D3B49"/>
                </a:solidFill>
                <a:effectLst/>
                <a:latin typeface="Noto serif" panose="02020600060500020200" pitchFamily="18" charset="0"/>
              </a:rPr>
              <a:t> tests and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tests typically require three assumptions for the data:</a:t>
            </a:r>
          </a:p>
          <a:p>
            <a:pPr algn="just"/>
            <a:r>
              <a:rPr lang="en-GB" b="0" i="0" dirty="0">
                <a:solidFill>
                  <a:srgbClr val="3D3B49"/>
                </a:solidFill>
                <a:effectLst/>
                <a:latin typeface="Noto serif" panose="02020600060500020200" pitchFamily="18" charset="0"/>
              </a:rPr>
              <a:t>First, the errors of all data points should be independent of each other. If they are not independent of each other, the result of the test can be misleading (</a:t>
            </a:r>
            <a:r>
              <a:rPr lang="en-GB" b="0" i="0" u="sng" dirty="0" err="1">
                <a:solidFill>
                  <a:srgbClr val="D3002D"/>
                </a:solidFill>
                <a:effectLst/>
                <a:latin typeface="Noto serif" panose="02020600060500020200" pitchFamily="18" charset="0"/>
                <a:hlinkClick r:id="rId3"/>
              </a:rPr>
              <a:t>Snedecor</a:t>
            </a:r>
            <a:r>
              <a:rPr lang="en-GB" b="0" i="0" u="sng" dirty="0">
                <a:solidFill>
                  <a:srgbClr val="D3002D"/>
                </a:solidFill>
                <a:effectLst/>
                <a:latin typeface="Noto serif" panose="02020600060500020200" pitchFamily="18" charset="0"/>
                <a:hlinkClick r:id="rId3"/>
              </a:rPr>
              <a:t> and Cochran, 1989</a:t>
            </a:r>
            <a:r>
              <a:rPr lang="en-GB" b="0" i="0" dirty="0">
                <a:solidFill>
                  <a:srgbClr val="3D3B49"/>
                </a:solidFill>
                <a:effectLst/>
                <a:latin typeface="Noto serif" panose="02020600060500020200" pitchFamily="18" charset="0"/>
              </a:rPr>
              <a:t>). For example, in the text-entry method study, if two investigators conducted the study and one investigator consistently gave the participants more detailed instructions than the other investigator, the participants who completed the study with more detailed instructions might perform consistently better than those who received less detailed instructions. In this case, the errors of the participants who were instructed by the same investigator are no longer independent and the test results would be spurious.</a:t>
            </a:r>
          </a:p>
          <a:p>
            <a:pPr algn="just"/>
            <a:r>
              <a:rPr lang="en-GB" b="0" i="0" dirty="0">
                <a:solidFill>
                  <a:srgbClr val="3D3B49"/>
                </a:solidFill>
                <a:effectLst/>
                <a:latin typeface="Noto serif" panose="02020600060500020200" pitchFamily="18" charset="0"/>
              </a:rPr>
              <a:t>Second, the errors in the data need to be identically distributed. This assumption is also called “homogeneity of variance.” When multiple group means are compared, the </a:t>
            </a:r>
            <a:r>
              <a:rPr lang="en-GB" b="0" i="1" dirty="0">
                <a:solidFill>
                  <a:srgbClr val="3D3B49"/>
                </a:solidFill>
                <a:effectLst/>
                <a:latin typeface="Noto serif" panose="02020600060500020200" pitchFamily="18" charset="0"/>
              </a:rPr>
              <a:t>t</a:t>
            </a:r>
            <a:r>
              <a:rPr lang="en-GB" b="0" i="0" dirty="0">
                <a:solidFill>
                  <a:srgbClr val="3D3B49"/>
                </a:solidFill>
                <a:effectLst/>
                <a:latin typeface="Noto serif" panose="02020600060500020200" pitchFamily="18" charset="0"/>
              </a:rPr>
              <a:t> test or the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test is more accurate if the variances of the sample population are nearly equal. This assumption does not mean that we can only run </a:t>
            </a:r>
            <a:r>
              <a:rPr lang="en-GB" b="0" i="1" dirty="0">
                <a:solidFill>
                  <a:srgbClr val="3D3B49"/>
                </a:solidFill>
                <a:effectLst/>
                <a:latin typeface="Noto serif" panose="02020600060500020200" pitchFamily="18" charset="0"/>
              </a:rPr>
              <a:t>t</a:t>
            </a:r>
            <a:r>
              <a:rPr lang="en-GB" b="0" i="0" dirty="0">
                <a:solidFill>
                  <a:srgbClr val="3D3B49"/>
                </a:solidFill>
                <a:effectLst/>
                <a:latin typeface="Noto serif" panose="02020600060500020200" pitchFamily="18" charset="0"/>
              </a:rPr>
              <a:t> tests or </a:t>
            </a:r>
            <a:r>
              <a:rPr lang="en-GB" b="0" i="1" dirty="0">
                <a:solidFill>
                  <a:srgbClr val="3D3B49"/>
                </a:solidFill>
                <a:effectLst/>
                <a:latin typeface="Noto serif" panose="02020600060500020200" pitchFamily="18" charset="0"/>
              </a:rPr>
              <a:t>F</a:t>
            </a:r>
            <a:r>
              <a:rPr lang="en-GB" b="0" i="0" dirty="0">
                <a:solidFill>
                  <a:srgbClr val="3D3B49"/>
                </a:solidFill>
                <a:effectLst/>
                <a:latin typeface="Noto serif" panose="02020600060500020200" pitchFamily="18" charset="0"/>
              </a:rPr>
              <a:t> tests when the variances in the populations are exactly the same. Actually, we only become concerned when the population variances are very different or when the two sample sizes are very different (</a:t>
            </a:r>
            <a:r>
              <a:rPr lang="en-GB" b="0" i="0" u="sng" dirty="0">
                <a:solidFill>
                  <a:srgbClr val="D3002D"/>
                </a:solidFill>
                <a:effectLst/>
                <a:latin typeface="Noto serif" panose="02020600060500020200" pitchFamily="18" charset="0"/>
                <a:hlinkClick r:id="rId4"/>
              </a:rPr>
              <a:t>Rosenthal and </a:t>
            </a:r>
            <a:r>
              <a:rPr lang="en-GB" b="0" i="0" u="sng" dirty="0" err="1">
                <a:solidFill>
                  <a:srgbClr val="D3002D"/>
                </a:solidFill>
                <a:effectLst/>
                <a:latin typeface="Noto serif" panose="02020600060500020200" pitchFamily="18" charset="0"/>
                <a:hlinkClick r:id="rId4"/>
              </a:rPr>
              <a:t>Rosnow</a:t>
            </a:r>
            <a:r>
              <a:rPr lang="en-GB" b="0" i="0" u="sng" dirty="0">
                <a:solidFill>
                  <a:srgbClr val="D3002D"/>
                </a:solidFill>
                <a:effectLst/>
                <a:latin typeface="Noto serif" panose="02020600060500020200" pitchFamily="18" charset="0"/>
                <a:hlinkClick r:id="rId4"/>
              </a:rPr>
              <a:t>, 2008</a:t>
            </a:r>
            <a:r>
              <a:rPr lang="en-GB" b="0" i="0" dirty="0">
                <a:solidFill>
                  <a:srgbClr val="3D3B49"/>
                </a:solidFill>
                <a:effectLst/>
                <a:latin typeface="Noto serif" panose="02020600060500020200" pitchFamily="18" charset="0"/>
              </a:rPr>
              <a:t>). In cases when this assumption is violated, you can use transformation techniques, such as square roots, logs, and the reciprocals of the original data (</a:t>
            </a:r>
            <a:r>
              <a:rPr lang="en-GB" b="0" i="0" u="sng" dirty="0">
                <a:solidFill>
                  <a:srgbClr val="D3002D"/>
                </a:solidFill>
                <a:effectLst/>
                <a:latin typeface="Noto serif" panose="02020600060500020200" pitchFamily="18" charset="0"/>
                <a:hlinkClick r:id="rId5"/>
              </a:rPr>
              <a:t>Hamilton, 1990</a:t>
            </a:r>
            <a:r>
              <a:rPr lang="en-GB" b="0" i="0" dirty="0">
                <a:solidFill>
                  <a:srgbClr val="3D3B49"/>
                </a:solidFill>
                <a:effectLst/>
                <a:latin typeface="Noto serif" panose="02020600060500020200" pitchFamily="18" charset="0"/>
              </a:rPr>
              <a:t>), to make the variances in the sample population nearly equal.</a:t>
            </a:r>
          </a:p>
          <a:p>
            <a:pPr algn="just"/>
            <a:r>
              <a:rPr lang="en-GB" b="0" i="0" dirty="0">
                <a:solidFill>
                  <a:srgbClr val="3D3B49"/>
                </a:solidFill>
                <a:effectLst/>
                <a:latin typeface="Noto serif" panose="02020600060500020200" pitchFamily="18" charset="0"/>
              </a:rPr>
              <a:t>Third, the errors in the data should be normally distributed. Similar to the assumption of “homogeneity of variance,” this assumption is only considered to be violated when the sample data is highly skewed. When the errors are not normally distributed, nonparametric tests (discussed in </a:t>
            </a:r>
            <a:r>
              <a:rPr lang="en-GB" b="0" i="0" u="sng" dirty="0">
                <a:solidFill>
                  <a:srgbClr val="D3002D"/>
                </a:solidFill>
                <a:effectLst/>
                <a:latin typeface="Noto serif" panose="02020600060500020200" pitchFamily="18" charset="0"/>
                <a:hlinkClick r:id="rId6"/>
              </a:rPr>
              <a:t>Section 4.8</a:t>
            </a:r>
            <a:r>
              <a:rPr lang="en-GB" b="0" i="0" dirty="0">
                <a:solidFill>
                  <a:srgbClr val="3D3B49"/>
                </a:solidFill>
                <a:effectLst/>
                <a:latin typeface="Noto serif" panose="02020600060500020200" pitchFamily="18" charset="0"/>
              </a:rPr>
              <a:t>) should be used to </a:t>
            </a:r>
            <a:r>
              <a:rPr lang="en-GB" b="0" i="0" dirty="0" err="1">
                <a:solidFill>
                  <a:srgbClr val="3D3B49"/>
                </a:solidFill>
                <a:effectLst/>
                <a:latin typeface="Noto serif" panose="02020600060500020200" pitchFamily="18" charset="0"/>
              </a:rPr>
              <a:t>analyze</a:t>
            </a:r>
            <a:r>
              <a:rPr lang="en-GB" b="0" i="0" dirty="0">
                <a:solidFill>
                  <a:srgbClr val="3D3B49"/>
                </a:solidFill>
                <a:effectLst/>
                <a:latin typeface="Noto serif" panose="02020600060500020200" pitchFamily="18" charset="0"/>
              </a:rPr>
              <a:t> the data.</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44</a:t>
            </a:fld>
            <a:endParaRPr lang="en-US"/>
          </a:p>
        </p:txBody>
      </p:sp>
    </p:spTree>
    <p:extLst>
      <p:ext uri="{BB962C8B-B14F-4D97-AF65-F5344CB8AC3E}">
        <p14:creationId xmlns:p14="http://schemas.microsoft.com/office/powerpoint/2010/main" val="1327864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the </a:t>
            </a:r>
            <a:r>
              <a:rPr lang="en-GB" b="1" dirty="0"/>
              <a:t>Pearson's r value between two variables is − 1.00</a:t>
            </a:r>
            <a:r>
              <a:rPr lang="en-GB" dirty="0"/>
              <a:t>, it suggests a perfect </a:t>
            </a:r>
            <a:r>
              <a:rPr lang="en-GB" b="1" dirty="0"/>
              <a:t>negative linear relationship between the two variables </a:t>
            </a:r>
            <a:r>
              <a:rPr lang="en-GB" dirty="0"/>
              <a:t>(any specific increase in the scores of one variable will perfectly predict a specific amount of decrease in the scores of the other variable). </a:t>
            </a:r>
          </a:p>
          <a:p>
            <a:r>
              <a:rPr lang="en-GB" dirty="0"/>
              <a:t>When the </a:t>
            </a:r>
            <a:r>
              <a:rPr lang="en-GB" b="1" dirty="0"/>
              <a:t>Pearson's r value between two variables is 1.00</a:t>
            </a:r>
            <a:r>
              <a:rPr lang="en-GB" dirty="0"/>
              <a:t>, it suggests a perfect </a:t>
            </a:r>
            <a:r>
              <a:rPr lang="en-GB" b="1" dirty="0"/>
              <a:t>positive linear relationship between the two variables</a:t>
            </a:r>
            <a:r>
              <a:rPr lang="en-GB" dirty="0"/>
              <a:t> (any specific increase in the scores of one variable will perfectly predict a specific amount of increase in the scores of the other variable). </a:t>
            </a:r>
          </a:p>
          <a:p>
            <a:r>
              <a:rPr lang="en-GB" dirty="0"/>
              <a:t>When </a:t>
            </a:r>
            <a:r>
              <a:rPr lang="en-GB" b="1" dirty="0"/>
              <a:t>the Pearson's r value is 0</a:t>
            </a:r>
            <a:r>
              <a:rPr lang="en-GB" dirty="0"/>
              <a:t>, it means that </a:t>
            </a:r>
            <a:r>
              <a:rPr lang="en-GB" b="1" dirty="0"/>
              <a:t>there is no linear relationship between the two variables</a:t>
            </a:r>
            <a:r>
              <a:rPr lang="en-GB" dirty="0"/>
              <a:t>. In other words, the increase or decrease in one variable does not predict any changes in the other variable</a:t>
            </a:r>
            <a:r>
              <a:rPr lang="en-GB" b="0" i="0" dirty="0">
                <a:solidFill>
                  <a:srgbClr val="3D3B49"/>
                </a:solidFill>
                <a:effectLst/>
                <a:latin typeface="Noto serif" panose="02020600060500020200" pitchFamily="18" charset="0"/>
              </a:rPr>
              <a:t>.</a:t>
            </a:r>
            <a:endParaRPr lang="en-GB" dirty="0"/>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48</a:t>
            </a:fld>
            <a:endParaRPr lang="en-US"/>
          </a:p>
        </p:txBody>
      </p:sp>
    </p:spTree>
    <p:extLst>
      <p:ext uri="{BB962C8B-B14F-4D97-AF65-F5344CB8AC3E}">
        <p14:creationId xmlns:p14="http://schemas.microsoft.com/office/powerpoint/2010/main" val="1019616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54</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/54</a:t>
            </a:r>
            <a:endParaRPr lang="en-US" dirty="0"/>
          </a:p>
        </p:txBody>
      </p:sp>
      <p:sp>
        <p:nvSpPr>
          <p:cNvPr id="4" name="Date Placeholder 13">
            <a:extLst>
              <a:ext uri="{FF2B5EF4-FFF2-40B4-BE49-F238E27FC236}">
                <a16:creationId xmlns:a16="http://schemas.microsoft.com/office/drawing/2014/main" id="{505F4DBC-7B7B-7024-51BD-08D314F7D815}"/>
              </a:ext>
            </a:extLst>
          </p:cNvPr>
          <p:cNvSpPr>
            <a:spLocks noGrp="1"/>
          </p:cNvSpPr>
          <p:nvPr>
            <p:ph type="dt" sz="half" idx="2"/>
          </p:nvPr>
        </p:nvSpPr>
        <p:spPr>
          <a:xfrm>
            <a:off x="323528" y="6238442"/>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/54</a:t>
            </a:r>
            <a:endParaRPr lang="en-US" dirty="0"/>
          </a:p>
        </p:txBody>
      </p:sp>
      <p:sp>
        <p:nvSpPr>
          <p:cNvPr id="3" name="Date Placeholder 13">
            <a:extLst>
              <a:ext uri="{FF2B5EF4-FFF2-40B4-BE49-F238E27FC236}">
                <a16:creationId xmlns:a16="http://schemas.microsoft.com/office/drawing/2014/main" id="{1C28E422-E181-274C-5795-E63E940FA286}"/>
              </a:ext>
            </a:extLst>
          </p:cNvPr>
          <p:cNvSpPr txBox="1">
            <a:spLocks/>
          </p:cNvSpPr>
          <p:nvPr userDrawn="1"/>
        </p:nvSpPr>
        <p:spPr>
          <a:xfrm>
            <a:off x="6228184" y="6228734"/>
            <a:ext cx="2667000" cy="365125"/>
          </a:xfrm>
          <a:prstGeom prst="rect">
            <a:avLst/>
          </a:prstGeom>
        </p:spPr>
        <p:txBody>
          <a:bodyPr vert="horz" anchor="ctr" anchorCtr="0"/>
          <a:lstStyle>
            <a:defPPr>
              <a:defRPr lang="en-US"/>
            </a:defPPr>
            <a:lvl1pPr algn="l" rtl="0" eaLnBrk="1" fontAlgn="base" latinLnBrk="0" hangingPunct="1">
              <a:spcBef>
                <a:spcPct val="0"/>
              </a:spcBef>
              <a:spcAft>
                <a:spcPct val="0"/>
              </a:spcAft>
              <a:defRPr kumimoji="0" sz="1400" kern="1200">
                <a:solidFill>
                  <a:schemeClr val="tx2"/>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006284B-447C-4E67-90E1-8079BB5D4D3E}" type="datetime1">
              <a:rPr lang="en-US" smtClean="0"/>
              <a:pPr/>
              <a:t>11/18/2024</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/54</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DF49813A-CF85-0E51-CD55-194092BE8122}"/>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/54</a:t>
            </a:r>
            <a:endParaRPr lang="en-US" dirty="0"/>
          </a:p>
        </p:txBody>
      </p:sp>
      <p:sp>
        <p:nvSpPr>
          <p:cNvPr id="4" name="Date Placeholder 13">
            <a:extLst>
              <a:ext uri="{FF2B5EF4-FFF2-40B4-BE49-F238E27FC236}">
                <a16:creationId xmlns:a16="http://schemas.microsoft.com/office/drawing/2014/main" id="{2136187F-639C-D01A-2A55-D4374DA2033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/54</a:t>
            </a:r>
            <a:endParaRPr lang="en-US" dirty="0"/>
          </a:p>
        </p:txBody>
      </p:sp>
      <p:sp>
        <p:nvSpPr>
          <p:cNvPr id="4" name="Date Placeholder 13">
            <a:extLst>
              <a:ext uri="{FF2B5EF4-FFF2-40B4-BE49-F238E27FC236}">
                <a16:creationId xmlns:a16="http://schemas.microsoft.com/office/drawing/2014/main" id="{5A299AE0-851E-10DA-F04E-7D912871F4D0}"/>
              </a:ext>
            </a:extLst>
          </p:cNvPr>
          <p:cNvSpPr>
            <a:spLocks noGrp="1"/>
          </p:cNvSpPr>
          <p:nvPr>
            <p:ph type="dt" sz="half" idx="13"/>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/54</a:t>
            </a:r>
            <a:endParaRPr lang="en-US" dirty="0"/>
          </a:p>
        </p:txBody>
      </p:sp>
      <p:sp>
        <p:nvSpPr>
          <p:cNvPr id="4" name="Date Placeholder 13">
            <a:extLst>
              <a:ext uri="{FF2B5EF4-FFF2-40B4-BE49-F238E27FC236}">
                <a16:creationId xmlns:a16="http://schemas.microsoft.com/office/drawing/2014/main" id="{A569ABFA-F887-3557-9114-B5097679A40E}"/>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/54</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3" name="Date Placeholder 13">
            <a:extLst>
              <a:ext uri="{FF2B5EF4-FFF2-40B4-BE49-F238E27FC236}">
                <a16:creationId xmlns:a16="http://schemas.microsoft.com/office/drawing/2014/main" id="{FF47C467-4A81-7199-5745-116D3C16FFAC}"/>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/54</a:t>
            </a:r>
            <a:endParaRPr lang="en-US" dirty="0"/>
          </a:p>
        </p:txBody>
      </p:sp>
      <p:sp>
        <p:nvSpPr>
          <p:cNvPr id="5" name="Date Placeholder 13">
            <a:extLst>
              <a:ext uri="{FF2B5EF4-FFF2-40B4-BE49-F238E27FC236}">
                <a16:creationId xmlns:a16="http://schemas.microsoft.com/office/drawing/2014/main" id="{B6F449C1-9F9E-4629-CE2B-668CF8D131D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/54</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6" name="Date Placeholder 13">
            <a:extLst>
              <a:ext uri="{FF2B5EF4-FFF2-40B4-BE49-F238E27FC236}">
                <a16:creationId xmlns:a16="http://schemas.microsoft.com/office/drawing/2014/main" id="{54C2D1FA-3632-85BA-BEC2-19932D273BB5}"/>
              </a:ext>
            </a:extLst>
          </p:cNvPr>
          <p:cNvSpPr>
            <a:spLocks noGrp="1"/>
          </p:cNvSpPr>
          <p:nvPr>
            <p:ph type="dt" sz="half" idx="12"/>
          </p:nvPr>
        </p:nvSpPr>
        <p:spPr>
          <a:xfrm>
            <a:off x="7158782" y="6248400"/>
            <a:ext cx="1604217"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/54</a:t>
            </a:r>
            <a:endParaRPr lang="en-US" dirty="0"/>
          </a:p>
        </p:txBody>
      </p:sp>
      <p:sp>
        <p:nvSpPr>
          <p:cNvPr id="5" name="Date Placeholder 13">
            <a:extLst>
              <a:ext uri="{FF2B5EF4-FFF2-40B4-BE49-F238E27FC236}">
                <a16:creationId xmlns:a16="http://schemas.microsoft.com/office/drawing/2014/main" id="{26E20360-0348-0174-7D4F-DFE9FC9D0787}"/>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/54</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AD15077A-B0B4-1511-1954-EB8D31D59042}"/>
              </a:ext>
            </a:extLst>
          </p:cNvPr>
          <p:cNvSpPr>
            <a:spLocks noGrp="1"/>
          </p:cNvSpPr>
          <p:nvPr>
            <p:ph type="dt" sz="half" idx="2"/>
          </p:nvPr>
        </p:nvSpPr>
        <p:spPr>
          <a:xfrm>
            <a:off x="6553200" y="6248400"/>
            <a:ext cx="22098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/54</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
        <p:nvSpPr>
          <p:cNvPr id="5" name="Date Placeholder 13">
            <a:extLst>
              <a:ext uri="{FF2B5EF4-FFF2-40B4-BE49-F238E27FC236}">
                <a16:creationId xmlns:a16="http://schemas.microsoft.com/office/drawing/2014/main" id="{2F762C04-DF6A-24BE-2A9C-262AF820BD94}"/>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3.xml"/><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6.xml"/><Relationship Id="rId13"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customXml" Target="../ink/ink8.xml"/><Relationship Id="rId2" Type="http://schemas.openxmlformats.org/officeDocument/2006/relationships/customXml" Target="../ink/ink3.xml"/><Relationship Id="rId1" Type="http://schemas.openxmlformats.org/officeDocument/2006/relationships/slideLayout" Target="../slideLayouts/slideLayout2.xml"/><Relationship Id="rId6" Type="http://schemas.openxmlformats.org/officeDocument/2006/relationships/customXml" Target="../ink/ink5.xm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customXml" Target="../ink/ink7.xml"/><Relationship Id="rId4" Type="http://schemas.openxmlformats.org/officeDocument/2006/relationships/customXml" Target="../ink/ink4.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customXml" Target="../ink/ink9.xml"/><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customXml" Target="../ink/ink10.xml"/><Relationship Id="rId7" Type="http://schemas.openxmlformats.org/officeDocument/2006/relationships/image" Target="../media/image19.png"/><Relationship Id="rId12"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svg"/><Relationship Id="rId11" Type="http://schemas.openxmlformats.org/officeDocument/2006/relationships/customXml" Target="../ink/ink12.xml"/><Relationship Id="rId5" Type="http://schemas.openxmlformats.org/officeDocument/2006/relationships/image" Target="../media/image15.png"/><Relationship Id="rId10" Type="http://schemas.openxmlformats.org/officeDocument/2006/relationships/image" Target="../media/image21.png"/><Relationship Id="rId4" Type="http://schemas.openxmlformats.org/officeDocument/2006/relationships/image" Target="../media/image11.png"/><Relationship Id="rId9" Type="http://schemas.openxmlformats.org/officeDocument/2006/relationships/customXml" Target="../ink/ink11.xml"/></Relationships>
</file>

<file path=ppt/slides/_rels/slide9.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customXml" Target="../ink/ink13.xml"/><Relationship Id="rId7" Type="http://schemas.openxmlformats.org/officeDocument/2006/relationships/image" Target="../media/image23.png"/><Relationship Id="rId12"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svg"/><Relationship Id="rId11" Type="http://schemas.openxmlformats.org/officeDocument/2006/relationships/customXml" Target="../ink/ink15.xml"/><Relationship Id="rId5" Type="http://schemas.openxmlformats.org/officeDocument/2006/relationships/image" Target="../media/image15.png"/><Relationship Id="rId10"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customXml" Target="../ink/ink14.xml"/></Relationships>
</file>

<file path=ppt/slides/_rels/slide10.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image" Target="../media/image32.png"/><Relationship Id="rId3" Type="http://schemas.openxmlformats.org/officeDocument/2006/relationships/image" Target="../media/image28.svg"/><Relationship Id="rId7" Type="http://schemas.openxmlformats.org/officeDocument/2006/relationships/image" Target="../media/image29.png"/><Relationship Id="rId12" Type="http://schemas.openxmlformats.org/officeDocument/2006/relationships/customXml" Target="../ink/ink19.xml"/><Relationship Id="rId17" Type="http://schemas.openxmlformats.org/officeDocument/2006/relationships/image" Target="../media/image34.png"/><Relationship Id="rId2" Type="http://schemas.openxmlformats.org/officeDocument/2006/relationships/image" Target="../media/image27.png"/><Relationship Id="rId16" Type="http://schemas.openxmlformats.org/officeDocument/2006/relationships/customXml" Target="../ink/ink21.xml"/><Relationship Id="rId1" Type="http://schemas.openxmlformats.org/officeDocument/2006/relationships/slideLayout" Target="../slideLayouts/slideLayout2.xml"/><Relationship Id="rId6" Type="http://schemas.openxmlformats.org/officeDocument/2006/relationships/customXml" Target="../ink/ink16.xml"/><Relationship Id="rId11" Type="http://schemas.openxmlformats.org/officeDocument/2006/relationships/image" Target="../media/image31.png"/><Relationship Id="rId5" Type="http://schemas.openxmlformats.org/officeDocument/2006/relationships/image" Target="../media/image16.svg"/><Relationship Id="rId15" Type="http://schemas.openxmlformats.org/officeDocument/2006/relationships/image" Target="../media/image33.png"/><Relationship Id="rId10" Type="http://schemas.openxmlformats.org/officeDocument/2006/relationships/customXml" Target="../ink/ink18.xml"/><Relationship Id="rId4" Type="http://schemas.openxmlformats.org/officeDocument/2006/relationships/image" Target="../media/image15.png"/><Relationship Id="rId9" Type="http://schemas.openxmlformats.org/officeDocument/2006/relationships/image" Target="../media/image30.png"/><Relationship Id="rId14" Type="http://schemas.openxmlformats.org/officeDocument/2006/relationships/customXml" Target="../ink/ink20.xml"/></Relationships>
</file>

<file path=ppt/slides/_rels/slide1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customXml" Target="../ink/ink22.xml"/><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50.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customXml" Target="../ink/ink24.xml"/><Relationship Id="rId7"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50.png"/><Relationship Id="rId10" Type="http://schemas.openxmlformats.org/officeDocument/2006/relationships/image" Target="../media/image43.png"/><Relationship Id="rId9" Type="http://schemas.openxmlformats.org/officeDocument/2006/relationships/image" Target="../media/image42.png"/></Relationships>
</file>

<file path=ppt/slides/_rels/slide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customXml" Target="../ink/ink25.xml"/><Relationship Id="rId7"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50.png"/><Relationship Id="rId10" Type="http://schemas.openxmlformats.org/officeDocument/2006/relationships/image" Target="../media/image43.png"/><Relationship Id="rId9"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customXml" Target="../ink/ink26.xml"/><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50.png"/><Relationship Id="rId10" Type="http://schemas.openxmlformats.org/officeDocument/2006/relationships/image" Target="../media/image43.png"/><Relationship Id="rId9"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hyperlink" Target="https://www.wellbeingatschool.org.nz/information-sheet/understanding-and-interpreting-box-plot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customXml" Target="../ink/ink32.xml"/><Relationship Id="rId3" Type="http://schemas.openxmlformats.org/officeDocument/2006/relationships/customXml" Target="../ink/ink27.xml"/><Relationship Id="rId7" Type="http://schemas.openxmlformats.org/officeDocument/2006/relationships/customXml" Target="../ink/ink29.xml"/><Relationship Id="rId12" Type="http://schemas.openxmlformats.org/officeDocument/2006/relationships/image" Target="../media/image53.png"/><Relationship Id="rId2" Type="http://schemas.openxmlformats.org/officeDocument/2006/relationships/notesSlide" Target="../notesSlides/notesSlide12.xml"/><Relationship Id="rId16"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171.png"/><Relationship Id="rId11" Type="http://schemas.openxmlformats.org/officeDocument/2006/relationships/customXml" Target="../ink/ink31.xml"/><Relationship Id="rId5" Type="http://schemas.openxmlformats.org/officeDocument/2006/relationships/customXml" Target="../ink/ink28.xml"/><Relationship Id="rId15" Type="http://schemas.openxmlformats.org/officeDocument/2006/relationships/customXml" Target="../ink/ink33.xml"/><Relationship Id="rId10" Type="http://schemas.openxmlformats.org/officeDocument/2006/relationships/image" Target="../media/image52.png"/><Relationship Id="rId4" Type="http://schemas.openxmlformats.org/officeDocument/2006/relationships/image" Target="../media/image350.png"/><Relationship Id="rId9" Type="http://schemas.openxmlformats.org/officeDocument/2006/relationships/customXml" Target="../ink/ink30.xml"/><Relationship Id="rId1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50.png"/></Relationships>
</file>

<file path=ppt/slides/_rels/slide3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customXml" Target="../ink/ink3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customXml" Target="../ink/ink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7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1.xml.rels><?xml version="1.0" encoding="UTF-8" standalone="yes"?>
<Relationships xmlns="http://schemas.openxmlformats.org/package/2006/relationships"><Relationship Id="rId13" Type="http://schemas.openxmlformats.org/officeDocument/2006/relationships/image" Target="../media/image160.png"/><Relationship Id="rId18" Type="http://schemas.openxmlformats.org/officeDocument/2006/relationships/customXml" Target="../ink/ink44.xml"/><Relationship Id="rId26" Type="http://schemas.openxmlformats.org/officeDocument/2006/relationships/customXml" Target="../ink/ink48.xml"/><Relationship Id="rId3" Type="http://schemas.openxmlformats.org/officeDocument/2006/relationships/customXml" Target="../ink/ink37.xml"/><Relationship Id="rId21" Type="http://schemas.openxmlformats.org/officeDocument/2006/relationships/image" Target="../media/image200.png"/><Relationship Id="rId34" Type="http://schemas.openxmlformats.org/officeDocument/2006/relationships/customXml" Target="../ink/ink53.xml"/><Relationship Id="rId7" Type="http://schemas.openxmlformats.org/officeDocument/2006/relationships/image" Target="../media/image79.png"/><Relationship Id="rId17" Type="http://schemas.openxmlformats.org/officeDocument/2006/relationships/image" Target="../media/image81.png"/><Relationship Id="rId25" Type="http://schemas.openxmlformats.org/officeDocument/2006/relationships/image" Target="../media/image220.png"/><Relationship Id="rId33" Type="http://schemas.openxmlformats.org/officeDocument/2006/relationships/image" Target="../media/image84.png"/><Relationship Id="rId2" Type="http://schemas.openxmlformats.org/officeDocument/2006/relationships/image" Target="../media/image77.png"/><Relationship Id="rId16" Type="http://schemas.openxmlformats.org/officeDocument/2006/relationships/customXml" Target="../ink/ink43.xml"/><Relationship Id="rId20" Type="http://schemas.openxmlformats.org/officeDocument/2006/relationships/customXml" Target="../ink/ink45.xml"/><Relationship Id="rId29"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customXml" Target="../ink/ink39.xml"/><Relationship Id="rId24" Type="http://schemas.openxmlformats.org/officeDocument/2006/relationships/customXml" Target="../ink/ink47.xml"/><Relationship Id="rId32" Type="http://schemas.openxmlformats.org/officeDocument/2006/relationships/customXml" Target="../ink/ink52.xml"/><Relationship Id="rId5" Type="http://schemas.openxmlformats.org/officeDocument/2006/relationships/customXml" Target="../ink/ink38.xml"/><Relationship Id="rId15" Type="http://schemas.openxmlformats.org/officeDocument/2006/relationships/image" Target="../media/image170.png"/><Relationship Id="rId23" Type="http://schemas.openxmlformats.org/officeDocument/2006/relationships/image" Target="../media/image210.png"/><Relationship Id="rId28" Type="http://schemas.openxmlformats.org/officeDocument/2006/relationships/customXml" Target="../ink/ink50.xml"/><Relationship Id="rId10" Type="http://schemas.openxmlformats.org/officeDocument/2006/relationships/customXml" Target="../ink/ink41.xml"/><Relationship Id="rId19" Type="http://schemas.openxmlformats.org/officeDocument/2006/relationships/image" Target="../media/image190.png"/><Relationship Id="rId31" Type="http://schemas.openxmlformats.org/officeDocument/2006/relationships/image" Target="../media/image83.png"/><Relationship Id="rId4" Type="http://schemas.openxmlformats.org/officeDocument/2006/relationships/image" Target="../media/image78.png"/><Relationship Id="rId9" Type="http://schemas.openxmlformats.org/officeDocument/2006/relationships/image" Target="../media/image80.png"/><Relationship Id="rId14" Type="http://schemas.openxmlformats.org/officeDocument/2006/relationships/customXml" Target="../ink/ink42.xml"/><Relationship Id="rId22" Type="http://schemas.openxmlformats.org/officeDocument/2006/relationships/customXml" Target="../ink/ink46.xml"/><Relationship Id="rId27" Type="http://schemas.openxmlformats.org/officeDocument/2006/relationships/customXml" Target="../ink/ink49.xml"/><Relationship Id="rId30" Type="http://schemas.openxmlformats.org/officeDocument/2006/relationships/customXml" Target="../ink/ink51.xml"/><Relationship Id="rId35" Type="http://schemas.openxmlformats.org/officeDocument/2006/relationships/image" Target="../media/image85.png"/><Relationship Id="rId8" Type="http://schemas.openxmlformats.org/officeDocument/2006/relationships/customXml" Target="../ink/ink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scribbr.com/statistics/pearson-correlation-coefficient/"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www.wellbeingatschool.org.nz/information-sheet/understanding-and-interpreting-box-plo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62200" y="1700178"/>
            <a:ext cx="6477000" cy="4167222"/>
          </a:xfrm>
        </p:spPr>
        <p:txBody>
          <a:bodyPr>
            <a:normAutofit/>
          </a:bodyPr>
          <a:lstStyle/>
          <a:p>
            <a:r>
              <a:rPr lang="en-US" dirty="0"/>
              <a:t>Hypothesis Testing Process</a:t>
            </a:r>
            <a:br>
              <a:rPr lang="en-US" dirty="0"/>
            </a:br>
            <a:r>
              <a:rPr lang="en-US" dirty="0"/>
              <a:t>Parametric</a:t>
            </a:r>
            <a:br>
              <a:rPr lang="en-US" dirty="0"/>
            </a:br>
            <a:r>
              <a:rPr lang="en-US" dirty="0"/>
              <a:t>Correlations</a:t>
            </a:r>
            <a:endParaRPr lang="en-GB" dirty="0"/>
          </a:p>
        </p:txBody>
      </p:sp>
      <p:sp>
        <p:nvSpPr>
          <p:cNvPr id="3" name="Subtitle 2"/>
          <p:cNvSpPr>
            <a:spLocks noGrp="1"/>
          </p:cNvSpPr>
          <p:nvPr>
            <p:ph type="subTitle" idx="1"/>
          </p:nvPr>
        </p:nvSpPr>
        <p:spPr/>
        <p:txBody>
          <a:bodyPr>
            <a:normAutofit/>
          </a:bodyPr>
          <a:lstStyle/>
          <a:p>
            <a:r>
              <a:rPr lang="en-GB" dirty="0"/>
              <a:t>Week 9</a:t>
            </a:r>
          </a:p>
        </p:txBody>
      </p:sp>
      <p:sp>
        <p:nvSpPr>
          <p:cNvPr id="4" name="Date Placeholder 3">
            <a:extLst>
              <a:ext uri="{FF2B5EF4-FFF2-40B4-BE49-F238E27FC236}">
                <a16:creationId xmlns:a16="http://schemas.microsoft.com/office/drawing/2014/main" id="{D139D8E7-8714-F524-6CB9-8ED6F35D2349}"/>
              </a:ext>
            </a:extLst>
          </p:cNvPr>
          <p:cNvSpPr>
            <a:spLocks noGrp="1"/>
          </p:cNvSpPr>
          <p:nvPr>
            <p:ph type="dt" sz="half" idx="2"/>
          </p:nvPr>
        </p:nvSpPr>
        <p:spPr/>
        <p:txBody>
          <a:bodyPr/>
          <a:lstStyle/>
          <a:p>
            <a:endParaRPr lang="en-US" dirty="0"/>
          </a:p>
        </p:txBody>
      </p:sp>
      <p:sp>
        <p:nvSpPr>
          <p:cNvPr id="5" name="Footer Placeholder 4">
            <a:extLst>
              <a:ext uri="{FF2B5EF4-FFF2-40B4-BE49-F238E27FC236}">
                <a16:creationId xmlns:a16="http://schemas.microsoft.com/office/drawing/2014/main" id="{4C6648A1-E56B-1E16-A5F9-2CDCBD8478E8}"/>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C144F976-4884-E836-93CA-BF162EAF0CFC}"/>
              </a:ext>
            </a:extLst>
          </p:cNvPr>
          <p:cNvSpPr>
            <a:spLocks noGrp="1"/>
          </p:cNvSpPr>
          <p:nvPr>
            <p:ph type="sldNum" sz="quarter" idx="12"/>
          </p:nvPr>
        </p:nvSpPr>
        <p:spPr/>
        <p:txBody>
          <a:bodyPr/>
          <a:lstStyle/>
          <a:p>
            <a:fld id="{C060DF7E-57CF-4468-B64C-3049F1FBC5EB}" type="slidenum">
              <a:rPr lang="en-US" smtClean="0"/>
              <a:pPr/>
              <a:t>1</a:t>
            </a:fld>
            <a:r>
              <a:rPr lang="en-GB"/>
              <a:t>/54</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a:xfrm>
            <a:off x="612648" y="1600200"/>
            <a:ext cx="8153400" cy="4781128"/>
          </a:xfrm>
        </p:spPr>
        <p:txBody>
          <a:bodyPr>
            <a:normAutofit fontScale="92500" lnSpcReduction="20000"/>
          </a:bodyPr>
          <a:lstStyle/>
          <a:p>
            <a:pPr>
              <a:lnSpc>
                <a:spcPct val="110000"/>
              </a:lnSpc>
              <a:spcBef>
                <a:spcPts val="600"/>
              </a:spcBef>
              <a:spcAft>
                <a:spcPts val="600"/>
              </a:spcAft>
            </a:pPr>
            <a:r>
              <a:rPr lang="en-GB" sz="2800" dirty="0">
                <a:solidFill>
                  <a:schemeClr val="tx2">
                    <a:lumMod val="50000"/>
                  </a:schemeClr>
                </a:solidFill>
              </a:rPr>
              <a:t>In Week 8</a:t>
            </a:r>
          </a:p>
          <a:p>
            <a:pPr marL="623888" lvl="1" indent="-268288">
              <a:lnSpc>
                <a:spcPct val="110000"/>
              </a:lnSpc>
              <a:spcBef>
                <a:spcPts val="600"/>
              </a:spcBef>
              <a:spcAft>
                <a:spcPts val="600"/>
              </a:spcAft>
            </a:pPr>
            <a:r>
              <a:rPr lang="en-GB" sz="2400" dirty="0">
                <a:solidFill>
                  <a:schemeClr val="tx2">
                    <a:lumMod val="50000"/>
                  </a:schemeClr>
                </a:solidFill>
              </a:rPr>
              <a:t>Inferential statistics</a:t>
            </a:r>
          </a:p>
          <a:p>
            <a:pPr marL="623888" lvl="1" indent="-268288">
              <a:lnSpc>
                <a:spcPct val="110000"/>
              </a:lnSpc>
              <a:spcBef>
                <a:spcPts val="600"/>
              </a:spcBef>
              <a:spcAft>
                <a:spcPts val="600"/>
              </a:spcAft>
            </a:pPr>
            <a:r>
              <a:rPr lang="en-GB" sz="2400" dirty="0">
                <a:solidFill>
                  <a:schemeClr val="tx2">
                    <a:lumMod val="50000"/>
                  </a:schemeClr>
                </a:solidFill>
              </a:rPr>
              <a:t>Comparing means</a:t>
            </a:r>
          </a:p>
          <a:p>
            <a:pPr marL="623888" lvl="1" indent="-268288">
              <a:lnSpc>
                <a:spcPct val="110000"/>
              </a:lnSpc>
              <a:spcBef>
                <a:spcPts val="600"/>
              </a:spcBef>
              <a:spcAft>
                <a:spcPts val="600"/>
              </a:spcAft>
            </a:pPr>
            <a:r>
              <a:rPr lang="en-GB" sz="2400" dirty="0">
                <a:solidFill>
                  <a:schemeClr val="tx2">
                    <a:lumMod val="50000"/>
                  </a:schemeClr>
                </a:solidFill>
              </a:rPr>
              <a:t>Hypothesis testing process</a:t>
            </a:r>
          </a:p>
          <a:p>
            <a:pPr marL="623888" lvl="1" indent="-268288">
              <a:lnSpc>
                <a:spcPct val="110000"/>
              </a:lnSpc>
              <a:spcBef>
                <a:spcPts val="600"/>
              </a:spcBef>
              <a:spcAft>
                <a:spcPts val="600"/>
              </a:spcAft>
            </a:pPr>
            <a:r>
              <a:rPr lang="en-GB" sz="2400" dirty="0">
                <a:solidFill>
                  <a:schemeClr val="tx2">
                    <a:lumMod val="50000"/>
                  </a:schemeClr>
                </a:solidFill>
              </a:rPr>
              <a:t>Types of Hypothesis</a:t>
            </a:r>
          </a:p>
          <a:p>
            <a:pPr marL="623888" lvl="1" indent="-268288">
              <a:lnSpc>
                <a:spcPct val="110000"/>
              </a:lnSpc>
              <a:spcBef>
                <a:spcPts val="600"/>
              </a:spcBef>
              <a:spcAft>
                <a:spcPts val="600"/>
              </a:spcAft>
            </a:pPr>
            <a:r>
              <a:rPr lang="en-GB" sz="2400" dirty="0">
                <a:solidFill>
                  <a:schemeClr val="tx2">
                    <a:lumMod val="50000"/>
                  </a:schemeClr>
                </a:solidFill>
              </a:rPr>
              <a:t>Parametric Tests t-Tests, z-Tests</a:t>
            </a:r>
            <a:endParaRPr lang="en-GB" sz="2800" dirty="0">
              <a:solidFill>
                <a:schemeClr val="tx2">
                  <a:lumMod val="50000"/>
                </a:schemeClr>
              </a:solidFill>
            </a:endParaRPr>
          </a:p>
          <a:p>
            <a:pPr>
              <a:lnSpc>
                <a:spcPct val="110000"/>
              </a:lnSpc>
              <a:spcBef>
                <a:spcPts val="600"/>
              </a:spcBef>
              <a:spcAft>
                <a:spcPts val="600"/>
              </a:spcAft>
            </a:pPr>
            <a:r>
              <a:rPr lang="en-GB" sz="2800" dirty="0">
                <a:solidFill>
                  <a:schemeClr val="tx2">
                    <a:lumMod val="50000"/>
                  </a:schemeClr>
                </a:solidFill>
              </a:rPr>
              <a:t>This week</a:t>
            </a:r>
          </a:p>
          <a:p>
            <a:pPr marL="623888" lvl="1" indent="-268288">
              <a:lnSpc>
                <a:spcPct val="110000"/>
              </a:lnSpc>
              <a:spcBef>
                <a:spcPts val="600"/>
              </a:spcBef>
              <a:spcAft>
                <a:spcPts val="600"/>
              </a:spcAft>
            </a:pPr>
            <a:r>
              <a:rPr lang="en-GB" sz="2400" dirty="0">
                <a:solidFill>
                  <a:schemeClr val="tx2">
                    <a:lumMod val="50000"/>
                  </a:schemeClr>
                </a:solidFill>
              </a:rPr>
              <a:t>Hypothesis testing process</a:t>
            </a:r>
          </a:p>
          <a:p>
            <a:pPr marL="623888" lvl="1" indent="-268288">
              <a:lnSpc>
                <a:spcPct val="110000"/>
              </a:lnSpc>
              <a:spcBef>
                <a:spcPts val="600"/>
              </a:spcBef>
              <a:spcAft>
                <a:spcPts val="600"/>
              </a:spcAft>
            </a:pPr>
            <a:r>
              <a:rPr lang="en-GB" sz="2400" dirty="0">
                <a:solidFill>
                  <a:schemeClr val="tx2">
                    <a:lumMod val="50000"/>
                  </a:schemeClr>
                </a:solidFill>
              </a:rPr>
              <a:t>Parametric Tests </a:t>
            </a:r>
            <a:r>
              <a:rPr lang="en-GB" sz="2400" dirty="0" err="1">
                <a:solidFill>
                  <a:schemeClr val="tx2">
                    <a:lumMod val="50000"/>
                  </a:schemeClr>
                </a:solidFill>
              </a:rPr>
              <a:t>Anovas</a:t>
            </a:r>
            <a:endParaRPr lang="en-GB" sz="2400" dirty="0">
              <a:solidFill>
                <a:schemeClr val="tx2">
                  <a:lumMod val="50000"/>
                </a:schemeClr>
              </a:solidFill>
            </a:endParaRPr>
          </a:p>
          <a:p>
            <a:pPr marL="623888" lvl="1" indent="-268288">
              <a:lnSpc>
                <a:spcPct val="110000"/>
              </a:lnSpc>
              <a:spcBef>
                <a:spcPts val="600"/>
              </a:spcBef>
              <a:spcAft>
                <a:spcPts val="600"/>
              </a:spcAft>
            </a:pPr>
            <a:r>
              <a:rPr lang="en-GB" sz="2400" dirty="0">
                <a:solidFill>
                  <a:schemeClr val="tx2">
                    <a:lumMod val="50000"/>
                  </a:schemeClr>
                </a:solidFill>
              </a:rPr>
              <a:t>Correlations</a:t>
            </a: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100" dirty="0">
              <a:solidFill>
                <a:schemeClr val="tx2">
                  <a:lumMod val="50000"/>
                </a:schemeClr>
              </a:solidFill>
            </a:endParaRPr>
          </a:p>
        </p:txBody>
      </p:sp>
      <p:sp>
        <p:nvSpPr>
          <p:cNvPr id="4" name="Footer Placeholder 3">
            <a:extLst>
              <a:ext uri="{FF2B5EF4-FFF2-40B4-BE49-F238E27FC236}">
                <a16:creationId xmlns:a16="http://schemas.microsoft.com/office/drawing/2014/main" id="{945861E5-B87A-6F15-6935-71C6A27F172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057CC18A-9A9C-D0D3-9A68-5964034A324D}"/>
              </a:ext>
            </a:extLst>
          </p:cNvPr>
          <p:cNvSpPr>
            <a:spLocks noGrp="1"/>
          </p:cNvSpPr>
          <p:nvPr>
            <p:ph type="sldNum" sz="quarter" idx="4"/>
          </p:nvPr>
        </p:nvSpPr>
        <p:spPr/>
        <p:txBody>
          <a:bodyPr/>
          <a:lstStyle/>
          <a:p>
            <a:fld id="{9FD7ECCF-50E7-4327-B945-FA93FF7B2BEF}" type="slidenum">
              <a:rPr lang="en-US" smtClean="0"/>
              <a:pPr/>
              <a:t>2</a:t>
            </a:fld>
            <a:r>
              <a:rPr lang="en-GB"/>
              <a:t>/54</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EFFDF17-29AF-45F0-8752-3B12DBFF2F43}"/>
              </a:ext>
            </a:extLst>
          </p:cNvPr>
          <p:cNvSpPr>
            <a:spLocks noGrp="1"/>
          </p:cNvSpPr>
          <p:nvPr>
            <p:ph type="body" idx="1"/>
          </p:nvPr>
        </p:nvSpPr>
        <p:spPr>
          <a:xfrm>
            <a:off x="1371600" y="2743200"/>
            <a:ext cx="7123113" cy="3350096"/>
          </a:xfrm>
        </p:spPr>
        <p:txBody>
          <a:bodyPr>
            <a:normAutofit/>
          </a:bodyPr>
          <a:lstStyle/>
          <a:p>
            <a:pPr marL="285750" indent="-285750" algn="l" rtl="0" eaLnBrk="1" fontAlgn="ctr" latinLnBrk="0" hangingPunct="1">
              <a:spcBef>
                <a:spcPts val="600"/>
              </a:spcBef>
              <a:spcAft>
                <a:spcPts val="600"/>
              </a:spcAft>
              <a:buFont typeface="Wingdings" panose="05000000000000000000" pitchFamily="2" charset="2"/>
              <a:buChar char="q"/>
            </a:pPr>
            <a:r>
              <a:rPr lang="en-GB" i="1" u="none" strike="noStrike" kern="1200" dirty="0">
                <a:solidFill>
                  <a:schemeClr val="tx2">
                    <a:lumMod val="50000"/>
                  </a:schemeClr>
                </a:solidFill>
                <a:effectLst/>
              </a:rPr>
              <a:t>ANOVA</a:t>
            </a:r>
          </a:p>
          <a:p>
            <a:pPr marL="925830" lvl="1" indent="-285750" fontAlgn="ctr">
              <a:spcBef>
                <a:spcPts val="600"/>
              </a:spcBef>
              <a:spcAft>
                <a:spcPts val="600"/>
              </a:spcAft>
              <a:buFont typeface="Wingdings" panose="05000000000000000000" pitchFamily="2" charset="2"/>
              <a:buChar char="q"/>
            </a:pPr>
            <a:r>
              <a:rPr lang="en-GB" i="1" u="none" strike="noStrike" kern="1200" dirty="0">
                <a:solidFill>
                  <a:schemeClr val="tx2">
                    <a:lumMod val="50000"/>
                  </a:schemeClr>
                </a:solidFill>
                <a:effectLst/>
              </a:rPr>
              <a:t>One way ANOVA</a:t>
            </a:r>
          </a:p>
          <a:p>
            <a:pPr marL="925830" lvl="1" indent="-285750" fontAlgn="ctr">
              <a:spcBef>
                <a:spcPts val="600"/>
              </a:spcBef>
              <a:spcAft>
                <a:spcPts val="600"/>
              </a:spcAft>
              <a:buFont typeface="Wingdings" panose="05000000000000000000" pitchFamily="2" charset="2"/>
              <a:buChar char="q"/>
            </a:pPr>
            <a:r>
              <a:rPr lang="en-GB" i="1" u="none" strike="noStrike" kern="1200" dirty="0">
                <a:solidFill>
                  <a:schemeClr val="tx2">
                    <a:lumMod val="50000"/>
                  </a:schemeClr>
                </a:solidFill>
                <a:effectLst/>
              </a:rPr>
              <a:t>Factorial ANOVA</a:t>
            </a:r>
          </a:p>
          <a:p>
            <a:pPr marL="925830" lvl="1" indent="-285750" fontAlgn="ctr">
              <a:spcBef>
                <a:spcPts val="600"/>
              </a:spcBef>
              <a:spcAft>
                <a:spcPts val="600"/>
              </a:spcAft>
              <a:buFont typeface="Wingdings" panose="05000000000000000000" pitchFamily="2" charset="2"/>
              <a:buChar char="q"/>
            </a:pPr>
            <a:r>
              <a:rPr lang="en-GB" i="1" dirty="0">
                <a:solidFill>
                  <a:schemeClr val="tx2">
                    <a:lumMod val="50000"/>
                  </a:schemeClr>
                </a:solidFill>
              </a:rPr>
              <a:t>Repeated ANOVA</a:t>
            </a:r>
          </a:p>
          <a:p>
            <a:pPr marL="925830" lvl="1" indent="-285750" fontAlgn="ctr">
              <a:spcBef>
                <a:spcPts val="600"/>
              </a:spcBef>
              <a:spcAft>
                <a:spcPts val="600"/>
              </a:spcAft>
              <a:buFont typeface="Wingdings" panose="05000000000000000000" pitchFamily="2" charset="2"/>
              <a:buChar char="q"/>
            </a:pPr>
            <a:r>
              <a:rPr lang="en-GB" i="1" u="none" strike="noStrike" dirty="0">
                <a:solidFill>
                  <a:schemeClr val="tx2">
                    <a:lumMod val="50000"/>
                  </a:schemeClr>
                </a:solidFill>
                <a:effectLst/>
              </a:rPr>
              <a:t>ANOVA for Split-Plot Design</a:t>
            </a:r>
          </a:p>
        </p:txBody>
      </p:sp>
      <p:sp>
        <p:nvSpPr>
          <p:cNvPr id="6" name="Title 5">
            <a:extLst>
              <a:ext uri="{FF2B5EF4-FFF2-40B4-BE49-F238E27FC236}">
                <a16:creationId xmlns:a16="http://schemas.microsoft.com/office/drawing/2014/main" id="{DA7E339C-10E9-320E-079A-29E8DB56A5BB}"/>
              </a:ext>
            </a:extLst>
          </p:cNvPr>
          <p:cNvSpPr>
            <a:spLocks noGrp="1"/>
          </p:cNvSpPr>
          <p:nvPr>
            <p:ph type="title"/>
          </p:nvPr>
        </p:nvSpPr>
        <p:spPr/>
        <p:txBody>
          <a:bodyPr/>
          <a:lstStyle/>
          <a:p>
            <a:r>
              <a:rPr lang="en-GB" dirty="0"/>
              <a:t>Parametric tests</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31462D4E-AC11-C74E-553C-ED977DF96E07}"/>
                  </a:ext>
                </a:extLst>
              </p14:cNvPr>
              <p14:cNvContentPartPr/>
              <p14:nvPr/>
            </p14:nvContentPartPr>
            <p14:xfrm>
              <a:off x="-903981" y="4915758"/>
              <a:ext cx="360" cy="360"/>
            </p14:xfrm>
          </p:contentPart>
        </mc:Choice>
        <mc:Fallback xmlns="">
          <p:pic>
            <p:nvPicPr>
              <p:cNvPr id="13" name="Ink 12">
                <a:extLst>
                  <a:ext uri="{FF2B5EF4-FFF2-40B4-BE49-F238E27FC236}">
                    <a16:creationId xmlns:a16="http://schemas.microsoft.com/office/drawing/2014/main" id="{31462D4E-AC11-C74E-553C-ED977DF96E07}"/>
                  </a:ext>
                </a:extLst>
              </p:cNvPr>
              <p:cNvPicPr/>
              <p:nvPr/>
            </p:nvPicPr>
            <p:blipFill>
              <a:blip r:embed="rId5"/>
              <a:stretch>
                <a:fillRect/>
              </a:stretch>
            </p:blipFill>
            <p:spPr>
              <a:xfrm>
                <a:off x="-921621" y="4897758"/>
                <a:ext cx="36000" cy="36000"/>
              </a:xfrm>
              <a:prstGeom prst="rect">
                <a:avLst/>
              </a:prstGeom>
            </p:spPr>
          </p:pic>
        </mc:Fallback>
      </mc:AlternateContent>
      <p:sp>
        <p:nvSpPr>
          <p:cNvPr id="5" name="Date Placeholder 4">
            <a:extLst>
              <a:ext uri="{FF2B5EF4-FFF2-40B4-BE49-F238E27FC236}">
                <a16:creationId xmlns:a16="http://schemas.microsoft.com/office/drawing/2014/main" id="{E3B98009-05DA-1A3A-F177-C991C684D2AC}"/>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BB1CEA17-4813-EB55-4ADA-5AFB53FA537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31820541-4416-D07B-A7CF-AB137FEB9933}"/>
              </a:ext>
            </a:extLst>
          </p:cNvPr>
          <p:cNvSpPr>
            <a:spLocks noGrp="1"/>
          </p:cNvSpPr>
          <p:nvPr>
            <p:ph type="sldNum" sz="quarter" idx="11"/>
          </p:nvPr>
        </p:nvSpPr>
        <p:spPr/>
        <p:txBody>
          <a:bodyPr/>
          <a:lstStyle/>
          <a:p>
            <a:fld id="{4F96EDF4-259A-48E8-B98E-8CB70E21F623}" type="slidenum">
              <a:rPr lang="en-US" smtClean="0"/>
              <a:pPr/>
              <a:t>3</a:t>
            </a:fld>
            <a:r>
              <a:rPr lang="en-GB"/>
              <a:t>/54</a:t>
            </a:r>
            <a:endParaRPr lang="en-US" dirty="0"/>
          </a:p>
        </p:txBody>
      </p:sp>
    </p:spTree>
    <p:extLst>
      <p:ext uri="{BB962C8B-B14F-4D97-AF65-F5344CB8AC3E}">
        <p14:creationId xmlns:p14="http://schemas.microsoft.com/office/powerpoint/2010/main" val="2725514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3410-D729-37F4-E8CF-ADD12E762EBA}"/>
              </a:ext>
            </a:extLst>
          </p:cNvPr>
          <p:cNvSpPr>
            <a:spLocks noGrp="1"/>
          </p:cNvSpPr>
          <p:nvPr>
            <p:ph type="title"/>
          </p:nvPr>
        </p:nvSpPr>
        <p:spPr>
          <a:xfrm>
            <a:off x="4031940" y="228600"/>
            <a:ext cx="5112060" cy="990600"/>
          </a:xfrm>
        </p:spPr>
        <p:txBody>
          <a:bodyPr>
            <a:normAutofit fontScale="90000"/>
          </a:bodyPr>
          <a:lstStyle/>
          <a:p>
            <a:r>
              <a:rPr lang="en-GB" dirty="0"/>
              <a:t>Types of statistical test</a:t>
            </a:r>
          </a:p>
        </p:txBody>
      </p:sp>
      <p:graphicFrame>
        <p:nvGraphicFramePr>
          <p:cNvPr id="8" name="Table 8">
            <a:extLst>
              <a:ext uri="{FF2B5EF4-FFF2-40B4-BE49-F238E27FC236}">
                <a16:creationId xmlns:a16="http://schemas.microsoft.com/office/drawing/2014/main" id="{6E6516DE-5206-D468-90BB-18C7FE18575A}"/>
              </a:ext>
            </a:extLst>
          </p:cNvPr>
          <p:cNvGraphicFramePr>
            <a:graphicFrameLocks noGrp="1"/>
          </p:cNvGraphicFramePr>
          <p:nvPr>
            <p:ph sz="quarter" idx="1"/>
            <p:extLst>
              <p:ext uri="{D42A27DB-BD31-4B8C-83A1-F6EECF244321}">
                <p14:modId xmlns:p14="http://schemas.microsoft.com/office/powerpoint/2010/main" val="1070816432"/>
              </p:ext>
            </p:extLst>
          </p:nvPr>
        </p:nvGraphicFramePr>
        <p:xfrm>
          <a:off x="827584" y="1700808"/>
          <a:ext cx="7938465" cy="4076066"/>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1291783787"/>
                    </a:ext>
                  </a:extLst>
                </a:gridCol>
                <a:gridCol w="1152128">
                  <a:extLst>
                    <a:ext uri="{9D8B030D-6E8A-4147-A177-3AD203B41FA5}">
                      <a16:colId xmlns:a16="http://schemas.microsoft.com/office/drawing/2014/main" val="3231912141"/>
                    </a:ext>
                  </a:extLst>
                </a:gridCol>
                <a:gridCol w="936104">
                  <a:extLst>
                    <a:ext uri="{9D8B030D-6E8A-4147-A177-3AD203B41FA5}">
                      <a16:colId xmlns:a16="http://schemas.microsoft.com/office/drawing/2014/main" val="4036426565"/>
                    </a:ext>
                  </a:extLst>
                </a:gridCol>
                <a:gridCol w="1080120">
                  <a:extLst>
                    <a:ext uri="{9D8B030D-6E8A-4147-A177-3AD203B41FA5}">
                      <a16:colId xmlns:a16="http://schemas.microsoft.com/office/drawing/2014/main" val="781572535"/>
                    </a:ext>
                  </a:extLst>
                </a:gridCol>
                <a:gridCol w="936104">
                  <a:extLst>
                    <a:ext uri="{9D8B030D-6E8A-4147-A177-3AD203B41FA5}">
                      <a16:colId xmlns:a16="http://schemas.microsoft.com/office/drawing/2014/main" val="2722359463"/>
                    </a:ext>
                  </a:extLst>
                </a:gridCol>
                <a:gridCol w="936104">
                  <a:extLst>
                    <a:ext uri="{9D8B030D-6E8A-4147-A177-3AD203B41FA5}">
                      <a16:colId xmlns:a16="http://schemas.microsoft.com/office/drawing/2014/main" val="3486322763"/>
                    </a:ext>
                  </a:extLst>
                </a:gridCol>
                <a:gridCol w="1313729">
                  <a:extLst>
                    <a:ext uri="{9D8B030D-6E8A-4147-A177-3AD203B41FA5}">
                      <a16:colId xmlns:a16="http://schemas.microsoft.com/office/drawing/2014/main" val="1014836555"/>
                    </a:ext>
                  </a:extLst>
                </a:gridCol>
              </a:tblGrid>
              <a:tr h="525978">
                <a:tc>
                  <a:txBody>
                    <a:bodyPr/>
                    <a:lstStyle/>
                    <a:p>
                      <a:r>
                        <a:rPr lang="en-GB" sz="1400" dirty="0"/>
                        <a:t>Data</a:t>
                      </a:r>
                    </a:p>
                  </a:txBody>
                  <a:tcPr/>
                </a:tc>
                <a:tc>
                  <a:txBody>
                    <a:bodyPr/>
                    <a:lstStyle/>
                    <a:p>
                      <a:r>
                        <a:rPr lang="en-GB" sz="1400" dirty="0"/>
                        <a:t>Test type</a:t>
                      </a:r>
                    </a:p>
                  </a:txBody>
                  <a:tcPr/>
                </a:tc>
                <a:tc>
                  <a:txBody>
                    <a:bodyPr/>
                    <a:lstStyle/>
                    <a:p>
                      <a:r>
                        <a:rPr lang="en-GB" sz="1400" dirty="0"/>
                        <a:t>Sample size</a:t>
                      </a:r>
                    </a:p>
                  </a:txBody>
                  <a:tcPr/>
                </a:tc>
                <a:tc>
                  <a:txBody>
                    <a:bodyPr/>
                    <a:lstStyle/>
                    <a:p>
                      <a:r>
                        <a:rPr lang="en-GB" sz="1400" dirty="0"/>
                        <a:t>Data distribution</a:t>
                      </a:r>
                    </a:p>
                  </a:txBody>
                  <a:tcPr/>
                </a:tc>
                <a:tc>
                  <a:txBody>
                    <a:bodyPr/>
                    <a:lstStyle/>
                    <a:p>
                      <a:r>
                        <a:rPr lang="en-GB" sz="1400" dirty="0"/>
                        <a:t>Variance</a:t>
                      </a:r>
                    </a:p>
                  </a:txBody>
                  <a:tcPr/>
                </a:tc>
                <a:tc>
                  <a:txBody>
                    <a:bodyPr/>
                    <a:lstStyle/>
                    <a:p>
                      <a:r>
                        <a:rPr lang="en-GB" sz="1400" dirty="0"/>
                        <a:t>Outliers</a:t>
                      </a:r>
                    </a:p>
                  </a:txBody>
                  <a:tcPr/>
                </a:tc>
                <a:tc>
                  <a:txBody>
                    <a:bodyPr/>
                    <a:lstStyle/>
                    <a:p>
                      <a:r>
                        <a:rPr lang="en-GB" sz="1400" dirty="0"/>
                        <a:t>Statistical tests</a:t>
                      </a:r>
                    </a:p>
                  </a:txBody>
                  <a:tcPr/>
                </a:tc>
                <a:extLst>
                  <a:ext uri="{0D108BD9-81ED-4DB2-BD59-A6C34878D82A}">
                    <a16:rowId xmlns:a16="http://schemas.microsoft.com/office/drawing/2014/main" val="982953"/>
                  </a:ext>
                </a:extLst>
              </a:tr>
              <a:tr h="666268">
                <a:tc rowSpan="2">
                  <a:txBody>
                    <a:bodyPr/>
                    <a:lstStyle/>
                    <a:p>
                      <a:r>
                        <a:rPr lang="en-GB" sz="1400" b="1" dirty="0"/>
                        <a:t>Interval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Scale without a fundamental zero</a:t>
                      </a:r>
                    </a:p>
                  </a:txBody>
                  <a:tcPr anchor="ctr">
                    <a:solidFill>
                      <a:schemeClr val="accent1">
                        <a:lumMod val="20000"/>
                        <a:lumOff val="80000"/>
                      </a:schemeClr>
                    </a:solidFill>
                  </a:tcPr>
                </a:tc>
                <a:tc rowSpan="4">
                  <a:txBody>
                    <a:bodyPr/>
                    <a:lstStyle/>
                    <a:p>
                      <a:r>
                        <a:rPr kumimoji="0" lang="en-GB" sz="1400" b="1" i="0" kern="1200" dirty="0">
                          <a:solidFill>
                            <a:schemeClr val="dk1"/>
                          </a:solidFill>
                          <a:effectLst/>
                          <a:latin typeface="+mn-lt"/>
                          <a:ea typeface="+mn-ea"/>
                          <a:cs typeface="+mn-cs"/>
                        </a:rPr>
                        <a:t>Parametric </a:t>
                      </a:r>
                      <a:r>
                        <a:rPr kumimoji="0" lang="en-GB" sz="1400" b="0" i="0" kern="1200" dirty="0">
                          <a:solidFill>
                            <a:schemeClr val="dk1"/>
                          </a:solidFill>
                          <a:effectLst/>
                          <a:latin typeface="+mn-lt"/>
                          <a:ea typeface="+mn-ea"/>
                          <a:cs typeface="+mn-cs"/>
                        </a:rPr>
                        <a:t>statistical test</a:t>
                      </a:r>
                      <a:endParaRPr lang="en-GB" sz="1400" b="0" dirty="0"/>
                    </a:p>
                  </a:txBody>
                  <a:tcPr anchor="ctr">
                    <a:solidFill>
                      <a:schemeClr val="accent1">
                        <a:lumMod val="20000"/>
                        <a:lumOff val="80000"/>
                      </a:schemeClr>
                    </a:solidFill>
                  </a:tcPr>
                </a:tc>
                <a:tc rowSpan="4">
                  <a:txBody>
                    <a:bodyPr/>
                    <a:lstStyle/>
                    <a:p>
                      <a:r>
                        <a:rPr lang="en-GB" sz="1400" b="1" dirty="0"/>
                        <a:t>Large sample</a:t>
                      </a:r>
                    </a:p>
                  </a:txBody>
                  <a:tcPr anchor="ctr">
                    <a:solidFill>
                      <a:schemeClr val="accent1">
                        <a:lumMod val="20000"/>
                        <a:lumOff val="80000"/>
                      </a:schemeClr>
                    </a:solidFill>
                  </a:tcPr>
                </a:tc>
                <a:tc rowSpan="4">
                  <a:txBody>
                    <a:bodyPr/>
                    <a:lstStyle/>
                    <a:p>
                      <a:r>
                        <a:rPr kumimoji="0" lang="en-GB" sz="1400" b="0" i="0" kern="1200" dirty="0">
                          <a:solidFill>
                            <a:schemeClr val="dk1"/>
                          </a:solidFill>
                          <a:effectLst/>
                          <a:latin typeface="+mn-lt"/>
                          <a:ea typeface="+mn-ea"/>
                          <a:cs typeface="+mn-cs"/>
                        </a:rPr>
                        <a:t>data is </a:t>
                      </a:r>
                      <a:r>
                        <a:rPr kumimoji="0" lang="en-GB" sz="1400" b="1" i="0" kern="1200" dirty="0">
                          <a:solidFill>
                            <a:schemeClr val="dk1"/>
                          </a:solidFill>
                          <a:effectLst/>
                          <a:latin typeface="+mn-lt"/>
                          <a:ea typeface="+mn-ea"/>
                          <a:cs typeface="+mn-cs"/>
                        </a:rPr>
                        <a:t>normally distributed</a:t>
                      </a:r>
                      <a:endParaRPr lang="en-GB" sz="1400" b="1" dirty="0"/>
                    </a:p>
                  </a:txBody>
                  <a:tcPr anchor="ctr">
                    <a:solidFill>
                      <a:schemeClr val="accent1">
                        <a:lumMod val="20000"/>
                        <a:lumOff val="80000"/>
                      </a:schemeClr>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Equal variances</a:t>
                      </a:r>
                    </a:p>
                    <a:p>
                      <a:endParaRPr lang="en-GB" sz="1400" b="1" dirty="0"/>
                    </a:p>
                  </a:txBody>
                  <a:tcPr anchor="ctr">
                    <a:solidFill>
                      <a:schemeClr val="accent1">
                        <a:lumMod val="20000"/>
                        <a:lumOff val="80000"/>
                      </a:schemeClr>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No</a:t>
                      </a:r>
                      <a:r>
                        <a:rPr lang="en-GB" sz="1400" dirty="0"/>
                        <a:t> </a:t>
                      </a:r>
                      <a:r>
                        <a:rPr lang="en-GB" sz="1400" b="1" dirty="0"/>
                        <a:t>Outliers</a:t>
                      </a:r>
                    </a:p>
                    <a:p>
                      <a:endParaRPr lang="en-GB" sz="1400" b="1" dirty="0"/>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1" kern="1200" dirty="0">
                          <a:solidFill>
                            <a:schemeClr val="dk1"/>
                          </a:solidFill>
                          <a:effectLst/>
                          <a:latin typeface="+mn-lt"/>
                          <a:ea typeface="+mn-ea"/>
                          <a:cs typeface="+mn-cs"/>
                        </a:rPr>
                        <a:t>z-</a:t>
                      </a:r>
                      <a:r>
                        <a:rPr kumimoji="0" lang="en-GB" sz="1400" b="1" i="0" kern="1200" dirty="0">
                          <a:solidFill>
                            <a:schemeClr val="dk1"/>
                          </a:solidFill>
                          <a:effectLst/>
                          <a:latin typeface="+mn-lt"/>
                          <a:ea typeface="+mn-ea"/>
                          <a:cs typeface="+mn-cs"/>
                        </a:rPr>
                        <a:t>Tests</a:t>
                      </a:r>
                      <a:r>
                        <a:rPr kumimoji="0" lang="en-GB" sz="1400" b="0" i="1" kern="1200" dirty="0">
                          <a:solidFill>
                            <a:schemeClr val="dk1"/>
                          </a:solidFill>
                          <a:effectLst/>
                          <a:latin typeface="+mn-lt"/>
                          <a:ea typeface="+mn-ea"/>
                          <a:cs typeface="+mn-cs"/>
                        </a:rPr>
                        <a:t> </a:t>
                      </a:r>
                      <a:endParaRPr lang="en-GB" sz="1400" i="1" dirty="0"/>
                    </a:p>
                  </a:txBody>
                  <a:tcPr anchor="ctr">
                    <a:solidFill>
                      <a:schemeClr val="accent1">
                        <a:lumMod val="20000"/>
                        <a:lumOff val="80000"/>
                      </a:schemeClr>
                    </a:solidFill>
                  </a:tcPr>
                </a:tc>
                <a:extLst>
                  <a:ext uri="{0D108BD9-81ED-4DB2-BD59-A6C34878D82A}">
                    <a16:rowId xmlns:a16="http://schemas.microsoft.com/office/drawing/2014/main" val="1978487260"/>
                  </a:ext>
                </a:extLst>
              </a:tr>
              <a:tr h="247914">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rowSpan="2">
                  <a:txBody>
                    <a:bodyPr/>
                    <a:lstStyle/>
                    <a:p>
                      <a:r>
                        <a:rPr kumimoji="0" lang="en-GB" sz="1400" b="1" i="1" kern="1200" dirty="0">
                          <a:solidFill>
                            <a:schemeClr val="dk1"/>
                          </a:solidFill>
                          <a:effectLst/>
                          <a:latin typeface="+mn-lt"/>
                          <a:ea typeface="+mn-ea"/>
                          <a:cs typeface="+mn-cs"/>
                        </a:rPr>
                        <a:t>t-</a:t>
                      </a:r>
                      <a:r>
                        <a:rPr kumimoji="0" lang="en-GB" sz="1400" b="1" i="0" kern="1200" dirty="0">
                          <a:solidFill>
                            <a:schemeClr val="dk1"/>
                          </a:solidFill>
                          <a:effectLst/>
                          <a:latin typeface="+mn-lt"/>
                          <a:ea typeface="+mn-ea"/>
                          <a:cs typeface="+mn-cs"/>
                        </a:rPr>
                        <a:t>Tests</a:t>
                      </a:r>
                      <a:endParaRPr lang="en-GB" sz="1400" i="0" dirty="0"/>
                    </a:p>
                  </a:txBody>
                  <a:tcPr anchor="ctr">
                    <a:solidFill>
                      <a:schemeClr val="accent1">
                        <a:lumMod val="20000"/>
                        <a:lumOff val="80000"/>
                      </a:schemeClr>
                    </a:solidFill>
                  </a:tcPr>
                </a:tc>
                <a:extLst>
                  <a:ext uri="{0D108BD9-81ED-4DB2-BD59-A6C34878D82A}">
                    <a16:rowId xmlns:a16="http://schemas.microsoft.com/office/drawing/2014/main" val="259000529"/>
                  </a:ext>
                </a:extLst>
              </a:tr>
              <a:tr h="238438">
                <a:tc rowSpan="2">
                  <a:txBody>
                    <a:bodyPr/>
                    <a:lstStyle/>
                    <a:p>
                      <a:r>
                        <a:rPr lang="en-GB" sz="1400" b="1" dirty="0"/>
                        <a:t>Ratio</a:t>
                      </a:r>
                    </a:p>
                    <a:p>
                      <a:r>
                        <a:rPr lang="en-GB" sz="1400" dirty="0"/>
                        <a:t>Scale with a fundamental zero</a:t>
                      </a:r>
                    </a:p>
                  </a:txBody>
                  <a:tcPr anchor="ctr">
                    <a:solidFill>
                      <a:schemeClr val="accent1">
                        <a:lumMod val="20000"/>
                        <a:lumOff val="80000"/>
                      </a:schemeClr>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000248952"/>
                  </a:ext>
                </a:extLst>
              </a:tr>
              <a:tr h="517750">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r>
                        <a:rPr kumimoji="0" lang="en-GB" sz="1400" b="1" i="1" kern="1200" dirty="0">
                          <a:solidFill>
                            <a:schemeClr val="dk1"/>
                          </a:solidFill>
                          <a:effectLst/>
                          <a:latin typeface="+mn-lt"/>
                          <a:ea typeface="+mn-ea"/>
                          <a:cs typeface="+mn-cs"/>
                        </a:rPr>
                        <a:t>ANOVA</a:t>
                      </a:r>
                      <a:endParaRPr lang="en-GB" sz="1400" i="1" dirty="0"/>
                    </a:p>
                  </a:txBody>
                  <a:tcPr anchor="ctr">
                    <a:solidFill>
                      <a:schemeClr val="accent1">
                        <a:lumMod val="20000"/>
                        <a:lumOff val="80000"/>
                      </a:schemeClr>
                    </a:solidFill>
                  </a:tcPr>
                </a:tc>
                <a:extLst>
                  <a:ext uri="{0D108BD9-81ED-4DB2-BD59-A6C34878D82A}">
                    <a16:rowId xmlns:a16="http://schemas.microsoft.com/office/drawing/2014/main" val="190432995"/>
                  </a:ext>
                </a:extLst>
              </a:tr>
              <a:tr h="972004">
                <a:tc>
                  <a:txBody>
                    <a:bodyPr/>
                    <a:lstStyle/>
                    <a:p>
                      <a:r>
                        <a:rPr lang="en-GB" sz="1400" b="1" dirty="0"/>
                        <a:t>Nominal</a:t>
                      </a:r>
                    </a:p>
                    <a:p>
                      <a:r>
                        <a:rPr lang="en-GB" sz="1400" dirty="0"/>
                        <a:t>categorical</a:t>
                      </a:r>
                    </a:p>
                  </a:txBody>
                  <a:tcPr anchor="ctr">
                    <a:solidFill>
                      <a:schemeClr val="bg2"/>
                    </a:solidFill>
                  </a:tcPr>
                </a:tc>
                <a:tc rowSpan="2">
                  <a:txBody>
                    <a:bodyPr/>
                    <a:lstStyle/>
                    <a:p>
                      <a:r>
                        <a:rPr kumimoji="0" lang="en-GB" sz="1400" b="1" i="0" kern="1200" dirty="0">
                          <a:solidFill>
                            <a:schemeClr val="dk1"/>
                          </a:solidFill>
                          <a:effectLst/>
                          <a:latin typeface="+mn-lt"/>
                          <a:ea typeface="+mn-ea"/>
                          <a:cs typeface="+mn-cs"/>
                        </a:rPr>
                        <a:t>Non parametric </a:t>
                      </a:r>
                      <a:r>
                        <a:rPr kumimoji="0" lang="en-GB" sz="1400" b="0" i="0" kern="1200" dirty="0">
                          <a:solidFill>
                            <a:schemeClr val="dk1"/>
                          </a:solidFill>
                          <a:effectLst/>
                          <a:latin typeface="+mn-lt"/>
                          <a:ea typeface="+mn-ea"/>
                          <a:cs typeface="+mn-cs"/>
                        </a:rPr>
                        <a:t>statistical test</a:t>
                      </a:r>
                      <a:endParaRPr lang="en-GB" sz="1400" b="0" dirty="0"/>
                    </a:p>
                  </a:txBody>
                  <a:tcPr anchor="ct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Small sample</a:t>
                      </a:r>
                    </a:p>
                    <a:p>
                      <a:endParaRPr lang="en-GB" sz="1400" b="1" dirty="0"/>
                    </a:p>
                  </a:txBody>
                  <a:tcPr anchor="ctr">
                    <a:solidFill>
                      <a:schemeClr val="bg2"/>
                    </a:solidFill>
                  </a:tcPr>
                </a:tc>
                <a:tc rowSpan="2">
                  <a:txBody>
                    <a:bodyPr/>
                    <a:lstStyle/>
                    <a:p>
                      <a:r>
                        <a:rPr kumimoji="0" lang="en-GB" sz="1400" b="0" i="0" kern="1200" dirty="0">
                          <a:solidFill>
                            <a:schemeClr val="dk1"/>
                          </a:solidFill>
                          <a:effectLst/>
                          <a:latin typeface="+mn-lt"/>
                          <a:ea typeface="+mn-ea"/>
                          <a:cs typeface="+mn-cs"/>
                        </a:rPr>
                        <a:t>data is </a:t>
                      </a:r>
                      <a:r>
                        <a:rPr kumimoji="0" lang="en-GB" sz="1400" b="1" i="0" kern="1200" dirty="0">
                          <a:solidFill>
                            <a:schemeClr val="dk1"/>
                          </a:solidFill>
                          <a:effectLst/>
                          <a:latin typeface="+mn-lt"/>
                          <a:ea typeface="+mn-ea"/>
                          <a:cs typeface="+mn-cs"/>
                        </a:rPr>
                        <a:t>NOT normally distributed</a:t>
                      </a:r>
                      <a:endParaRPr lang="en-GB" sz="1400" b="1" dirty="0"/>
                    </a:p>
                  </a:txBody>
                  <a:tcPr anchor="ct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Unequal variances</a:t>
                      </a:r>
                    </a:p>
                    <a:p>
                      <a:endParaRPr lang="en-GB" sz="1400" b="1" dirty="0"/>
                    </a:p>
                  </a:txBody>
                  <a:tcPr anchor="ct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Outlies</a:t>
                      </a:r>
                    </a:p>
                    <a:p>
                      <a:endParaRPr lang="en-GB" sz="1400" b="1" dirty="0"/>
                    </a:p>
                  </a:txBody>
                  <a:tcPr anchor="ctr">
                    <a:solidFill>
                      <a:schemeClr val="bg2"/>
                    </a:solidFill>
                  </a:tcPr>
                </a:tc>
                <a:tc rowSpan="2">
                  <a:txBody>
                    <a:bodyPr/>
                    <a:lstStyle/>
                    <a:p>
                      <a:r>
                        <a:rPr kumimoji="0" lang="en-GB" sz="1400" b="1" i="1" kern="1200" dirty="0">
                          <a:solidFill>
                            <a:schemeClr val="dk1"/>
                          </a:solidFill>
                          <a:effectLst/>
                          <a:latin typeface="+mn-lt"/>
                          <a:ea typeface="+mn-ea"/>
                          <a:cs typeface="+mn-cs"/>
                        </a:rPr>
                        <a:t>Chi-square </a:t>
                      </a:r>
                      <a:r>
                        <a:rPr kumimoji="0" lang="en-GB" sz="1400" b="1" i="0" kern="1200" dirty="0">
                          <a:solidFill>
                            <a:schemeClr val="dk1"/>
                          </a:solidFill>
                          <a:effectLst/>
                          <a:latin typeface="+mn-lt"/>
                          <a:ea typeface="+mn-ea"/>
                          <a:cs typeface="+mn-cs"/>
                        </a:rPr>
                        <a:t>Test</a:t>
                      </a:r>
                      <a:endParaRPr lang="en-GB" sz="1400" i="0" dirty="0"/>
                    </a:p>
                  </a:txBody>
                  <a:tcPr anchor="ctr">
                    <a:solidFill>
                      <a:schemeClr val="bg2"/>
                    </a:solidFill>
                  </a:tcPr>
                </a:tc>
                <a:extLst>
                  <a:ext uri="{0D108BD9-81ED-4DB2-BD59-A6C34878D82A}">
                    <a16:rowId xmlns:a16="http://schemas.microsoft.com/office/drawing/2014/main" val="2811778578"/>
                  </a:ext>
                </a:extLst>
              </a:tr>
              <a:tr h="907714">
                <a:tc>
                  <a:txBody>
                    <a:bodyPr/>
                    <a:lstStyle/>
                    <a:p>
                      <a:r>
                        <a:rPr lang="en-GB" sz="1400" b="1" dirty="0"/>
                        <a:t>Ordinal</a:t>
                      </a:r>
                    </a:p>
                    <a:p>
                      <a:r>
                        <a:rPr lang="en-GB" sz="1400" dirty="0"/>
                        <a:t>Rank or order </a:t>
                      </a:r>
                    </a:p>
                  </a:txBody>
                  <a:tcPr anchor="ctr">
                    <a:solidFill>
                      <a:schemeClr val="bg2"/>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68280890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B97C949-4A46-E999-17D9-ADCB60C35BDB}"/>
                  </a:ext>
                </a:extLst>
              </p14:cNvPr>
              <p14:cNvContentPartPr/>
              <p14:nvPr/>
            </p14:nvContentPartPr>
            <p14:xfrm>
              <a:off x="333000" y="2998834"/>
              <a:ext cx="8811000" cy="860332"/>
            </p14:xfrm>
          </p:contentPart>
        </mc:Choice>
        <mc:Fallback xmlns="">
          <p:pic>
            <p:nvPicPr>
              <p:cNvPr id="9" name="Ink 8">
                <a:extLst>
                  <a:ext uri="{FF2B5EF4-FFF2-40B4-BE49-F238E27FC236}">
                    <a16:creationId xmlns:a16="http://schemas.microsoft.com/office/drawing/2014/main" id="{3B97C949-4A46-E999-17D9-ADCB60C35BDB}"/>
                  </a:ext>
                </a:extLst>
              </p:cNvPr>
              <p:cNvPicPr/>
              <p:nvPr/>
            </p:nvPicPr>
            <p:blipFill>
              <a:blip r:embed="rId3"/>
              <a:stretch>
                <a:fillRect/>
              </a:stretch>
            </p:blipFill>
            <p:spPr>
              <a:xfrm>
                <a:off x="297000" y="2962837"/>
                <a:ext cx="8882640" cy="931966"/>
              </a:xfrm>
              <a:prstGeom prst="rect">
                <a:avLst/>
              </a:prstGeom>
            </p:spPr>
          </p:pic>
        </mc:Fallback>
      </mc:AlternateContent>
      <p:sp>
        <p:nvSpPr>
          <p:cNvPr id="10" name="Rectangle: Rounded Corners 9">
            <a:extLst>
              <a:ext uri="{FF2B5EF4-FFF2-40B4-BE49-F238E27FC236}">
                <a16:creationId xmlns:a16="http://schemas.microsoft.com/office/drawing/2014/main" id="{FF238E43-5929-3076-121A-96FE07C438B6}"/>
              </a:ext>
            </a:extLst>
          </p:cNvPr>
          <p:cNvSpPr/>
          <p:nvPr/>
        </p:nvSpPr>
        <p:spPr>
          <a:xfrm>
            <a:off x="971600" y="546037"/>
            <a:ext cx="2664296"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Choose the statistical test</a:t>
            </a:r>
          </a:p>
        </p:txBody>
      </p:sp>
      <p:sp>
        <p:nvSpPr>
          <p:cNvPr id="11" name="Rectangle: Rounded Corners 10">
            <a:extLst>
              <a:ext uri="{FF2B5EF4-FFF2-40B4-BE49-F238E27FC236}">
                <a16:creationId xmlns:a16="http://schemas.microsoft.com/office/drawing/2014/main" id="{52384960-6AD5-874D-8441-C441450ED346}"/>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4</a:t>
            </a:r>
          </a:p>
        </p:txBody>
      </p:sp>
      <p:sp>
        <p:nvSpPr>
          <p:cNvPr id="3" name="Footer Placeholder 2">
            <a:extLst>
              <a:ext uri="{FF2B5EF4-FFF2-40B4-BE49-F238E27FC236}">
                <a16:creationId xmlns:a16="http://schemas.microsoft.com/office/drawing/2014/main" id="{575D00F0-23C3-7B25-C9F5-7FBDDCD75F8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93FA6B16-5B97-2A69-615B-D58969EAC6D0}"/>
              </a:ext>
            </a:extLst>
          </p:cNvPr>
          <p:cNvSpPr>
            <a:spLocks noGrp="1"/>
          </p:cNvSpPr>
          <p:nvPr>
            <p:ph type="sldNum" sz="quarter" idx="4"/>
          </p:nvPr>
        </p:nvSpPr>
        <p:spPr/>
        <p:txBody>
          <a:bodyPr/>
          <a:lstStyle/>
          <a:p>
            <a:fld id="{9FD7ECCF-50E7-4327-B945-FA93FF7B2BEF}" type="slidenum">
              <a:rPr lang="en-US" smtClean="0"/>
              <a:pPr/>
              <a:t>4</a:t>
            </a:fld>
            <a:r>
              <a:rPr lang="en-GB"/>
              <a:t>/54</a:t>
            </a:r>
            <a:endParaRPr lang="en-US" dirty="0"/>
          </a:p>
        </p:txBody>
      </p:sp>
    </p:spTree>
    <p:extLst>
      <p:ext uri="{BB962C8B-B14F-4D97-AF65-F5344CB8AC3E}">
        <p14:creationId xmlns:p14="http://schemas.microsoft.com/office/powerpoint/2010/main" val="15644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11D9-B182-6869-2D8F-1FE852D79304}"/>
              </a:ext>
            </a:extLst>
          </p:cNvPr>
          <p:cNvSpPr>
            <a:spLocks noGrp="1"/>
          </p:cNvSpPr>
          <p:nvPr>
            <p:ph type="title"/>
          </p:nvPr>
        </p:nvSpPr>
        <p:spPr>
          <a:xfrm>
            <a:off x="3635896" y="116632"/>
            <a:ext cx="5130152" cy="990600"/>
          </a:xfrm>
        </p:spPr>
        <p:txBody>
          <a:bodyPr>
            <a:normAutofit fontScale="90000"/>
          </a:bodyPr>
          <a:lstStyle/>
          <a:p>
            <a:pPr>
              <a:lnSpc>
                <a:spcPts val="3500"/>
              </a:lnSpc>
            </a:pPr>
            <a:r>
              <a:rPr lang="en-GB" dirty="0"/>
              <a:t>Commonly used test in usability testing</a:t>
            </a:r>
          </a:p>
        </p:txBody>
      </p:sp>
      <p:graphicFrame>
        <p:nvGraphicFramePr>
          <p:cNvPr id="4" name="Table 3">
            <a:extLst>
              <a:ext uri="{FF2B5EF4-FFF2-40B4-BE49-F238E27FC236}">
                <a16:creationId xmlns:a16="http://schemas.microsoft.com/office/drawing/2014/main" id="{C9A722A0-CFAB-52EE-2528-2D94F33C1FB5}"/>
              </a:ext>
            </a:extLst>
          </p:cNvPr>
          <p:cNvGraphicFramePr>
            <a:graphicFrameLocks noGrp="1"/>
          </p:cNvGraphicFramePr>
          <p:nvPr/>
        </p:nvGraphicFramePr>
        <p:xfrm>
          <a:off x="609600" y="1628800"/>
          <a:ext cx="7922840" cy="4425674"/>
        </p:xfrm>
        <a:graphic>
          <a:graphicData uri="http://schemas.openxmlformats.org/drawingml/2006/table">
            <a:tbl>
              <a:tblPr/>
              <a:tblGrid>
                <a:gridCol w="2234208">
                  <a:extLst>
                    <a:ext uri="{9D8B030D-6E8A-4147-A177-3AD203B41FA5}">
                      <a16:colId xmlns:a16="http://schemas.microsoft.com/office/drawing/2014/main" val="297016493"/>
                    </a:ext>
                  </a:extLst>
                </a:gridCol>
                <a:gridCol w="1872208">
                  <a:extLst>
                    <a:ext uri="{9D8B030D-6E8A-4147-A177-3AD203B41FA5}">
                      <a16:colId xmlns:a16="http://schemas.microsoft.com/office/drawing/2014/main" val="3429390598"/>
                    </a:ext>
                  </a:extLst>
                </a:gridCol>
                <a:gridCol w="1728192">
                  <a:extLst>
                    <a:ext uri="{9D8B030D-6E8A-4147-A177-3AD203B41FA5}">
                      <a16:colId xmlns:a16="http://schemas.microsoft.com/office/drawing/2014/main" val="1410257675"/>
                    </a:ext>
                  </a:extLst>
                </a:gridCol>
                <a:gridCol w="2088232">
                  <a:extLst>
                    <a:ext uri="{9D8B030D-6E8A-4147-A177-3AD203B41FA5}">
                      <a16:colId xmlns:a16="http://schemas.microsoft.com/office/drawing/2014/main" val="2762137548"/>
                    </a:ext>
                  </a:extLst>
                </a:gridCol>
              </a:tblGrid>
              <a:tr h="288032">
                <a:tc gridSpan="4">
                  <a:txBody>
                    <a:bodyPr/>
                    <a:lstStyle/>
                    <a:p>
                      <a:r>
                        <a:rPr lang="en-GB" sz="1400" b="1" dirty="0">
                          <a:latin typeface="+mn-lt"/>
                        </a:rPr>
                        <a:t>Commonly Used Significance Tests for Comparing Means and Their Application Context</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432674083"/>
                  </a:ext>
                </a:extLst>
              </a:tr>
              <a:tr h="475735">
                <a:tc>
                  <a:txBody>
                    <a:bodyPr/>
                    <a:lstStyle/>
                    <a:p>
                      <a:pPr algn="l" fontAlgn="ctr"/>
                      <a:r>
                        <a:rPr lang="en-GB" sz="1400" b="1" i="0" dirty="0">
                          <a:effectLst/>
                          <a:latin typeface="+mn-lt"/>
                        </a:rPr>
                        <a:t>Experiment Design</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400" b="1" i="0" dirty="0">
                          <a:effectLst/>
                          <a:latin typeface="+mn-lt"/>
                        </a:rPr>
                        <a:t>Independent Variables (IV)</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400" b="1" i="0" dirty="0">
                          <a:effectLst/>
                          <a:latin typeface="+mn-lt"/>
                        </a:rPr>
                        <a:t>Conditions for each IV</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GB" sz="1400" b="1" i="0" dirty="0">
                          <a:effectLst/>
                          <a:latin typeface="+mn-lt"/>
                        </a:rPr>
                        <a:t>Types of Test</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16447470"/>
                  </a:ext>
                </a:extLst>
              </a:tr>
              <a:tr h="710278">
                <a:tc rowSpan="3">
                  <a:txBody>
                    <a:bodyPr/>
                    <a:lstStyle/>
                    <a:p>
                      <a:pPr algn="l" fontAlgn="ctr"/>
                      <a:r>
                        <a:rPr lang="en-GB" sz="1400" b="0" i="0" dirty="0">
                          <a:effectLst/>
                          <a:latin typeface="+mn-lt"/>
                        </a:rPr>
                        <a:t>Between-group</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a:effectLst/>
                          <a:latin typeface="+mn-lt"/>
                        </a:rPr>
                        <a:t>2</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t"/>
                      <a:r>
                        <a:rPr lang="en-GB" sz="1400" b="0" dirty="0">
                          <a:effectLst/>
                          <a:latin typeface="+mn-lt"/>
                        </a:rPr>
                        <a:t>Independent-samples </a:t>
                      </a:r>
                      <a:r>
                        <a:rPr lang="en-GB" sz="1400" b="0" i="1" dirty="0">
                          <a:effectLst/>
                          <a:latin typeface="+mn-lt"/>
                        </a:rPr>
                        <a:t>t</a:t>
                      </a:r>
                      <a:r>
                        <a:rPr lang="en-GB" sz="1400" b="0" dirty="0">
                          <a:effectLst/>
                          <a:latin typeface="+mn-lt"/>
                        </a:rPr>
                        <a:t> test</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10477614"/>
                  </a:ext>
                </a:extLst>
              </a:tr>
              <a:tr h="381552">
                <a:tc vMerge="1">
                  <a:txBody>
                    <a:bodyPr/>
                    <a:lstStyle/>
                    <a:p>
                      <a:endParaRPr lang="en-GB"/>
                    </a:p>
                  </a:txBody>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dirty="0">
                          <a:effectLst/>
                          <a:latin typeface="+mn-lt"/>
                        </a:rPr>
                        <a:t>3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t"/>
                      <a:r>
                        <a:rPr lang="en-GB" sz="1400" b="0" dirty="0">
                          <a:effectLst/>
                          <a:latin typeface="+mn-lt"/>
                        </a:rPr>
                        <a:t>One-way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68102198"/>
                  </a:ext>
                </a:extLst>
              </a:tr>
              <a:tr h="381552">
                <a:tc vMerge="1">
                  <a:txBody>
                    <a:bodyPr/>
                    <a:lstStyle/>
                    <a:p>
                      <a:endParaRPr lang="en-GB"/>
                    </a:p>
                  </a:txBody>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t"/>
                      <a:r>
                        <a:rPr lang="en-GB" sz="1400" b="0" dirty="0">
                          <a:effectLst/>
                          <a:latin typeface="+mn-lt"/>
                        </a:rPr>
                        <a:t>Factorial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53798149"/>
                  </a:ext>
                </a:extLst>
              </a:tr>
              <a:tr h="545915">
                <a:tc rowSpan="3">
                  <a:txBody>
                    <a:bodyPr/>
                    <a:lstStyle/>
                    <a:p>
                      <a:pPr algn="l" fontAlgn="ctr"/>
                      <a:r>
                        <a:rPr lang="en-GB" sz="1400" b="0" i="0" dirty="0">
                          <a:effectLst/>
                          <a:latin typeface="+mn-lt"/>
                        </a:rPr>
                        <a:t>Within-group</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2</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t"/>
                      <a:r>
                        <a:rPr lang="en-GB" sz="1400" b="0" dirty="0">
                          <a:effectLst/>
                          <a:latin typeface="+mn-lt"/>
                        </a:rPr>
                        <a:t>Paired-samples </a:t>
                      </a:r>
                      <a:r>
                        <a:rPr lang="en-GB" sz="1400" b="0" i="1" dirty="0">
                          <a:effectLst/>
                          <a:latin typeface="+mn-lt"/>
                        </a:rPr>
                        <a:t>t</a:t>
                      </a:r>
                      <a:r>
                        <a:rPr lang="en-GB" sz="1400" b="0" dirty="0">
                          <a:effectLst/>
                          <a:latin typeface="+mn-lt"/>
                        </a:rPr>
                        <a:t> test</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33280931"/>
                  </a:ext>
                </a:extLst>
              </a:tr>
              <a:tr h="545915">
                <a:tc vMerge="1">
                  <a:txBody>
                    <a:bodyPr/>
                    <a:lstStyle/>
                    <a:p>
                      <a:endParaRPr lang="en-GB"/>
                    </a:p>
                  </a:txBody>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3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t"/>
                      <a:r>
                        <a:rPr lang="en-GB" sz="1400" b="0" dirty="0">
                          <a:effectLst/>
                          <a:latin typeface="+mn-lt"/>
                        </a:rPr>
                        <a:t>Repeated measures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30798632"/>
                  </a:ext>
                </a:extLst>
              </a:tr>
              <a:tr h="545915">
                <a:tc vMerge="1">
                  <a:txBody>
                    <a:bodyPr/>
                    <a:lstStyle/>
                    <a:p>
                      <a:endParaRPr lang="en-GB"/>
                    </a:p>
                  </a:txBody>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t"/>
                      <a:r>
                        <a:rPr lang="en-GB" sz="1400" b="0" dirty="0">
                          <a:effectLst/>
                          <a:latin typeface="+mn-lt"/>
                        </a:rPr>
                        <a:t>Repeated measures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54209523"/>
                  </a:ext>
                </a:extLst>
              </a:tr>
              <a:tr h="545915">
                <a:tc>
                  <a:txBody>
                    <a:bodyPr/>
                    <a:lstStyle/>
                    <a:p>
                      <a:pPr algn="l" fontAlgn="t"/>
                      <a:r>
                        <a:rPr lang="en-GB" sz="1400" b="0" i="0" dirty="0">
                          <a:effectLst/>
                          <a:latin typeface="+mn-lt"/>
                        </a:rPr>
                        <a:t>Between- and within-group</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fontAlgn="t"/>
                      <a:r>
                        <a:rPr lang="en-GB" sz="1400" b="0" dirty="0">
                          <a:effectLst/>
                          <a:latin typeface="+mn-lt"/>
                        </a:rPr>
                        <a:t>Split-plot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471295807"/>
                  </a:ext>
                </a:extLst>
              </a:tr>
            </a:tbl>
          </a:graphicData>
        </a:graphic>
      </p:graphicFrame>
      <p:sp>
        <p:nvSpPr>
          <p:cNvPr id="7" name="Rectangle: Rounded Corners 6">
            <a:extLst>
              <a:ext uri="{FF2B5EF4-FFF2-40B4-BE49-F238E27FC236}">
                <a16:creationId xmlns:a16="http://schemas.microsoft.com/office/drawing/2014/main" id="{84F12EAD-107D-C8BE-D7C2-82C9BA7DF646}"/>
              </a:ext>
            </a:extLst>
          </p:cNvPr>
          <p:cNvSpPr/>
          <p:nvPr/>
        </p:nvSpPr>
        <p:spPr>
          <a:xfrm>
            <a:off x="971600" y="546037"/>
            <a:ext cx="2664296"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Choose the statistical test</a:t>
            </a:r>
          </a:p>
        </p:txBody>
      </p:sp>
      <p:sp>
        <p:nvSpPr>
          <p:cNvPr id="10" name="Rectangle: Rounded Corners 9">
            <a:extLst>
              <a:ext uri="{FF2B5EF4-FFF2-40B4-BE49-F238E27FC236}">
                <a16:creationId xmlns:a16="http://schemas.microsoft.com/office/drawing/2014/main" id="{D9AE1E4E-7383-C008-E657-BF3B66A83672}"/>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4</a:t>
            </a:r>
          </a:p>
        </p:txBody>
      </p:sp>
      <p:grpSp>
        <p:nvGrpSpPr>
          <p:cNvPr id="11" name="Group 10">
            <a:extLst>
              <a:ext uri="{FF2B5EF4-FFF2-40B4-BE49-F238E27FC236}">
                <a16:creationId xmlns:a16="http://schemas.microsoft.com/office/drawing/2014/main" id="{9BC67052-ED63-06A1-4C93-0AC0B25E3880}"/>
              </a:ext>
            </a:extLst>
          </p:cNvPr>
          <p:cNvGrpSpPr/>
          <p:nvPr/>
        </p:nvGrpSpPr>
        <p:grpSpPr>
          <a:xfrm>
            <a:off x="380595" y="2893725"/>
            <a:ext cx="8439120" cy="1040040"/>
            <a:chOff x="380595" y="2893725"/>
            <a:chExt cx="8439120" cy="104004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E78609FD-580E-8DAA-F228-C92C14CF479E}"/>
                    </a:ext>
                  </a:extLst>
                </p14:cNvPr>
                <p14:cNvContentPartPr/>
                <p14:nvPr/>
              </p14:nvContentPartPr>
              <p14:xfrm>
                <a:off x="380595" y="2893725"/>
                <a:ext cx="8328600" cy="975960"/>
              </p14:xfrm>
            </p:contentPart>
          </mc:Choice>
          <mc:Fallback xmlns="">
            <p:pic>
              <p:nvPicPr>
                <p:cNvPr id="6" name="Ink 5">
                  <a:extLst>
                    <a:ext uri="{FF2B5EF4-FFF2-40B4-BE49-F238E27FC236}">
                      <a16:creationId xmlns:a16="http://schemas.microsoft.com/office/drawing/2014/main" id="{E78609FD-580E-8DAA-F228-C92C14CF479E}"/>
                    </a:ext>
                  </a:extLst>
                </p:cNvPr>
                <p:cNvPicPr/>
                <p:nvPr/>
              </p:nvPicPr>
              <p:blipFill>
                <a:blip r:embed="rId3"/>
                <a:stretch>
                  <a:fillRect/>
                </a:stretch>
              </p:blipFill>
              <p:spPr>
                <a:xfrm>
                  <a:off x="362955" y="2876085"/>
                  <a:ext cx="8364240" cy="1011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C90F1D73-AF14-F39A-5976-BDBF3FF2A8B0}"/>
                    </a:ext>
                  </a:extLst>
                </p14:cNvPr>
                <p14:cNvContentPartPr/>
                <p14:nvPr/>
              </p14:nvContentPartPr>
              <p14:xfrm>
                <a:off x="380595" y="3009285"/>
                <a:ext cx="38880" cy="837720"/>
              </p14:xfrm>
            </p:contentPart>
          </mc:Choice>
          <mc:Fallback xmlns="">
            <p:pic>
              <p:nvPicPr>
                <p:cNvPr id="8" name="Ink 7">
                  <a:extLst>
                    <a:ext uri="{FF2B5EF4-FFF2-40B4-BE49-F238E27FC236}">
                      <a16:creationId xmlns:a16="http://schemas.microsoft.com/office/drawing/2014/main" id="{C90F1D73-AF14-F39A-5976-BDBF3FF2A8B0}"/>
                    </a:ext>
                  </a:extLst>
                </p:cNvPr>
                <p:cNvPicPr/>
                <p:nvPr/>
              </p:nvPicPr>
              <p:blipFill>
                <a:blip r:embed="rId5"/>
                <a:stretch>
                  <a:fillRect/>
                </a:stretch>
              </p:blipFill>
              <p:spPr>
                <a:xfrm>
                  <a:off x="362955" y="2991645"/>
                  <a:ext cx="74520" cy="873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3F613992-C698-F117-0A95-9822E79340B0}"/>
                    </a:ext>
                  </a:extLst>
                </p14:cNvPr>
                <p14:cNvContentPartPr/>
                <p14:nvPr/>
              </p14:nvContentPartPr>
              <p14:xfrm>
                <a:off x="418755" y="3855285"/>
                <a:ext cx="8400960" cy="78480"/>
              </p14:xfrm>
            </p:contentPart>
          </mc:Choice>
          <mc:Fallback xmlns="">
            <p:pic>
              <p:nvPicPr>
                <p:cNvPr id="9" name="Ink 8">
                  <a:extLst>
                    <a:ext uri="{FF2B5EF4-FFF2-40B4-BE49-F238E27FC236}">
                      <a16:creationId xmlns:a16="http://schemas.microsoft.com/office/drawing/2014/main" id="{3F613992-C698-F117-0A95-9822E79340B0}"/>
                    </a:ext>
                  </a:extLst>
                </p:cNvPr>
                <p:cNvPicPr/>
                <p:nvPr/>
              </p:nvPicPr>
              <p:blipFill>
                <a:blip r:embed="rId7"/>
                <a:stretch>
                  <a:fillRect/>
                </a:stretch>
              </p:blipFill>
              <p:spPr>
                <a:xfrm>
                  <a:off x="401115" y="3837285"/>
                  <a:ext cx="8436600" cy="114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B8898467-E37F-181F-605D-5F3544A1C29E}"/>
                  </a:ext>
                </a:extLst>
              </p14:cNvPr>
              <p14:cNvContentPartPr/>
              <p14:nvPr/>
            </p14:nvContentPartPr>
            <p14:xfrm>
              <a:off x="370875" y="4331565"/>
              <a:ext cx="8470440" cy="1069200"/>
            </p14:xfrm>
          </p:contentPart>
        </mc:Choice>
        <mc:Fallback xmlns="">
          <p:pic>
            <p:nvPicPr>
              <p:cNvPr id="12" name="Ink 11">
                <a:extLst>
                  <a:ext uri="{FF2B5EF4-FFF2-40B4-BE49-F238E27FC236}">
                    <a16:creationId xmlns:a16="http://schemas.microsoft.com/office/drawing/2014/main" id="{B8898467-E37F-181F-605D-5F3544A1C29E}"/>
                  </a:ext>
                </a:extLst>
              </p:cNvPr>
              <p:cNvPicPr/>
              <p:nvPr/>
            </p:nvPicPr>
            <p:blipFill>
              <a:blip r:embed="rId9"/>
              <a:stretch>
                <a:fillRect/>
              </a:stretch>
            </p:blipFill>
            <p:spPr>
              <a:xfrm>
                <a:off x="353235" y="4313565"/>
                <a:ext cx="8506080" cy="1104840"/>
              </a:xfrm>
              <a:prstGeom prst="rect">
                <a:avLst/>
              </a:prstGeom>
            </p:spPr>
          </p:pic>
        </mc:Fallback>
      </mc:AlternateContent>
      <p:grpSp>
        <p:nvGrpSpPr>
          <p:cNvPr id="15" name="Group 14">
            <a:extLst>
              <a:ext uri="{FF2B5EF4-FFF2-40B4-BE49-F238E27FC236}">
                <a16:creationId xmlns:a16="http://schemas.microsoft.com/office/drawing/2014/main" id="{22C87219-7F2F-7CB0-985F-52EE42E89992}"/>
              </a:ext>
            </a:extLst>
          </p:cNvPr>
          <p:cNvGrpSpPr/>
          <p:nvPr/>
        </p:nvGrpSpPr>
        <p:grpSpPr>
          <a:xfrm>
            <a:off x="361515" y="4485645"/>
            <a:ext cx="8468640" cy="1823040"/>
            <a:chOff x="361515" y="4485645"/>
            <a:chExt cx="8468640" cy="1823040"/>
          </a:xfrm>
        </p:grpSpPr>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872C7D03-FFD3-C9F5-A37E-90D3A7034B64}"/>
                    </a:ext>
                  </a:extLst>
                </p14:cNvPr>
                <p14:cNvContentPartPr/>
                <p14:nvPr/>
              </p14:nvContentPartPr>
              <p14:xfrm>
                <a:off x="361515" y="4485645"/>
                <a:ext cx="8385840" cy="1823040"/>
              </p14:xfrm>
            </p:contentPart>
          </mc:Choice>
          <mc:Fallback xmlns="">
            <p:pic>
              <p:nvPicPr>
                <p:cNvPr id="13" name="Ink 12">
                  <a:extLst>
                    <a:ext uri="{FF2B5EF4-FFF2-40B4-BE49-F238E27FC236}">
                      <a16:creationId xmlns:a16="http://schemas.microsoft.com/office/drawing/2014/main" id="{872C7D03-FFD3-C9F5-A37E-90D3A7034B64}"/>
                    </a:ext>
                  </a:extLst>
                </p:cNvPr>
                <p:cNvPicPr/>
                <p:nvPr/>
              </p:nvPicPr>
              <p:blipFill>
                <a:blip r:embed="rId11"/>
                <a:stretch>
                  <a:fillRect/>
                </a:stretch>
              </p:blipFill>
              <p:spPr>
                <a:xfrm>
                  <a:off x="343875" y="4468005"/>
                  <a:ext cx="8421480" cy="1858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702CBE66-E878-513E-B934-7E3E7467B6F4}"/>
                    </a:ext>
                  </a:extLst>
                </p14:cNvPr>
                <p14:cNvContentPartPr/>
                <p14:nvPr/>
              </p14:nvContentPartPr>
              <p14:xfrm>
                <a:off x="8809995" y="5371605"/>
                <a:ext cx="20160" cy="494640"/>
              </p14:xfrm>
            </p:contentPart>
          </mc:Choice>
          <mc:Fallback xmlns="">
            <p:pic>
              <p:nvPicPr>
                <p:cNvPr id="14" name="Ink 13">
                  <a:extLst>
                    <a:ext uri="{FF2B5EF4-FFF2-40B4-BE49-F238E27FC236}">
                      <a16:creationId xmlns:a16="http://schemas.microsoft.com/office/drawing/2014/main" id="{702CBE66-E878-513E-B934-7E3E7467B6F4}"/>
                    </a:ext>
                  </a:extLst>
                </p:cNvPr>
                <p:cNvPicPr/>
                <p:nvPr/>
              </p:nvPicPr>
              <p:blipFill>
                <a:blip r:embed="rId13"/>
                <a:stretch>
                  <a:fillRect/>
                </a:stretch>
              </p:blipFill>
              <p:spPr>
                <a:xfrm>
                  <a:off x="8792355" y="5353965"/>
                  <a:ext cx="55800" cy="530280"/>
                </a:xfrm>
                <a:prstGeom prst="rect">
                  <a:avLst/>
                </a:prstGeom>
              </p:spPr>
            </p:pic>
          </mc:Fallback>
        </mc:AlternateContent>
      </p:grpSp>
      <p:sp>
        <p:nvSpPr>
          <p:cNvPr id="3" name="Footer Placeholder 2">
            <a:extLst>
              <a:ext uri="{FF2B5EF4-FFF2-40B4-BE49-F238E27FC236}">
                <a16:creationId xmlns:a16="http://schemas.microsoft.com/office/drawing/2014/main" id="{E04CD968-1B13-1281-26CF-93CCE8585AF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435E2049-BB65-5ABF-10F9-97AE7B39A0CC}"/>
              </a:ext>
            </a:extLst>
          </p:cNvPr>
          <p:cNvSpPr>
            <a:spLocks noGrp="1"/>
          </p:cNvSpPr>
          <p:nvPr>
            <p:ph type="sldNum" sz="quarter" idx="4"/>
          </p:nvPr>
        </p:nvSpPr>
        <p:spPr/>
        <p:txBody>
          <a:bodyPr/>
          <a:lstStyle/>
          <a:p>
            <a:fld id="{9FD7ECCF-50E7-4327-B945-FA93FF7B2BEF}" type="slidenum">
              <a:rPr lang="en-US" smtClean="0"/>
              <a:pPr/>
              <a:t>5</a:t>
            </a:fld>
            <a:r>
              <a:rPr lang="en-GB"/>
              <a:t>/54</a:t>
            </a:r>
            <a:endParaRPr lang="en-US" dirty="0"/>
          </a:p>
        </p:txBody>
      </p:sp>
    </p:spTree>
    <p:extLst>
      <p:ext uri="{BB962C8B-B14F-4D97-AF65-F5344CB8AC3E}">
        <p14:creationId xmlns:p14="http://schemas.microsoft.com/office/powerpoint/2010/main" val="1874153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B45813D-E4C0-B83A-02CF-E2EC6CF14095}"/>
              </a:ext>
            </a:extLst>
          </p:cNvPr>
          <p:cNvSpPr/>
          <p:nvPr/>
        </p:nvSpPr>
        <p:spPr>
          <a:xfrm>
            <a:off x="827584" y="3213762"/>
            <a:ext cx="7703768" cy="1151341"/>
          </a:xfrm>
          <a:prstGeom prst="rect">
            <a:avLst/>
          </a:prstGeom>
          <a:solidFill>
            <a:schemeClr val="bg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8CAD177D-776A-2AD0-3227-A8D31B3EA8E6}"/>
              </a:ext>
            </a:extLst>
          </p:cNvPr>
          <p:cNvSpPr>
            <a:spLocks noGrp="1"/>
          </p:cNvSpPr>
          <p:nvPr>
            <p:ph type="title"/>
          </p:nvPr>
        </p:nvSpPr>
        <p:spPr/>
        <p:txBody>
          <a:bodyPr/>
          <a:lstStyle/>
          <a:p>
            <a:r>
              <a:rPr lang="en-GB" dirty="0"/>
              <a:t>ANOVA</a:t>
            </a:r>
          </a:p>
        </p:txBody>
      </p:sp>
      <p:sp>
        <p:nvSpPr>
          <p:cNvPr id="3" name="Content Placeholder 2">
            <a:extLst>
              <a:ext uri="{FF2B5EF4-FFF2-40B4-BE49-F238E27FC236}">
                <a16:creationId xmlns:a16="http://schemas.microsoft.com/office/drawing/2014/main" id="{2E00CC89-9D12-64A2-3E36-3A829A88E341}"/>
              </a:ext>
            </a:extLst>
          </p:cNvPr>
          <p:cNvSpPr>
            <a:spLocks noGrp="1"/>
          </p:cNvSpPr>
          <p:nvPr>
            <p:ph sz="quarter" idx="1"/>
          </p:nvPr>
        </p:nvSpPr>
        <p:spPr>
          <a:xfrm>
            <a:off x="612648" y="1600200"/>
            <a:ext cx="8153400" cy="5029200"/>
          </a:xfrm>
        </p:spPr>
        <p:txBody>
          <a:bodyPr>
            <a:normAutofit fontScale="55000" lnSpcReduction="20000"/>
          </a:bodyPr>
          <a:lstStyle/>
          <a:p>
            <a:pPr>
              <a:lnSpc>
                <a:spcPct val="120000"/>
              </a:lnSpc>
              <a:spcBef>
                <a:spcPts val="600"/>
              </a:spcBef>
            </a:pPr>
            <a:r>
              <a:rPr lang="en-GB" dirty="0">
                <a:solidFill>
                  <a:schemeClr val="tx2">
                    <a:lumMod val="50000"/>
                  </a:schemeClr>
                </a:solidFill>
              </a:rPr>
              <a:t>ANOVA is a widely used statistical method </a:t>
            </a:r>
            <a:r>
              <a:rPr lang="en-GB" b="0" i="0" dirty="0">
                <a:solidFill>
                  <a:schemeClr val="tx2">
                    <a:lumMod val="50000"/>
                  </a:schemeClr>
                </a:solidFill>
                <a:effectLst/>
              </a:rPr>
              <a:t>that is used to check if </a:t>
            </a:r>
            <a:r>
              <a:rPr lang="en-GB" b="0" i="0" u="sng" dirty="0">
                <a:solidFill>
                  <a:schemeClr val="tx2">
                    <a:lumMod val="50000"/>
                  </a:schemeClr>
                </a:solidFill>
                <a:effectLst/>
              </a:rPr>
              <a:t>the means of </a:t>
            </a:r>
            <a:r>
              <a:rPr lang="en-GB" b="1" i="0" u="sng" dirty="0">
                <a:solidFill>
                  <a:schemeClr val="tx2">
                    <a:lumMod val="50000"/>
                  </a:schemeClr>
                </a:solidFill>
                <a:effectLst/>
              </a:rPr>
              <a:t>two or more groups </a:t>
            </a:r>
            <a:r>
              <a:rPr lang="en-GB" b="0" i="0" dirty="0">
                <a:solidFill>
                  <a:schemeClr val="tx2">
                    <a:lumMod val="50000"/>
                  </a:schemeClr>
                </a:solidFill>
                <a:effectLst/>
              </a:rPr>
              <a:t>are significantly different from each other. </a:t>
            </a:r>
          </a:p>
          <a:p>
            <a:pPr>
              <a:lnSpc>
                <a:spcPct val="120000"/>
              </a:lnSpc>
              <a:spcBef>
                <a:spcPts val="600"/>
              </a:spcBef>
            </a:pPr>
            <a:r>
              <a:rPr lang="en-GB" dirty="0">
                <a:solidFill>
                  <a:schemeClr val="tx2">
                    <a:lumMod val="50000"/>
                  </a:schemeClr>
                </a:solidFill>
              </a:rPr>
              <a:t>When there are only two means to be compared, the calculation of ANOVA (</a:t>
            </a:r>
            <a:r>
              <a:rPr lang="en-GB" b="1" dirty="0" err="1">
                <a:solidFill>
                  <a:schemeClr val="tx2">
                    <a:lumMod val="50000"/>
                  </a:schemeClr>
                </a:solidFill>
              </a:rPr>
              <a:t>AN</a:t>
            </a:r>
            <a:r>
              <a:rPr lang="en-GB" dirty="0" err="1">
                <a:solidFill>
                  <a:schemeClr val="tx2">
                    <a:lumMod val="50000"/>
                  </a:schemeClr>
                </a:solidFill>
              </a:rPr>
              <a:t>alysis</a:t>
            </a:r>
            <a:r>
              <a:rPr lang="en-GB" dirty="0">
                <a:solidFill>
                  <a:schemeClr val="tx2">
                    <a:lumMod val="50000"/>
                  </a:schemeClr>
                </a:solidFill>
              </a:rPr>
              <a:t> </a:t>
            </a:r>
            <a:r>
              <a:rPr lang="en-GB" b="1" dirty="0">
                <a:solidFill>
                  <a:schemeClr val="tx2">
                    <a:lumMod val="50000"/>
                  </a:schemeClr>
                </a:solidFill>
              </a:rPr>
              <a:t>O</a:t>
            </a:r>
            <a:r>
              <a:rPr lang="en-GB" dirty="0">
                <a:solidFill>
                  <a:schemeClr val="tx2">
                    <a:lumMod val="50000"/>
                  </a:schemeClr>
                </a:solidFill>
              </a:rPr>
              <a:t>f </a:t>
            </a:r>
            <a:r>
              <a:rPr lang="en-GB" b="1" dirty="0">
                <a:solidFill>
                  <a:schemeClr val="tx2">
                    <a:lumMod val="50000"/>
                  </a:schemeClr>
                </a:solidFill>
              </a:rPr>
              <a:t>V</a:t>
            </a:r>
            <a:r>
              <a:rPr lang="en-GB" dirty="0">
                <a:solidFill>
                  <a:schemeClr val="tx2">
                    <a:lumMod val="50000"/>
                  </a:schemeClr>
                </a:solidFill>
              </a:rPr>
              <a:t>ariance) is simplified to </a:t>
            </a:r>
            <a:r>
              <a:rPr lang="en-GB" i="1" dirty="0">
                <a:solidFill>
                  <a:schemeClr val="tx2">
                    <a:lumMod val="50000"/>
                  </a:schemeClr>
                </a:solidFill>
              </a:rPr>
              <a:t>t</a:t>
            </a:r>
            <a:r>
              <a:rPr lang="en-GB" dirty="0">
                <a:solidFill>
                  <a:schemeClr val="tx2">
                    <a:lumMod val="50000"/>
                  </a:schemeClr>
                </a:solidFill>
              </a:rPr>
              <a:t> tests.</a:t>
            </a:r>
          </a:p>
          <a:p>
            <a:pPr algn="l">
              <a:lnSpc>
                <a:spcPct val="120000"/>
              </a:lnSpc>
              <a:spcBef>
                <a:spcPts val="600"/>
              </a:spcBef>
            </a:pPr>
            <a:r>
              <a:rPr lang="en-GB" b="0" i="0" dirty="0">
                <a:solidFill>
                  <a:schemeClr val="tx2">
                    <a:lumMod val="50000"/>
                  </a:schemeClr>
                </a:solidFill>
                <a:effectLst/>
              </a:rPr>
              <a:t>The hypothesis being tested in ANOVA is:</a:t>
            </a:r>
          </a:p>
          <a:p>
            <a:pPr algn="l">
              <a:lnSpc>
                <a:spcPct val="120000"/>
              </a:lnSpc>
              <a:spcBef>
                <a:spcPts val="600"/>
              </a:spcBef>
            </a:pPr>
            <a:endParaRPr lang="en-GB" sz="1800" b="0" i="0" dirty="0">
              <a:solidFill>
                <a:schemeClr val="tx2">
                  <a:lumMod val="50000"/>
                </a:schemeClr>
              </a:solidFill>
              <a:effectLst/>
            </a:endParaRPr>
          </a:p>
          <a:p>
            <a:pPr marL="0" indent="361950" algn="l">
              <a:lnSpc>
                <a:spcPct val="120000"/>
              </a:lnSpc>
              <a:spcBef>
                <a:spcPts val="600"/>
              </a:spcBef>
              <a:buNone/>
            </a:pPr>
            <a:r>
              <a:rPr lang="en-GB" b="1" i="0" dirty="0">
                <a:solidFill>
                  <a:schemeClr val="tx2">
                    <a:lumMod val="50000"/>
                  </a:schemeClr>
                </a:solidFill>
                <a:effectLst/>
              </a:rPr>
              <a:t>H</a:t>
            </a:r>
            <a:r>
              <a:rPr lang="en-GB" b="1" i="0" baseline="-25000" dirty="0">
                <a:solidFill>
                  <a:schemeClr val="tx2">
                    <a:lumMod val="50000"/>
                  </a:schemeClr>
                </a:solidFill>
                <a:effectLst/>
              </a:rPr>
              <a:t>0</a:t>
            </a:r>
            <a:r>
              <a:rPr lang="en-GB" b="1" i="0" dirty="0">
                <a:solidFill>
                  <a:schemeClr val="tx2">
                    <a:lumMod val="50000"/>
                  </a:schemeClr>
                </a:solidFill>
                <a:effectLst/>
              </a:rPr>
              <a:t>: All pairs of samples are same i.e. all sample means are equal</a:t>
            </a:r>
          </a:p>
          <a:p>
            <a:pPr marL="0" indent="361950" algn="l">
              <a:lnSpc>
                <a:spcPct val="120000"/>
              </a:lnSpc>
              <a:spcBef>
                <a:spcPts val="600"/>
              </a:spcBef>
              <a:buNone/>
            </a:pPr>
            <a:r>
              <a:rPr lang="en-GB" b="1" i="0" dirty="0">
                <a:solidFill>
                  <a:schemeClr val="tx2">
                    <a:lumMod val="50000"/>
                  </a:schemeClr>
                </a:solidFill>
                <a:effectLst/>
              </a:rPr>
              <a:t>H</a:t>
            </a:r>
            <a:r>
              <a:rPr lang="el-GR" b="1" i="0" baseline="-25000" dirty="0">
                <a:solidFill>
                  <a:schemeClr val="tx2">
                    <a:lumMod val="50000"/>
                  </a:schemeClr>
                </a:solidFill>
                <a:effectLst/>
              </a:rPr>
              <a:t>α</a:t>
            </a:r>
            <a:r>
              <a:rPr lang="en-GB" b="1" i="0" dirty="0">
                <a:solidFill>
                  <a:schemeClr val="tx2">
                    <a:lumMod val="50000"/>
                  </a:schemeClr>
                </a:solidFill>
                <a:effectLst/>
              </a:rPr>
              <a:t>: At least one pair of samples is significantly different</a:t>
            </a:r>
          </a:p>
          <a:p>
            <a:pPr marL="0" indent="361950">
              <a:lnSpc>
                <a:spcPct val="120000"/>
              </a:lnSpc>
              <a:spcBef>
                <a:spcPts val="600"/>
              </a:spcBef>
              <a:buNone/>
            </a:pPr>
            <a:r>
              <a:rPr lang="en-GB" dirty="0">
                <a:latin typeface="+mn-lt"/>
              </a:rPr>
              <a:t>H</a:t>
            </a:r>
            <a:r>
              <a:rPr lang="en-GB" baseline="-25000" dirty="0">
                <a:latin typeface="+mn-lt"/>
              </a:rPr>
              <a:t>0</a:t>
            </a:r>
            <a:r>
              <a:rPr lang="en-GB" dirty="0">
                <a:latin typeface="+mn-lt"/>
              </a:rPr>
              <a:t>: </a:t>
            </a:r>
            <a:r>
              <a:rPr lang="el-GR" dirty="0">
                <a:latin typeface="+mn-lt"/>
              </a:rPr>
              <a:t>μ</a:t>
            </a:r>
            <a:r>
              <a:rPr lang="el-GR" baseline="-25000" dirty="0">
                <a:latin typeface="+mn-lt"/>
              </a:rPr>
              <a:t>1</a:t>
            </a:r>
            <a:r>
              <a:rPr lang="el-GR" dirty="0">
                <a:latin typeface="+mn-lt"/>
              </a:rPr>
              <a:t> = μ</a:t>
            </a:r>
            <a:r>
              <a:rPr lang="el-GR" baseline="-25000" dirty="0">
                <a:latin typeface="+mn-lt"/>
              </a:rPr>
              <a:t>2 </a:t>
            </a:r>
            <a:r>
              <a:rPr lang="el-GR" dirty="0">
                <a:latin typeface="+mn-lt"/>
              </a:rPr>
              <a:t>= μ</a:t>
            </a:r>
            <a:r>
              <a:rPr lang="el-GR" baseline="-25000" dirty="0">
                <a:latin typeface="+mn-lt"/>
              </a:rPr>
              <a:t>3</a:t>
            </a:r>
            <a:endParaRPr lang="en-GB" b="1" i="0" dirty="0">
              <a:solidFill>
                <a:schemeClr val="tx2">
                  <a:lumMod val="50000"/>
                </a:schemeClr>
              </a:solidFill>
              <a:effectLst/>
            </a:endParaRPr>
          </a:p>
          <a:p>
            <a:pPr>
              <a:lnSpc>
                <a:spcPct val="120000"/>
              </a:lnSpc>
              <a:spcBef>
                <a:spcPts val="600"/>
              </a:spcBef>
            </a:pPr>
            <a:endParaRPr lang="en-GB" sz="2000" dirty="0">
              <a:solidFill>
                <a:schemeClr val="tx2">
                  <a:lumMod val="50000"/>
                </a:schemeClr>
              </a:solidFill>
            </a:endParaRPr>
          </a:p>
          <a:p>
            <a:pPr>
              <a:lnSpc>
                <a:spcPct val="120000"/>
              </a:lnSpc>
              <a:spcBef>
                <a:spcPts val="600"/>
              </a:spcBef>
            </a:pPr>
            <a:r>
              <a:rPr lang="en-GB" dirty="0">
                <a:solidFill>
                  <a:schemeClr val="tx2">
                    <a:lumMod val="50000"/>
                  </a:schemeClr>
                </a:solidFill>
              </a:rPr>
              <a:t>ANOVA tests normally return a value called the omnibus F (therefore, ANOVA tests are also called “F tests”). In ANOVA test we calculate F value and compare it with the critical value.</a:t>
            </a:r>
          </a:p>
          <a:p>
            <a:pPr marL="0" indent="355600">
              <a:lnSpc>
                <a:spcPct val="120000"/>
              </a:lnSpc>
              <a:spcBef>
                <a:spcPts val="600"/>
              </a:spcBef>
              <a:buNone/>
            </a:pPr>
            <a:r>
              <a:rPr lang="en-GB" dirty="0">
                <a:solidFill>
                  <a:schemeClr val="tx2">
                    <a:lumMod val="50000"/>
                  </a:schemeClr>
                </a:solidFill>
              </a:rPr>
              <a:t>F = SSB / SSW, where</a:t>
            </a:r>
          </a:p>
          <a:p>
            <a:pPr marL="0" indent="355600" algn="l" fontAlgn="base">
              <a:buNone/>
            </a:pPr>
            <a:r>
              <a:rPr lang="en-GB" sz="2000" dirty="0">
                <a:solidFill>
                  <a:schemeClr val="tx2">
                    <a:lumMod val="50000"/>
                  </a:schemeClr>
                </a:solidFill>
              </a:rPr>
              <a:t>The mean sum of squares between the group SSB can be calculated as the following:</a:t>
            </a:r>
          </a:p>
          <a:p>
            <a:pPr marL="0" indent="355600" algn="l" fontAlgn="base">
              <a:buNone/>
            </a:pPr>
            <a:r>
              <a:rPr lang="en-GB" sz="2000" dirty="0">
                <a:solidFill>
                  <a:schemeClr val="tx2">
                    <a:lumMod val="50000"/>
                  </a:schemeClr>
                </a:solidFill>
              </a:rPr>
              <a:t>SSB = Sum of squares between groups (</a:t>
            </a:r>
            <a:r>
              <a:rPr lang="en-GB" sz="2000" dirty="0" err="1">
                <a:solidFill>
                  <a:schemeClr val="tx2">
                    <a:lumMod val="50000"/>
                  </a:schemeClr>
                </a:solidFill>
              </a:rPr>
              <a:t>SSb</a:t>
            </a:r>
            <a:r>
              <a:rPr lang="en-GB" sz="2000" dirty="0">
                <a:solidFill>
                  <a:schemeClr val="tx2">
                    <a:lumMod val="50000"/>
                  </a:schemeClr>
                </a:solidFill>
              </a:rPr>
              <a:t>) / Degrees of freedom between groups (</a:t>
            </a:r>
            <a:r>
              <a:rPr lang="en-GB" sz="2000" dirty="0" err="1">
                <a:solidFill>
                  <a:schemeClr val="tx2">
                    <a:lumMod val="50000"/>
                  </a:schemeClr>
                </a:solidFill>
              </a:rPr>
              <a:t>DFb</a:t>
            </a:r>
            <a:r>
              <a:rPr lang="en-GB" sz="2000" dirty="0">
                <a:solidFill>
                  <a:schemeClr val="tx2">
                    <a:lumMod val="50000"/>
                  </a:schemeClr>
                </a:solidFill>
              </a:rPr>
              <a:t>)</a:t>
            </a:r>
          </a:p>
          <a:p>
            <a:pPr marL="0" indent="355600" algn="l" fontAlgn="base">
              <a:buNone/>
            </a:pPr>
            <a:r>
              <a:rPr lang="en-GB" sz="2000" dirty="0" err="1">
                <a:solidFill>
                  <a:schemeClr val="tx2">
                    <a:lumMod val="50000"/>
                  </a:schemeClr>
                </a:solidFill>
              </a:rPr>
              <a:t>DFb</a:t>
            </a:r>
            <a:r>
              <a:rPr lang="en-GB" sz="2000" dirty="0">
                <a:solidFill>
                  <a:schemeClr val="tx2">
                    <a:lumMod val="50000"/>
                  </a:schemeClr>
                </a:solidFill>
              </a:rPr>
              <a:t> = Degree of freedom (between the group) = K – 1 where K is the number of group</a:t>
            </a:r>
          </a:p>
          <a:p>
            <a:pPr marL="0" indent="355600" algn="l" fontAlgn="base">
              <a:buNone/>
            </a:pPr>
            <a:r>
              <a:rPr lang="en-GB" sz="2000" dirty="0">
                <a:solidFill>
                  <a:schemeClr val="tx2">
                    <a:lumMod val="50000"/>
                  </a:schemeClr>
                </a:solidFill>
              </a:rPr>
              <a:t>SSW = Sum of squares within groups (SSW) / Degrees of freedom within groups (</a:t>
            </a:r>
            <a:r>
              <a:rPr lang="en-GB" sz="2000" dirty="0" err="1">
                <a:solidFill>
                  <a:schemeClr val="tx2">
                    <a:lumMod val="50000"/>
                  </a:schemeClr>
                </a:solidFill>
              </a:rPr>
              <a:t>DFw</a:t>
            </a:r>
            <a:r>
              <a:rPr lang="en-GB" sz="2000" dirty="0">
                <a:solidFill>
                  <a:schemeClr val="tx2">
                    <a:lumMod val="50000"/>
                  </a:schemeClr>
                </a:solidFill>
              </a:rPr>
              <a:t>)</a:t>
            </a:r>
          </a:p>
        </p:txBody>
      </p:sp>
      <p:sp>
        <p:nvSpPr>
          <p:cNvPr id="7" name="Footer Placeholder 6">
            <a:extLst>
              <a:ext uri="{FF2B5EF4-FFF2-40B4-BE49-F238E27FC236}">
                <a16:creationId xmlns:a16="http://schemas.microsoft.com/office/drawing/2014/main" id="{ACC0D29D-0F0E-F272-0D78-712A3666DE7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A20E0D31-F26A-79F4-CDA1-3137CC0CC1C3}"/>
              </a:ext>
            </a:extLst>
          </p:cNvPr>
          <p:cNvSpPr>
            <a:spLocks noGrp="1"/>
          </p:cNvSpPr>
          <p:nvPr>
            <p:ph type="sldNum" sz="quarter" idx="4"/>
          </p:nvPr>
        </p:nvSpPr>
        <p:spPr/>
        <p:txBody>
          <a:bodyPr/>
          <a:lstStyle/>
          <a:p>
            <a:fld id="{9FD7ECCF-50E7-4327-B945-FA93FF7B2BEF}" type="slidenum">
              <a:rPr lang="en-US" smtClean="0"/>
              <a:pPr/>
              <a:t>6</a:t>
            </a:fld>
            <a:r>
              <a:rPr lang="en-GB"/>
              <a:t>/54</a:t>
            </a:r>
            <a:endParaRPr lang="en-US" dirty="0"/>
          </a:p>
        </p:txBody>
      </p:sp>
    </p:spTree>
    <p:extLst>
      <p:ext uri="{BB962C8B-B14F-4D97-AF65-F5344CB8AC3E}">
        <p14:creationId xmlns:p14="http://schemas.microsoft.com/office/powerpoint/2010/main" val="513801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B82D1-45B6-71CB-5435-6DA4D489D0E0}"/>
              </a:ext>
            </a:extLst>
          </p:cNvPr>
          <p:cNvSpPr>
            <a:spLocks noGrp="1"/>
          </p:cNvSpPr>
          <p:nvPr>
            <p:ph type="title"/>
          </p:nvPr>
        </p:nvSpPr>
        <p:spPr/>
        <p:txBody>
          <a:bodyPr/>
          <a:lstStyle/>
          <a:p>
            <a:r>
              <a:rPr lang="en-GB" dirty="0"/>
              <a:t>ANOVA – visual explanation</a:t>
            </a:r>
          </a:p>
        </p:txBody>
      </p:sp>
      <mc:AlternateContent xmlns:mc="http://schemas.openxmlformats.org/markup-compatibility/2006" xmlns:p14="http://schemas.microsoft.com/office/powerpoint/2010/main">
        <mc:Choice Requires="p14">
          <p:contentPart p14:bwMode="auto" r:id="rId3">
            <p14:nvContentPartPr>
              <p14:cNvPr id="71" name="Ink 70">
                <a:extLst>
                  <a:ext uri="{FF2B5EF4-FFF2-40B4-BE49-F238E27FC236}">
                    <a16:creationId xmlns:a16="http://schemas.microsoft.com/office/drawing/2014/main" id="{B9FD4519-026A-2345-8A06-F275D343EC9F}"/>
                  </a:ext>
                </a:extLst>
              </p14:cNvPr>
              <p14:cNvContentPartPr/>
              <p14:nvPr/>
            </p14:nvContentPartPr>
            <p14:xfrm>
              <a:off x="508035" y="6290490"/>
              <a:ext cx="5760" cy="24120"/>
            </p14:xfrm>
          </p:contentPart>
        </mc:Choice>
        <mc:Fallback xmlns="">
          <p:pic>
            <p:nvPicPr>
              <p:cNvPr id="71" name="Ink 70">
                <a:extLst>
                  <a:ext uri="{FF2B5EF4-FFF2-40B4-BE49-F238E27FC236}">
                    <a16:creationId xmlns:a16="http://schemas.microsoft.com/office/drawing/2014/main" id="{B9FD4519-026A-2345-8A06-F275D343EC9F}"/>
                  </a:ext>
                </a:extLst>
              </p:cNvPr>
              <p:cNvPicPr/>
              <p:nvPr/>
            </p:nvPicPr>
            <p:blipFill>
              <a:blip r:embed="rId4"/>
              <a:stretch>
                <a:fillRect/>
              </a:stretch>
            </p:blipFill>
            <p:spPr>
              <a:xfrm>
                <a:off x="490035" y="6272490"/>
                <a:ext cx="41400" cy="59760"/>
              </a:xfrm>
              <a:prstGeom prst="rect">
                <a:avLst/>
              </a:prstGeom>
            </p:spPr>
          </p:pic>
        </mc:Fallback>
      </mc:AlternateContent>
      <p:pic>
        <p:nvPicPr>
          <p:cNvPr id="86" name="Picture 85" descr="keyboard3">
            <a:extLst>
              <a:ext uri="{FF2B5EF4-FFF2-40B4-BE49-F238E27FC236}">
                <a16:creationId xmlns:a16="http://schemas.microsoft.com/office/drawing/2014/main" id="{BB5A7D71-26F2-2A75-DB1E-1A9D156D01F0}"/>
              </a:ext>
            </a:extLst>
          </p:cNvPr>
          <p:cNvPicPr>
            <a:picLocks noChangeAspect="1"/>
          </p:cNvPicPr>
          <p:nvPr/>
        </p:nvPicPr>
        <p:blipFill>
          <a:blip r:embed="rId5"/>
          <a:stretch>
            <a:fillRect/>
          </a:stretch>
        </p:blipFill>
        <p:spPr>
          <a:xfrm>
            <a:off x="755576" y="5250665"/>
            <a:ext cx="858475" cy="812382"/>
          </a:xfrm>
          <a:prstGeom prst="rect">
            <a:avLst/>
          </a:prstGeom>
        </p:spPr>
      </p:pic>
      <p:pic>
        <p:nvPicPr>
          <p:cNvPr id="88" name="Picture 87" descr="keyboard2">
            <a:extLst>
              <a:ext uri="{FF2B5EF4-FFF2-40B4-BE49-F238E27FC236}">
                <a16:creationId xmlns:a16="http://schemas.microsoft.com/office/drawing/2014/main" id="{9DB5CF18-6380-43D8-9529-595BA0E77DA0}"/>
              </a:ext>
            </a:extLst>
          </p:cNvPr>
          <p:cNvPicPr>
            <a:picLocks noChangeAspect="1"/>
          </p:cNvPicPr>
          <p:nvPr/>
        </p:nvPicPr>
        <p:blipFill>
          <a:blip r:embed="rId6"/>
          <a:stretch>
            <a:fillRect/>
          </a:stretch>
        </p:blipFill>
        <p:spPr>
          <a:xfrm>
            <a:off x="476000" y="4085911"/>
            <a:ext cx="1404849" cy="1014096"/>
          </a:xfrm>
          <a:prstGeom prst="rect">
            <a:avLst/>
          </a:prstGeom>
        </p:spPr>
      </p:pic>
      <p:pic>
        <p:nvPicPr>
          <p:cNvPr id="90" name="Picture 89" descr="keyboard1">
            <a:extLst>
              <a:ext uri="{FF2B5EF4-FFF2-40B4-BE49-F238E27FC236}">
                <a16:creationId xmlns:a16="http://schemas.microsoft.com/office/drawing/2014/main" id="{BC0781EF-9E28-ED60-077B-60CF0AED2F6D}"/>
              </a:ext>
            </a:extLst>
          </p:cNvPr>
          <p:cNvPicPr>
            <a:picLocks noChangeAspect="1"/>
          </p:cNvPicPr>
          <p:nvPr/>
        </p:nvPicPr>
        <p:blipFill>
          <a:blip r:embed="rId7"/>
          <a:stretch>
            <a:fillRect/>
          </a:stretch>
        </p:blipFill>
        <p:spPr>
          <a:xfrm>
            <a:off x="412676" y="3394695"/>
            <a:ext cx="1426779" cy="549987"/>
          </a:xfrm>
          <a:prstGeom prst="rect">
            <a:avLst/>
          </a:prstGeom>
        </p:spPr>
      </p:pic>
      <p:pic>
        <p:nvPicPr>
          <p:cNvPr id="94" name="Graphic 93" descr="groups">
            <a:extLst>
              <a:ext uri="{FF2B5EF4-FFF2-40B4-BE49-F238E27FC236}">
                <a16:creationId xmlns:a16="http://schemas.microsoft.com/office/drawing/2014/main" id="{18AB5F98-4BC1-CC75-247F-93BE8EED93E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08218" y="5049992"/>
            <a:ext cx="743389" cy="932186"/>
          </a:xfrm>
          <a:prstGeom prst="rect">
            <a:avLst/>
          </a:prstGeom>
        </p:spPr>
      </p:pic>
      <p:sp>
        <p:nvSpPr>
          <p:cNvPr id="95" name="TextBox 94">
            <a:extLst>
              <a:ext uri="{FF2B5EF4-FFF2-40B4-BE49-F238E27FC236}">
                <a16:creationId xmlns:a16="http://schemas.microsoft.com/office/drawing/2014/main" id="{BF7A4466-1C3A-8DCC-142C-51CFA421126F}"/>
              </a:ext>
            </a:extLst>
          </p:cNvPr>
          <p:cNvSpPr txBox="1"/>
          <p:nvPr/>
        </p:nvSpPr>
        <p:spPr>
          <a:xfrm>
            <a:off x="4572000" y="5156033"/>
            <a:ext cx="3667472" cy="738664"/>
          </a:xfrm>
          <a:prstGeom prst="rect">
            <a:avLst/>
          </a:prstGeom>
          <a:noFill/>
        </p:spPr>
        <p:txBody>
          <a:bodyPr wrap="square" rtlCol="0">
            <a:spAutoFit/>
          </a:bodyPr>
          <a:lstStyle/>
          <a:p>
            <a:r>
              <a:rPr lang="en-GB" sz="1400" dirty="0">
                <a:latin typeface="+mn-lt"/>
              </a:rPr>
              <a:t>Three different groups of participants type some text using different keyboards. We collect their typing speed</a:t>
            </a:r>
          </a:p>
        </p:txBody>
      </p:sp>
      <p:cxnSp>
        <p:nvCxnSpPr>
          <p:cNvPr id="97" name="Straight Arrow Connector 96">
            <a:extLst>
              <a:ext uri="{FF2B5EF4-FFF2-40B4-BE49-F238E27FC236}">
                <a16:creationId xmlns:a16="http://schemas.microsoft.com/office/drawing/2014/main" id="{53E37BFF-9C59-8D63-E1CC-0DE274B0C2FF}"/>
              </a:ext>
            </a:extLst>
          </p:cNvPr>
          <p:cNvCxnSpPr>
            <a:cxnSpLocks/>
          </p:cNvCxnSpPr>
          <p:nvPr/>
        </p:nvCxnSpPr>
        <p:spPr>
          <a:xfrm flipH="1" flipV="1">
            <a:off x="1979712" y="3861048"/>
            <a:ext cx="1340429" cy="1285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907AB96C-F297-0A03-AF11-C146D9751923}"/>
              </a:ext>
            </a:extLst>
          </p:cNvPr>
          <p:cNvCxnSpPr>
            <a:cxnSpLocks/>
          </p:cNvCxnSpPr>
          <p:nvPr/>
        </p:nvCxnSpPr>
        <p:spPr>
          <a:xfrm flipH="1" flipV="1">
            <a:off x="1979712" y="4661922"/>
            <a:ext cx="1340429" cy="854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BDAA975D-D7E2-C5AE-F306-94A77201CE06}"/>
              </a:ext>
            </a:extLst>
          </p:cNvPr>
          <p:cNvCxnSpPr>
            <a:cxnSpLocks/>
          </p:cNvCxnSpPr>
          <p:nvPr/>
        </p:nvCxnSpPr>
        <p:spPr>
          <a:xfrm flipH="1">
            <a:off x="1968926" y="5826507"/>
            <a:ext cx="1351215" cy="58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2" name="Graphic 111" descr="THREE sample means">
            <a:extLst>
              <a:ext uri="{FF2B5EF4-FFF2-40B4-BE49-F238E27FC236}">
                <a16:creationId xmlns:a16="http://schemas.microsoft.com/office/drawing/2014/main" id="{78FE4A5D-5221-BC14-9E1F-12D70FA945D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043522" y="1748019"/>
            <a:ext cx="5560677" cy="2879195"/>
          </a:xfrm>
          <a:prstGeom prst="rect">
            <a:avLst/>
          </a:prstGeom>
        </p:spPr>
      </p:pic>
      <p:sp>
        <p:nvSpPr>
          <p:cNvPr id="113" name="TextBox 112">
            <a:extLst>
              <a:ext uri="{FF2B5EF4-FFF2-40B4-BE49-F238E27FC236}">
                <a16:creationId xmlns:a16="http://schemas.microsoft.com/office/drawing/2014/main" id="{3310E430-CA51-7CE6-2ACF-85BA77C2774B}"/>
              </a:ext>
            </a:extLst>
          </p:cNvPr>
          <p:cNvSpPr txBox="1"/>
          <p:nvPr/>
        </p:nvSpPr>
        <p:spPr>
          <a:xfrm>
            <a:off x="2205464" y="1813179"/>
            <a:ext cx="2405507" cy="738664"/>
          </a:xfrm>
          <a:prstGeom prst="rect">
            <a:avLst/>
          </a:prstGeom>
          <a:noFill/>
        </p:spPr>
        <p:txBody>
          <a:bodyPr wrap="square" rtlCol="0">
            <a:spAutoFit/>
          </a:bodyPr>
          <a:lstStyle/>
          <a:p>
            <a:r>
              <a:rPr lang="en-GB" sz="1400" dirty="0">
                <a:latin typeface="+mn-lt"/>
              </a:rPr>
              <a:t>The typing speeds of the different groups using different keyboards</a:t>
            </a:r>
          </a:p>
        </p:txBody>
      </p:sp>
      <p:cxnSp>
        <p:nvCxnSpPr>
          <p:cNvPr id="115" name="Straight Arrow Connector 114">
            <a:extLst>
              <a:ext uri="{FF2B5EF4-FFF2-40B4-BE49-F238E27FC236}">
                <a16:creationId xmlns:a16="http://schemas.microsoft.com/office/drawing/2014/main" id="{18377B77-B9EE-74F4-EBF8-12674252E01B}"/>
              </a:ext>
            </a:extLst>
          </p:cNvPr>
          <p:cNvCxnSpPr>
            <a:stCxn id="113" idx="3"/>
          </p:cNvCxnSpPr>
          <p:nvPr/>
        </p:nvCxnSpPr>
        <p:spPr>
          <a:xfrm>
            <a:off x="4610971" y="2182511"/>
            <a:ext cx="703309"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E8E84C2C-7D8C-2135-C3D8-C45E33D898ED}"/>
              </a:ext>
            </a:extLst>
          </p:cNvPr>
          <p:cNvCxnSpPr>
            <a:stCxn id="113" idx="3"/>
          </p:cNvCxnSpPr>
          <p:nvPr/>
        </p:nvCxnSpPr>
        <p:spPr>
          <a:xfrm>
            <a:off x="4610971" y="2182511"/>
            <a:ext cx="2327565" cy="1762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9DDB3AF8-9628-FAB1-2313-7D522FC0172F}"/>
              </a:ext>
            </a:extLst>
          </p:cNvPr>
          <p:cNvCxnSpPr>
            <a:stCxn id="113" idx="3"/>
          </p:cNvCxnSpPr>
          <p:nvPr/>
        </p:nvCxnSpPr>
        <p:spPr>
          <a:xfrm flipH="1">
            <a:off x="4524208" y="2182511"/>
            <a:ext cx="86763" cy="898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4939C403-F3FA-C059-4348-439C6DAEEDB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9273BA7D-BEEC-811A-3559-47F87FEACFD3}"/>
              </a:ext>
            </a:extLst>
          </p:cNvPr>
          <p:cNvSpPr>
            <a:spLocks noGrp="1"/>
          </p:cNvSpPr>
          <p:nvPr>
            <p:ph type="sldNum" sz="quarter" idx="4"/>
          </p:nvPr>
        </p:nvSpPr>
        <p:spPr/>
        <p:txBody>
          <a:bodyPr/>
          <a:lstStyle/>
          <a:p>
            <a:fld id="{9FD7ECCF-50E7-4327-B945-FA93FF7B2BEF}" type="slidenum">
              <a:rPr lang="en-US" smtClean="0"/>
              <a:pPr/>
              <a:t>7</a:t>
            </a:fld>
            <a:r>
              <a:rPr lang="en-GB"/>
              <a:t>/54</a:t>
            </a:r>
            <a:endParaRPr lang="en-US" dirty="0"/>
          </a:p>
        </p:txBody>
      </p:sp>
    </p:spTree>
    <p:extLst>
      <p:ext uri="{BB962C8B-B14F-4D97-AF65-F5344CB8AC3E}">
        <p14:creationId xmlns:p14="http://schemas.microsoft.com/office/powerpoint/2010/main" val="1831143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B82D1-45B6-71CB-5435-6DA4D489D0E0}"/>
              </a:ext>
            </a:extLst>
          </p:cNvPr>
          <p:cNvSpPr>
            <a:spLocks noGrp="1"/>
          </p:cNvSpPr>
          <p:nvPr>
            <p:ph type="title"/>
          </p:nvPr>
        </p:nvSpPr>
        <p:spPr/>
        <p:txBody>
          <a:bodyPr/>
          <a:lstStyle/>
          <a:p>
            <a:r>
              <a:rPr lang="en-GB" dirty="0"/>
              <a:t>ANOVA – visual explanation</a:t>
            </a:r>
          </a:p>
        </p:txBody>
      </p:sp>
      <mc:AlternateContent xmlns:mc="http://schemas.openxmlformats.org/markup-compatibility/2006" xmlns:p14="http://schemas.microsoft.com/office/powerpoint/2010/main">
        <mc:Choice Requires="p14">
          <p:contentPart p14:bwMode="auto" r:id="rId3">
            <p14:nvContentPartPr>
              <p14:cNvPr id="71" name="Ink 70">
                <a:extLst>
                  <a:ext uri="{FF2B5EF4-FFF2-40B4-BE49-F238E27FC236}">
                    <a16:creationId xmlns:a16="http://schemas.microsoft.com/office/drawing/2014/main" id="{B9FD4519-026A-2345-8A06-F275D343EC9F}"/>
                  </a:ext>
                </a:extLst>
              </p14:cNvPr>
              <p14:cNvContentPartPr/>
              <p14:nvPr/>
            </p14:nvContentPartPr>
            <p14:xfrm>
              <a:off x="508035" y="6290490"/>
              <a:ext cx="5760" cy="24120"/>
            </p14:xfrm>
          </p:contentPart>
        </mc:Choice>
        <mc:Fallback xmlns="">
          <p:pic>
            <p:nvPicPr>
              <p:cNvPr id="71" name="Ink 70">
                <a:extLst>
                  <a:ext uri="{FF2B5EF4-FFF2-40B4-BE49-F238E27FC236}">
                    <a16:creationId xmlns:a16="http://schemas.microsoft.com/office/drawing/2014/main" id="{B9FD4519-026A-2345-8A06-F275D343EC9F}"/>
                  </a:ext>
                </a:extLst>
              </p:cNvPr>
              <p:cNvPicPr/>
              <p:nvPr/>
            </p:nvPicPr>
            <p:blipFill>
              <a:blip r:embed="rId4"/>
              <a:stretch>
                <a:fillRect/>
              </a:stretch>
            </p:blipFill>
            <p:spPr>
              <a:xfrm>
                <a:off x="490035" y="6272490"/>
                <a:ext cx="41400" cy="59760"/>
              </a:xfrm>
              <a:prstGeom prst="rect">
                <a:avLst/>
              </a:prstGeom>
            </p:spPr>
          </p:pic>
        </mc:Fallback>
      </mc:AlternateContent>
      <p:pic>
        <p:nvPicPr>
          <p:cNvPr id="94" name="Graphic 93" descr="groups">
            <a:extLst>
              <a:ext uri="{FF2B5EF4-FFF2-40B4-BE49-F238E27FC236}">
                <a16:creationId xmlns:a16="http://schemas.microsoft.com/office/drawing/2014/main" id="{18AB5F98-4BC1-CC75-247F-93BE8EED93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20604" y="5084783"/>
            <a:ext cx="743389" cy="932186"/>
          </a:xfrm>
          <a:prstGeom prst="rect">
            <a:avLst/>
          </a:prstGeom>
        </p:spPr>
      </p:pic>
      <p:sp>
        <p:nvSpPr>
          <p:cNvPr id="95" name="TextBox 94">
            <a:extLst>
              <a:ext uri="{FF2B5EF4-FFF2-40B4-BE49-F238E27FC236}">
                <a16:creationId xmlns:a16="http://schemas.microsoft.com/office/drawing/2014/main" id="{BF7A4466-1C3A-8DCC-142C-51CFA421126F}"/>
              </a:ext>
            </a:extLst>
          </p:cNvPr>
          <p:cNvSpPr txBox="1"/>
          <p:nvPr/>
        </p:nvSpPr>
        <p:spPr>
          <a:xfrm>
            <a:off x="3389322" y="5181544"/>
            <a:ext cx="1584176" cy="738664"/>
          </a:xfrm>
          <a:prstGeom prst="rect">
            <a:avLst/>
          </a:prstGeom>
          <a:noFill/>
        </p:spPr>
        <p:txBody>
          <a:bodyPr wrap="square" rtlCol="0">
            <a:spAutoFit/>
          </a:bodyPr>
          <a:lstStyle/>
          <a:p>
            <a:r>
              <a:rPr lang="en-GB" sz="1400" dirty="0">
                <a:latin typeface="+mn-lt"/>
              </a:rPr>
              <a:t>Groups type some text using different keyboards</a:t>
            </a:r>
          </a:p>
        </p:txBody>
      </p:sp>
      <p:pic>
        <p:nvPicPr>
          <p:cNvPr id="109" name="Graphic 108" descr="This curve represents a common distribution that contains all the data points of all three samples&#10;">
            <a:extLst>
              <a:ext uri="{FF2B5EF4-FFF2-40B4-BE49-F238E27FC236}">
                <a16:creationId xmlns:a16="http://schemas.microsoft.com/office/drawing/2014/main" id="{773EB277-C8B1-B7BA-3951-7987E87554B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67744" y="1700808"/>
            <a:ext cx="4962525" cy="3114675"/>
          </a:xfrm>
          <a:prstGeom prst="rect">
            <a:avLst/>
          </a:prstGeom>
        </p:spPr>
      </p:pic>
      <p:sp>
        <p:nvSpPr>
          <p:cNvPr id="110" name="TextBox 109">
            <a:extLst>
              <a:ext uri="{FF2B5EF4-FFF2-40B4-BE49-F238E27FC236}">
                <a16:creationId xmlns:a16="http://schemas.microsoft.com/office/drawing/2014/main" id="{CA87F8A8-1527-DE62-26ED-8880CB745B67}"/>
              </a:ext>
            </a:extLst>
          </p:cNvPr>
          <p:cNvSpPr txBox="1"/>
          <p:nvPr/>
        </p:nvSpPr>
        <p:spPr>
          <a:xfrm>
            <a:off x="508035" y="1576501"/>
            <a:ext cx="3018343" cy="1323439"/>
          </a:xfrm>
          <a:prstGeom prst="rect">
            <a:avLst/>
          </a:prstGeom>
          <a:noFill/>
        </p:spPr>
        <p:txBody>
          <a:bodyPr wrap="square" rtlCol="0">
            <a:spAutoFit/>
          </a:bodyPr>
          <a:lstStyle/>
          <a:p>
            <a:pPr algn="ctr"/>
            <a:r>
              <a:rPr lang="en-GB" sz="1600" dirty="0">
                <a:latin typeface="+mn-lt"/>
              </a:rPr>
              <a:t>This curve represents a common distribution that contains all the data points of all three samples (the data collected from all groups, the datasets x1, x2, x3)</a:t>
            </a:r>
          </a:p>
        </p:txBody>
      </p:sp>
      <p:grpSp>
        <p:nvGrpSpPr>
          <p:cNvPr id="10" name="Group 9">
            <a:extLst>
              <a:ext uri="{FF2B5EF4-FFF2-40B4-BE49-F238E27FC236}">
                <a16:creationId xmlns:a16="http://schemas.microsoft.com/office/drawing/2014/main" id="{B8324001-0C8D-7680-8396-E0E8093FD28C}"/>
              </a:ext>
            </a:extLst>
          </p:cNvPr>
          <p:cNvGrpSpPr/>
          <p:nvPr/>
        </p:nvGrpSpPr>
        <p:grpSpPr>
          <a:xfrm>
            <a:off x="3526378" y="2189995"/>
            <a:ext cx="559800" cy="161640"/>
            <a:chOff x="3526378" y="2189995"/>
            <a:chExt cx="559800" cy="161640"/>
          </a:xfrm>
        </p:grpSpPr>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4BB3D624-57EE-3C4B-CC3C-8B9CD8871E27}"/>
                    </a:ext>
                  </a:extLst>
                </p14:cNvPr>
                <p14:cNvContentPartPr/>
                <p14:nvPr/>
              </p14:nvContentPartPr>
              <p14:xfrm>
                <a:off x="3526378" y="2189995"/>
                <a:ext cx="491760" cy="97200"/>
              </p14:xfrm>
            </p:contentPart>
          </mc:Choice>
          <mc:Fallback xmlns="">
            <p:pic>
              <p:nvPicPr>
                <p:cNvPr id="8" name="Ink 7">
                  <a:extLst>
                    <a:ext uri="{FF2B5EF4-FFF2-40B4-BE49-F238E27FC236}">
                      <a16:creationId xmlns:a16="http://schemas.microsoft.com/office/drawing/2014/main" id="{4BB3D624-57EE-3C4B-CC3C-8B9CD8871E27}"/>
                    </a:ext>
                  </a:extLst>
                </p:cNvPr>
                <p:cNvPicPr/>
                <p:nvPr/>
              </p:nvPicPr>
              <p:blipFill>
                <a:blip r:embed="rId10"/>
                <a:stretch>
                  <a:fillRect/>
                </a:stretch>
              </p:blipFill>
              <p:spPr>
                <a:xfrm>
                  <a:off x="3517738" y="2181355"/>
                  <a:ext cx="5094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7388249F-93CA-04C0-8B25-21C0B5B7A04B}"/>
                    </a:ext>
                  </a:extLst>
                </p14:cNvPr>
                <p14:cNvContentPartPr/>
                <p14:nvPr/>
              </p14:nvContentPartPr>
              <p14:xfrm>
                <a:off x="3950098" y="2210155"/>
                <a:ext cx="136080" cy="141480"/>
              </p14:xfrm>
            </p:contentPart>
          </mc:Choice>
          <mc:Fallback xmlns="">
            <p:pic>
              <p:nvPicPr>
                <p:cNvPr id="9" name="Ink 8">
                  <a:extLst>
                    <a:ext uri="{FF2B5EF4-FFF2-40B4-BE49-F238E27FC236}">
                      <a16:creationId xmlns:a16="http://schemas.microsoft.com/office/drawing/2014/main" id="{7388249F-93CA-04C0-8B25-21C0B5B7A04B}"/>
                    </a:ext>
                  </a:extLst>
                </p:cNvPr>
                <p:cNvPicPr/>
                <p:nvPr/>
              </p:nvPicPr>
              <p:blipFill>
                <a:blip r:embed="rId12"/>
                <a:stretch>
                  <a:fillRect/>
                </a:stretch>
              </p:blipFill>
              <p:spPr>
                <a:xfrm>
                  <a:off x="3941098" y="2201155"/>
                  <a:ext cx="153720" cy="159120"/>
                </a:xfrm>
                <a:prstGeom prst="rect">
                  <a:avLst/>
                </a:prstGeom>
              </p:spPr>
            </p:pic>
          </mc:Fallback>
        </mc:AlternateContent>
      </p:grpSp>
      <p:sp>
        <p:nvSpPr>
          <p:cNvPr id="3" name="Footer Placeholder 2">
            <a:extLst>
              <a:ext uri="{FF2B5EF4-FFF2-40B4-BE49-F238E27FC236}">
                <a16:creationId xmlns:a16="http://schemas.microsoft.com/office/drawing/2014/main" id="{A51AAC60-E242-C72C-3A24-7F14F4A039A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400C08DD-054C-797E-D568-BDC69E3A48F2}"/>
              </a:ext>
            </a:extLst>
          </p:cNvPr>
          <p:cNvSpPr>
            <a:spLocks noGrp="1"/>
          </p:cNvSpPr>
          <p:nvPr>
            <p:ph type="sldNum" sz="quarter" idx="4"/>
          </p:nvPr>
        </p:nvSpPr>
        <p:spPr/>
        <p:txBody>
          <a:bodyPr/>
          <a:lstStyle/>
          <a:p>
            <a:fld id="{9FD7ECCF-50E7-4327-B945-FA93FF7B2BEF}" type="slidenum">
              <a:rPr lang="en-US" smtClean="0"/>
              <a:pPr/>
              <a:t>8</a:t>
            </a:fld>
            <a:r>
              <a:rPr lang="en-GB"/>
              <a:t>/54</a:t>
            </a:r>
            <a:endParaRPr lang="en-US" dirty="0"/>
          </a:p>
        </p:txBody>
      </p:sp>
    </p:spTree>
    <p:extLst>
      <p:ext uri="{BB962C8B-B14F-4D97-AF65-F5344CB8AC3E}">
        <p14:creationId xmlns:p14="http://schemas.microsoft.com/office/powerpoint/2010/main" val="2571197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B82D1-45B6-71CB-5435-6DA4D489D0E0}"/>
              </a:ext>
            </a:extLst>
          </p:cNvPr>
          <p:cNvSpPr>
            <a:spLocks noGrp="1"/>
          </p:cNvSpPr>
          <p:nvPr>
            <p:ph type="title"/>
          </p:nvPr>
        </p:nvSpPr>
        <p:spPr/>
        <p:txBody>
          <a:bodyPr/>
          <a:lstStyle/>
          <a:p>
            <a:r>
              <a:rPr lang="en-GB" dirty="0"/>
              <a:t>ANOVA – example 1</a:t>
            </a:r>
          </a:p>
        </p:txBody>
      </p:sp>
      <mc:AlternateContent xmlns:mc="http://schemas.openxmlformats.org/markup-compatibility/2006" xmlns:p14="http://schemas.microsoft.com/office/powerpoint/2010/main">
        <mc:Choice Requires="p14">
          <p:contentPart p14:bwMode="auto" r:id="rId3">
            <p14:nvContentPartPr>
              <p14:cNvPr id="71" name="Ink 70">
                <a:extLst>
                  <a:ext uri="{FF2B5EF4-FFF2-40B4-BE49-F238E27FC236}">
                    <a16:creationId xmlns:a16="http://schemas.microsoft.com/office/drawing/2014/main" id="{B9FD4519-026A-2345-8A06-F275D343EC9F}"/>
                  </a:ext>
                </a:extLst>
              </p14:cNvPr>
              <p14:cNvContentPartPr/>
              <p14:nvPr/>
            </p14:nvContentPartPr>
            <p14:xfrm>
              <a:off x="508035" y="6290490"/>
              <a:ext cx="5760" cy="24120"/>
            </p14:xfrm>
          </p:contentPart>
        </mc:Choice>
        <mc:Fallback xmlns="">
          <p:pic>
            <p:nvPicPr>
              <p:cNvPr id="71" name="Ink 70">
                <a:extLst>
                  <a:ext uri="{FF2B5EF4-FFF2-40B4-BE49-F238E27FC236}">
                    <a16:creationId xmlns:a16="http://schemas.microsoft.com/office/drawing/2014/main" id="{B9FD4519-026A-2345-8A06-F275D343EC9F}"/>
                  </a:ext>
                </a:extLst>
              </p:cNvPr>
              <p:cNvPicPr/>
              <p:nvPr/>
            </p:nvPicPr>
            <p:blipFill>
              <a:blip r:embed="rId4"/>
              <a:stretch>
                <a:fillRect/>
              </a:stretch>
            </p:blipFill>
            <p:spPr>
              <a:xfrm>
                <a:off x="490035" y="6272490"/>
                <a:ext cx="41400" cy="59760"/>
              </a:xfrm>
              <a:prstGeom prst="rect">
                <a:avLst/>
              </a:prstGeom>
            </p:spPr>
          </p:pic>
        </mc:Fallback>
      </mc:AlternateContent>
      <p:pic>
        <p:nvPicPr>
          <p:cNvPr id="94" name="Graphic 93" descr="groups">
            <a:extLst>
              <a:ext uri="{FF2B5EF4-FFF2-40B4-BE49-F238E27FC236}">
                <a16:creationId xmlns:a16="http://schemas.microsoft.com/office/drawing/2014/main" id="{18AB5F98-4BC1-CC75-247F-93BE8EED93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39752" y="5229200"/>
            <a:ext cx="743389" cy="932186"/>
          </a:xfrm>
          <a:prstGeom prst="rect">
            <a:avLst/>
          </a:prstGeom>
        </p:spPr>
      </p:pic>
      <p:sp>
        <p:nvSpPr>
          <p:cNvPr id="95" name="TextBox 94">
            <a:extLst>
              <a:ext uri="{FF2B5EF4-FFF2-40B4-BE49-F238E27FC236}">
                <a16:creationId xmlns:a16="http://schemas.microsoft.com/office/drawing/2014/main" id="{BF7A4466-1C3A-8DCC-142C-51CFA421126F}"/>
              </a:ext>
            </a:extLst>
          </p:cNvPr>
          <p:cNvSpPr txBox="1"/>
          <p:nvPr/>
        </p:nvSpPr>
        <p:spPr>
          <a:xfrm>
            <a:off x="3508470" y="5325961"/>
            <a:ext cx="1584176" cy="738664"/>
          </a:xfrm>
          <a:prstGeom prst="rect">
            <a:avLst/>
          </a:prstGeom>
          <a:noFill/>
        </p:spPr>
        <p:txBody>
          <a:bodyPr wrap="square" rtlCol="0">
            <a:spAutoFit/>
          </a:bodyPr>
          <a:lstStyle/>
          <a:p>
            <a:r>
              <a:rPr lang="en-GB" sz="1400" dirty="0">
                <a:latin typeface="+mn-lt"/>
              </a:rPr>
              <a:t>Groups type some text using different keyboards</a:t>
            </a:r>
          </a:p>
        </p:txBody>
      </p:sp>
      <p:pic>
        <p:nvPicPr>
          <p:cNvPr id="6" name="Graphic 5" descr="Too far away from the other means of the larger group to be considered as part of the population&#10;Oddball distribution">
            <a:extLst>
              <a:ext uri="{FF2B5EF4-FFF2-40B4-BE49-F238E27FC236}">
                <a16:creationId xmlns:a16="http://schemas.microsoft.com/office/drawing/2014/main" id="{6EB32C77-760E-4924-FEA8-09ABE8B61CD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87310" y="1841954"/>
            <a:ext cx="6315075" cy="3114675"/>
          </a:xfrm>
          <a:prstGeom prst="rect">
            <a:avLst/>
          </a:prstGeom>
        </p:spPr>
      </p:pic>
      <p:sp>
        <p:nvSpPr>
          <p:cNvPr id="10" name="TextBox 9">
            <a:extLst>
              <a:ext uri="{FF2B5EF4-FFF2-40B4-BE49-F238E27FC236}">
                <a16:creationId xmlns:a16="http://schemas.microsoft.com/office/drawing/2014/main" id="{0EBAB248-4334-AE30-7EEC-B6785507381B}"/>
              </a:ext>
            </a:extLst>
          </p:cNvPr>
          <p:cNvSpPr txBox="1"/>
          <p:nvPr/>
        </p:nvSpPr>
        <p:spPr>
          <a:xfrm>
            <a:off x="503595" y="1601263"/>
            <a:ext cx="4248471" cy="1384995"/>
          </a:xfrm>
          <a:prstGeom prst="rect">
            <a:avLst/>
          </a:prstGeom>
          <a:noFill/>
        </p:spPr>
        <p:txBody>
          <a:bodyPr wrap="square" rtlCol="0">
            <a:spAutoFit/>
          </a:bodyPr>
          <a:lstStyle/>
          <a:p>
            <a:pPr algn="ctr"/>
            <a:r>
              <a:rPr lang="en-GB" sz="1400" dirty="0">
                <a:latin typeface="+mn-lt"/>
              </a:rPr>
              <a:t>We examine the distance of the mean of each group from the larger mean. </a:t>
            </a:r>
          </a:p>
          <a:p>
            <a:pPr algn="ctr"/>
            <a:endParaRPr lang="en-GB" sz="1400" dirty="0">
              <a:latin typeface="+mn-lt"/>
            </a:endParaRPr>
          </a:p>
          <a:p>
            <a:pPr algn="ctr"/>
            <a:r>
              <a:rPr lang="en-GB" sz="1400" dirty="0">
                <a:latin typeface="+mn-lt"/>
              </a:rPr>
              <a:t>This one is too far away from the other means of the larger group to be considered as part of the population</a:t>
            </a:r>
          </a:p>
          <a:p>
            <a:pPr algn="ctr"/>
            <a:r>
              <a:rPr lang="en-GB" sz="1400" dirty="0">
                <a:latin typeface="+mn-lt"/>
              </a:rPr>
              <a:t>Oddball distribution</a:t>
            </a:r>
          </a:p>
        </p:txBody>
      </p:sp>
      <p:grpSp>
        <p:nvGrpSpPr>
          <p:cNvPr id="15" name="Group 14">
            <a:extLst>
              <a:ext uri="{FF2B5EF4-FFF2-40B4-BE49-F238E27FC236}">
                <a16:creationId xmlns:a16="http://schemas.microsoft.com/office/drawing/2014/main" id="{66F25C68-2787-E82C-5EB8-D04039405DF4}"/>
              </a:ext>
            </a:extLst>
          </p:cNvPr>
          <p:cNvGrpSpPr/>
          <p:nvPr/>
        </p:nvGrpSpPr>
        <p:grpSpPr>
          <a:xfrm>
            <a:off x="3047440" y="2996880"/>
            <a:ext cx="306000" cy="1040760"/>
            <a:chOff x="3047440" y="2996880"/>
            <a:chExt cx="306000" cy="1040760"/>
          </a:xfrm>
        </p:grpSpPr>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B10EAF92-B0AD-85F6-179E-15A051950ECF}"/>
                    </a:ext>
                  </a:extLst>
                </p14:cNvPr>
                <p14:cNvContentPartPr/>
                <p14:nvPr/>
              </p14:nvContentPartPr>
              <p14:xfrm>
                <a:off x="3047440" y="2996880"/>
                <a:ext cx="254160" cy="1005840"/>
              </p14:xfrm>
            </p:contentPart>
          </mc:Choice>
          <mc:Fallback xmlns="">
            <p:pic>
              <p:nvPicPr>
                <p:cNvPr id="13" name="Ink 12">
                  <a:extLst>
                    <a:ext uri="{FF2B5EF4-FFF2-40B4-BE49-F238E27FC236}">
                      <a16:creationId xmlns:a16="http://schemas.microsoft.com/office/drawing/2014/main" id="{B10EAF92-B0AD-85F6-179E-15A051950ECF}"/>
                    </a:ext>
                  </a:extLst>
                </p:cNvPr>
                <p:cNvPicPr/>
                <p:nvPr/>
              </p:nvPicPr>
              <p:blipFill>
                <a:blip r:embed="rId10"/>
                <a:stretch>
                  <a:fillRect/>
                </a:stretch>
              </p:blipFill>
              <p:spPr>
                <a:xfrm>
                  <a:off x="3038800" y="2987880"/>
                  <a:ext cx="271800" cy="1023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43D90FFE-5585-ACE3-7171-6FE0B41F382B}"/>
                    </a:ext>
                  </a:extLst>
                </p14:cNvPr>
                <p14:cNvContentPartPr/>
                <p14:nvPr/>
              </p14:nvContentPartPr>
              <p14:xfrm>
                <a:off x="3220240" y="3942600"/>
                <a:ext cx="133200" cy="95040"/>
              </p14:xfrm>
            </p:contentPart>
          </mc:Choice>
          <mc:Fallback xmlns="">
            <p:pic>
              <p:nvPicPr>
                <p:cNvPr id="14" name="Ink 13">
                  <a:extLst>
                    <a:ext uri="{FF2B5EF4-FFF2-40B4-BE49-F238E27FC236}">
                      <a16:creationId xmlns:a16="http://schemas.microsoft.com/office/drawing/2014/main" id="{43D90FFE-5585-ACE3-7171-6FE0B41F382B}"/>
                    </a:ext>
                  </a:extLst>
                </p:cNvPr>
                <p:cNvPicPr/>
                <p:nvPr/>
              </p:nvPicPr>
              <p:blipFill>
                <a:blip r:embed="rId12"/>
                <a:stretch>
                  <a:fillRect/>
                </a:stretch>
              </p:blipFill>
              <p:spPr>
                <a:xfrm>
                  <a:off x="3211600" y="3933960"/>
                  <a:ext cx="150840" cy="112680"/>
                </a:xfrm>
                <a:prstGeom prst="rect">
                  <a:avLst/>
                </a:prstGeom>
              </p:spPr>
            </p:pic>
          </mc:Fallback>
        </mc:AlternateContent>
      </p:grpSp>
      <p:sp>
        <p:nvSpPr>
          <p:cNvPr id="3" name="Footer Placeholder 2">
            <a:extLst>
              <a:ext uri="{FF2B5EF4-FFF2-40B4-BE49-F238E27FC236}">
                <a16:creationId xmlns:a16="http://schemas.microsoft.com/office/drawing/2014/main" id="{6AD165BF-1637-B3B1-C2CC-F009136A89E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29D7D520-DC85-29AD-3208-976B6F90B77B}"/>
              </a:ext>
            </a:extLst>
          </p:cNvPr>
          <p:cNvSpPr>
            <a:spLocks noGrp="1"/>
          </p:cNvSpPr>
          <p:nvPr>
            <p:ph type="sldNum" sz="quarter" idx="4"/>
          </p:nvPr>
        </p:nvSpPr>
        <p:spPr/>
        <p:txBody>
          <a:bodyPr/>
          <a:lstStyle/>
          <a:p>
            <a:fld id="{9FD7ECCF-50E7-4327-B945-FA93FF7B2BEF}" type="slidenum">
              <a:rPr lang="en-US" smtClean="0"/>
              <a:pPr/>
              <a:t>9</a:t>
            </a:fld>
            <a:r>
              <a:rPr lang="en-GB"/>
              <a:t>/54</a:t>
            </a:r>
            <a:endParaRPr lang="en-US" dirty="0"/>
          </a:p>
        </p:txBody>
      </p:sp>
    </p:spTree>
    <p:extLst>
      <p:ext uri="{BB962C8B-B14F-4D97-AF65-F5344CB8AC3E}">
        <p14:creationId xmlns:p14="http://schemas.microsoft.com/office/powerpoint/2010/main" val="3628248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685B1-1EC4-15F7-93C2-88428EFAA8FA}"/>
              </a:ext>
            </a:extLst>
          </p:cNvPr>
          <p:cNvSpPr>
            <a:spLocks noGrp="1"/>
          </p:cNvSpPr>
          <p:nvPr>
            <p:ph type="title"/>
          </p:nvPr>
        </p:nvSpPr>
        <p:spPr/>
        <p:txBody>
          <a:bodyPr/>
          <a:lstStyle/>
          <a:p>
            <a:r>
              <a:rPr lang="en-GB" dirty="0"/>
              <a:t>ANOVA – example 2</a:t>
            </a:r>
          </a:p>
        </p:txBody>
      </p:sp>
      <p:pic>
        <p:nvPicPr>
          <p:cNvPr id="7" name="Graphic 6" descr="Each of these samples belong to each own population. Only x sub bar 1 belongs to this distribution in the background &#10;">
            <a:extLst>
              <a:ext uri="{FF2B5EF4-FFF2-40B4-BE49-F238E27FC236}">
                <a16:creationId xmlns:a16="http://schemas.microsoft.com/office/drawing/2014/main" id="{A1743C64-6201-386F-7828-C8D190359B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8700" y="2019569"/>
            <a:ext cx="7086600" cy="3114675"/>
          </a:xfrm>
          <a:prstGeom prst="rect">
            <a:avLst/>
          </a:prstGeom>
        </p:spPr>
      </p:pic>
      <p:sp>
        <p:nvSpPr>
          <p:cNvPr id="8" name="TextBox 7">
            <a:extLst>
              <a:ext uri="{FF2B5EF4-FFF2-40B4-BE49-F238E27FC236}">
                <a16:creationId xmlns:a16="http://schemas.microsoft.com/office/drawing/2014/main" id="{A02A3DE9-FE10-2157-6C77-9C3FB20CA46D}"/>
              </a:ext>
            </a:extLst>
          </p:cNvPr>
          <p:cNvSpPr txBox="1"/>
          <p:nvPr/>
        </p:nvSpPr>
        <p:spPr>
          <a:xfrm>
            <a:off x="5580112" y="1532038"/>
            <a:ext cx="3384375" cy="1600438"/>
          </a:xfrm>
          <a:prstGeom prst="rect">
            <a:avLst/>
          </a:prstGeom>
          <a:noFill/>
        </p:spPr>
        <p:txBody>
          <a:bodyPr wrap="square" rtlCol="0">
            <a:spAutoFit/>
          </a:bodyPr>
          <a:lstStyle/>
          <a:p>
            <a:pPr algn="ctr"/>
            <a:r>
              <a:rPr lang="en-GB" sz="1400" dirty="0">
                <a:latin typeface="+mn-lt"/>
              </a:rPr>
              <a:t>In this example both groups 2 and 3 are too far away from the mean of the larger group. Thus we can assume that in this case each of these samples belong to each own population. </a:t>
            </a:r>
          </a:p>
          <a:p>
            <a:pPr algn="ctr"/>
            <a:r>
              <a:rPr lang="en-GB" sz="1400" dirty="0">
                <a:latin typeface="+mn-lt"/>
              </a:rPr>
              <a:t>Only x sub bar 1 belongs to this distribution in the background belongs</a:t>
            </a:r>
          </a:p>
        </p:txBody>
      </p:sp>
      <p:pic>
        <p:nvPicPr>
          <p:cNvPr id="9" name="Graphic 8" descr="groups">
            <a:extLst>
              <a:ext uri="{FF2B5EF4-FFF2-40B4-BE49-F238E27FC236}">
                <a16:creationId xmlns:a16="http://schemas.microsoft.com/office/drawing/2014/main" id="{57DA0BED-092E-1A95-1254-45D6A20B0D3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39752" y="5229200"/>
            <a:ext cx="743389" cy="932186"/>
          </a:xfrm>
          <a:prstGeom prst="rect">
            <a:avLst/>
          </a:prstGeom>
        </p:spPr>
      </p:pic>
      <p:sp>
        <p:nvSpPr>
          <p:cNvPr id="10" name="TextBox 9">
            <a:extLst>
              <a:ext uri="{FF2B5EF4-FFF2-40B4-BE49-F238E27FC236}">
                <a16:creationId xmlns:a16="http://schemas.microsoft.com/office/drawing/2014/main" id="{018C6D43-CF69-2B0F-0A4C-A81C9D012754}"/>
              </a:ext>
            </a:extLst>
          </p:cNvPr>
          <p:cNvSpPr txBox="1"/>
          <p:nvPr/>
        </p:nvSpPr>
        <p:spPr>
          <a:xfrm>
            <a:off x="3508470" y="5325961"/>
            <a:ext cx="1584176" cy="738664"/>
          </a:xfrm>
          <a:prstGeom prst="rect">
            <a:avLst/>
          </a:prstGeom>
          <a:noFill/>
        </p:spPr>
        <p:txBody>
          <a:bodyPr wrap="square" rtlCol="0">
            <a:spAutoFit/>
          </a:bodyPr>
          <a:lstStyle/>
          <a:p>
            <a:r>
              <a:rPr lang="en-GB" sz="1400" dirty="0">
                <a:latin typeface="+mn-lt"/>
              </a:rPr>
              <a:t>Groups type some text using different keyboards</a:t>
            </a:r>
          </a:p>
        </p:txBody>
      </p:sp>
      <p:grpSp>
        <p:nvGrpSpPr>
          <p:cNvPr id="13" name="Group 12">
            <a:extLst>
              <a:ext uri="{FF2B5EF4-FFF2-40B4-BE49-F238E27FC236}">
                <a16:creationId xmlns:a16="http://schemas.microsoft.com/office/drawing/2014/main" id="{F33D14D0-B467-5FDC-F685-9BC553DA76DF}"/>
              </a:ext>
            </a:extLst>
          </p:cNvPr>
          <p:cNvGrpSpPr/>
          <p:nvPr/>
        </p:nvGrpSpPr>
        <p:grpSpPr>
          <a:xfrm>
            <a:off x="2518240" y="1857840"/>
            <a:ext cx="3171240" cy="2165040"/>
            <a:chOff x="2518240" y="1857840"/>
            <a:chExt cx="3171240" cy="2165040"/>
          </a:xfrm>
        </p:grpSpPr>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D51F4E43-752A-8344-564B-6484BDE2B1DD}"/>
                    </a:ext>
                  </a:extLst>
                </p14:cNvPr>
                <p14:cNvContentPartPr/>
                <p14:nvPr/>
              </p14:nvContentPartPr>
              <p14:xfrm>
                <a:off x="2570080" y="1857840"/>
                <a:ext cx="3119400" cy="2072160"/>
              </p14:xfrm>
            </p:contentPart>
          </mc:Choice>
          <mc:Fallback xmlns="">
            <p:pic>
              <p:nvPicPr>
                <p:cNvPr id="11" name="Ink 10">
                  <a:extLst>
                    <a:ext uri="{FF2B5EF4-FFF2-40B4-BE49-F238E27FC236}">
                      <a16:creationId xmlns:a16="http://schemas.microsoft.com/office/drawing/2014/main" id="{D51F4E43-752A-8344-564B-6484BDE2B1DD}"/>
                    </a:ext>
                  </a:extLst>
                </p:cNvPr>
                <p:cNvPicPr/>
                <p:nvPr/>
              </p:nvPicPr>
              <p:blipFill>
                <a:blip r:embed="rId7"/>
                <a:stretch>
                  <a:fillRect/>
                </a:stretch>
              </p:blipFill>
              <p:spPr>
                <a:xfrm>
                  <a:off x="2561440" y="1848840"/>
                  <a:ext cx="3137040" cy="2089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1CED2A5B-F58C-F023-C09D-E45FFBF2AD18}"/>
                    </a:ext>
                  </a:extLst>
                </p14:cNvPr>
                <p14:cNvContentPartPr/>
                <p14:nvPr/>
              </p14:nvContentPartPr>
              <p14:xfrm>
                <a:off x="2518240" y="3860520"/>
                <a:ext cx="115560" cy="162360"/>
              </p14:xfrm>
            </p:contentPart>
          </mc:Choice>
          <mc:Fallback xmlns="">
            <p:pic>
              <p:nvPicPr>
                <p:cNvPr id="12" name="Ink 11">
                  <a:extLst>
                    <a:ext uri="{FF2B5EF4-FFF2-40B4-BE49-F238E27FC236}">
                      <a16:creationId xmlns:a16="http://schemas.microsoft.com/office/drawing/2014/main" id="{1CED2A5B-F58C-F023-C09D-E45FFBF2AD18}"/>
                    </a:ext>
                  </a:extLst>
                </p:cNvPr>
                <p:cNvPicPr/>
                <p:nvPr/>
              </p:nvPicPr>
              <p:blipFill>
                <a:blip r:embed="rId9"/>
                <a:stretch>
                  <a:fillRect/>
                </a:stretch>
              </p:blipFill>
              <p:spPr>
                <a:xfrm>
                  <a:off x="2509600" y="3851520"/>
                  <a:ext cx="133200" cy="180000"/>
                </a:xfrm>
                <a:prstGeom prst="rect">
                  <a:avLst/>
                </a:prstGeom>
              </p:spPr>
            </p:pic>
          </mc:Fallback>
        </mc:AlternateContent>
      </p:grpSp>
      <p:grpSp>
        <p:nvGrpSpPr>
          <p:cNvPr id="16" name="Group 15">
            <a:extLst>
              <a:ext uri="{FF2B5EF4-FFF2-40B4-BE49-F238E27FC236}">
                <a16:creationId xmlns:a16="http://schemas.microsoft.com/office/drawing/2014/main" id="{07591E2E-7249-AA95-955F-13336FEF98D4}"/>
              </a:ext>
            </a:extLst>
          </p:cNvPr>
          <p:cNvGrpSpPr/>
          <p:nvPr/>
        </p:nvGrpSpPr>
        <p:grpSpPr>
          <a:xfrm>
            <a:off x="6338920" y="2275080"/>
            <a:ext cx="2706120" cy="1706760"/>
            <a:chOff x="6338920" y="2275080"/>
            <a:chExt cx="2706120" cy="1706760"/>
          </a:xfrm>
        </p:grpSpPr>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5323FDFA-99EF-52FC-9DFA-D3E194F9153D}"/>
                    </a:ext>
                  </a:extLst>
                </p14:cNvPr>
                <p14:cNvContentPartPr/>
                <p14:nvPr/>
              </p14:nvContentPartPr>
              <p14:xfrm>
                <a:off x="6359440" y="2275080"/>
                <a:ext cx="2685600" cy="1676160"/>
              </p14:xfrm>
            </p:contentPart>
          </mc:Choice>
          <mc:Fallback xmlns="">
            <p:pic>
              <p:nvPicPr>
                <p:cNvPr id="14" name="Ink 13">
                  <a:extLst>
                    <a:ext uri="{FF2B5EF4-FFF2-40B4-BE49-F238E27FC236}">
                      <a16:creationId xmlns:a16="http://schemas.microsoft.com/office/drawing/2014/main" id="{5323FDFA-99EF-52FC-9DFA-D3E194F9153D}"/>
                    </a:ext>
                  </a:extLst>
                </p:cNvPr>
                <p:cNvPicPr/>
                <p:nvPr/>
              </p:nvPicPr>
              <p:blipFill>
                <a:blip r:embed="rId11"/>
                <a:stretch>
                  <a:fillRect/>
                </a:stretch>
              </p:blipFill>
              <p:spPr>
                <a:xfrm>
                  <a:off x="6350800" y="2266440"/>
                  <a:ext cx="2703240" cy="1693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AEC40E3E-C1C7-1ADC-FAAF-13B7BA72484D}"/>
                    </a:ext>
                  </a:extLst>
                </p14:cNvPr>
                <p14:cNvContentPartPr/>
                <p14:nvPr/>
              </p14:nvContentPartPr>
              <p14:xfrm>
                <a:off x="6338920" y="3850080"/>
                <a:ext cx="123120" cy="131760"/>
              </p14:xfrm>
            </p:contentPart>
          </mc:Choice>
          <mc:Fallback xmlns="">
            <p:pic>
              <p:nvPicPr>
                <p:cNvPr id="15" name="Ink 14">
                  <a:extLst>
                    <a:ext uri="{FF2B5EF4-FFF2-40B4-BE49-F238E27FC236}">
                      <a16:creationId xmlns:a16="http://schemas.microsoft.com/office/drawing/2014/main" id="{AEC40E3E-C1C7-1ADC-FAAF-13B7BA72484D}"/>
                    </a:ext>
                  </a:extLst>
                </p:cNvPr>
                <p:cNvPicPr/>
                <p:nvPr/>
              </p:nvPicPr>
              <p:blipFill>
                <a:blip r:embed="rId13"/>
                <a:stretch>
                  <a:fillRect/>
                </a:stretch>
              </p:blipFill>
              <p:spPr>
                <a:xfrm>
                  <a:off x="6329920" y="3841440"/>
                  <a:ext cx="140760" cy="149400"/>
                </a:xfrm>
                <a:prstGeom prst="rect">
                  <a:avLst/>
                </a:prstGeom>
              </p:spPr>
            </p:pic>
          </mc:Fallback>
        </mc:AlternateContent>
      </p:grpSp>
      <p:grpSp>
        <p:nvGrpSpPr>
          <p:cNvPr id="19" name="Group 18">
            <a:extLst>
              <a:ext uri="{FF2B5EF4-FFF2-40B4-BE49-F238E27FC236}">
                <a16:creationId xmlns:a16="http://schemas.microsoft.com/office/drawing/2014/main" id="{741EF1E0-E157-3620-952C-234003BAB155}"/>
              </a:ext>
            </a:extLst>
          </p:cNvPr>
          <p:cNvGrpSpPr/>
          <p:nvPr/>
        </p:nvGrpSpPr>
        <p:grpSpPr>
          <a:xfrm>
            <a:off x="4866880" y="2976360"/>
            <a:ext cx="1320840" cy="539640"/>
            <a:chOff x="4866880" y="2976360"/>
            <a:chExt cx="1320840" cy="539640"/>
          </a:xfrm>
        </p:grpSpPr>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2F7F8B55-39EA-FE4E-38EB-15519DF1E858}"/>
                    </a:ext>
                  </a:extLst>
                </p14:cNvPr>
                <p14:cNvContentPartPr/>
                <p14:nvPr/>
              </p14:nvContentPartPr>
              <p14:xfrm>
                <a:off x="4918720" y="2976360"/>
                <a:ext cx="1269000" cy="477720"/>
              </p14:xfrm>
            </p:contentPart>
          </mc:Choice>
          <mc:Fallback xmlns="">
            <p:pic>
              <p:nvPicPr>
                <p:cNvPr id="17" name="Ink 16">
                  <a:extLst>
                    <a:ext uri="{FF2B5EF4-FFF2-40B4-BE49-F238E27FC236}">
                      <a16:creationId xmlns:a16="http://schemas.microsoft.com/office/drawing/2014/main" id="{2F7F8B55-39EA-FE4E-38EB-15519DF1E858}"/>
                    </a:ext>
                  </a:extLst>
                </p:cNvPr>
                <p:cNvPicPr/>
                <p:nvPr/>
              </p:nvPicPr>
              <p:blipFill>
                <a:blip r:embed="rId15"/>
                <a:stretch>
                  <a:fillRect/>
                </a:stretch>
              </p:blipFill>
              <p:spPr>
                <a:xfrm>
                  <a:off x="4909720" y="2967720"/>
                  <a:ext cx="1286640" cy="495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D7681CB1-3C3E-F3D8-7237-B3D5B13ACB06}"/>
                    </a:ext>
                  </a:extLst>
                </p14:cNvPr>
                <p14:cNvContentPartPr/>
                <p14:nvPr/>
              </p14:nvContentPartPr>
              <p14:xfrm>
                <a:off x="4866880" y="3382800"/>
                <a:ext cx="69120" cy="133200"/>
              </p14:xfrm>
            </p:contentPart>
          </mc:Choice>
          <mc:Fallback xmlns="">
            <p:pic>
              <p:nvPicPr>
                <p:cNvPr id="18" name="Ink 17">
                  <a:extLst>
                    <a:ext uri="{FF2B5EF4-FFF2-40B4-BE49-F238E27FC236}">
                      <a16:creationId xmlns:a16="http://schemas.microsoft.com/office/drawing/2014/main" id="{D7681CB1-3C3E-F3D8-7237-B3D5B13ACB06}"/>
                    </a:ext>
                  </a:extLst>
                </p:cNvPr>
                <p:cNvPicPr/>
                <p:nvPr/>
              </p:nvPicPr>
              <p:blipFill>
                <a:blip r:embed="rId17"/>
                <a:stretch>
                  <a:fillRect/>
                </a:stretch>
              </p:blipFill>
              <p:spPr>
                <a:xfrm>
                  <a:off x="4857880" y="3373800"/>
                  <a:ext cx="86760" cy="150840"/>
                </a:xfrm>
                <a:prstGeom prst="rect">
                  <a:avLst/>
                </a:prstGeom>
              </p:spPr>
            </p:pic>
          </mc:Fallback>
        </mc:AlternateContent>
      </p:grpSp>
      <p:sp>
        <p:nvSpPr>
          <p:cNvPr id="3" name="Footer Placeholder 2">
            <a:extLst>
              <a:ext uri="{FF2B5EF4-FFF2-40B4-BE49-F238E27FC236}">
                <a16:creationId xmlns:a16="http://schemas.microsoft.com/office/drawing/2014/main" id="{01DB8E1C-C7FA-0FA3-A382-235544F986E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9D2956C4-3CA9-41EA-7044-64B693EFA70C}"/>
              </a:ext>
            </a:extLst>
          </p:cNvPr>
          <p:cNvSpPr>
            <a:spLocks noGrp="1"/>
          </p:cNvSpPr>
          <p:nvPr>
            <p:ph type="sldNum" sz="quarter" idx="4"/>
          </p:nvPr>
        </p:nvSpPr>
        <p:spPr/>
        <p:txBody>
          <a:bodyPr/>
          <a:lstStyle/>
          <a:p>
            <a:fld id="{9FD7ECCF-50E7-4327-B945-FA93FF7B2BEF}" type="slidenum">
              <a:rPr lang="en-US" smtClean="0"/>
              <a:pPr/>
              <a:t>10</a:t>
            </a:fld>
            <a:r>
              <a:rPr lang="en-GB"/>
              <a:t>/54</a:t>
            </a:r>
            <a:endParaRPr lang="en-US" dirty="0"/>
          </a:p>
        </p:txBody>
      </p:sp>
    </p:spTree>
    <p:extLst>
      <p:ext uri="{BB962C8B-B14F-4D97-AF65-F5344CB8AC3E}">
        <p14:creationId xmlns:p14="http://schemas.microsoft.com/office/powerpoint/2010/main" val="1297443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B82D1-45B6-71CB-5435-6DA4D489D0E0}"/>
              </a:ext>
            </a:extLst>
          </p:cNvPr>
          <p:cNvSpPr>
            <a:spLocks noGrp="1"/>
          </p:cNvSpPr>
          <p:nvPr>
            <p:ph type="title"/>
          </p:nvPr>
        </p:nvSpPr>
        <p:spPr/>
        <p:txBody>
          <a:bodyPr/>
          <a:lstStyle/>
          <a:p>
            <a:r>
              <a:rPr lang="en-GB" dirty="0"/>
              <a:t>ANOVA</a:t>
            </a:r>
          </a:p>
        </p:txBody>
      </p:sp>
      <mc:AlternateContent xmlns:mc="http://schemas.openxmlformats.org/markup-compatibility/2006" xmlns:p14="http://schemas.microsoft.com/office/powerpoint/2010/main">
        <mc:Choice Requires="p14">
          <p:contentPart p14:bwMode="auto" r:id="rId3">
            <p14:nvContentPartPr>
              <p14:cNvPr id="71" name="Ink 70">
                <a:extLst>
                  <a:ext uri="{FF2B5EF4-FFF2-40B4-BE49-F238E27FC236}">
                    <a16:creationId xmlns:a16="http://schemas.microsoft.com/office/drawing/2014/main" id="{B9FD4519-026A-2345-8A06-F275D343EC9F}"/>
                  </a:ext>
                </a:extLst>
              </p14:cNvPr>
              <p14:cNvContentPartPr/>
              <p14:nvPr/>
            </p14:nvContentPartPr>
            <p14:xfrm>
              <a:off x="508035" y="6290490"/>
              <a:ext cx="5760" cy="24120"/>
            </p14:xfrm>
          </p:contentPart>
        </mc:Choice>
        <mc:Fallback xmlns="">
          <p:pic>
            <p:nvPicPr>
              <p:cNvPr id="71" name="Ink 70">
                <a:extLst>
                  <a:ext uri="{FF2B5EF4-FFF2-40B4-BE49-F238E27FC236}">
                    <a16:creationId xmlns:a16="http://schemas.microsoft.com/office/drawing/2014/main" id="{B9FD4519-026A-2345-8A06-F275D343EC9F}"/>
                  </a:ext>
                </a:extLst>
              </p:cNvPr>
              <p:cNvPicPr/>
              <p:nvPr/>
            </p:nvPicPr>
            <p:blipFill>
              <a:blip r:embed="rId4"/>
              <a:stretch>
                <a:fillRect/>
              </a:stretch>
            </p:blipFill>
            <p:spPr>
              <a:xfrm>
                <a:off x="490035" y="6272490"/>
                <a:ext cx="41400" cy="59760"/>
              </a:xfrm>
              <a:prstGeom prst="rect">
                <a:avLst/>
              </a:prstGeom>
            </p:spPr>
          </p:pic>
        </mc:Fallback>
      </mc:AlternateContent>
      <p:pic>
        <p:nvPicPr>
          <p:cNvPr id="94" name="Graphic 93" descr="groups">
            <a:extLst>
              <a:ext uri="{FF2B5EF4-FFF2-40B4-BE49-F238E27FC236}">
                <a16:creationId xmlns:a16="http://schemas.microsoft.com/office/drawing/2014/main" id="{18AB5F98-4BC1-CC75-247F-93BE8EED93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02280" y="5084783"/>
            <a:ext cx="743389" cy="932186"/>
          </a:xfrm>
          <a:prstGeom prst="rect">
            <a:avLst/>
          </a:prstGeom>
        </p:spPr>
      </p:pic>
      <p:sp>
        <p:nvSpPr>
          <p:cNvPr id="95" name="TextBox 94">
            <a:extLst>
              <a:ext uri="{FF2B5EF4-FFF2-40B4-BE49-F238E27FC236}">
                <a16:creationId xmlns:a16="http://schemas.microsoft.com/office/drawing/2014/main" id="{BF7A4466-1C3A-8DCC-142C-51CFA421126F}"/>
              </a:ext>
            </a:extLst>
          </p:cNvPr>
          <p:cNvSpPr txBox="1"/>
          <p:nvPr/>
        </p:nvSpPr>
        <p:spPr>
          <a:xfrm>
            <a:off x="4670998" y="5181544"/>
            <a:ext cx="1584176" cy="738664"/>
          </a:xfrm>
          <a:prstGeom prst="rect">
            <a:avLst/>
          </a:prstGeom>
          <a:noFill/>
        </p:spPr>
        <p:txBody>
          <a:bodyPr wrap="square" rtlCol="0">
            <a:spAutoFit/>
          </a:bodyPr>
          <a:lstStyle/>
          <a:p>
            <a:r>
              <a:rPr lang="en-GB" sz="1400" dirty="0">
                <a:latin typeface="+mn-lt"/>
              </a:rPr>
              <a:t>Groups type some text using different keyboards</a:t>
            </a:r>
          </a:p>
        </p:txBody>
      </p:sp>
      <p:pic>
        <p:nvPicPr>
          <p:cNvPr id="109" name="Graphic 108" descr="THREE sample means">
            <a:extLst>
              <a:ext uri="{FF2B5EF4-FFF2-40B4-BE49-F238E27FC236}">
                <a16:creationId xmlns:a16="http://schemas.microsoft.com/office/drawing/2014/main" id="{773EB277-C8B1-B7BA-3951-7987E87554B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49420" y="1700808"/>
            <a:ext cx="4962525" cy="3114675"/>
          </a:xfrm>
          <a:prstGeom prst="rect">
            <a:avLst/>
          </a:prstGeom>
        </p:spPr>
      </p:pic>
      <p:sp>
        <p:nvSpPr>
          <p:cNvPr id="110" name="TextBox 109">
            <a:extLst>
              <a:ext uri="{FF2B5EF4-FFF2-40B4-BE49-F238E27FC236}">
                <a16:creationId xmlns:a16="http://schemas.microsoft.com/office/drawing/2014/main" id="{CA87F8A8-1527-DE62-26ED-8880CB745B67}"/>
              </a:ext>
            </a:extLst>
          </p:cNvPr>
          <p:cNvSpPr txBox="1"/>
          <p:nvPr/>
        </p:nvSpPr>
        <p:spPr>
          <a:xfrm>
            <a:off x="296188" y="1989189"/>
            <a:ext cx="2904296" cy="3375283"/>
          </a:xfrm>
          <a:prstGeom prst="rect">
            <a:avLst/>
          </a:prstGeom>
          <a:noFill/>
        </p:spPr>
        <p:txBody>
          <a:bodyPr wrap="square" rtlCol="0">
            <a:spAutoFit/>
          </a:bodyPr>
          <a:lstStyle/>
          <a:p>
            <a:pPr algn="ctr"/>
            <a:r>
              <a:rPr lang="en-GB" dirty="0">
                <a:latin typeface="+mn-lt"/>
              </a:rPr>
              <a:t>Null hypothesis:</a:t>
            </a:r>
          </a:p>
          <a:p>
            <a:pPr algn="ctr"/>
            <a:r>
              <a:rPr lang="en-GB" dirty="0">
                <a:latin typeface="+mn-lt"/>
              </a:rPr>
              <a:t>H</a:t>
            </a:r>
            <a:r>
              <a:rPr lang="en-GB" baseline="-25000" dirty="0">
                <a:latin typeface="+mn-lt"/>
              </a:rPr>
              <a:t>0</a:t>
            </a:r>
            <a:r>
              <a:rPr lang="en-GB" dirty="0">
                <a:latin typeface="+mn-lt"/>
              </a:rPr>
              <a:t>: </a:t>
            </a:r>
            <a:r>
              <a:rPr lang="el-GR" dirty="0">
                <a:latin typeface="+mn-lt"/>
              </a:rPr>
              <a:t>μ</a:t>
            </a:r>
            <a:r>
              <a:rPr lang="el-GR" baseline="-25000" dirty="0">
                <a:latin typeface="+mn-lt"/>
              </a:rPr>
              <a:t>1</a:t>
            </a:r>
            <a:r>
              <a:rPr lang="el-GR" dirty="0">
                <a:latin typeface="+mn-lt"/>
              </a:rPr>
              <a:t> = μ</a:t>
            </a:r>
            <a:r>
              <a:rPr lang="el-GR" baseline="-25000" dirty="0">
                <a:latin typeface="+mn-lt"/>
              </a:rPr>
              <a:t>2 </a:t>
            </a:r>
            <a:r>
              <a:rPr lang="el-GR" dirty="0">
                <a:latin typeface="+mn-lt"/>
              </a:rPr>
              <a:t>= μ</a:t>
            </a:r>
            <a:r>
              <a:rPr lang="el-GR" baseline="-25000" dirty="0">
                <a:latin typeface="+mn-lt"/>
              </a:rPr>
              <a:t>3</a:t>
            </a:r>
          </a:p>
          <a:p>
            <a:pPr algn="ctr"/>
            <a:endParaRPr lang="el-GR" baseline="-25000" dirty="0">
              <a:latin typeface="+mn-lt"/>
            </a:endParaRPr>
          </a:p>
          <a:p>
            <a:pPr algn="ctr"/>
            <a:r>
              <a:rPr lang="en-GB" sz="2800" baseline="-25000" dirty="0">
                <a:latin typeface="+mn-lt"/>
              </a:rPr>
              <a:t>What we examine is if those means come from the same population.</a:t>
            </a:r>
          </a:p>
          <a:p>
            <a:pPr algn="ctr"/>
            <a:r>
              <a:rPr lang="en-GB" sz="2800" baseline="-25000" dirty="0">
                <a:latin typeface="+mn-lt"/>
              </a:rPr>
              <a:t>We are not looking if they are EXACTLY equal.</a:t>
            </a:r>
          </a:p>
          <a:p>
            <a:pPr algn="ctr"/>
            <a:r>
              <a:rPr lang="en-GB" sz="2800" baseline="-25000" dirty="0">
                <a:latin typeface="+mn-lt"/>
              </a:rPr>
              <a:t>We are asking if each mean likely came from the larger overall population</a:t>
            </a:r>
          </a:p>
        </p:txBody>
      </p:sp>
      <p:sp>
        <p:nvSpPr>
          <p:cNvPr id="4" name="Footer Placeholder 3">
            <a:extLst>
              <a:ext uri="{FF2B5EF4-FFF2-40B4-BE49-F238E27FC236}">
                <a16:creationId xmlns:a16="http://schemas.microsoft.com/office/drawing/2014/main" id="{55B20495-D028-852D-2ADA-ABE1CB7A788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B57EFAB-6FDA-52AF-8D81-BE67F78D1816}"/>
              </a:ext>
            </a:extLst>
          </p:cNvPr>
          <p:cNvSpPr>
            <a:spLocks noGrp="1"/>
          </p:cNvSpPr>
          <p:nvPr>
            <p:ph type="sldNum" sz="quarter" idx="4"/>
          </p:nvPr>
        </p:nvSpPr>
        <p:spPr/>
        <p:txBody>
          <a:bodyPr/>
          <a:lstStyle/>
          <a:p>
            <a:fld id="{9FD7ECCF-50E7-4327-B945-FA93FF7B2BEF}" type="slidenum">
              <a:rPr lang="en-US" smtClean="0"/>
              <a:pPr/>
              <a:t>11</a:t>
            </a:fld>
            <a:r>
              <a:rPr lang="en-GB"/>
              <a:t>/54</a:t>
            </a:r>
            <a:endParaRPr lang="en-US" dirty="0"/>
          </a:p>
        </p:txBody>
      </p:sp>
    </p:spTree>
    <p:extLst>
      <p:ext uri="{BB962C8B-B14F-4D97-AF65-F5344CB8AC3E}">
        <p14:creationId xmlns:p14="http://schemas.microsoft.com/office/powerpoint/2010/main" val="913574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AFA27-E057-96CB-841E-DCDAA681693D}"/>
              </a:ext>
            </a:extLst>
          </p:cNvPr>
          <p:cNvSpPr>
            <a:spLocks noGrp="1"/>
          </p:cNvSpPr>
          <p:nvPr>
            <p:ph type="title"/>
          </p:nvPr>
        </p:nvSpPr>
        <p:spPr>
          <a:xfrm>
            <a:off x="612648" y="77596"/>
            <a:ext cx="8153400" cy="990600"/>
          </a:xfrm>
        </p:spPr>
        <p:txBody>
          <a:bodyPr>
            <a:normAutofit fontScale="90000"/>
          </a:bodyPr>
          <a:lstStyle/>
          <a:p>
            <a:pPr>
              <a:lnSpc>
                <a:spcPts val="3500"/>
              </a:lnSpc>
            </a:pPr>
            <a:r>
              <a:rPr lang="en-GB" dirty="0"/>
              <a:t>ANOVA: Analysis of variance is a variability ratio</a:t>
            </a:r>
          </a:p>
        </p:txBody>
      </p:sp>
      <p:cxnSp>
        <p:nvCxnSpPr>
          <p:cNvPr id="17" name="Straight Connector 16">
            <a:extLst>
              <a:ext uri="{FF2B5EF4-FFF2-40B4-BE49-F238E27FC236}">
                <a16:creationId xmlns:a16="http://schemas.microsoft.com/office/drawing/2014/main" id="{2BA2A77A-A674-DEDB-3214-34C08C53D100}"/>
              </a:ext>
            </a:extLst>
          </p:cNvPr>
          <p:cNvCxnSpPr>
            <a:cxnSpLocks/>
          </p:cNvCxnSpPr>
          <p:nvPr/>
        </p:nvCxnSpPr>
        <p:spPr>
          <a:xfrm>
            <a:off x="1475656" y="3861048"/>
            <a:ext cx="540060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A370B80-632D-FA55-C2D4-E920DB1DE160}"/>
              </a:ext>
            </a:extLst>
          </p:cNvPr>
          <p:cNvSpPr txBox="1"/>
          <p:nvPr/>
        </p:nvSpPr>
        <p:spPr>
          <a:xfrm>
            <a:off x="36353" y="2276872"/>
            <a:ext cx="1619672" cy="707886"/>
          </a:xfrm>
          <a:prstGeom prst="rect">
            <a:avLst/>
          </a:prstGeom>
          <a:noFill/>
        </p:spPr>
        <p:txBody>
          <a:bodyPr wrap="square" rtlCol="0">
            <a:spAutoFit/>
          </a:bodyPr>
          <a:lstStyle/>
          <a:p>
            <a:pPr algn="ctr"/>
            <a:r>
              <a:rPr lang="en-GB" sz="2000" baseline="-25000" dirty="0">
                <a:latin typeface="+mn-lt"/>
              </a:rPr>
              <a:t>Variability </a:t>
            </a:r>
            <a:r>
              <a:rPr lang="en-GB" sz="2000" b="1" baseline="-25000" dirty="0">
                <a:latin typeface="+mn-lt"/>
              </a:rPr>
              <a:t>AMONG/BETWEEN </a:t>
            </a:r>
            <a:r>
              <a:rPr lang="en-GB" sz="2000" baseline="-25000" dirty="0">
                <a:latin typeface="+mn-lt"/>
              </a:rPr>
              <a:t>the means</a:t>
            </a:r>
          </a:p>
        </p:txBody>
      </p:sp>
      <p:sp>
        <p:nvSpPr>
          <p:cNvPr id="19" name="TextBox 18">
            <a:extLst>
              <a:ext uri="{FF2B5EF4-FFF2-40B4-BE49-F238E27FC236}">
                <a16:creationId xmlns:a16="http://schemas.microsoft.com/office/drawing/2014/main" id="{5D37CB9D-8BBE-49D0-DD80-494D7C739CD7}"/>
              </a:ext>
            </a:extLst>
          </p:cNvPr>
          <p:cNvSpPr txBox="1"/>
          <p:nvPr/>
        </p:nvSpPr>
        <p:spPr>
          <a:xfrm>
            <a:off x="36353" y="4770196"/>
            <a:ext cx="1619672" cy="707886"/>
          </a:xfrm>
          <a:prstGeom prst="rect">
            <a:avLst/>
          </a:prstGeom>
          <a:noFill/>
        </p:spPr>
        <p:txBody>
          <a:bodyPr wrap="square" rtlCol="0">
            <a:spAutoFit/>
          </a:bodyPr>
          <a:lstStyle/>
          <a:p>
            <a:pPr algn="ctr"/>
            <a:r>
              <a:rPr lang="en-GB" sz="2000" baseline="-25000" dirty="0">
                <a:latin typeface="+mn-lt"/>
              </a:rPr>
              <a:t>Variability </a:t>
            </a:r>
            <a:r>
              <a:rPr lang="en-GB" sz="2000" b="1" baseline="-25000" dirty="0">
                <a:latin typeface="+mn-lt"/>
              </a:rPr>
              <a:t>AROUND/WITHIN </a:t>
            </a:r>
            <a:r>
              <a:rPr lang="en-GB" sz="2000" baseline="-25000" dirty="0">
                <a:latin typeface="+mn-lt"/>
              </a:rPr>
              <a:t>the distributions</a:t>
            </a:r>
          </a:p>
        </p:txBody>
      </p:sp>
      <p:pic>
        <p:nvPicPr>
          <p:cNvPr id="21" name="Graphic 20" descr="Variability AMONG/BETWEEN the means&#10;Variability AROUND/WITHIN the distributions&#10;">
            <a:extLst>
              <a:ext uri="{FF2B5EF4-FFF2-40B4-BE49-F238E27FC236}">
                <a16:creationId xmlns:a16="http://schemas.microsoft.com/office/drawing/2014/main" id="{89C74C71-B931-EAB3-669D-C5C3C91CDD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75656" y="1517572"/>
            <a:ext cx="3718903" cy="4639706"/>
          </a:xfrm>
          <a:prstGeom prst="rect">
            <a:avLst/>
          </a:prstGeom>
        </p:spPr>
      </p:pic>
      <p:sp>
        <p:nvSpPr>
          <p:cNvPr id="22" name="TextBox 21">
            <a:extLst>
              <a:ext uri="{FF2B5EF4-FFF2-40B4-BE49-F238E27FC236}">
                <a16:creationId xmlns:a16="http://schemas.microsoft.com/office/drawing/2014/main" id="{05A3E316-2E65-18EE-85DE-FA202FECD704}"/>
              </a:ext>
            </a:extLst>
          </p:cNvPr>
          <p:cNvSpPr txBox="1"/>
          <p:nvPr/>
        </p:nvSpPr>
        <p:spPr>
          <a:xfrm>
            <a:off x="5287383" y="2234354"/>
            <a:ext cx="1698864" cy="666849"/>
          </a:xfrm>
          <a:prstGeom prst="rect">
            <a:avLst/>
          </a:prstGeom>
          <a:noFill/>
        </p:spPr>
        <p:txBody>
          <a:bodyPr wrap="square" rtlCol="0">
            <a:spAutoFit/>
          </a:bodyPr>
          <a:lstStyle/>
          <a:p>
            <a:pPr algn="ctr"/>
            <a:r>
              <a:rPr lang="en-GB" sz="2800" baseline="-25000" dirty="0">
                <a:latin typeface="+mn-lt"/>
              </a:rPr>
              <a:t>Distance from overall mean</a:t>
            </a:r>
          </a:p>
        </p:txBody>
      </p:sp>
      <p:sp>
        <p:nvSpPr>
          <p:cNvPr id="23" name="TextBox 22">
            <a:extLst>
              <a:ext uri="{FF2B5EF4-FFF2-40B4-BE49-F238E27FC236}">
                <a16:creationId xmlns:a16="http://schemas.microsoft.com/office/drawing/2014/main" id="{7E523F7A-0E11-3E13-C0DB-690CAC3EE029}"/>
              </a:ext>
            </a:extLst>
          </p:cNvPr>
          <p:cNvSpPr txBox="1"/>
          <p:nvPr/>
        </p:nvSpPr>
        <p:spPr>
          <a:xfrm>
            <a:off x="5328378" y="4770196"/>
            <a:ext cx="1616873" cy="666849"/>
          </a:xfrm>
          <a:prstGeom prst="rect">
            <a:avLst/>
          </a:prstGeom>
          <a:noFill/>
        </p:spPr>
        <p:txBody>
          <a:bodyPr wrap="square" rtlCol="0">
            <a:spAutoFit/>
          </a:bodyPr>
          <a:lstStyle/>
          <a:p>
            <a:pPr algn="ctr"/>
            <a:r>
              <a:rPr lang="en-GB" sz="2800" baseline="-25000" dirty="0">
                <a:latin typeface="+mn-lt"/>
              </a:rPr>
              <a:t>Internal spread</a:t>
            </a:r>
          </a:p>
        </p:txBody>
      </p:sp>
      <p:sp>
        <p:nvSpPr>
          <p:cNvPr id="8" name="TextBox 7">
            <a:extLst>
              <a:ext uri="{FF2B5EF4-FFF2-40B4-BE49-F238E27FC236}">
                <a16:creationId xmlns:a16="http://schemas.microsoft.com/office/drawing/2014/main" id="{9FF6BDBE-88C2-A5CA-247A-13DD430F3770}"/>
              </a:ext>
            </a:extLst>
          </p:cNvPr>
          <p:cNvSpPr txBox="1"/>
          <p:nvPr/>
        </p:nvSpPr>
        <p:spPr>
          <a:xfrm>
            <a:off x="6727543" y="3561614"/>
            <a:ext cx="722235" cy="379591"/>
          </a:xfrm>
          <a:prstGeom prst="rect">
            <a:avLst/>
          </a:prstGeom>
          <a:noFill/>
        </p:spPr>
        <p:txBody>
          <a:bodyPr wrap="square" rtlCol="0">
            <a:spAutoFit/>
          </a:bodyPr>
          <a:lstStyle/>
          <a:p>
            <a:pPr algn="ctr"/>
            <a:r>
              <a:rPr lang="en-GB" sz="2800" baseline="-25000" dirty="0">
                <a:latin typeface="+mn-lt"/>
              </a:rPr>
              <a:t>=</a:t>
            </a:r>
          </a:p>
        </p:txBody>
      </p:sp>
      <p:sp>
        <p:nvSpPr>
          <p:cNvPr id="11" name="TextBox 10">
            <a:extLst>
              <a:ext uri="{FF2B5EF4-FFF2-40B4-BE49-F238E27FC236}">
                <a16:creationId xmlns:a16="http://schemas.microsoft.com/office/drawing/2014/main" id="{BC543370-63F2-DB8A-BABA-2A44C6A7D517}"/>
              </a:ext>
            </a:extLst>
          </p:cNvPr>
          <p:cNvSpPr txBox="1"/>
          <p:nvPr/>
        </p:nvSpPr>
        <p:spPr>
          <a:xfrm>
            <a:off x="7408783" y="3032057"/>
            <a:ext cx="1698864" cy="666849"/>
          </a:xfrm>
          <a:prstGeom prst="rect">
            <a:avLst/>
          </a:prstGeom>
          <a:noFill/>
        </p:spPr>
        <p:txBody>
          <a:bodyPr wrap="square" rtlCol="0">
            <a:spAutoFit/>
          </a:bodyPr>
          <a:lstStyle/>
          <a:p>
            <a:pPr algn="ctr"/>
            <a:r>
              <a:rPr lang="en-GB" sz="2800" baseline="-25000" dirty="0">
                <a:latin typeface="+mn-lt"/>
              </a:rPr>
              <a:t>Variance Between</a:t>
            </a:r>
          </a:p>
        </p:txBody>
      </p:sp>
      <p:sp>
        <p:nvSpPr>
          <p:cNvPr id="12" name="TextBox 11">
            <a:extLst>
              <a:ext uri="{FF2B5EF4-FFF2-40B4-BE49-F238E27FC236}">
                <a16:creationId xmlns:a16="http://schemas.microsoft.com/office/drawing/2014/main" id="{F3DC23FA-A5CC-6641-F551-E65BE6200F4F}"/>
              </a:ext>
            </a:extLst>
          </p:cNvPr>
          <p:cNvSpPr txBox="1"/>
          <p:nvPr/>
        </p:nvSpPr>
        <p:spPr>
          <a:xfrm>
            <a:off x="7449778" y="3861048"/>
            <a:ext cx="1616873" cy="666849"/>
          </a:xfrm>
          <a:prstGeom prst="rect">
            <a:avLst/>
          </a:prstGeom>
          <a:noFill/>
        </p:spPr>
        <p:txBody>
          <a:bodyPr wrap="square" rtlCol="0">
            <a:spAutoFit/>
          </a:bodyPr>
          <a:lstStyle/>
          <a:p>
            <a:pPr algn="ctr"/>
            <a:r>
              <a:rPr lang="en-GB" sz="2800" baseline="-25000" dirty="0">
                <a:latin typeface="+mn-lt"/>
              </a:rPr>
              <a:t>Variance Within</a:t>
            </a:r>
          </a:p>
        </p:txBody>
      </p:sp>
      <p:cxnSp>
        <p:nvCxnSpPr>
          <p:cNvPr id="13" name="Straight Connector 12">
            <a:extLst>
              <a:ext uri="{FF2B5EF4-FFF2-40B4-BE49-F238E27FC236}">
                <a16:creationId xmlns:a16="http://schemas.microsoft.com/office/drawing/2014/main" id="{D0BD167F-23B4-B743-8AE0-5B8E0BFB843B}"/>
              </a:ext>
            </a:extLst>
          </p:cNvPr>
          <p:cNvCxnSpPr>
            <a:cxnSpLocks/>
          </p:cNvCxnSpPr>
          <p:nvPr/>
        </p:nvCxnSpPr>
        <p:spPr>
          <a:xfrm>
            <a:off x="7408783" y="3861048"/>
            <a:ext cx="1657868"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B1286543-F9EC-6CC4-8C6E-B5FC47DE86C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F32BF17F-DBC6-23FA-5C03-FE966795595A}"/>
              </a:ext>
            </a:extLst>
          </p:cNvPr>
          <p:cNvSpPr>
            <a:spLocks noGrp="1"/>
          </p:cNvSpPr>
          <p:nvPr>
            <p:ph type="sldNum" sz="quarter" idx="4"/>
          </p:nvPr>
        </p:nvSpPr>
        <p:spPr/>
        <p:txBody>
          <a:bodyPr/>
          <a:lstStyle/>
          <a:p>
            <a:fld id="{9FD7ECCF-50E7-4327-B945-FA93FF7B2BEF}" type="slidenum">
              <a:rPr lang="en-US" smtClean="0"/>
              <a:pPr/>
              <a:t>12</a:t>
            </a:fld>
            <a:r>
              <a:rPr lang="en-GB"/>
              <a:t>/54</a:t>
            </a:r>
            <a:endParaRPr lang="en-US" dirty="0"/>
          </a:p>
        </p:txBody>
      </p:sp>
    </p:spTree>
    <p:extLst>
      <p:ext uri="{BB962C8B-B14F-4D97-AF65-F5344CB8AC3E}">
        <p14:creationId xmlns:p14="http://schemas.microsoft.com/office/powerpoint/2010/main" val="1772765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7837096-06D6-6BB5-D51A-DA4CFE459B51}"/>
              </a:ext>
            </a:extLst>
          </p:cNvPr>
          <p:cNvSpPr txBox="1"/>
          <p:nvPr/>
        </p:nvSpPr>
        <p:spPr>
          <a:xfrm>
            <a:off x="1312010" y="1990983"/>
            <a:ext cx="2605009" cy="400110"/>
          </a:xfrm>
          <a:prstGeom prst="rect">
            <a:avLst/>
          </a:prstGeom>
          <a:noFill/>
        </p:spPr>
        <p:txBody>
          <a:bodyPr wrap="square" rtlCol="0">
            <a:spAutoFit/>
          </a:bodyPr>
          <a:lstStyle/>
          <a:p>
            <a:pPr algn="ctr"/>
            <a:r>
              <a:rPr lang="en-GB" sz="2000" dirty="0">
                <a:latin typeface="+mn-lt"/>
              </a:rPr>
              <a:t>Variance Between</a:t>
            </a:r>
          </a:p>
        </p:txBody>
      </p:sp>
      <p:sp>
        <p:nvSpPr>
          <p:cNvPr id="7" name="TextBox 6">
            <a:extLst>
              <a:ext uri="{FF2B5EF4-FFF2-40B4-BE49-F238E27FC236}">
                <a16:creationId xmlns:a16="http://schemas.microsoft.com/office/drawing/2014/main" id="{63FFE5E4-7B46-4E43-D8E9-8D59E1AFDBF8}"/>
              </a:ext>
            </a:extLst>
          </p:cNvPr>
          <p:cNvSpPr txBox="1"/>
          <p:nvPr/>
        </p:nvSpPr>
        <p:spPr>
          <a:xfrm>
            <a:off x="1370303" y="2502024"/>
            <a:ext cx="2479285" cy="400110"/>
          </a:xfrm>
          <a:prstGeom prst="rect">
            <a:avLst/>
          </a:prstGeom>
          <a:noFill/>
        </p:spPr>
        <p:txBody>
          <a:bodyPr wrap="square" rtlCol="0">
            <a:spAutoFit/>
          </a:bodyPr>
          <a:lstStyle/>
          <a:p>
            <a:pPr algn="ctr"/>
            <a:r>
              <a:rPr lang="en-GB" sz="2000" dirty="0">
                <a:latin typeface="+mn-lt"/>
              </a:rPr>
              <a:t>Variance Within</a:t>
            </a:r>
          </a:p>
        </p:txBody>
      </p:sp>
      <p:cxnSp>
        <p:nvCxnSpPr>
          <p:cNvPr id="8" name="Straight Connector 7">
            <a:extLst>
              <a:ext uri="{FF2B5EF4-FFF2-40B4-BE49-F238E27FC236}">
                <a16:creationId xmlns:a16="http://schemas.microsoft.com/office/drawing/2014/main" id="{0F1DC272-7D53-45DA-D018-68ACF4269754}"/>
              </a:ext>
            </a:extLst>
          </p:cNvPr>
          <p:cNvCxnSpPr>
            <a:cxnSpLocks/>
          </p:cNvCxnSpPr>
          <p:nvPr/>
        </p:nvCxnSpPr>
        <p:spPr>
          <a:xfrm>
            <a:off x="1545332" y="2497364"/>
            <a:ext cx="230425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BEF61A01-F6E9-5F50-02E4-84E3F9EBA5CC}"/>
              </a:ext>
            </a:extLst>
          </p:cNvPr>
          <p:cNvSpPr/>
          <p:nvPr/>
        </p:nvSpPr>
        <p:spPr>
          <a:xfrm>
            <a:off x="4139579" y="2115443"/>
            <a:ext cx="360040" cy="818315"/>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03805E59-D502-E046-2AFB-AB1AB14E0085}"/>
              </a:ext>
            </a:extLst>
          </p:cNvPr>
          <p:cNvSpPr txBox="1"/>
          <p:nvPr/>
        </p:nvSpPr>
        <p:spPr>
          <a:xfrm>
            <a:off x="4552482" y="2267843"/>
            <a:ext cx="3259505" cy="400110"/>
          </a:xfrm>
          <a:prstGeom prst="rect">
            <a:avLst/>
          </a:prstGeom>
          <a:noFill/>
        </p:spPr>
        <p:txBody>
          <a:bodyPr wrap="square" rtlCol="0">
            <a:spAutoFit/>
          </a:bodyPr>
          <a:lstStyle/>
          <a:p>
            <a:pPr algn="ctr"/>
            <a:r>
              <a:rPr lang="en-GB" sz="2000" dirty="0">
                <a:latin typeface="+mn-lt"/>
              </a:rPr>
              <a:t>Total Variance Components</a:t>
            </a:r>
          </a:p>
        </p:txBody>
      </p:sp>
      <p:sp>
        <p:nvSpPr>
          <p:cNvPr id="13" name="TextBox 12">
            <a:extLst>
              <a:ext uri="{FF2B5EF4-FFF2-40B4-BE49-F238E27FC236}">
                <a16:creationId xmlns:a16="http://schemas.microsoft.com/office/drawing/2014/main" id="{9C126823-D784-233F-A3C3-5DC3E7D51F04}"/>
              </a:ext>
            </a:extLst>
          </p:cNvPr>
          <p:cNvSpPr txBox="1"/>
          <p:nvPr/>
        </p:nvSpPr>
        <p:spPr>
          <a:xfrm>
            <a:off x="802631" y="3313881"/>
            <a:ext cx="7161764" cy="923330"/>
          </a:xfrm>
          <a:prstGeom prst="rect">
            <a:avLst/>
          </a:prstGeom>
          <a:noFill/>
        </p:spPr>
        <p:txBody>
          <a:bodyPr wrap="square" rtlCol="0">
            <a:spAutoFit/>
          </a:bodyPr>
          <a:lstStyle/>
          <a:p>
            <a:pPr algn="ctr"/>
            <a:r>
              <a:rPr lang="en-GB" sz="1800" dirty="0">
                <a:latin typeface="+mn-lt"/>
              </a:rPr>
              <a:t>“Partitioning” separating total variance into its component parts</a:t>
            </a:r>
          </a:p>
          <a:p>
            <a:pPr algn="ctr"/>
            <a:r>
              <a:rPr lang="en-GB" sz="1800" dirty="0">
                <a:latin typeface="+mn-lt"/>
              </a:rPr>
              <a:t>Variance Between + Variance Within = Total Variance</a:t>
            </a:r>
          </a:p>
          <a:p>
            <a:pPr algn="ctr"/>
            <a:r>
              <a:rPr lang="en-GB" sz="1800" dirty="0">
                <a:latin typeface="+mn-lt"/>
              </a:rPr>
              <a:t> </a:t>
            </a:r>
          </a:p>
        </p:txBody>
      </p:sp>
      <p:sp>
        <p:nvSpPr>
          <p:cNvPr id="14" name="TextBox 13">
            <a:extLst>
              <a:ext uri="{FF2B5EF4-FFF2-40B4-BE49-F238E27FC236}">
                <a16:creationId xmlns:a16="http://schemas.microsoft.com/office/drawing/2014/main" id="{0AC75B0F-B64A-C703-FC5B-A3DCAE2EBF08}"/>
              </a:ext>
            </a:extLst>
          </p:cNvPr>
          <p:cNvSpPr txBox="1"/>
          <p:nvPr/>
        </p:nvSpPr>
        <p:spPr>
          <a:xfrm>
            <a:off x="834228" y="4368689"/>
            <a:ext cx="7676889" cy="1754326"/>
          </a:xfrm>
          <a:prstGeom prst="rect">
            <a:avLst/>
          </a:prstGeom>
          <a:solidFill>
            <a:schemeClr val="accent2">
              <a:lumMod val="20000"/>
              <a:lumOff val="80000"/>
            </a:schemeClr>
          </a:solidFill>
        </p:spPr>
        <p:txBody>
          <a:bodyPr wrap="square" rtlCol="0">
            <a:spAutoFit/>
          </a:bodyPr>
          <a:lstStyle/>
          <a:p>
            <a:pPr algn="ctr"/>
            <a:r>
              <a:rPr lang="en-GB" sz="1800" dirty="0">
                <a:latin typeface="+mn-lt"/>
              </a:rPr>
              <a:t>If the variability BETWEEN the means (distance from the mean) in the numerator is relatively large compared to the variance WITHIN the samples (internal spread) in the denominator, the ratio will be much larger than 1. The samples then most likely do NOT come from a common population: </a:t>
            </a:r>
            <a:br>
              <a:rPr lang="en-GB" sz="1800" dirty="0">
                <a:latin typeface="+mn-lt"/>
              </a:rPr>
            </a:br>
            <a:r>
              <a:rPr lang="en-GB" sz="1800" b="1" dirty="0">
                <a:latin typeface="+mn-lt"/>
              </a:rPr>
              <a:t>Reject Null Hypothesis that means are equal</a:t>
            </a:r>
          </a:p>
          <a:p>
            <a:pPr algn="ctr"/>
            <a:endParaRPr lang="en-GB" sz="1800" dirty="0">
              <a:latin typeface="+mn-lt"/>
            </a:endParaRPr>
          </a:p>
        </p:txBody>
      </p:sp>
      <p:sp>
        <p:nvSpPr>
          <p:cNvPr id="17" name="Title 1">
            <a:extLst>
              <a:ext uri="{FF2B5EF4-FFF2-40B4-BE49-F238E27FC236}">
                <a16:creationId xmlns:a16="http://schemas.microsoft.com/office/drawing/2014/main" id="{2DFD471E-74CE-718C-C14E-500D82D8345C}"/>
              </a:ext>
            </a:extLst>
          </p:cNvPr>
          <p:cNvSpPr>
            <a:spLocks noGrp="1"/>
          </p:cNvSpPr>
          <p:nvPr>
            <p:ph type="title"/>
          </p:nvPr>
        </p:nvSpPr>
        <p:spPr>
          <a:xfrm>
            <a:off x="612648" y="77596"/>
            <a:ext cx="8153400" cy="990600"/>
          </a:xfrm>
        </p:spPr>
        <p:txBody>
          <a:bodyPr>
            <a:normAutofit fontScale="90000"/>
          </a:bodyPr>
          <a:lstStyle/>
          <a:p>
            <a:pPr>
              <a:lnSpc>
                <a:spcPts val="3500"/>
              </a:lnSpc>
            </a:pPr>
            <a:r>
              <a:rPr lang="en-GB" dirty="0"/>
              <a:t>ANOVA: Analysis of variance is a variability ratio</a:t>
            </a:r>
          </a:p>
        </p:txBody>
      </p:sp>
      <p:sp>
        <p:nvSpPr>
          <p:cNvPr id="2" name="Footer Placeholder 1">
            <a:extLst>
              <a:ext uri="{FF2B5EF4-FFF2-40B4-BE49-F238E27FC236}">
                <a16:creationId xmlns:a16="http://schemas.microsoft.com/office/drawing/2014/main" id="{7ED72759-62E0-9A8D-02B4-45C5F2466DC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5704F625-E157-5CAA-ADE7-07B483F94843}"/>
              </a:ext>
            </a:extLst>
          </p:cNvPr>
          <p:cNvSpPr>
            <a:spLocks noGrp="1"/>
          </p:cNvSpPr>
          <p:nvPr>
            <p:ph type="sldNum" sz="quarter" idx="4"/>
          </p:nvPr>
        </p:nvSpPr>
        <p:spPr/>
        <p:txBody>
          <a:bodyPr/>
          <a:lstStyle/>
          <a:p>
            <a:fld id="{9FD7ECCF-50E7-4327-B945-FA93FF7B2BEF}" type="slidenum">
              <a:rPr lang="en-US" smtClean="0"/>
              <a:pPr/>
              <a:t>13</a:t>
            </a:fld>
            <a:r>
              <a:rPr lang="en-GB"/>
              <a:t>/54</a:t>
            </a:r>
            <a:endParaRPr lang="en-US" dirty="0"/>
          </a:p>
        </p:txBody>
      </p:sp>
    </p:spTree>
    <p:extLst>
      <p:ext uri="{BB962C8B-B14F-4D97-AF65-F5344CB8AC3E}">
        <p14:creationId xmlns:p14="http://schemas.microsoft.com/office/powerpoint/2010/main" val="4054199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81A56236-3802-C6E1-31C1-1A4495E57C26}"/>
              </a:ext>
            </a:extLst>
          </p:cNvPr>
          <p:cNvSpPr/>
          <p:nvPr/>
        </p:nvSpPr>
        <p:spPr>
          <a:xfrm>
            <a:off x="179512" y="3055330"/>
            <a:ext cx="2130430" cy="110145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F7837096-06D6-6BB5-D51A-DA4CFE459B51}"/>
              </a:ext>
            </a:extLst>
          </p:cNvPr>
          <p:cNvSpPr txBox="1"/>
          <p:nvPr/>
        </p:nvSpPr>
        <p:spPr>
          <a:xfrm>
            <a:off x="41171" y="3200643"/>
            <a:ext cx="2269392" cy="400110"/>
          </a:xfrm>
          <a:prstGeom prst="rect">
            <a:avLst/>
          </a:prstGeom>
          <a:noFill/>
        </p:spPr>
        <p:txBody>
          <a:bodyPr wrap="square" rtlCol="0">
            <a:spAutoFit/>
          </a:bodyPr>
          <a:lstStyle/>
          <a:p>
            <a:pPr algn="ctr"/>
            <a:r>
              <a:rPr lang="en-GB" sz="2000" dirty="0">
                <a:latin typeface="+mn-lt"/>
              </a:rPr>
              <a:t>Variance </a:t>
            </a:r>
            <a:r>
              <a:rPr lang="en-GB" sz="2000" b="1" dirty="0">
                <a:latin typeface="+mn-lt"/>
              </a:rPr>
              <a:t>Between</a:t>
            </a:r>
          </a:p>
        </p:txBody>
      </p:sp>
      <p:sp>
        <p:nvSpPr>
          <p:cNvPr id="7" name="TextBox 6">
            <a:extLst>
              <a:ext uri="{FF2B5EF4-FFF2-40B4-BE49-F238E27FC236}">
                <a16:creationId xmlns:a16="http://schemas.microsoft.com/office/drawing/2014/main" id="{63FFE5E4-7B46-4E43-D8E9-8D59E1AFDBF8}"/>
              </a:ext>
            </a:extLst>
          </p:cNvPr>
          <p:cNvSpPr txBox="1"/>
          <p:nvPr/>
        </p:nvSpPr>
        <p:spPr>
          <a:xfrm>
            <a:off x="93521" y="3619728"/>
            <a:ext cx="2159866" cy="400110"/>
          </a:xfrm>
          <a:prstGeom prst="rect">
            <a:avLst/>
          </a:prstGeom>
          <a:noFill/>
        </p:spPr>
        <p:txBody>
          <a:bodyPr wrap="square" rtlCol="0">
            <a:spAutoFit/>
          </a:bodyPr>
          <a:lstStyle/>
          <a:p>
            <a:pPr algn="ctr"/>
            <a:r>
              <a:rPr lang="en-GB" sz="2000" dirty="0">
                <a:latin typeface="+mn-lt"/>
              </a:rPr>
              <a:t>Variance </a:t>
            </a:r>
            <a:r>
              <a:rPr lang="en-GB" sz="2000" b="1" dirty="0">
                <a:latin typeface="+mn-lt"/>
              </a:rPr>
              <a:t>Within</a:t>
            </a:r>
          </a:p>
        </p:txBody>
      </p:sp>
      <p:cxnSp>
        <p:nvCxnSpPr>
          <p:cNvPr id="8" name="Straight Connector 7">
            <a:extLst>
              <a:ext uri="{FF2B5EF4-FFF2-40B4-BE49-F238E27FC236}">
                <a16:creationId xmlns:a16="http://schemas.microsoft.com/office/drawing/2014/main" id="{0F1DC272-7D53-45DA-D018-68ACF4269754}"/>
              </a:ext>
            </a:extLst>
          </p:cNvPr>
          <p:cNvCxnSpPr>
            <a:cxnSpLocks/>
          </p:cNvCxnSpPr>
          <p:nvPr/>
        </p:nvCxnSpPr>
        <p:spPr>
          <a:xfrm>
            <a:off x="268519" y="3621630"/>
            <a:ext cx="1950367"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2DFD471E-74CE-718C-C14E-500D82D8345C}"/>
              </a:ext>
            </a:extLst>
          </p:cNvPr>
          <p:cNvSpPr>
            <a:spLocks noGrp="1"/>
          </p:cNvSpPr>
          <p:nvPr>
            <p:ph type="title"/>
          </p:nvPr>
        </p:nvSpPr>
        <p:spPr>
          <a:xfrm>
            <a:off x="612648" y="77596"/>
            <a:ext cx="8153400" cy="990600"/>
          </a:xfrm>
        </p:spPr>
        <p:txBody>
          <a:bodyPr>
            <a:normAutofit fontScale="90000"/>
          </a:bodyPr>
          <a:lstStyle/>
          <a:p>
            <a:pPr>
              <a:lnSpc>
                <a:spcPts val="3500"/>
              </a:lnSpc>
            </a:pPr>
            <a:r>
              <a:rPr lang="en-GB" dirty="0"/>
              <a:t>ANOVA: Analysis of variance is a variability ratio</a:t>
            </a:r>
          </a:p>
        </p:txBody>
      </p:sp>
      <p:sp>
        <p:nvSpPr>
          <p:cNvPr id="2" name="TextBox 1">
            <a:extLst>
              <a:ext uri="{FF2B5EF4-FFF2-40B4-BE49-F238E27FC236}">
                <a16:creationId xmlns:a16="http://schemas.microsoft.com/office/drawing/2014/main" id="{EC9D506E-742F-DCC3-7B0F-F1117C9BFEA2}"/>
              </a:ext>
            </a:extLst>
          </p:cNvPr>
          <p:cNvSpPr txBox="1"/>
          <p:nvPr/>
        </p:nvSpPr>
        <p:spPr>
          <a:xfrm>
            <a:off x="2362783" y="2016415"/>
            <a:ext cx="1280639" cy="400110"/>
          </a:xfrm>
          <a:prstGeom prst="rect">
            <a:avLst/>
          </a:prstGeom>
          <a:noFill/>
        </p:spPr>
        <p:txBody>
          <a:bodyPr wrap="square" rtlCol="0">
            <a:spAutoFit/>
          </a:bodyPr>
          <a:lstStyle/>
          <a:p>
            <a:pPr algn="ctr"/>
            <a:r>
              <a:rPr lang="en-GB" sz="2000" dirty="0">
                <a:latin typeface="+mn-lt"/>
              </a:rPr>
              <a:t>LARGE</a:t>
            </a:r>
          </a:p>
        </p:txBody>
      </p:sp>
      <p:sp>
        <p:nvSpPr>
          <p:cNvPr id="3" name="TextBox 2">
            <a:extLst>
              <a:ext uri="{FF2B5EF4-FFF2-40B4-BE49-F238E27FC236}">
                <a16:creationId xmlns:a16="http://schemas.microsoft.com/office/drawing/2014/main" id="{D96927FC-3A10-0845-10D4-8F1A620B40EF}"/>
              </a:ext>
            </a:extLst>
          </p:cNvPr>
          <p:cNvSpPr txBox="1"/>
          <p:nvPr/>
        </p:nvSpPr>
        <p:spPr>
          <a:xfrm>
            <a:off x="2383281" y="2524368"/>
            <a:ext cx="1239643" cy="400110"/>
          </a:xfrm>
          <a:prstGeom prst="rect">
            <a:avLst/>
          </a:prstGeom>
          <a:noFill/>
        </p:spPr>
        <p:txBody>
          <a:bodyPr wrap="square" rtlCol="0">
            <a:spAutoFit/>
          </a:bodyPr>
          <a:lstStyle/>
          <a:p>
            <a:pPr algn="ctr"/>
            <a:r>
              <a:rPr lang="en-GB" sz="2000" dirty="0">
                <a:latin typeface="+mn-lt"/>
              </a:rPr>
              <a:t>small</a:t>
            </a:r>
          </a:p>
        </p:txBody>
      </p:sp>
      <p:cxnSp>
        <p:nvCxnSpPr>
          <p:cNvPr id="9" name="Straight Connector 8">
            <a:extLst>
              <a:ext uri="{FF2B5EF4-FFF2-40B4-BE49-F238E27FC236}">
                <a16:creationId xmlns:a16="http://schemas.microsoft.com/office/drawing/2014/main" id="{8BD26991-FB69-2791-B3B1-F75AFB878ED8}"/>
              </a:ext>
            </a:extLst>
          </p:cNvPr>
          <p:cNvCxnSpPr>
            <a:cxnSpLocks/>
          </p:cNvCxnSpPr>
          <p:nvPr/>
        </p:nvCxnSpPr>
        <p:spPr>
          <a:xfrm>
            <a:off x="2571055" y="2519708"/>
            <a:ext cx="86409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A99005D-3755-0BC3-FCD8-208A175A2B0C}"/>
              </a:ext>
            </a:extLst>
          </p:cNvPr>
          <p:cNvSpPr txBox="1"/>
          <p:nvPr/>
        </p:nvSpPr>
        <p:spPr>
          <a:xfrm>
            <a:off x="3818652" y="2234735"/>
            <a:ext cx="1560456" cy="400110"/>
          </a:xfrm>
          <a:prstGeom prst="rect">
            <a:avLst/>
          </a:prstGeom>
          <a:noFill/>
        </p:spPr>
        <p:txBody>
          <a:bodyPr wrap="square" rtlCol="0">
            <a:spAutoFit/>
          </a:bodyPr>
          <a:lstStyle/>
          <a:p>
            <a:r>
              <a:rPr lang="en-GB" sz="2000" dirty="0">
                <a:latin typeface="+mn-lt"/>
              </a:rPr>
              <a:t>Reject H</a:t>
            </a:r>
            <a:r>
              <a:rPr lang="en-GB" sz="2000" baseline="-25000" dirty="0">
                <a:latin typeface="+mn-lt"/>
              </a:rPr>
              <a:t>0</a:t>
            </a:r>
          </a:p>
        </p:txBody>
      </p:sp>
      <p:sp>
        <p:nvSpPr>
          <p:cNvPr id="20" name="TextBox 19">
            <a:extLst>
              <a:ext uri="{FF2B5EF4-FFF2-40B4-BE49-F238E27FC236}">
                <a16:creationId xmlns:a16="http://schemas.microsoft.com/office/drawing/2014/main" id="{0B5D6F7F-2D7E-EB64-9240-D2D722454F14}"/>
              </a:ext>
            </a:extLst>
          </p:cNvPr>
          <p:cNvSpPr txBox="1"/>
          <p:nvPr/>
        </p:nvSpPr>
        <p:spPr>
          <a:xfrm>
            <a:off x="3256814" y="2233849"/>
            <a:ext cx="722235" cy="379591"/>
          </a:xfrm>
          <a:prstGeom prst="rect">
            <a:avLst/>
          </a:prstGeom>
          <a:noFill/>
        </p:spPr>
        <p:txBody>
          <a:bodyPr wrap="square" rtlCol="0">
            <a:spAutoFit/>
          </a:bodyPr>
          <a:lstStyle/>
          <a:p>
            <a:pPr algn="ctr"/>
            <a:r>
              <a:rPr lang="en-GB" sz="2800" baseline="-25000" dirty="0">
                <a:latin typeface="+mn-lt"/>
              </a:rPr>
              <a:t>=</a:t>
            </a:r>
          </a:p>
        </p:txBody>
      </p:sp>
      <p:sp>
        <p:nvSpPr>
          <p:cNvPr id="23" name="TextBox 22">
            <a:extLst>
              <a:ext uri="{FF2B5EF4-FFF2-40B4-BE49-F238E27FC236}">
                <a16:creationId xmlns:a16="http://schemas.microsoft.com/office/drawing/2014/main" id="{1390E7F2-375D-B24C-27F4-793F8B806E13}"/>
              </a:ext>
            </a:extLst>
          </p:cNvPr>
          <p:cNvSpPr txBox="1"/>
          <p:nvPr/>
        </p:nvSpPr>
        <p:spPr>
          <a:xfrm>
            <a:off x="5784607" y="1748669"/>
            <a:ext cx="3090874" cy="1323439"/>
          </a:xfrm>
          <a:prstGeom prst="rect">
            <a:avLst/>
          </a:prstGeom>
          <a:solidFill>
            <a:schemeClr val="bg2"/>
          </a:solidFill>
        </p:spPr>
        <p:txBody>
          <a:bodyPr wrap="square" rtlCol="0">
            <a:spAutoFit/>
          </a:bodyPr>
          <a:lstStyle/>
          <a:p>
            <a:pPr algn="ctr"/>
            <a:r>
              <a:rPr lang="en-GB" sz="2000" dirty="0">
                <a:latin typeface="+mn-lt"/>
              </a:rPr>
              <a:t>At least one mean is an outliner and each distribution is narrow; distinct from each other</a:t>
            </a:r>
            <a:endParaRPr lang="en-GB" sz="2000" baseline="-25000" dirty="0">
              <a:latin typeface="+mn-lt"/>
            </a:endParaRPr>
          </a:p>
        </p:txBody>
      </p:sp>
      <p:sp>
        <p:nvSpPr>
          <p:cNvPr id="24" name="TextBox 23">
            <a:extLst>
              <a:ext uri="{FF2B5EF4-FFF2-40B4-BE49-F238E27FC236}">
                <a16:creationId xmlns:a16="http://schemas.microsoft.com/office/drawing/2014/main" id="{DEADAF7A-F999-BE76-164B-F670424E5287}"/>
              </a:ext>
            </a:extLst>
          </p:cNvPr>
          <p:cNvSpPr txBox="1"/>
          <p:nvPr/>
        </p:nvSpPr>
        <p:spPr>
          <a:xfrm>
            <a:off x="2362783" y="3505316"/>
            <a:ext cx="1280639" cy="400110"/>
          </a:xfrm>
          <a:prstGeom prst="rect">
            <a:avLst/>
          </a:prstGeom>
          <a:noFill/>
        </p:spPr>
        <p:txBody>
          <a:bodyPr wrap="square" rtlCol="0">
            <a:spAutoFit/>
          </a:bodyPr>
          <a:lstStyle/>
          <a:p>
            <a:pPr algn="ctr"/>
            <a:r>
              <a:rPr lang="en-GB" sz="2000" dirty="0">
                <a:latin typeface="+mn-lt"/>
              </a:rPr>
              <a:t>similar</a:t>
            </a:r>
          </a:p>
        </p:txBody>
      </p:sp>
      <p:sp>
        <p:nvSpPr>
          <p:cNvPr id="25" name="TextBox 24">
            <a:extLst>
              <a:ext uri="{FF2B5EF4-FFF2-40B4-BE49-F238E27FC236}">
                <a16:creationId xmlns:a16="http://schemas.microsoft.com/office/drawing/2014/main" id="{2363F662-6773-6E97-0003-6B00D86CACFD}"/>
              </a:ext>
            </a:extLst>
          </p:cNvPr>
          <p:cNvSpPr txBox="1"/>
          <p:nvPr/>
        </p:nvSpPr>
        <p:spPr>
          <a:xfrm>
            <a:off x="2383281" y="3911338"/>
            <a:ext cx="1239643" cy="400110"/>
          </a:xfrm>
          <a:prstGeom prst="rect">
            <a:avLst/>
          </a:prstGeom>
          <a:noFill/>
        </p:spPr>
        <p:txBody>
          <a:bodyPr wrap="square" rtlCol="0">
            <a:spAutoFit/>
          </a:bodyPr>
          <a:lstStyle/>
          <a:p>
            <a:pPr algn="ctr"/>
            <a:r>
              <a:rPr lang="en-GB" sz="2000" dirty="0">
                <a:latin typeface="+mn-lt"/>
              </a:rPr>
              <a:t>similar</a:t>
            </a:r>
          </a:p>
        </p:txBody>
      </p:sp>
      <p:cxnSp>
        <p:nvCxnSpPr>
          <p:cNvPr id="26" name="Straight Connector 25">
            <a:extLst>
              <a:ext uri="{FF2B5EF4-FFF2-40B4-BE49-F238E27FC236}">
                <a16:creationId xmlns:a16="http://schemas.microsoft.com/office/drawing/2014/main" id="{0B200164-70FC-5936-AEA7-8D10369A1CE0}"/>
              </a:ext>
            </a:extLst>
          </p:cNvPr>
          <p:cNvCxnSpPr>
            <a:cxnSpLocks/>
          </p:cNvCxnSpPr>
          <p:nvPr/>
        </p:nvCxnSpPr>
        <p:spPr>
          <a:xfrm>
            <a:off x="2571055" y="3936480"/>
            <a:ext cx="86409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721E06E-7E34-0E5D-F394-C60E45679064}"/>
              </a:ext>
            </a:extLst>
          </p:cNvPr>
          <p:cNvSpPr txBox="1"/>
          <p:nvPr/>
        </p:nvSpPr>
        <p:spPr>
          <a:xfrm>
            <a:off x="3818652" y="3651507"/>
            <a:ext cx="1881370" cy="400110"/>
          </a:xfrm>
          <a:prstGeom prst="rect">
            <a:avLst/>
          </a:prstGeom>
          <a:noFill/>
        </p:spPr>
        <p:txBody>
          <a:bodyPr wrap="square" rtlCol="0">
            <a:spAutoFit/>
          </a:bodyPr>
          <a:lstStyle/>
          <a:p>
            <a:r>
              <a:rPr lang="en-GB" sz="2000" dirty="0">
                <a:latin typeface="+mn-lt"/>
              </a:rPr>
              <a:t>Fail to Reject H</a:t>
            </a:r>
            <a:r>
              <a:rPr lang="en-GB" sz="2000" baseline="-25000" dirty="0">
                <a:latin typeface="+mn-lt"/>
              </a:rPr>
              <a:t>0</a:t>
            </a:r>
          </a:p>
        </p:txBody>
      </p:sp>
      <p:sp>
        <p:nvSpPr>
          <p:cNvPr id="28" name="TextBox 27">
            <a:extLst>
              <a:ext uri="{FF2B5EF4-FFF2-40B4-BE49-F238E27FC236}">
                <a16:creationId xmlns:a16="http://schemas.microsoft.com/office/drawing/2014/main" id="{909BF26B-4E36-5BDD-C0D3-098AE4379342}"/>
              </a:ext>
            </a:extLst>
          </p:cNvPr>
          <p:cNvSpPr txBox="1"/>
          <p:nvPr/>
        </p:nvSpPr>
        <p:spPr>
          <a:xfrm>
            <a:off x="3256814" y="3650621"/>
            <a:ext cx="722235" cy="379591"/>
          </a:xfrm>
          <a:prstGeom prst="rect">
            <a:avLst/>
          </a:prstGeom>
          <a:noFill/>
        </p:spPr>
        <p:txBody>
          <a:bodyPr wrap="square" rtlCol="0">
            <a:spAutoFit/>
          </a:bodyPr>
          <a:lstStyle/>
          <a:p>
            <a:pPr algn="ctr"/>
            <a:r>
              <a:rPr lang="en-GB" sz="2800" baseline="-25000" dirty="0">
                <a:latin typeface="+mn-lt"/>
              </a:rPr>
              <a:t>=</a:t>
            </a:r>
          </a:p>
        </p:txBody>
      </p:sp>
      <p:sp>
        <p:nvSpPr>
          <p:cNvPr id="29" name="TextBox 28">
            <a:extLst>
              <a:ext uri="{FF2B5EF4-FFF2-40B4-BE49-F238E27FC236}">
                <a16:creationId xmlns:a16="http://schemas.microsoft.com/office/drawing/2014/main" id="{CA47A53C-CBF2-B4C6-88D9-A5F40CDC420F}"/>
              </a:ext>
            </a:extLst>
          </p:cNvPr>
          <p:cNvSpPr txBox="1"/>
          <p:nvPr/>
        </p:nvSpPr>
        <p:spPr>
          <a:xfrm>
            <a:off x="5784607" y="3358118"/>
            <a:ext cx="3090874" cy="1323439"/>
          </a:xfrm>
          <a:prstGeom prst="rect">
            <a:avLst/>
          </a:prstGeom>
          <a:solidFill>
            <a:schemeClr val="bg2"/>
          </a:solidFill>
        </p:spPr>
        <p:txBody>
          <a:bodyPr wrap="square" rtlCol="0">
            <a:spAutoFit/>
          </a:bodyPr>
          <a:lstStyle/>
          <a:p>
            <a:pPr algn="ctr"/>
            <a:r>
              <a:rPr lang="en-GB" sz="2000" dirty="0">
                <a:latin typeface="+mn-lt"/>
              </a:rPr>
              <a:t>Means are fairly close to overall mean and/or distributions overlap a bit; hard to distinguish</a:t>
            </a:r>
            <a:endParaRPr lang="en-GB" sz="2000" baseline="-25000" dirty="0">
              <a:latin typeface="+mn-lt"/>
            </a:endParaRPr>
          </a:p>
        </p:txBody>
      </p:sp>
      <p:sp>
        <p:nvSpPr>
          <p:cNvPr id="30" name="TextBox 29">
            <a:extLst>
              <a:ext uri="{FF2B5EF4-FFF2-40B4-BE49-F238E27FC236}">
                <a16:creationId xmlns:a16="http://schemas.microsoft.com/office/drawing/2014/main" id="{2A98F2F9-980F-A896-0DFE-302F556F76CC}"/>
              </a:ext>
            </a:extLst>
          </p:cNvPr>
          <p:cNvSpPr txBox="1"/>
          <p:nvPr/>
        </p:nvSpPr>
        <p:spPr>
          <a:xfrm>
            <a:off x="2362783" y="5031769"/>
            <a:ext cx="1280639" cy="400110"/>
          </a:xfrm>
          <a:prstGeom prst="rect">
            <a:avLst/>
          </a:prstGeom>
          <a:noFill/>
        </p:spPr>
        <p:txBody>
          <a:bodyPr wrap="square" rtlCol="0">
            <a:spAutoFit/>
          </a:bodyPr>
          <a:lstStyle/>
          <a:p>
            <a:pPr algn="ctr"/>
            <a:r>
              <a:rPr lang="en-GB" sz="2000" dirty="0">
                <a:latin typeface="+mn-lt"/>
              </a:rPr>
              <a:t>small</a:t>
            </a:r>
          </a:p>
        </p:txBody>
      </p:sp>
      <p:sp>
        <p:nvSpPr>
          <p:cNvPr id="31" name="TextBox 30">
            <a:extLst>
              <a:ext uri="{FF2B5EF4-FFF2-40B4-BE49-F238E27FC236}">
                <a16:creationId xmlns:a16="http://schemas.microsoft.com/office/drawing/2014/main" id="{4D3357C2-8848-1C23-0B81-19FB639AC2B7}"/>
              </a:ext>
            </a:extLst>
          </p:cNvPr>
          <p:cNvSpPr txBox="1"/>
          <p:nvPr/>
        </p:nvSpPr>
        <p:spPr>
          <a:xfrm>
            <a:off x="2383281" y="5426474"/>
            <a:ext cx="1239643" cy="400110"/>
          </a:xfrm>
          <a:prstGeom prst="rect">
            <a:avLst/>
          </a:prstGeom>
          <a:noFill/>
        </p:spPr>
        <p:txBody>
          <a:bodyPr wrap="square" rtlCol="0">
            <a:spAutoFit/>
          </a:bodyPr>
          <a:lstStyle/>
          <a:p>
            <a:pPr algn="ctr"/>
            <a:r>
              <a:rPr lang="en-GB" sz="2000" dirty="0">
                <a:latin typeface="+mn-lt"/>
              </a:rPr>
              <a:t>LARGE</a:t>
            </a:r>
          </a:p>
        </p:txBody>
      </p:sp>
      <p:cxnSp>
        <p:nvCxnSpPr>
          <p:cNvPr id="32" name="Straight Connector 31">
            <a:extLst>
              <a:ext uri="{FF2B5EF4-FFF2-40B4-BE49-F238E27FC236}">
                <a16:creationId xmlns:a16="http://schemas.microsoft.com/office/drawing/2014/main" id="{CA810CA5-B241-DB83-63DB-DD7D63898152}"/>
              </a:ext>
            </a:extLst>
          </p:cNvPr>
          <p:cNvCxnSpPr>
            <a:cxnSpLocks/>
          </p:cNvCxnSpPr>
          <p:nvPr/>
        </p:nvCxnSpPr>
        <p:spPr>
          <a:xfrm>
            <a:off x="2571055" y="5421814"/>
            <a:ext cx="86409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E6B2C4E-4928-3F28-7172-4D5EBDD58FE1}"/>
              </a:ext>
            </a:extLst>
          </p:cNvPr>
          <p:cNvSpPr txBox="1"/>
          <p:nvPr/>
        </p:nvSpPr>
        <p:spPr>
          <a:xfrm>
            <a:off x="3818651" y="5136841"/>
            <a:ext cx="1881369" cy="400110"/>
          </a:xfrm>
          <a:prstGeom prst="rect">
            <a:avLst/>
          </a:prstGeom>
          <a:noFill/>
        </p:spPr>
        <p:txBody>
          <a:bodyPr wrap="square" rtlCol="0">
            <a:spAutoFit/>
          </a:bodyPr>
          <a:lstStyle/>
          <a:p>
            <a:r>
              <a:rPr lang="en-GB" sz="2000" dirty="0">
                <a:latin typeface="+mn-lt"/>
              </a:rPr>
              <a:t>Fail to Reject H</a:t>
            </a:r>
            <a:r>
              <a:rPr lang="en-GB" sz="2000" baseline="-25000" dirty="0">
                <a:latin typeface="+mn-lt"/>
              </a:rPr>
              <a:t>0</a:t>
            </a:r>
          </a:p>
        </p:txBody>
      </p:sp>
      <p:sp>
        <p:nvSpPr>
          <p:cNvPr id="34" name="TextBox 33">
            <a:extLst>
              <a:ext uri="{FF2B5EF4-FFF2-40B4-BE49-F238E27FC236}">
                <a16:creationId xmlns:a16="http://schemas.microsoft.com/office/drawing/2014/main" id="{D9B1286D-5136-2611-5757-0F499D47A183}"/>
              </a:ext>
            </a:extLst>
          </p:cNvPr>
          <p:cNvSpPr txBox="1"/>
          <p:nvPr/>
        </p:nvSpPr>
        <p:spPr>
          <a:xfrm>
            <a:off x="3256814" y="5135955"/>
            <a:ext cx="722235" cy="379591"/>
          </a:xfrm>
          <a:prstGeom prst="rect">
            <a:avLst/>
          </a:prstGeom>
          <a:noFill/>
        </p:spPr>
        <p:txBody>
          <a:bodyPr wrap="square" rtlCol="0">
            <a:spAutoFit/>
          </a:bodyPr>
          <a:lstStyle/>
          <a:p>
            <a:pPr algn="ctr"/>
            <a:r>
              <a:rPr lang="en-GB" sz="2800" baseline="-25000" dirty="0">
                <a:latin typeface="+mn-lt"/>
              </a:rPr>
              <a:t>=</a:t>
            </a:r>
          </a:p>
        </p:txBody>
      </p:sp>
      <p:sp>
        <p:nvSpPr>
          <p:cNvPr id="35" name="TextBox 34">
            <a:extLst>
              <a:ext uri="{FF2B5EF4-FFF2-40B4-BE49-F238E27FC236}">
                <a16:creationId xmlns:a16="http://schemas.microsoft.com/office/drawing/2014/main" id="{7D3B329D-7A99-85C5-5A69-F9D1BBCD406E}"/>
              </a:ext>
            </a:extLst>
          </p:cNvPr>
          <p:cNvSpPr txBox="1"/>
          <p:nvPr/>
        </p:nvSpPr>
        <p:spPr>
          <a:xfrm>
            <a:off x="5784607" y="4826521"/>
            <a:ext cx="3090874" cy="1015663"/>
          </a:xfrm>
          <a:prstGeom prst="rect">
            <a:avLst/>
          </a:prstGeom>
          <a:solidFill>
            <a:schemeClr val="bg2"/>
          </a:solidFill>
        </p:spPr>
        <p:txBody>
          <a:bodyPr wrap="square" rtlCol="0">
            <a:spAutoFit/>
          </a:bodyPr>
          <a:lstStyle/>
          <a:p>
            <a:pPr algn="ctr"/>
            <a:r>
              <a:rPr lang="en-GB" sz="2000" dirty="0">
                <a:latin typeface="+mn-lt"/>
              </a:rPr>
              <a:t>The means are very close to overall mean and/or distribution are similar</a:t>
            </a:r>
            <a:endParaRPr lang="en-GB" sz="2000" baseline="-25000" dirty="0">
              <a:latin typeface="+mn-lt"/>
            </a:endParaRPr>
          </a:p>
        </p:txBody>
      </p:sp>
      <p:sp>
        <p:nvSpPr>
          <p:cNvPr id="37" name="Rectangle 36">
            <a:extLst>
              <a:ext uri="{FF2B5EF4-FFF2-40B4-BE49-F238E27FC236}">
                <a16:creationId xmlns:a16="http://schemas.microsoft.com/office/drawing/2014/main" id="{687744DF-42B3-8B4A-ACAA-C1DA5A8A4A69}"/>
              </a:ext>
            </a:extLst>
          </p:cNvPr>
          <p:cNvSpPr/>
          <p:nvPr/>
        </p:nvSpPr>
        <p:spPr>
          <a:xfrm>
            <a:off x="168264" y="4862807"/>
            <a:ext cx="2130430" cy="1101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6E80A6B1-4A3E-7E7B-8E7C-2F21FE842BF4}"/>
              </a:ext>
            </a:extLst>
          </p:cNvPr>
          <p:cNvSpPr txBox="1"/>
          <p:nvPr/>
        </p:nvSpPr>
        <p:spPr>
          <a:xfrm>
            <a:off x="738128" y="5010022"/>
            <a:ext cx="1196662" cy="400110"/>
          </a:xfrm>
          <a:prstGeom prst="rect">
            <a:avLst/>
          </a:prstGeom>
          <a:noFill/>
        </p:spPr>
        <p:txBody>
          <a:bodyPr wrap="square" rtlCol="0">
            <a:spAutoFit/>
          </a:bodyPr>
          <a:lstStyle/>
          <a:p>
            <a:pPr algn="ctr"/>
            <a:r>
              <a:rPr lang="en-GB" sz="2000" b="1" dirty="0">
                <a:solidFill>
                  <a:schemeClr val="bg1"/>
                </a:solidFill>
                <a:latin typeface="+mn-lt"/>
              </a:rPr>
              <a:t>Among</a:t>
            </a:r>
          </a:p>
        </p:txBody>
      </p:sp>
      <p:sp>
        <p:nvSpPr>
          <p:cNvPr id="39" name="TextBox 38">
            <a:extLst>
              <a:ext uri="{FF2B5EF4-FFF2-40B4-BE49-F238E27FC236}">
                <a16:creationId xmlns:a16="http://schemas.microsoft.com/office/drawing/2014/main" id="{4B32906B-DC03-5BA5-72D2-3427A34FF8B1}"/>
              </a:ext>
            </a:extLst>
          </p:cNvPr>
          <p:cNvSpPr txBox="1"/>
          <p:nvPr/>
        </p:nvSpPr>
        <p:spPr>
          <a:xfrm>
            <a:off x="767005" y="5429107"/>
            <a:ext cx="1138908" cy="400110"/>
          </a:xfrm>
          <a:prstGeom prst="rect">
            <a:avLst/>
          </a:prstGeom>
          <a:noFill/>
        </p:spPr>
        <p:txBody>
          <a:bodyPr wrap="square" rtlCol="0">
            <a:spAutoFit/>
          </a:bodyPr>
          <a:lstStyle/>
          <a:p>
            <a:pPr algn="ctr"/>
            <a:r>
              <a:rPr lang="en-GB" sz="2000" b="1" dirty="0">
                <a:solidFill>
                  <a:schemeClr val="bg1"/>
                </a:solidFill>
                <a:latin typeface="+mn-lt"/>
              </a:rPr>
              <a:t>Around</a:t>
            </a:r>
          </a:p>
        </p:txBody>
      </p:sp>
      <p:cxnSp>
        <p:nvCxnSpPr>
          <p:cNvPr id="40" name="Straight Connector 39">
            <a:extLst>
              <a:ext uri="{FF2B5EF4-FFF2-40B4-BE49-F238E27FC236}">
                <a16:creationId xmlns:a16="http://schemas.microsoft.com/office/drawing/2014/main" id="{9B7B0D7C-08D7-B585-C64F-BE154334B25A}"/>
              </a:ext>
            </a:extLst>
          </p:cNvPr>
          <p:cNvCxnSpPr>
            <a:cxnSpLocks/>
          </p:cNvCxnSpPr>
          <p:nvPr/>
        </p:nvCxnSpPr>
        <p:spPr>
          <a:xfrm>
            <a:off x="828288" y="5429107"/>
            <a:ext cx="1104985"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7EAD5D9-8A04-CD6F-4B3E-AC4140A68201}"/>
              </a:ext>
            </a:extLst>
          </p:cNvPr>
          <p:cNvSpPr txBox="1"/>
          <p:nvPr/>
        </p:nvSpPr>
        <p:spPr>
          <a:xfrm>
            <a:off x="198755" y="5210077"/>
            <a:ext cx="745046" cy="400110"/>
          </a:xfrm>
          <a:prstGeom prst="rect">
            <a:avLst/>
          </a:prstGeom>
          <a:noFill/>
        </p:spPr>
        <p:txBody>
          <a:bodyPr wrap="square" rtlCol="0">
            <a:spAutoFit/>
          </a:bodyPr>
          <a:lstStyle/>
          <a:p>
            <a:pPr algn="ctr"/>
            <a:r>
              <a:rPr lang="en-GB" sz="2000" dirty="0">
                <a:solidFill>
                  <a:schemeClr val="bg1"/>
                </a:solidFill>
                <a:latin typeface="+mn-lt"/>
              </a:rPr>
              <a:t>F =</a:t>
            </a:r>
            <a:endParaRPr lang="en-GB" sz="2000" b="1" dirty="0">
              <a:solidFill>
                <a:schemeClr val="bg1"/>
              </a:solidFill>
              <a:latin typeface="+mn-lt"/>
            </a:endParaRPr>
          </a:p>
        </p:txBody>
      </p:sp>
      <p:sp>
        <p:nvSpPr>
          <p:cNvPr id="4" name="Footer Placeholder 3">
            <a:extLst>
              <a:ext uri="{FF2B5EF4-FFF2-40B4-BE49-F238E27FC236}">
                <a16:creationId xmlns:a16="http://schemas.microsoft.com/office/drawing/2014/main" id="{1C3F4BE3-6995-139C-8CE0-DD45F512C42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808A20B4-C44C-5922-3D2D-555C48456586}"/>
              </a:ext>
            </a:extLst>
          </p:cNvPr>
          <p:cNvSpPr>
            <a:spLocks noGrp="1"/>
          </p:cNvSpPr>
          <p:nvPr>
            <p:ph type="sldNum" sz="quarter" idx="4"/>
          </p:nvPr>
        </p:nvSpPr>
        <p:spPr/>
        <p:txBody>
          <a:bodyPr/>
          <a:lstStyle/>
          <a:p>
            <a:fld id="{9FD7ECCF-50E7-4327-B945-FA93FF7B2BEF}" type="slidenum">
              <a:rPr lang="en-US" smtClean="0"/>
              <a:pPr/>
              <a:t>14</a:t>
            </a:fld>
            <a:r>
              <a:rPr lang="en-GB"/>
              <a:t>/54</a:t>
            </a:r>
            <a:endParaRPr lang="en-US" dirty="0"/>
          </a:p>
        </p:txBody>
      </p:sp>
    </p:spTree>
    <p:extLst>
      <p:ext uri="{BB962C8B-B14F-4D97-AF65-F5344CB8AC3E}">
        <p14:creationId xmlns:p14="http://schemas.microsoft.com/office/powerpoint/2010/main" val="1018878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9475-AA37-9CE8-86DC-1A6151BB277C}"/>
              </a:ext>
            </a:extLst>
          </p:cNvPr>
          <p:cNvSpPr>
            <a:spLocks noGrp="1"/>
          </p:cNvSpPr>
          <p:nvPr>
            <p:ph type="title"/>
          </p:nvPr>
        </p:nvSpPr>
        <p:spPr/>
        <p:txBody>
          <a:bodyPr/>
          <a:lstStyle/>
          <a:p>
            <a:r>
              <a:rPr lang="en-GB" dirty="0"/>
              <a:t>One way ANOVA</a:t>
            </a:r>
          </a:p>
        </p:txBody>
      </p:sp>
      <p:sp>
        <p:nvSpPr>
          <p:cNvPr id="3" name="Content Placeholder 2">
            <a:extLst>
              <a:ext uri="{FF2B5EF4-FFF2-40B4-BE49-F238E27FC236}">
                <a16:creationId xmlns:a16="http://schemas.microsoft.com/office/drawing/2014/main" id="{11F7E884-41DF-5256-0894-9A3491A348BC}"/>
              </a:ext>
            </a:extLst>
          </p:cNvPr>
          <p:cNvSpPr>
            <a:spLocks noGrp="1"/>
          </p:cNvSpPr>
          <p:nvPr>
            <p:ph sz="quarter" idx="1"/>
          </p:nvPr>
        </p:nvSpPr>
        <p:spPr>
          <a:xfrm>
            <a:off x="612648" y="1608684"/>
            <a:ext cx="8153400" cy="3424470"/>
          </a:xfrm>
        </p:spPr>
        <p:txBody>
          <a:bodyPr>
            <a:normAutofit fontScale="85000" lnSpcReduction="20000"/>
          </a:bodyPr>
          <a:lstStyle/>
          <a:p>
            <a:r>
              <a:rPr lang="en-GB" sz="2400" b="1" dirty="0">
                <a:solidFill>
                  <a:schemeClr val="accent6">
                    <a:lumMod val="50000"/>
                  </a:schemeClr>
                </a:solidFill>
                <a:highlight>
                  <a:srgbClr val="D4FEFD"/>
                </a:highlight>
              </a:rPr>
              <a:t>One-way ANOVA is appropriate for empirical studies that adopt a between-group design and investigate only one independent variable with three or more conditions. </a:t>
            </a:r>
          </a:p>
          <a:p>
            <a:r>
              <a:rPr lang="en-GB" sz="2400" dirty="0">
                <a:solidFill>
                  <a:schemeClr val="accent6">
                    <a:lumMod val="50000"/>
                  </a:schemeClr>
                </a:solidFill>
              </a:rPr>
              <a:t>Suppose you are interested in a </a:t>
            </a:r>
            <a:r>
              <a:rPr lang="en-GB" sz="2400" b="1" dirty="0">
                <a:solidFill>
                  <a:schemeClr val="accent6">
                    <a:lumMod val="50000"/>
                  </a:schemeClr>
                </a:solidFill>
              </a:rPr>
              <a:t>speech-based data-entry method </a:t>
            </a:r>
            <a:r>
              <a:rPr lang="en-GB" sz="2400" dirty="0">
                <a:solidFill>
                  <a:schemeClr val="accent6">
                    <a:lumMod val="50000"/>
                  </a:schemeClr>
                </a:solidFill>
              </a:rPr>
              <a:t>and would like to compare three conditions: </a:t>
            </a:r>
            <a:r>
              <a:rPr lang="en-GB" sz="2400" b="1" dirty="0">
                <a:solidFill>
                  <a:schemeClr val="accent6">
                    <a:lumMod val="50000"/>
                  </a:schemeClr>
                </a:solidFill>
              </a:rPr>
              <a:t>text entry using standard word-processing software</a:t>
            </a:r>
            <a:r>
              <a:rPr lang="en-GB" sz="2400" dirty="0">
                <a:solidFill>
                  <a:schemeClr val="accent6">
                    <a:lumMod val="50000"/>
                  </a:schemeClr>
                </a:solidFill>
              </a:rPr>
              <a:t>, </a:t>
            </a:r>
            <a:r>
              <a:rPr lang="en-GB" sz="2400" b="1" dirty="0">
                <a:solidFill>
                  <a:schemeClr val="accent6">
                    <a:lumMod val="50000"/>
                  </a:schemeClr>
                </a:solidFill>
              </a:rPr>
              <a:t>text entry using word-prediction software</a:t>
            </a:r>
            <a:r>
              <a:rPr lang="en-GB" sz="2400" dirty="0">
                <a:solidFill>
                  <a:schemeClr val="accent6">
                    <a:lumMod val="50000"/>
                  </a:schemeClr>
                </a:solidFill>
              </a:rPr>
              <a:t>, and </a:t>
            </a:r>
            <a:r>
              <a:rPr lang="en-GB" sz="2400" b="1" dirty="0">
                <a:solidFill>
                  <a:schemeClr val="accent6">
                    <a:lumMod val="50000"/>
                  </a:schemeClr>
                </a:solidFill>
              </a:rPr>
              <a:t>text entry using speech-based dictation software.</a:t>
            </a:r>
            <a:r>
              <a:rPr lang="en-GB" sz="2400" dirty="0">
                <a:solidFill>
                  <a:schemeClr val="accent6">
                    <a:lumMod val="50000"/>
                  </a:schemeClr>
                </a:solidFill>
              </a:rPr>
              <a:t> </a:t>
            </a:r>
          </a:p>
          <a:p>
            <a:r>
              <a:rPr lang="en-GB" sz="2400" dirty="0">
                <a:solidFill>
                  <a:schemeClr val="accent6">
                    <a:lumMod val="50000"/>
                  </a:schemeClr>
                </a:solidFill>
              </a:rPr>
              <a:t>The independent variable of the study has three conditions. </a:t>
            </a:r>
            <a:br>
              <a:rPr lang="en-GB" sz="2400" dirty="0">
                <a:solidFill>
                  <a:schemeClr val="accent6">
                    <a:lumMod val="50000"/>
                  </a:schemeClr>
                </a:solidFill>
              </a:rPr>
            </a:br>
            <a:r>
              <a:rPr lang="en-GB" sz="2400" dirty="0">
                <a:solidFill>
                  <a:schemeClr val="accent6">
                    <a:lumMod val="50000"/>
                  </a:schemeClr>
                </a:solidFill>
              </a:rPr>
              <a:t>H</a:t>
            </a:r>
            <a:r>
              <a:rPr lang="en-GB" sz="2400" baseline="-25000" dirty="0">
                <a:solidFill>
                  <a:schemeClr val="accent6">
                    <a:lumMod val="50000"/>
                  </a:schemeClr>
                </a:solidFill>
              </a:rPr>
              <a:t>o</a:t>
            </a:r>
            <a:r>
              <a:rPr lang="en-GB" sz="2400" dirty="0">
                <a:solidFill>
                  <a:schemeClr val="accent6">
                    <a:lumMod val="50000"/>
                  </a:schemeClr>
                </a:solidFill>
              </a:rPr>
              <a:t>: </a:t>
            </a:r>
            <a:r>
              <a:rPr lang="en-GB" sz="2400" dirty="0">
                <a:latin typeface="Calibri" panose="020F0502020204030204" pitchFamily="34" charset="0"/>
                <a:cs typeface="Calibri" panose="020F0502020204030204" pitchFamily="34" charset="0"/>
              </a:rPr>
              <a:t>x̄ </a:t>
            </a:r>
            <a:r>
              <a:rPr lang="en-GB" sz="2400" baseline="-25000" dirty="0" err="1">
                <a:solidFill>
                  <a:schemeClr val="accent6">
                    <a:lumMod val="50000"/>
                  </a:schemeClr>
                </a:solidFill>
              </a:rPr>
              <a:t>de_SWPS</a:t>
            </a:r>
            <a:r>
              <a:rPr lang="en-GB" sz="2400" dirty="0">
                <a:solidFill>
                  <a:schemeClr val="accent6">
                    <a:lumMod val="50000"/>
                  </a:schemeClr>
                </a:solidFill>
              </a:rPr>
              <a:t> - </a:t>
            </a:r>
            <a:r>
              <a:rPr lang="en-GB" sz="2400" dirty="0">
                <a:latin typeface="Calibri" panose="020F0502020204030204" pitchFamily="34" charset="0"/>
                <a:cs typeface="Calibri" panose="020F0502020204030204" pitchFamily="34" charset="0"/>
              </a:rPr>
              <a:t>x̄</a:t>
            </a:r>
            <a:r>
              <a:rPr lang="en-GB" sz="2400" baseline="-25000" dirty="0">
                <a:solidFill>
                  <a:schemeClr val="accent6">
                    <a:lumMod val="50000"/>
                  </a:schemeClr>
                </a:solidFill>
              </a:rPr>
              <a:t> </a:t>
            </a:r>
            <a:r>
              <a:rPr lang="en-GB" sz="2400" baseline="-25000" dirty="0" err="1">
                <a:solidFill>
                  <a:schemeClr val="accent6">
                    <a:lumMod val="50000"/>
                  </a:schemeClr>
                </a:solidFill>
              </a:rPr>
              <a:t>de_WPS</a:t>
            </a:r>
            <a:r>
              <a:rPr lang="en-GB" sz="2400" dirty="0">
                <a:solidFill>
                  <a:schemeClr val="accent6">
                    <a:lumMod val="50000"/>
                  </a:schemeClr>
                </a:solidFill>
              </a:rPr>
              <a:t> - </a:t>
            </a:r>
            <a:r>
              <a:rPr lang="en-GB" sz="2400" dirty="0">
                <a:latin typeface="Calibri" panose="020F0502020204030204" pitchFamily="34" charset="0"/>
                <a:cs typeface="Calibri" panose="020F0502020204030204" pitchFamily="34" charset="0"/>
              </a:rPr>
              <a:t>x̄</a:t>
            </a:r>
            <a:r>
              <a:rPr lang="en-GB" sz="2400" baseline="-25000" dirty="0">
                <a:solidFill>
                  <a:schemeClr val="accent6">
                    <a:lumMod val="50000"/>
                  </a:schemeClr>
                </a:solidFill>
              </a:rPr>
              <a:t> </a:t>
            </a:r>
            <a:r>
              <a:rPr lang="en-GB" sz="2400" baseline="-25000" dirty="0" err="1">
                <a:solidFill>
                  <a:schemeClr val="accent6">
                    <a:lumMod val="50000"/>
                  </a:schemeClr>
                </a:solidFill>
              </a:rPr>
              <a:t>de_SBSD</a:t>
            </a:r>
            <a:r>
              <a:rPr lang="en-GB" sz="2400" dirty="0">
                <a:solidFill>
                  <a:schemeClr val="accent6">
                    <a:lumMod val="50000"/>
                  </a:schemeClr>
                </a:solidFill>
              </a:rPr>
              <a:t> = 0 or H</a:t>
            </a:r>
            <a:r>
              <a:rPr lang="en-GB" sz="2400" baseline="-25000" dirty="0">
                <a:solidFill>
                  <a:schemeClr val="accent6">
                    <a:lumMod val="50000"/>
                  </a:schemeClr>
                </a:solidFill>
              </a:rPr>
              <a:t>o</a:t>
            </a:r>
            <a:r>
              <a:rPr lang="en-GB" sz="2400" dirty="0">
                <a:solidFill>
                  <a:schemeClr val="accent6">
                    <a:lumMod val="50000"/>
                  </a:schemeClr>
                </a:solidFill>
              </a:rPr>
              <a:t>: </a:t>
            </a:r>
            <a:r>
              <a:rPr lang="en-GB" sz="2400" dirty="0">
                <a:latin typeface="Calibri" panose="020F0502020204030204" pitchFamily="34" charset="0"/>
                <a:cs typeface="Calibri" panose="020F0502020204030204" pitchFamily="34" charset="0"/>
              </a:rPr>
              <a:t>x̄ </a:t>
            </a:r>
            <a:r>
              <a:rPr lang="en-GB" sz="2400" baseline="-25000" dirty="0" err="1">
                <a:solidFill>
                  <a:schemeClr val="accent6">
                    <a:lumMod val="50000"/>
                  </a:schemeClr>
                </a:solidFill>
              </a:rPr>
              <a:t>de_SWPS</a:t>
            </a:r>
            <a:r>
              <a:rPr lang="en-GB" sz="2400" dirty="0">
                <a:solidFill>
                  <a:schemeClr val="accent6">
                    <a:lumMod val="50000"/>
                  </a:schemeClr>
                </a:solidFill>
              </a:rPr>
              <a:t> = </a:t>
            </a:r>
            <a:r>
              <a:rPr lang="en-GB" sz="2400" dirty="0">
                <a:latin typeface="Calibri" panose="020F0502020204030204" pitchFamily="34" charset="0"/>
                <a:cs typeface="Calibri" panose="020F0502020204030204" pitchFamily="34" charset="0"/>
              </a:rPr>
              <a:t>x̄</a:t>
            </a:r>
            <a:r>
              <a:rPr lang="en-GB" sz="2400" baseline="-25000" dirty="0">
                <a:solidFill>
                  <a:schemeClr val="accent6">
                    <a:lumMod val="50000"/>
                  </a:schemeClr>
                </a:solidFill>
              </a:rPr>
              <a:t> </a:t>
            </a:r>
            <a:r>
              <a:rPr lang="en-GB" sz="2400" baseline="-25000" dirty="0" err="1">
                <a:solidFill>
                  <a:schemeClr val="accent6">
                    <a:lumMod val="50000"/>
                  </a:schemeClr>
                </a:solidFill>
              </a:rPr>
              <a:t>de_WPS</a:t>
            </a:r>
            <a:r>
              <a:rPr lang="en-GB" sz="2400" dirty="0">
                <a:solidFill>
                  <a:schemeClr val="accent6">
                    <a:lumMod val="50000"/>
                  </a:schemeClr>
                </a:solidFill>
              </a:rPr>
              <a:t> = </a:t>
            </a:r>
            <a:r>
              <a:rPr lang="en-GB" sz="2400" dirty="0">
                <a:latin typeface="Calibri" panose="020F0502020204030204" pitchFamily="34" charset="0"/>
                <a:cs typeface="Calibri" panose="020F0502020204030204" pitchFamily="34" charset="0"/>
              </a:rPr>
              <a:t>x̄</a:t>
            </a:r>
            <a:r>
              <a:rPr lang="en-GB" sz="2400" baseline="-25000" dirty="0">
                <a:solidFill>
                  <a:schemeClr val="accent6">
                    <a:lumMod val="50000"/>
                  </a:schemeClr>
                </a:solidFill>
              </a:rPr>
              <a:t> </a:t>
            </a:r>
            <a:r>
              <a:rPr lang="en-GB" sz="2400" baseline="-25000" dirty="0" err="1">
                <a:solidFill>
                  <a:schemeClr val="accent6">
                    <a:lumMod val="50000"/>
                  </a:schemeClr>
                </a:solidFill>
              </a:rPr>
              <a:t>de_SBSD</a:t>
            </a:r>
            <a:br>
              <a:rPr lang="en-GB" sz="2400" dirty="0">
                <a:solidFill>
                  <a:schemeClr val="accent6">
                    <a:lumMod val="50000"/>
                  </a:schemeClr>
                </a:solidFill>
              </a:rPr>
            </a:br>
            <a:r>
              <a:rPr lang="en-GB" sz="2400" dirty="0">
                <a:solidFill>
                  <a:schemeClr val="accent6">
                    <a:lumMod val="50000"/>
                  </a:schemeClr>
                </a:solidFill>
              </a:rPr>
              <a:t>H</a:t>
            </a:r>
            <a:r>
              <a:rPr lang="en-GB" sz="2400" baseline="-25000" dirty="0">
                <a:solidFill>
                  <a:schemeClr val="accent6">
                    <a:lumMod val="50000"/>
                  </a:schemeClr>
                </a:solidFill>
              </a:rPr>
              <a:t>a</a:t>
            </a:r>
            <a:r>
              <a:rPr lang="en-GB" sz="2400" dirty="0">
                <a:solidFill>
                  <a:schemeClr val="accent6">
                    <a:lumMod val="50000"/>
                  </a:schemeClr>
                </a:solidFill>
              </a:rPr>
              <a:t>: </a:t>
            </a:r>
            <a:r>
              <a:rPr lang="en-GB" sz="2400" dirty="0">
                <a:latin typeface="Calibri" panose="020F0502020204030204" pitchFamily="34" charset="0"/>
                <a:cs typeface="Calibri" panose="020F0502020204030204" pitchFamily="34" charset="0"/>
              </a:rPr>
              <a:t>x̄ </a:t>
            </a:r>
            <a:r>
              <a:rPr lang="en-GB" sz="2400" baseline="-25000" dirty="0" err="1">
                <a:solidFill>
                  <a:schemeClr val="accent6">
                    <a:lumMod val="50000"/>
                  </a:schemeClr>
                </a:solidFill>
              </a:rPr>
              <a:t>de_SWPS</a:t>
            </a:r>
            <a:r>
              <a:rPr lang="en-GB" sz="2400" dirty="0">
                <a:solidFill>
                  <a:schemeClr val="accent6">
                    <a:lumMod val="50000"/>
                  </a:schemeClr>
                </a:solidFill>
              </a:rPr>
              <a:t> - </a:t>
            </a:r>
            <a:r>
              <a:rPr lang="en-GB" sz="2400" dirty="0">
                <a:latin typeface="Calibri" panose="020F0502020204030204" pitchFamily="34" charset="0"/>
                <a:cs typeface="Calibri" panose="020F0502020204030204" pitchFamily="34" charset="0"/>
              </a:rPr>
              <a:t>x̄</a:t>
            </a:r>
            <a:r>
              <a:rPr lang="en-GB" sz="2400" baseline="-25000" dirty="0">
                <a:solidFill>
                  <a:schemeClr val="accent6">
                    <a:lumMod val="50000"/>
                  </a:schemeClr>
                </a:solidFill>
              </a:rPr>
              <a:t> </a:t>
            </a:r>
            <a:r>
              <a:rPr lang="en-GB" sz="2400" baseline="-25000" dirty="0" err="1">
                <a:solidFill>
                  <a:schemeClr val="accent6">
                    <a:lumMod val="50000"/>
                  </a:schemeClr>
                </a:solidFill>
              </a:rPr>
              <a:t>de_WPS</a:t>
            </a:r>
            <a:r>
              <a:rPr lang="en-GB" sz="2400" dirty="0">
                <a:solidFill>
                  <a:schemeClr val="accent6">
                    <a:lumMod val="50000"/>
                  </a:schemeClr>
                </a:solidFill>
              </a:rPr>
              <a:t> - </a:t>
            </a:r>
            <a:r>
              <a:rPr lang="en-GB" sz="2400" dirty="0">
                <a:latin typeface="Calibri" panose="020F0502020204030204" pitchFamily="34" charset="0"/>
                <a:cs typeface="Calibri" panose="020F0502020204030204" pitchFamily="34" charset="0"/>
              </a:rPr>
              <a:t>x̄</a:t>
            </a:r>
            <a:r>
              <a:rPr lang="en-GB" sz="2400" baseline="-25000" dirty="0">
                <a:solidFill>
                  <a:schemeClr val="accent6">
                    <a:lumMod val="50000"/>
                  </a:schemeClr>
                </a:solidFill>
              </a:rPr>
              <a:t> </a:t>
            </a:r>
            <a:r>
              <a:rPr lang="en-GB" sz="2400" baseline="-25000" dirty="0" err="1">
                <a:solidFill>
                  <a:schemeClr val="accent6">
                    <a:lumMod val="50000"/>
                  </a:schemeClr>
                </a:solidFill>
              </a:rPr>
              <a:t>de_SBSD</a:t>
            </a:r>
            <a:r>
              <a:rPr lang="en-GB" sz="2400" dirty="0">
                <a:solidFill>
                  <a:schemeClr val="accent6">
                    <a:lumMod val="50000"/>
                  </a:schemeClr>
                </a:solidFill>
              </a:rPr>
              <a:t> ≠ 0</a:t>
            </a:r>
          </a:p>
          <a:p>
            <a:endParaRPr lang="en-GB" sz="2400" dirty="0">
              <a:solidFill>
                <a:schemeClr val="accent6">
                  <a:lumMod val="50000"/>
                </a:schemeClr>
              </a:solidFill>
            </a:endParaRPr>
          </a:p>
          <a:p>
            <a:r>
              <a:rPr lang="en-GB" sz="2400" dirty="0">
                <a:solidFill>
                  <a:schemeClr val="accent6">
                    <a:lumMod val="50000"/>
                  </a:schemeClr>
                </a:solidFill>
              </a:rPr>
              <a:t>Experimental Design?</a:t>
            </a:r>
          </a:p>
        </p:txBody>
      </p:sp>
      <p:graphicFrame>
        <p:nvGraphicFramePr>
          <p:cNvPr id="6" name="Table 6">
            <a:extLst>
              <a:ext uri="{FF2B5EF4-FFF2-40B4-BE49-F238E27FC236}">
                <a16:creationId xmlns:a16="http://schemas.microsoft.com/office/drawing/2014/main" id="{FB35BF85-5EC7-A5F8-7A68-840E60A482A8}"/>
              </a:ext>
            </a:extLst>
          </p:cNvPr>
          <p:cNvGraphicFramePr>
            <a:graphicFrameLocks noGrp="1"/>
          </p:cNvGraphicFramePr>
          <p:nvPr/>
        </p:nvGraphicFramePr>
        <p:xfrm>
          <a:off x="971600" y="5229200"/>
          <a:ext cx="7562800" cy="822960"/>
        </p:xfrm>
        <a:graphic>
          <a:graphicData uri="http://schemas.openxmlformats.org/drawingml/2006/table">
            <a:tbl>
              <a:tblPr firstRow="1" bandRow="1">
                <a:tableStyleId>{2D5ABB26-0587-4C30-8999-92F81FD0307C}</a:tableStyleId>
              </a:tblPr>
              <a:tblGrid>
                <a:gridCol w="3713636">
                  <a:extLst>
                    <a:ext uri="{9D8B030D-6E8A-4147-A177-3AD203B41FA5}">
                      <a16:colId xmlns:a16="http://schemas.microsoft.com/office/drawing/2014/main" val="2829173478"/>
                    </a:ext>
                  </a:extLst>
                </a:gridCol>
                <a:gridCol w="1790392">
                  <a:extLst>
                    <a:ext uri="{9D8B030D-6E8A-4147-A177-3AD203B41FA5}">
                      <a16:colId xmlns:a16="http://schemas.microsoft.com/office/drawing/2014/main" val="3637142121"/>
                    </a:ext>
                  </a:extLst>
                </a:gridCol>
                <a:gridCol w="2058772">
                  <a:extLst>
                    <a:ext uri="{9D8B030D-6E8A-4147-A177-3AD203B41FA5}">
                      <a16:colId xmlns:a16="http://schemas.microsoft.com/office/drawing/2014/main" val="3459184076"/>
                    </a:ext>
                  </a:extLst>
                </a:gridCol>
              </a:tblGrid>
              <a:tr h="370840">
                <a:tc>
                  <a:txBody>
                    <a:bodyPr/>
                    <a:lstStyle/>
                    <a:p>
                      <a:r>
                        <a:rPr lang="en-GB" sz="1600" dirty="0">
                          <a:solidFill>
                            <a:schemeClr val="accent6">
                              <a:lumMod val="50000"/>
                            </a:schemeClr>
                          </a:solidFill>
                        </a:rPr>
                        <a:t>Recruit three groups of participants and have each group complete the text entry task using one of the three methods.</a:t>
                      </a:r>
                    </a:p>
                  </a:txBody>
                  <a:tcPr>
                    <a:solidFill>
                      <a:schemeClr val="bg2"/>
                    </a:solidFill>
                  </a:tcPr>
                </a:tc>
                <a:tc>
                  <a:txBody>
                    <a:bodyPr/>
                    <a:lstStyle/>
                    <a:p>
                      <a:r>
                        <a:rPr lang="en-GB" sz="1600" b="1" dirty="0"/>
                        <a:t>Between group</a:t>
                      </a:r>
                    </a:p>
                  </a:txBody>
                  <a:tcPr>
                    <a:solidFill>
                      <a:schemeClr val="bg2"/>
                    </a:solidFill>
                  </a:tcPr>
                </a:tc>
                <a:tc>
                  <a:txBody>
                    <a:bodyPr/>
                    <a:lstStyle/>
                    <a:p>
                      <a:r>
                        <a:rPr lang="en-GB" sz="1600" b="1" dirty="0"/>
                        <a:t>One way ANOVA</a:t>
                      </a:r>
                    </a:p>
                  </a:txBody>
                  <a:tcPr>
                    <a:solidFill>
                      <a:schemeClr val="bg2"/>
                    </a:solidFill>
                  </a:tcPr>
                </a:tc>
                <a:extLst>
                  <a:ext uri="{0D108BD9-81ED-4DB2-BD59-A6C34878D82A}">
                    <a16:rowId xmlns:a16="http://schemas.microsoft.com/office/drawing/2014/main" val="3593643912"/>
                  </a:ext>
                </a:extLst>
              </a:tr>
            </a:tbl>
          </a:graphicData>
        </a:graphic>
      </p:graphicFrame>
      <p:pic>
        <p:nvPicPr>
          <p:cNvPr id="5" name="Picture 4" descr="THREE sample means">
            <a:extLst>
              <a:ext uri="{FF2B5EF4-FFF2-40B4-BE49-F238E27FC236}">
                <a16:creationId xmlns:a16="http://schemas.microsoft.com/office/drawing/2014/main" id="{727A3C06-FA75-AC8F-BB7E-A830D92AEA0B}"/>
              </a:ext>
            </a:extLst>
          </p:cNvPr>
          <p:cNvPicPr>
            <a:picLocks noChangeAspect="1"/>
          </p:cNvPicPr>
          <p:nvPr/>
        </p:nvPicPr>
        <p:blipFill>
          <a:blip r:embed="rId2"/>
          <a:stretch>
            <a:fillRect/>
          </a:stretch>
        </p:blipFill>
        <p:spPr>
          <a:xfrm>
            <a:off x="6109004" y="128138"/>
            <a:ext cx="2422348" cy="1127645"/>
          </a:xfrm>
          <a:prstGeom prst="rect">
            <a:avLst/>
          </a:prstGeom>
        </p:spPr>
      </p:pic>
      <p:sp>
        <p:nvSpPr>
          <p:cNvPr id="7" name="Footer Placeholder 6">
            <a:extLst>
              <a:ext uri="{FF2B5EF4-FFF2-40B4-BE49-F238E27FC236}">
                <a16:creationId xmlns:a16="http://schemas.microsoft.com/office/drawing/2014/main" id="{44B9E89D-0DF7-544D-C884-F620674F22A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71F583B1-F6A3-FA79-881D-D249AA782DA0}"/>
              </a:ext>
            </a:extLst>
          </p:cNvPr>
          <p:cNvSpPr>
            <a:spLocks noGrp="1"/>
          </p:cNvSpPr>
          <p:nvPr>
            <p:ph type="sldNum" sz="quarter" idx="4"/>
          </p:nvPr>
        </p:nvSpPr>
        <p:spPr/>
        <p:txBody>
          <a:bodyPr/>
          <a:lstStyle/>
          <a:p>
            <a:fld id="{9FD7ECCF-50E7-4327-B945-FA93FF7B2BEF}" type="slidenum">
              <a:rPr lang="en-US" smtClean="0"/>
              <a:pPr/>
              <a:t>15</a:t>
            </a:fld>
            <a:r>
              <a:rPr lang="en-GB"/>
              <a:t>/54</a:t>
            </a:r>
            <a:endParaRPr lang="en-US" dirty="0"/>
          </a:p>
        </p:txBody>
      </p:sp>
    </p:spTree>
    <p:extLst>
      <p:ext uri="{BB962C8B-B14F-4D97-AF65-F5344CB8AC3E}">
        <p14:creationId xmlns:p14="http://schemas.microsoft.com/office/powerpoint/2010/main" val="3650242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EF8B-C0A4-FB4D-730A-B514B09E8A32}"/>
              </a:ext>
            </a:extLst>
          </p:cNvPr>
          <p:cNvSpPr>
            <a:spLocks noGrp="1"/>
          </p:cNvSpPr>
          <p:nvPr>
            <p:ph type="title"/>
          </p:nvPr>
        </p:nvSpPr>
        <p:spPr/>
        <p:txBody>
          <a:bodyPr>
            <a:normAutofit fontScale="90000"/>
          </a:bodyPr>
          <a:lstStyle/>
          <a:p>
            <a:r>
              <a:rPr lang="en-GB" sz="4400" dirty="0">
                <a:latin typeface="+mn-lt"/>
              </a:rPr>
              <a:t>Data organisation for </a:t>
            </a:r>
            <a:r>
              <a:rPr lang="en-GB" sz="4400" dirty="0">
                <a:solidFill>
                  <a:schemeClr val="accent2">
                    <a:lumMod val="75000"/>
                  </a:schemeClr>
                </a:solidFill>
                <a:latin typeface="+mn-lt"/>
              </a:rPr>
              <a:t>one way ANOVA</a:t>
            </a:r>
            <a:endParaRPr lang="en-GB" dirty="0">
              <a:solidFill>
                <a:schemeClr val="accent2">
                  <a:lumMod val="75000"/>
                </a:schemeClr>
              </a:solidFill>
            </a:endParaRPr>
          </a:p>
        </p:txBody>
      </p:sp>
      <p:sp>
        <p:nvSpPr>
          <p:cNvPr id="3" name="Content Placeholder 2">
            <a:extLst>
              <a:ext uri="{FF2B5EF4-FFF2-40B4-BE49-F238E27FC236}">
                <a16:creationId xmlns:a16="http://schemas.microsoft.com/office/drawing/2014/main" id="{FAA3AE58-B88D-5B18-DEB1-1A4C2E412168}"/>
              </a:ext>
            </a:extLst>
          </p:cNvPr>
          <p:cNvSpPr>
            <a:spLocks noGrp="1"/>
          </p:cNvSpPr>
          <p:nvPr>
            <p:ph sz="quarter" idx="1"/>
          </p:nvPr>
        </p:nvSpPr>
        <p:spPr/>
        <p:txBody>
          <a:bodyPr/>
          <a:lstStyle/>
          <a:p>
            <a:endParaRPr lang="en-GB" dirty="0"/>
          </a:p>
        </p:txBody>
      </p:sp>
      <p:graphicFrame>
        <p:nvGraphicFramePr>
          <p:cNvPr id="10" name="Content Placeholder 6" descr="data organisation">
            <a:extLst>
              <a:ext uri="{FF2B5EF4-FFF2-40B4-BE49-F238E27FC236}">
                <a16:creationId xmlns:a16="http://schemas.microsoft.com/office/drawing/2014/main" id="{AD65CA91-3F8A-B05F-8019-9C2182A996D0}"/>
              </a:ext>
            </a:extLst>
          </p:cNvPr>
          <p:cNvGraphicFramePr>
            <a:graphicFrameLocks/>
          </p:cNvGraphicFramePr>
          <p:nvPr>
            <p:extLst>
              <p:ext uri="{D42A27DB-BD31-4B8C-83A1-F6EECF244321}">
                <p14:modId xmlns:p14="http://schemas.microsoft.com/office/powerpoint/2010/main" val="1348256182"/>
              </p:ext>
            </p:extLst>
          </p:nvPr>
        </p:nvGraphicFramePr>
        <p:xfrm>
          <a:off x="2699792" y="1167479"/>
          <a:ext cx="2995295" cy="5080727"/>
        </p:xfrm>
        <a:graphic>
          <a:graphicData uri="http://schemas.openxmlformats.org/drawingml/2006/table">
            <a:tbl>
              <a:tblPr/>
              <a:tblGrid>
                <a:gridCol w="802370">
                  <a:extLst>
                    <a:ext uri="{9D8B030D-6E8A-4147-A177-3AD203B41FA5}">
                      <a16:colId xmlns:a16="http://schemas.microsoft.com/office/drawing/2014/main" val="719947642"/>
                    </a:ext>
                  </a:extLst>
                </a:gridCol>
                <a:gridCol w="873628">
                  <a:extLst>
                    <a:ext uri="{9D8B030D-6E8A-4147-A177-3AD203B41FA5}">
                      <a16:colId xmlns:a16="http://schemas.microsoft.com/office/drawing/2014/main" val="269961319"/>
                    </a:ext>
                  </a:extLst>
                </a:gridCol>
                <a:gridCol w="820082">
                  <a:extLst>
                    <a:ext uri="{9D8B030D-6E8A-4147-A177-3AD203B41FA5}">
                      <a16:colId xmlns:a16="http://schemas.microsoft.com/office/drawing/2014/main" val="69630322"/>
                    </a:ext>
                  </a:extLst>
                </a:gridCol>
                <a:gridCol w="499215">
                  <a:extLst>
                    <a:ext uri="{9D8B030D-6E8A-4147-A177-3AD203B41FA5}">
                      <a16:colId xmlns:a16="http://schemas.microsoft.com/office/drawing/2014/main" val="212233572"/>
                    </a:ext>
                  </a:extLst>
                </a:gridCol>
              </a:tblGrid>
              <a:tr h="134598">
                <a:tc gridSpan="4">
                  <a:txBody>
                    <a:bodyPr/>
                    <a:lstStyle/>
                    <a:p>
                      <a:r>
                        <a:rPr lang="en-GB" sz="1050" b="1" dirty="0">
                          <a:latin typeface="+mn-lt"/>
                        </a:rPr>
                        <a:t>Sample Data for One-Way ANOVA Test</a:t>
                      </a:r>
                    </a:p>
                  </a:txBody>
                  <a:tcPr marL="21824" marR="21824" marT="10912" marB="109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876928075"/>
                  </a:ext>
                </a:extLst>
              </a:tr>
              <a:tr h="371486">
                <a:tc>
                  <a:txBody>
                    <a:bodyPr/>
                    <a:lstStyle/>
                    <a:p>
                      <a:pPr algn="l" fontAlgn="ctr"/>
                      <a:r>
                        <a:rPr lang="en-GB" sz="1050" b="1" i="0">
                          <a:effectLst/>
                          <a:latin typeface="+mn-lt"/>
                        </a:rPr>
                        <a:t>Group</a:t>
                      </a:r>
                    </a:p>
                  </a:txBody>
                  <a:tcPr marL="21824" marR="21824" marT="10912" marB="10912" anchor="ctr">
                    <a:lnL w="12700" cap="flat" cmpd="sng" algn="ctr">
                      <a:solidFill>
                        <a:schemeClr val="tx1"/>
                      </a:solidFill>
                      <a:prstDash val="solid"/>
                      <a:round/>
                      <a:headEnd type="none" w="med" len="med"/>
                      <a:tailEnd type="none" w="med" len="med"/>
                    </a:lnL>
                    <a:lnR>
                      <a:noFill/>
                    </a:lnR>
                    <a:lnB>
                      <a:noFill/>
                    </a:lnB>
                    <a:solidFill>
                      <a:srgbClr val="FFFFFF"/>
                    </a:solidFill>
                  </a:tcPr>
                </a:tc>
                <a:tc>
                  <a:txBody>
                    <a:bodyPr/>
                    <a:lstStyle/>
                    <a:p>
                      <a:pPr algn="l" fontAlgn="ctr"/>
                      <a:r>
                        <a:rPr lang="en-GB" sz="1050" b="1" i="0">
                          <a:effectLst/>
                          <a:latin typeface="+mn-lt"/>
                        </a:rPr>
                        <a:t>Participants</a:t>
                      </a:r>
                    </a:p>
                  </a:txBody>
                  <a:tcPr marL="21824" marR="21824" marT="10912" marB="10912" anchor="ctr">
                    <a:lnL>
                      <a:noFill/>
                    </a:lnL>
                    <a:lnR>
                      <a:noFill/>
                    </a:lnR>
                    <a:lnT>
                      <a:noFill/>
                    </a:lnT>
                    <a:lnB>
                      <a:noFill/>
                    </a:lnB>
                    <a:solidFill>
                      <a:srgbClr val="FFFFFF"/>
                    </a:solidFill>
                  </a:tcPr>
                </a:tc>
                <a:tc>
                  <a:txBody>
                    <a:bodyPr/>
                    <a:lstStyle/>
                    <a:p>
                      <a:pPr algn="l" fontAlgn="ctr"/>
                      <a:r>
                        <a:rPr lang="en-GB" sz="1050" b="1" i="0">
                          <a:effectLst/>
                          <a:latin typeface="+mn-lt"/>
                        </a:rPr>
                        <a:t>Task Completion Time</a:t>
                      </a:r>
                    </a:p>
                  </a:txBody>
                  <a:tcPr marL="21824" marR="21824" marT="10912" marB="10912" anchor="ctr">
                    <a:lnL>
                      <a:noFill/>
                    </a:lnL>
                    <a:lnR>
                      <a:noFill/>
                    </a:lnR>
                    <a:lnT>
                      <a:noFill/>
                    </a:lnT>
                    <a:lnB>
                      <a:noFill/>
                    </a:lnB>
                    <a:solidFill>
                      <a:srgbClr val="FFFFFF"/>
                    </a:solidFill>
                  </a:tcPr>
                </a:tc>
                <a:tc>
                  <a:txBody>
                    <a:bodyPr/>
                    <a:lstStyle/>
                    <a:p>
                      <a:pPr algn="l" fontAlgn="ctr"/>
                      <a:r>
                        <a:rPr lang="en-GB" sz="1050" b="1" i="0">
                          <a:effectLst/>
                          <a:latin typeface="+mn-lt"/>
                        </a:rPr>
                        <a:t>Coding</a:t>
                      </a:r>
                    </a:p>
                  </a:txBody>
                  <a:tcPr marL="21824" marR="21824" marT="10912" marB="10912"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118568254"/>
                  </a:ext>
                </a:extLst>
              </a:tr>
              <a:tr h="134598">
                <a:tc>
                  <a:txBody>
                    <a:bodyPr/>
                    <a:lstStyle/>
                    <a:p>
                      <a:pPr algn="l" fontAlgn="t"/>
                      <a:r>
                        <a:rPr lang="en-GB" sz="1050" b="0">
                          <a:effectLst/>
                          <a:latin typeface="+mn-lt"/>
                        </a:rPr>
                        <a:t>Standard</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1</a:t>
                      </a:r>
                    </a:p>
                  </a:txBody>
                  <a:tcPr marL="21824" marR="21824" marT="10912" marB="10912">
                    <a:lnL>
                      <a:noFill/>
                    </a:lnL>
                    <a:lnR>
                      <a:noFill/>
                    </a:lnR>
                    <a:lnT>
                      <a:noFill/>
                    </a:lnT>
                    <a:lnB>
                      <a:noFill/>
                    </a:lnB>
                    <a:solidFill>
                      <a:srgbClr val="FFFFFF"/>
                    </a:solidFill>
                  </a:tcPr>
                </a:tc>
                <a:tc>
                  <a:txBody>
                    <a:bodyPr/>
                    <a:lstStyle/>
                    <a:p>
                      <a:pPr algn="l" fontAlgn="t"/>
                      <a:r>
                        <a:rPr lang="en-GB" sz="1050" b="0" dirty="0">
                          <a:effectLst/>
                          <a:latin typeface="+mn-lt"/>
                        </a:rPr>
                        <a:t>245</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0</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7460287"/>
                  </a:ext>
                </a:extLst>
              </a:tr>
              <a:tr h="134598">
                <a:tc>
                  <a:txBody>
                    <a:bodyPr/>
                    <a:lstStyle/>
                    <a:p>
                      <a:pPr algn="l" fontAlgn="t"/>
                      <a:r>
                        <a:rPr lang="en-GB" sz="1050" b="0">
                          <a:effectLst/>
                          <a:latin typeface="+mn-lt"/>
                        </a:rPr>
                        <a:t>Standard</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2</a:t>
                      </a:r>
                    </a:p>
                  </a:txBody>
                  <a:tcPr marL="21824" marR="21824" marT="10912" marB="10912">
                    <a:lnL>
                      <a:noFill/>
                    </a:lnL>
                    <a:lnR>
                      <a:noFill/>
                    </a:lnR>
                    <a:lnT>
                      <a:noFill/>
                    </a:lnT>
                    <a:lnB>
                      <a:noFill/>
                    </a:lnB>
                    <a:solidFill>
                      <a:srgbClr val="EEF2F6"/>
                    </a:solidFill>
                  </a:tcPr>
                </a:tc>
                <a:tc>
                  <a:txBody>
                    <a:bodyPr/>
                    <a:lstStyle/>
                    <a:p>
                      <a:pPr algn="l" fontAlgn="t"/>
                      <a:r>
                        <a:rPr lang="en-GB" sz="1050" b="0" dirty="0">
                          <a:effectLst/>
                          <a:latin typeface="+mn-lt"/>
                        </a:rPr>
                        <a:t>236</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0</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1280394526"/>
                  </a:ext>
                </a:extLst>
              </a:tr>
              <a:tr h="134598">
                <a:tc>
                  <a:txBody>
                    <a:bodyPr/>
                    <a:lstStyle/>
                    <a:p>
                      <a:pPr algn="l" fontAlgn="t"/>
                      <a:r>
                        <a:rPr lang="en-GB" sz="1050" b="0">
                          <a:effectLst/>
                          <a:latin typeface="+mn-lt"/>
                        </a:rPr>
                        <a:t>Standard</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3</a:t>
                      </a:r>
                    </a:p>
                  </a:txBody>
                  <a:tcPr marL="21824" marR="21824" marT="10912" marB="10912">
                    <a:lnL>
                      <a:noFill/>
                    </a:lnL>
                    <a:lnR>
                      <a:noFill/>
                    </a:lnR>
                    <a:lnT>
                      <a:noFill/>
                    </a:lnT>
                    <a:lnB>
                      <a:noFill/>
                    </a:lnB>
                    <a:solidFill>
                      <a:srgbClr val="FFFFFF"/>
                    </a:solidFill>
                  </a:tcPr>
                </a:tc>
                <a:tc>
                  <a:txBody>
                    <a:bodyPr/>
                    <a:lstStyle/>
                    <a:p>
                      <a:pPr algn="l" fontAlgn="t"/>
                      <a:r>
                        <a:rPr lang="en-GB" sz="1050" b="0" dirty="0">
                          <a:effectLst/>
                          <a:latin typeface="+mn-lt"/>
                        </a:rPr>
                        <a:t>321</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0</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848582886"/>
                  </a:ext>
                </a:extLst>
              </a:tr>
              <a:tr h="134598">
                <a:tc>
                  <a:txBody>
                    <a:bodyPr/>
                    <a:lstStyle/>
                    <a:p>
                      <a:pPr algn="l" fontAlgn="t"/>
                      <a:r>
                        <a:rPr lang="en-GB" sz="1050" b="0" dirty="0">
                          <a:effectLst/>
                          <a:latin typeface="+mn-lt"/>
                        </a:rPr>
                        <a:t>Standard</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4</a:t>
                      </a:r>
                    </a:p>
                  </a:txBody>
                  <a:tcPr marL="21824" marR="21824" marT="10912" marB="10912">
                    <a:lnL>
                      <a:noFill/>
                    </a:lnL>
                    <a:lnR>
                      <a:noFill/>
                    </a:lnR>
                    <a:lnT>
                      <a:noFill/>
                    </a:lnT>
                    <a:lnB>
                      <a:noFill/>
                    </a:lnB>
                    <a:solidFill>
                      <a:srgbClr val="EEF2F6"/>
                    </a:solidFill>
                  </a:tcPr>
                </a:tc>
                <a:tc>
                  <a:txBody>
                    <a:bodyPr/>
                    <a:lstStyle/>
                    <a:p>
                      <a:pPr algn="l" fontAlgn="t"/>
                      <a:r>
                        <a:rPr lang="en-GB" sz="1050" b="0" dirty="0">
                          <a:effectLst/>
                          <a:latin typeface="+mn-lt"/>
                        </a:rPr>
                        <a:t>212</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0</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1360818947"/>
                  </a:ext>
                </a:extLst>
              </a:tr>
              <a:tr h="134598">
                <a:tc>
                  <a:txBody>
                    <a:bodyPr/>
                    <a:lstStyle/>
                    <a:p>
                      <a:pPr algn="l" fontAlgn="t"/>
                      <a:r>
                        <a:rPr lang="en-GB" sz="1050" b="0" dirty="0">
                          <a:effectLst/>
                          <a:latin typeface="+mn-lt"/>
                        </a:rPr>
                        <a:t>Standard</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5</a:t>
                      </a:r>
                    </a:p>
                  </a:txBody>
                  <a:tcPr marL="21824" marR="21824" marT="10912" marB="10912">
                    <a:lnL>
                      <a:noFill/>
                    </a:lnL>
                    <a:lnR>
                      <a:noFill/>
                    </a:lnR>
                    <a:lnT>
                      <a:noFill/>
                    </a:lnT>
                    <a:lnB>
                      <a:noFill/>
                    </a:lnB>
                    <a:solidFill>
                      <a:srgbClr val="FFFFFF"/>
                    </a:solidFill>
                  </a:tcPr>
                </a:tc>
                <a:tc>
                  <a:txBody>
                    <a:bodyPr/>
                    <a:lstStyle/>
                    <a:p>
                      <a:pPr algn="l" fontAlgn="t"/>
                      <a:r>
                        <a:rPr lang="en-GB" sz="1050" b="0" dirty="0">
                          <a:effectLst/>
                          <a:latin typeface="+mn-lt"/>
                        </a:rPr>
                        <a:t>267</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0</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81378957"/>
                  </a:ext>
                </a:extLst>
              </a:tr>
              <a:tr h="134598">
                <a:tc>
                  <a:txBody>
                    <a:bodyPr/>
                    <a:lstStyle/>
                    <a:p>
                      <a:pPr algn="l" fontAlgn="t"/>
                      <a:r>
                        <a:rPr lang="en-GB" sz="1050" b="0">
                          <a:effectLst/>
                          <a:latin typeface="+mn-lt"/>
                        </a:rPr>
                        <a:t>Standard</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6</a:t>
                      </a:r>
                    </a:p>
                  </a:txBody>
                  <a:tcPr marL="21824" marR="21824" marT="10912" marB="10912">
                    <a:lnL>
                      <a:noFill/>
                    </a:lnL>
                    <a:lnR>
                      <a:noFill/>
                    </a:lnR>
                    <a:lnT>
                      <a:noFill/>
                    </a:lnT>
                    <a:lnB>
                      <a:noFill/>
                    </a:lnB>
                    <a:solidFill>
                      <a:srgbClr val="EEF2F6"/>
                    </a:solidFill>
                  </a:tcPr>
                </a:tc>
                <a:tc>
                  <a:txBody>
                    <a:bodyPr/>
                    <a:lstStyle/>
                    <a:p>
                      <a:pPr algn="l" fontAlgn="t"/>
                      <a:r>
                        <a:rPr lang="en-GB" sz="1050" b="0" dirty="0">
                          <a:effectLst/>
                          <a:latin typeface="+mn-lt"/>
                        </a:rPr>
                        <a:t>334</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0</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587648828"/>
                  </a:ext>
                </a:extLst>
              </a:tr>
              <a:tr h="134598">
                <a:tc>
                  <a:txBody>
                    <a:bodyPr/>
                    <a:lstStyle/>
                    <a:p>
                      <a:pPr algn="l" fontAlgn="t"/>
                      <a:r>
                        <a:rPr lang="en-GB" sz="1050" b="0">
                          <a:effectLst/>
                          <a:latin typeface="+mn-lt"/>
                        </a:rPr>
                        <a:t>Standard</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7</a:t>
                      </a:r>
                    </a:p>
                  </a:txBody>
                  <a:tcPr marL="21824" marR="21824" marT="10912" marB="10912">
                    <a:lnL>
                      <a:noFill/>
                    </a:lnL>
                    <a:lnR>
                      <a:noFill/>
                    </a:lnR>
                    <a:lnT>
                      <a:noFill/>
                    </a:lnT>
                    <a:lnB>
                      <a:noFill/>
                    </a:lnB>
                    <a:solidFill>
                      <a:srgbClr val="FFFFFF"/>
                    </a:solidFill>
                  </a:tcPr>
                </a:tc>
                <a:tc>
                  <a:txBody>
                    <a:bodyPr/>
                    <a:lstStyle/>
                    <a:p>
                      <a:pPr algn="l" fontAlgn="t"/>
                      <a:r>
                        <a:rPr lang="en-GB" sz="1050" b="0" dirty="0">
                          <a:effectLst/>
                          <a:latin typeface="+mn-lt"/>
                        </a:rPr>
                        <a:t>287</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0</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570057366"/>
                  </a:ext>
                </a:extLst>
              </a:tr>
              <a:tr h="134598">
                <a:tc>
                  <a:txBody>
                    <a:bodyPr/>
                    <a:lstStyle/>
                    <a:p>
                      <a:pPr algn="l" fontAlgn="t"/>
                      <a:r>
                        <a:rPr lang="en-GB" sz="1050" b="0">
                          <a:effectLst/>
                          <a:latin typeface="+mn-lt"/>
                        </a:rPr>
                        <a:t>Standard</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8</a:t>
                      </a:r>
                    </a:p>
                  </a:txBody>
                  <a:tcPr marL="21824" marR="21824" marT="10912" marB="10912">
                    <a:lnL>
                      <a:noFill/>
                    </a:lnL>
                    <a:lnR>
                      <a:noFill/>
                    </a:lnR>
                    <a:lnT>
                      <a:noFill/>
                    </a:lnT>
                    <a:lnB>
                      <a:noFill/>
                    </a:lnB>
                    <a:solidFill>
                      <a:srgbClr val="EEF2F6"/>
                    </a:solidFill>
                  </a:tcPr>
                </a:tc>
                <a:tc>
                  <a:txBody>
                    <a:bodyPr/>
                    <a:lstStyle/>
                    <a:p>
                      <a:pPr algn="l" fontAlgn="t"/>
                      <a:r>
                        <a:rPr lang="en-GB" sz="1050" b="0" dirty="0">
                          <a:effectLst/>
                          <a:latin typeface="+mn-lt"/>
                        </a:rPr>
                        <a:t>259</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0</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3555290255"/>
                  </a:ext>
                </a:extLst>
              </a:tr>
              <a:tr h="134598">
                <a:tc>
                  <a:txBody>
                    <a:bodyPr/>
                    <a:lstStyle/>
                    <a:p>
                      <a:pPr algn="l" fontAlgn="t"/>
                      <a:r>
                        <a:rPr lang="en-GB" sz="1050" b="0">
                          <a:effectLst/>
                          <a:latin typeface="+mn-lt"/>
                        </a:rPr>
                        <a:t>Prediction</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9</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246</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1</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892104921"/>
                  </a:ext>
                </a:extLst>
              </a:tr>
              <a:tr h="134598">
                <a:tc>
                  <a:txBody>
                    <a:bodyPr/>
                    <a:lstStyle/>
                    <a:p>
                      <a:pPr algn="l" fontAlgn="t"/>
                      <a:r>
                        <a:rPr lang="en-GB" sz="1050" b="0">
                          <a:effectLst/>
                          <a:latin typeface="+mn-lt"/>
                        </a:rPr>
                        <a:t>Prediction</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10</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213</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1</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360288584"/>
                  </a:ext>
                </a:extLst>
              </a:tr>
              <a:tr h="134598">
                <a:tc>
                  <a:txBody>
                    <a:bodyPr/>
                    <a:lstStyle/>
                    <a:p>
                      <a:pPr algn="l" fontAlgn="t"/>
                      <a:r>
                        <a:rPr lang="en-GB" sz="1050" b="0">
                          <a:effectLst/>
                          <a:latin typeface="+mn-lt"/>
                        </a:rPr>
                        <a:t>Prediction</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11</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265</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1</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82498125"/>
                  </a:ext>
                </a:extLst>
              </a:tr>
              <a:tr h="134598">
                <a:tc>
                  <a:txBody>
                    <a:bodyPr/>
                    <a:lstStyle/>
                    <a:p>
                      <a:pPr algn="l" fontAlgn="t"/>
                      <a:r>
                        <a:rPr lang="en-GB" sz="1050" b="0">
                          <a:effectLst/>
                          <a:latin typeface="+mn-lt"/>
                        </a:rPr>
                        <a:t>Prediction</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12</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189</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1</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4084225384"/>
                  </a:ext>
                </a:extLst>
              </a:tr>
              <a:tr h="134598">
                <a:tc>
                  <a:txBody>
                    <a:bodyPr/>
                    <a:lstStyle/>
                    <a:p>
                      <a:pPr algn="l" fontAlgn="t"/>
                      <a:r>
                        <a:rPr lang="en-GB" sz="1050" b="0">
                          <a:effectLst/>
                          <a:latin typeface="+mn-lt"/>
                        </a:rPr>
                        <a:t>Prediction</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13</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201</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1</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505267084"/>
                  </a:ext>
                </a:extLst>
              </a:tr>
              <a:tr h="134598">
                <a:tc>
                  <a:txBody>
                    <a:bodyPr/>
                    <a:lstStyle/>
                    <a:p>
                      <a:pPr algn="l" fontAlgn="t"/>
                      <a:r>
                        <a:rPr lang="en-GB" sz="1050" b="0">
                          <a:effectLst/>
                          <a:latin typeface="+mn-lt"/>
                        </a:rPr>
                        <a:t>Prediction</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14</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197</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1</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3747868536"/>
                  </a:ext>
                </a:extLst>
              </a:tr>
              <a:tr h="134598">
                <a:tc>
                  <a:txBody>
                    <a:bodyPr/>
                    <a:lstStyle/>
                    <a:p>
                      <a:pPr algn="l" fontAlgn="t"/>
                      <a:r>
                        <a:rPr lang="en-GB" sz="1050" b="0">
                          <a:effectLst/>
                          <a:latin typeface="+mn-lt"/>
                        </a:rPr>
                        <a:t>Prediction</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15</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289</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1</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209357191"/>
                  </a:ext>
                </a:extLst>
              </a:tr>
              <a:tr h="134598">
                <a:tc>
                  <a:txBody>
                    <a:bodyPr/>
                    <a:lstStyle/>
                    <a:p>
                      <a:pPr algn="l" fontAlgn="t"/>
                      <a:r>
                        <a:rPr lang="en-GB" sz="1050" b="0">
                          <a:effectLst/>
                          <a:latin typeface="+mn-lt"/>
                        </a:rPr>
                        <a:t>Prediction</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16</a:t>
                      </a:r>
                    </a:p>
                  </a:txBody>
                  <a:tcPr marL="21824" marR="21824" marT="10912" marB="10912">
                    <a:lnL>
                      <a:noFill/>
                    </a:lnL>
                    <a:lnR>
                      <a:noFill/>
                    </a:lnR>
                    <a:lnT>
                      <a:noFill/>
                    </a:lnT>
                    <a:lnB>
                      <a:noFill/>
                    </a:lnB>
                    <a:solidFill>
                      <a:srgbClr val="EEF2F6"/>
                    </a:solidFill>
                  </a:tcPr>
                </a:tc>
                <a:tc>
                  <a:txBody>
                    <a:bodyPr/>
                    <a:lstStyle/>
                    <a:p>
                      <a:pPr algn="l" fontAlgn="t"/>
                      <a:r>
                        <a:rPr lang="en-GB" sz="1050" b="0" dirty="0">
                          <a:effectLst/>
                          <a:latin typeface="+mn-lt"/>
                        </a:rPr>
                        <a:t>224</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1</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3480809213"/>
                  </a:ext>
                </a:extLst>
              </a:tr>
              <a:tr h="134598">
                <a:tc>
                  <a:txBody>
                    <a:bodyPr/>
                    <a:lstStyle/>
                    <a:p>
                      <a:pPr algn="l" fontAlgn="t"/>
                      <a:r>
                        <a:rPr lang="en-GB" sz="1050" b="0" dirty="0">
                          <a:effectLst/>
                          <a:latin typeface="+mn-lt"/>
                        </a:rPr>
                        <a:t>Speech</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17</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178</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114021372"/>
                  </a:ext>
                </a:extLst>
              </a:tr>
              <a:tr h="134598">
                <a:tc>
                  <a:txBody>
                    <a:bodyPr/>
                    <a:lstStyle/>
                    <a:p>
                      <a:pPr algn="l" fontAlgn="t"/>
                      <a:r>
                        <a:rPr lang="en-GB" sz="1050" b="0" dirty="0">
                          <a:effectLst/>
                          <a:latin typeface="+mn-lt"/>
                        </a:rPr>
                        <a:t>Speech</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18</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289</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2</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4014122916"/>
                  </a:ext>
                </a:extLst>
              </a:tr>
              <a:tr h="134598">
                <a:tc>
                  <a:txBody>
                    <a:bodyPr/>
                    <a:lstStyle/>
                    <a:p>
                      <a:pPr algn="l" fontAlgn="t"/>
                      <a:r>
                        <a:rPr lang="en-GB" sz="1050" b="0" dirty="0">
                          <a:effectLst/>
                          <a:latin typeface="+mn-lt"/>
                        </a:rPr>
                        <a:t>Speech</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19</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222</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544045318"/>
                  </a:ext>
                </a:extLst>
              </a:tr>
              <a:tr h="134598">
                <a:tc>
                  <a:txBody>
                    <a:bodyPr/>
                    <a:lstStyle/>
                    <a:p>
                      <a:pPr algn="l" fontAlgn="t"/>
                      <a:r>
                        <a:rPr lang="en-GB" sz="1050" b="0" dirty="0">
                          <a:effectLst/>
                          <a:latin typeface="+mn-lt"/>
                        </a:rPr>
                        <a:t>Speech</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20</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189</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2</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151217216"/>
                  </a:ext>
                </a:extLst>
              </a:tr>
              <a:tr h="134598">
                <a:tc>
                  <a:txBody>
                    <a:bodyPr/>
                    <a:lstStyle/>
                    <a:p>
                      <a:pPr algn="l" fontAlgn="t"/>
                      <a:r>
                        <a:rPr lang="en-GB" sz="1050" b="0" dirty="0">
                          <a:effectLst/>
                          <a:latin typeface="+mn-lt"/>
                        </a:rPr>
                        <a:t>Speech</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21</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245</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625104878"/>
                  </a:ext>
                </a:extLst>
              </a:tr>
              <a:tr h="134598">
                <a:tc>
                  <a:txBody>
                    <a:bodyPr/>
                    <a:lstStyle/>
                    <a:p>
                      <a:pPr algn="l" fontAlgn="t"/>
                      <a:r>
                        <a:rPr lang="en-GB" sz="1050" b="0" dirty="0">
                          <a:effectLst/>
                          <a:latin typeface="+mn-lt"/>
                        </a:rPr>
                        <a:t>Speech</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050" b="0">
                          <a:effectLst/>
                          <a:latin typeface="+mn-lt"/>
                        </a:rPr>
                        <a:t>Participant 22</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311</a:t>
                      </a:r>
                    </a:p>
                  </a:txBody>
                  <a:tcPr marL="21824" marR="21824" marT="10912" marB="10912">
                    <a:lnL>
                      <a:noFill/>
                    </a:lnL>
                    <a:lnR>
                      <a:noFill/>
                    </a:lnR>
                    <a:lnT>
                      <a:noFill/>
                    </a:lnT>
                    <a:lnB>
                      <a:noFill/>
                    </a:lnB>
                    <a:solidFill>
                      <a:srgbClr val="EEF2F6"/>
                    </a:solidFill>
                  </a:tcPr>
                </a:tc>
                <a:tc>
                  <a:txBody>
                    <a:bodyPr/>
                    <a:lstStyle/>
                    <a:p>
                      <a:pPr algn="l" fontAlgn="t"/>
                      <a:r>
                        <a:rPr lang="en-GB" sz="1050" b="0">
                          <a:effectLst/>
                          <a:latin typeface="+mn-lt"/>
                        </a:rPr>
                        <a:t>2</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EEF2F6"/>
                    </a:solidFill>
                  </a:tcPr>
                </a:tc>
                <a:extLst>
                  <a:ext uri="{0D108BD9-81ED-4DB2-BD59-A6C34878D82A}">
                    <a16:rowId xmlns:a16="http://schemas.microsoft.com/office/drawing/2014/main" val="2867891236"/>
                  </a:ext>
                </a:extLst>
              </a:tr>
              <a:tr h="134598">
                <a:tc>
                  <a:txBody>
                    <a:bodyPr/>
                    <a:lstStyle/>
                    <a:p>
                      <a:pPr algn="l" fontAlgn="t"/>
                      <a:r>
                        <a:rPr lang="en-GB" sz="1050" b="0" dirty="0">
                          <a:effectLst/>
                          <a:latin typeface="+mn-lt"/>
                        </a:rPr>
                        <a:t>Speech</a:t>
                      </a:r>
                    </a:p>
                  </a:txBody>
                  <a:tcPr marL="21824" marR="21824" marT="10912" marB="10912">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050" b="0">
                          <a:effectLst/>
                          <a:latin typeface="+mn-lt"/>
                        </a:rPr>
                        <a:t>Participant 23</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267</a:t>
                      </a:r>
                    </a:p>
                  </a:txBody>
                  <a:tcPr marL="21824" marR="21824" marT="10912" marB="10912">
                    <a:lnL>
                      <a:noFill/>
                    </a:lnL>
                    <a:lnR>
                      <a:noFill/>
                    </a:lnR>
                    <a:lnT>
                      <a:noFill/>
                    </a:lnT>
                    <a:lnB>
                      <a:noFill/>
                    </a:lnB>
                    <a:solidFill>
                      <a:srgbClr val="FFFFFF"/>
                    </a:solidFill>
                  </a:tcPr>
                </a:tc>
                <a:tc>
                  <a:txBody>
                    <a:bodyPr/>
                    <a:lstStyle/>
                    <a:p>
                      <a:pPr algn="l" fontAlgn="t"/>
                      <a:r>
                        <a:rPr lang="en-GB" sz="1050" b="0">
                          <a:effectLst/>
                          <a:latin typeface="+mn-lt"/>
                        </a:rPr>
                        <a:t>2</a:t>
                      </a:r>
                    </a:p>
                  </a:txBody>
                  <a:tcPr marL="21824" marR="21824" marT="10912" marB="10912">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314926506"/>
                  </a:ext>
                </a:extLst>
              </a:tr>
              <a:tr h="214587">
                <a:tc>
                  <a:txBody>
                    <a:bodyPr/>
                    <a:lstStyle/>
                    <a:p>
                      <a:pPr algn="l" fontAlgn="t"/>
                      <a:r>
                        <a:rPr lang="en-GB" sz="1050" b="0" dirty="0">
                          <a:effectLst/>
                          <a:latin typeface="+mn-lt"/>
                        </a:rPr>
                        <a:t>Speech</a:t>
                      </a:r>
                    </a:p>
                  </a:txBody>
                  <a:tcPr marL="21824" marR="21824" marT="10912" marB="10912">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050" b="0">
                          <a:effectLst/>
                          <a:latin typeface="+mn-lt"/>
                        </a:rPr>
                        <a:t>Participant 24</a:t>
                      </a:r>
                    </a:p>
                  </a:txBody>
                  <a:tcPr marL="21824" marR="21824" marT="10912" marB="10912">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050" b="0">
                          <a:effectLst/>
                          <a:latin typeface="+mn-lt"/>
                        </a:rPr>
                        <a:t>197</a:t>
                      </a:r>
                    </a:p>
                  </a:txBody>
                  <a:tcPr marL="21824" marR="21824" marT="10912" marB="10912">
                    <a:lnL>
                      <a:noFill/>
                    </a:lnL>
                    <a:lnR>
                      <a:noFill/>
                    </a:lnR>
                    <a:lnT>
                      <a:noFill/>
                    </a:lnT>
                    <a:lnB w="12700" cap="flat" cmpd="sng" algn="ctr">
                      <a:solidFill>
                        <a:schemeClr val="tx1"/>
                      </a:solidFill>
                      <a:prstDash val="solid"/>
                      <a:round/>
                      <a:headEnd type="none" w="med" len="med"/>
                      <a:tailEnd type="none" w="med" len="med"/>
                    </a:lnB>
                    <a:solidFill>
                      <a:srgbClr val="EEF2F6"/>
                    </a:solidFill>
                  </a:tcPr>
                </a:tc>
                <a:tc>
                  <a:txBody>
                    <a:bodyPr/>
                    <a:lstStyle/>
                    <a:p>
                      <a:pPr algn="l" fontAlgn="t"/>
                      <a:r>
                        <a:rPr lang="en-GB" sz="1050" b="0" dirty="0">
                          <a:effectLst/>
                          <a:latin typeface="+mn-lt"/>
                        </a:rPr>
                        <a:t>2</a:t>
                      </a:r>
                    </a:p>
                  </a:txBody>
                  <a:tcPr marL="21824" marR="21824" marT="10912" marB="10912">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EF2F6"/>
                    </a:solidFill>
                  </a:tcPr>
                </a:tc>
                <a:extLst>
                  <a:ext uri="{0D108BD9-81ED-4DB2-BD59-A6C34878D82A}">
                    <a16:rowId xmlns:a16="http://schemas.microsoft.com/office/drawing/2014/main" val="2471436052"/>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C15E6677-69C6-65CF-8F92-412FB9A3DBE5}"/>
                  </a:ext>
                </a:extLst>
              </p14:cNvPr>
              <p14:cNvContentPartPr/>
              <p14:nvPr/>
            </p14:nvContentPartPr>
            <p14:xfrm>
              <a:off x="9762720" y="2228205"/>
              <a:ext cx="360" cy="360"/>
            </p14:xfrm>
          </p:contentPart>
        </mc:Choice>
        <mc:Fallback xmlns="">
          <p:pic>
            <p:nvPicPr>
              <p:cNvPr id="26" name="Ink 25">
                <a:extLst>
                  <a:ext uri="{FF2B5EF4-FFF2-40B4-BE49-F238E27FC236}">
                    <a16:creationId xmlns:a16="http://schemas.microsoft.com/office/drawing/2014/main" id="{C15E6677-69C6-65CF-8F92-412FB9A3DBE5}"/>
                  </a:ext>
                </a:extLst>
              </p:cNvPr>
              <p:cNvPicPr/>
              <p:nvPr/>
            </p:nvPicPr>
            <p:blipFill>
              <a:blip r:embed="rId6"/>
              <a:stretch>
                <a:fillRect/>
              </a:stretch>
            </p:blipFill>
            <p:spPr>
              <a:xfrm>
                <a:off x="9758400" y="2223885"/>
                <a:ext cx="9000" cy="9000"/>
              </a:xfrm>
              <a:prstGeom prst="rect">
                <a:avLst/>
              </a:prstGeom>
            </p:spPr>
          </p:pic>
        </mc:Fallback>
      </mc:AlternateContent>
      <p:sp>
        <p:nvSpPr>
          <p:cNvPr id="6" name="Footer Placeholder 5">
            <a:extLst>
              <a:ext uri="{FF2B5EF4-FFF2-40B4-BE49-F238E27FC236}">
                <a16:creationId xmlns:a16="http://schemas.microsoft.com/office/drawing/2014/main" id="{ADC0FEAE-1B01-CCA3-15B0-058E4AC5D41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2EEF1056-C9E3-0220-E485-61BBDE7B421E}"/>
              </a:ext>
            </a:extLst>
          </p:cNvPr>
          <p:cNvSpPr>
            <a:spLocks noGrp="1"/>
          </p:cNvSpPr>
          <p:nvPr>
            <p:ph type="sldNum" sz="quarter" idx="4"/>
          </p:nvPr>
        </p:nvSpPr>
        <p:spPr/>
        <p:txBody>
          <a:bodyPr/>
          <a:lstStyle/>
          <a:p>
            <a:fld id="{9FD7ECCF-50E7-4327-B945-FA93FF7B2BEF}" type="slidenum">
              <a:rPr lang="en-US" smtClean="0"/>
              <a:pPr/>
              <a:t>16</a:t>
            </a:fld>
            <a:r>
              <a:rPr lang="en-GB"/>
              <a:t>/54</a:t>
            </a:r>
            <a:endParaRPr lang="en-US" dirty="0"/>
          </a:p>
        </p:txBody>
      </p:sp>
    </p:spTree>
    <p:extLst>
      <p:ext uri="{BB962C8B-B14F-4D97-AF65-F5344CB8AC3E}">
        <p14:creationId xmlns:p14="http://schemas.microsoft.com/office/powerpoint/2010/main" val="2209632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23297-1813-9DF5-3677-48FEFC7D2C35}"/>
              </a:ext>
            </a:extLst>
          </p:cNvPr>
          <p:cNvSpPr>
            <a:spLocks noGrp="1"/>
          </p:cNvSpPr>
          <p:nvPr>
            <p:ph type="title"/>
          </p:nvPr>
        </p:nvSpPr>
        <p:spPr/>
        <p:txBody>
          <a:bodyPr>
            <a:normAutofit/>
          </a:bodyPr>
          <a:lstStyle/>
          <a:p>
            <a:r>
              <a:rPr lang="en-GB" sz="4400" dirty="0">
                <a:latin typeface="+mn-lt"/>
              </a:rPr>
              <a:t>Run </a:t>
            </a:r>
            <a:r>
              <a:rPr lang="en-GB" sz="4400" dirty="0">
                <a:solidFill>
                  <a:schemeClr val="accent2">
                    <a:lumMod val="75000"/>
                  </a:schemeClr>
                </a:solidFill>
                <a:latin typeface="+mn-lt"/>
              </a:rPr>
              <a:t>one way ANOVA in SPSS</a:t>
            </a:r>
            <a:endParaRPr lang="en-GB" dirty="0"/>
          </a:p>
        </p:txBody>
      </p:sp>
      <p:sp>
        <p:nvSpPr>
          <p:cNvPr id="3" name="Content Placeholder 2">
            <a:extLst>
              <a:ext uri="{FF2B5EF4-FFF2-40B4-BE49-F238E27FC236}">
                <a16:creationId xmlns:a16="http://schemas.microsoft.com/office/drawing/2014/main" id="{45D86975-1F4A-2730-9644-3EF8CCFDB277}"/>
              </a:ext>
            </a:extLst>
          </p:cNvPr>
          <p:cNvSpPr>
            <a:spLocks noGrp="1"/>
          </p:cNvSpPr>
          <p:nvPr>
            <p:ph sz="quarter" idx="1"/>
          </p:nvPr>
        </p:nvSpPr>
        <p:spPr/>
        <p:txBody>
          <a:bodyPr/>
          <a:lstStyle/>
          <a:p>
            <a:r>
              <a:rPr lang="en-GB" dirty="0" err="1"/>
              <a:t>Analyze.Compare</a:t>
            </a:r>
            <a:r>
              <a:rPr lang="en-GB" dirty="0"/>
              <a:t> Means&gt;One-Way ANOVA</a:t>
            </a:r>
          </a:p>
        </p:txBody>
      </p:sp>
      <p:pic>
        <p:nvPicPr>
          <p:cNvPr id="11" name="Picture 10" descr="spss">
            <a:extLst>
              <a:ext uri="{FF2B5EF4-FFF2-40B4-BE49-F238E27FC236}">
                <a16:creationId xmlns:a16="http://schemas.microsoft.com/office/drawing/2014/main" id="{700FEBB9-D815-8D2E-517B-0419D2BA57CB}"/>
              </a:ext>
            </a:extLst>
          </p:cNvPr>
          <p:cNvPicPr>
            <a:picLocks noChangeAspect="1"/>
          </p:cNvPicPr>
          <p:nvPr/>
        </p:nvPicPr>
        <p:blipFill>
          <a:blip r:embed="rId2"/>
          <a:stretch>
            <a:fillRect/>
          </a:stretch>
        </p:blipFill>
        <p:spPr>
          <a:xfrm>
            <a:off x="806049" y="2334295"/>
            <a:ext cx="3945685" cy="2189410"/>
          </a:xfrm>
          <a:prstGeom prst="rect">
            <a:avLst/>
          </a:prstGeom>
        </p:spPr>
      </p:pic>
      <p:pic>
        <p:nvPicPr>
          <p:cNvPr id="15" name="Picture 14" descr="spss">
            <a:extLst>
              <a:ext uri="{FF2B5EF4-FFF2-40B4-BE49-F238E27FC236}">
                <a16:creationId xmlns:a16="http://schemas.microsoft.com/office/drawing/2014/main" id="{50DD8FFC-D54A-05EA-0613-FB8B4F51712D}"/>
              </a:ext>
            </a:extLst>
          </p:cNvPr>
          <p:cNvPicPr>
            <a:picLocks noChangeAspect="1"/>
          </p:cNvPicPr>
          <p:nvPr/>
        </p:nvPicPr>
        <p:blipFill>
          <a:blip r:embed="rId3"/>
          <a:stretch>
            <a:fillRect/>
          </a:stretch>
        </p:blipFill>
        <p:spPr>
          <a:xfrm>
            <a:off x="5004048" y="2334295"/>
            <a:ext cx="2675395" cy="3837808"/>
          </a:xfrm>
          <a:prstGeom prst="rect">
            <a:avLst/>
          </a:prstGeom>
        </p:spPr>
      </p:pic>
      <p:sp>
        <p:nvSpPr>
          <p:cNvPr id="4" name="Footer Placeholder 3">
            <a:extLst>
              <a:ext uri="{FF2B5EF4-FFF2-40B4-BE49-F238E27FC236}">
                <a16:creationId xmlns:a16="http://schemas.microsoft.com/office/drawing/2014/main" id="{763D4338-E7EA-336A-A927-EB9A506D138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678C3502-FE28-6DC3-7468-569FB62707F2}"/>
              </a:ext>
            </a:extLst>
          </p:cNvPr>
          <p:cNvSpPr>
            <a:spLocks noGrp="1"/>
          </p:cNvSpPr>
          <p:nvPr>
            <p:ph type="sldNum" sz="quarter" idx="4"/>
          </p:nvPr>
        </p:nvSpPr>
        <p:spPr/>
        <p:txBody>
          <a:bodyPr/>
          <a:lstStyle/>
          <a:p>
            <a:fld id="{9FD7ECCF-50E7-4327-B945-FA93FF7B2BEF}" type="slidenum">
              <a:rPr lang="en-US" smtClean="0"/>
              <a:pPr/>
              <a:t>17</a:t>
            </a:fld>
            <a:r>
              <a:rPr lang="en-GB"/>
              <a:t>/54</a:t>
            </a:r>
            <a:endParaRPr lang="en-US" dirty="0"/>
          </a:p>
        </p:txBody>
      </p:sp>
    </p:spTree>
    <p:extLst>
      <p:ext uri="{BB962C8B-B14F-4D97-AF65-F5344CB8AC3E}">
        <p14:creationId xmlns:p14="http://schemas.microsoft.com/office/powerpoint/2010/main" val="901916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EF8B-C0A4-FB4D-730A-B514B09E8A32}"/>
              </a:ext>
            </a:extLst>
          </p:cNvPr>
          <p:cNvSpPr>
            <a:spLocks noGrp="1"/>
          </p:cNvSpPr>
          <p:nvPr>
            <p:ph type="title"/>
          </p:nvPr>
        </p:nvSpPr>
        <p:spPr/>
        <p:txBody>
          <a:bodyPr/>
          <a:lstStyle/>
          <a:p>
            <a:r>
              <a:rPr lang="en-GB" sz="4400" dirty="0">
                <a:latin typeface="+mn-lt"/>
              </a:rPr>
              <a:t>Results for </a:t>
            </a:r>
            <a:r>
              <a:rPr lang="en-GB" sz="4400" dirty="0">
                <a:solidFill>
                  <a:schemeClr val="accent2">
                    <a:lumMod val="75000"/>
                  </a:schemeClr>
                </a:solidFill>
                <a:latin typeface="+mn-lt"/>
              </a:rPr>
              <a:t>one way ANOVA</a:t>
            </a:r>
            <a:endParaRPr lang="en-GB" dirty="0">
              <a:solidFill>
                <a:schemeClr val="accent2">
                  <a:lumMod val="75000"/>
                </a:schemeClr>
              </a:solidFill>
            </a:endParaRPr>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C15E6677-69C6-65CF-8F92-412FB9A3DBE5}"/>
                  </a:ext>
                </a:extLst>
              </p14:cNvPr>
              <p14:cNvContentPartPr/>
              <p14:nvPr/>
            </p14:nvContentPartPr>
            <p14:xfrm>
              <a:off x="9762720" y="2228205"/>
              <a:ext cx="360" cy="360"/>
            </p14:xfrm>
          </p:contentPart>
        </mc:Choice>
        <mc:Fallback xmlns="">
          <p:pic>
            <p:nvPicPr>
              <p:cNvPr id="26" name="Ink 25">
                <a:extLst>
                  <a:ext uri="{FF2B5EF4-FFF2-40B4-BE49-F238E27FC236}">
                    <a16:creationId xmlns:a16="http://schemas.microsoft.com/office/drawing/2014/main" id="{C15E6677-69C6-65CF-8F92-412FB9A3DBE5}"/>
                  </a:ext>
                </a:extLst>
              </p:cNvPr>
              <p:cNvPicPr/>
              <p:nvPr/>
            </p:nvPicPr>
            <p:blipFill>
              <a:blip r:embed="rId6"/>
              <a:stretch>
                <a:fillRect/>
              </a:stretch>
            </p:blipFill>
            <p:spPr>
              <a:xfrm>
                <a:off x="9758400" y="2223885"/>
                <a:ext cx="9000" cy="9000"/>
              </a:xfrm>
              <a:prstGeom prst="rect">
                <a:avLst/>
              </a:prstGeom>
            </p:spPr>
          </p:pic>
        </mc:Fallback>
      </mc:AlternateContent>
      <p:sp>
        <p:nvSpPr>
          <p:cNvPr id="9" name="Rectangle 8">
            <a:extLst>
              <a:ext uri="{FF2B5EF4-FFF2-40B4-BE49-F238E27FC236}">
                <a16:creationId xmlns:a16="http://schemas.microsoft.com/office/drawing/2014/main" id="{361E1F89-154B-DA69-9608-7C0C28A5AB0E}"/>
              </a:ext>
            </a:extLst>
          </p:cNvPr>
          <p:cNvSpPr/>
          <p:nvPr/>
        </p:nvSpPr>
        <p:spPr>
          <a:xfrm>
            <a:off x="0" y="3573016"/>
            <a:ext cx="3297023" cy="3122202"/>
          </a:xfrm>
          <a:prstGeom prst="rect">
            <a:avLst/>
          </a:prstGeom>
          <a:gradFill>
            <a:gsLst>
              <a:gs pos="29000">
                <a:srgbClr val="FDFDFE"/>
              </a:gs>
              <a:gs pos="0">
                <a:schemeClr val="accent1">
                  <a:lumMod val="5000"/>
                  <a:lumOff val="95000"/>
                  <a:alpha val="71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CF253B2-EA1B-CF85-BE70-957088392320}"/>
              </a:ext>
            </a:extLst>
          </p:cNvPr>
          <p:cNvSpPr txBox="1"/>
          <p:nvPr/>
        </p:nvSpPr>
        <p:spPr>
          <a:xfrm>
            <a:off x="5639579" y="1208628"/>
            <a:ext cx="3504421" cy="338554"/>
          </a:xfrm>
          <a:prstGeom prst="rect">
            <a:avLst/>
          </a:prstGeom>
          <a:solidFill>
            <a:schemeClr val="accent1"/>
          </a:solidFill>
        </p:spPr>
        <p:txBody>
          <a:bodyPr wrap="none" rtlCol="0">
            <a:spAutoFit/>
          </a:bodyPr>
          <a:lstStyle/>
          <a:p>
            <a:r>
              <a:rPr lang="en-GB" sz="1600" dirty="0">
                <a:latin typeface="+mn-lt"/>
              </a:rPr>
              <a:t>Look at the example One-</a:t>
            </a:r>
            <a:r>
              <a:rPr lang="en-GB" sz="1600" dirty="0" err="1">
                <a:latin typeface="+mn-lt"/>
              </a:rPr>
              <a:t>wayAnova.sav</a:t>
            </a:r>
            <a:endParaRPr lang="en-GB" sz="1600" dirty="0">
              <a:latin typeface="+mn-lt"/>
            </a:endParaRPr>
          </a:p>
        </p:txBody>
      </p:sp>
      <p:pic>
        <p:nvPicPr>
          <p:cNvPr id="22" name="Picture 21" descr="spss data view">
            <a:extLst>
              <a:ext uri="{FF2B5EF4-FFF2-40B4-BE49-F238E27FC236}">
                <a16:creationId xmlns:a16="http://schemas.microsoft.com/office/drawing/2014/main" id="{18A181C1-4C49-BDF9-3675-7FDE30966934}"/>
              </a:ext>
            </a:extLst>
          </p:cNvPr>
          <p:cNvPicPr>
            <a:picLocks noChangeAspect="1"/>
          </p:cNvPicPr>
          <p:nvPr/>
        </p:nvPicPr>
        <p:blipFill>
          <a:blip r:embed="rId7"/>
          <a:stretch>
            <a:fillRect/>
          </a:stretch>
        </p:blipFill>
        <p:spPr>
          <a:xfrm>
            <a:off x="79640" y="1641676"/>
            <a:ext cx="5278212" cy="1374298"/>
          </a:xfrm>
          <a:prstGeom prst="rect">
            <a:avLst/>
          </a:prstGeom>
        </p:spPr>
      </p:pic>
      <p:pic>
        <p:nvPicPr>
          <p:cNvPr id="24" name="Picture 23" descr="spss data view">
            <a:extLst>
              <a:ext uri="{FF2B5EF4-FFF2-40B4-BE49-F238E27FC236}">
                <a16:creationId xmlns:a16="http://schemas.microsoft.com/office/drawing/2014/main" id="{46626FCB-59DA-088A-D09D-BAF846B3A87F}"/>
              </a:ext>
            </a:extLst>
          </p:cNvPr>
          <p:cNvPicPr>
            <a:picLocks noChangeAspect="1"/>
          </p:cNvPicPr>
          <p:nvPr/>
        </p:nvPicPr>
        <p:blipFill>
          <a:blip r:embed="rId8"/>
          <a:stretch>
            <a:fillRect/>
          </a:stretch>
        </p:blipFill>
        <p:spPr>
          <a:xfrm>
            <a:off x="111952" y="2968929"/>
            <a:ext cx="4334326" cy="1208174"/>
          </a:xfrm>
          <a:prstGeom prst="rect">
            <a:avLst/>
          </a:prstGeom>
        </p:spPr>
      </p:pic>
      <p:pic>
        <p:nvPicPr>
          <p:cNvPr id="27" name="Picture 26" descr="spss data view">
            <a:extLst>
              <a:ext uri="{FF2B5EF4-FFF2-40B4-BE49-F238E27FC236}">
                <a16:creationId xmlns:a16="http://schemas.microsoft.com/office/drawing/2014/main" id="{326560C6-CDBA-3FA3-4BC3-5B51283E959B}"/>
              </a:ext>
            </a:extLst>
          </p:cNvPr>
          <p:cNvPicPr>
            <a:picLocks noChangeAspect="1"/>
          </p:cNvPicPr>
          <p:nvPr/>
        </p:nvPicPr>
        <p:blipFill>
          <a:blip r:embed="rId9"/>
          <a:stretch>
            <a:fillRect/>
          </a:stretch>
        </p:blipFill>
        <p:spPr>
          <a:xfrm>
            <a:off x="111952" y="4246165"/>
            <a:ext cx="4998822" cy="2053897"/>
          </a:xfrm>
          <a:prstGeom prst="rect">
            <a:avLst/>
          </a:prstGeom>
        </p:spPr>
      </p:pic>
      <p:pic>
        <p:nvPicPr>
          <p:cNvPr id="7" name="Picture 6" descr="spss data view">
            <a:extLst>
              <a:ext uri="{FF2B5EF4-FFF2-40B4-BE49-F238E27FC236}">
                <a16:creationId xmlns:a16="http://schemas.microsoft.com/office/drawing/2014/main" id="{78301547-3F91-31E3-0846-E848F2A594ED}"/>
              </a:ext>
            </a:extLst>
          </p:cNvPr>
          <p:cNvPicPr>
            <a:picLocks noChangeAspect="1"/>
          </p:cNvPicPr>
          <p:nvPr/>
        </p:nvPicPr>
        <p:blipFill>
          <a:blip r:embed="rId10"/>
          <a:stretch>
            <a:fillRect/>
          </a:stretch>
        </p:blipFill>
        <p:spPr>
          <a:xfrm>
            <a:off x="4478589" y="3499476"/>
            <a:ext cx="4665410" cy="1321096"/>
          </a:xfrm>
          <a:prstGeom prst="rect">
            <a:avLst/>
          </a:prstGeom>
          <a:ln>
            <a:solidFill>
              <a:schemeClr val="tx1"/>
            </a:solidFill>
          </a:ln>
        </p:spPr>
      </p:pic>
      <p:sp>
        <p:nvSpPr>
          <p:cNvPr id="3" name="Footer Placeholder 2">
            <a:extLst>
              <a:ext uri="{FF2B5EF4-FFF2-40B4-BE49-F238E27FC236}">
                <a16:creationId xmlns:a16="http://schemas.microsoft.com/office/drawing/2014/main" id="{239C6DF9-9DA4-0285-C75E-48AB4FCA6B3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C33E6214-32B6-5ED0-CAF3-BA8450125F5A}"/>
              </a:ext>
            </a:extLst>
          </p:cNvPr>
          <p:cNvSpPr>
            <a:spLocks noGrp="1"/>
          </p:cNvSpPr>
          <p:nvPr>
            <p:ph type="sldNum" sz="quarter" idx="4"/>
          </p:nvPr>
        </p:nvSpPr>
        <p:spPr/>
        <p:txBody>
          <a:bodyPr/>
          <a:lstStyle/>
          <a:p>
            <a:fld id="{9FD7ECCF-50E7-4327-B945-FA93FF7B2BEF}" type="slidenum">
              <a:rPr lang="en-US" smtClean="0"/>
              <a:pPr/>
              <a:t>18</a:t>
            </a:fld>
            <a:r>
              <a:rPr lang="en-GB"/>
              <a:t>/54</a:t>
            </a:r>
            <a:endParaRPr lang="en-US" dirty="0"/>
          </a:p>
        </p:txBody>
      </p:sp>
    </p:spTree>
    <p:extLst>
      <p:ext uri="{BB962C8B-B14F-4D97-AF65-F5344CB8AC3E}">
        <p14:creationId xmlns:p14="http://schemas.microsoft.com/office/powerpoint/2010/main" val="4156932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D5E99-9130-0EA0-7774-398BE63423F1}"/>
              </a:ext>
            </a:extLst>
          </p:cNvPr>
          <p:cNvSpPr>
            <a:spLocks noGrp="1"/>
          </p:cNvSpPr>
          <p:nvPr>
            <p:ph type="title"/>
          </p:nvPr>
        </p:nvSpPr>
        <p:spPr/>
        <p:txBody>
          <a:bodyPr/>
          <a:lstStyle/>
          <a:p>
            <a:r>
              <a:rPr lang="en-GB" dirty="0"/>
              <a:t>p-value</a:t>
            </a:r>
          </a:p>
        </p:txBody>
      </p:sp>
      <p:pic>
        <p:nvPicPr>
          <p:cNvPr id="9" name="Picture 8" descr="p-value graph">
            <a:extLst>
              <a:ext uri="{FF2B5EF4-FFF2-40B4-BE49-F238E27FC236}">
                <a16:creationId xmlns:a16="http://schemas.microsoft.com/office/drawing/2014/main" id="{E3B4D1F1-B630-7BDE-A564-578F688DFF90}"/>
              </a:ext>
            </a:extLst>
          </p:cNvPr>
          <p:cNvPicPr>
            <a:picLocks noChangeAspect="1"/>
          </p:cNvPicPr>
          <p:nvPr/>
        </p:nvPicPr>
        <p:blipFill>
          <a:blip r:embed="rId2"/>
          <a:stretch>
            <a:fillRect/>
          </a:stretch>
        </p:blipFill>
        <p:spPr>
          <a:xfrm>
            <a:off x="1259632" y="1692781"/>
            <a:ext cx="6048672" cy="4556143"/>
          </a:xfrm>
          <a:prstGeom prst="rect">
            <a:avLst/>
          </a:prstGeom>
        </p:spPr>
      </p:pic>
      <p:sp>
        <p:nvSpPr>
          <p:cNvPr id="10" name="TextBox 9">
            <a:extLst>
              <a:ext uri="{FF2B5EF4-FFF2-40B4-BE49-F238E27FC236}">
                <a16:creationId xmlns:a16="http://schemas.microsoft.com/office/drawing/2014/main" id="{0A9D10A6-0449-B85A-6FF1-884431838538}"/>
              </a:ext>
            </a:extLst>
          </p:cNvPr>
          <p:cNvSpPr txBox="1"/>
          <p:nvPr/>
        </p:nvSpPr>
        <p:spPr>
          <a:xfrm>
            <a:off x="7202516" y="4149080"/>
            <a:ext cx="1507720" cy="369332"/>
          </a:xfrm>
          <a:prstGeom prst="rect">
            <a:avLst/>
          </a:prstGeom>
          <a:noFill/>
        </p:spPr>
        <p:txBody>
          <a:bodyPr wrap="square" rtlCol="0">
            <a:spAutoFit/>
          </a:bodyPr>
          <a:lstStyle/>
          <a:p>
            <a:r>
              <a:rPr lang="en-GB" sz="1800" b="1" dirty="0">
                <a:latin typeface="Arial Nova Light" panose="020B0304020202020204" pitchFamily="34" charset="0"/>
              </a:rPr>
              <a:t>Is p &lt; 0.05 ?</a:t>
            </a:r>
          </a:p>
        </p:txBody>
      </p:sp>
      <p:sp>
        <p:nvSpPr>
          <p:cNvPr id="3" name="Footer Placeholder 2">
            <a:extLst>
              <a:ext uri="{FF2B5EF4-FFF2-40B4-BE49-F238E27FC236}">
                <a16:creationId xmlns:a16="http://schemas.microsoft.com/office/drawing/2014/main" id="{791997E0-B574-1BAA-72E6-D07434BF0C1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4B9B8EEE-337F-028D-0504-1BF73287907C}"/>
              </a:ext>
            </a:extLst>
          </p:cNvPr>
          <p:cNvSpPr>
            <a:spLocks noGrp="1"/>
          </p:cNvSpPr>
          <p:nvPr>
            <p:ph type="sldNum" sz="quarter" idx="4"/>
          </p:nvPr>
        </p:nvSpPr>
        <p:spPr/>
        <p:txBody>
          <a:bodyPr/>
          <a:lstStyle/>
          <a:p>
            <a:fld id="{9FD7ECCF-50E7-4327-B945-FA93FF7B2BEF}" type="slidenum">
              <a:rPr lang="en-US" smtClean="0"/>
              <a:pPr/>
              <a:t>19</a:t>
            </a:fld>
            <a:r>
              <a:rPr lang="en-GB"/>
              <a:t>/54</a:t>
            </a:r>
            <a:endParaRPr lang="en-US" dirty="0"/>
          </a:p>
        </p:txBody>
      </p:sp>
    </p:spTree>
    <p:extLst>
      <p:ext uri="{BB962C8B-B14F-4D97-AF65-F5344CB8AC3E}">
        <p14:creationId xmlns:p14="http://schemas.microsoft.com/office/powerpoint/2010/main" val="1237559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EF8B-C0A4-FB4D-730A-B514B09E8A32}"/>
              </a:ext>
            </a:extLst>
          </p:cNvPr>
          <p:cNvSpPr>
            <a:spLocks noGrp="1"/>
          </p:cNvSpPr>
          <p:nvPr>
            <p:ph type="title"/>
          </p:nvPr>
        </p:nvSpPr>
        <p:spPr>
          <a:xfrm>
            <a:off x="609600" y="98233"/>
            <a:ext cx="8153400" cy="990600"/>
          </a:xfrm>
        </p:spPr>
        <p:txBody>
          <a:bodyPr>
            <a:normAutofit fontScale="90000"/>
          </a:bodyPr>
          <a:lstStyle/>
          <a:p>
            <a:pPr>
              <a:lnSpc>
                <a:spcPts val="3500"/>
              </a:lnSpc>
            </a:pPr>
            <a:r>
              <a:rPr lang="en-GB" sz="4400" dirty="0">
                <a:latin typeface="+mn-lt"/>
              </a:rPr>
              <a:t>Interpretation of results for </a:t>
            </a:r>
            <a:br>
              <a:rPr lang="en-GB" sz="4400" dirty="0">
                <a:latin typeface="+mn-lt"/>
              </a:rPr>
            </a:br>
            <a:r>
              <a:rPr lang="en-GB" sz="4400" dirty="0">
                <a:solidFill>
                  <a:schemeClr val="accent2">
                    <a:lumMod val="75000"/>
                  </a:schemeClr>
                </a:solidFill>
                <a:latin typeface="+mn-lt"/>
              </a:rPr>
              <a:t>one way ANOVA</a:t>
            </a:r>
            <a:endParaRPr lang="en-GB" dirty="0">
              <a:solidFill>
                <a:schemeClr val="accent2">
                  <a:lumMod val="75000"/>
                </a:schemeClr>
              </a:solidFill>
            </a:endParaRPr>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C15E6677-69C6-65CF-8F92-412FB9A3DBE5}"/>
                  </a:ext>
                </a:extLst>
              </p14:cNvPr>
              <p14:cNvContentPartPr/>
              <p14:nvPr/>
            </p14:nvContentPartPr>
            <p14:xfrm>
              <a:off x="9762720" y="2228205"/>
              <a:ext cx="360" cy="360"/>
            </p14:xfrm>
          </p:contentPart>
        </mc:Choice>
        <mc:Fallback xmlns="">
          <p:pic>
            <p:nvPicPr>
              <p:cNvPr id="26" name="Ink 25">
                <a:extLst>
                  <a:ext uri="{FF2B5EF4-FFF2-40B4-BE49-F238E27FC236}">
                    <a16:creationId xmlns:a16="http://schemas.microsoft.com/office/drawing/2014/main" id="{C15E6677-69C6-65CF-8F92-412FB9A3DBE5}"/>
                  </a:ext>
                </a:extLst>
              </p:cNvPr>
              <p:cNvPicPr/>
              <p:nvPr/>
            </p:nvPicPr>
            <p:blipFill>
              <a:blip r:embed="rId6"/>
              <a:stretch>
                <a:fillRect/>
              </a:stretch>
            </p:blipFill>
            <p:spPr>
              <a:xfrm>
                <a:off x="9758400" y="2223885"/>
                <a:ext cx="9000" cy="9000"/>
              </a:xfrm>
              <a:prstGeom prst="rect">
                <a:avLst/>
              </a:prstGeom>
            </p:spPr>
          </p:pic>
        </mc:Fallback>
      </mc:AlternateContent>
      <p:sp>
        <p:nvSpPr>
          <p:cNvPr id="38" name="TextBox 37">
            <a:extLst>
              <a:ext uri="{FF2B5EF4-FFF2-40B4-BE49-F238E27FC236}">
                <a16:creationId xmlns:a16="http://schemas.microsoft.com/office/drawing/2014/main" id="{7AC6AA41-51EB-B040-1002-2A77AD58946F}"/>
              </a:ext>
            </a:extLst>
          </p:cNvPr>
          <p:cNvSpPr txBox="1"/>
          <p:nvPr/>
        </p:nvSpPr>
        <p:spPr>
          <a:xfrm>
            <a:off x="7524328" y="2825623"/>
            <a:ext cx="1507720" cy="369332"/>
          </a:xfrm>
          <a:prstGeom prst="rect">
            <a:avLst/>
          </a:prstGeom>
          <a:noFill/>
        </p:spPr>
        <p:txBody>
          <a:bodyPr wrap="square" rtlCol="0">
            <a:spAutoFit/>
          </a:bodyPr>
          <a:lstStyle/>
          <a:p>
            <a:r>
              <a:rPr lang="en-GB" sz="1800" b="1" dirty="0">
                <a:latin typeface="Arial Nova Light" panose="020B0304020202020204" pitchFamily="34" charset="0"/>
              </a:rPr>
              <a:t>Is p &lt; 0.05 ?</a:t>
            </a:r>
          </a:p>
        </p:txBody>
      </p:sp>
      <p:sp>
        <p:nvSpPr>
          <p:cNvPr id="9" name="Rectangle 8">
            <a:extLst>
              <a:ext uri="{FF2B5EF4-FFF2-40B4-BE49-F238E27FC236}">
                <a16:creationId xmlns:a16="http://schemas.microsoft.com/office/drawing/2014/main" id="{361E1F89-154B-DA69-9608-7C0C28A5AB0E}"/>
              </a:ext>
            </a:extLst>
          </p:cNvPr>
          <p:cNvSpPr/>
          <p:nvPr/>
        </p:nvSpPr>
        <p:spPr>
          <a:xfrm>
            <a:off x="0" y="3573016"/>
            <a:ext cx="3297023" cy="3122202"/>
          </a:xfrm>
          <a:prstGeom prst="rect">
            <a:avLst/>
          </a:prstGeom>
          <a:gradFill>
            <a:gsLst>
              <a:gs pos="29000">
                <a:srgbClr val="FDFDFE"/>
              </a:gs>
              <a:gs pos="0">
                <a:schemeClr val="accent1">
                  <a:lumMod val="5000"/>
                  <a:lumOff val="95000"/>
                  <a:alpha val="71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CF253B2-EA1B-CF85-BE70-957088392320}"/>
              </a:ext>
            </a:extLst>
          </p:cNvPr>
          <p:cNvSpPr txBox="1"/>
          <p:nvPr/>
        </p:nvSpPr>
        <p:spPr>
          <a:xfrm>
            <a:off x="5639579" y="1208628"/>
            <a:ext cx="3504421" cy="338554"/>
          </a:xfrm>
          <a:prstGeom prst="rect">
            <a:avLst/>
          </a:prstGeom>
          <a:solidFill>
            <a:schemeClr val="accent1"/>
          </a:solidFill>
        </p:spPr>
        <p:txBody>
          <a:bodyPr wrap="none" rtlCol="0">
            <a:spAutoFit/>
          </a:bodyPr>
          <a:lstStyle/>
          <a:p>
            <a:r>
              <a:rPr lang="en-GB" sz="1600" dirty="0">
                <a:latin typeface="+mn-lt"/>
              </a:rPr>
              <a:t>Look at the example One-</a:t>
            </a:r>
            <a:r>
              <a:rPr lang="en-GB" sz="1600" dirty="0" err="1">
                <a:latin typeface="+mn-lt"/>
              </a:rPr>
              <a:t>wayAnova.sav</a:t>
            </a:r>
            <a:endParaRPr lang="en-GB" sz="1600" dirty="0">
              <a:latin typeface="+mn-lt"/>
            </a:endParaRPr>
          </a:p>
        </p:txBody>
      </p:sp>
      <p:pic>
        <p:nvPicPr>
          <p:cNvPr id="22" name="Picture 21" descr="spss tables">
            <a:extLst>
              <a:ext uri="{FF2B5EF4-FFF2-40B4-BE49-F238E27FC236}">
                <a16:creationId xmlns:a16="http://schemas.microsoft.com/office/drawing/2014/main" id="{18A181C1-4C49-BDF9-3675-7FDE30966934}"/>
              </a:ext>
            </a:extLst>
          </p:cNvPr>
          <p:cNvPicPr>
            <a:picLocks noChangeAspect="1"/>
          </p:cNvPicPr>
          <p:nvPr/>
        </p:nvPicPr>
        <p:blipFill>
          <a:blip r:embed="rId7"/>
          <a:stretch>
            <a:fillRect/>
          </a:stretch>
        </p:blipFill>
        <p:spPr>
          <a:xfrm>
            <a:off x="79640" y="1641676"/>
            <a:ext cx="5278212" cy="1374298"/>
          </a:xfrm>
          <a:prstGeom prst="rect">
            <a:avLst/>
          </a:prstGeom>
        </p:spPr>
      </p:pic>
      <p:pic>
        <p:nvPicPr>
          <p:cNvPr id="24" name="Picture 23" descr="spss tables">
            <a:extLst>
              <a:ext uri="{FF2B5EF4-FFF2-40B4-BE49-F238E27FC236}">
                <a16:creationId xmlns:a16="http://schemas.microsoft.com/office/drawing/2014/main" id="{46626FCB-59DA-088A-D09D-BAF846B3A87F}"/>
              </a:ext>
            </a:extLst>
          </p:cNvPr>
          <p:cNvPicPr>
            <a:picLocks noChangeAspect="1"/>
          </p:cNvPicPr>
          <p:nvPr/>
        </p:nvPicPr>
        <p:blipFill>
          <a:blip r:embed="rId8"/>
          <a:stretch>
            <a:fillRect/>
          </a:stretch>
        </p:blipFill>
        <p:spPr>
          <a:xfrm>
            <a:off x="111952" y="2968929"/>
            <a:ext cx="4334326" cy="1208174"/>
          </a:xfrm>
          <a:prstGeom prst="rect">
            <a:avLst/>
          </a:prstGeom>
        </p:spPr>
      </p:pic>
      <p:pic>
        <p:nvPicPr>
          <p:cNvPr id="27" name="Picture 26" descr="spss tables">
            <a:extLst>
              <a:ext uri="{FF2B5EF4-FFF2-40B4-BE49-F238E27FC236}">
                <a16:creationId xmlns:a16="http://schemas.microsoft.com/office/drawing/2014/main" id="{326560C6-CDBA-3FA3-4BC3-5B51283E959B}"/>
              </a:ext>
            </a:extLst>
          </p:cNvPr>
          <p:cNvPicPr>
            <a:picLocks noChangeAspect="1"/>
          </p:cNvPicPr>
          <p:nvPr/>
        </p:nvPicPr>
        <p:blipFill>
          <a:blip r:embed="rId9"/>
          <a:stretch>
            <a:fillRect/>
          </a:stretch>
        </p:blipFill>
        <p:spPr>
          <a:xfrm>
            <a:off x="111952" y="4246165"/>
            <a:ext cx="4998822" cy="2053897"/>
          </a:xfrm>
          <a:prstGeom prst="rect">
            <a:avLst/>
          </a:prstGeom>
        </p:spPr>
      </p:pic>
      <p:pic>
        <p:nvPicPr>
          <p:cNvPr id="7" name="Picture 6" descr="spss tables">
            <a:extLst>
              <a:ext uri="{FF2B5EF4-FFF2-40B4-BE49-F238E27FC236}">
                <a16:creationId xmlns:a16="http://schemas.microsoft.com/office/drawing/2014/main" id="{78301547-3F91-31E3-0846-E848F2A594ED}"/>
              </a:ext>
            </a:extLst>
          </p:cNvPr>
          <p:cNvPicPr>
            <a:picLocks noChangeAspect="1"/>
          </p:cNvPicPr>
          <p:nvPr/>
        </p:nvPicPr>
        <p:blipFill>
          <a:blip r:embed="rId10"/>
          <a:stretch>
            <a:fillRect/>
          </a:stretch>
        </p:blipFill>
        <p:spPr>
          <a:xfrm>
            <a:off x="4478589" y="3499476"/>
            <a:ext cx="4665410" cy="1321096"/>
          </a:xfrm>
          <a:prstGeom prst="rect">
            <a:avLst/>
          </a:prstGeom>
          <a:ln>
            <a:solidFill>
              <a:schemeClr val="tx1"/>
            </a:solidFill>
          </a:ln>
        </p:spPr>
      </p:pic>
      <p:sp>
        <p:nvSpPr>
          <p:cNvPr id="11" name="Rectangle 10">
            <a:extLst>
              <a:ext uri="{FF2B5EF4-FFF2-40B4-BE49-F238E27FC236}">
                <a16:creationId xmlns:a16="http://schemas.microsoft.com/office/drawing/2014/main" id="{87841D78-D1E5-11FE-6FF0-78B859AB3B3A}"/>
              </a:ext>
            </a:extLst>
          </p:cNvPr>
          <p:cNvSpPr/>
          <p:nvPr/>
        </p:nvSpPr>
        <p:spPr>
          <a:xfrm>
            <a:off x="7881144" y="3907449"/>
            <a:ext cx="563991" cy="67761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095DD60A-F5D6-93DC-C437-0B714E4DAA81}"/>
              </a:ext>
            </a:extLst>
          </p:cNvPr>
          <p:cNvSpPr/>
          <p:nvPr/>
        </p:nvSpPr>
        <p:spPr>
          <a:xfrm>
            <a:off x="6411886" y="3870024"/>
            <a:ext cx="563991" cy="905085"/>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8B1722AF-2612-6547-A2A0-B27B42C14CAC}"/>
              </a:ext>
            </a:extLst>
          </p:cNvPr>
          <p:cNvSpPr/>
          <p:nvPr/>
        </p:nvSpPr>
        <p:spPr>
          <a:xfrm>
            <a:off x="8582922" y="3907449"/>
            <a:ext cx="533205" cy="67761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25CD946C-98D8-CD48-4E2F-6FD241FE37A1}"/>
              </a:ext>
            </a:extLst>
          </p:cNvPr>
          <p:cNvSpPr/>
          <p:nvPr/>
        </p:nvSpPr>
        <p:spPr>
          <a:xfrm>
            <a:off x="3238905" y="5072292"/>
            <a:ext cx="555765" cy="122777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A4F5BF0-7B8F-FEAB-73CA-A9E2A8FA894E}"/>
              </a:ext>
            </a:extLst>
          </p:cNvPr>
          <p:cNvSpPr/>
          <p:nvPr/>
        </p:nvSpPr>
        <p:spPr>
          <a:xfrm>
            <a:off x="5443165" y="5006783"/>
            <a:ext cx="3577584" cy="1240263"/>
          </a:xfrm>
          <a:prstGeom prst="rect">
            <a:avLst/>
          </a:prstGeom>
          <a:solidFill>
            <a:schemeClr val="accent1">
              <a:lumMod val="40000"/>
              <a:lumOff val="60000"/>
              <a:alpha val="9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0" i="0" dirty="0">
                <a:solidFill>
                  <a:srgbClr val="3D3B49"/>
                </a:solidFill>
                <a:effectLst/>
              </a:rPr>
              <a:t>If the p-value is less than your chosen significance level (e.g. 0.05), then you can reject the null hypothesis and conclude that at least one of the population means is different from the others.</a:t>
            </a:r>
            <a:endParaRPr lang="en-GB" sz="1600" dirty="0"/>
          </a:p>
        </p:txBody>
      </p:sp>
      <p:cxnSp>
        <p:nvCxnSpPr>
          <p:cNvPr id="37" name="Straight Arrow Connector 36">
            <a:extLst>
              <a:ext uri="{FF2B5EF4-FFF2-40B4-BE49-F238E27FC236}">
                <a16:creationId xmlns:a16="http://schemas.microsoft.com/office/drawing/2014/main" id="{83B8086F-897F-C6C3-D201-97BE1571D58E}"/>
              </a:ext>
            </a:extLst>
          </p:cNvPr>
          <p:cNvCxnSpPr>
            <a:cxnSpLocks/>
            <a:stCxn id="14" idx="0"/>
          </p:cNvCxnSpPr>
          <p:nvPr/>
        </p:nvCxnSpPr>
        <p:spPr>
          <a:xfrm flipH="1" flipV="1">
            <a:off x="8572898" y="3196346"/>
            <a:ext cx="276627" cy="71110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12C86685-6998-4004-EBF7-C559DCC06E3A}"/>
              </a:ext>
            </a:extLst>
          </p:cNvPr>
          <p:cNvSpPr txBox="1"/>
          <p:nvPr/>
        </p:nvSpPr>
        <p:spPr>
          <a:xfrm>
            <a:off x="5879846" y="2121921"/>
            <a:ext cx="3184514" cy="584775"/>
          </a:xfrm>
          <a:prstGeom prst="rect">
            <a:avLst/>
          </a:prstGeom>
          <a:solidFill>
            <a:schemeClr val="accent1"/>
          </a:solidFill>
        </p:spPr>
        <p:txBody>
          <a:bodyPr wrap="square" rtlCol="0">
            <a:spAutoFit/>
          </a:bodyPr>
          <a:lstStyle/>
          <a:p>
            <a:r>
              <a:rPr lang="en-GB" sz="1600" dirty="0">
                <a:latin typeface="+mn-lt"/>
              </a:rPr>
              <a:t>Look at the F. 95th Percentile Values on Blackboard</a:t>
            </a:r>
          </a:p>
        </p:txBody>
      </p:sp>
      <p:sp>
        <p:nvSpPr>
          <p:cNvPr id="3" name="Footer Placeholder 2">
            <a:extLst>
              <a:ext uri="{FF2B5EF4-FFF2-40B4-BE49-F238E27FC236}">
                <a16:creationId xmlns:a16="http://schemas.microsoft.com/office/drawing/2014/main" id="{656308A6-1476-9012-2C90-D908275ADC5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DA182AE0-D4BE-7BD2-1BDB-1F806774EFB7}"/>
              </a:ext>
            </a:extLst>
          </p:cNvPr>
          <p:cNvSpPr>
            <a:spLocks noGrp="1"/>
          </p:cNvSpPr>
          <p:nvPr>
            <p:ph type="sldNum" sz="quarter" idx="4"/>
          </p:nvPr>
        </p:nvSpPr>
        <p:spPr/>
        <p:txBody>
          <a:bodyPr/>
          <a:lstStyle/>
          <a:p>
            <a:fld id="{9FD7ECCF-50E7-4327-B945-FA93FF7B2BEF}" type="slidenum">
              <a:rPr lang="en-US" smtClean="0"/>
              <a:pPr/>
              <a:t>20</a:t>
            </a:fld>
            <a:r>
              <a:rPr lang="en-GB"/>
              <a:t>/54</a:t>
            </a:r>
            <a:endParaRPr lang="en-US" dirty="0"/>
          </a:p>
        </p:txBody>
      </p:sp>
    </p:spTree>
    <p:extLst>
      <p:ext uri="{BB962C8B-B14F-4D97-AF65-F5344CB8AC3E}">
        <p14:creationId xmlns:p14="http://schemas.microsoft.com/office/powerpoint/2010/main" val="281669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5A9D6-F425-DAA3-9423-82F66546CA2F}"/>
              </a:ext>
            </a:extLst>
          </p:cNvPr>
          <p:cNvSpPr>
            <a:spLocks noGrp="1"/>
          </p:cNvSpPr>
          <p:nvPr>
            <p:ph type="title"/>
          </p:nvPr>
        </p:nvSpPr>
        <p:spPr/>
        <p:txBody>
          <a:bodyPr/>
          <a:lstStyle/>
          <a:p>
            <a:r>
              <a:rPr lang="en-GB" dirty="0"/>
              <a:t>Report the results</a:t>
            </a:r>
          </a:p>
        </p:txBody>
      </p:sp>
      <p:sp>
        <p:nvSpPr>
          <p:cNvPr id="3" name="Content Placeholder 2">
            <a:extLst>
              <a:ext uri="{FF2B5EF4-FFF2-40B4-BE49-F238E27FC236}">
                <a16:creationId xmlns:a16="http://schemas.microsoft.com/office/drawing/2014/main" id="{8925ED73-EE6B-A25A-957A-11094D6E980A}"/>
              </a:ext>
            </a:extLst>
          </p:cNvPr>
          <p:cNvSpPr>
            <a:spLocks noGrp="1"/>
          </p:cNvSpPr>
          <p:nvPr>
            <p:ph sz="quarter" idx="1"/>
          </p:nvPr>
        </p:nvSpPr>
        <p:spPr/>
        <p:txBody>
          <a:bodyPr/>
          <a:lstStyle/>
          <a:p>
            <a:pPr marL="594360" indent="-457200" algn="just">
              <a:lnSpc>
                <a:spcPct val="120000"/>
              </a:lnSpc>
              <a:spcBef>
                <a:spcPts val="600"/>
              </a:spcBef>
              <a:spcAft>
                <a:spcPts val="600"/>
              </a:spcAft>
              <a:buFont typeface="Wingdings" panose="05000000000000000000" pitchFamily="2" charset="2"/>
              <a:buChar char="q"/>
              <a:tabLst>
                <a:tab pos="270510" algn="l"/>
              </a:tabLst>
            </a:pPr>
            <a:r>
              <a:rPr lang="en-GB" sz="2800" dirty="0"/>
              <a:t>Report the results</a:t>
            </a:r>
          </a:p>
          <a:p>
            <a:pPr marL="868680" lvl="1" indent="-228600" algn="just">
              <a:lnSpc>
                <a:spcPct val="120000"/>
              </a:lnSpc>
              <a:spcBef>
                <a:spcPts val="600"/>
              </a:spcBef>
              <a:spcAft>
                <a:spcPts val="600"/>
              </a:spcAft>
              <a:buFont typeface="Wingdings" panose="05000000000000000000" pitchFamily="2" charset="2"/>
              <a:buChar char=""/>
              <a:tabLst>
                <a:tab pos="270510" algn="l"/>
              </a:tabLst>
            </a:pPr>
            <a:r>
              <a:rPr lang="en-GB" sz="2800" dirty="0"/>
              <a:t>Short recap of the method</a:t>
            </a:r>
          </a:p>
          <a:p>
            <a:pPr marL="868680" lvl="1" indent="-228600" algn="just">
              <a:lnSpc>
                <a:spcPct val="120000"/>
              </a:lnSpc>
              <a:spcBef>
                <a:spcPts val="600"/>
              </a:spcBef>
              <a:spcAft>
                <a:spcPts val="600"/>
              </a:spcAft>
              <a:buFont typeface="Wingdings" panose="05000000000000000000" pitchFamily="2" charset="2"/>
              <a:buChar char=""/>
              <a:tabLst>
                <a:tab pos="270510" algn="l"/>
              </a:tabLst>
            </a:pPr>
            <a:r>
              <a:rPr lang="en-GB" sz="2800" dirty="0"/>
              <a:t>Descriptive recap with standard deviations</a:t>
            </a:r>
          </a:p>
          <a:p>
            <a:pPr marL="868680" lvl="1" indent="-228600" algn="just">
              <a:lnSpc>
                <a:spcPct val="120000"/>
              </a:lnSpc>
              <a:spcBef>
                <a:spcPts val="600"/>
              </a:spcBef>
              <a:spcAft>
                <a:spcPts val="600"/>
              </a:spcAft>
              <a:buFont typeface="Wingdings" panose="05000000000000000000" pitchFamily="2" charset="2"/>
              <a:buChar char=""/>
              <a:tabLst>
                <a:tab pos="270510" algn="l"/>
              </a:tabLst>
            </a:pPr>
            <a:r>
              <a:rPr lang="en-GB" sz="2800" dirty="0"/>
              <a:t>Significant test (with </a:t>
            </a:r>
            <a:r>
              <a:rPr lang="en-GB" sz="2800" dirty="0" err="1"/>
              <a:t>Anova</a:t>
            </a:r>
            <a:r>
              <a:rPr lang="en-GB" sz="2800" dirty="0"/>
              <a:t> and p-value)</a:t>
            </a:r>
          </a:p>
          <a:p>
            <a:pPr marL="868680" lvl="1" indent="-228600" algn="just">
              <a:lnSpc>
                <a:spcPct val="120000"/>
              </a:lnSpc>
              <a:spcBef>
                <a:spcPts val="600"/>
              </a:spcBef>
              <a:spcAft>
                <a:spcPts val="600"/>
              </a:spcAft>
              <a:buFont typeface="Wingdings" panose="05000000000000000000" pitchFamily="2" charset="2"/>
              <a:buChar char=""/>
              <a:tabLst>
                <a:tab pos="270510" algn="l"/>
              </a:tabLst>
            </a:pPr>
            <a:r>
              <a:rPr lang="en-GB" sz="2800" dirty="0"/>
              <a:t>Hypothesis test recap</a:t>
            </a:r>
          </a:p>
          <a:p>
            <a:endParaRPr lang="en-GB" dirty="0"/>
          </a:p>
        </p:txBody>
      </p:sp>
      <p:sp>
        <p:nvSpPr>
          <p:cNvPr id="6" name="Footer Placeholder 5">
            <a:extLst>
              <a:ext uri="{FF2B5EF4-FFF2-40B4-BE49-F238E27FC236}">
                <a16:creationId xmlns:a16="http://schemas.microsoft.com/office/drawing/2014/main" id="{AB566FAE-E8D2-6AE8-54D4-DCF6D8F6229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A487A8A9-858E-250B-371B-C114FDA24D19}"/>
              </a:ext>
            </a:extLst>
          </p:cNvPr>
          <p:cNvSpPr>
            <a:spLocks noGrp="1"/>
          </p:cNvSpPr>
          <p:nvPr>
            <p:ph type="sldNum" sz="quarter" idx="4"/>
          </p:nvPr>
        </p:nvSpPr>
        <p:spPr/>
        <p:txBody>
          <a:bodyPr/>
          <a:lstStyle/>
          <a:p>
            <a:fld id="{9FD7ECCF-50E7-4327-B945-FA93FF7B2BEF}" type="slidenum">
              <a:rPr lang="en-US" smtClean="0"/>
              <a:pPr/>
              <a:t>21</a:t>
            </a:fld>
            <a:r>
              <a:rPr lang="en-GB"/>
              <a:t>/54</a:t>
            </a:r>
            <a:endParaRPr lang="en-US" dirty="0"/>
          </a:p>
        </p:txBody>
      </p:sp>
    </p:spTree>
    <p:extLst>
      <p:ext uri="{BB962C8B-B14F-4D97-AF65-F5344CB8AC3E}">
        <p14:creationId xmlns:p14="http://schemas.microsoft.com/office/powerpoint/2010/main" val="3564555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EF8B-C0A4-FB4D-730A-B514B09E8A32}"/>
              </a:ext>
            </a:extLst>
          </p:cNvPr>
          <p:cNvSpPr>
            <a:spLocks noGrp="1"/>
          </p:cNvSpPr>
          <p:nvPr>
            <p:ph type="title"/>
          </p:nvPr>
        </p:nvSpPr>
        <p:spPr>
          <a:xfrm>
            <a:off x="609600" y="332656"/>
            <a:ext cx="8153400" cy="990600"/>
          </a:xfrm>
        </p:spPr>
        <p:txBody>
          <a:bodyPr>
            <a:normAutofit/>
          </a:bodyPr>
          <a:lstStyle/>
          <a:p>
            <a:pPr>
              <a:lnSpc>
                <a:spcPts val="3500"/>
              </a:lnSpc>
            </a:pPr>
            <a:r>
              <a:rPr lang="en-GB" sz="4400" dirty="0">
                <a:latin typeface="+mn-lt"/>
              </a:rPr>
              <a:t>Report </a:t>
            </a:r>
            <a:r>
              <a:rPr lang="en-GB" dirty="0">
                <a:latin typeface="+mn-lt"/>
              </a:rPr>
              <a:t>r</a:t>
            </a:r>
            <a:r>
              <a:rPr lang="en-GB" sz="4400" dirty="0">
                <a:latin typeface="+mn-lt"/>
              </a:rPr>
              <a:t>esults for </a:t>
            </a:r>
            <a:r>
              <a:rPr lang="en-GB" sz="4400" dirty="0">
                <a:solidFill>
                  <a:schemeClr val="accent2">
                    <a:lumMod val="75000"/>
                  </a:schemeClr>
                </a:solidFill>
                <a:latin typeface="+mn-lt"/>
              </a:rPr>
              <a:t>one way ANOVA</a:t>
            </a:r>
            <a:endParaRPr lang="en-GB" dirty="0">
              <a:solidFill>
                <a:schemeClr val="accent2">
                  <a:lumMod val="75000"/>
                </a:schemeClr>
              </a:solidFill>
            </a:endParaRPr>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C15E6677-69C6-65CF-8F92-412FB9A3DBE5}"/>
                  </a:ext>
                </a:extLst>
              </p14:cNvPr>
              <p14:cNvContentPartPr/>
              <p14:nvPr/>
            </p14:nvContentPartPr>
            <p14:xfrm>
              <a:off x="9762720" y="2228205"/>
              <a:ext cx="360" cy="360"/>
            </p14:xfrm>
          </p:contentPart>
        </mc:Choice>
        <mc:Fallback xmlns="">
          <p:pic>
            <p:nvPicPr>
              <p:cNvPr id="26" name="Ink 25">
                <a:extLst>
                  <a:ext uri="{FF2B5EF4-FFF2-40B4-BE49-F238E27FC236}">
                    <a16:creationId xmlns:a16="http://schemas.microsoft.com/office/drawing/2014/main" id="{C15E6677-69C6-65CF-8F92-412FB9A3DBE5}"/>
                  </a:ext>
                </a:extLst>
              </p:cNvPr>
              <p:cNvPicPr/>
              <p:nvPr/>
            </p:nvPicPr>
            <p:blipFill>
              <a:blip r:embed="rId6"/>
              <a:stretch>
                <a:fillRect/>
              </a:stretch>
            </p:blipFill>
            <p:spPr>
              <a:xfrm>
                <a:off x="9758400" y="2223885"/>
                <a:ext cx="9000" cy="9000"/>
              </a:xfrm>
              <a:prstGeom prst="rect">
                <a:avLst/>
              </a:prstGeom>
            </p:spPr>
          </p:pic>
        </mc:Fallback>
      </mc:AlternateContent>
      <p:sp>
        <p:nvSpPr>
          <p:cNvPr id="38" name="TextBox 37">
            <a:extLst>
              <a:ext uri="{FF2B5EF4-FFF2-40B4-BE49-F238E27FC236}">
                <a16:creationId xmlns:a16="http://schemas.microsoft.com/office/drawing/2014/main" id="{7AC6AA41-51EB-B040-1002-2A77AD58946F}"/>
              </a:ext>
            </a:extLst>
          </p:cNvPr>
          <p:cNvSpPr txBox="1"/>
          <p:nvPr/>
        </p:nvSpPr>
        <p:spPr>
          <a:xfrm>
            <a:off x="8135071" y="2863717"/>
            <a:ext cx="895702" cy="307777"/>
          </a:xfrm>
          <a:prstGeom prst="rect">
            <a:avLst/>
          </a:prstGeom>
          <a:noFill/>
        </p:spPr>
        <p:txBody>
          <a:bodyPr wrap="square" rtlCol="0">
            <a:spAutoFit/>
          </a:bodyPr>
          <a:lstStyle/>
          <a:p>
            <a:r>
              <a:rPr lang="en-GB" sz="1400" dirty="0">
                <a:latin typeface="Arial Nova Light" panose="020B0304020202020204" pitchFamily="34" charset="0"/>
              </a:rPr>
              <a:t>p&gt;0.05</a:t>
            </a:r>
          </a:p>
        </p:txBody>
      </p:sp>
      <p:sp>
        <p:nvSpPr>
          <p:cNvPr id="9" name="Rectangle 8">
            <a:extLst>
              <a:ext uri="{FF2B5EF4-FFF2-40B4-BE49-F238E27FC236}">
                <a16:creationId xmlns:a16="http://schemas.microsoft.com/office/drawing/2014/main" id="{361E1F89-154B-DA69-9608-7C0C28A5AB0E}"/>
              </a:ext>
            </a:extLst>
          </p:cNvPr>
          <p:cNvSpPr/>
          <p:nvPr/>
        </p:nvSpPr>
        <p:spPr>
          <a:xfrm>
            <a:off x="0" y="3573016"/>
            <a:ext cx="3297023" cy="3122202"/>
          </a:xfrm>
          <a:prstGeom prst="rect">
            <a:avLst/>
          </a:prstGeom>
          <a:gradFill>
            <a:gsLst>
              <a:gs pos="29000">
                <a:srgbClr val="FDFDFE"/>
              </a:gs>
              <a:gs pos="0">
                <a:schemeClr val="accent1">
                  <a:lumMod val="5000"/>
                  <a:lumOff val="95000"/>
                  <a:alpha val="71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CF253B2-EA1B-CF85-BE70-957088392320}"/>
              </a:ext>
            </a:extLst>
          </p:cNvPr>
          <p:cNvSpPr txBox="1"/>
          <p:nvPr/>
        </p:nvSpPr>
        <p:spPr>
          <a:xfrm>
            <a:off x="5639579" y="1208628"/>
            <a:ext cx="3504421" cy="338554"/>
          </a:xfrm>
          <a:prstGeom prst="rect">
            <a:avLst/>
          </a:prstGeom>
          <a:solidFill>
            <a:schemeClr val="accent1"/>
          </a:solidFill>
        </p:spPr>
        <p:txBody>
          <a:bodyPr wrap="none" rtlCol="0">
            <a:spAutoFit/>
          </a:bodyPr>
          <a:lstStyle/>
          <a:p>
            <a:r>
              <a:rPr lang="en-GB" sz="1600" dirty="0">
                <a:latin typeface="+mn-lt"/>
              </a:rPr>
              <a:t>Look at the example One-</a:t>
            </a:r>
            <a:r>
              <a:rPr lang="en-GB" sz="1600" dirty="0" err="1">
                <a:latin typeface="+mn-lt"/>
              </a:rPr>
              <a:t>wayAnova.sav</a:t>
            </a:r>
            <a:endParaRPr lang="en-GB" sz="1600" dirty="0">
              <a:latin typeface="+mn-lt"/>
            </a:endParaRPr>
          </a:p>
        </p:txBody>
      </p:sp>
      <p:pic>
        <p:nvPicPr>
          <p:cNvPr id="22" name="Picture 21" descr="spss tables">
            <a:extLst>
              <a:ext uri="{FF2B5EF4-FFF2-40B4-BE49-F238E27FC236}">
                <a16:creationId xmlns:a16="http://schemas.microsoft.com/office/drawing/2014/main" id="{18A181C1-4C49-BDF9-3675-7FDE30966934}"/>
              </a:ext>
            </a:extLst>
          </p:cNvPr>
          <p:cNvPicPr>
            <a:picLocks noChangeAspect="1"/>
          </p:cNvPicPr>
          <p:nvPr/>
        </p:nvPicPr>
        <p:blipFill>
          <a:blip r:embed="rId7"/>
          <a:stretch>
            <a:fillRect/>
          </a:stretch>
        </p:blipFill>
        <p:spPr>
          <a:xfrm>
            <a:off x="79640" y="1641676"/>
            <a:ext cx="5278212" cy="1374298"/>
          </a:xfrm>
          <a:prstGeom prst="rect">
            <a:avLst/>
          </a:prstGeom>
        </p:spPr>
      </p:pic>
      <p:pic>
        <p:nvPicPr>
          <p:cNvPr id="24" name="Picture 23" descr="spss tables">
            <a:extLst>
              <a:ext uri="{FF2B5EF4-FFF2-40B4-BE49-F238E27FC236}">
                <a16:creationId xmlns:a16="http://schemas.microsoft.com/office/drawing/2014/main" id="{46626FCB-59DA-088A-D09D-BAF846B3A87F}"/>
              </a:ext>
            </a:extLst>
          </p:cNvPr>
          <p:cNvPicPr>
            <a:picLocks noChangeAspect="1"/>
          </p:cNvPicPr>
          <p:nvPr/>
        </p:nvPicPr>
        <p:blipFill>
          <a:blip r:embed="rId8"/>
          <a:stretch>
            <a:fillRect/>
          </a:stretch>
        </p:blipFill>
        <p:spPr>
          <a:xfrm>
            <a:off x="111952" y="2968929"/>
            <a:ext cx="4334326" cy="1208174"/>
          </a:xfrm>
          <a:prstGeom prst="rect">
            <a:avLst/>
          </a:prstGeom>
        </p:spPr>
      </p:pic>
      <p:pic>
        <p:nvPicPr>
          <p:cNvPr id="27" name="Picture 26" descr="spss tables">
            <a:extLst>
              <a:ext uri="{FF2B5EF4-FFF2-40B4-BE49-F238E27FC236}">
                <a16:creationId xmlns:a16="http://schemas.microsoft.com/office/drawing/2014/main" id="{326560C6-CDBA-3FA3-4BC3-5B51283E959B}"/>
              </a:ext>
            </a:extLst>
          </p:cNvPr>
          <p:cNvPicPr>
            <a:picLocks noChangeAspect="1"/>
          </p:cNvPicPr>
          <p:nvPr/>
        </p:nvPicPr>
        <p:blipFill>
          <a:blip r:embed="rId9"/>
          <a:stretch>
            <a:fillRect/>
          </a:stretch>
        </p:blipFill>
        <p:spPr>
          <a:xfrm>
            <a:off x="111952" y="4246165"/>
            <a:ext cx="4998822" cy="2053897"/>
          </a:xfrm>
          <a:prstGeom prst="rect">
            <a:avLst/>
          </a:prstGeom>
        </p:spPr>
      </p:pic>
      <p:pic>
        <p:nvPicPr>
          <p:cNvPr id="7" name="Picture 6" descr="spss tables">
            <a:extLst>
              <a:ext uri="{FF2B5EF4-FFF2-40B4-BE49-F238E27FC236}">
                <a16:creationId xmlns:a16="http://schemas.microsoft.com/office/drawing/2014/main" id="{78301547-3F91-31E3-0846-E848F2A594ED}"/>
              </a:ext>
            </a:extLst>
          </p:cNvPr>
          <p:cNvPicPr>
            <a:picLocks noChangeAspect="1"/>
          </p:cNvPicPr>
          <p:nvPr/>
        </p:nvPicPr>
        <p:blipFill>
          <a:blip r:embed="rId10"/>
          <a:stretch>
            <a:fillRect/>
          </a:stretch>
        </p:blipFill>
        <p:spPr>
          <a:xfrm>
            <a:off x="4478589" y="3499476"/>
            <a:ext cx="4665410" cy="1321096"/>
          </a:xfrm>
          <a:prstGeom prst="rect">
            <a:avLst/>
          </a:prstGeom>
          <a:ln>
            <a:solidFill>
              <a:schemeClr val="tx1"/>
            </a:solidFill>
          </a:ln>
        </p:spPr>
      </p:pic>
      <p:sp>
        <p:nvSpPr>
          <p:cNvPr id="11" name="Rectangle 10">
            <a:extLst>
              <a:ext uri="{FF2B5EF4-FFF2-40B4-BE49-F238E27FC236}">
                <a16:creationId xmlns:a16="http://schemas.microsoft.com/office/drawing/2014/main" id="{87841D78-D1E5-11FE-6FF0-78B859AB3B3A}"/>
              </a:ext>
            </a:extLst>
          </p:cNvPr>
          <p:cNvSpPr/>
          <p:nvPr/>
        </p:nvSpPr>
        <p:spPr>
          <a:xfrm>
            <a:off x="7881144" y="3907449"/>
            <a:ext cx="563991" cy="67761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095DD60A-F5D6-93DC-C437-0B714E4DAA81}"/>
              </a:ext>
            </a:extLst>
          </p:cNvPr>
          <p:cNvSpPr/>
          <p:nvPr/>
        </p:nvSpPr>
        <p:spPr>
          <a:xfrm>
            <a:off x="6529008" y="3870024"/>
            <a:ext cx="533205" cy="905085"/>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8B1722AF-2612-6547-A2A0-B27B42C14CAC}"/>
              </a:ext>
            </a:extLst>
          </p:cNvPr>
          <p:cNvSpPr/>
          <p:nvPr/>
        </p:nvSpPr>
        <p:spPr>
          <a:xfrm>
            <a:off x="8582922" y="3907449"/>
            <a:ext cx="533205" cy="67761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25CD946C-98D8-CD48-4E2F-6FD241FE37A1}"/>
              </a:ext>
            </a:extLst>
          </p:cNvPr>
          <p:cNvSpPr/>
          <p:nvPr/>
        </p:nvSpPr>
        <p:spPr>
          <a:xfrm>
            <a:off x="3238906" y="5072292"/>
            <a:ext cx="541006" cy="1145159"/>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B773A480-BDAB-BB21-1127-538F5B61433D}"/>
              </a:ext>
            </a:extLst>
          </p:cNvPr>
          <p:cNvSpPr txBox="1"/>
          <p:nvPr/>
        </p:nvSpPr>
        <p:spPr>
          <a:xfrm>
            <a:off x="8125047" y="2492930"/>
            <a:ext cx="895702" cy="307777"/>
          </a:xfrm>
          <a:prstGeom prst="rect">
            <a:avLst/>
          </a:prstGeom>
          <a:noFill/>
        </p:spPr>
        <p:txBody>
          <a:bodyPr wrap="square" rtlCol="0">
            <a:spAutoFit/>
          </a:bodyPr>
          <a:lstStyle/>
          <a:p>
            <a:r>
              <a:rPr lang="en-GB" sz="1400" dirty="0">
                <a:latin typeface="Arial Nova Light" panose="020B0304020202020204" pitchFamily="34" charset="0"/>
              </a:rPr>
              <a:t>No sig</a:t>
            </a:r>
          </a:p>
        </p:txBody>
      </p:sp>
      <p:sp>
        <p:nvSpPr>
          <p:cNvPr id="30" name="TextBox 29">
            <a:extLst>
              <a:ext uri="{FF2B5EF4-FFF2-40B4-BE49-F238E27FC236}">
                <a16:creationId xmlns:a16="http://schemas.microsoft.com/office/drawing/2014/main" id="{3D3D146F-F3F6-75A6-F52E-7194DCD71E38}"/>
              </a:ext>
            </a:extLst>
          </p:cNvPr>
          <p:cNvSpPr txBox="1"/>
          <p:nvPr/>
        </p:nvSpPr>
        <p:spPr>
          <a:xfrm>
            <a:off x="7093000" y="2152984"/>
            <a:ext cx="1927749" cy="307777"/>
          </a:xfrm>
          <a:prstGeom prst="rect">
            <a:avLst/>
          </a:prstGeom>
          <a:noFill/>
        </p:spPr>
        <p:txBody>
          <a:bodyPr wrap="square" rtlCol="0">
            <a:spAutoFit/>
          </a:bodyPr>
          <a:lstStyle/>
          <a:p>
            <a:r>
              <a:rPr lang="en-GB" sz="1400" dirty="0">
                <a:latin typeface="Arial Nova Light" panose="020B0304020202020204" pitchFamily="34" charset="0"/>
              </a:rPr>
              <a:t>Keep Null Hypothesis</a:t>
            </a:r>
          </a:p>
        </p:txBody>
      </p:sp>
      <p:sp>
        <p:nvSpPr>
          <p:cNvPr id="6" name="Rectangle 5">
            <a:extLst>
              <a:ext uri="{FF2B5EF4-FFF2-40B4-BE49-F238E27FC236}">
                <a16:creationId xmlns:a16="http://schemas.microsoft.com/office/drawing/2014/main" id="{ECDFAE51-1593-3023-5C39-2FDD7C1FC23C}"/>
              </a:ext>
            </a:extLst>
          </p:cNvPr>
          <p:cNvSpPr/>
          <p:nvPr/>
        </p:nvSpPr>
        <p:spPr>
          <a:xfrm>
            <a:off x="982157" y="1576030"/>
            <a:ext cx="4063125" cy="3181209"/>
          </a:xfrm>
          <a:prstGeom prst="rect">
            <a:avLst/>
          </a:prstGeom>
          <a:solidFill>
            <a:srgbClr val="D4E2ED">
              <a:alpha val="85098"/>
            </a:srgb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i="0" dirty="0">
                <a:solidFill>
                  <a:srgbClr val="3D3B49"/>
                </a:solidFill>
                <a:effectLst/>
              </a:rPr>
              <a:t>Twenty-four </a:t>
            </a:r>
            <a:r>
              <a:rPr lang="en-GB" sz="1600" dirty="0">
                <a:solidFill>
                  <a:schemeClr val="accent6">
                    <a:lumMod val="50000"/>
                  </a:schemeClr>
                </a:solidFill>
              </a:rPr>
              <a:t>participants random sample completed a text entry task using one of the three methods (standard, prediction, speech).</a:t>
            </a:r>
          </a:p>
          <a:p>
            <a:pPr algn="ctr"/>
            <a:endParaRPr lang="en-GB" sz="1600" dirty="0">
              <a:solidFill>
                <a:srgbClr val="3D3B49"/>
              </a:solidFill>
            </a:endParaRPr>
          </a:p>
          <a:p>
            <a:pPr algn="ctr"/>
            <a:r>
              <a:rPr lang="en-GB" sz="1600" i="0" dirty="0">
                <a:solidFill>
                  <a:srgbClr val="3D3B49"/>
                </a:solidFill>
                <a:effectLst/>
              </a:rPr>
              <a:t>A one-way ANOVA test using task completion time as the dependent variable and group as the independent variable suggests that there is no significant difference among the three conditions (F(2, 21) = 2.174, </a:t>
            </a:r>
            <a:r>
              <a:rPr lang="en-GB" sz="1600" i="0" dirty="0" err="1">
                <a:solidFill>
                  <a:srgbClr val="3D3B49"/>
                </a:solidFill>
                <a:effectLst/>
              </a:rPr>
              <a:t>n.s</a:t>
            </a:r>
            <a:r>
              <a:rPr lang="en-GB" sz="1600" i="0" dirty="0">
                <a:solidFill>
                  <a:srgbClr val="3D3B49"/>
                </a:solidFill>
                <a:effectLst/>
              </a:rPr>
              <a:t>.)</a:t>
            </a:r>
          </a:p>
          <a:p>
            <a:pPr algn="ctr"/>
            <a:r>
              <a:rPr lang="en-GB" sz="1600" dirty="0">
                <a:solidFill>
                  <a:srgbClr val="3D3B49"/>
                </a:solidFill>
              </a:rPr>
              <a:t>p(.139)&gt;0.05</a:t>
            </a:r>
          </a:p>
          <a:p>
            <a:pPr algn="ctr"/>
            <a:endParaRPr lang="en-GB" sz="1600" dirty="0">
              <a:solidFill>
                <a:srgbClr val="3D3B49"/>
              </a:solidFill>
            </a:endParaRPr>
          </a:p>
          <a:p>
            <a:pPr algn="ctr"/>
            <a:r>
              <a:rPr lang="en-GB" sz="1600" dirty="0">
                <a:solidFill>
                  <a:srgbClr val="3D3B49"/>
                </a:solidFill>
              </a:rPr>
              <a:t>Therefore, the null hypothesis is confirmed.</a:t>
            </a:r>
          </a:p>
        </p:txBody>
      </p:sp>
      <p:cxnSp>
        <p:nvCxnSpPr>
          <p:cNvPr id="37" name="Straight Arrow Connector 36">
            <a:extLst>
              <a:ext uri="{FF2B5EF4-FFF2-40B4-BE49-F238E27FC236}">
                <a16:creationId xmlns:a16="http://schemas.microsoft.com/office/drawing/2014/main" id="{83B8086F-897F-C6C3-D201-97BE1571D58E}"/>
              </a:ext>
            </a:extLst>
          </p:cNvPr>
          <p:cNvCxnSpPr>
            <a:cxnSpLocks/>
            <a:stCxn id="14" idx="0"/>
          </p:cNvCxnSpPr>
          <p:nvPr/>
        </p:nvCxnSpPr>
        <p:spPr>
          <a:xfrm flipH="1" flipV="1">
            <a:off x="8572898" y="3196346"/>
            <a:ext cx="276627" cy="71110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 name="Footer Placeholder 2">
            <a:extLst>
              <a:ext uri="{FF2B5EF4-FFF2-40B4-BE49-F238E27FC236}">
                <a16:creationId xmlns:a16="http://schemas.microsoft.com/office/drawing/2014/main" id="{2E3AFB30-7510-A5DF-04DB-B4AD1C80952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2E5FAA67-CDCE-C60C-0454-6A3C82C6AA2D}"/>
              </a:ext>
            </a:extLst>
          </p:cNvPr>
          <p:cNvSpPr>
            <a:spLocks noGrp="1"/>
          </p:cNvSpPr>
          <p:nvPr>
            <p:ph type="sldNum" sz="quarter" idx="4"/>
          </p:nvPr>
        </p:nvSpPr>
        <p:spPr/>
        <p:txBody>
          <a:bodyPr/>
          <a:lstStyle/>
          <a:p>
            <a:fld id="{9FD7ECCF-50E7-4327-B945-FA93FF7B2BEF}" type="slidenum">
              <a:rPr lang="en-US" smtClean="0"/>
              <a:pPr/>
              <a:t>22</a:t>
            </a:fld>
            <a:r>
              <a:rPr lang="en-GB"/>
              <a:t>/54</a:t>
            </a:r>
            <a:endParaRPr lang="en-US" dirty="0"/>
          </a:p>
        </p:txBody>
      </p:sp>
    </p:spTree>
    <p:extLst>
      <p:ext uri="{BB962C8B-B14F-4D97-AF65-F5344CB8AC3E}">
        <p14:creationId xmlns:p14="http://schemas.microsoft.com/office/powerpoint/2010/main" val="2188455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6C17E-9B6C-6858-BFA3-F769C81162B8}"/>
              </a:ext>
            </a:extLst>
          </p:cNvPr>
          <p:cNvSpPr>
            <a:spLocks noGrp="1"/>
          </p:cNvSpPr>
          <p:nvPr>
            <p:ph type="title"/>
          </p:nvPr>
        </p:nvSpPr>
        <p:spPr/>
        <p:txBody>
          <a:bodyPr/>
          <a:lstStyle/>
          <a:p>
            <a:r>
              <a:rPr lang="en-GB" dirty="0"/>
              <a:t>Boxplot interpretation</a:t>
            </a:r>
          </a:p>
        </p:txBody>
      </p:sp>
      <p:sp>
        <p:nvSpPr>
          <p:cNvPr id="3" name="Content Placeholder 2">
            <a:extLst>
              <a:ext uri="{FF2B5EF4-FFF2-40B4-BE49-F238E27FC236}">
                <a16:creationId xmlns:a16="http://schemas.microsoft.com/office/drawing/2014/main" id="{449CD616-2E1D-895D-93E8-025C34977FC4}"/>
              </a:ext>
            </a:extLst>
          </p:cNvPr>
          <p:cNvSpPr>
            <a:spLocks noGrp="1"/>
          </p:cNvSpPr>
          <p:nvPr>
            <p:ph sz="quarter" idx="1"/>
          </p:nvPr>
        </p:nvSpPr>
        <p:spPr>
          <a:xfrm>
            <a:off x="612647" y="1600199"/>
            <a:ext cx="3735050" cy="4648007"/>
          </a:xfrm>
        </p:spPr>
        <p:txBody>
          <a:bodyPr>
            <a:normAutofit lnSpcReduction="10000"/>
          </a:bodyPr>
          <a:lstStyle/>
          <a:p>
            <a:pPr>
              <a:spcBef>
                <a:spcPts val="600"/>
              </a:spcBef>
            </a:pPr>
            <a:r>
              <a:rPr lang="en-GB" sz="1500" dirty="0">
                <a:solidFill>
                  <a:srgbClr val="000000"/>
                </a:solidFill>
              </a:rPr>
              <a:t>The boxplot enables us to study the distributional characteristics of standard, prediction and speech groups of scores as well as the level of the scores.</a:t>
            </a:r>
          </a:p>
          <a:p>
            <a:pPr>
              <a:spcBef>
                <a:spcPts val="600"/>
              </a:spcBef>
            </a:pPr>
            <a:r>
              <a:rPr lang="en-GB" sz="1500" dirty="0">
                <a:solidFill>
                  <a:srgbClr val="000000"/>
                </a:solidFill>
              </a:rPr>
              <a:t>The Standard and Prediction group boxes are comparatively short (this suggests that overall typing speed is similar level). The Speech box is even in size compared to the other two groups. </a:t>
            </a:r>
          </a:p>
          <a:p>
            <a:pPr>
              <a:spcBef>
                <a:spcPts val="600"/>
              </a:spcBef>
            </a:pPr>
            <a:r>
              <a:rPr lang="en-GB" sz="1500" dirty="0">
                <a:solidFill>
                  <a:srgbClr val="000000"/>
                </a:solidFill>
              </a:rPr>
              <a:t>Within the interquartile range of standard and prediction groups, a higher distribution is observed between the middle and upper quartiles, while the speech group is equally distributed between the lower and upper quartiles. </a:t>
            </a:r>
          </a:p>
          <a:p>
            <a:pPr>
              <a:spcBef>
                <a:spcPts val="600"/>
              </a:spcBef>
            </a:pPr>
            <a:r>
              <a:rPr lang="en-GB" sz="1500" dirty="0">
                <a:solidFill>
                  <a:srgbClr val="000000"/>
                </a:solidFill>
              </a:rPr>
              <a:t>In the Prediction and Speech groups the upper whiskers are larger and represent scores outside the middle 50%. While in the Standard group shows almost equal distribution within the quartile group 1 and 4.</a:t>
            </a:r>
          </a:p>
        </p:txBody>
      </p:sp>
      <p:pic>
        <p:nvPicPr>
          <p:cNvPr id="8" name="Picture 7" descr="Boxplot graph">
            <a:extLst>
              <a:ext uri="{FF2B5EF4-FFF2-40B4-BE49-F238E27FC236}">
                <a16:creationId xmlns:a16="http://schemas.microsoft.com/office/drawing/2014/main" id="{F5B57847-9EB8-BB6E-67C6-D318A1BE2E2A}"/>
              </a:ext>
            </a:extLst>
          </p:cNvPr>
          <p:cNvPicPr>
            <a:picLocks noChangeAspect="1"/>
          </p:cNvPicPr>
          <p:nvPr/>
        </p:nvPicPr>
        <p:blipFill>
          <a:blip r:embed="rId2"/>
          <a:stretch>
            <a:fillRect/>
          </a:stretch>
        </p:blipFill>
        <p:spPr>
          <a:xfrm>
            <a:off x="4413635" y="3484220"/>
            <a:ext cx="4730365" cy="2875210"/>
          </a:xfrm>
          <a:prstGeom prst="rect">
            <a:avLst/>
          </a:prstGeom>
        </p:spPr>
      </p:pic>
      <p:pic>
        <p:nvPicPr>
          <p:cNvPr id="10" name="Picture 9" descr="Boxplot interpretation graph">
            <a:extLst>
              <a:ext uri="{FF2B5EF4-FFF2-40B4-BE49-F238E27FC236}">
                <a16:creationId xmlns:a16="http://schemas.microsoft.com/office/drawing/2014/main" id="{7FC6AC95-1908-9B8B-30A1-3D657D618C56}"/>
              </a:ext>
            </a:extLst>
          </p:cNvPr>
          <p:cNvPicPr>
            <a:picLocks noChangeAspect="1"/>
          </p:cNvPicPr>
          <p:nvPr/>
        </p:nvPicPr>
        <p:blipFill>
          <a:blip r:embed="rId3"/>
          <a:stretch>
            <a:fillRect/>
          </a:stretch>
        </p:blipFill>
        <p:spPr>
          <a:xfrm>
            <a:off x="5884676" y="100308"/>
            <a:ext cx="3076346" cy="2762044"/>
          </a:xfrm>
          <a:prstGeom prst="rect">
            <a:avLst/>
          </a:prstGeom>
        </p:spPr>
      </p:pic>
      <p:sp>
        <p:nvSpPr>
          <p:cNvPr id="11" name="TextBox 10">
            <a:extLst>
              <a:ext uri="{FF2B5EF4-FFF2-40B4-BE49-F238E27FC236}">
                <a16:creationId xmlns:a16="http://schemas.microsoft.com/office/drawing/2014/main" id="{F784CA67-1A1A-2E2A-BE76-841089016688}"/>
              </a:ext>
            </a:extLst>
          </p:cNvPr>
          <p:cNvSpPr txBox="1"/>
          <p:nvPr/>
        </p:nvSpPr>
        <p:spPr>
          <a:xfrm>
            <a:off x="5884677" y="2859973"/>
            <a:ext cx="3076346" cy="600164"/>
          </a:xfrm>
          <a:prstGeom prst="rect">
            <a:avLst/>
          </a:prstGeom>
          <a:noFill/>
        </p:spPr>
        <p:txBody>
          <a:bodyPr wrap="square" rtlCol="0">
            <a:spAutoFit/>
          </a:bodyPr>
          <a:lstStyle/>
          <a:p>
            <a:pPr marL="342900" indent="-342900" algn="just">
              <a:spcBef>
                <a:spcPts val="0"/>
              </a:spcBef>
            </a:pPr>
            <a:r>
              <a:rPr lang="en-GB" sz="1100" b="0" i="0" dirty="0">
                <a:solidFill>
                  <a:srgbClr val="202F66"/>
                </a:solidFill>
                <a:effectLst/>
                <a:latin typeface="+mn-lt"/>
              </a:rPr>
              <a:t>Understanding and interpreting boxplots</a:t>
            </a:r>
          </a:p>
          <a:p>
            <a:pPr algn="just">
              <a:spcBef>
                <a:spcPts val="0"/>
              </a:spcBef>
            </a:pPr>
            <a:r>
              <a:rPr lang="en-GB" sz="1100" b="0" i="0" dirty="0">
                <a:solidFill>
                  <a:srgbClr val="202F66"/>
                </a:solidFill>
                <a:effectLst/>
                <a:latin typeface="+mn-lt"/>
                <a:hlinkClick r:id="rId4"/>
              </a:rPr>
              <a:t>https://www.wellbeingatschool.org.nz/information-sheet/understanding-and-interpreting-box-plots</a:t>
            </a:r>
            <a:endParaRPr lang="en-GB" sz="1100" b="0" i="0" dirty="0">
              <a:solidFill>
                <a:srgbClr val="202F66"/>
              </a:solidFill>
              <a:effectLst/>
              <a:latin typeface="+mn-lt"/>
            </a:endParaRPr>
          </a:p>
        </p:txBody>
      </p:sp>
      <p:sp>
        <p:nvSpPr>
          <p:cNvPr id="12" name="Footer Placeholder 11">
            <a:extLst>
              <a:ext uri="{FF2B5EF4-FFF2-40B4-BE49-F238E27FC236}">
                <a16:creationId xmlns:a16="http://schemas.microsoft.com/office/drawing/2014/main" id="{8A2B5A15-6991-67E0-B46E-9C90A233AFD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2922A516-971F-73DC-19D1-1D31FF1D6B4F}"/>
              </a:ext>
            </a:extLst>
          </p:cNvPr>
          <p:cNvSpPr>
            <a:spLocks noGrp="1"/>
          </p:cNvSpPr>
          <p:nvPr>
            <p:ph type="sldNum" sz="quarter" idx="4"/>
          </p:nvPr>
        </p:nvSpPr>
        <p:spPr/>
        <p:txBody>
          <a:bodyPr/>
          <a:lstStyle/>
          <a:p>
            <a:fld id="{9FD7ECCF-50E7-4327-B945-FA93FF7B2BEF}" type="slidenum">
              <a:rPr lang="en-US" smtClean="0"/>
              <a:pPr/>
              <a:t>23</a:t>
            </a:fld>
            <a:r>
              <a:rPr lang="en-GB"/>
              <a:t>/54</a:t>
            </a:r>
            <a:endParaRPr lang="en-US" dirty="0"/>
          </a:p>
        </p:txBody>
      </p:sp>
    </p:spTree>
    <p:extLst>
      <p:ext uri="{BB962C8B-B14F-4D97-AF65-F5344CB8AC3E}">
        <p14:creationId xmlns:p14="http://schemas.microsoft.com/office/powerpoint/2010/main" val="1056494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9475-AA37-9CE8-86DC-1A6151BB277C}"/>
              </a:ext>
            </a:extLst>
          </p:cNvPr>
          <p:cNvSpPr>
            <a:spLocks noGrp="1"/>
          </p:cNvSpPr>
          <p:nvPr>
            <p:ph type="title"/>
          </p:nvPr>
        </p:nvSpPr>
        <p:spPr/>
        <p:txBody>
          <a:bodyPr/>
          <a:lstStyle/>
          <a:p>
            <a:r>
              <a:rPr lang="en-GB" dirty="0"/>
              <a:t>Factorial (two-way) ANOVA</a:t>
            </a:r>
          </a:p>
        </p:txBody>
      </p:sp>
      <p:sp>
        <p:nvSpPr>
          <p:cNvPr id="3" name="Content Placeholder 2">
            <a:extLst>
              <a:ext uri="{FF2B5EF4-FFF2-40B4-BE49-F238E27FC236}">
                <a16:creationId xmlns:a16="http://schemas.microsoft.com/office/drawing/2014/main" id="{11F7E884-41DF-5256-0894-9A3491A348BC}"/>
              </a:ext>
            </a:extLst>
          </p:cNvPr>
          <p:cNvSpPr>
            <a:spLocks noGrp="1"/>
          </p:cNvSpPr>
          <p:nvPr>
            <p:ph sz="quarter" idx="1"/>
          </p:nvPr>
        </p:nvSpPr>
        <p:spPr>
          <a:xfrm>
            <a:off x="612648" y="1639430"/>
            <a:ext cx="8153400" cy="2351039"/>
          </a:xfrm>
        </p:spPr>
        <p:txBody>
          <a:bodyPr>
            <a:normAutofit fontScale="70000" lnSpcReduction="20000"/>
          </a:bodyPr>
          <a:lstStyle/>
          <a:p>
            <a:r>
              <a:rPr lang="en-GB" b="1" dirty="0">
                <a:solidFill>
                  <a:schemeClr val="accent6">
                    <a:lumMod val="50000"/>
                  </a:schemeClr>
                </a:solidFill>
                <a:highlight>
                  <a:srgbClr val="D4FEFD"/>
                </a:highlight>
              </a:rPr>
              <a:t>Factorial ANOVA is appropriate for empirical studies that adopt a between-group design and investigate two or more independent variables.</a:t>
            </a:r>
          </a:p>
          <a:p>
            <a:r>
              <a:rPr lang="en-GB" sz="2400" dirty="0">
                <a:solidFill>
                  <a:schemeClr val="accent6">
                    <a:lumMod val="50000"/>
                  </a:schemeClr>
                </a:solidFill>
              </a:rPr>
              <a:t>Suppose you are interested in a </a:t>
            </a:r>
            <a:r>
              <a:rPr lang="en-GB" sz="2400" b="1" dirty="0">
                <a:solidFill>
                  <a:schemeClr val="accent6">
                    <a:lumMod val="50000"/>
                  </a:schemeClr>
                </a:solidFill>
              </a:rPr>
              <a:t>speech-based data-entry method </a:t>
            </a:r>
            <a:r>
              <a:rPr lang="en-GB" sz="2400" dirty="0">
                <a:solidFill>
                  <a:schemeClr val="accent6">
                    <a:lumMod val="50000"/>
                  </a:schemeClr>
                </a:solidFill>
              </a:rPr>
              <a:t>and would like to compare three conditions: </a:t>
            </a:r>
            <a:r>
              <a:rPr lang="en-GB" sz="2400" b="1" dirty="0">
                <a:solidFill>
                  <a:schemeClr val="accent6">
                    <a:lumMod val="50000"/>
                  </a:schemeClr>
                </a:solidFill>
              </a:rPr>
              <a:t>text entry using standard word-processing software</a:t>
            </a:r>
            <a:r>
              <a:rPr lang="en-GB" sz="2400" dirty="0">
                <a:solidFill>
                  <a:schemeClr val="accent6">
                    <a:lumMod val="50000"/>
                  </a:schemeClr>
                </a:solidFill>
              </a:rPr>
              <a:t>, </a:t>
            </a:r>
            <a:r>
              <a:rPr lang="en-GB" sz="2400" b="1" dirty="0">
                <a:solidFill>
                  <a:schemeClr val="accent6">
                    <a:lumMod val="50000"/>
                  </a:schemeClr>
                </a:solidFill>
              </a:rPr>
              <a:t>text entry using word-prediction software</a:t>
            </a:r>
            <a:r>
              <a:rPr lang="en-GB" sz="2400" dirty="0">
                <a:solidFill>
                  <a:schemeClr val="accent6">
                    <a:lumMod val="50000"/>
                  </a:schemeClr>
                </a:solidFill>
              </a:rPr>
              <a:t>, and </a:t>
            </a:r>
            <a:r>
              <a:rPr lang="en-GB" sz="2400" b="1" dirty="0">
                <a:solidFill>
                  <a:schemeClr val="accent6">
                    <a:lumMod val="50000"/>
                  </a:schemeClr>
                </a:solidFill>
              </a:rPr>
              <a:t>text entry using speech-based dictation software.</a:t>
            </a:r>
            <a:r>
              <a:rPr lang="en-GB" sz="2400" dirty="0">
                <a:solidFill>
                  <a:schemeClr val="accent6">
                    <a:lumMod val="50000"/>
                  </a:schemeClr>
                </a:solidFill>
              </a:rPr>
              <a:t> </a:t>
            </a:r>
          </a:p>
          <a:p>
            <a:r>
              <a:rPr lang="en-GB" sz="2400" dirty="0">
                <a:solidFill>
                  <a:schemeClr val="accent6">
                    <a:lumMod val="50000"/>
                  </a:schemeClr>
                </a:solidFill>
              </a:rPr>
              <a:t>There are </a:t>
            </a:r>
            <a:r>
              <a:rPr lang="en-GB" sz="2400" b="1" dirty="0">
                <a:solidFill>
                  <a:schemeClr val="accent6">
                    <a:lumMod val="50000"/>
                  </a:schemeClr>
                </a:solidFill>
              </a:rPr>
              <a:t>two conditions </a:t>
            </a:r>
            <a:r>
              <a:rPr lang="en-GB" sz="2400" dirty="0">
                <a:solidFill>
                  <a:schemeClr val="accent6">
                    <a:lumMod val="50000"/>
                  </a:schemeClr>
                </a:solidFill>
              </a:rPr>
              <a:t>for the task type variable: </a:t>
            </a:r>
            <a:r>
              <a:rPr lang="en-GB" sz="2400" b="1" dirty="0">
                <a:solidFill>
                  <a:schemeClr val="accent6">
                    <a:lumMod val="50000"/>
                  </a:schemeClr>
                </a:solidFill>
              </a:rPr>
              <a:t>transcription</a:t>
            </a:r>
            <a:r>
              <a:rPr lang="en-GB" sz="2400" dirty="0">
                <a:solidFill>
                  <a:schemeClr val="accent6">
                    <a:lumMod val="50000"/>
                  </a:schemeClr>
                </a:solidFill>
              </a:rPr>
              <a:t> and </a:t>
            </a:r>
            <a:r>
              <a:rPr lang="en-GB" sz="2400" b="1" dirty="0">
                <a:solidFill>
                  <a:schemeClr val="accent6">
                    <a:lumMod val="50000"/>
                  </a:schemeClr>
                </a:solidFill>
              </a:rPr>
              <a:t>composition</a:t>
            </a:r>
          </a:p>
          <a:p>
            <a:r>
              <a:rPr lang="en-GB" sz="2400" dirty="0">
                <a:solidFill>
                  <a:schemeClr val="accent6">
                    <a:lumMod val="50000"/>
                  </a:schemeClr>
                </a:solidFill>
              </a:rPr>
              <a:t>Experimental Design?</a:t>
            </a:r>
          </a:p>
        </p:txBody>
      </p:sp>
      <p:graphicFrame>
        <p:nvGraphicFramePr>
          <p:cNvPr id="6" name="Table 6">
            <a:extLst>
              <a:ext uri="{FF2B5EF4-FFF2-40B4-BE49-F238E27FC236}">
                <a16:creationId xmlns:a16="http://schemas.microsoft.com/office/drawing/2014/main" id="{FB35BF85-5EC7-A5F8-7A68-840E60A482A8}"/>
              </a:ext>
            </a:extLst>
          </p:cNvPr>
          <p:cNvGraphicFramePr>
            <a:graphicFrameLocks noGrp="1"/>
          </p:cNvGraphicFramePr>
          <p:nvPr>
            <p:extLst>
              <p:ext uri="{D42A27DB-BD31-4B8C-83A1-F6EECF244321}">
                <p14:modId xmlns:p14="http://schemas.microsoft.com/office/powerpoint/2010/main" val="1495427009"/>
              </p:ext>
            </p:extLst>
          </p:nvPr>
        </p:nvGraphicFramePr>
        <p:xfrm>
          <a:off x="1000200" y="5425246"/>
          <a:ext cx="7562800" cy="822960"/>
        </p:xfrm>
        <a:graphic>
          <a:graphicData uri="http://schemas.openxmlformats.org/drawingml/2006/table">
            <a:tbl>
              <a:tblPr firstRow="1" bandRow="1">
                <a:tableStyleId>{2D5ABB26-0587-4C30-8999-92F81FD0307C}</a:tableStyleId>
              </a:tblPr>
              <a:tblGrid>
                <a:gridCol w="3713636">
                  <a:extLst>
                    <a:ext uri="{9D8B030D-6E8A-4147-A177-3AD203B41FA5}">
                      <a16:colId xmlns:a16="http://schemas.microsoft.com/office/drawing/2014/main" val="2829173478"/>
                    </a:ext>
                  </a:extLst>
                </a:gridCol>
                <a:gridCol w="1790392">
                  <a:extLst>
                    <a:ext uri="{9D8B030D-6E8A-4147-A177-3AD203B41FA5}">
                      <a16:colId xmlns:a16="http://schemas.microsoft.com/office/drawing/2014/main" val="3637142121"/>
                    </a:ext>
                  </a:extLst>
                </a:gridCol>
                <a:gridCol w="2058772">
                  <a:extLst>
                    <a:ext uri="{9D8B030D-6E8A-4147-A177-3AD203B41FA5}">
                      <a16:colId xmlns:a16="http://schemas.microsoft.com/office/drawing/2014/main" val="3459184076"/>
                    </a:ext>
                  </a:extLst>
                </a:gridCol>
              </a:tblGrid>
              <a:tr h="370840">
                <a:tc>
                  <a:txBody>
                    <a:bodyPr/>
                    <a:lstStyle/>
                    <a:p>
                      <a:r>
                        <a:rPr lang="en-GB" sz="1600" dirty="0">
                          <a:solidFill>
                            <a:schemeClr val="accent6">
                              <a:lumMod val="50000"/>
                            </a:schemeClr>
                          </a:solidFill>
                        </a:rPr>
                        <a:t>Recruit six groups of participants and have each group complete the text entry task under one of the six conditions.</a:t>
                      </a:r>
                    </a:p>
                  </a:txBody>
                  <a:tcPr>
                    <a:solidFill>
                      <a:schemeClr val="bg2"/>
                    </a:solidFill>
                  </a:tcPr>
                </a:tc>
                <a:tc>
                  <a:txBody>
                    <a:bodyPr/>
                    <a:lstStyle/>
                    <a:p>
                      <a:r>
                        <a:rPr lang="en-GB" sz="1600" b="1" dirty="0"/>
                        <a:t>Between group</a:t>
                      </a:r>
                    </a:p>
                  </a:txBody>
                  <a:tcPr>
                    <a:solidFill>
                      <a:schemeClr val="bg2"/>
                    </a:solidFill>
                  </a:tcPr>
                </a:tc>
                <a:tc>
                  <a:txBody>
                    <a:bodyPr/>
                    <a:lstStyle/>
                    <a:p>
                      <a:r>
                        <a:rPr lang="en-GB" sz="1600" b="1" dirty="0" err="1"/>
                        <a:t>FactorialANOVA</a:t>
                      </a:r>
                      <a:endParaRPr lang="en-GB" sz="1600" b="1" dirty="0"/>
                    </a:p>
                  </a:txBody>
                  <a:tcPr>
                    <a:solidFill>
                      <a:schemeClr val="bg2"/>
                    </a:solidFill>
                  </a:tcPr>
                </a:tc>
                <a:extLst>
                  <a:ext uri="{0D108BD9-81ED-4DB2-BD59-A6C34878D82A}">
                    <a16:rowId xmlns:a16="http://schemas.microsoft.com/office/drawing/2014/main" val="3593643912"/>
                  </a:ext>
                </a:extLst>
              </a:tr>
            </a:tbl>
          </a:graphicData>
        </a:graphic>
      </p:graphicFrame>
      <p:graphicFrame>
        <p:nvGraphicFramePr>
          <p:cNvPr id="7" name="Table 6">
            <a:extLst>
              <a:ext uri="{FF2B5EF4-FFF2-40B4-BE49-F238E27FC236}">
                <a16:creationId xmlns:a16="http://schemas.microsoft.com/office/drawing/2014/main" id="{588105AE-4585-F5A6-BD36-8819818B194D}"/>
              </a:ext>
            </a:extLst>
          </p:cNvPr>
          <p:cNvGraphicFramePr>
            <a:graphicFrameLocks noGrp="1"/>
          </p:cNvGraphicFramePr>
          <p:nvPr>
            <p:extLst>
              <p:ext uri="{D42A27DB-BD31-4B8C-83A1-F6EECF244321}">
                <p14:modId xmlns:p14="http://schemas.microsoft.com/office/powerpoint/2010/main" val="250793077"/>
              </p:ext>
            </p:extLst>
          </p:nvPr>
        </p:nvGraphicFramePr>
        <p:xfrm>
          <a:off x="1589904" y="3990469"/>
          <a:ext cx="5964192" cy="1341120"/>
        </p:xfrm>
        <a:graphic>
          <a:graphicData uri="http://schemas.openxmlformats.org/drawingml/2006/table">
            <a:tbl>
              <a:tblPr/>
              <a:tblGrid>
                <a:gridCol w="1491048">
                  <a:extLst>
                    <a:ext uri="{9D8B030D-6E8A-4147-A177-3AD203B41FA5}">
                      <a16:colId xmlns:a16="http://schemas.microsoft.com/office/drawing/2014/main" val="3017747027"/>
                    </a:ext>
                  </a:extLst>
                </a:gridCol>
                <a:gridCol w="1491048">
                  <a:extLst>
                    <a:ext uri="{9D8B030D-6E8A-4147-A177-3AD203B41FA5}">
                      <a16:colId xmlns:a16="http://schemas.microsoft.com/office/drawing/2014/main" val="1321435229"/>
                    </a:ext>
                  </a:extLst>
                </a:gridCol>
                <a:gridCol w="1491048">
                  <a:extLst>
                    <a:ext uri="{9D8B030D-6E8A-4147-A177-3AD203B41FA5}">
                      <a16:colId xmlns:a16="http://schemas.microsoft.com/office/drawing/2014/main" val="2666370171"/>
                    </a:ext>
                  </a:extLst>
                </a:gridCol>
                <a:gridCol w="1491048">
                  <a:extLst>
                    <a:ext uri="{9D8B030D-6E8A-4147-A177-3AD203B41FA5}">
                      <a16:colId xmlns:a16="http://schemas.microsoft.com/office/drawing/2014/main" val="2857850542"/>
                    </a:ext>
                  </a:extLst>
                </a:gridCol>
              </a:tblGrid>
              <a:tr h="0">
                <a:tc gridSpan="4">
                  <a:txBody>
                    <a:bodyPr/>
                    <a:lstStyle/>
                    <a:p>
                      <a:r>
                        <a:rPr lang="en-GB" sz="1600" dirty="0">
                          <a:latin typeface="+mn-lt"/>
                        </a:rPr>
                        <a:t>A Between-Group Factorial Design With Two Independent Variables</a:t>
                      </a:r>
                    </a:p>
                  </a:txBody>
                  <a:tcPr>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592883"/>
                  </a:ext>
                </a:extLst>
              </a:tr>
              <a:tr h="0">
                <a:tc>
                  <a:txBody>
                    <a:bodyPr/>
                    <a:lstStyle/>
                    <a:p>
                      <a:pPr algn="l" fontAlgn="ctr"/>
                      <a:r>
                        <a:rPr lang="en-GB" sz="1600" b="1" i="0">
                          <a:effectLst/>
                          <a:latin typeface="+mn-lt"/>
                        </a:rPr>
                        <a:t>blank cell</a:t>
                      </a:r>
                    </a:p>
                  </a:txBody>
                  <a:tcPr anchor="ctr">
                    <a:lnL>
                      <a:noFill/>
                    </a:lnL>
                    <a:lnR>
                      <a:noFill/>
                    </a:lnR>
                    <a:lnB>
                      <a:noFill/>
                    </a:lnB>
                    <a:solidFill>
                      <a:srgbClr val="FFFFFF"/>
                    </a:solidFill>
                  </a:tcPr>
                </a:tc>
                <a:tc>
                  <a:txBody>
                    <a:bodyPr/>
                    <a:lstStyle/>
                    <a:p>
                      <a:pPr algn="l" fontAlgn="ctr"/>
                      <a:r>
                        <a:rPr lang="en-GB" sz="1600" b="1" i="0">
                          <a:effectLst/>
                          <a:latin typeface="+mn-lt"/>
                        </a:rPr>
                        <a:t>Standard</a:t>
                      </a:r>
                    </a:p>
                  </a:txBody>
                  <a:tcPr anchor="ctr">
                    <a:lnL>
                      <a:noFill/>
                    </a:lnL>
                    <a:lnR>
                      <a:noFill/>
                    </a:lnR>
                    <a:lnT>
                      <a:noFill/>
                    </a:lnT>
                    <a:lnB>
                      <a:noFill/>
                    </a:lnB>
                    <a:solidFill>
                      <a:srgbClr val="FFFFFF"/>
                    </a:solidFill>
                  </a:tcPr>
                </a:tc>
                <a:tc>
                  <a:txBody>
                    <a:bodyPr/>
                    <a:lstStyle/>
                    <a:p>
                      <a:pPr algn="l" fontAlgn="ctr"/>
                      <a:r>
                        <a:rPr lang="en-GB" sz="1600" b="1" i="0">
                          <a:effectLst/>
                          <a:latin typeface="+mn-lt"/>
                        </a:rPr>
                        <a:t>Prediction</a:t>
                      </a:r>
                    </a:p>
                  </a:txBody>
                  <a:tcPr anchor="ctr">
                    <a:lnL>
                      <a:noFill/>
                    </a:lnL>
                    <a:lnR>
                      <a:noFill/>
                    </a:lnR>
                    <a:lnT>
                      <a:noFill/>
                    </a:lnT>
                    <a:lnB>
                      <a:noFill/>
                    </a:lnB>
                    <a:solidFill>
                      <a:srgbClr val="FFFFFF"/>
                    </a:solidFill>
                  </a:tcPr>
                </a:tc>
                <a:tc>
                  <a:txBody>
                    <a:bodyPr/>
                    <a:lstStyle/>
                    <a:p>
                      <a:pPr algn="l" fontAlgn="ctr"/>
                      <a:r>
                        <a:rPr lang="en-GB" sz="1600" b="1" i="0">
                          <a:effectLst/>
                          <a:latin typeface="+mn-lt"/>
                        </a:rPr>
                        <a:t>Speech</a:t>
                      </a:r>
                    </a:p>
                  </a:txBody>
                  <a:tcPr anchor="ctr">
                    <a:lnL>
                      <a:noFill/>
                    </a:lnL>
                    <a:lnR>
                      <a:noFill/>
                    </a:lnR>
                    <a:lnT>
                      <a:noFill/>
                    </a:lnT>
                    <a:lnB>
                      <a:noFill/>
                    </a:lnB>
                    <a:solidFill>
                      <a:srgbClr val="FFFFFF"/>
                    </a:solidFill>
                  </a:tcPr>
                </a:tc>
                <a:extLst>
                  <a:ext uri="{0D108BD9-81ED-4DB2-BD59-A6C34878D82A}">
                    <a16:rowId xmlns:a16="http://schemas.microsoft.com/office/drawing/2014/main" val="2334113535"/>
                  </a:ext>
                </a:extLst>
              </a:tr>
              <a:tr h="0">
                <a:tc>
                  <a:txBody>
                    <a:bodyPr/>
                    <a:lstStyle/>
                    <a:p>
                      <a:pPr algn="l" fontAlgn="t"/>
                      <a:r>
                        <a:rPr lang="en-GB" sz="1600" b="0" dirty="0">
                          <a:effectLst/>
                          <a:latin typeface="+mn-lt"/>
                        </a:rPr>
                        <a:t>Transcription</a:t>
                      </a:r>
                    </a:p>
                  </a:txBody>
                  <a:tcPr>
                    <a:lnL>
                      <a:noFill/>
                    </a:lnL>
                    <a:lnR>
                      <a:noFill/>
                    </a:lnR>
                    <a:lnT>
                      <a:noFill/>
                    </a:lnT>
                    <a:lnB>
                      <a:noFill/>
                    </a:lnB>
                    <a:solidFill>
                      <a:srgbClr val="FFFFFF"/>
                    </a:solidFill>
                  </a:tcPr>
                </a:tc>
                <a:tc>
                  <a:txBody>
                    <a:bodyPr/>
                    <a:lstStyle/>
                    <a:p>
                      <a:pPr algn="l" fontAlgn="t"/>
                      <a:r>
                        <a:rPr lang="en-GB" sz="1600" b="0">
                          <a:effectLst/>
                          <a:latin typeface="+mn-lt"/>
                        </a:rPr>
                        <a:t>Group 1</a:t>
                      </a:r>
                    </a:p>
                  </a:txBody>
                  <a:tcPr>
                    <a:lnL>
                      <a:noFill/>
                    </a:lnL>
                    <a:lnR>
                      <a:noFill/>
                    </a:lnR>
                    <a:lnT>
                      <a:noFill/>
                    </a:lnT>
                    <a:lnB>
                      <a:noFill/>
                    </a:lnB>
                    <a:solidFill>
                      <a:srgbClr val="FFFFFF"/>
                    </a:solidFill>
                  </a:tcPr>
                </a:tc>
                <a:tc>
                  <a:txBody>
                    <a:bodyPr/>
                    <a:lstStyle/>
                    <a:p>
                      <a:pPr algn="l" fontAlgn="t"/>
                      <a:r>
                        <a:rPr lang="en-GB" sz="1600" b="0" dirty="0">
                          <a:effectLst/>
                          <a:latin typeface="+mn-lt"/>
                        </a:rPr>
                        <a:t>Group 2</a:t>
                      </a:r>
                    </a:p>
                  </a:txBody>
                  <a:tcPr>
                    <a:lnL>
                      <a:noFill/>
                    </a:lnL>
                    <a:lnR>
                      <a:noFill/>
                    </a:lnR>
                    <a:lnT>
                      <a:noFill/>
                    </a:lnT>
                    <a:lnB>
                      <a:noFill/>
                    </a:lnB>
                    <a:solidFill>
                      <a:srgbClr val="FFFFFF"/>
                    </a:solidFill>
                  </a:tcPr>
                </a:tc>
                <a:tc>
                  <a:txBody>
                    <a:bodyPr/>
                    <a:lstStyle/>
                    <a:p>
                      <a:pPr algn="l" fontAlgn="t"/>
                      <a:r>
                        <a:rPr lang="en-GB" sz="1600" b="0">
                          <a:effectLst/>
                          <a:latin typeface="+mn-lt"/>
                        </a:rPr>
                        <a:t>Group 3</a:t>
                      </a:r>
                    </a:p>
                  </a:txBody>
                  <a:tcPr>
                    <a:lnL>
                      <a:noFill/>
                    </a:lnL>
                    <a:lnR>
                      <a:noFill/>
                    </a:lnR>
                    <a:lnT>
                      <a:noFill/>
                    </a:lnT>
                    <a:lnB>
                      <a:noFill/>
                    </a:lnB>
                    <a:solidFill>
                      <a:srgbClr val="FFFFFF"/>
                    </a:solidFill>
                  </a:tcPr>
                </a:tc>
                <a:extLst>
                  <a:ext uri="{0D108BD9-81ED-4DB2-BD59-A6C34878D82A}">
                    <a16:rowId xmlns:a16="http://schemas.microsoft.com/office/drawing/2014/main" val="4249378475"/>
                  </a:ext>
                </a:extLst>
              </a:tr>
              <a:tr h="0">
                <a:tc>
                  <a:txBody>
                    <a:bodyPr/>
                    <a:lstStyle/>
                    <a:p>
                      <a:pPr algn="l" fontAlgn="t"/>
                      <a:r>
                        <a:rPr lang="en-GB" sz="1600" b="0">
                          <a:effectLst/>
                          <a:latin typeface="+mn-lt"/>
                        </a:rPr>
                        <a:t>Composition</a:t>
                      </a:r>
                    </a:p>
                  </a:txBody>
                  <a:tcPr>
                    <a:lnL>
                      <a:noFill/>
                    </a:lnL>
                    <a:lnR>
                      <a:noFill/>
                    </a:lnR>
                    <a:lnT>
                      <a:noFill/>
                    </a:lnT>
                    <a:lnB>
                      <a:noFill/>
                    </a:lnB>
                    <a:solidFill>
                      <a:srgbClr val="EEF2F6"/>
                    </a:solidFill>
                  </a:tcPr>
                </a:tc>
                <a:tc>
                  <a:txBody>
                    <a:bodyPr/>
                    <a:lstStyle/>
                    <a:p>
                      <a:pPr algn="l" fontAlgn="t"/>
                      <a:r>
                        <a:rPr lang="en-GB" sz="1600" b="0">
                          <a:effectLst/>
                          <a:latin typeface="+mn-lt"/>
                        </a:rPr>
                        <a:t>Group 4</a:t>
                      </a:r>
                    </a:p>
                  </a:txBody>
                  <a:tcPr>
                    <a:lnL>
                      <a:noFill/>
                    </a:lnL>
                    <a:lnR>
                      <a:noFill/>
                    </a:lnR>
                    <a:lnT>
                      <a:noFill/>
                    </a:lnT>
                    <a:lnB>
                      <a:noFill/>
                    </a:lnB>
                    <a:solidFill>
                      <a:srgbClr val="EEF2F6"/>
                    </a:solidFill>
                  </a:tcPr>
                </a:tc>
                <a:tc>
                  <a:txBody>
                    <a:bodyPr/>
                    <a:lstStyle/>
                    <a:p>
                      <a:pPr algn="l" fontAlgn="t"/>
                      <a:r>
                        <a:rPr lang="en-GB" sz="1600" b="0">
                          <a:effectLst/>
                          <a:latin typeface="+mn-lt"/>
                        </a:rPr>
                        <a:t>Group 5</a:t>
                      </a:r>
                    </a:p>
                  </a:txBody>
                  <a:tcPr>
                    <a:lnL>
                      <a:noFill/>
                    </a:lnL>
                    <a:lnR>
                      <a:noFill/>
                    </a:lnR>
                    <a:lnT>
                      <a:noFill/>
                    </a:lnT>
                    <a:lnB>
                      <a:noFill/>
                    </a:lnB>
                    <a:solidFill>
                      <a:srgbClr val="EEF2F6"/>
                    </a:solidFill>
                  </a:tcPr>
                </a:tc>
                <a:tc>
                  <a:txBody>
                    <a:bodyPr/>
                    <a:lstStyle/>
                    <a:p>
                      <a:pPr algn="l" fontAlgn="t"/>
                      <a:r>
                        <a:rPr lang="en-GB" sz="1600" b="0" dirty="0">
                          <a:effectLst/>
                          <a:latin typeface="+mn-lt"/>
                        </a:rPr>
                        <a:t>Group 6</a:t>
                      </a:r>
                    </a:p>
                  </a:txBody>
                  <a:tcPr>
                    <a:lnL>
                      <a:noFill/>
                    </a:lnL>
                    <a:lnR>
                      <a:noFill/>
                    </a:lnR>
                    <a:lnT>
                      <a:noFill/>
                    </a:lnT>
                    <a:lnB>
                      <a:noFill/>
                    </a:lnB>
                    <a:solidFill>
                      <a:srgbClr val="EEF2F6"/>
                    </a:solidFill>
                  </a:tcPr>
                </a:tc>
                <a:extLst>
                  <a:ext uri="{0D108BD9-81ED-4DB2-BD59-A6C34878D82A}">
                    <a16:rowId xmlns:a16="http://schemas.microsoft.com/office/drawing/2014/main" val="3563216529"/>
                  </a:ext>
                </a:extLst>
              </a:tr>
            </a:tbl>
          </a:graphicData>
        </a:graphic>
      </p:graphicFrame>
      <p:sp>
        <p:nvSpPr>
          <p:cNvPr id="4" name="TextBox 3">
            <a:extLst>
              <a:ext uri="{FF2B5EF4-FFF2-40B4-BE49-F238E27FC236}">
                <a16:creationId xmlns:a16="http://schemas.microsoft.com/office/drawing/2014/main" id="{3740B073-F587-E6DD-3F34-9F54CFCC39B7}"/>
              </a:ext>
            </a:extLst>
          </p:cNvPr>
          <p:cNvSpPr txBox="1"/>
          <p:nvPr/>
        </p:nvSpPr>
        <p:spPr>
          <a:xfrm>
            <a:off x="6203836" y="1225183"/>
            <a:ext cx="2940164" cy="338554"/>
          </a:xfrm>
          <a:prstGeom prst="rect">
            <a:avLst/>
          </a:prstGeom>
          <a:solidFill>
            <a:schemeClr val="accent1"/>
          </a:solidFill>
        </p:spPr>
        <p:txBody>
          <a:bodyPr wrap="none" rtlCol="0">
            <a:spAutoFit/>
          </a:bodyPr>
          <a:lstStyle/>
          <a:p>
            <a:r>
              <a:rPr lang="en-GB" sz="1600" dirty="0">
                <a:latin typeface="+mn-lt"/>
              </a:rPr>
              <a:t>Look at the example </a:t>
            </a:r>
            <a:r>
              <a:rPr lang="en-GB" sz="1600" dirty="0" err="1">
                <a:latin typeface="+mn-lt"/>
              </a:rPr>
              <a:t>Factorial.sav</a:t>
            </a:r>
            <a:endParaRPr lang="en-GB" sz="1600" dirty="0">
              <a:latin typeface="+mn-lt"/>
            </a:endParaRPr>
          </a:p>
        </p:txBody>
      </p:sp>
      <p:sp>
        <p:nvSpPr>
          <p:cNvPr id="8" name="Footer Placeholder 7">
            <a:extLst>
              <a:ext uri="{FF2B5EF4-FFF2-40B4-BE49-F238E27FC236}">
                <a16:creationId xmlns:a16="http://schemas.microsoft.com/office/drawing/2014/main" id="{0BC1EDEA-13BE-7BB1-77BE-29FBD73105A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44D36ECD-DE31-FBAA-5884-0A3653338FB6}"/>
              </a:ext>
            </a:extLst>
          </p:cNvPr>
          <p:cNvSpPr>
            <a:spLocks noGrp="1"/>
          </p:cNvSpPr>
          <p:nvPr>
            <p:ph type="sldNum" sz="quarter" idx="4"/>
          </p:nvPr>
        </p:nvSpPr>
        <p:spPr/>
        <p:txBody>
          <a:bodyPr/>
          <a:lstStyle/>
          <a:p>
            <a:fld id="{9FD7ECCF-50E7-4327-B945-FA93FF7B2BEF}" type="slidenum">
              <a:rPr lang="en-US" smtClean="0"/>
              <a:pPr/>
              <a:t>24</a:t>
            </a:fld>
            <a:r>
              <a:rPr lang="en-GB"/>
              <a:t>/54</a:t>
            </a:r>
            <a:endParaRPr lang="en-US" dirty="0"/>
          </a:p>
        </p:txBody>
      </p:sp>
    </p:spTree>
    <p:extLst>
      <p:ext uri="{BB962C8B-B14F-4D97-AF65-F5344CB8AC3E}">
        <p14:creationId xmlns:p14="http://schemas.microsoft.com/office/powerpoint/2010/main" val="362961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ppt_x"/>
                                          </p:val>
                                        </p:tav>
                                        <p:tav tm="100000">
                                          <p:val>
                                            <p:strVal val="#ppt_x"/>
                                          </p:val>
                                        </p:tav>
                                      </p:tavLst>
                                    </p:anim>
                                    <p:anim calcmode="lin" valueType="num">
                                      <p:cBhvr additive="base">
                                        <p:cTn id="3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D5F1-16F6-5E71-34D5-58D805D74C19}"/>
              </a:ext>
            </a:extLst>
          </p:cNvPr>
          <p:cNvSpPr>
            <a:spLocks noGrp="1"/>
          </p:cNvSpPr>
          <p:nvPr>
            <p:ph type="title"/>
          </p:nvPr>
        </p:nvSpPr>
        <p:spPr>
          <a:xfrm>
            <a:off x="609600" y="332656"/>
            <a:ext cx="8498904" cy="990600"/>
          </a:xfrm>
        </p:spPr>
        <p:txBody>
          <a:bodyPr>
            <a:normAutofit fontScale="90000"/>
          </a:bodyPr>
          <a:lstStyle/>
          <a:p>
            <a:pPr>
              <a:lnSpc>
                <a:spcPts val="3500"/>
              </a:lnSpc>
            </a:pPr>
            <a:r>
              <a:rPr lang="en-GB" sz="4400" dirty="0">
                <a:latin typeface="+mn-lt"/>
              </a:rPr>
              <a:t>Data organisation for </a:t>
            </a:r>
            <a:r>
              <a:rPr lang="en-GB" sz="4400" dirty="0">
                <a:solidFill>
                  <a:schemeClr val="accent2">
                    <a:lumMod val="75000"/>
                  </a:schemeClr>
                </a:solidFill>
                <a:latin typeface="+mn-lt"/>
              </a:rPr>
              <a:t>Factorial ANOVA</a:t>
            </a:r>
            <a:endParaRPr lang="en-GB" dirty="0"/>
          </a:p>
        </p:txBody>
      </p:sp>
      <p:graphicFrame>
        <p:nvGraphicFramePr>
          <p:cNvPr id="3" name="Table 2" descr="data organisation">
            <a:extLst>
              <a:ext uri="{FF2B5EF4-FFF2-40B4-BE49-F238E27FC236}">
                <a16:creationId xmlns:a16="http://schemas.microsoft.com/office/drawing/2014/main" id="{2FCB266A-6887-52E2-9853-37BA3E60EDC2}"/>
              </a:ext>
            </a:extLst>
          </p:cNvPr>
          <p:cNvGraphicFramePr>
            <a:graphicFrameLocks noGrp="1"/>
          </p:cNvGraphicFramePr>
          <p:nvPr>
            <p:extLst>
              <p:ext uri="{D42A27DB-BD31-4B8C-83A1-F6EECF244321}">
                <p14:modId xmlns:p14="http://schemas.microsoft.com/office/powerpoint/2010/main" val="2028951762"/>
              </p:ext>
            </p:extLst>
          </p:nvPr>
        </p:nvGraphicFramePr>
        <p:xfrm>
          <a:off x="1043609" y="1256655"/>
          <a:ext cx="7490791" cy="4939817"/>
        </p:xfrm>
        <a:graphic>
          <a:graphicData uri="http://schemas.openxmlformats.org/drawingml/2006/table">
            <a:tbl>
              <a:tblPr/>
              <a:tblGrid>
                <a:gridCol w="1248465">
                  <a:extLst>
                    <a:ext uri="{9D8B030D-6E8A-4147-A177-3AD203B41FA5}">
                      <a16:colId xmlns:a16="http://schemas.microsoft.com/office/drawing/2014/main" val="623823469"/>
                    </a:ext>
                  </a:extLst>
                </a:gridCol>
                <a:gridCol w="1248465">
                  <a:extLst>
                    <a:ext uri="{9D8B030D-6E8A-4147-A177-3AD203B41FA5}">
                      <a16:colId xmlns:a16="http://schemas.microsoft.com/office/drawing/2014/main" val="2241235249"/>
                    </a:ext>
                  </a:extLst>
                </a:gridCol>
                <a:gridCol w="1248465">
                  <a:extLst>
                    <a:ext uri="{9D8B030D-6E8A-4147-A177-3AD203B41FA5}">
                      <a16:colId xmlns:a16="http://schemas.microsoft.com/office/drawing/2014/main" val="469019197"/>
                    </a:ext>
                  </a:extLst>
                </a:gridCol>
                <a:gridCol w="924339">
                  <a:extLst>
                    <a:ext uri="{9D8B030D-6E8A-4147-A177-3AD203B41FA5}">
                      <a16:colId xmlns:a16="http://schemas.microsoft.com/office/drawing/2014/main" val="3912277679"/>
                    </a:ext>
                  </a:extLst>
                </a:gridCol>
                <a:gridCol w="1447586">
                  <a:extLst>
                    <a:ext uri="{9D8B030D-6E8A-4147-A177-3AD203B41FA5}">
                      <a16:colId xmlns:a16="http://schemas.microsoft.com/office/drawing/2014/main" val="3987457805"/>
                    </a:ext>
                  </a:extLst>
                </a:gridCol>
                <a:gridCol w="1373471">
                  <a:extLst>
                    <a:ext uri="{9D8B030D-6E8A-4147-A177-3AD203B41FA5}">
                      <a16:colId xmlns:a16="http://schemas.microsoft.com/office/drawing/2014/main" val="3713224805"/>
                    </a:ext>
                  </a:extLst>
                </a:gridCol>
              </a:tblGrid>
              <a:tr h="120814">
                <a:tc gridSpan="6">
                  <a:txBody>
                    <a:bodyPr/>
                    <a:lstStyle/>
                    <a:p>
                      <a:r>
                        <a:rPr lang="en-GB" sz="1100" b="1" dirty="0">
                          <a:latin typeface="+mn-lt"/>
                        </a:rPr>
                        <a:t>Sample Data for the Factorial ANOVA Test</a:t>
                      </a:r>
                    </a:p>
                  </a:txBody>
                  <a:tcPr marL="25570" marR="25570" marT="12785" marB="12785">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768269407"/>
                  </a:ext>
                </a:extLst>
              </a:tr>
              <a:tr h="237417">
                <a:tc>
                  <a:txBody>
                    <a:bodyPr/>
                    <a:lstStyle/>
                    <a:p>
                      <a:pPr algn="l" fontAlgn="ctr"/>
                      <a:r>
                        <a:rPr lang="en-GB" sz="1100" b="1" i="0">
                          <a:effectLst/>
                          <a:latin typeface="+mn-lt"/>
                        </a:rPr>
                        <a:t>Task type</a:t>
                      </a:r>
                    </a:p>
                  </a:txBody>
                  <a:tcPr marL="25570" marR="25570" marT="12785" marB="12785" anchor="ctr">
                    <a:lnL>
                      <a:noFill/>
                    </a:lnL>
                    <a:lnR>
                      <a:noFill/>
                    </a:lnR>
                    <a:lnB>
                      <a:noFill/>
                    </a:lnB>
                    <a:solidFill>
                      <a:srgbClr val="FFFFFF"/>
                    </a:solidFill>
                  </a:tcPr>
                </a:tc>
                <a:tc>
                  <a:txBody>
                    <a:bodyPr/>
                    <a:lstStyle/>
                    <a:p>
                      <a:pPr algn="l" fontAlgn="ctr"/>
                      <a:r>
                        <a:rPr lang="en-GB" sz="1100" b="1" i="0" dirty="0">
                          <a:effectLst/>
                          <a:latin typeface="+mn-lt"/>
                        </a:rPr>
                        <a:t>Entry method</a:t>
                      </a:r>
                    </a:p>
                  </a:txBody>
                  <a:tcPr marL="25570" marR="25570" marT="12785" marB="12785" anchor="ctr">
                    <a:lnL>
                      <a:noFill/>
                    </a:lnL>
                    <a:lnR>
                      <a:noFill/>
                    </a:lnR>
                    <a:lnT>
                      <a:noFill/>
                    </a:lnT>
                    <a:lnB>
                      <a:noFill/>
                    </a:lnB>
                    <a:solidFill>
                      <a:srgbClr val="FFFFFF"/>
                    </a:solidFill>
                  </a:tcPr>
                </a:tc>
                <a:tc>
                  <a:txBody>
                    <a:bodyPr/>
                    <a:lstStyle/>
                    <a:p>
                      <a:pPr algn="l" fontAlgn="ctr"/>
                      <a:r>
                        <a:rPr lang="en-GB" sz="1100" b="1" i="0">
                          <a:effectLst/>
                          <a:latin typeface="+mn-lt"/>
                        </a:rPr>
                        <a:t>Participant Number</a:t>
                      </a:r>
                    </a:p>
                  </a:txBody>
                  <a:tcPr marL="25570" marR="25570" marT="12785" marB="12785" anchor="ctr">
                    <a:lnL>
                      <a:noFill/>
                    </a:lnL>
                    <a:lnR>
                      <a:noFill/>
                    </a:lnR>
                    <a:lnT>
                      <a:noFill/>
                    </a:lnT>
                    <a:lnB>
                      <a:noFill/>
                    </a:lnB>
                    <a:solidFill>
                      <a:srgbClr val="FFFFFF"/>
                    </a:solidFill>
                  </a:tcPr>
                </a:tc>
                <a:tc>
                  <a:txBody>
                    <a:bodyPr/>
                    <a:lstStyle/>
                    <a:p>
                      <a:pPr algn="l" fontAlgn="ctr"/>
                      <a:r>
                        <a:rPr lang="en-GB" sz="1100" b="1" i="0">
                          <a:effectLst/>
                          <a:latin typeface="+mn-lt"/>
                        </a:rPr>
                        <a:t>Task time</a:t>
                      </a:r>
                    </a:p>
                  </a:txBody>
                  <a:tcPr marL="25570" marR="25570" marT="12785" marB="12785" anchor="ctr">
                    <a:lnL>
                      <a:noFill/>
                    </a:lnL>
                    <a:lnR>
                      <a:noFill/>
                    </a:lnR>
                    <a:lnT>
                      <a:noFill/>
                    </a:lnT>
                    <a:lnB>
                      <a:noFill/>
                    </a:lnB>
                    <a:solidFill>
                      <a:srgbClr val="FFFFFF"/>
                    </a:solidFill>
                  </a:tcPr>
                </a:tc>
                <a:tc>
                  <a:txBody>
                    <a:bodyPr/>
                    <a:lstStyle/>
                    <a:p>
                      <a:pPr algn="l" fontAlgn="ctr"/>
                      <a:r>
                        <a:rPr lang="en-GB" sz="1100" b="1" i="0">
                          <a:effectLst/>
                          <a:latin typeface="+mn-lt"/>
                        </a:rPr>
                        <a:t>Task Type coding</a:t>
                      </a:r>
                    </a:p>
                  </a:txBody>
                  <a:tcPr marL="25570" marR="25570" marT="12785" marB="12785" anchor="ctr">
                    <a:lnL>
                      <a:noFill/>
                    </a:lnL>
                    <a:lnR>
                      <a:noFill/>
                    </a:lnR>
                    <a:lnT>
                      <a:noFill/>
                    </a:lnT>
                    <a:lnB>
                      <a:noFill/>
                    </a:lnB>
                    <a:solidFill>
                      <a:srgbClr val="FFFFFF"/>
                    </a:solidFill>
                  </a:tcPr>
                </a:tc>
                <a:tc>
                  <a:txBody>
                    <a:bodyPr/>
                    <a:lstStyle/>
                    <a:p>
                      <a:pPr algn="l" fontAlgn="ctr"/>
                      <a:r>
                        <a:rPr lang="en-GB" sz="1100" b="1" i="0">
                          <a:effectLst/>
                          <a:latin typeface="+mn-lt"/>
                        </a:rPr>
                        <a:t>Entry Method coding</a:t>
                      </a:r>
                    </a:p>
                  </a:txBody>
                  <a:tcPr marL="25570" marR="25570" marT="12785" marB="12785" anchor="ctr">
                    <a:lnL>
                      <a:noFill/>
                    </a:lnL>
                    <a:lnR>
                      <a:noFill/>
                    </a:lnR>
                    <a:lnT>
                      <a:noFill/>
                    </a:lnT>
                    <a:lnB>
                      <a:noFill/>
                    </a:lnB>
                    <a:solidFill>
                      <a:srgbClr val="FFFFFF"/>
                    </a:solidFill>
                  </a:tcPr>
                </a:tc>
                <a:extLst>
                  <a:ext uri="{0D108BD9-81ED-4DB2-BD59-A6C34878D82A}">
                    <a16:rowId xmlns:a16="http://schemas.microsoft.com/office/drawing/2014/main" val="4073289652"/>
                  </a:ext>
                </a:extLst>
              </a:tr>
              <a:tr h="127840">
                <a:tc>
                  <a:txBody>
                    <a:bodyPr/>
                    <a:lstStyle/>
                    <a:p>
                      <a:pPr algn="l" fontAlgn="t"/>
                      <a:r>
                        <a:rPr lang="en-GB" sz="1100" b="0">
                          <a:effectLst/>
                          <a:latin typeface="+mn-lt"/>
                        </a:rPr>
                        <a:t>Transcription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Standard</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Participant 1</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245</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2702504211"/>
                  </a:ext>
                </a:extLst>
              </a:tr>
              <a:tr h="127840">
                <a:tc>
                  <a:txBody>
                    <a:bodyPr/>
                    <a:lstStyle/>
                    <a:p>
                      <a:pPr algn="l" fontAlgn="t"/>
                      <a:r>
                        <a:rPr lang="en-GB" sz="1100" b="0">
                          <a:effectLst/>
                          <a:latin typeface="+mn-lt"/>
                        </a:rPr>
                        <a:t>Transcription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Standard</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Participant 2</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236</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EEF2F6"/>
                    </a:solidFill>
                  </a:tcPr>
                </a:tc>
                <a:extLst>
                  <a:ext uri="{0D108BD9-81ED-4DB2-BD59-A6C34878D82A}">
                    <a16:rowId xmlns:a16="http://schemas.microsoft.com/office/drawing/2014/main" val="1072512579"/>
                  </a:ext>
                </a:extLst>
              </a:tr>
              <a:tr h="120814">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3649088922"/>
                  </a:ext>
                </a:extLst>
              </a:tr>
              <a:tr h="127840">
                <a:tc>
                  <a:txBody>
                    <a:bodyPr/>
                    <a:lstStyle/>
                    <a:p>
                      <a:pPr algn="l" fontAlgn="t"/>
                      <a:r>
                        <a:rPr lang="en-GB" sz="1100" b="0">
                          <a:effectLst/>
                          <a:latin typeface="+mn-lt"/>
                        </a:rPr>
                        <a:t>Transcription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Prediction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Participant 9</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246</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EEF2F6"/>
                    </a:solidFill>
                  </a:tcPr>
                </a:tc>
                <a:extLst>
                  <a:ext uri="{0D108BD9-81ED-4DB2-BD59-A6C34878D82A}">
                    <a16:rowId xmlns:a16="http://schemas.microsoft.com/office/drawing/2014/main" val="2754860493"/>
                  </a:ext>
                </a:extLst>
              </a:tr>
              <a:tr h="182628">
                <a:tc>
                  <a:txBody>
                    <a:bodyPr/>
                    <a:lstStyle/>
                    <a:p>
                      <a:pPr algn="l" fontAlgn="t"/>
                      <a:r>
                        <a:rPr lang="en-GB" sz="1100" b="0">
                          <a:effectLst/>
                          <a:latin typeface="+mn-lt"/>
                        </a:rPr>
                        <a:t>Transcription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Prediction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Participant 10</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213</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4139326432"/>
                  </a:ext>
                </a:extLst>
              </a:tr>
              <a:tr h="120814">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extLst>
                  <a:ext uri="{0D108BD9-81ED-4DB2-BD59-A6C34878D82A}">
                    <a16:rowId xmlns:a16="http://schemas.microsoft.com/office/drawing/2014/main" val="694522275"/>
                  </a:ext>
                </a:extLst>
              </a:tr>
              <a:tr h="237417">
                <a:tc>
                  <a:txBody>
                    <a:bodyPr/>
                    <a:lstStyle/>
                    <a:p>
                      <a:pPr algn="l" fontAlgn="t"/>
                      <a:r>
                        <a:rPr lang="en-GB" sz="1100" b="0">
                          <a:effectLst/>
                          <a:latin typeface="+mn-lt"/>
                        </a:rPr>
                        <a:t>Transcription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Speech-based dictation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Participant 17</a:t>
                      </a:r>
                    </a:p>
                  </a:txBody>
                  <a:tcPr marL="25570" marR="25570" marT="12785" marB="12785">
                    <a:lnL>
                      <a:noFill/>
                    </a:lnL>
                    <a:lnR>
                      <a:noFill/>
                    </a:lnR>
                    <a:lnT>
                      <a:noFill/>
                    </a:lnT>
                    <a:lnB>
                      <a:noFill/>
                    </a:lnB>
                    <a:solidFill>
                      <a:srgbClr val="FFFFFF"/>
                    </a:solidFill>
                  </a:tcPr>
                </a:tc>
                <a:tc>
                  <a:txBody>
                    <a:bodyPr/>
                    <a:lstStyle/>
                    <a:p>
                      <a:pPr algn="l" fontAlgn="t"/>
                      <a:r>
                        <a:rPr lang="en-GB" sz="1100" b="0" dirty="0">
                          <a:effectLst/>
                          <a:latin typeface="+mn-lt"/>
                        </a:rPr>
                        <a:t>178</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2</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2109794957"/>
                  </a:ext>
                </a:extLst>
              </a:tr>
              <a:tr h="237417">
                <a:tc>
                  <a:txBody>
                    <a:bodyPr/>
                    <a:lstStyle/>
                    <a:p>
                      <a:pPr algn="l" fontAlgn="t"/>
                      <a:r>
                        <a:rPr lang="en-GB" sz="1100" b="0">
                          <a:effectLst/>
                          <a:latin typeface="+mn-lt"/>
                        </a:rPr>
                        <a:t>Transcription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Speech-based dictation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Participant 18</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289</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2</a:t>
                      </a:r>
                    </a:p>
                  </a:txBody>
                  <a:tcPr marL="25570" marR="25570" marT="12785" marB="12785">
                    <a:lnL>
                      <a:noFill/>
                    </a:lnL>
                    <a:lnR>
                      <a:noFill/>
                    </a:lnR>
                    <a:lnT>
                      <a:noFill/>
                    </a:lnT>
                    <a:lnB>
                      <a:noFill/>
                    </a:lnB>
                    <a:solidFill>
                      <a:srgbClr val="EEF2F6"/>
                    </a:solidFill>
                  </a:tcPr>
                </a:tc>
                <a:extLst>
                  <a:ext uri="{0D108BD9-81ED-4DB2-BD59-A6C34878D82A}">
                    <a16:rowId xmlns:a16="http://schemas.microsoft.com/office/drawing/2014/main" val="477687591"/>
                  </a:ext>
                </a:extLst>
              </a:tr>
              <a:tr h="120814">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863753597"/>
                  </a:ext>
                </a:extLst>
              </a:tr>
              <a:tr h="182628">
                <a:tc>
                  <a:txBody>
                    <a:bodyPr/>
                    <a:lstStyle/>
                    <a:p>
                      <a:pPr algn="l" fontAlgn="t"/>
                      <a:r>
                        <a:rPr lang="en-GB" sz="1100" b="0">
                          <a:effectLst/>
                          <a:latin typeface="+mn-lt"/>
                        </a:rPr>
                        <a:t>Composition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Standard</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Participant 25</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256</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EEF2F6"/>
                    </a:solidFill>
                  </a:tcPr>
                </a:tc>
                <a:extLst>
                  <a:ext uri="{0D108BD9-81ED-4DB2-BD59-A6C34878D82A}">
                    <a16:rowId xmlns:a16="http://schemas.microsoft.com/office/drawing/2014/main" val="3192062916"/>
                  </a:ext>
                </a:extLst>
              </a:tr>
              <a:tr h="182628">
                <a:tc>
                  <a:txBody>
                    <a:bodyPr/>
                    <a:lstStyle/>
                    <a:p>
                      <a:pPr algn="l" fontAlgn="t"/>
                      <a:r>
                        <a:rPr lang="en-GB" sz="1100" b="0">
                          <a:effectLst/>
                          <a:latin typeface="+mn-lt"/>
                        </a:rPr>
                        <a:t>Composition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Standard</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Participant 26</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269</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0</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1962685455"/>
                  </a:ext>
                </a:extLst>
              </a:tr>
              <a:tr h="120814">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extLst>
                  <a:ext uri="{0D108BD9-81ED-4DB2-BD59-A6C34878D82A}">
                    <a16:rowId xmlns:a16="http://schemas.microsoft.com/office/drawing/2014/main" val="1569509800"/>
                  </a:ext>
                </a:extLst>
              </a:tr>
              <a:tr h="182628">
                <a:tc>
                  <a:txBody>
                    <a:bodyPr/>
                    <a:lstStyle/>
                    <a:p>
                      <a:pPr algn="l" fontAlgn="t"/>
                      <a:r>
                        <a:rPr lang="en-GB" sz="1100" b="0">
                          <a:effectLst/>
                          <a:latin typeface="+mn-lt"/>
                        </a:rPr>
                        <a:t>Composition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Prediction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Participant 33</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265</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4020586301"/>
                  </a:ext>
                </a:extLst>
              </a:tr>
              <a:tr h="182628">
                <a:tc>
                  <a:txBody>
                    <a:bodyPr/>
                    <a:lstStyle/>
                    <a:p>
                      <a:pPr algn="l" fontAlgn="t"/>
                      <a:r>
                        <a:rPr lang="en-GB" sz="1100" b="0">
                          <a:effectLst/>
                          <a:latin typeface="+mn-lt"/>
                        </a:rPr>
                        <a:t>Composition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Prediction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Participant 34</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232</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EEF2F6"/>
                    </a:solidFill>
                  </a:tcPr>
                </a:tc>
                <a:extLst>
                  <a:ext uri="{0D108BD9-81ED-4DB2-BD59-A6C34878D82A}">
                    <a16:rowId xmlns:a16="http://schemas.microsoft.com/office/drawing/2014/main" val="733895282"/>
                  </a:ext>
                </a:extLst>
              </a:tr>
              <a:tr h="120814">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2502773868"/>
                  </a:ext>
                </a:extLst>
              </a:tr>
              <a:tr h="237417">
                <a:tc>
                  <a:txBody>
                    <a:bodyPr/>
                    <a:lstStyle/>
                    <a:p>
                      <a:pPr algn="l" fontAlgn="t"/>
                      <a:r>
                        <a:rPr lang="en-GB" sz="1100" b="0">
                          <a:effectLst/>
                          <a:latin typeface="+mn-lt"/>
                        </a:rPr>
                        <a:t>Composition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Speech-based dictation</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Participant 41</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189</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2</a:t>
                      </a:r>
                    </a:p>
                  </a:txBody>
                  <a:tcPr marL="25570" marR="25570" marT="12785" marB="12785">
                    <a:lnL>
                      <a:noFill/>
                    </a:lnL>
                    <a:lnR>
                      <a:noFill/>
                    </a:lnR>
                    <a:lnT>
                      <a:noFill/>
                    </a:lnT>
                    <a:lnB>
                      <a:noFill/>
                    </a:lnB>
                    <a:solidFill>
                      <a:srgbClr val="EEF2F6"/>
                    </a:solidFill>
                  </a:tcPr>
                </a:tc>
                <a:extLst>
                  <a:ext uri="{0D108BD9-81ED-4DB2-BD59-A6C34878D82A}">
                    <a16:rowId xmlns:a16="http://schemas.microsoft.com/office/drawing/2014/main" val="756558213"/>
                  </a:ext>
                </a:extLst>
              </a:tr>
              <a:tr h="237417">
                <a:tc>
                  <a:txBody>
                    <a:bodyPr/>
                    <a:lstStyle/>
                    <a:p>
                      <a:pPr algn="l" fontAlgn="t"/>
                      <a:r>
                        <a:rPr lang="en-GB" sz="1100" b="0">
                          <a:effectLst/>
                          <a:latin typeface="+mn-lt"/>
                        </a:rPr>
                        <a:t>Composition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Speech-based dictation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Participant 42</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321</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2</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4074733883"/>
                  </a:ext>
                </a:extLst>
              </a:tr>
              <a:tr h="120814">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tc>
                  <a:txBody>
                    <a:bodyPr/>
                    <a:lstStyle/>
                    <a:p>
                      <a:pPr algn="l" fontAlgn="t"/>
                      <a:r>
                        <a:rPr lang="en-GB" sz="1100" b="0">
                          <a:effectLst/>
                          <a:latin typeface="+mn-lt"/>
                        </a:rPr>
                        <a:t>…</a:t>
                      </a:r>
                    </a:p>
                  </a:txBody>
                  <a:tcPr marL="25570" marR="25570" marT="12785" marB="12785">
                    <a:lnL>
                      <a:noFill/>
                    </a:lnL>
                    <a:lnR>
                      <a:noFill/>
                    </a:lnR>
                    <a:lnT>
                      <a:noFill/>
                    </a:lnT>
                    <a:lnB>
                      <a:noFill/>
                    </a:lnB>
                    <a:solidFill>
                      <a:srgbClr val="EEF2F6"/>
                    </a:solidFill>
                  </a:tcPr>
                </a:tc>
                <a:extLst>
                  <a:ext uri="{0D108BD9-81ED-4DB2-BD59-A6C34878D82A}">
                    <a16:rowId xmlns:a16="http://schemas.microsoft.com/office/drawing/2014/main" val="3640437463"/>
                  </a:ext>
                </a:extLst>
              </a:tr>
              <a:tr h="237417">
                <a:tc>
                  <a:txBody>
                    <a:bodyPr/>
                    <a:lstStyle/>
                    <a:p>
                      <a:pPr algn="l" fontAlgn="t"/>
                      <a:r>
                        <a:rPr lang="en-GB" sz="1100" b="0">
                          <a:effectLst/>
                          <a:latin typeface="+mn-lt"/>
                        </a:rPr>
                        <a:t>Composition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Speech-based dictation</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Participant 48</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202</a:t>
                      </a:r>
                    </a:p>
                  </a:txBody>
                  <a:tcPr marL="25570" marR="25570" marT="12785" marB="12785">
                    <a:lnL>
                      <a:noFill/>
                    </a:lnL>
                    <a:lnR>
                      <a:noFill/>
                    </a:lnR>
                    <a:lnT>
                      <a:noFill/>
                    </a:lnT>
                    <a:lnB>
                      <a:noFill/>
                    </a:lnB>
                    <a:solidFill>
                      <a:srgbClr val="FFFFFF"/>
                    </a:solidFill>
                  </a:tcPr>
                </a:tc>
                <a:tc>
                  <a:txBody>
                    <a:bodyPr/>
                    <a:lstStyle/>
                    <a:p>
                      <a:pPr algn="l" fontAlgn="t"/>
                      <a:r>
                        <a:rPr lang="en-GB" sz="1100" b="0">
                          <a:effectLst/>
                          <a:latin typeface="+mn-lt"/>
                        </a:rPr>
                        <a:t>1</a:t>
                      </a:r>
                    </a:p>
                  </a:txBody>
                  <a:tcPr marL="25570" marR="25570" marT="12785" marB="12785">
                    <a:lnL>
                      <a:noFill/>
                    </a:lnL>
                    <a:lnR>
                      <a:noFill/>
                    </a:lnR>
                    <a:lnT>
                      <a:noFill/>
                    </a:lnT>
                    <a:lnB>
                      <a:noFill/>
                    </a:lnB>
                    <a:solidFill>
                      <a:srgbClr val="FFFFFF"/>
                    </a:solidFill>
                  </a:tcPr>
                </a:tc>
                <a:tc>
                  <a:txBody>
                    <a:bodyPr/>
                    <a:lstStyle/>
                    <a:p>
                      <a:pPr algn="l" fontAlgn="t"/>
                      <a:r>
                        <a:rPr lang="en-GB" sz="1100" b="0" dirty="0">
                          <a:effectLst/>
                          <a:latin typeface="+mn-lt"/>
                        </a:rPr>
                        <a:t>2</a:t>
                      </a:r>
                    </a:p>
                  </a:txBody>
                  <a:tcPr marL="25570" marR="25570" marT="12785" marB="12785">
                    <a:lnL>
                      <a:noFill/>
                    </a:lnL>
                    <a:lnR>
                      <a:noFill/>
                    </a:lnR>
                    <a:lnT>
                      <a:noFill/>
                    </a:lnT>
                    <a:lnB>
                      <a:noFill/>
                    </a:lnB>
                    <a:solidFill>
                      <a:srgbClr val="FFFFFF"/>
                    </a:solidFill>
                  </a:tcPr>
                </a:tc>
                <a:extLst>
                  <a:ext uri="{0D108BD9-81ED-4DB2-BD59-A6C34878D82A}">
                    <a16:rowId xmlns:a16="http://schemas.microsoft.com/office/drawing/2014/main" val="186648759"/>
                  </a:ext>
                </a:extLst>
              </a:tr>
            </a:tbl>
          </a:graphicData>
        </a:graphic>
      </p:graphicFrame>
      <p:sp>
        <p:nvSpPr>
          <p:cNvPr id="6" name="Footer Placeholder 5">
            <a:extLst>
              <a:ext uri="{FF2B5EF4-FFF2-40B4-BE49-F238E27FC236}">
                <a16:creationId xmlns:a16="http://schemas.microsoft.com/office/drawing/2014/main" id="{2E86EB91-145B-D498-7971-79A26CD95C5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97DC6F0B-2E30-D5AA-E457-855E9FF597F4}"/>
              </a:ext>
            </a:extLst>
          </p:cNvPr>
          <p:cNvSpPr>
            <a:spLocks noGrp="1"/>
          </p:cNvSpPr>
          <p:nvPr>
            <p:ph type="sldNum" sz="quarter" idx="4"/>
          </p:nvPr>
        </p:nvSpPr>
        <p:spPr/>
        <p:txBody>
          <a:bodyPr/>
          <a:lstStyle/>
          <a:p>
            <a:fld id="{9FD7ECCF-50E7-4327-B945-FA93FF7B2BEF}" type="slidenum">
              <a:rPr lang="en-US" smtClean="0"/>
              <a:pPr/>
              <a:t>25</a:t>
            </a:fld>
            <a:r>
              <a:rPr lang="en-GB"/>
              <a:t>/54</a:t>
            </a:r>
            <a:endParaRPr lang="en-US" dirty="0"/>
          </a:p>
        </p:txBody>
      </p:sp>
    </p:spTree>
    <p:extLst>
      <p:ext uri="{BB962C8B-B14F-4D97-AF65-F5344CB8AC3E}">
        <p14:creationId xmlns:p14="http://schemas.microsoft.com/office/powerpoint/2010/main" val="1206668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4B27-3D71-1CC1-7D72-DD8A58717E3F}"/>
              </a:ext>
            </a:extLst>
          </p:cNvPr>
          <p:cNvSpPr>
            <a:spLocks noGrp="1"/>
          </p:cNvSpPr>
          <p:nvPr>
            <p:ph type="title"/>
          </p:nvPr>
        </p:nvSpPr>
        <p:spPr/>
        <p:txBody>
          <a:bodyPr>
            <a:normAutofit/>
          </a:bodyPr>
          <a:lstStyle/>
          <a:p>
            <a:r>
              <a:rPr lang="en-GB" sz="4400" dirty="0">
                <a:solidFill>
                  <a:schemeClr val="accent2">
                    <a:lumMod val="75000"/>
                  </a:schemeClr>
                </a:solidFill>
                <a:latin typeface="+mn-lt"/>
              </a:rPr>
              <a:t>Factorial ANOVA </a:t>
            </a:r>
            <a:r>
              <a:rPr lang="en-GB" dirty="0">
                <a:latin typeface="+mn-lt"/>
              </a:rPr>
              <a:t>in SPSS</a:t>
            </a:r>
          </a:p>
        </p:txBody>
      </p:sp>
      <p:sp>
        <p:nvSpPr>
          <p:cNvPr id="3" name="Content Placeholder 2">
            <a:extLst>
              <a:ext uri="{FF2B5EF4-FFF2-40B4-BE49-F238E27FC236}">
                <a16:creationId xmlns:a16="http://schemas.microsoft.com/office/drawing/2014/main" id="{569E19FC-5E62-F439-D10F-1057C01C5A76}"/>
              </a:ext>
            </a:extLst>
          </p:cNvPr>
          <p:cNvSpPr>
            <a:spLocks noGrp="1"/>
          </p:cNvSpPr>
          <p:nvPr>
            <p:ph sz="quarter" idx="1"/>
          </p:nvPr>
        </p:nvSpPr>
        <p:spPr/>
        <p:txBody>
          <a:bodyPr/>
          <a:lstStyle/>
          <a:p>
            <a:r>
              <a:rPr lang="en-GB" dirty="0"/>
              <a:t>Analyse &gt; General Linear Model &gt; Univariate </a:t>
            </a:r>
          </a:p>
        </p:txBody>
      </p:sp>
      <p:pic>
        <p:nvPicPr>
          <p:cNvPr id="7" name="Picture 6" descr="spss snapshot">
            <a:extLst>
              <a:ext uri="{FF2B5EF4-FFF2-40B4-BE49-F238E27FC236}">
                <a16:creationId xmlns:a16="http://schemas.microsoft.com/office/drawing/2014/main" id="{F35B155E-FC91-872B-204F-74DACD15EA67}"/>
              </a:ext>
            </a:extLst>
          </p:cNvPr>
          <p:cNvPicPr>
            <a:picLocks noChangeAspect="1"/>
          </p:cNvPicPr>
          <p:nvPr/>
        </p:nvPicPr>
        <p:blipFill>
          <a:blip r:embed="rId2"/>
          <a:stretch>
            <a:fillRect/>
          </a:stretch>
        </p:blipFill>
        <p:spPr>
          <a:xfrm>
            <a:off x="1091771" y="2337688"/>
            <a:ext cx="3622138" cy="3175151"/>
          </a:xfrm>
          <a:prstGeom prst="rect">
            <a:avLst/>
          </a:prstGeom>
        </p:spPr>
      </p:pic>
      <p:pic>
        <p:nvPicPr>
          <p:cNvPr id="9" name="Picture 8" descr="spss snapshot">
            <a:extLst>
              <a:ext uri="{FF2B5EF4-FFF2-40B4-BE49-F238E27FC236}">
                <a16:creationId xmlns:a16="http://schemas.microsoft.com/office/drawing/2014/main" id="{74B78ECB-70EE-42F2-13BD-8D9A353D6EC1}"/>
              </a:ext>
            </a:extLst>
          </p:cNvPr>
          <p:cNvPicPr>
            <a:picLocks noChangeAspect="1"/>
          </p:cNvPicPr>
          <p:nvPr/>
        </p:nvPicPr>
        <p:blipFill>
          <a:blip r:embed="rId3"/>
          <a:stretch>
            <a:fillRect/>
          </a:stretch>
        </p:blipFill>
        <p:spPr>
          <a:xfrm>
            <a:off x="5220072" y="2314540"/>
            <a:ext cx="2325955" cy="3754933"/>
          </a:xfrm>
          <a:prstGeom prst="rect">
            <a:avLst/>
          </a:prstGeom>
        </p:spPr>
      </p:pic>
      <p:sp>
        <p:nvSpPr>
          <p:cNvPr id="4" name="Footer Placeholder 3">
            <a:extLst>
              <a:ext uri="{FF2B5EF4-FFF2-40B4-BE49-F238E27FC236}">
                <a16:creationId xmlns:a16="http://schemas.microsoft.com/office/drawing/2014/main" id="{8A1614EB-A65F-4274-9C38-63C1C97AE23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95094DC3-E72A-EF2B-E68E-0CB82BCE70E9}"/>
              </a:ext>
            </a:extLst>
          </p:cNvPr>
          <p:cNvSpPr>
            <a:spLocks noGrp="1"/>
          </p:cNvSpPr>
          <p:nvPr>
            <p:ph type="sldNum" sz="quarter" idx="4"/>
          </p:nvPr>
        </p:nvSpPr>
        <p:spPr/>
        <p:txBody>
          <a:bodyPr/>
          <a:lstStyle/>
          <a:p>
            <a:fld id="{9FD7ECCF-50E7-4327-B945-FA93FF7B2BEF}" type="slidenum">
              <a:rPr lang="en-US" smtClean="0"/>
              <a:pPr/>
              <a:t>26</a:t>
            </a:fld>
            <a:r>
              <a:rPr lang="en-GB"/>
              <a:t>/54</a:t>
            </a:r>
            <a:endParaRPr lang="en-US" dirty="0"/>
          </a:p>
        </p:txBody>
      </p:sp>
    </p:spTree>
    <p:extLst>
      <p:ext uri="{BB962C8B-B14F-4D97-AF65-F5344CB8AC3E}">
        <p14:creationId xmlns:p14="http://schemas.microsoft.com/office/powerpoint/2010/main" val="2475426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4B27-3D71-1CC1-7D72-DD8A58717E3F}"/>
              </a:ext>
            </a:extLst>
          </p:cNvPr>
          <p:cNvSpPr>
            <a:spLocks noGrp="1"/>
          </p:cNvSpPr>
          <p:nvPr>
            <p:ph type="title"/>
          </p:nvPr>
        </p:nvSpPr>
        <p:spPr/>
        <p:txBody>
          <a:bodyPr>
            <a:normAutofit/>
          </a:bodyPr>
          <a:lstStyle/>
          <a:p>
            <a:r>
              <a:rPr lang="en-GB" sz="4400" dirty="0">
                <a:solidFill>
                  <a:schemeClr val="accent2">
                    <a:lumMod val="75000"/>
                  </a:schemeClr>
                </a:solidFill>
                <a:latin typeface="+mn-lt"/>
              </a:rPr>
              <a:t>Factorial ANOVA </a:t>
            </a:r>
            <a:r>
              <a:rPr lang="en-GB" dirty="0">
                <a:latin typeface="+mn-lt"/>
              </a:rPr>
              <a:t>in SPSS</a:t>
            </a:r>
          </a:p>
        </p:txBody>
      </p:sp>
      <p:pic>
        <p:nvPicPr>
          <p:cNvPr id="13" name="Picture 12" descr="spss snapshot">
            <a:extLst>
              <a:ext uri="{FF2B5EF4-FFF2-40B4-BE49-F238E27FC236}">
                <a16:creationId xmlns:a16="http://schemas.microsoft.com/office/drawing/2014/main" id="{03D523DF-5F69-47C0-B182-F1A680B0E0AA}"/>
              </a:ext>
            </a:extLst>
          </p:cNvPr>
          <p:cNvPicPr>
            <a:picLocks noChangeAspect="1"/>
          </p:cNvPicPr>
          <p:nvPr/>
        </p:nvPicPr>
        <p:blipFill>
          <a:blip r:embed="rId2"/>
          <a:stretch>
            <a:fillRect/>
          </a:stretch>
        </p:blipFill>
        <p:spPr>
          <a:xfrm>
            <a:off x="596911" y="2614654"/>
            <a:ext cx="4533900" cy="3000375"/>
          </a:xfrm>
          <a:prstGeom prst="rect">
            <a:avLst/>
          </a:prstGeom>
        </p:spPr>
      </p:pic>
      <p:pic>
        <p:nvPicPr>
          <p:cNvPr id="15" name="Picture 14" descr="spss snapshot">
            <a:extLst>
              <a:ext uri="{FF2B5EF4-FFF2-40B4-BE49-F238E27FC236}">
                <a16:creationId xmlns:a16="http://schemas.microsoft.com/office/drawing/2014/main" id="{894AA606-DCA7-86D9-993C-B86523EB5B90}"/>
              </a:ext>
            </a:extLst>
          </p:cNvPr>
          <p:cNvPicPr>
            <a:picLocks noChangeAspect="1"/>
          </p:cNvPicPr>
          <p:nvPr/>
        </p:nvPicPr>
        <p:blipFill>
          <a:blip r:embed="rId3"/>
          <a:stretch>
            <a:fillRect/>
          </a:stretch>
        </p:blipFill>
        <p:spPr>
          <a:xfrm>
            <a:off x="5521613" y="2368126"/>
            <a:ext cx="3049513" cy="3493429"/>
          </a:xfrm>
          <a:prstGeom prst="rect">
            <a:avLst/>
          </a:prstGeom>
        </p:spPr>
      </p:pic>
      <p:sp>
        <p:nvSpPr>
          <p:cNvPr id="4" name="Footer Placeholder 3">
            <a:extLst>
              <a:ext uri="{FF2B5EF4-FFF2-40B4-BE49-F238E27FC236}">
                <a16:creationId xmlns:a16="http://schemas.microsoft.com/office/drawing/2014/main" id="{950ADFEF-5178-F394-3BFF-D6FF90325D3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2513C342-3112-B34A-1C28-2F482626E669}"/>
              </a:ext>
            </a:extLst>
          </p:cNvPr>
          <p:cNvSpPr>
            <a:spLocks noGrp="1"/>
          </p:cNvSpPr>
          <p:nvPr>
            <p:ph type="sldNum" sz="quarter" idx="4"/>
          </p:nvPr>
        </p:nvSpPr>
        <p:spPr/>
        <p:txBody>
          <a:bodyPr/>
          <a:lstStyle/>
          <a:p>
            <a:fld id="{9FD7ECCF-50E7-4327-B945-FA93FF7B2BEF}" type="slidenum">
              <a:rPr lang="en-US" smtClean="0"/>
              <a:pPr/>
              <a:t>27</a:t>
            </a:fld>
            <a:r>
              <a:rPr lang="en-GB"/>
              <a:t>/54</a:t>
            </a:r>
            <a:endParaRPr lang="en-US" dirty="0"/>
          </a:p>
        </p:txBody>
      </p:sp>
    </p:spTree>
    <p:extLst>
      <p:ext uri="{BB962C8B-B14F-4D97-AF65-F5344CB8AC3E}">
        <p14:creationId xmlns:p14="http://schemas.microsoft.com/office/powerpoint/2010/main" val="2674944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EF8B-C0A4-FB4D-730A-B514B09E8A32}"/>
              </a:ext>
            </a:extLst>
          </p:cNvPr>
          <p:cNvSpPr>
            <a:spLocks noGrp="1"/>
          </p:cNvSpPr>
          <p:nvPr>
            <p:ph type="title"/>
          </p:nvPr>
        </p:nvSpPr>
        <p:spPr/>
        <p:txBody>
          <a:bodyPr/>
          <a:lstStyle/>
          <a:p>
            <a:r>
              <a:rPr lang="en-GB" sz="4400" dirty="0">
                <a:latin typeface="+mn-lt"/>
              </a:rPr>
              <a:t>Results for </a:t>
            </a:r>
            <a:r>
              <a:rPr lang="en-GB" dirty="0">
                <a:solidFill>
                  <a:schemeClr val="accent2">
                    <a:lumMod val="75000"/>
                  </a:schemeClr>
                </a:solidFill>
              </a:rPr>
              <a:t>Factorial ANOVA</a:t>
            </a:r>
          </a:p>
        </p:txBody>
      </p:sp>
      <p:graphicFrame>
        <p:nvGraphicFramePr>
          <p:cNvPr id="6" name="Content Placeholder 5">
            <a:extLst>
              <a:ext uri="{FF2B5EF4-FFF2-40B4-BE49-F238E27FC236}">
                <a16:creationId xmlns:a16="http://schemas.microsoft.com/office/drawing/2014/main" id="{6609D444-47D8-3166-DE36-D95D1FA20337}"/>
              </a:ext>
            </a:extLst>
          </p:cNvPr>
          <p:cNvGraphicFramePr>
            <a:graphicFrameLocks noGrp="1"/>
          </p:cNvGraphicFramePr>
          <p:nvPr>
            <p:ph sz="quarter" idx="1"/>
            <p:extLst>
              <p:ext uri="{D42A27DB-BD31-4B8C-83A1-F6EECF244321}">
                <p14:modId xmlns:p14="http://schemas.microsoft.com/office/powerpoint/2010/main" val="2273849514"/>
              </p:ext>
            </p:extLst>
          </p:nvPr>
        </p:nvGraphicFramePr>
        <p:xfrm>
          <a:off x="1589904" y="2301240"/>
          <a:ext cx="5964192" cy="2255520"/>
        </p:xfrm>
        <a:graphic>
          <a:graphicData uri="http://schemas.openxmlformats.org/drawingml/2006/table">
            <a:tbl>
              <a:tblPr/>
              <a:tblGrid>
                <a:gridCol w="994032">
                  <a:extLst>
                    <a:ext uri="{9D8B030D-6E8A-4147-A177-3AD203B41FA5}">
                      <a16:colId xmlns:a16="http://schemas.microsoft.com/office/drawing/2014/main" val="2070154772"/>
                    </a:ext>
                  </a:extLst>
                </a:gridCol>
                <a:gridCol w="1252252">
                  <a:extLst>
                    <a:ext uri="{9D8B030D-6E8A-4147-A177-3AD203B41FA5}">
                      <a16:colId xmlns:a16="http://schemas.microsoft.com/office/drawing/2014/main" val="1151730929"/>
                    </a:ext>
                  </a:extLst>
                </a:gridCol>
                <a:gridCol w="735812">
                  <a:extLst>
                    <a:ext uri="{9D8B030D-6E8A-4147-A177-3AD203B41FA5}">
                      <a16:colId xmlns:a16="http://schemas.microsoft.com/office/drawing/2014/main" val="2508011377"/>
                    </a:ext>
                  </a:extLst>
                </a:gridCol>
                <a:gridCol w="994032">
                  <a:extLst>
                    <a:ext uri="{9D8B030D-6E8A-4147-A177-3AD203B41FA5}">
                      <a16:colId xmlns:a16="http://schemas.microsoft.com/office/drawing/2014/main" val="115742810"/>
                    </a:ext>
                  </a:extLst>
                </a:gridCol>
                <a:gridCol w="862444">
                  <a:extLst>
                    <a:ext uri="{9D8B030D-6E8A-4147-A177-3AD203B41FA5}">
                      <a16:colId xmlns:a16="http://schemas.microsoft.com/office/drawing/2014/main" val="4078930598"/>
                    </a:ext>
                  </a:extLst>
                </a:gridCol>
                <a:gridCol w="1125620">
                  <a:extLst>
                    <a:ext uri="{9D8B030D-6E8A-4147-A177-3AD203B41FA5}">
                      <a16:colId xmlns:a16="http://schemas.microsoft.com/office/drawing/2014/main" val="780044648"/>
                    </a:ext>
                  </a:extLst>
                </a:gridCol>
              </a:tblGrid>
              <a:tr h="0">
                <a:tc gridSpan="6">
                  <a:txBody>
                    <a:bodyPr/>
                    <a:lstStyle/>
                    <a:p>
                      <a:r>
                        <a:rPr lang="en-GB" sz="1400" dirty="0">
                          <a:latin typeface="+mn-lt"/>
                        </a:rPr>
                        <a:t>Result of the Factorial ANOVA Test</a:t>
                      </a:r>
                    </a:p>
                  </a:txBody>
                  <a:tcPr>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6584888"/>
                  </a:ext>
                </a:extLst>
              </a:tr>
              <a:tr h="0">
                <a:tc>
                  <a:txBody>
                    <a:bodyPr/>
                    <a:lstStyle/>
                    <a:p>
                      <a:pPr algn="l" fontAlgn="ctr"/>
                      <a:r>
                        <a:rPr lang="en-GB" sz="1400" b="1" i="0">
                          <a:effectLst/>
                          <a:latin typeface="+mn-lt"/>
                        </a:rPr>
                        <a:t>Source</a:t>
                      </a:r>
                    </a:p>
                  </a:txBody>
                  <a:tcPr anchor="ctr">
                    <a:lnL>
                      <a:noFill/>
                    </a:lnL>
                    <a:lnR>
                      <a:noFill/>
                    </a:lnR>
                    <a:lnB>
                      <a:noFill/>
                    </a:lnB>
                    <a:solidFill>
                      <a:srgbClr val="FFFFFF"/>
                    </a:solidFill>
                  </a:tcPr>
                </a:tc>
                <a:tc>
                  <a:txBody>
                    <a:bodyPr/>
                    <a:lstStyle/>
                    <a:p>
                      <a:pPr algn="l" fontAlgn="ctr"/>
                      <a:r>
                        <a:rPr lang="en-GB" sz="1400" b="1" i="0" dirty="0">
                          <a:effectLst/>
                          <a:latin typeface="+mn-lt"/>
                        </a:rPr>
                        <a:t>Sum of Square</a:t>
                      </a:r>
                    </a:p>
                  </a:txBody>
                  <a:tcPr anchor="ctr">
                    <a:lnL>
                      <a:noFill/>
                    </a:lnL>
                    <a:lnR>
                      <a:noFill/>
                    </a:lnR>
                    <a:lnT>
                      <a:noFill/>
                    </a:lnT>
                    <a:lnB>
                      <a:noFill/>
                    </a:lnB>
                    <a:solidFill>
                      <a:srgbClr val="FFFFFF"/>
                    </a:solidFill>
                  </a:tcPr>
                </a:tc>
                <a:tc>
                  <a:txBody>
                    <a:bodyPr/>
                    <a:lstStyle/>
                    <a:p>
                      <a:pPr algn="l" fontAlgn="ctr"/>
                      <a:r>
                        <a:rPr lang="en-GB" sz="1400" b="1" i="1">
                          <a:effectLst/>
                          <a:latin typeface="+mn-lt"/>
                        </a:rPr>
                        <a:t>df</a:t>
                      </a:r>
                      <a:endParaRPr lang="en-GB" sz="1400" b="1" i="0">
                        <a:effectLst/>
                        <a:latin typeface="+mn-lt"/>
                      </a:endParaRPr>
                    </a:p>
                  </a:txBody>
                  <a:tcPr anchor="ctr">
                    <a:lnL>
                      <a:noFill/>
                    </a:lnL>
                    <a:lnR>
                      <a:noFill/>
                    </a:lnR>
                    <a:lnT>
                      <a:noFill/>
                    </a:lnT>
                    <a:lnB>
                      <a:noFill/>
                    </a:lnB>
                    <a:solidFill>
                      <a:srgbClr val="FFFFFF"/>
                    </a:solidFill>
                  </a:tcPr>
                </a:tc>
                <a:tc>
                  <a:txBody>
                    <a:bodyPr/>
                    <a:lstStyle/>
                    <a:p>
                      <a:pPr algn="l" fontAlgn="ctr"/>
                      <a:r>
                        <a:rPr lang="en-GB" sz="1400" b="1" i="0">
                          <a:effectLst/>
                          <a:latin typeface="+mn-lt"/>
                        </a:rPr>
                        <a:t>Mean Square</a:t>
                      </a:r>
                    </a:p>
                  </a:txBody>
                  <a:tcPr anchor="ctr">
                    <a:lnL>
                      <a:noFill/>
                    </a:lnL>
                    <a:lnR>
                      <a:noFill/>
                    </a:lnR>
                    <a:lnT>
                      <a:noFill/>
                    </a:lnT>
                    <a:lnB>
                      <a:noFill/>
                    </a:lnB>
                    <a:solidFill>
                      <a:srgbClr val="FFFFFF"/>
                    </a:solidFill>
                  </a:tcPr>
                </a:tc>
                <a:tc>
                  <a:txBody>
                    <a:bodyPr/>
                    <a:lstStyle/>
                    <a:p>
                      <a:pPr algn="l" fontAlgn="ctr"/>
                      <a:r>
                        <a:rPr lang="en-GB" sz="1400" b="1" i="1">
                          <a:effectLst/>
                          <a:latin typeface="+mn-lt"/>
                        </a:rPr>
                        <a:t>F</a:t>
                      </a:r>
                      <a:endParaRPr lang="en-GB" sz="1400" b="1" i="0">
                        <a:effectLst/>
                        <a:latin typeface="+mn-lt"/>
                      </a:endParaRPr>
                    </a:p>
                  </a:txBody>
                  <a:tcPr anchor="ctr">
                    <a:lnL>
                      <a:noFill/>
                    </a:lnL>
                    <a:lnR>
                      <a:noFill/>
                    </a:lnR>
                    <a:lnT>
                      <a:noFill/>
                    </a:lnT>
                    <a:lnB>
                      <a:noFill/>
                    </a:lnB>
                    <a:solidFill>
                      <a:srgbClr val="FFFFFF"/>
                    </a:solidFill>
                  </a:tcPr>
                </a:tc>
                <a:tc>
                  <a:txBody>
                    <a:bodyPr/>
                    <a:lstStyle/>
                    <a:p>
                      <a:pPr algn="l" fontAlgn="ctr"/>
                      <a:r>
                        <a:rPr lang="en-GB" sz="1400" b="1" i="0">
                          <a:effectLst/>
                          <a:latin typeface="+mn-lt"/>
                        </a:rPr>
                        <a:t>Significance</a:t>
                      </a:r>
                    </a:p>
                  </a:txBody>
                  <a:tcPr anchor="ctr">
                    <a:lnL>
                      <a:noFill/>
                    </a:lnL>
                    <a:lnR>
                      <a:noFill/>
                    </a:lnR>
                    <a:lnT>
                      <a:noFill/>
                    </a:lnT>
                    <a:lnB>
                      <a:noFill/>
                    </a:lnB>
                    <a:solidFill>
                      <a:srgbClr val="FFFFFF"/>
                    </a:solidFill>
                  </a:tcPr>
                </a:tc>
                <a:extLst>
                  <a:ext uri="{0D108BD9-81ED-4DB2-BD59-A6C34878D82A}">
                    <a16:rowId xmlns:a16="http://schemas.microsoft.com/office/drawing/2014/main" val="2722302080"/>
                  </a:ext>
                </a:extLst>
              </a:tr>
              <a:tr h="0">
                <a:tc>
                  <a:txBody>
                    <a:bodyPr/>
                    <a:lstStyle/>
                    <a:p>
                      <a:pPr algn="l" fontAlgn="t"/>
                      <a:r>
                        <a:rPr lang="en-GB" sz="1400" b="0">
                          <a:effectLst/>
                          <a:latin typeface="+mn-lt"/>
                        </a:rPr>
                        <a:t>Task type</a:t>
                      </a:r>
                    </a:p>
                  </a:txBody>
                  <a:tcPr>
                    <a:lnL>
                      <a:noFill/>
                    </a:lnL>
                    <a:lnR>
                      <a:noFill/>
                    </a:lnR>
                    <a:lnT>
                      <a:noFill/>
                    </a:lnT>
                    <a:lnB>
                      <a:noFill/>
                    </a:lnB>
                    <a:solidFill>
                      <a:srgbClr val="FFFFFF"/>
                    </a:solidFill>
                  </a:tcPr>
                </a:tc>
                <a:tc>
                  <a:txBody>
                    <a:bodyPr/>
                    <a:lstStyle/>
                    <a:p>
                      <a:pPr algn="l" fontAlgn="t"/>
                      <a:r>
                        <a:rPr lang="en-GB" sz="1400" b="0">
                          <a:effectLst/>
                          <a:latin typeface="+mn-lt"/>
                        </a:rPr>
                        <a:t>2745.188</a:t>
                      </a:r>
                    </a:p>
                  </a:txBody>
                  <a:tcPr>
                    <a:lnL>
                      <a:noFill/>
                    </a:lnL>
                    <a:lnR>
                      <a:noFill/>
                    </a:lnR>
                    <a:lnT>
                      <a:noFill/>
                    </a:lnT>
                    <a:lnB>
                      <a:noFill/>
                    </a:lnB>
                    <a:solidFill>
                      <a:srgbClr val="FFFFFF"/>
                    </a:solidFill>
                  </a:tcPr>
                </a:tc>
                <a:tc>
                  <a:txBody>
                    <a:bodyPr/>
                    <a:lstStyle/>
                    <a:p>
                      <a:pPr algn="l" fontAlgn="t"/>
                      <a:r>
                        <a:rPr lang="en-GB" sz="1400" b="0">
                          <a:effectLst/>
                          <a:latin typeface="+mn-lt"/>
                        </a:rPr>
                        <a:t> 1</a:t>
                      </a:r>
                    </a:p>
                  </a:txBody>
                  <a:tcPr>
                    <a:lnL>
                      <a:noFill/>
                    </a:lnL>
                    <a:lnR>
                      <a:noFill/>
                    </a:lnR>
                    <a:lnT>
                      <a:noFill/>
                    </a:lnT>
                    <a:lnB>
                      <a:noFill/>
                    </a:lnB>
                    <a:solidFill>
                      <a:srgbClr val="FFFFFF"/>
                    </a:solidFill>
                  </a:tcPr>
                </a:tc>
                <a:tc>
                  <a:txBody>
                    <a:bodyPr/>
                    <a:lstStyle/>
                    <a:p>
                      <a:pPr algn="l" fontAlgn="t"/>
                      <a:r>
                        <a:rPr lang="en-GB" sz="1400" b="0">
                          <a:effectLst/>
                          <a:latin typeface="+mn-lt"/>
                        </a:rPr>
                        <a:t>2745.188</a:t>
                      </a:r>
                    </a:p>
                  </a:txBody>
                  <a:tcPr>
                    <a:lnL>
                      <a:noFill/>
                    </a:lnL>
                    <a:lnR>
                      <a:noFill/>
                    </a:lnR>
                    <a:lnT>
                      <a:noFill/>
                    </a:lnT>
                    <a:lnB>
                      <a:noFill/>
                    </a:lnB>
                    <a:solidFill>
                      <a:srgbClr val="FFFFFF"/>
                    </a:solidFill>
                  </a:tcPr>
                </a:tc>
                <a:tc>
                  <a:txBody>
                    <a:bodyPr/>
                    <a:lstStyle/>
                    <a:p>
                      <a:pPr algn="l" fontAlgn="t"/>
                      <a:r>
                        <a:rPr lang="en-GB" sz="1400" b="0">
                          <a:effectLst/>
                          <a:latin typeface="+mn-lt"/>
                        </a:rPr>
                        <a:t>1.410</a:t>
                      </a:r>
                    </a:p>
                  </a:txBody>
                  <a:tcPr>
                    <a:lnL>
                      <a:noFill/>
                    </a:lnL>
                    <a:lnR>
                      <a:noFill/>
                    </a:lnR>
                    <a:lnT>
                      <a:noFill/>
                    </a:lnT>
                    <a:lnB>
                      <a:noFill/>
                    </a:lnB>
                    <a:solidFill>
                      <a:srgbClr val="FFFFFF"/>
                    </a:solidFill>
                  </a:tcPr>
                </a:tc>
                <a:tc>
                  <a:txBody>
                    <a:bodyPr/>
                    <a:lstStyle/>
                    <a:p>
                      <a:pPr algn="l" fontAlgn="t"/>
                      <a:r>
                        <a:rPr lang="en-GB" sz="1400" b="0">
                          <a:effectLst/>
                          <a:latin typeface="+mn-lt"/>
                        </a:rPr>
                        <a:t>0.242</a:t>
                      </a:r>
                    </a:p>
                  </a:txBody>
                  <a:tcPr>
                    <a:lnL>
                      <a:noFill/>
                    </a:lnL>
                    <a:lnR>
                      <a:noFill/>
                    </a:lnR>
                    <a:lnT>
                      <a:noFill/>
                    </a:lnT>
                    <a:lnB>
                      <a:noFill/>
                    </a:lnB>
                    <a:solidFill>
                      <a:srgbClr val="FFFFFF"/>
                    </a:solidFill>
                  </a:tcPr>
                </a:tc>
                <a:extLst>
                  <a:ext uri="{0D108BD9-81ED-4DB2-BD59-A6C34878D82A}">
                    <a16:rowId xmlns:a16="http://schemas.microsoft.com/office/drawing/2014/main" val="396990458"/>
                  </a:ext>
                </a:extLst>
              </a:tr>
              <a:tr h="0">
                <a:tc>
                  <a:txBody>
                    <a:bodyPr/>
                    <a:lstStyle/>
                    <a:p>
                      <a:pPr algn="l" fontAlgn="t"/>
                      <a:r>
                        <a:rPr lang="en-GB" sz="1400" b="0">
                          <a:effectLst/>
                          <a:latin typeface="+mn-lt"/>
                        </a:rPr>
                        <a:t>Entry method</a:t>
                      </a:r>
                    </a:p>
                  </a:txBody>
                  <a:tcPr>
                    <a:lnL>
                      <a:noFill/>
                    </a:lnL>
                    <a:lnR>
                      <a:noFill/>
                    </a:lnR>
                    <a:lnT>
                      <a:noFill/>
                    </a:lnT>
                    <a:lnB>
                      <a:noFill/>
                    </a:lnB>
                    <a:solidFill>
                      <a:srgbClr val="EEF2F6"/>
                    </a:solidFill>
                  </a:tcPr>
                </a:tc>
                <a:tc>
                  <a:txBody>
                    <a:bodyPr/>
                    <a:lstStyle/>
                    <a:p>
                      <a:pPr algn="l" fontAlgn="t"/>
                      <a:r>
                        <a:rPr lang="en-GB" sz="1400" b="0" dirty="0">
                          <a:effectLst/>
                          <a:latin typeface="+mn-lt"/>
                        </a:rPr>
                        <a:t>17,564.625</a:t>
                      </a:r>
                    </a:p>
                  </a:txBody>
                  <a:tcPr>
                    <a:lnL>
                      <a:noFill/>
                    </a:lnL>
                    <a:lnR>
                      <a:noFill/>
                    </a:lnR>
                    <a:lnT>
                      <a:noFill/>
                    </a:lnT>
                    <a:lnB>
                      <a:noFill/>
                    </a:lnB>
                    <a:solidFill>
                      <a:srgbClr val="EEF2F6"/>
                    </a:solidFill>
                  </a:tcPr>
                </a:tc>
                <a:tc>
                  <a:txBody>
                    <a:bodyPr/>
                    <a:lstStyle/>
                    <a:p>
                      <a:pPr algn="l" fontAlgn="t"/>
                      <a:r>
                        <a:rPr lang="en-GB" sz="1400" b="0">
                          <a:effectLst/>
                          <a:latin typeface="+mn-lt"/>
                        </a:rPr>
                        <a:t> 2</a:t>
                      </a:r>
                    </a:p>
                  </a:txBody>
                  <a:tcPr>
                    <a:lnL>
                      <a:noFill/>
                    </a:lnL>
                    <a:lnR>
                      <a:noFill/>
                    </a:lnR>
                    <a:lnT>
                      <a:noFill/>
                    </a:lnT>
                    <a:lnB>
                      <a:noFill/>
                    </a:lnB>
                    <a:solidFill>
                      <a:srgbClr val="EEF2F6"/>
                    </a:solidFill>
                  </a:tcPr>
                </a:tc>
                <a:tc>
                  <a:txBody>
                    <a:bodyPr/>
                    <a:lstStyle/>
                    <a:p>
                      <a:pPr algn="l" fontAlgn="t"/>
                      <a:r>
                        <a:rPr lang="en-GB" sz="1400" b="0">
                          <a:effectLst/>
                          <a:latin typeface="+mn-lt"/>
                        </a:rPr>
                        <a:t>8782.313</a:t>
                      </a:r>
                    </a:p>
                  </a:txBody>
                  <a:tcPr>
                    <a:lnL>
                      <a:noFill/>
                    </a:lnL>
                    <a:lnR>
                      <a:noFill/>
                    </a:lnR>
                    <a:lnT>
                      <a:noFill/>
                    </a:lnT>
                    <a:lnB>
                      <a:noFill/>
                    </a:lnB>
                    <a:solidFill>
                      <a:srgbClr val="EEF2F6"/>
                    </a:solidFill>
                  </a:tcPr>
                </a:tc>
                <a:tc>
                  <a:txBody>
                    <a:bodyPr/>
                    <a:lstStyle/>
                    <a:p>
                      <a:pPr algn="l" fontAlgn="t"/>
                      <a:r>
                        <a:rPr lang="en-GB" sz="1400" b="0">
                          <a:effectLst/>
                          <a:latin typeface="+mn-lt"/>
                        </a:rPr>
                        <a:t>4.512</a:t>
                      </a:r>
                    </a:p>
                  </a:txBody>
                  <a:tcPr>
                    <a:lnL>
                      <a:noFill/>
                    </a:lnL>
                    <a:lnR>
                      <a:noFill/>
                    </a:lnR>
                    <a:lnT>
                      <a:noFill/>
                    </a:lnT>
                    <a:lnB>
                      <a:noFill/>
                    </a:lnB>
                    <a:solidFill>
                      <a:srgbClr val="EEF2F6"/>
                    </a:solidFill>
                  </a:tcPr>
                </a:tc>
                <a:tc>
                  <a:txBody>
                    <a:bodyPr/>
                    <a:lstStyle/>
                    <a:p>
                      <a:pPr algn="l" fontAlgn="t"/>
                      <a:r>
                        <a:rPr lang="en-GB" sz="1400" b="0">
                          <a:effectLst/>
                          <a:latin typeface="+mn-lt"/>
                        </a:rPr>
                        <a:t>0.017</a:t>
                      </a:r>
                    </a:p>
                  </a:txBody>
                  <a:tcPr>
                    <a:lnL>
                      <a:noFill/>
                    </a:lnL>
                    <a:lnR>
                      <a:noFill/>
                    </a:lnR>
                    <a:lnT>
                      <a:noFill/>
                    </a:lnT>
                    <a:lnB>
                      <a:noFill/>
                    </a:lnB>
                    <a:solidFill>
                      <a:srgbClr val="EEF2F6"/>
                    </a:solidFill>
                  </a:tcPr>
                </a:tc>
                <a:extLst>
                  <a:ext uri="{0D108BD9-81ED-4DB2-BD59-A6C34878D82A}">
                    <a16:rowId xmlns:a16="http://schemas.microsoft.com/office/drawing/2014/main" val="2689242120"/>
                  </a:ext>
                </a:extLst>
              </a:tr>
              <a:tr h="0">
                <a:tc>
                  <a:txBody>
                    <a:bodyPr/>
                    <a:lstStyle/>
                    <a:p>
                      <a:pPr algn="l" fontAlgn="t"/>
                      <a:r>
                        <a:rPr lang="en-GB" sz="1400" b="0">
                          <a:effectLst/>
                          <a:latin typeface="+mn-lt"/>
                        </a:rPr>
                        <a:t>Task*entry</a:t>
                      </a:r>
                    </a:p>
                  </a:txBody>
                  <a:tcPr>
                    <a:lnL>
                      <a:noFill/>
                    </a:lnL>
                    <a:lnR>
                      <a:noFill/>
                    </a:lnR>
                    <a:lnT>
                      <a:noFill/>
                    </a:lnT>
                    <a:lnB>
                      <a:noFill/>
                    </a:lnB>
                    <a:solidFill>
                      <a:srgbClr val="FFFFFF"/>
                    </a:solidFill>
                  </a:tcPr>
                </a:tc>
                <a:tc>
                  <a:txBody>
                    <a:bodyPr/>
                    <a:lstStyle/>
                    <a:p>
                      <a:pPr algn="l" fontAlgn="t"/>
                      <a:r>
                        <a:rPr lang="en-GB" sz="1400" b="0">
                          <a:effectLst/>
                          <a:latin typeface="+mn-lt"/>
                        </a:rPr>
                        <a:t>114.875</a:t>
                      </a:r>
                    </a:p>
                  </a:txBody>
                  <a:tcPr>
                    <a:lnL>
                      <a:noFill/>
                    </a:lnL>
                    <a:lnR>
                      <a:noFill/>
                    </a:lnR>
                    <a:lnT>
                      <a:noFill/>
                    </a:lnT>
                    <a:lnB>
                      <a:noFill/>
                    </a:lnB>
                    <a:solidFill>
                      <a:srgbClr val="FFFFFF"/>
                    </a:solidFill>
                  </a:tcPr>
                </a:tc>
                <a:tc>
                  <a:txBody>
                    <a:bodyPr/>
                    <a:lstStyle/>
                    <a:p>
                      <a:pPr algn="l" fontAlgn="t"/>
                      <a:r>
                        <a:rPr lang="en-GB" sz="1400" b="0" dirty="0">
                          <a:effectLst/>
                          <a:latin typeface="+mn-lt"/>
                        </a:rPr>
                        <a:t> 2</a:t>
                      </a:r>
                    </a:p>
                  </a:txBody>
                  <a:tcPr>
                    <a:lnL>
                      <a:noFill/>
                    </a:lnL>
                    <a:lnR>
                      <a:noFill/>
                    </a:lnR>
                    <a:lnT>
                      <a:noFill/>
                    </a:lnT>
                    <a:lnB>
                      <a:noFill/>
                    </a:lnB>
                    <a:solidFill>
                      <a:srgbClr val="FFFFFF"/>
                    </a:solidFill>
                  </a:tcPr>
                </a:tc>
                <a:tc>
                  <a:txBody>
                    <a:bodyPr/>
                    <a:lstStyle/>
                    <a:p>
                      <a:pPr algn="l" fontAlgn="t"/>
                      <a:r>
                        <a:rPr lang="en-GB" sz="1400" b="0">
                          <a:effectLst/>
                          <a:latin typeface="+mn-lt"/>
                        </a:rPr>
                        <a:t>57.437</a:t>
                      </a:r>
                    </a:p>
                  </a:txBody>
                  <a:tcPr>
                    <a:lnL>
                      <a:noFill/>
                    </a:lnL>
                    <a:lnR>
                      <a:noFill/>
                    </a:lnR>
                    <a:lnT>
                      <a:noFill/>
                    </a:lnT>
                    <a:lnB>
                      <a:noFill/>
                    </a:lnB>
                    <a:solidFill>
                      <a:srgbClr val="FFFFFF"/>
                    </a:solidFill>
                  </a:tcPr>
                </a:tc>
                <a:tc>
                  <a:txBody>
                    <a:bodyPr/>
                    <a:lstStyle/>
                    <a:p>
                      <a:pPr algn="l" fontAlgn="t"/>
                      <a:r>
                        <a:rPr lang="en-GB" sz="1400" b="0">
                          <a:effectLst/>
                          <a:latin typeface="+mn-lt"/>
                        </a:rPr>
                        <a:t>0.030</a:t>
                      </a:r>
                    </a:p>
                  </a:txBody>
                  <a:tcPr>
                    <a:lnL>
                      <a:noFill/>
                    </a:lnL>
                    <a:lnR>
                      <a:noFill/>
                    </a:lnR>
                    <a:lnT>
                      <a:noFill/>
                    </a:lnT>
                    <a:lnB>
                      <a:noFill/>
                    </a:lnB>
                    <a:solidFill>
                      <a:srgbClr val="FFFFFF"/>
                    </a:solidFill>
                  </a:tcPr>
                </a:tc>
                <a:tc>
                  <a:txBody>
                    <a:bodyPr/>
                    <a:lstStyle/>
                    <a:p>
                      <a:pPr algn="l" fontAlgn="t"/>
                      <a:r>
                        <a:rPr lang="en-GB" sz="1400" b="0">
                          <a:effectLst/>
                          <a:latin typeface="+mn-lt"/>
                        </a:rPr>
                        <a:t>0.971</a:t>
                      </a:r>
                    </a:p>
                  </a:txBody>
                  <a:tcPr>
                    <a:lnL>
                      <a:noFill/>
                    </a:lnL>
                    <a:lnR>
                      <a:noFill/>
                    </a:lnR>
                    <a:lnT>
                      <a:noFill/>
                    </a:lnT>
                    <a:lnB>
                      <a:noFill/>
                    </a:lnB>
                    <a:solidFill>
                      <a:srgbClr val="FFFFFF"/>
                    </a:solidFill>
                  </a:tcPr>
                </a:tc>
                <a:extLst>
                  <a:ext uri="{0D108BD9-81ED-4DB2-BD59-A6C34878D82A}">
                    <a16:rowId xmlns:a16="http://schemas.microsoft.com/office/drawing/2014/main" val="2001903410"/>
                  </a:ext>
                </a:extLst>
              </a:tr>
              <a:tr h="0">
                <a:tc>
                  <a:txBody>
                    <a:bodyPr/>
                    <a:lstStyle/>
                    <a:p>
                      <a:pPr algn="l" fontAlgn="t"/>
                      <a:r>
                        <a:rPr lang="en-GB" sz="1400" b="0">
                          <a:effectLst/>
                          <a:latin typeface="+mn-lt"/>
                        </a:rPr>
                        <a:t>Error</a:t>
                      </a:r>
                    </a:p>
                  </a:txBody>
                  <a:tcPr>
                    <a:lnL>
                      <a:noFill/>
                    </a:lnL>
                    <a:lnR>
                      <a:noFill/>
                    </a:lnR>
                    <a:lnT>
                      <a:noFill/>
                    </a:lnT>
                    <a:lnB>
                      <a:noFill/>
                    </a:lnB>
                    <a:solidFill>
                      <a:srgbClr val="EEF2F6"/>
                    </a:solidFill>
                  </a:tcPr>
                </a:tc>
                <a:tc>
                  <a:txBody>
                    <a:bodyPr/>
                    <a:lstStyle/>
                    <a:p>
                      <a:pPr algn="l" fontAlgn="t"/>
                      <a:r>
                        <a:rPr lang="en-GB" sz="1400" b="0">
                          <a:effectLst/>
                          <a:latin typeface="+mn-lt"/>
                        </a:rPr>
                        <a:t>81,751.625</a:t>
                      </a:r>
                    </a:p>
                  </a:txBody>
                  <a:tcPr>
                    <a:lnL>
                      <a:noFill/>
                    </a:lnL>
                    <a:lnR>
                      <a:noFill/>
                    </a:lnR>
                    <a:lnT>
                      <a:noFill/>
                    </a:lnT>
                    <a:lnB>
                      <a:noFill/>
                    </a:lnB>
                    <a:solidFill>
                      <a:srgbClr val="EEF2F6"/>
                    </a:solidFill>
                  </a:tcPr>
                </a:tc>
                <a:tc>
                  <a:txBody>
                    <a:bodyPr/>
                    <a:lstStyle/>
                    <a:p>
                      <a:pPr algn="l" fontAlgn="t"/>
                      <a:r>
                        <a:rPr lang="en-GB" sz="1400" b="0">
                          <a:effectLst/>
                          <a:latin typeface="+mn-lt"/>
                        </a:rPr>
                        <a:t>42</a:t>
                      </a:r>
                    </a:p>
                  </a:txBody>
                  <a:tcPr>
                    <a:lnL>
                      <a:noFill/>
                    </a:lnL>
                    <a:lnR>
                      <a:noFill/>
                    </a:lnR>
                    <a:lnT>
                      <a:noFill/>
                    </a:lnT>
                    <a:lnB>
                      <a:noFill/>
                    </a:lnB>
                    <a:solidFill>
                      <a:srgbClr val="EEF2F6"/>
                    </a:solidFill>
                  </a:tcPr>
                </a:tc>
                <a:tc>
                  <a:txBody>
                    <a:bodyPr/>
                    <a:lstStyle/>
                    <a:p>
                      <a:pPr algn="l" fontAlgn="t"/>
                      <a:r>
                        <a:rPr lang="en-GB" sz="1400" b="0">
                          <a:effectLst/>
                          <a:latin typeface="+mn-lt"/>
                        </a:rPr>
                        <a:t>1946.467</a:t>
                      </a:r>
                    </a:p>
                  </a:txBody>
                  <a:tcPr>
                    <a:lnL>
                      <a:noFill/>
                    </a:lnL>
                    <a:lnR>
                      <a:noFill/>
                    </a:lnR>
                    <a:lnT>
                      <a:noFill/>
                    </a:lnT>
                    <a:lnB>
                      <a:noFill/>
                    </a:lnB>
                    <a:solidFill>
                      <a:srgbClr val="EEF2F6"/>
                    </a:solidFill>
                  </a:tcPr>
                </a:tc>
                <a:tc>
                  <a:txBody>
                    <a:bodyPr/>
                    <a:lstStyle/>
                    <a:p>
                      <a:pPr algn="l" fontAlgn="t"/>
                      <a:r>
                        <a:rPr lang="en-GB" sz="1400" b="0">
                          <a:effectLst/>
                          <a:latin typeface="+mn-lt"/>
                        </a:rPr>
                        <a:t>—</a:t>
                      </a:r>
                    </a:p>
                  </a:txBody>
                  <a:tcPr>
                    <a:lnL>
                      <a:noFill/>
                    </a:lnL>
                    <a:lnR>
                      <a:noFill/>
                    </a:lnR>
                    <a:lnT>
                      <a:noFill/>
                    </a:lnT>
                    <a:lnB>
                      <a:noFill/>
                    </a:lnB>
                    <a:solidFill>
                      <a:srgbClr val="EEF2F6"/>
                    </a:solidFill>
                  </a:tcPr>
                </a:tc>
                <a:tc>
                  <a:txBody>
                    <a:bodyPr/>
                    <a:lstStyle/>
                    <a:p>
                      <a:pPr algn="l" fontAlgn="t"/>
                      <a:r>
                        <a:rPr lang="en-GB" sz="1400" b="0" dirty="0">
                          <a:effectLst/>
                          <a:latin typeface="+mn-lt"/>
                        </a:rPr>
                        <a:t>—</a:t>
                      </a:r>
                    </a:p>
                  </a:txBody>
                  <a:tcPr>
                    <a:lnL>
                      <a:noFill/>
                    </a:lnL>
                    <a:lnR>
                      <a:noFill/>
                    </a:lnR>
                    <a:lnT>
                      <a:noFill/>
                    </a:lnT>
                    <a:lnB>
                      <a:noFill/>
                    </a:lnB>
                    <a:solidFill>
                      <a:srgbClr val="EEF2F6"/>
                    </a:solidFill>
                  </a:tcPr>
                </a:tc>
                <a:extLst>
                  <a:ext uri="{0D108BD9-81ED-4DB2-BD59-A6C34878D82A}">
                    <a16:rowId xmlns:a16="http://schemas.microsoft.com/office/drawing/2014/main" val="3517710232"/>
                  </a:ext>
                </a:extLst>
              </a:tr>
            </a:tbl>
          </a:graphicData>
        </a:graphic>
      </p:graphicFrame>
      <p:sp>
        <p:nvSpPr>
          <p:cNvPr id="36" name="Rectangle 35">
            <a:extLst>
              <a:ext uri="{FF2B5EF4-FFF2-40B4-BE49-F238E27FC236}">
                <a16:creationId xmlns:a16="http://schemas.microsoft.com/office/drawing/2014/main" id="{17DBBCEB-E3F6-8B49-85D3-5DA96F41584D}"/>
              </a:ext>
            </a:extLst>
          </p:cNvPr>
          <p:cNvSpPr/>
          <p:nvPr/>
        </p:nvSpPr>
        <p:spPr>
          <a:xfrm>
            <a:off x="6443630" y="3076840"/>
            <a:ext cx="704926" cy="30452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9CF41566-1FE5-391F-2BD2-2A81DEA26576}"/>
              </a:ext>
            </a:extLst>
          </p:cNvPr>
          <p:cNvSpPr/>
          <p:nvPr/>
        </p:nvSpPr>
        <p:spPr>
          <a:xfrm>
            <a:off x="6443630" y="3885416"/>
            <a:ext cx="704926" cy="36004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630F1E74-C466-424D-724B-317EDD5E20F0}"/>
              </a:ext>
            </a:extLst>
          </p:cNvPr>
          <p:cNvSpPr/>
          <p:nvPr/>
        </p:nvSpPr>
        <p:spPr>
          <a:xfrm>
            <a:off x="6443630" y="3436880"/>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939D51C3-4449-E4AC-CE28-1311A2EA48A5}"/>
              </a:ext>
            </a:extLst>
          </p:cNvPr>
          <p:cNvSpPr/>
          <p:nvPr/>
        </p:nvSpPr>
        <p:spPr>
          <a:xfrm>
            <a:off x="5508104" y="3436880"/>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DF251E42-E338-C1F3-98DB-0C4FE81B6C95}"/>
              </a:ext>
            </a:extLst>
          </p:cNvPr>
          <p:cNvSpPr/>
          <p:nvPr/>
        </p:nvSpPr>
        <p:spPr>
          <a:xfrm>
            <a:off x="3721262" y="3124098"/>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28354511-D555-C8C9-244E-412C7B563401}"/>
              </a:ext>
            </a:extLst>
          </p:cNvPr>
          <p:cNvSpPr/>
          <p:nvPr/>
        </p:nvSpPr>
        <p:spPr>
          <a:xfrm>
            <a:off x="3721262" y="4249154"/>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8D7E8A3C-67F5-758B-E40D-7146238604C8}"/>
              </a:ext>
            </a:extLst>
          </p:cNvPr>
          <p:cNvSpPr/>
          <p:nvPr/>
        </p:nvSpPr>
        <p:spPr>
          <a:xfrm>
            <a:off x="5508104" y="3114987"/>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ooter Placeholder 13">
            <a:extLst>
              <a:ext uri="{FF2B5EF4-FFF2-40B4-BE49-F238E27FC236}">
                <a16:creationId xmlns:a16="http://schemas.microsoft.com/office/drawing/2014/main" id="{70C748D5-2709-6C6C-8DC5-46590FF4E98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6809FE68-EB2E-382E-94B8-3C14063D92D3}"/>
              </a:ext>
            </a:extLst>
          </p:cNvPr>
          <p:cNvSpPr>
            <a:spLocks noGrp="1"/>
          </p:cNvSpPr>
          <p:nvPr>
            <p:ph type="sldNum" sz="quarter" idx="4"/>
          </p:nvPr>
        </p:nvSpPr>
        <p:spPr/>
        <p:txBody>
          <a:bodyPr/>
          <a:lstStyle/>
          <a:p>
            <a:fld id="{9FD7ECCF-50E7-4327-B945-FA93FF7B2BEF}" type="slidenum">
              <a:rPr lang="en-US" smtClean="0"/>
              <a:pPr/>
              <a:t>28</a:t>
            </a:fld>
            <a:r>
              <a:rPr lang="en-GB"/>
              <a:t>/54</a:t>
            </a:r>
            <a:endParaRPr lang="en-US" dirty="0"/>
          </a:p>
        </p:txBody>
      </p:sp>
    </p:spTree>
    <p:extLst>
      <p:ext uri="{BB962C8B-B14F-4D97-AF65-F5344CB8AC3E}">
        <p14:creationId xmlns:p14="http://schemas.microsoft.com/office/powerpoint/2010/main" val="1830908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EF8B-C0A4-FB4D-730A-B514B09E8A32}"/>
              </a:ext>
            </a:extLst>
          </p:cNvPr>
          <p:cNvSpPr>
            <a:spLocks noGrp="1"/>
          </p:cNvSpPr>
          <p:nvPr>
            <p:ph type="title"/>
          </p:nvPr>
        </p:nvSpPr>
        <p:spPr>
          <a:xfrm>
            <a:off x="562406" y="112389"/>
            <a:ext cx="8153400" cy="990600"/>
          </a:xfrm>
        </p:spPr>
        <p:txBody>
          <a:bodyPr>
            <a:normAutofit fontScale="90000"/>
          </a:bodyPr>
          <a:lstStyle/>
          <a:p>
            <a:pPr>
              <a:lnSpc>
                <a:spcPts val="3500"/>
              </a:lnSpc>
            </a:pPr>
            <a:r>
              <a:rPr lang="en-GB" sz="4400" dirty="0">
                <a:latin typeface="+mn-lt"/>
              </a:rPr>
              <a:t>Interpretation of results for</a:t>
            </a:r>
            <a:br>
              <a:rPr lang="en-GB" sz="4400" dirty="0">
                <a:latin typeface="+mn-lt"/>
              </a:rPr>
            </a:br>
            <a:r>
              <a:rPr lang="en-GB" dirty="0">
                <a:solidFill>
                  <a:schemeClr val="accent2">
                    <a:lumMod val="75000"/>
                  </a:schemeClr>
                </a:solidFill>
              </a:rPr>
              <a:t>Factorial ANOVA</a:t>
            </a:r>
          </a:p>
        </p:txBody>
      </p:sp>
      <p:graphicFrame>
        <p:nvGraphicFramePr>
          <p:cNvPr id="6" name="Content Placeholder 5">
            <a:extLst>
              <a:ext uri="{FF2B5EF4-FFF2-40B4-BE49-F238E27FC236}">
                <a16:creationId xmlns:a16="http://schemas.microsoft.com/office/drawing/2014/main" id="{6609D444-47D8-3166-DE36-D95D1FA20337}"/>
              </a:ext>
            </a:extLst>
          </p:cNvPr>
          <p:cNvGraphicFramePr>
            <a:graphicFrameLocks noGrp="1"/>
          </p:cNvGraphicFramePr>
          <p:nvPr>
            <p:ph sz="quarter" idx="1"/>
          </p:nvPr>
        </p:nvGraphicFramePr>
        <p:xfrm>
          <a:off x="2829772" y="1844824"/>
          <a:ext cx="5964192" cy="2255520"/>
        </p:xfrm>
        <a:graphic>
          <a:graphicData uri="http://schemas.openxmlformats.org/drawingml/2006/table">
            <a:tbl>
              <a:tblPr/>
              <a:tblGrid>
                <a:gridCol w="994032">
                  <a:extLst>
                    <a:ext uri="{9D8B030D-6E8A-4147-A177-3AD203B41FA5}">
                      <a16:colId xmlns:a16="http://schemas.microsoft.com/office/drawing/2014/main" val="2070154772"/>
                    </a:ext>
                  </a:extLst>
                </a:gridCol>
                <a:gridCol w="1252252">
                  <a:extLst>
                    <a:ext uri="{9D8B030D-6E8A-4147-A177-3AD203B41FA5}">
                      <a16:colId xmlns:a16="http://schemas.microsoft.com/office/drawing/2014/main" val="1151730929"/>
                    </a:ext>
                  </a:extLst>
                </a:gridCol>
                <a:gridCol w="735812">
                  <a:extLst>
                    <a:ext uri="{9D8B030D-6E8A-4147-A177-3AD203B41FA5}">
                      <a16:colId xmlns:a16="http://schemas.microsoft.com/office/drawing/2014/main" val="2508011377"/>
                    </a:ext>
                  </a:extLst>
                </a:gridCol>
                <a:gridCol w="994032">
                  <a:extLst>
                    <a:ext uri="{9D8B030D-6E8A-4147-A177-3AD203B41FA5}">
                      <a16:colId xmlns:a16="http://schemas.microsoft.com/office/drawing/2014/main" val="115742810"/>
                    </a:ext>
                  </a:extLst>
                </a:gridCol>
                <a:gridCol w="862444">
                  <a:extLst>
                    <a:ext uri="{9D8B030D-6E8A-4147-A177-3AD203B41FA5}">
                      <a16:colId xmlns:a16="http://schemas.microsoft.com/office/drawing/2014/main" val="4078930598"/>
                    </a:ext>
                  </a:extLst>
                </a:gridCol>
                <a:gridCol w="1125620">
                  <a:extLst>
                    <a:ext uri="{9D8B030D-6E8A-4147-A177-3AD203B41FA5}">
                      <a16:colId xmlns:a16="http://schemas.microsoft.com/office/drawing/2014/main" val="780044648"/>
                    </a:ext>
                  </a:extLst>
                </a:gridCol>
              </a:tblGrid>
              <a:tr h="0">
                <a:tc gridSpan="6">
                  <a:txBody>
                    <a:bodyPr/>
                    <a:lstStyle/>
                    <a:p>
                      <a:r>
                        <a:rPr lang="en-GB" sz="1400" dirty="0">
                          <a:latin typeface="+mn-lt"/>
                        </a:rPr>
                        <a:t>Result of the Factorial ANOVA Test</a:t>
                      </a:r>
                    </a:p>
                  </a:txBody>
                  <a:tcPr>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6584888"/>
                  </a:ext>
                </a:extLst>
              </a:tr>
              <a:tr h="0">
                <a:tc>
                  <a:txBody>
                    <a:bodyPr/>
                    <a:lstStyle/>
                    <a:p>
                      <a:pPr algn="l" fontAlgn="ctr"/>
                      <a:r>
                        <a:rPr lang="en-GB" sz="1400" b="1" i="0" dirty="0">
                          <a:effectLst/>
                          <a:latin typeface="+mn-lt"/>
                        </a:rPr>
                        <a:t>Source</a:t>
                      </a:r>
                    </a:p>
                  </a:txBody>
                  <a:tcPr anchor="ctr">
                    <a:lnL>
                      <a:noFill/>
                    </a:lnL>
                    <a:lnR>
                      <a:noFill/>
                    </a:lnR>
                    <a:lnB>
                      <a:noFill/>
                    </a:lnB>
                    <a:solidFill>
                      <a:srgbClr val="FFFFFF"/>
                    </a:solidFill>
                  </a:tcPr>
                </a:tc>
                <a:tc>
                  <a:txBody>
                    <a:bodyPr/>
                    <a:lstStyle/>
                    <a:p>
                      <a:pPr algn="l" fontAlgn="ctr"/>
                      <a:r>
                        <a:rPr lang="en-GB" sz="1400" b="1" i="0" dirty="0">
                          <a:effectLst/>
                          <a:latin typeface="+mn-lt"/>
                        </a:rPr>
                        <a:t>Sum of Square</a:t>
                      </a:r>
                    </a:p>
                  </a:txBody>
                  <a:tcPr anchor="ctr">
                    <a:lnL>
                      <a:noFill/>
                    </a:lnL>
                    <a:lnR>
                      <a:noFill/>
                    </a:lnR>
                    <a:lnT>
                      <a:noFill/>
                    </a:lnT>
                    <a:lnB>
                      <a:noFill/>
                    </a:lnB>
                    <a:solidFill>
                      <a:srgbClr val="FFFFFF"/>
                    </a:solidFill>
                  </a:tcPr>
                </a:tc>
                <a:tc>
                  <a:txBody>
                    <a:bodyPr/>
                    <a:lstStyle/>
                    <a:p>
                      <a:pPr algn="l" fontAlgn="ctr"/>
                      <a:r>
                        <a:rPr lang="en-GB" sz="1400" b="1" i="1">
                          <a:effectLst/>
                          <a:latin typeface="+mn-lt"/>
                        </a:rPr>
                        <a:t>df</a:t>
                      </a:r>
                      <a:endParaRPr lang="en-GB" sz="1400" b="1" i="0">
                        <a:effectLst/>
                        <a:latin typeface="+mn-lt"/>
                      </a:endParaRPr>
                    </a:p>
                  </a:txBody>
                  <a:tcPr anchor="ctr">
                    <a:lnL>
                      <a:noFill/>
                    </a:lnL>
                    <a:lnR>
                      <a:noFill/>
                    </a:lnR>
                    <a:lnT>
                      <a:noFill/>
                    </a:lnT>
                    <a:lnB>
                      <a:noFill/>
                    </a:lnB>
                    <a:solidFill>
                      <a:srgbClr val="FFFFFF"/>
                    </a:solidFill>
                  </a:tcPr>
                </a:tc>
                <a:tc>
                  <a:txBody>
                    <a:bodyPr/>
                    <a:lstStyle/>
                    <a:p>
                      <a:pPr algn="l" fontAlgn="ctr"/>
                      <a:r>
                        <a:rPr lang="en-GB" sz="1400" b="1" i="0">
                          <a:effectLst/>
                          <a:latin typeface="+mn-lt"/>
                        </a:rPr>
                        <a:t>Mean Square</a:t>
                      </a:r>
                    </a:p>
                  </a:txBody>
                  <a:tcPr anchor="ctr">
                    <a:lnL>
                      <a:noFill/>
                    </a:lnL>
                    <a:lnR>
                      <a:noFill/>
                    </a:lnR>
                    <a:lnT>
                      <a:noFill/>
                    </a:lnT>
                    <a:lnB>
                      <a:noFill/>
                    </a:lnB>
                    <a:solidFill>
                      <a:srgbClr val="FFFFFF"/>
                    </a:solidFill>
                  </a:tcPr>
                </a:tc>
                <a:tc>
                  <a:txBody>
                    <a:bodyPr/>
                    <a:lstStyle/>
                    <a:p>
                      <a:pPr algn="l" fontAlgn="ctr"/>
                      <a:r>
                        <a:rPr lang="en-GB" sz="1400" b="1" i="1">
                          <a:effectLst/>
                          <a:latin typeface="+mn-lt"/>
                        </a:rPr>
                        <a:t>F</a:t>
                      </a:r>
                      <a:endParaRPr lang="en-GB" sz="1400" b="1" i="0">
                        <a:effectLst/>
                        <a:latin typeface="+mn-lt"/>
                      </a:endParaRPr>
                    </a:p>
                  </a:txBody>
                  <a:tcPr anchor="ctr">
                    <a:lnL>
                      <a:noFill/>
                    </a:lnL>
                    <a:lnR>
                      <a:noFill/>
                    </a:lnR>
                    <a:lnT>
                      <a:noFill/>
                    </a:lnT>
                    <a:lnB>
                      <a:noFill/>
                    </a:lnB>
                    <a:solidFill>
                      <a:srgbClr val="FFFFFF"/>
                    </a:solidFill>
                  </a:tcPr>
                </a:tc>
                <a:tc>
                  <a:txBody>
                    <a:bodyPr/>
                    <a:lstStyle/>
                    <a:p>
                      <a:pPr algn="l" fontAlgn="ctr"/>
                      <a:r>
                        <a:rPr lang="en-GB" sz="1400" b="1" i="0">
                          <a:effectLst/>
                          <a:latin typeface="+mn-lt"/>
                        </a:rPr>
                        <a:t>Significance</a:t>
                      </a:r>
                    </a:p>
                  </a:txBody>
                  <a:tcPr anchor="ctr">
                    <a:lnL>
                      <a:noFill/>
                    </a:lnL>
                    <a:lnR>
                      <a:noFill/>
                    </a:lnR>
                    <a:lnT>
                      <a:noFill/>
                    </a:lnT>
                    <a:lnB>
                      <a:noFill/>
                    </a:lnB>
                    <a:solidFill>
                      <a:srgbClr val="FFFFFF"/>
                    </a:solidFill>
                  </a:tcPr>
                </a:tc>
                <a:extLst>
                  <a:ext uri="{0D108BD9-81ED-4DB2-BD59-A6C34878D82A}">
                    <a16:rowId xmlns:a16="http://schemas.microsoft.com/office/drawing/2014/main" val="2722302080"/>
                  </a:ext>
                </a:extLst>
              </a:tr>
              <a:tr h="0">
                <a:tc>
                  <a:txBody>
                    <a:bodyPr/>
                    <a:lstStyle/>
                    <a:p>
                      <a:pPr algn="l" fontAlgn="t"/>
                      <a:r>
                        <a:rPr lang="en-GB" sz="1400" b="0">
                          <a:effectLst/>
                          <a:latin typeface="+mn-lt"/>
                        </a:rPr>
                        <a:t>Task type</a:t>
                      </a:r>
                    </a:p>
                  </a:txBody>
                  <a:tcPr>
                    <a:lnL>
                      <a:noFill/>
                    </a:lnL>
                    <a:lnR>
                      <a:noFill/>
                    </a:lnR>
                    <a:lnT>
                      <a:noFill/>
                    </a:lnT>
                    <a:lnB>
                      <a:noFill/>
                    </a:lnB>
                    <a:solidFill>
                      <a:srgbClr val="FFFFFF"/>
                    </a:solidFill>
                  </a:tcPr>
                </a:tc>
                <a:tc>
                  <a:txBody>
                    <a:bodyPr/>
                    <a:lstStyle/>
                    <a:p>
                      <a:pPr algn="l" fontAlgn="t"/>
                      <a:r>
                        <a:rPr lang="en-GB" sz="1400" b="0">
                          <a:effectLst/>
                          <a:latin typeface="+mn-lt"/>
                        </a:rPr>
                        <a:t>2745.188</a:t>
                      </a:r>
                    </a:p>
                  </a:txBody>
                  <a:tcPr>
                    <a:lnL>
                      <a:noFill/>
                    </a:lnL>
                    <a:lnR>
                      <a:noFill/>
                    </a:lnR>
                    <a:lnT>
                      <a:noFill/>
                    </a:lnT>
                    <a:lnB>
                      <a:noFill/>
                    </a:lnB>
                    <a:solidFill>
                      <a:srgbClr val="FFFFFF"/>
                    </a:solidFill>
                  </a:tcPr>
                </a:tc>
                <a:tc>
                  <a:txBody>
                    <a:bodyPr/>
                    <a:lstStyle/>
                    <a:p>
                      <a:pPr algn="l" fontAlgn="t"/>
                      <a:r>
                        <a:rPr lang="en-GB" sz="1400" b="0">
                          <a:effectLst/>
                          <a:latin typeface="+mn-lt"/>
                        </a:rPr>
                        <a:t> 1</a:t>
                      </a:r>
                    </a:p>
                  </a:txBody>
                  <a:tcPr>
                    <a:lnL>
                      <a:noFill/>
                    </a:lnL>
                    <a:lnR>
                      <a:noFill/>
                    </a:lnR>
                    <a:lnT>
                      <a:noFill/>
                    </a:lnT>
                    <a:lnB>
                      <a:noFill/>
                    </a:lnB>
                    <a:solidFill>
                      <a:srgbClr val="FFFFFF"/>
                    </a:solidFill>
                  </a:tcPr>
                </a:tc>
                <a:tc>
                  <a:txBody>
                    <a:bodyPr/>
                    <a:lstStyle/>
                    <a:p>
                      <a:pPr algn="l" fontAlgn="t"/>
                      <a:r>
                        <a:rPr lang="en-GB" sz="1400" b="0">
                          <a:effectLst/>
                          <a:latin typeface="+mn-lt"/>
                        </a:rPr>
                        <a:t>2745.188</a:t>
                      </a:r>
                    </a:p>
                  </a:txBody>
                  <a:tcPr>
                    <a:lnL>
                      <a:noFill/>
                    </a:lnL>
                    <a:lnR>
                      <a:noFill/>
                    </a:lnR>
                    <a:lnT>
                      <a:noFill/>
                    </a:lnT>
                    <a:lnB>
                      <a:noFill/>
                    </a:lnB>
                    <a:solidFill>
                      <a:srgbClr val="FFFFFF"/>
                    </a:solidFill>
                  </a:tcPr>
                </a:tc>
                <a:tc>
                  <a:txBody>
                    <a:bodyPr/>
                    <a:lstStyle/>
                    <a:p>
                      <a:pPr algn="l" fontAlgn="t"/>
                      <a:r>
                        <a:rPr lang="en-GB" sz="1400" b="0">
                          <a:effectLst/>
                          <a:latin typeface="+mn-lt"/>
                        </a:rPr>
                        <a:t>1.410</a:t>
                      </a:r>
                    </a:p>
                  </a:txBody>
                  <a:tcPr>
                    <a:lnL>
                      <a:noFill/>
                    </a:lnL>
                    <a:lnR>
                      <a:noFill/>
                    </a:lnR>
                    <a:lnT>
                      <a:noFill/>
                    </a:lnT>
                    <a:lnB>
                      <a:noFill/>
                    </a:lnB>
                    <a:solidFill>
                      <a:srgbClr val="FFFFFF"/>
                    </a:solidFill>
                  </a:tcPr>
                </a:tc>
                <a:tc>
                  <a:txBody>
                    <a:bodyPr/>
                    <a:lstStyle/>
                    <a:p>
                      <a:pPr algn="l" fontAlgn="t"/>
                      <a:r>
                        <a:rPr lang="en-GB" sz="1400" b="0">
                          <a:effectLst/>
                          <a:latin typeface="+mn-lt"/>
                        </a:rPr>
                        <a:t>0.242</a:t>
                      </a:r>
                    </a:p>
                  </a:txBody>
                  <a:tcPr>
                    <a:lnL>
                      <a:noFill/>
                    </a:lnL>
                    <a:lnR>
                      <a:noFill/>
                    </a:lnR>
                    <a:lnT>
                      <a:noFill/>
                    </a:lnT>
                    <a:lnB>
                      <a:noFill/>
                    </a:lnB>
                    <a:solidFill>
                      <a:srgbClr val="FFFFFF"/>
                    </a:solidFill>
                  </a:tcPr>
                </a:tc>
                <a:extLst>
                  <a:ext uri="{0D108BD9-81ED-4DB2-BD59-A6C34878D82A}">
                    <a16:rowId xmlns:a16="http://schemas.microsoft.com/office/drawing/2014/main" val="396990458"/>
                  </a:ext>
                </a:extLst>
              </a:tr>
              <a:tr h="0">
                <a:tc>
                  <a:txBody>
                    <a:bodyPr/>
                    <a:lstStyle/>
                    <a:p>
                      <a:pPr algn="l" fontAlgn="t"/>
                      <a:r>
                        <a:rPr lang="en-GB" sz="1400" b="0">
                          <a:effectLst/>
                          <a:latin typeface="+mn-lt"/>
                        </a:rPr>
                        <a:t>Entry method</a:t>
                      </a:r>
                    </a:p>
                  </a:txBody>
                  <a:tcPr>
                    <a:lnL>
                      <a:noFill/>
                    </a:lnL>
                    <a:lnR>
                      <a:noFill/>
                    </a:lnR>
                    <a:lnT>
                      <a:noFill/>
                    </a:lnT>
                    <a:lnB>
                      <a:noFill/>
                    </a:lnB>
                    <a:solidFill>
                      <a:srgbClr val="EEF2F6"/>
                    </a:solidFill>
                  </a:tcPr>
                </a:tc>
                <a:tc>
                  <a:txBody>
                    <a:bodyPr/>
                    <a:lstStyle/>
                    <a:p>
                      <a:pPr algn="l" fontAlgn="t"/>
                      <a:r>
                        <a:rPr lang="en-GB" sz="1400" b="0" dirty="0">
                          <a:effectLst/>
                          <a:latin typeface="+mn-lt"/>
                        </a:rPr>
                        <a:t>17,564.625</a:t>
                      </a:r>
                    </a:p>
                  </a:txBody>
                  <a:tcPr>
                    <a:lnL>
                      <a:noFill/>
                    </a:lnL>
                    <a:lnR>
                      <a:noFill/>
                    </a:lnR>
                    <a:lnT>
                      <a:noFill/>
                    </a:lnT>
                    <a:lnB>
                      <a:noFill/>
                    </a:lnB>
                    <a:solidFill>
                      <a:srgbClr val="EEF2F6"/>
                    </a:solidFill>
                  </a:tcPr>
                </a:tc>
                <a:tc>
                  <a:txBody>
                    <a:bodyPr/>
                    <a:lstStyle/>
                    <a:p>
                      <a:pPr algn="l" fontAlgn="t"/>
                      <a:r>
                        <a:rPr lang="en-GB" sz="1400" b="0">
                          <a:effectLst/>
                          <a:latin typeface="+mn-lt"/>
                        </a:rPr>
                        <a:t> 2</a:t>
                      </a:r>
                    </a:p>
                  </a:txBody>
                  <a:tcPr>
                    <a:lnL>
                      <a:noFill/>
                    </a:lnL>
                    <a:lnR>
                      <a:noFill/>
                    </a:lnR>
                    <a:lnT>
                      <a:noFill/>
                    </a:lnT>
                    <a:lnB>
                      <a:noFill/>
                    </a:lnB>
                    <a:solidFill>
                      <a:srgbClr val="EEF2F6"/>
                    </a:solidFill>
                  </a:tcPr>
                </a:tc>
                <a:tc>
                  <a:txBody>
                    <a:bodyPr/>
                    <a:lstStyle/>
                    <a:p>
                      <a:pPr algn="l" fontAlgn="t"/>
                      <a:r>
                        <a:rPr lang="en-GB" sz="1400" b="0">
                          <a:effectLst/>
                          <a:latin typeface="+mn-lt"/>
                        </a:rPr>
                        <a:t>8782.313</a:t>
                      </a:r>
                    </a:p>
                  </a:txBody>
                  <a:tcPr>
                    <a:lnL>
                      <a:noFill/>
                    </a:lnL>
                    <a:lnR>
                      <a:noFill/>
                    </a:lnR>
                    <a:lnT>
                      <a:noFill/>
                    </a:lnT>
                    <a:lnB>
                      <a:noFill/>
                    </a:lnB>
                    <a:solidFill>
                      <a:srgbClr val="EEF2F6"/>
                    </a:solidFill>
                  </a:tcPr>
                </a:tc>
                <a:tc>
                  <a:txBody>
                    <a:bodyPr/>
                    <a:lstStyle/>
                    <a:p>
                      <a:pPr algn="l" fontAlgn="t"/>
                      <a:r>
                        <a:rPr lang="en-GB" sz="1400" b="0">
                          <a:effectLst/>
                          <a:latin typeface="+mn-lt"/>
                        </a:rPr>
                        <a:t>4.512</a:t>
                      </a:r>
                    </a:p>
                  </a:txBody>
                  <a:tcPr>
                    <a:lnL>
                      <a:noFill/>
                    </a:lnL>
                    <a:lnR>
                      <a:noFill/>
                    </a:lnR>
                    <a:lnT>
                      <a:noFill/>
                    </a:lnT>
                    <a:lnB>
                      <a:noFill/>
                    </a:lnB>
                    <a:solidFill>
                      <a:srgbClr val="EEF2F6"/>
                    </a:solidFill>
                  </a:tcPr>
                </a:tc>
                <a:tc>
                  <a:txBody>
                    <a:bodyPr/>
                    <a:lstStyle/>
                    <a:p>
                      <a:pPr algn="l" fontAlgn="t"/>
                      <a:r>
                        <a:rPr lang="en-GB" sz="1400" b="0">
                          <a:effectLst/>
                          <a:latin typeface="+mn-lt"/>
                        </a:rPr>
                        <a:t>0.017</a:t>
                      </a:r>
                    </a:p>
                  </a:txBody>
                  <a:tcPr>
                    <a:lnL>
                      <a:noFill/>
                    </a:lnL>
                    <a:lnR>
                      <a:noFill/>
                    </a:lnR>
                    <a:lnT>
                      <a:noFill/>
                    </a:lnT>
                    <a:lnB>
                      <a:noFill/>
                    </a:lnB>
                    <a:solidFill>
                      <a:srgbClr val="EEF2F6"/>
                    </a:solidFill>
                  </a:tcPr>
                </a:tc>
                <a:extLst>
                  <a:ext uri="{0D108BD9-81ED-4DB2-BD59-A6C34878D82A}">
                    <a16:rowId xmlns:a16="http://schemas.microsoft.com/office/drawing/2014/main" val="2689242120"/>
                  </a:ext>
                </a:extLst>
              </a:tr>
              <a:tr h="0">
                <a:tc>
                  <a:txBody>
                    <a:bodyPr/>
                    <a:lstStyle/>
                    <a:p>
                      <a:pPr algn="l" fontAlgn="t"/>
                      <a:r>
                        <a:rPr lang="en-GB" sz="1400" b="0">
                          <a:effectLst/>
                          <a:latin typeface="+mn-lt"/>
                        </a:rPr>
                        <a:t>Task*entry</a:t>
                      </a:r>
                    </a:p>
                  </a:txBody>
                  <a:tcPr>
                    <a:lnL>
                      <a:noFill/>
                    </a:lnL>
                    <a:lnR>
                      <a:noFill/>
                    </a:lnR>
                    <a:lnT>
                      <a:noFill/>
                    </a:lnT>
                    <a:lnB>
                      <a:noFill/>
                    </a:lnB>
                    <a:solidFill>
                      <a:srgbClr val="FFFFFF"/>
                    </a:solidFill>
                  </a:tcPr>
                </a:tc>
                <a:tc>
                  <a:txBody>
                    <a:bodyPr/>
                    <a:lstStyle/>
                    <a:p>
                      <a:pPr algn="l" fontAlgn="t"/>
                      <a:r>
                        <a:rPr lang="en-GB" sz="1400" b="0">
                          <a:effectLst/>
                          <a:latin typeface="+mn-lt"/>
                        </a:rPr>
                        <a:t>114.875</a:t>
                      </a:r>
                    </a:p>
                  </a:txBody>
                  <a:tcPr>
                    <a:lnL>
                      <a:noFill/>
                    </a:lnL>
                    <a:lnR>
                      <a:noFill/>
                    </a:lnR>
                    <a:lnT>
                      <a:noFill/>
                    </a:lnT>
                    <a:lnB>
                      <a:noFill/>
                    </a:lnB>
                    <a:solidFill>
                      <a:srgbClr val="FFFFFF"/>
                    </a:solidFill>
                  </a:tcPr>
                </a:tc>
                <a:tc>
                  <a:txBody>
                    <a:bodyPr/>
                    <a:lstStyle/>
                    <a:p>
                      <a:pPr algn="l" fontAlgn="t"/>
                      <a:r>
                        <a:rPr lang="en-GB" sz="1400" b="0">
                          <a:effectLst/>
                          <a:latin typeface="+mn-lt"/>
                        </a:rPr>
                        <a:t> 2</a:t>
                      </a:r>
                    </a:p>
                  </a:txBody>
                  <a:tcPr>
                    <a:lnL>
                      <a:noFill/>
                    </a:lnL>
                    <a:lnR>
                      <a:noFill/>
                    </a:lnR>
                    <a:lnT>
                      <a:noFill/>
                    </a:lnT>
                    <a:lnB>
                      <a:noFill/>
                    </a:lnB>
                    <a:solidFill>
                      <a:srgbClr val="FFFFFF"/>
                    </a:solidFill>
                  </a:tcPr>
                </a:tc>
                <a:tc>
                  <a:txBody>
                    <a:bodyPr/>
                    <a:lstStyle/>
                    <a:p>
                      <a:pPr algn="l" fontAlgn="t"/>
                      <a:r>
                        <a:rPr lang="en-GB" sz="1400" b="0">
                          <a:effectLst/>
                          <a:latin typeface="+mn-lt"/>
                        </a:rPr>
                        <a:t>57.437</a:t>
                      </a:r>
                    </a:p>
                  </a:txBody>
                  <a:tcPr>
                    <a:lnL>
                      <a:noFill/>
                    </a:lnL>
                    <a:lnR>
                      <a:noFill/>
                    </a:lnR>
                    <a:lnT>
                      <a:noFill/>
                    </a:lnT>
                    <a:lnB>
                      <a:noFill/>
                    </a:lnB>
                    <a:solidFill>
                      <a:srgbClr val="FFFFFF"/>
                    </a:solidFill>
                  </a:tcPr>
                </a:tc>
                <a:tc>
                  <a:txBody>
                    <a:bodyPr/>
                    <a:lstStyle/>
                    <a:p>
                      <a:pPr algn="l" fontAlgn="t"/>
                      <a:r>
                        <a:rPr lang="en-GB" sz="1400" b="0">
                          <a:effectLst/>
                          <a:latin typeface="+mn-lt"/>
                        </a:rPr>
                        <a:t>0.030</a:t>
                      </a:r>
                    </a:p>
                  </a:txBody>
                  <a:tcPr>
                    <a:lnL>
                      <a:noFill/>
                    </a:lnL>
                    <a:lnR>
                      <a:noFill/>
                    </a:lnR>
                    <a:lnT>
                      <a:noFill/>
                    </a:lnT>
                    <a:lnB>
                      <a:noFill/>
                    </a:lnB>
                    <a:solidFill>
                      <a:srgbClr val="FFFFFF"/>
                    </a:solidFill>
                  </a:tcPr>
                </a:tc>
                <a:tc>
                  <a:txBody>
                    <a:bodyPr/>
                    <a:lstStyle/>
                    <a:p>
                      <a:pPr algn="l" fontAlgn="t"/>
                      <a:r>
                        <a:rPr lang="en-GB" sz="1400" b="0">
                          <a:effectLst/>
                          <a:latin typeface="+mn-lt"/>
                        </a:rPr>
                        <a:t>0.971</a:t>
                      </a:r>
                    </a:p>
                  </a:txBody>
                  <a:tcPr>
                    <a:lnL>
                      <a:noFill/>
                    </a:lnL>
                    <a:lnR>
                      <a:noFill/>
                    </a:lnR>
                    <a:lnT>
                      <a:noFill/>
                    </a:lnT>
                    <a:lnB>
                      <a:noFill/>
                    </a:lnB>
                    <a:solidFill>
                      <a:srgbClr val="FFFFFF"/>
                    </a:solidFill>
                  </a:tcPr>
                </a:tc>
                <a:extLst>
                  <a:ext uri="{0D108BD9-81ED-4DB2-BD59-A6C34878D82A}">
                    <a16:rowId xmlns:a16="http://schemas.microsoft.com/office/drawing/2014/main" val="2001903410"/>
                  </a:ext>
                </a:extLst>
              </a:tr>
              <a:tr h="0">
                <a:tc>
                  <a:txBody>
                    <a:bodyPr/>
                    <a:lstStyle/>
                    <a:p>
                      <a:pPr algn="l" fontAlgn="t"/>
                      <a:r>
                        <a:rPr lang="en-GB" sz="1400" b="0">
                          <a:effectLst/>
                          <a:latin typeface="+mn-lt"/>
                        </a:rPr>
                        <a:t>Error</a:t>
                      </a:r>
                    </a:p>
                  </a:txBody>
                  <a:tcPr>
                    <a:lnL>
                      <a:noFill/>
                    </a:lnL>
                    <a:lnR>
                      <a:noFill/>
                    </a:lnR>
                    <a:lnT>
                      <a:noFill/>
                    </a:lnT>
                    <a:lnB>
                      <a:noFill/>
                    </a:lnB>
                    <a:solidFill>
                      <a:srgbClr val="EEF2F6"/>
                    </a:solidFill>
                  </a:tcPr>
                </a:tc>
                <a:tc>
                  <a:txBody>
                    <a:bodyPr/>
                    <a:lstStyle/>
                    <a:p>
                      <a:pPr algn="l" fontAlgn="t"/>
                      <a:r>
                        <a:rPr lang="en-GB" sz="1400" b="0">
                          <a:effectLst/>
                          <a:latin typeface="+mn-lt"/>
                        </a:rPr>
                        <a:t>81,751.625</a:t>
                      </a:r>
                    </a:p>
                  </a:txBody>
                  <a:tcPr>
                    <a:lnL>
                      <a:noFill/>
                    </a:lnL>
                    <a:lnR>
                      <a:noFill/>
                    </a:lnR>
                    <a:lnT>
                      <a:noFill/>
                    </a:lnT>
                    <a:lnB>
                      <a:noFill/>
                    </a:lnB>
                    <a:solidFill>
                      <a:srgbClr val="EEF2F6"/>
                    </a:solidFill>
                  </a:tcPr>
                </a:tc>
                <a:tc>
                  <a:txBody>
                    <a:bodyPr/>
                    <a:lstStyle/>
                    <a:p>
                      <a:pPr algn="l" fontAlgn="t"/>
                      <a:r>
                        <a:rPr lang="en-GB" sz="1400" b="0">
                          <a:effectLst/>
                          <a:latin typeface="+mn-lt"/>
                        </a:rPr>
                        <a:t>42</a:t>
                      </a:r>
                    </a:p>
                  </a:txBody>
                  <a:tcPr>
                    <a:lnL>
                      <a:noFill/>
                    </a:lnL>
                    <a:lnR>
                      <a:noFill/>
                    </a:lnR>
                    <a:lnT>
                      <a:noFill/>
                    </a:lnT>
                    <a:lnB>
                      <a:noFill/>
                    </a:lnB>
                    <a:solidFill>
                      <a:srgbClr val="EEF2F6"/>
                    </a:solidFill>
                  </a:tcPr>
                </a:tc>
                <a:tc>
                  <a:txBody>
                    <a:bodyPr/>
                    <a:lstStyle/>
                    <a:p>
                      <a:pPr algn="l" fontAlgn="t"/>
                      <a:r>
                        <a:rPr lang="en-GB" sz="1400" b="0">
                          <a:effectLst/>
                          <a:latin typeface="+mn-lt"/>
                        </a:rPr>
                        <a:t>1946.467</a:t>
                      </a:r>
                    </a:p>
                  </a:txBody>
                  <a:tcPr>
                    <a:lnL>
                      <a:noFill/>
                    </a:lnL>
                    <a:lnR>
                      <a:noFill/>
                    </a:lnR>
                    <a:lnT>
                      <a:noFill/>
                    </a:lnT>
                    <a:lnB>
                      <a:noFill/>
                    </a:lnB>
                    <a:solidFill>
                      <a:srgbClr val="EEF2F6"/>
                    </a:solidFill>
                  </a:tcPr>
                </a:tc>
                <a:tc>
                  <a:txBody>
                    <a:bodyPr/>
                    <a:lstStyle/>
                    <a:p>
                      <a:pPr algn="l" fontAlgn="t"/>
                      <a:r>
                        <a:rPr lang="en-GB" sz="1400" b="0">
                          <a:effectLst/>
                          <a:latin typeface="+mn-lt"/>
                        </a:rPr>
                        <a:t>—</a:t>
                      </a:r>
                    </a:p>
                  </a:txBody>
                  <a:tcPr>
                    <a:lnL>
                      <a:noFill/>
                    </a:lnL>
                    <a:lnR>
                      <a:noFill/>
                    </a:lnR>
                    <a:lnT>
                      <a:noFill/>
                    </a:lnT>
                    <a:lnB>
                      <a:noFill/>
                    </a:lnB>
                    <a:solidFill>
                      <a:srgbClr val="EEF2F6"/>
                    </a:solidFill>
                  </a:tcPr>
                </a:tc>
                <a:tc>
                  <a:txBody>
                    <a:bodyPr/>
                    <a:lstStyle/>
                    <a:p>
                      <a:pPr algn="l" fontAlgn="t"/>
                      <a:r>
                        <a:rPr lang="en-GB" sz="1400" b="0" dirty="0">
                          <a:effectLst/>
                          <a:latin typeface="+mn-lt"/>
                        </a:rPr>
                        <a:t>—</a:t>
                      </a:r>
                    </a:p>
                  </a:txBody>
                  <a:tcPr>
                    <a:lnL>
                      <a:noFill/>
                    </a:lnL>
                    <a:lnR>
                      <a:noFill/>
                    </a:lnR>
                    <a:lnT>
                      <a:noFill/>
                    </a:lnT>
                    <a:lnB>
                      <a:noFill/>
                    </a:lnB>
                    <a:solidFill>
                      <a:srgbClr val="EEF2F6"/>
                    </a:solidFill>
                  </a:tcPr>
                </a:tc>
                <a:extLst>
                  <a:ext uri="{0D108BD9-81ED-4DB2-BD59-A6C34878D82A}">
                    <a16:rowId xmlns:a16="http://schemas.microsoft.com/office/drawing/2014/main" val="3517710232"/>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C15E6677-69C6-65CF-8F92-412FB9A3DBE5}"/>
                  </a:ext>
                </a:extLst>
              </p14:cNvPr>
              <p14:cNvContentPartPr/>
              <p14:nvPr/>
            </p14:nvContentPartPr>
            <p14:xfrm>
              <a:off x="9762720" y="2228205"/>
              <a:ext cx="360" cy="360"/>
            </p14:xfrm>
          </p:contentPart>
        </mc:Choice>
        <mc:Fallback xmlns="">
          <p:pic>
            <p:nvPicPr>
              <p:cNvPr id="26" name="Ink 25">
                <a:extLst>
                  <a:ext uri="{FF2B5EF4-FFF2-40B4-BE49-F238E27FC236}">
                    <a16:creationId xmlns:a16="http://schemas.microsoft.com/office/drawing/2014/main" id="{C15E6677-69C6-65CF-8F92-412FB9A3DBE5}"/>
                  </a:ext>
                </a:extLst>
              </p:cNvPr>
              <p:cNvPicPr/>
              <p:nvPr/>
            </p:nvPicPr>
            <p:blipFill>
              <a:blip r:embed="rId4"/>
              <a:stretch>
                <a:fillRect/>
              </a:stretch>
            </p:blipFill>
            <p:spPr>
              <a:xfrm>
                <a:off x="9758400" y="2223885"/>
                <a:ext cx="9000" cy="9000"/>
              </a:xfrm>
              <a:prstGeom prst="rect">
                <a:avLst/>
              </a:prstGeom>
            </p:spPr>
          </p:pic>
        </mc:Fallback>
      </mc:AlternateContent>
      <p:sp>
        <p:nvSpPr>
          <p:cNvPr id="8" name="Rectangle 7">
            <a:extLst>
              <a:ext uri="{FF2B5EF4-FFF2-40B4-BE49-F238E27FC236}">
                <a16:creationId xmlns:a16="http://schemas.microsoft.com/office/drawing/2014/main" id="{FE11B048-094F-C106-39AE-12BAAE54D446}"/>
              </a:ext>
            </a:extLst>
          </p:cNvPr>
          <p:cNvSpPr/>
          <p:nvPr/>
        </p:nvSpPr>
        <p:spPr>
          <a:xfrm>
            <a:off x="154581" y="1695723"/>
            <a:ext cx="2190813" cy="2255520"/>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0" i="0" dirty="0">
                <a:solidFill>
                  <a:srgbClr val="3D3B49"/>
                </a:solidFill>
                <a:effectLst/>
              </a:rPr>
              <a:t>The first and second rows list the information for the two independent variables. </a:t>
            </a:r>
          </a:p>
          <a:p>
            <a:pPr algn="ctr"/>
            <a:r>
              <a:rPr lang="en-GB" sz="1600" b="0" i="0" dirty="0">
                <a:solidFill>
                  <a:srgbClr val="3D3B49"/>
                </a:solidFill>
                <a:effectLst/>
              </a:rPr>
              <a:t>The third row lists the information for the interaction effect between the two independent variables.</a:t>
            </a:r>
            <a:endParaRPr lang="en-GB" sz="2000" dirty="0"/>
          </a:p>
        </p:txBody>
      </p:sp>
      <p:cxnSp>
        <p:nvCxnSpPr>
          <p:cNvPr id="18" name="Straight Arrow Connector 17">
            <a:extLst>
              <a:ext uri="{FF2B5EF4-FFF2-40B4-BE49-F238E27FC236}">
                <a16:creationId xmlns:a16="http://schemas.microsoft.com/office/drawing/2014/main" id="{41AB067E-6687-0EC9-DE7D-3496616F2203}"/>
              </a:ext>
            </a:extLst>
          </p:cNvPr>
          <p:cNvCxnSpPr>
            <a:cxnSpLocks/>
          </p:cNvCxnSpPr>
          <p:nvPr/>
        </p:nvCxnSpPr>
        <p:spPr>
          <a:xfrm>
            <a:off x="2382790" y="2420888"/>
            <a:ext cx="446982" cy="43204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EF060C97-06A8-4CB6-83BC-A6511A969F15}"/>
              </a:ext>
            </a:extLst>
          </p:cNvPr>
          <p:cNvCxnSpPr>
            <a:cxnSpLocks/>
          </p:cNvCxnSpPr>
          <p:nvPr/>
        </p:nvCxnSpPr>
        <p:spPr>
          <a:xfrm>
            <a:off x="2382790" y="3645024"/>
            <a:ext cx="44698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5DE5DA94-32C5-DA59-54BD-BBC5489F1E85}"/>
              </a:ext>
            </a:extLst>
          </p:cNvPr>
          <p:cNvCxnSpPr>
            <a:cxnSpLocks/>
          </p:cNvCxnSpPr>
          <p:nvPr/>
        </p:nvCxnSpPr>
        <p:spPr>
          <a:xfrm>
            <a:off x="2397651" y="2439623"/>
            <a:ext cx="422052" cy="76772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6" name="Rectangle 35">
            <a:extLst>
              <a:ext uri="{FF2B5EF4-FFF2-40B4-BE49-F238E27FC236}">
                <a16:creationId xmlns:a16="http://schemas.microsoft.com/office/drawing/2014/main" id="{17DBBCEB-E3F6-8B49-85D3-5DA96F41584D}"/>
              </a:ext>
            </a:extLst>
          </p:cNvPr>
          <p:cNvSpPr/>
          <p:nvPr/>
        </p:nvSpPr>
        <p:spPr>
          <a:xfrm>
            <a:off x="7683498" y="2620424"/>
            <a:ext cx="704926" cy="30452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9CF41566-1FE5-391F-2BD2-2A81DEA26576}"/>
              </a:ext>
            </a:extLst>
          </p:cNvPr>
          <p:cNvSpPr/>
          <p:nvPr/>
        </p:nvSpPr>
        <p:spPr>
          <a:xfrm>
            <a:off x="7683498" y="3429000"/>
            <a:ext cx="704926" cy="36004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630F1E74-C466-424D-724B-317EDD5E20F0}"/>
              </a:ext>
            </a:extLst>
          </p:cNvPr>
          <p:cNvSpPr/>
          <p:nvPr/>
        </p:nvSpPr>
        <p:spPr>
          <a:xfrm>
            <a:off x="7683498" y="2996952"/>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3AC369FE-1D53-BF31-D973-46EB4BDF7383}"/>
              </a:ext>
            </a:extLst>
          </p:cNvPr>
          <p:cNvSpPr txBox="1"/>
          <p:nvPr/>
        </p:nvSpPr>
        <p:spPr>
          <a:xfrm>
            <a:off x="7239857" y="4218303"/>
            <a:ext cx="1507720" cy="369332"/>
          </a:xfrm>
          <a:prstGeom prst="rect">
            <a:avLst/>
          </a:prstGeom>
          <a:noFill/>
        </p:spPr>
        <p:txBody>
          <a:bodyPr wrap="square" rtlCol="0">
            <a:spAutoFit/>
          </a:bodyPr>
          <a:lstStyle/>
          <a:p>
            <a:r>
              <a:rPr lang="en-GB" sz="1800" b="1" dirty="0">
                <a:latin typeface="Arial Nova Light" panose="020B0304020202020204" pitchFamily="34" charset="0"/>
              </a:rPr>
              <a:t>Is p &lt; 0.05 ?</a:t>
            </a:r>
          </a:p>
        </p:txBody>
      </p:sp>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0A27E5FD-C884-4DE1-30B6-6833B36FA300}"/>
                  </a:ext>
                </a:extLst>
              </p14:cNvPr>
              <p14:cNvContentPartPr/>
              <p14:nvPr/>
            </p14:nvContentPartPr>
            <p14:xfrm>
              <a:off x="5751798" y="4612488"/>
              <a:ext cx="360" cy="360"/>
            </p14:xfrm>
          </p:contentPart>
        </mc:Choice>
        <mc:Fallback xmlns="">
          <p:pic>
            <p:nvPicPr>
              <p:cNvPr id="14" name="Ink 13">
                <a:extLst>
                  <a:ext uri="{FF2B5EF4-FFF2-40B4-BE49-F238E27FC236}">
                    <a16:creationId xmlns:a16="http://schemas.microsoft.com/office/drawing/2014/main" id="{0A27E5FD-C884-4DE1-30B6-6833B36FA300}"/>
                  </a:ext>
                </a:extLst>
              </p:cNvPr>
              <p:cNvPicPr/>
              <p:nvPr/>
            </p:nvPicPr>
            <p:blipFill>
              <a:blip r:embed="rId6"/>
              <a:stretch>
                <a:fillRect/>
              </a:stretch>
            </p:blipFill>
            <p:spPr>
              <a:xfrm>
                <a:off x="5747478" y="4608168"/>
                <a:ext cx="9000" cy="9000"/>
              </a:xfrm>
              <a:prstGeom prst="rect">
                <a:avLst/>
              </a:prstGeom>
            </p:spPr>
          </p:pic>
        </mc:Fallback>
      </mc:AlternateContent>
      <p:sp>
        <p:nvSpPr>
          <p:cNvPr id="17" name="TextBox 16">
            <a:extLst>
              <a:ext uri="{FF2B5EF4-FFF2-40B4-BE49-F238E27FC236}">
                <a16:creationId xmlns:a16="http://schemas.microsoft.com/office/drawing/2014/main" id="{D626C132-6D9B-7694-E019-24FE99DD9C3D}"/>
              </a:ext>
            </a:extLst>
          </p:cNvPr>
          <p:cNvSpPr txBox="1"/>
          <p:nvPr/>
        </p:nvSpPr>
        <p:spPr>
          <a:xfrm>
            <a:off x="6076064" y="5497600"/>
            <a:ext cx="2671513" cy="307777"/>
          </a:xfrm>
          <a:prstGeom prst="rect">
            <a:avLst/>
          </a:prstGeom>
          <a:noFill/>
        </p:spPr>
        <p:txBody>
          <a:bodyPr wrap="square" rtlCol="0">
            <a:spAutoFit/>
          </a:bodyPr>
          <a:lstStyle/>
          <a:p>
            <a:r>
              <a:rPr lang="en-GB" sz="1400" dirty="0">
                <a:latin typeface="Arial Nova Light" panose="020B0304020202020204" pitchFamily="34" charset="0"/>
              </a:rPr>
              <a:t>If YES the results are significant</a:t>
            </a:r>
          </a:p>
        </p:txBody>
      </p:sp>
      <p:sp>
        <p:nvSpPr>
          <p:cNvPr id="19" name="TextBox 18">
            <a:extLst>
              <a:ext uri="{FF2B5EF4-FFF2-40B4-BE49-F238E27FC236}">
                <a16:creationId xmlns:a16="http://schemas.microsoft.com/office/drawing/2014/main" id="{A7B2BFD4-2912-B17C-4A06-987004412BDC}"/>
              </a:ext>
            </a:extLst>
          </p:cNvPr>
          <p:cNvSpPr txBox="1"/>
          <p:nvPr/>
        </p:nvSpPr>
        <p:spPr>
          <a:xfrm>
            <a:off x="6803769" y="5799425"/>
            <a:ext cx="1927749" cy="307777"/>
          </a:xfrm>
          <a:prstGeom prst="rect">
            <a:avLst/>
          </a:prstGeom>
          <a:noFill/>
        </p:spPr>
        <p:txBody>
          <a:bodyPr wrap="square" rtlCol="0">
            <a:spAutoFit/>
          </a:bodyPr>
          <a:lstStyle/>
          <a:p>
            <a:r>
              <a:rPr lang="en-GB" sz="1400" dirty="0">
                <a:latin typeface="Arial Nova Light" panose="020B0304020202020204" pitchFamily="34" charset="0"/>
              </a:rPr>
              <a:t>Keep Null Hypothesis</a:t>
            </a:r>
          </a:p>
        </p:txBody>
      </p:sp>
      <p:sp>
        <p:nvSpPr>
          <p:cNvPr id="20" name="Rectangle 19">
            <a:extLst>
              <a:ext uri="{FF2B5EF4-FFF2-40B4-BE49-F238E27FC236}">
                <a16:creationId xmlns:a16="http://schemas.microsoft.com/office/drawing/2014/main" id="{EEF06ADE-14C2-F400-80A5-D0368D08D3C9}"/>
              </a:ext>
            </a:extLst>
          </p:cNvPr>
          <p:cNvSpPr/>
          <p:nvPr/>
        </p:nvSpPr>
        <p:spPr>
          <a:xfrm>
            <a:off x="154581" y="4236268"/>
            <a:ext cx="5042520" cy="2011938"/>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GB" sz="1600" b="0" i="0" dirty="0">
                <a:solidFill>
                  <a:srgbClr val="3D3B49"/>
                </a:solidFill>
                <a:effectLst/>
              </a:rPr>
              <a:t>The analysis result suggests that there is no significant difference between participants who completed the transcription tasks and those who completed the composition tasks (</a:t>
            </a:r>
            <a:r>
              <a:rPr lang="en-GB" sz="1600" b="0" i="1" dirty="0">
                <a:solidFill>
                  <a:srgbClr val="3D3B49"/>
                </a:solidFill>
                <a:effectLst/>
              </a:rPr>
              <a:t>F</a:t>
            </a:r>
            <a:r>
              <a:rPr lang="en-GB" sz="1600" b="0" i="0" dirty="0">
                <a:solidFill>
                  <a:srgbClr val="3D3B49"/>
                </a:solidFill>
                <a:effectLst/>
              </a:rPr>
              <a:t>(1, 42) = 1.41, </a:t>
            </a:r>
            <a:r>
              <a:rPr lang="en-GB" sz="1600" b="0" i="0" dirty="0" err="1">
                <a:solidFill>
                  <a:srgbClr val="3D3B49"/>
                </a:solidFill>
                <a:effectLst/>
              </a:rPr>
              <a:t>n.s</a:t>
            </a:r>
            <a:r>
              <a:rPr lang="en-GB" sz="1600" b="0" i="0" dirty="0">
                <a:solidFill>
                  <a:srgbClr val="3D3B49"/>
                </a:solidFill>
                <a:effectLst/>
              </a:rPr>
              <a:t>.</a:t>
            </a:r>
            <a:r>
              <a:rPr lang="en-GB" sz="1600" dirty="0">
                <a:solidFill>
                  <a:srgbClr val="3D3B49"/>
                </a:solidFill>
              </a:rPr>
              <a:t> , or p &gt; 0.05</a:t>
            </a:r>
            <a:r>
              <a:rPr lang="en-GB" sz="1600" b="0" i="0" dirty="0">
                <a:solidFill>
                  <a:srgbClr val="3D3B49"/>
                </a:solidFill>
                <a:effectLst/>
              </a:rPr>
              <a:t>). </a:t>
            </a:r>
          </a:p>
          <a:p>
            <a:pPr algn="ctr">
              <a:spcBef>
                <a:spcPts val="600"/>
              </a:spcBef>
            </a:pPr>
            <a:r>
              <a:rPr lang="en-GB" sz="1600" b="0" i="0" dirty="0">
                <a:solidFill>
                  <a:srgbClr val="3D3B49"/>
                </a:solidFill>
                <a:effectLst/>
              </a:rPr>
              <a:t>There is a significant difference among participants who used different text entry methods </a:t>
            </a:r>
            <a:br>
              <a:rPr lang="en-GB" sz="1600" b="0" i="0" dirty="0">
                <a:solidFill>
                  <a:srgbClr val="3D3B49"/>
                </a:solidFill>
                <a:effectLst/>
              </a:rPr>
            </a:br>
            <a:r>
              <a:rPr lang="en-GB" sz="1600" b="0" i="0" dirty="0">
                <a:solidFill>
                  <a:srgbClr val="3D3B49"/>
                </a:solidFill>
                <a:effectLst/>
              </a:rPr>
              <a:t>(</a:t>
            </a:r>
            <a:r>
              <a:rPr lang="en-GB" sz="1600" b="0" i="1" dirty="0">
                <a:solidFill>
                  <a:srgbClr val="3D3B49"/>
                </a:solidFill>
                <a:effectLst/>
              </a:rPr>
              <a:t>F</a:t>
            </a:r>
            <a:r>
              <a:rPr lang="en-GB" sz="1600" b="0" i="0" dirty="0">
                <a:solidFill>
                  <a:srgbClr val="3D3B49"/>
                </a:solidFill>
                <a:effectLst/>
              </a:rPr>
              <a:t>(2, 42) = 4.51, </a:t>
            </a:r>
            <a:r>
              <a:rPr lang="en-GB" sz="1600" b="0" i="1" dirty="0">
                <a:solidFill>
                  <a:srgbClr val="3D3B49"/>
                </a:solidFill>
                <a:effectLst/>
              </a:rPr>
              <a:t>p</a:t>
            </a:r>
            <a:r>
              <a:rPr lang="en-GB" sz="1600" b="0" i="0" dirty="0">
                <a:solidFill>
                  <a:srgbClr val="3D3B49"/>
                </a:solidFill>
                <a:effectLst/>
              </a:rPr>
              <a:t> &lt; 0.05).</a:t>
            </a:r>
            <a:endParaRPr lang="en-GB" sz="2000" dirty="0"/>
          </a:p>
        </p:txBody>
      </p:sp>
      <p:sp>
        <p:nvSpPr>
          <p:cNvPr id="3" name="Rectangle 2">
            <a:extLst>
              <a:ext uri="{FF2B5EF4-FFF2-40B4-BE49-F238E27FC236}">
                <a16:creationId xmlns:a16="http://schemas.microsoft.com/office/drawing/2014/main" id="{3D4B2B20-75E8-4521-7DA6-221053F4CE3D}"/>
              </a:ext>
            </a:extLst>
          </p:cNvPr>
          <p:cNvSpPr/>
          <p:nvPr/>
        </p:nvSpPr>
        <p:spPr>
          <a:xfrm>
            <a:off x="6714742" y="2996952"/>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C99B4F3-794B-531B-ED27-701285111813}"/>
              </a:ext>
            </a:extLst>
          </p:cNvPr>
          <p:cNvSpPr/>
          <p:nvPr/>
        </p:nvSpPr>
        <p:spPr>
          <a:xfrm>
            <a:off x="4927900" y="2684170"/>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1C8C0129-B046-3753-6EAE-DA16EDB515FE}"/>
              </a:ext>
            </a:extLst>
          </p:cNvPr>
          <p:cNvSpPr/>
          <p:nvPr/>
        </p:nvSpPr>
        <p:spPr>
          <a:xfrm>
            <a:off x="4927900" y="3809226"/>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39A1B1A0-980B-F84C-0FD8-8C0575C8AF09}"/>
              </a:ext>
            </a:extLst>
          </p:cNvPr>
          <p:cNvSpPr/>
          <p:nvPr/>
        </p:nvSpPr>
        <p:spPr>
          <a:xfrm>
            <a:off x="6714742" y="2675059"/>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7" name="Group 26">
            <a:extLst>
              <a:ext uri="{FF2B5EF4-FFF2-40B4-BE49-F238E27FC236}">
                <a16:creationId xmlns:a16="http://schemas.microsoft.com/office/drawing/2014/main" id="{1E6F0A9A-A77F-986D-89E2-862AEB17697E}"/>
              </a:ext>
            </a:extLst>
          </p:cNvPr>
          <p:cNvGrpSpPr/>
          <p:nvPr/>
        </p:nvGrpSpPr>
        <p:grpSpPr>
          <a:xfrm>
            <a:off x="8544200" y="3169720"/>
            <a:ext cx="121680" cy="118440"/>
            <a:chOff x="8544200" y="3169720"/>
            <a:chExt cx="121680" cy="118440"/>
          </a:xfrm>
        </p:grpSpPr>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3A9B593C-7673-99F0-85C5-55D5761D4D68}"/>
                    </a:ext>
                  </a:extLst>
                </p14:cNvPr>
                <p14:cNvContentPartPr/>
                <p14:nvPr/>
              </p14:nvContentPartPr>
              <p14:xfrm>
                <a:off x="8544200" y="3169720"/>
                <a:ext cx="53640" cy="118440"/>
              </p14:xfrm>
            </p:contentPart>
          </mc:Choice>
          <mc:Fallback xmlns="">
            <p:pic>
              <p:nvPicPr>
                <p:cNvPr id="24" name="Ink 23">
                  <a:extLst>
                    <a:ext uri="{FF2B5EF4-FFF2-40B4-BE49-F238E27FC236}">
                      <a16:creationId xmlns:a16="http://schemas.microsoft.com/office/drawing/2014/main" id="{3A9B593C-7673-99F0-85C5-55D5761D4D68}"/>
                    </a:ext>
                  </a:extLst>
                </p:cNvPr>
                <p:cNvPicPr/>
                <p:nvPr/>
              </p:nvPicPr>
              <p:blipFill>
                <a:blip r:embed="rId8"/>
                <a:stretch>
                  <a:fillRect/>
                </a:stretch>
              </p:blipFill>
              <p:spPr>
                <a:xfrm>
                  <a:off x="8535200" y="3160720"/>
                  <a:ext cx="7128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 name="Ink 24">
                  <a:extLst>
                    <a:ext uri="{FF2B5EF4-FFF2-40B4-BE49-F238E27FC236}">
                      <a16:creationId xmlns:a16="http://schemas.microsoft.com/office/drawing/2014/main" id="{01F9CFE9-DFD6-9038-B3BD-072671E0E694}"/>
                    </a:ext>
                  </a:extLst>
                </p14:cNvPr>
                <p14:cNvContentPartPr/>
                <p14:nvPr/>
              </p14:nvContentPartPr>
              <p14:xfrm>
                <a:off x="8564360" y="3179800"/>
                <a:ext cx="101520" cy="30240"/>
              </p14:xfrm>
            </p:contentPart>
          </mc:Choice>
          <mc:Fallback xmlns="">
            <p:pic>
              <p:nvPicPr>
                <p:cNvPr id="25" name="Ink 24">
                  <a:extLst>
                    <a:ext uri="{FF2B5EF4-FFF2-40B4-BE49-F238E27FC236}">
                      <a16:creationId xmlns:a16="http://schemas.microsoft.com/office/drawing/2014/main" id="{01F9CFE9-DFD6-9038-B3BD-072671E0E694}"/>
                    </a:ext>
                  </a:extLst>
                </p:cNvPr>
                <p:cNvPicPr/>
                <p:nvPr/>
              </p:nvPicPr>
              <p:blipFill>
                <a:blip r:embed="rId10"/>
                <a:stretch>
                  <a:fillRect/>
                </a:stretch>
              </p:blipFill>
              <p:spPr>
                <a:xfrm>
                  <a:off x="8555720" y="3170800"/>
                  <a:ext cx="119160" cy="47880"/>
                </a:xfrm>
                <a:prstGeom prst="rect">
                  <a:avLst/>
                </a:prstGeom>
              </p:spPr>
            </p:pic>
          </mc:Fallback>
        </mc:AlternateContent>
      </p:grpSp>
      <p:grpSp>
        <p:nvGrpSpPr>
          <p:cNvPr id="31" name="Group 30">
            <a:extLst>
              <a:ext uri="{FF2B5EF4-FFF2-40B4-BE49-F238E27FC236}">
                <a16:creationId xmlns:a16="http://schemas.microsoft.com/office/drawing/2014/main" id="{A3BF8BC4-E7D7-3062-A4E9-27D3CCEE932D}"/>
              </a:ext>
            </a:extLst>
          </p:cNvPr>
          <p:cNvGrpSpPr/>
          <p:nvPr/>
        </p:nvGrpSpPr>
        <p:grpSpPr>
          <a:xfrm>
            <a:off x="4846640" y="2829520"/>
            <a:ext cx="1850760" cy="2427840"/>
            <a:chOff x="4846640" y="2829520"/>
            <a:chExt cx="1850760" cy="2427840"/>
          </a:xfrm>
        </p:grpSpPr>
        <mc:AlternateContent xmlns:mc="http://schemas.openxmlformats.org/markup-compatibility/2006" xmlns:p14="http://schemas.microsoft.com/office/powerpoint/2010/main">
          <mc:Choice Requires="p14">
            <p:contentPart p14:bwMode="auto" r:id="rId11">
              <p14:nvContentPartPr>
                <p14:cNvPr id="28" name="Ink 27">
                  <a:extLst>
                    <a:ext uri="{FF2B5EF4-FFF2-40B4-BE49-F238E27FC236}">
                      <a16:creationId xmlns:a16="http://schemas.microsoft.com/office/drawing/2014/main" id="{A2F0EB88-6CC8-1AD0-A8F6-5493DDD52BAB}"/>
                    </a:ext>
                  </a:extLst>
                </p14:cNvPr>
                <p14:cNvContentPartPr/>
                <p14:nvPr/>
              </p14:nvContentPartPr>
              <p14:xfrm>
                <a:off x="4846640" y="2844640"/>
                <a:ext cx="1838520" cy="2412720"/>
              </p14:xfrm>
            </p:contentPart>
          </mc:Choice>
          <mc:Fallback xmlns="">
            <p:pic>
              <p:nvPicPr>
                <p:cNvPr id="28" name="Ink 27">
                  <a:extLst>
                    <a:ext uri="{FF2B5EF4-FFF2-40B4-BE49-F238E27FC236}">
                      <a16:creationId xmlns:a16="http://schemas.microsoft.com/office/drawing/2014/main" id="{A2F0EB88-6CC8-1AD0-A8F6-5493DDD52BAB}"/>
                    </a:ext>
                  </a:extLst>
                </p:cNvPr>
                <p:cNvPicPr/>
                <p:nvPr/>
              </p:nvPicPr>
              <p:blipFill>
                <a:blip r:embed="rId12"/>
                <a:stretch>
                  <a:fillRect/>
                </a:stretch>
              </p:blipFill>
              <p:spPr>
                <a:xfrm>
                  <a:off x="4838000" y="2835640"/>
                  <a:ext cx="1856160" cy="2430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B39815E4-F468-3B64-AE79-BC553534791C}"/>
                    </a:ext>
                  </a:extLst>
                </p14:cNvPr>
                <p14:cNvContentPartPr/>
                <p14:nvPr/>
              </p14:nvContentPartPr>
              <p14:xfrm>
                <a:off x="6522440" y="2829520"/>
                <a:ext cx="174960" cy="146160"/>
              </p14:xfrm>
            </p:contentPart>
          </mc:Choice>
          <mc:Fallback xmlns="">
            <p:pic>
              <p:nvPicPr>
                <p:cNvPr id="30" name="Ink 29">
                  <a:extLst>
                    <a:ext uri="{FF2B5EF4-FFF2-40B4-BE49-F238E27FC236}">
                      <a16:creationId xmlns:a16="http://schemas.microsoft.com/office/drawing/2014/main" id="{B39815E4-F468-3B64-AE79-BC553534791C}"/>
                    </a:ext>
                  </a:extLst>
                </p:cNvPr>
                <p:cNvPicPr/>
                <p:nvPr/>
              </p:nvPicPr>
              <p:blipFill>
                <a:blip r:embed="rId14"/>
                <a:stretch>
                  <a:fillRect/>
                </a:stretch>
              </p:blipFill>
              <p:spPr>
                <a:xfrm>
                  <a:off x="6513440" y="2820880"/>
                  <a:ext cx="192600" cy="163800"/>
                </a:xfrm>
                <a:prstGeom prst="rect">
                  <a:avLst/>
                </a:prstGeom>
              </p:spPr>
            </p:pic>
          </mc:Fallback>
        </mc:AlternateContent>
      </p:grpSp>
      <p:sp>
        <p:nvSpPr>
          <p:cNvPr id="32" name="TextBox 31">
            <a:extLst>
              <a:ext uri="{FF2B5EF4-FFF2-40B4-BE49-F238E27FC236}">
                <a16:creationId xmlns:a16="http://schemas.microsoft.com/office/drawing/2014/main" id="{A7763040-B2D8-572C-B677-DEF69E153AC7}"/>
              </a:ext>
            </a:extLst>
          </p:cNvPr>
          <p:cNvSpPr txBox="1"/>
          <p:nvPr/>
        </p:nvSpPr>
        <p:spPr>
          <a:xfrm>
            <a:off x="5584758" y="4615950"/>
            <a:ext cx="3184514" cy="830997"/>
          </a:xfrm>
          <a:prstGeom prst="rect">
            <a:avLst/>
          </a:prstGeom>
          <a:solidFill>
            <a:schemeClr val="accent1"/>
          </a:solidFill>
        </p:spPr>
        <p:txBody>
          <a:bodyPr wrap="square" rtlCol="0">
            <a:spAutoFit/>
          </a:bodyPr>
          <a:lstStyle/>
          <a:p>
            <a:r>
              <a:rPr lang="en-GB" sz="1600" dirty="0">
                <a:latin typeface="+mn-lt"/>
              </a:rPr>
              <a:t>Look at the F. 95th Percentile Values on Blackboard for </a:t>
            </a:r>
            <a:r>
              <a:rPr lang="en-GB" sz="1600" dirty="0" err="1">
                <a:latin typeface="+mn-lt"/>
              </a:rPr>
              <a:t>df</a:t>
            </a:r>
            <a:r>
              <a:rPr lang="en-GB" sz="1600" dirty="0">
                <a:latin typeface="+mn-lt"/>
              </a:rPr>
              <a:t> 1, 42, is our F higher than the normal scores?</a:t>
            </a:r>
          </a:p>
        </p:txBody>
      </p:sp>
      <mc:AlternateContent xmlns:mc="http://schemas.openxmlformats.org/markup-compatibility/2006" xmlns:p14="http://schemas.microsoft.com/office/powerpoint/2010/main">
        <mc:Choice Requires="p14">
          <p:contentPart p14:bwMode="auto" r:id="rId15">
            <p14:nvContentPartPr>
              <p14:cNvPr id="22" name="Ink 21">
                <a:extLst>
                  <a:ext uri="{FF2B5EF4-FFF2-40B4-BE49-F238E27FC236}">
                    <a16:creationId xmlns:a16="http://schemas.microsoft.com/office/drawing/2014/main" id="{906B44C0-2725-E8E8-18F4-53AB3BDC1084}"/>
                  </a:ext>
                </a:extLst>
              </p14:cNvPr>
              <p14:cNvContentPartPr/>
              <p14:nvPr/>
            </p14:nvContentPartPr>
            <p14:xfrm>
              <a:off x="3951680" y="3236680"/>
              <a:ext cx="5030640" cy="2808360"/>
            </p14:xfrm>
          </p:contentPart>
        </mc:Choice>
        <mc:Fallback xmlns="">
          <p:pic>
            <p:nvPicPr>
              <p:cNvPr id="22" name="Ink 21">
                <a:extLst>
                  <a:ext uri="{FF2B5EF4-FFF2-40B4-BE49-F238E27FC236}">
                    <a16:creationId xmlns:a16="http://schemas.microsoft.com/office/drawing/2014/main" id="{906B44C0-2725-E8E8-18F4-53AB3BDC1084}"/>
                  </a:ext>
                </a:extLst>
              </p:cNvPr>
              <p:cNvPicPr/>
              <p:nvPr/>
            </p:nvPicPr>
            <p:blipFill>
              <a:blip r:embed="rId16"/>
              <a:stretch>
                <a:fillRect/>
              </a:stretch>
            </p:blipFill>
            <p:spPr>
              <a:xfrm>
                <a:off x="3943040" y="3227680"/>
                <a:ext cx="5048280" cy="2826000"/>
              </a:xfrm>
              <a:prstGeom prst="rect">
                <a:avLst/>
              </a:prstGeom>
            </p:spPr>
          </p:pic>
        </mc:Fallback>
      </mc:AlternateContent>
      <p:sp>
        <p:nvSpPr>
          <p:cNvPr id="33" name="Footer Placeholder 32">
            <a:extLst>
              <a:ext uri="{FF2B5EF4-FFF2-40B4-BE49-F238E27FC236}">
                <a16:creationId xmlns:a16="http://schemas.microsoft.com/office/drawing/2014/main" id="{51C9FAD8-B3BB-B363-D57B-C4414AB90C4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4" name="Slide Number Placeholder 33">
            <a:extLst>
              <a:ext uri="{FF2B5EF4-FFF2-40B4-BE49-F238E27FC236}">
                <a16:creationId xmlns:a16="http://schemas.microsoft.com/office/drawing/2014/main" id="{6AE19A75-B5BB-5025-9A0F-61CD0CCCC618}"/>
              </a:ext>
            </a:extLst>
          </p:cNvPr>
          <p:cNvSpPr>
            <a:spLocks noGrp="1"/>
          </p:cNvSpPr>
          <p:nvPr>
            <p:ph type="sldNum" sz="quarter" idx="4"/>
          </p:nvPr>
        </p:nvSpPr>
        <p:spPr/>
        <p:txBody>
          <a:bodyPr/>
          <a:lstStyle/>
          <a:p>
            <a:fld id="{9FD7ECCF-50E7-4327-B945-FA93FF7B2BEF}" type="slidenum">
              <a:rPr lang="en-US" smtClean="0"/>
              <a:pPr/>
              <a:t>29</a:t>
            </a:fld>
            <a:r>
              <a:rPr lang="en-GB"/>
              <a:t>/54</a:t>
            </a:r>
            <a:endParaRPr lang="en-US" dirty="0"/>
          </a:p>
        </p:txBody>
      </p:sp>
    </p:spTree>
    <p:extLst>
      <p:ext uri="{BB962C8B-B14F-4D97-AF65-F5344CB8AC3E}">
        <p14:creationId xmlns:p14="http://schemas.microsoft.com/office/powerpoint/2010/main" val="2926016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EF8B-C0A4-FB4D-730A-B514B09E8A32}"/>
              </a:ext>
            </a:extLst>
          </p:cNvPr>
          <p:cNvSpPr>
            <a:spLocks noGrp="1"/>
          </p:cNvSpPr>
          <p:nvPr>
            <p:ph type="title"/>
          </p:nvPr>
        </p:nvSpPr>
        <p:spPr>
          <a:xfrm>
            <a:off x="562406" y="112389"/>
            <a:ext cx="8153400" cy="990600"/>
          </a:xfrm>
        </p:spPr>
        <p:txBody>
          <a:bodyPr>
            <a:normAutofit fontScale="90000"/>
          </a:bodyPr>
          <a:lstStyle/>
          <a:p>
            <a:pPr>
              <a:lnSpc>
                <a:spcPts val="3500"/>
              </a:lnSpc>
            </a:pPr>
            <a:r>
              <a:rPr lang="en-GB" sz="4400" dirty="0">
                <a:latin typeface="+mn-lt"/>
              </a:rPr>
              <a:t>Reporting the results for</a:t>
            </a:r>
            <a:br>
              <a:rPr lang="en-GB" sz="4400" dirty="0">
                <a:latin typeface="+mn-lt"/>
              </a:rPr>
            </a:br>
            <a:r>
              <a:rPr lang="en-GB" dirty="0">
                <a:solidFill>
                  <a:schemeClr val="accent2">
                    <a:lumMod val="75000"/>
                  </a:schemeClr>
                </a:solidFill>
              </a:rPr>
              <a:t>Factorial ANOVA</a:t>
            </a:r>
          </a:p>
        </p:txBody>
      </p:sp>
      <p:graphicFrame>
        <p:nvGraphicFramePr>
          <p:cNvPr id="6" name="Content Placeholder 5">
            <a:extLst>
              <a:ext uri="{FF2B5EF4-FFF2-40B4-BE49-F238E27FC236}">
                <a16:creationId xmlns:a16="http://schemas.microsoft.com/office/drawing/2014/main" id="{6609D444-47D8-3166-DE36-D95D1FA20337}"/>
              </a:ext>
            </a:extLst>
          </p:cNvPr>
          <p:cNvGraphicFramePr>
            <a:graphicFrameLocks noGrp="1"/>
          </p:cNvGraphicFramePr>
          <p:nvPr>
            <p:ph sz="quarter" idx="1"/>
          </p:nvPr>
        </p:nvGraphicFramePr>
        <p:xfrm>
          <a:off x="2829772" y="1844824"/>
          <a:ext cx="5964192" cy="2255520"/>
        </p:xfrm>
        <a:graphic>
          <a:graphicData uri="http://schemas.openxmlformats.org/drawingml/2006/table">
            <a:tbl>
              <a:tblPr/>
              <a:tblGrid>
                <a:gridCol w="994032">
                  <a:extLst>
                    <a:ext uri="{9D8B030D-6E8A-4147-A177-3AD203B41FA5}">
                      <a16:colId xmlns:a16="http://schemas.microsoft.com/office/drawing/2014/main" val="2070154772"/>
                    </a:ext>
                  </a:extLst>
                </a:gridCol>
                <a:gridCol w="1252252">
                  <a:extLst>
                    <a:ext uri="{9D8B030D-6E8A-4147-A177-3AD203B41FA5}">
                      <a16:colId xmlns:a16="http://schemas.microsoft.com/office/drawing/2014/main" val="1151730929"/>
                    </a:ext>
                  </a:extLst>
                </a:gridCol>
                <a:gridCol w="735812">
                  <a:extLst>
                    <a:ext uri="{9D8B030D-6E8A-4147-A177-3AD203B41FA5}">
                      <a16:colId xmlns:a16="http://schemas.microsoft.com/office/drawing/2014/main" val="2508011377"/>
                    </a:ext>
                  </a:extLst>
                </a:gridCol>
                <a:gridCol w="994032">
                  <a:extLst>
                    <a:ext uri="{9D8B030D-6E8A-4147-A177-3AD203B41FA5}">
                      <a16:colId xmlns:a16="http://schemas.microsoft.com/office/drawing/2014/main" val="115742810"/>
                    </a:ext>
                  </a:extLst>
                </a:gridCol>
                <a:gridCol w="862444">
                  <a:extLst>
                    <a:ext uri="{9D8B030D-6E8A-4147-A177-3AD203B41FA5}">
                      <a16:colId xmlns:a16="http://schemas.microsoft.com/office/drawing/2014/main" val="4078930598"/>
                    </a:ext>
                  </a:extLst>
                </a:gridCol>
                <a:gridCol w="1125620">
                  <a:extLst>
                    <a:ext uri="{9D8B030D-6E8A-4147-A177-3AD203B41FA5}">
                      <a16:colId xmlns:a16="http://schemas.microsoft.com/office/drawing/2014/main" val="780044648"/>
                    </a:ext>
                  </a:extLst>
                </a:gridCol>
              </a:tblGrid>
              <a:tr h="0">
                <a:tc gridSpan="6">
                  <a:txBody>
                    <a:bodyPr/>
                    <a:lstStyle/>
                    <a:p>
                      <a:r>
                        <a:rPr lang="en-GB" sz="1400" dirty="0">
                          <a:latin typeface="+mn-lt"/>
                        </a:rPr>
                        <a:t>Result of the Factorial ANOVA Test</a:t>
                      </a:r>
                    </a:p>
                  </a:txBody>
                  <a:tcPr>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6584888"/>
                  </a:ext>
                </a:extLst>
              </a:tr>
              <a:tr h="0">
                <a:tc>
                  <a:txBody>
                    <a:bodyPr/>
                    <a:lstStyle/>
                    <a:p>
                      <a:pPr algn="l" fontAlgn="ctr"/>
                      <a:r>
                        <a:rPr lang="en-GB" sz="1400" b="1" i="0">
                          <a:effectLst/>
                          <a:latin typeface="+mn-lt"/>
                        </a:rPr>
                        <a:t>Source</a:t>
                      </a:r>
                    </a:p>
                  </a:txBody>
                  <a:tcPr anchor="ctr">
                    <a:lnL>
                      <a:noFill/>
                    </a:lnL>
                    <a:lnR>
                      <a:noFill/>
                    </a:lnR>
                    <a:lnB>
                      <a:noFill/>
                    </a:lnB>
                    <a:solidFill>
                      <a:srgbClr val="FFFFFF"/>
                    </a:solidFill>
                  </a:tcPr>
                </a:tc>
                <a:tc>
                  <a:txBody>
                    <a:bodyPr/>
                    <a:lstStyle/>
                    <a:p>
                      <a:pPr algn="l" fontAlgn="ctr"/>
                      <a:r>
                        <a:rPr lang="en-GB" sz="1400" b="1" i="0" dirty="0">
                          <a:effectLst/>
                          <a:latin typeface="+mn-lt"/>
                        </a:rPr>
                        <a:t>Sum of Square</a:t>
                      </a:r>
                    </a:p>
                  </a:txBody>
                  <a:tcPr anchor="ctr">
                    <a:lnL>
                      <a:noFill/>
                    </a:lnL>
                    <a:lnR>
                      <a:noFill/>
                    </a:lnR>
                    <a:lnT>
                      <a:noFill/>
                    </a:lnT>
                    <a:lnB>
                      <a:noFill/>
                    </a:lnB>
                    <a:solidFill>
                      <a:srgbClr val="FFFFFF"/>
                    </a:solidFill>
                  </a:tcPr>
                </a:tc>
                <a:tc>
                  <a:txBody>
                    <a:bodyPr/>
                    <a:lstStyle/>
                    <a:p>
                      <a:pPr algn="l" fontAlgn="ctr"/>
                      <a:r>
                        <a:rPr lang="en-GB" sz="1400" b="1" i="1">
                          <a:effectLst/>
                          <a:latin typeface="+mn-lt"/>
                        </a:rPr>
                        <a:t>df</a:t>
                      </a:r>
                      <a:endParaRPr lang="en-GB" sz="1400" b="1" i="0">
                        <a:effectLst/>
                        <a:latin typeface="+mn-lt"/>
                      </a:endParaRPr>
                    </a:p>
                  </a:txBody>
                  <a:tcPr anchor="ctr">
                    <a:lnL>
                      <a:noFill/>
                    </a:lnL>
                    <a:lnR>
                      <a:noFill/>
                    </a:lnR>
                    <a:lnT>
                      <a:noFill/>
                    </a:lnT>
                    <a:lnB>
                      <a:noFill/>
                    </a:lnB>
                    <a:solidFill>
                      <a:srgbClr val="FFFFFF"/>
                    </a:solidFill>
                  </a:tcPr>
                </a:tc>
                <a:tc>
                  <a:txBody>
                    <a:bodyPr/>
                    <a:lstStyle/>
                    <a:p>
                      <a:pPr algn="l" fontAlgn="ctr"/>
                      <a:r>
                        <a:rPr lang="en-GB" sz="1400" b="1" i="0">
                          <a:effectLst/>
                          <a:latin typeface="+mn-lt"/>
                        </a:rPr>
                        <a:t>Mean Square</a:t>
                      </a:r>
                    </a:p>
                  </a:txBody>
                  <a:tcPr anchor="ctr">
                    <a:lnL>
                      <a:noFill/>
                    </a:lnL>
                    <a:lnR>
                      <a:noFill/>
                    </a:lnR>
                    <a:lnT>
                      <a:noFill/>
                    </a:lnT>
                    <a:lnB>
                      <a:noFill/>
                    </a:lnB>
                    <a:solidFill>
                      <a:srgbClr val="FFFFFF"/>
                    </a:solidFill>
                  </a:tcPr>
                </a:tc>
                <a:tc>
                  <a:txBody>
                    <a:bodyPr/>
                    <a:lstStyle/>
                    <a:p>
                      <a:pPr algn="l" fontAlgn="ctr"/>
                      <a:r>
                        <a:rPr lang="en-GB" sz="1400" b="1" i="1">
                          <a:effectLst/>
                          <a:latin typeface="+mn-lt"/>
                        </a:rPr>
                        <a:t>F</a:t>
                      </a:r>
                      <a:endParaRPr lang="en-GB" sz="1400" b="1" i="0">
                        <a:effectLst/>
                        <a:latin typeface="+mn-lt"/>
                      </a:endParaRPr>
                    </a:p>
                  </a:txBody>
                  <a:tcPr anchor="ctr">
                    <a:lnL>
                      <a:noFill/>
                    </a:lnL>
                    <a:lnR>
                      <a:noFill/>
                    </a:lnR>
                    <a:lnT>
                      <a:noFill/>
                    </a:lnT>
                    <a:lnB>
                      <a:noFill/>
                    </a:lnB>
                    <a:solidFill>
                      <a:srgbClr val="FFFFFF"/>
                    </a:solidFill>
                  </a:tcPr>
                </a:tc>
                <a:tc>
                  <a:txBody>
                    <a:bodyPr/>
                    <a:lstStyle/>
                    <a:p>
                      <a:pPr algn="l" fontAlgn="ctr"/>
                      <a:r>
                        <a:rPr lang="en-GB" sz="1400" b="1" i="0">
                          <a:effectLst/>
                          <a:latin typeface="+mn-lt"/>
                        </a:rPr>
                        <a:t>Significance</a:t>
                      </a:r>
                    </a:p>
                  </a:txBody>
                  <a:tcPr anchor="ctr">
                    <a:lnL>
                      <a:noFill/>
                    </a:lnL>
                    <a:lnR>
                      <a:noFill/>
                    </a:lnR>
                    <a:lnT>
                      <a:noFill/>
                    </a:lnT>
                    <a:lnB>
                      <a:noFill/>
                    </a:lnB>
                    <a:solidFill>
                      <a:srgbClr val="FFFFFF"/>
                    </a:solidFill>
                  </a:tcPr>
                </a:tc>
                <a:extLst>
                  <a:ext uri="{0D108BD9-81ED-4DB2-BD59-A6C34878D82A}">
                    <a16:rowId xmlns:a16="http://schemas.microsoft.com/office/drawing/2014/main" val="2722302080"/>
                  </a:ext>
                </a:extLst>
              </a:tr>
              <a:tr h="0">
                <a:tc>
                  <a:txBody>
                    <a:bodyPr/>
                    <a:lstStyle/>
                    <a:p>
                      <a:pPr algn="l" fontAlgn="t"/>
                      <a:r>
                        <a:rPr lang="en-GB" sz="1400" b="0">
                          <a:effectLst/>
                          <a:latin typeface="+mn-lt"/>
                        </a:rPr>
                        <a:t>Task type</a:t>
                      </a:r>
                    </a:p>
                  </a:txBody>
                  <a:tcPr>
                    <a:lnL>
                      <a:noFill/>
                    </a:lnL>
                    <a:lnR>
                      <a:noFill/>
                    </a:lnR>
                    <a:lnT>
                      <a:noFill/>
                    </a:lnT>
                    <a:lnB>
                      <a:noFill/>
                    </a:lnB>
                    <a:solidFill>
                      <a:srgbClr val="FFFFFF"/>
                    </a:solidFill>
                  </a:tcPr>
                </a:tc>
                <a:tc>
                  <a:txBody>
                    <a:bodyPr/>
                    <a:lstStyle/>
                    <a:p>
                      <a:pPr algn="l" fontAlgn="t"/>
                      <a:r>
                        <a:rPr lang="en-GB" sz="1400" b="0">
                          <a:effectLst/>
                          <a:latin typeface="+mn-lt"/>
                        </a:rPr>
                        <a:t>2745.188</a:t>
                      </a:r>
                    </a:p>
                  </a:txBody>
                  <a:tcPr>
                    <a:lnL>
                      <a:noFill/>
                    </a:lnL>
                    <a:lnR>
                      <a:noFill/>
                    </a:lnR>
                    <a:lnT>
                      <a:noFill/>
                    </a:lnT>
                    <a:lnB>
                      <a:noFill/>
                    </a:lnB>
                    <a:solidFill>
                      <a:srgbClr val="FFFFFF"/>
                    </a:solidFill>
                  </a:tcPr>
                </a:tc>
                <a:tc>
                  <a:txBody>
                    <a:bodyPr/>
                    <a:lstStyle/>
                    <a:p>
                      <a:pPr algn="l" fontAlgn="t"/>
                      <a:r>
                        <a:rPr lang="en-GB" sz="1400" b="0">
                          <a:effectLst/>
                          <a:latin typeface="+mn-lt"/>
                        </a:rPr>
                        <a:t> 1</a:t>
                      </a:r>
                    </a:p>
                  </a:txBody>
                  <a:tcPr>
                    <a:lnL>
                      <a:noFill/>
                    </a:lnL>
                    <a:lnR>
                      <a:noFill/>
                    </a:lnR>
                    <a:lnT>
                      <a:noFill/>
                    </a:lnT>
                    <a:lnB>
                      <a:noFill/>
                    </a:lnB>
                    <a:solidFill>
                      <a:srgbClr val="FFFFFF"/>
                    </a:solidFill>
                  </a:tcPr>
                </a:tc>
                <a:tc>
                  <a:txBody>
                    <a:bodyPr/>
                    <a:lstStyle/>
                    <a:p>
                      <a:pPr algn="l" fontAlgn="t"/>
                      <a:r>
                        <a:rPr lang="en-GB" sz="1400" b="0">
                          <a:effectLst/>
                          <a:latin typeface="+mn-lt"/>
                        </a:rPr>
                        <a:t>2745.188</a:t>
                      </a:r>
                    </a:p>
                  </a:txBody>
                  <a:tcPr>
                    <a:lnL>
                      <a:noFill/>
                    </a:lnL>
                    <a:lnR>
                      <a:noFill/>
                    </a:lnR>
                    <a:lnT>
                      <a:noFill/>
                    </a:lnT>
                    <a:lnB>
                      <a:noFill/>
                    </a:lnB>
                    <a:solidFill>
                      <a:srgbClr val="FFFFFF"/>
                    </a:solidFill>
                  </a:tcPr>
                </a:tc>
                <a:tc>
                  <a:txBody>
                    <a:bodyPr/>
                    <a:lstStyle/>
                    <a:p>
                      <a:pPr algn="l" fontAlgn="t"/>
                      <a:r>
                        <a:rPr lang="en-GB" sz="1400" b="0">
                          <a:effectLst/>
                          <a:latin typeface="+mn-lt"/>
                        </a:rPr>
                        <a:t>1.410</a:t>
                      </a:r>
                    </a:p>
                  </a:txBody>
                  <a:tcPr>
                    <a:lnL>
                      <a:noFill/>
                    </a:lnL>
                    <a:lnR>
                      <a:noFill/>
                    </a:lnR>
                    <a:lnT>
                      <a:noFill/>
                    </a:lnT>
                    <a:lnB>
                      <a:noFill/>
                    </a:lnB>
                    <a:solidFill>
                      <a:srgbClr val="FFFFFF"/>
                    </a:solidFill>
                  </a:tcPr>
                </a:tc>
                <a:tc>
                  <a:txBody>
                    <a:bodyPr/>
                    <a:lstStyle/>
                    <a:p>
                      <a:pPr algn="l" fontAlgn="t"/>
                      <a:r>
                        <a:rPr lang="en-GB" sz="1400" b="0">
                          <a:effectLst/>
                          <a:latin typeface="+mn-lt"/>
                        </a:rPr>
                        <a:t>0.242</a:t>
                      </a:r>
                    </a:p>
                  </a:txBody>
                  <a:tcPr>
                    <a:lnL>
                      <a:noFill/>
                    </a:lnL>
                    <a:lnR>
                      <a:noFill/>
                    </a:lnR>
                    <a:lnT>
                      <a:noFill/>
                    </a:lnT>
                    <a:lnB>
                      <a:noFill/>
                    </a:lnB>
                    <a:solidFill>
                      <a:srgbClr val="FFFFFF"/>
                    </a:solidFill>
                  </a:tcPr>
                </a:tc>
                <a:extLst>
                  <a:ext uri="{0D108BD9-81ED-4DB2-BD59-A6C34878D82A}">
                    <a16:rowId xmlns:a16="http://schemas.microsoft.com/office/drawing/2014/main" val="396990458"/>
                  </a:ext>
                </a:extLst>
              </a:tr>
              <a:tr h="0">
                <a:tc>
                  <a:txBody>
                    <a:bodyPr/>
                    <a:lstStyle/>
                    <a:p>
                      <a:pPr algn="l" fontAlgn="t"/>
                      <a:r>
                        <a:rPr lang="en-GB" sz="1400" b="0">
                          <a:effectLst/>
                          <a:latin typeface="+mn-lt"/>
                        </a:rPr>
                        <a:t>Entry method</a:t>
                      </a:r>
                    </a:p>
                  </a:txBody>
                  <a:tcPr>
                    <a:lnL>
                      <a:noFill/>
                    </a:lnL>
                    <a:lnR>
                      <a:noFill/>
                    </a:lnR>
                    <a:lnT>
                      <a:noFill/>
                    </a:lnT>
                    <a:lnB>
                      <a:noFill/>
                    </a:lnB>
                    <a:solidFill>
                      <a:srgbClr val="EEF2F6"/>
                    </a:solidFill>
                  </a:tcPr>
                </a:tc>
                <a:tc>
                  <a:txBody>
                    <a:bodyPr/>
                    <a:lstStyle/>
                    <a:p>
                      <a:pPr algn="l" fontAlgn="t"/>
                      <a:r>
                        <a:rPr lang="en-GB" sz="1400" b="0" dirty="0">
                          <a:effectLst/>
                          <a:latin typeface="+mn-lt"/>
                        </a:rPr>
                        <a:t>17,564.625</a:t>
                      </a:r>
                    </a:p>
                  </a:txBody>
                  <a:tcPr>
                    <a:lnL>
                      <a:noFill/>
                    </a:lnL>
                    <a:lnR>
                      <a:noFill/>
                    </a:lnR>
                    <a:lnT>
                      <a:noFill/>
                    </a:lnT>
                    <a:lnB>
                      <a:noFill/>
                    </a:lnB>
                    <a:solidFill>
                      <a:srgbClr val="EEF2F6"/>
                    </a:solidFill>
                  </a:tcPr>
                </a:tc>
                <a:tc>
                  <a:txBody>
                    <a:bodyPr/>
                    <a:lstStyle/>
                    <a:p>
                      <a:pPr algn="l" fontAlgn="t"/>
                      <a:r>
                        <a:rPr lang="en-GB" sz="1400" b="0" dirty="0">
                          <a:effectLst/>
                          <a:latin typeface="+mn-lt"/>
                        </a:rPr>
                        <a:t> 2</a:t>
                      </a:r>
                    </a:p>
                  </a:txBody>
                  <a:tcPr>
                    <a:lnL>
                      <a:noFill/>
                    </a:lnL>
                    <a:lnR>
                      <a:noFill/>
                    </a:lnR>
                    <a:lnT>
                      <a:noFill/>
                    </a:lnT>
                    <a:lnB>
                      <a:noFill/>
                    </a:lnB>
                    <a:solidFill>
                      <a:srgbClr val="EEF2F6"/>
                    </a:solidFill>
                  </a:tcPr>
                </a:tc>
                <a:tc>
                  <a:txBody>
                    <a:bodyPr/>
                    <a:lstStyle/>
                    <a:p>
                      <a:pPr algn="l" fontAlgn="t"/>
                      <a:r>
                        <a:rPr lang="en-GB" sz="1400" b="0">
                          <a:effectLst/>
                          <a:latin typeface="+mn-lt"/>
                        </a:rPr>
                        <a:t>8782.313</a:t>
                      </a:r>
                    </a:p>
                  </a:txBody>
                  <a:tcPr>
                    <a:lnL>
                      <a:noFill/>
                    </a:lnL>
                    <a:lnR>
                      <a:noFill/>
                    </a:lnR>
                    <a:lnT>
                      <a:noFill/>
                    </a:lnT>
                    <a:lnB>
                      <a:noFill/>
                    </a:lnB>
                    <a:solidFill>
                      <a:srgbClr val="EEF2F6"/>
                    </a:solidFill>
                  </a:tcPr>
                </a:tc>
                <a:tc>
                  <a:txBody>
                    <a:bodyPr/>
                    <a:lstStyle/>
                    <a:p>
                      <a:pPr algn="l" fontAlgn="t"/>
                      <a:r>
                        <a:rPr lang="en-GB" sz="1400" b="0">
                          <a:effectLst/>
                          <a:latin typeface="+mn-lt"/>
                        </a:rPr>
                        <a:t>4.512</a:t>
                      </a:r>
                    </a:p>
                  </a:txBody>
                  <a:tcPr>
                    <a:lnL>
                      <a:noFill/>
                    </a:lnL>
                    <a:lnR>
                      <a:noFill/>
                    </a:lnR>
                    <a:lnT>
                      <a:noFill/>
                    </a:lnT>
                    <a:lnB>
                      <a:noFill/>
                    </a:lnB>
                    <a:solidFill>
                      <a:srgbClr val="EEF2F6"/>
                    </a:solidFill>
                  </a:tcPr>
                </a:tc>
                <a:tc>
                  <a:txBody>
                    <a:bodyPr/>
                    <a:lstStyle/>
                    <a:p>
                      <a:pPr algn="l" fontAlgn="t"/>
                      <a:r>
                        <a:rPr lang="en-GB" sz="1400" b="0">
                          <a:effectLst/>
                          <a:latin typeface="+mn-lt"/>
                        </a:rPr>
                        <a:t>0.017</a:t>
                      </a:r>
                    </a:p>
                  </a:txBody>
                  <a:tcPr>
                    <a:lnL>
                      <a:noFill/>
                    </a:lnL>
                    <a:lnR>
                      <a:noFill/>
                    </a:lnR>
                    <a:lnT>
                      <a:noFill/>
                    </a:lnT>
                    <a:lnB>
                      <a:noFill/>
                    </a:lnB>
                    <a:solidFill>
                      <a:srgbClr val="EEF2F6"/>
                    </a:solidFill>
                  </a:tcPr>
                </a:tc>
                <a:extLst>
                  <a:ext uri="{0D108BD9-81ED-4DB2-BD59-A6C34878D82A}">
                    <a16:rowId xmlns:a16="http://schemas.microsoft.com/office/drawing/2014/main" val="2689242120"/>
                  </a:ext>
                </a:extLst>
              </a:tr>
              <a:tr h="0">
                <a:tc>
                  <a:txBody>
                    <a:bodyPr/>
                    <a:lstStyle/>
                    <a:p>
                      <a:pPr algn="l" fontAlgn="t"/>
                      <a:r>
                        <a:rPr lang="en-GB" sz="1400" b="0">
                          <a:effectLst/>
                          <a:latin typeface="+mn-lt"/>
                        </a:rPr>
                        <a:t>Task*entry</a:t>
                      </a:r>
                    </a:p>
                  </a:txBody>
                  <a:tcPr>
                    <a:lnL>
                      <a:noFill/>
                    </a:lnL>
                    <a:lnR>
                      <a:noFill/>
                    </a:lnR>
                    <a:lnT>
                      <a:noFill/>
                    </a:lnT>
                    <a:lnB>
                      <a:noFill/>
                    </a:lnB>
                    <a:solidFill>
                      <a:srgbClr val="FFFFFF"/>
                    </a:solidFill>
                  </a:tcPr>
                </a:tc>
                <a:tc>
                  <a:txBody>
                    <a:bodyPr/>
                    <a:lstStyle/>
                    <a:p>
                      <a:pPr algn="l" fontAlgn="t"/>
                      <a:r>
                        <a:rPr lang="en-GB" sz="1400" b="0">
                          <a:effectLst/>
                          <a:latin typeface="+mn-lt"/>
                        </a:rPr>
                        <a:t>114.875</a:t>
                      </a:r>
                    </a:p>
                  </a:txBody>
                  <a:tcPr>
                    <a:lnL>
                      <a:noFill/>
                    </a:lnL>
                    <a:lnR>
                      <a:noFill/>
                    </a:lnR>
                    <a:lnT>
                      <a:noFill/>
                    </a:lnT>
                    <a:lnB>
                      <a:noFill/>
                    </a:lnB>
                    <a:solidFill>
                      <a:srgbClr val="FFFFFF"/>
                    </a:solidFill>
                  </a:tcPr>
                </a:tc>
                <a:tc>
                  <a:txBody>
                    <a:bodyPr/>
                    <a:lstStyle/>
                    <a:p>
                      <a:pPr algn="l" fontAlgn="t"/>
                      <a:r>
                        <a:rPr lang="en-GB" sz="1400" b="0">
                          <a:effectLst/>
                          <a:latin typeface="+mn-lt"/>
                        </a:rPr>
                        <a:t> 2</a:t>
                      </a:r>
                    </a:p>
                  </a:txBody>
                  <a:tcPr>
                    <a:lnL>
                      <a:noFill/>
                    </a:lnL>
                    <a:lnR>
                      <a:noFill/>
                    </a:lnR>
                    <a:lnT>
                      <a:noFill/>
                    </a:lnT>
                    <a:lnB>
                      <a:noFill/>
                    </a:lnB>
                    <a:solidFill>
                      <a:srgbClr val="FFFFFF"/>
                    </a:solidFill>
                  </a:tcPr>
                </a:tc>
                <a:tc>
                  <a:txBody>
                    <a:bodyPr/>
                    <a:lstStyle/>
                    <a:p>
                      <a:pPr algn="l" fontAlgn="t"/>
                      <a:r>
                        <a:rPr lang="en-GB" sz="1400" b="0">
                          <a:effectLst/>
                          <a:latin typeface="+mn-lt"/>
                        </a:rPr>
                        <a:t>57.437</a:t>
                      </a:r>
                    </a:p>
                  </a:txBody>
                  <a:tcPr>
                    <a:lnL>
                      <a:noFill/>
                    </a:lnL>
                    <a:lnR>
                      <a:noFill/>
                    </a:lnR>
                    <a:lnT>
                      <a:noFill/>
                    </a:lnT>
                    <a:lnB>
                      <a:noFill/>
                    </a:lnB>
                    <a:solidFill>
                      <a:srgbClr val="FFFFFF"/>
                    </a:solidFill>
                  </a:tcPr>
                </a:tc>
                <a:tc>
                  <a:txBody>
                    <a:bodyPr/>
                    <a:lstStyle/>
                    <a:p>
                      <a:pPr algn="l" fontAlgn="t"/>
                      <a:r>
                        <a:rPr lang="en-GB" sz="1400" b="0">
                          <a:effectLst/>
                          <a:latin typeface="+mn-lt"/>
                        </a:rPr>
                        <a:t>0.030</a:t>
                      </a:r>
                    </a:p>
                  </a:txBody>
                  <a:tcPr>
                    <a:lnL>
                      <a:noFill/>
                    </a:lnL>
                    <a:lnR>
                      <a:noFill/>
                    </a:lnR>
                    <a:lnT>
                      <a:noFill/>
                    </a:lnT>
                    <a:lnB>
                      <a:noFill/>
                    </a:lnB>
                    <a:solidFill>
                      <a:srgbClr val="FFFFFF"/>
                    </a:solidFill>
                  </a:tcPr>
                </a:tc>
                <a:tc>
                  <a:txBody>
                    <a:bodyPr/>
                    <a:lstStyle/>
                    <a:p>
                      <a:pPr algn="l" fontAlgn="t"/>
                      <a:r>
                        <a:rPr lang="en-GB" sz="1400" b="0">
                          <a:effectLst/>
                          <a:latin typeface="+mn-lt"/>
                        </a:rPr>
                        <a:t>0.971</a:t>
                      </a:r>
                    </a:p>
                  </a:txBody>
                  <a:tcPr>
                    <a:lnL>
                      <a:noFill/>
                    </a:lnL>
                    <a:lnR>
                      <a:noFill/>
                    </a:lnR>
                    <a:lnT>
                      <a:noFill/>
                    </a:lnT>
                    <a:lnB>
                      <a:noFill/>
                    </a:lnB>
                    <a:solidFill>
                      <a:srgbClr val="FFFFFF"/>
                    </a:solidFill>
                  </a:tcPr>
                </a:tc>
                <a:extLst>
                  <a:ext uri="{0D108BD9-81ED-4DB2-BD59-A6C34878D82A}">
                    <a16:rowId xmlns:a16="http://schemas.microsoft.com/office/drawing/2014/main" val="2001903410"/>
                  </a:ext>
                </a:extLst>
              </a:tr>
              <a:tr h="0">
                <a:tc>
                  <a:txBody>
                    <a:bodyPr/>
                    <a:lstStyle/>
                    <a:p>
                      <a:pPr algn="l" fontAlgn="t"/>
                      <a:r>
                        <a:rPr lang="en-GB" sz="1400" b="0">
                          <a:effectLst/>
                          <a:latin typeface="+mn-lt"/>
                        </a:rPr>
                        <a:t>Error</a:t>
                      </a:r>
                    </a:p>
                  </a:txBody>
                  <a:tcPr>
                    <a:lnL>
                      <a:noFill/>
                    </a:lnL>
                    <a:lnR>
                      <a:noFill/>
                    </a:lnR>
                    <a:lnT>
                      <a:noFill/>
                    </a:lnT>
                    <a:lnB>
                      <a:noFill/>
                    </a:lnB>
                    <a:solidFill>
                      <a:srgbClr val="EEF2F6"/>
                    </a:solidFill>
                  </a:tcPr>
                </a:tc>
                <a:tc>
                  <a:txBody>
                    <a:bodyPr/>
                    <a:lstStyle/>
                    <a:p>
                      <a:pPr algn="l" fontAlgn="t"/>
                      <a:r>
                        <a:rPr lang="en-GB" sz="1400" b="0">
                          <a:effectLst/>
                          <a:latin typeface="+mn-lt"/>
                        </a:rPr>
                        <a:t>81,751.625</a:t>
                      </a:r>
                    </a:p>
                  </a:txBody>
                  <a:tcPr>
                    <a:lnL>
                      <a:noFill/>
                    </a:lnL>
                    <a:lnR>
                      <a:noFill/>
                    </a:lnR>
                    <a:lnT>
                      <a:noFill/>
                    </a:lnT>
                    <a:lnB>
                      <a:noFill/>
                    </a:lnB>
                    <a:solidFill>
                      <a:srgbClr val="EEF2F6"/>
                    </a:solidFill>
                  </a:tcPr>
                </a:tc>
                <a:tc>
                  <a:txBody>
                    <a:bodyPr/>
                    <a:lstStyle/>
                    <a:p>
                      <a:pPr algn="l" fontAlgn="t"/>
                      <a:r>
                        <a:rPr lang="en-GB" sz="1400" b="0">
                          <a:effectLst/>
                          <a:latin typeface="+mn-lt"/>
                        </a:rPr>
                        <a:t>42</a:t>
                      </a:r>
                    </a:p>
                  </a:txBody>
                  <a:tcPr>
                    <a:lnL>
                      <a:noFill/>
                    </a:lnL>
                    <a:lnR>
                      <a:noFill/>
                    </a:lnR>
                    <a:lnT>
                      <a:noFill/>
                    </a:lnT>
                    <a:lnB>
                      <a:noFill/>
                    </a:lnB>
                    <a:solidFill>
                      <a:srgbClr val="EEF2F6"/>
                    </a:solidFill>
                  </a:tcPr>
                </a:tc>
                <a:tc>
                  <a:txBody>
                    <a:bodyPr/>
                    <a:lstStyle/>
                    <a:p>
                      <a:pPr algn="l" fontAlgn="t"/>
                      <a:r>
                        <a:rPr lang="en-GB" sz="1400" b="0">
                          <a:effectLst/>
                          <a:latin typeface="+mn-lt"/>
                        </a:rPr>
                        <a:t>1946.467</a:t>
                      </a:r>
                    </a:p>
                  </a:txBody>
                  <a:tcPr>
                    <a:lnL>
                      <a:noFill/>
                    </a:lnL>
                    <a:lnR>
                      <a:noFill/>
                    </a:lnR>
                    <a:lnT>
                      <a:noFill/>
                    </a:lnT>
                    <a:lnB>
                      <a:noFill/>
                    </a:lnB>
                    <a:solidFill>
                      <a:srgbClr val="EEF2F6"/>
                    </a:solidFill>
                  </a:tcPr>
                </a:tc>
                <a:tc>
                  <a:txBody>
                    <a:bodyPr/>
                    <a:lstStyle/>
                    <a:p>
                      <a:pPr algn="l" fontAlgn="t"/>
                      <a:r>
                        <a:rPr lang="en-GB" sz="1400" b="0">
                          <a:effectLst/>
                          <a:latin typeface="+mn-lt"/>
                        </a:rPr>
                        <a:t>—</a:t>
                      </a:r>
                    </a:p>
                  </a:txBody>
                  <a:tcPr>
                    <a:lnL>
                      <a:noFill/>
                    </a:lnL>
                    <a:lnR>
                      <a:noFill/>
                    </a:lnR>
                    <a:lnT>
                      <a:noFill/>
                    </a:lnT>
                    <a:lnB>
                      <a:noFill/>
                    </a:lnB>
                    <a:solidFill>
                      <a:srgbClr val="EEF2F6"/>
                    </a:solidFill>
                  </a:tcPr>
                </a:tc>
                <a:tc>
                  <a:txBody>
                    <a:bodyPr/>
                    <a:lstStyle/>
                    <a:p>
                      <a:pPr algn="l" fontAlgn="t"/>
                      <a:r>
                        <a:rPr lang="en-GB" sz="1400" b="0" dirty="0">
                          <a:effectLst/>
                          <a:latin typeface="+mn-lt"/>
                        </a:rPr>
                        <a:t>—</a:t>
                      </a:r>
                    </a:p>
                  </a:txBody>
                  <a:tcPr>
                    <a:lnL>
                      <a:noFill/>
                    </a:lnL>
                    <a:lnR>
                      <a:noFill/>
                    </a:lnR>
                    <a:lnT>
                      <a:noFill/>
                    </a:lnT>
                    <a:lnB>
                      <a:noFill/>
                    </a:lnB>
                    <a:solidFill>
                      <a:srgbClr val="EEF2F6"/>
                    </a:solidFill>
                  </a:tcPr>
                </a:tc>
                <a:extLst>
                  <a:ext uri="{0D108BD9-81ED-4DB2-BD59-A6C34878D82A}">
                    <a16:rowId xmlns:a16="http://schemas.microsoft.com/office/drawing/2014/main" val="3517710232"/>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C15E6677-69C6-65CF-8F92-412FB9A3DBE5}"/>
                  </a:ext>
                </a:extLst>
              </p14:cNvPr>
              <p14:cNvContentPartPr/>
              <p14:nvPr/>
            </p14:nvContentPartPr>
            <p14:xfrm>
              <a:off x="9762720" y="2228205"/>
              <a:ext cx="360" cy="360"/>
            </p14:xfrm>
          </p:contentPart>
        </mc:Choice>
        <mc:Fallback xmlns="">
          <p:pic>
            <p:nvPicPr>
              <p:cNvPr id="26" name="Ink 25">
                <a:extLst>
                  <a:ext uri="{FF2B5EF4-FFF2-40B4-BE49-F238E27FC236}">
                    <a16:creationId xmlns:a16="http://schemas.microsoft.com/office/drawing/2014/main" id="{C15E6677-69C6-65CF-8F92-412FB9A3DBE5}"/>
                  </a:ext>
                </a:extLst>
              </p:cNvPr>
              <p:cNvPicPr/>
              <p:nvPr/>
            </p:nvPicPr>
            <p:blipFill>
              <a:blip r:embed="rId4"/>
              <a:stretch>
                <a:fillRect/>
              </a:stretch>
            </p:blipFill>
            <p:spPr>
              <a:xfrm>
                <a:off x="9758400" y="2223885"/>
                <a:ext cx="9000" cy="9000"/>
              </a:xfrm>
              <a:prstGeom prst="rect">
                <a:avLst/>
              </a:prstGeom>
            </p:spPr>
          </p:pic>
        </mc:Fallback>
      </mc:AlternateContent>
      <p:sp>
        <p:nvSpPr>
          <p:cNvPr id="36" name="Rectangle 35">
            <a:extLst>
              <a:ext uri="{FF2B5EF4-FFF2-40B4-BE49-F238E27FC236}">
                <a16:creationId xmlns:a16="http://schemas.microsoft.com/office/drawing/2014/main" id="{17DBBCEB-E3F6-8B49-85D3-5DA96F41584D}"/>
              </a:ext>
            </a:extLst>
          </p:cNvPr>
          <p:cNvSpPr/>
          <p:nvPr/>
        </p:nvSpPr>
        <p:spPr>
          <a:xfrm>
            <a:off x="7683498" y="2620424"/>
            <a:ext cx="704926" cy="30452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9CF41566-1FE5-391F-2BD2-2A81DEA26576}"/>
              </a:ext>
            </a:extLst>
          </p:cNvPr>
          <p:cNvSpPr/>
          <p:nvPr/>
        </p:nvSpPr>
        <p:spPr>
          <a:xfrm>
            <a:off x="7683498" y="3429000"/>
            <a:ext cx="704926" cy="36004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630F1E74-C466-424D-724B-317EDD5E20F0}"/>
              </a:ext>
            </a:extLst>
          </p:cNvPr>
          <p:cNvSpPr/>
          <p:nvPr/>
        </p:nvSpPr>
        <p:spPr>
          <a:xfrm>
            <a:off x="7683498" y="2980464"/>
            <a:ext cx="704926"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7C117CEE-49F8-5DF6-775A-543460C24142}"/>
              </a:ext>
            </a:extLst>
          </p:cNvPr>
          <p:cNvSpPr/>
          <p:nvPr/>
        </p:nvSpPr>
        <p:spPr>
          <a:xfrm>
            <a:off x="533400" y="1005043"/>
            <a:ext cx="4063125" cy="5341109"/>
          </a:xfrm>
          <a:prstGeom prst="rect">
            <a:avLst/>
          </a:prstGeom>
          <a:solidFill>
            <a:srgbClr val="D4E2ED">
              <a:alpha val="85098"/>
            </a:srgb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i="0" dirty="0">
                <a:solidFill>
                  <a:srgbClr val="3D3B49"/>
                </a:solidFill>
                <a:effectLst/>
              </a:rPr>
              <a:t>Forty-eight </a:t>
            </a:r>
            <a:r>
              <a:rPr lang="en-GB" sz="1600" dirty="0">
                <a:solidFill>
                  <a:schemeClr val="accent6">
                    <a:lumMod val="50000"/>
                  </a:schemeClr>
                </a:solidFill>
              </a:rPr>
              <a:t>participants random sample completed a text entry task of a transcript using one of the three methods (standard, prediction, speech) and of a composition using one of the three methods (standard, prediction, speech).</a:t>
            </a:r>
          </a:p>
          <a:p>
            <a:pPr algn="ctr">
              <a:spcBef>
                <a:spcPts val="600"/>
              </a:spcBef>
            </a:pPr>
            <a:r>
              <a:rPr lang="en-GB" sz="1600" i="0" dirty="0">
                <a:solidFill>
                  <a:srgbClr val="3D3B49"/>
                </a:solidFill>
                <a:effectLst/>
              </a:rPr>
              <a:t>A factorial (two-way) ANOVA test using task completion time as the dependent variable and Task type group and Entry Method as the independent variables suggests that there is no </a:t>
            </a:r>
            <a:r>
              <a:rPr lang="en-GB" sz="1600" b="0" i="0" dirty="0">
                <a:solidFill>
                  <a:srgbClr val="3D3B49"/>
                </a:solidFill>
                <a:effectLst/>
              </a:rPr>
              <a:t>significant difference between participants who completed the transcription tasks and those who completed the composition tasks (</a:t>
            </a:r>
            <a:r>
              <a:rPr lang="en-GB" sz="1600" b="0" i="1" dirty="0">
                <a:solidFill>
                  <a:srgbClr val="3D3B49"/>
                </a:solidFill>
                <a:effectLst/>
              </a:rPr>
              <a:t>F</a:t>
            </a:r>
            <a:r>
              <a:rPr lang="en-GB" sz="1600" b="0" i="0" dirty="0">
                <a:solidFill>
                  <a:srgbClr val="3D3B49"/>
                </a:solidFill>
                <a:effectLst/>
              </a:rPr>
              <a:t>(1, 42) = 1.41, </a:t>
            </a:r>
            <a:r>
              <a:rPr lang="en-GB" sz="1600" b="0" i="0" dirty="0" err="1">
                <a:solidFill>
                  <a:srgbClr val="3D3B49"/>
                </a:solidFill>
                <a:effectLst/>
              </a:rPr>
              <a:t>n.s</a:t>
            </a:r>
            <a:r>
              <a:rPr lang="en-GB" sz="1600" b="0" i="0" dirty="0">
                <a:solidFill>
                  <a:srgbClr val="3D3B49"/>
                </a:solidFill>
                <a:effectLst/>
              </a:rPr>
              <a:t>.).</a:t>
            </a:r>
          </a:p>
          <a:p>
            <a:pPr algn="ctr">
              <a:spcBef>
                <a:spcPts val="600"/>
              </a:spcBef>
            </a:pPr>
            <a:r>
              <a:rPr lang="en-GB" sz="1600" b="0" i="0" dirty="0">
                <a:solidFill>
                  <a:srgbClr val="3D3B49"/>
                </a:solidFill>
                <a:effectLst/>
              </a:rPr>
              <a:t>There is a significant difference among participants who used different text entry methods </a:t>
            </a:r>
            <a:br>
              <a:rPr lang="en-GB" sz="1600" b="0" i="0" dirty="0">
                <a:solidFill>
                  <a:srgbClr val="3D3B49"/>
                </a:solidFill>
                <a:effectLst/>
              </a:rPr>
            </a:br>
            <a:r>
              <a:rPr lang="en-GB" sz="1600" b="0" i="0" dirty="0">
                <a:solidFill>
                  <a:srgbClr val="3D3B49"/>
                </a:solidFill>
                <a:effectLst/>
              </a:rPr>
              <a:t>(</a:t>
            </a:r>
            <a:r>
              <a:rPr lang="en-GB" sz="1600" b="0" i="1" dirty="0">
                <a:solidFill>
                  <a:srgbClr val="3D3B49"/>
                </a:solidFill>
                <a:effectLst/>
              </a:rPr>
              <a:t>F</a:t>
            </a:r>
            <a:r>
              <a:rPr lang="en-GB" sz="1600" b="0" i="0" dirty="0">
                <a:solidFill>
                  <a:srgbClr val="3D3B49"/>
                </a:solidFill>
                <a:effectLst/>
              </a:rPr>
              <a:t>(2, 42) = 4.51, </a:t>
            </a:r>
            <a:r>
              <a:rPr lang="en-GB" sz="1600" b="0" i="1" dirty="0">
                <a:solidFill>
                  <a:srgbClr val="3D3B49"/>
                </a:solidFill>
                <a:effectLst/>
              </a:rPr>
              <a:t>p</a:t>
            </a:r>
            <a:r>
              <a:rPr lang="en-GB" sz="1600" b="0" i="0" dirty="0">
                <a:solidFill>
                  <a:srgbClr val="3D3B49"/>
                </a:solidFill>
                <a:effectLst/>
              </a:rPr>
              <a:t> &lt; 0.05).</a:t>
            </a:r>
            <a:endParaRPr lang="en-GB" sz="2000" dirty="0"/>
          </a:p>
          <a:p>
            <a:pPr algn="ctr">
              <a:spcBef>
                <a:spcPts val="600"/>
              </a:spcBef>
            </a:pPr>
            <a:r>
              <a:rPr lang="en-GB" sz="1600" b="0" i="0" dirty="0">
                <a:solidFill>
                  <a:srgbClr val="3D3B49"/>
                </a:solidFill>
                <a:effectLst/>
              </a:rPr>
              <a:t> </a:t>
            </a:r>
            <a:r>
              <a:rPr lang="en-GB" sz="1600" dirty="0">
                <a:solidFill>
                  <a:srgbClr val="3D3B49"/>
                </a:solidFill>
              </a:rPr>
              <a:t>Therefore, the null hypothesis is rejected.</a:t>
            </a:r>
          </a:p>
        </p:txBody>
      </p:sp>
      <p:sp>
        <p:nvSpPr>
          <p:cNvPr id="3" name="Footer Placeholder 2">
            <a:extLst>
              <a:ext uri="{FF2B5EF4-FFF2-40B4-BE49-F238E27FC236}">
                <a16:creationId xmlns:a16="http://schemas.microsoft.com/office/drawing/2014/main" id="{0C97070C-4B73-A65C-558D-3F6B5023A42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C1C65A09-8F3D-7473-74C5-EAFC9A081724}"/>
              </a:ext>
            </a:extLst>
          </p:cNvPr>
          <p:cNvSpPr>
            <a:spLocks noGrp="1"/>
          </p:cNvSpPr>
          <p:nvPr>
            <p:ph type="sldNum" sz="quarter" idx="4"/>
          </p:nvPr>
        </p:nvSpPr>
        <p:spPr/>
        <p:txBody>
          <a:bodyPr/>
          <a:lstStyle/>
          <a:p>
            <a:fld id="{9FD7ECCF-50E7-4327-B945-FA93FF7B2BEF}" type="slidenum">
              <a:rPr lang="en-US" smtClean="0"/>
              <a:pPr/>
              <a:t>30</a:t>
            </a:fld>
            <a:r>
              <a:rPr lang="en-GB"/>
              <a:t>/54</a:t>
            </a:r>
            <a:endParaRPr lang="en-US" dirty="0"/>
          </a:p>
        </p:txBody>
      </p:sp>
    </p:spTree>
    <p:extLst>
      <p:ext uri="{BB962C8B-B14F-4D97-AF65-F5344CB8AC3E}">
        <p14:creationId xmlns:p14="http://schemas.microsoft.com/office/powerpoint/2010/main" val="2211313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9475-AA37-9CE8-86DC-1A6151BB277C}"/>
              </a:ext>
            </a:extLst>
          </p:cNvPr>
          <p:cNvSpPr>
            <a:spLocks noGrp="1"/>
          </p:cNvSpPr>
          <p:nvPr>
            <p:ph type="title"/>
          </p:nvPr>
        </p:nvSpPr>
        <p:spPr>
          <a:xfrm>
            <a:off x="612648" y="228600"/>
            <a:ext cx="6041916" cy="990600"/>
          </a:xfrm>
        </p:spPr>
        <p:txBody>
          <a:bodyPr>
            <a:normAutofit fontScale="90000"/>
          </a:bodyPr>
          <a:lstStyle/>
          <a:p>
            <a:r>
              <a:rPr lang="en-GB" dirty="0">
                <a:latin typeface="+mn-lt"/>
              </a:rPr>
              <a:t>Repeated measures ANOVA</a:t>
            </a:r>
          </a:p>
        </p:txBody>
      </p:sp>
      <p:sp>
        <p:nvSpPr>
          <p:cNvPr id="3" name="Content Placeholder 2">
            <a:extLst>
              <a:ext uri="{FF2B5EF4-FFF2-40B4-BE49-F238E27FC236}">
                <a16:creationId xmlns:a16="http://schemas.microsoft.com/office/drawing/2014/main" id="{11F7E884-41DF-5256-0894-9A3491A348BC}"/>
              </a:ext>
            </a:extLst>
          </p:cNvPr>
          <p:cNvSpPr>
            <a:spLocks noGrp="1"/>
          </p:cNvSpPr>
          <p:nvPr>
            <p:ph sz="quarter" idx="1"/>
          </p:nvPr>
        </p:nvSpPr>
        <p:spPr>
          <a:xfrm>
            <a:off x="612648" y="1516698"/>
            <a:ext cx="7921752" cy="1912302"/>
          </a:xfrm>
        </p:spPr>
        <p:txBody>
          <a:bodyPr>
            <a:normAutofit fontScale="70000" lnSpcReduction="20000"/>
          </a:bodyPr>
          <a:lstStyle/>
          <a:p>
            <a:r>
              <a:rPr lang="en-GB" sz="2000" b="1" dirty="0">
                <a:solidFill>
                  <a:schemeClr val="accent6">
                    <a:lumMod val="50000"/>
                  </a:schemeClr>
                </a:solidFill>
                <a:highlight>
                  <a:srgbClr val="D4FEFD"/>
                </a:highlight>
              </a:rPr>
              <a:t>Repeated ANOVA is appropriate for empirical studies that adopt a within-group design and investigate two or more independent variables.</a:t>
            </a:r>
          </a:p>
          <a:p>
            <a:r>
              <a:rPr lang="en-GB" sz="2000" dirty="0">
                <a:solidFill>
                  <a:schemeClr val="accent6">
                    <a:lumMod val="50000"/>
                  </a:schemeClr>
                </a:solidFill>
              </a:rPr>
              <a:t>Suppose you are interested in a </a:t>
            </a:r>
            <a:r>
              <a:rPr lang="en-GB" sz="2000" b="1" dirty="0">
                <a:solidFill>
                  <a:schemeClr val="accent6">
                    <a:lumMod val="50000"/>
                  </a:schemeClr>
                </a:solidFill>
              </a:rPr>
              <a:t>speech-based data-entry method </a:t>
            </a:r>
            <a:r>
              <a:rPr lang="en-GB" sz="2000" dirty="0">
                <a:solidFill>
                  <a:schemeClr val="accent6">
                    <a:lumMod val="50000"/>
                  </a:schemeClr>
                </a:solidFill>
              </a:rPr>
              <a:t>and would like to compare three conditions: </a:t>
            </a:r>
            <a:r>
              <a:rPr lang="en-GB" sz="2000" b="1" dirty="0">
                <a:solidFill>
                  <a:schemeClr val="accent6">
                    <a:lumMod val="50000"/>
                  </a:schemeClr>
                </a:solidFill>
              </a:rPr>
              <a:t>text entry using standard word-processing software</a:t>
            </a:r>
            <a:r>
              <a:rPr lang="en-GB" sz="2000" dirty="0">
                <a:solidFill>
                  <a:schemeClr val="accent6">
                    <a:lumMod val="50000"/>
                  </a:schemeClr>
                </a:solidFill>
              </a:rPr>
              <a:t>, </a:t>
            </a:r>
            <a:r>
              <a:rPr lang="en-GB" sz="2000" b="1" dirty="0">
                <a:solidFill>
                  <a:schemeClr val="accent6">
                    <a:lumMod val="50000"/>
                  </a:schemeClr>
                </a:solidFill>
              </a:rPr>
              <a:t>text entry using word-prediction software</a:t>
            </a:r>
            <a:r>
              <a:rPr lang="en-GB" sz="2000" dirty="0">
                <a:solidFill>
                  <a:schemeClr val="accent6">
                    <a:lumMod val="50000"/>
                  </a:schemeClr>
                </a:solidFill>
              </a:rPr>
              <a:t>, and </a:t>
            </a:r>
            <a:r>
              <a:rPr lang="en-GB" sz="2000" b="1" dirty="0">
                <a:solidFill>
                  <a:schemeClr val="accent6">
                    <a:lumMod val="50000"/>
                  </a:schemeClr>
                </a:solidFill>
              </a:rPr>
              <a:t>text entry using speech-based dictation software.</a:t>
            </a:r>
            <a:r>
              <a:rPr lang="en-GB" sz="2000" dirty="0">
                <a:solidFill>
                  <a:schemeClr val="accent6">
                    <a:lumMod val="50000"/>
                  </a:schemeClr>
                </a:solidFill>
              </a:rPr>
              <a:t> </a:t>
            </a:r>
          </a:p>
          <a:p>
            <a:r>
              <a:rPr lang="en-GB" sz="2000" dirty="0">
                <a:solidFill>
                  <a:schemeClr val="accent6">
                    <a:lumMod val="50000"/>
                  </a:schemeClr>
                </a:solidFill>
              </a:rPr>
              <a:t>There are </a:t>
            </a:r>
            <a:r>
              <a:rPr lang="en-GB" sz="2000" b="1" dirty="0">
                <a:solidFill>
                  <a:schemeClr val="accent6">
                    <a:lumMod val="50000"/>
                  </a:schemeClr>
                </a:solidFill>
              </a:rPr>
              <a:t>two conditions </a:t>
            </a:r>
            <a:r>
              <a:rPr lang="en-GB" sz="2000" dirty="0">
                <a:solidFill>
                  <a:schemeClr val="accent6">
                    <a:lumMod val="50000"/>
                  </a:schemeClr>
                </a:solidFill>
              </a:rPr>
              <a:t>for the task type variable: </a:t>
            </a:r>
            <a:r>
              <a:rPr lang="en-GB" sz="2000" b="1" dirty="0">
                <a:solidFill>
                  <a:schemeClr val="accent6">
                    <a:lumMod val="50000"/>
                  </a:schemeClr>
                </a:solidFill>
              </a:rPr>
              <a:t>transcription</a:t>
            </a:r>
            <a:r>
              <a:rPr lang="en-GB" sz="2000" dirty="0">
                <a:solidFill>
                  <a:schemeClr val="accent6">
                    <a:lumMod val="50000"/>
                  </a:schemeClr>
                </a:solidFill>
              </a:rPr>
              <a:t> and </a:t>
            </a:r>
            <a:r>
              <a:rPr lang="en-GB" sz="2000" b="1" dirty="0">
                <a:solidFill>
                  <a:schemeClr val="accent6">
                    <a:lumMod val="50000"/>
                  </a:schemeClr>
                </a:solidFill>
              </a:rPr>
              <a:t>composition, but you cannot have </a:t>
            </a:r>
            <a:r>
              <a:rPr lang="en-GB" sz="2000" dirty="0">
                <a:solidFill>
                  <a:schemeClr val="accent2">
                    <a:lumMod val="75000"/>
                  </a:schemeClr>
                </a:solidFill>
              </a:rPr>
              <a:t>72 participants that you would need for a between study as we saw before</a:t>
            </a:r>
            <a:r>
              <a:rPr lang="en-GB" sz="2000" b="1" dirty="0">
                <a:solidFill>
                  <a:schemeClr val="accent6">
                    <a:lumMod val="50000"/>
                  </a:schemeClr>
                </a:solidFill>
              </a:rPr>
              <a:t>?</a:t>
            </a:r>
          </a:p>
          <a:p>
            <a:r>
              <a:rPr lang="en-GB" sz="2000" b="1" dirty="0">
                <a:solidFill>
                  <a:schemeClr val="accent6">
                    <a:lumMod val="50000"/>
                  </a:schemeClr>
                </a:solidFill>
              </a:rPr>
              <a:t>Experimental design with a smaller number of participants?</a:t>
            </a:r>
          </a:p>
          <a:p>
            <a:endParaRPr lang="en-GB" sz="2000" dirty="0">
              <a:solidFill>
                <a:schemeClr val="accent2">
                  <a:lumMod val="75000"/>
                </a:schemeClr>
              </a:solidFill>
            </a:endParaRPr>
          </a:p>
        </p:txBody>
      </p:sp>
      <p:graphicFrame>
        <p:nvGraphicFramePr>
          <p:cNvPr id="6" name="Table 6">
            <a:extLst>
              <a:ext uri="{FF2B5EF4-FFF2-40B4-BE49-F238E27FC236}">
                <a16:creationId xmlns:a16="http://schemas.microsoft.com/office/drawing/2014/main" id="{FB35BF85-5EC7-A5F8-7A68-840E60A482A8}"/>
              </a:ext>
            </a:extLst>
          </p:cNvPr>
          <p:cNvGraphicFramePr>
            <a:graphicFrameLocks noGrp="1"/>
          </p:cNvGraphicFramePr>
          <p:nvPr>
            <p:extLst>
              <p:ext uri="{D42A27DB-BD31-4B8C-83A1-F6EECF244321}">
                <p14:modId xmlns:p14="http://schemas.microsoft.com/office/powerpoint/2010/main" val="1929187292"/>
              </p:ext>
            </p:extLst>
          </p:nvPr>
        </p:nvGraphicFramePr>
        <p:xfrm>
          <a:off x="971600" y="5215503"/>
          <a:ext cx="7562800" cy="822960"/>
        </p:xfrm>
        <a:graphic>
          <a:graphicData uri="http://schemas.openxmlformats.org/drawingml/2006/table">
            <a:tbl>
              <a:tblPr firstRow="1" bandRow="1">
                <a:tableStyleId>{2D5ABB26-0587-4C30-8999-92F81FD0307C}</a:tableStyleId>
              </a:tblPr>
              <a:tblGrid>
                <a:gridCol w="3713636">
                  <a:extLst>
                    <a:ext uri="{9D8B030D-6E8A-4147-A177-3AD203B41FA5}">
                      <a16:colId xmlns:a16="http://schemas.microsoft.com/office/drawing/2014/main" val="2829173478"/>
                    </a:ext>
                  </a:extLst>
                </a:gridCol>
                <a:gridCol w="1790392">
                  <a:extLst>
                    <a:ext uri="{9D8B030D-6E8A-4147-A177-3AD203B41FA5}">
                      <a16:colId xmlns:a16="http://schemas.microsoft.com/office/drawing/2014/main" val="3637142121"/>
                    </a:ext>
                  </a:extLst>
                </a:gridCol>
                <a:gridCol w="2058772">
                  <a:extLst>
                    <a:ext uri="{9D8B030D-6E8A-4147-A177-3AD203B41FA5}">
                      <a16:colId xmlns:a16="http://schemas.microsoft.com/office/drawing/2014/main" val="3459184076"/>
                    </a:ext>
                  </a:extLst>
                </a:gridCol>
              </a:tblGrid>
              <a:tr h="370840">
                <a:tc>
                  <a:txBody>
                    <a:bodyPr/>
                    <a:lstStyle/>
                    <a:p>
                      <a:r>
                        <a:rPr lang="en-GB" sz="1600" dirty="0">
                          <a:solidFill>
                            <a:schemeClr val="accent6">
                              <a:lumMod val="50000"/>
                            </a:schemeClr>
                          </a:solidFill>
                        </a:rPr>
                        <a:t>Recruit one group of participants and each participant completes the tasks under all conditions.</a:t>
                      </a:r>
                    </a:p>
                  </a:txBody>
                  <a:tcPr>
                    <a:solidFill>
                      <a:schemeClr val="bg2"/>
                    </a:solidFill>
                  </a:tcPr>
                </a:tc>
                <a:tc>
                  <a:txBody>
                    <a:bodyPr/>
                    <a:lstStyle/>
                    <a:p>
                      <a:r>
                        <a:rPr lang="en-GB" sz="1600" b="1" dirty="0"/>
                        <a:t>Within-group</a:t>
                      </a:r>
                    </a:p>
                  </a:txBody>
                  <a:tcPr>
                    <a:solidFill>
                      <a:schemeClr val="bg2"/>
                    </a:solidFill>
                  </a:tcPr>
                </a:tc>
                <a:tc>
                  <a:txBody>
                    <a:bodyPr/>
                    <a:lstStyle/>
                    <a:p>
                      <a:r>
                        <a:rPr lang="en-GB" sz="1600" b="1" dirty="0"/>
                        <a:t>Repeated Measures ANOVA</a:t>
                      </a:r>
                    </a:p>
                  </a:txBody>
                  <a:tcPr>
                    <a:solidFill>
                      <a:schemeClr val="bg2"/>
                    </a:solidFill>
                  </a:tcPr>
                </a:tc>
                <a:extLst>
                  <a:ext uri="{0D108BD9-81ED-4DB2-BD59-A6C34878D82A}">
                    <a16:rowId xmlns:a16="http://schemas.microsoft.com/office/drawing/2014/main" val="3593643912"/>
                  </a:ext>
                </a:extLst>
              </a:tr>
            </a:tbl>
          </a:graphicData>
        </a:graphic>
      </p:graphicFrame>
      <p:graphicFrame>
        <p:nvGraphicFramePr>
          <p:cNvPr id="7" name="Table 6">
            <a:extLst>
              <a:ext uri="{FF2B5EF4-FFF2-40B4-BE49-F238E27FC236}">
                <a16:creationId xmlns:a16="http://schemas.microsoft.com/office/drawing/2014/main" id="{588105AE-4585-F5A6-BD36-8819818B194D}"/>
              </a:ext>
            </a:extLst>
          </p:cNvPr>
          <p:cNvGraphicFramePr>
            <a:graphicFrameLocks noGrp="1"/>
          </p:cNvGraphicFramePr>
          <p:nvPr>
            <p:extLst>
              <p:ext uri="{D42A27DB-BD31-4B8C-83A1-F6EECF244321}">
                <p14:modId xmlns:p14="http://schemas.microsoft.com/office/powerpoint/2010/main" val="1420742818"/>
              </p:ext>
            </p:extLst>
          </p:nvPr>
        </p:nvGraphicFramePr>
        <p:xfrm>
          <a:off x="1589904" y="3429000"/>
          <a:ext cx="5964192" cy="1341120"/>
        </p:xfrm>
        <a:graphic>
          <a:graphicData uri="http://schemas.openxmlformats.org/drawingml/2006/table">
            <a:tbl>
              <a:tblPr/>
              <a:tblGrid>
                <a:gridCol w="1491048">
                  <a:extLst>
                    <a:ext uri="{9D8B030D-6E8A-4147-A177-3AD203B41FA5}">
                      <a16:colId xmlns:a16="http://schemas.microsoft.com/office/drawing/2014/main" val="3017747027"/>
                    </a:ext>
                  </a:extLst>
                </a:gridCol>
                <a:gridCol w="1491048">
                  <a:extLst>
                    <a:ext uri="{9D8B030D-6E8A-4147-A177-3AD203B41FA5}">
                      <a16:colId xmlns:a16="http://schemas.microsoft.com/office/drawing/2014/main" val="1321435229"/>
                    </a:ext>
                  </a:extLst>
                </a:gridCol>
                <a:gridCol w="1491048">
                  <a:extLst>
                    <a:ext uri="{9D8B030D-6E8A-4147-A177-3AD203B41FA5}">
                      <a16:colId xmlns:a16="http://schemas.microsoft.com/office/drawing/2014/main" val="2666370171"/>
                    </a:ext>
                  </a:extLst>
                </a:gridCol>
                <a:gridCol w="1491048">
                  <a:extLst>
                    <a:ext uri="{9D8B030D-6E8A-4147-A177-3AD203B41FA5}">
                      <a16:colId xmlns:a16="http://schemas.microsoft.com/office/drawing/2014/main" val="2857850542"/>
                    </a:ext>
                  </a:extLst>
                </a:gridCol>
              </a:tblGrid>
              <a:tr h="0">
                <a:tc gridSpan="4">
                  <a:txBody>
                    <a:bodyPr/>
                    <a:lstStyle/>
                    <a:p>
                      <a:r>
                        <a:rPr lang="en-GB" sz="1600" dirty="0">
                          <a:latin typeface="+mn-lt"/>
                        </a:rPr>
                        <a:t>Experiment Design of a Two-Way, Repeated Measures ANOVA Test</a:t>
                      </a:r>
                    </a:p>
                  </a:txBody>
                  <a:tcPr>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592883"/>
                  </a:ext>
                </a:extLst>
              </a:tr>
              <a:tr h="0">
                <a:tc>
                  <a:txBody>
                    <a:bodyPr/>
                    <a:lstStyle/>
                    <a:p>
                      <a:pPr algn="l" fontAlgn="ctr"/>
                      <a:r>
                        <a:rPr lang="en-GB" sz="1600" b="1" i="0" dirty="0">
                          <a:effectLst/>
                          <a:latin typeface="+mn-lt"/>
                        </a:rPr>
                        <a:t>blank cell</a:t>
                      </a:r>
                    </a:p>
                  </a:txBody>
                  <a:tcPr anchor="ctr">
                    <a:lnL>
                      <a:noFill/>
                    </a:lnL>
                    <a:lnR>
                      <a:noFill/>
                    </a:lnR>
                    <a:lnB>
                      <a:noFill/>
                    </a:lnB>
                    <a:solidFill>
                      <a:srgbClr val="FFFFFF"/>
                    </a:solidFill>
                  </a:tcPr>
                </a:tc>
                <a:tc>
                  <a:txBody>
                    <a:bodyPr/>
                    <a:lstStyle/>
                    <a:p>
                      <a:pPr algn="l" fontAlgn="ctr"/>
                      <a:r>
                        <a:rPr lang="en-GB" sz="1600" b="1" i="0">
                          <a:effectLst/>
                          <a:latin typeface="+mn-lt"/>
                        </a:rPr>
                        <a:t>Standard</a:t>
                      </a:r>
                    </a:p>
                  </a:txBody>
                  <a:tcPr anchor="ctr">
                    <a:lnL>
                      <a:noFill/>
                    </a:lnL>
                    <a:lnR>
                      <a:noFill/>
                    </a:lnR>
                    <a:lnT>
                      <a:noFill/>
                    </a:lnT>
                    <a:lnB>
                      <a:noFill/>
                    </a:lnB>
                    <a:solidFill>
                      <a:srgbClr val="FFFFFF"/>
                    </a:solidFill>
                  </a:tcPr>
                </a:tc>
                <a:tc>
                  <a:txBody>
                    <a:bodyPr/>
                    <a:lstStyle/>
                    <a:p>
                      <a:pPr algn="l" fontAlgn="ctr"/>
                      <a:r>
                        <a:rPr lang="en-GB" sz="1600" b="1" i="0" dirty="0">
                          <a:effectLst/>
                          <a:latin typeface="+mn-lt"/>
                        </a:rPr>
                        <a:t>Prediction</a:t>
                      </a:r>
                    </a:p>
                  </a:txBody>
                  <a:tcPr anchor="ctr">
                    <a:lnL>
                      <a:noFill/>
                    </a:lnL>
                    <a:lnR>
                      <a:noFill/>
                    </a:lnR>
                    <a:lnT>
                      <a:noFill/>
                    </a:lnT>
                    <a:lnB>
                      <a:noFill/>
                    </a:lnB>
                    <a:solidFill>
                      <a:srgbClr val="FFFFFF"/>
                    </a:solidFill>
                  </a:tcPr>
                </a:tc>
                <a:tc>
                  <a:txBody>
                    <a:bodyPr/>
                    <a:lstStyle/>
                    <a:p>
                      <a:pPr algn="l" fontAlgn="ctr"/>
                      <a:r>
                        <a:rPr lang="en-GB" sz="1600" b="1" i="0">
                          <a:effectLst/>
                          <a:latin typeface="+mn-lt"/>
                        </a:rPr>
                        <a:t>Speech</a:t>
                      </a:r>
                    </a:p>
                  </a:txBody>
                  <a:tcPr anchor="ctr">
                    <a:lnL>
                      <a:noFill/>
                    </a:lnL>
                    <a:lnR>
                      <a:noFill/>
                    </a:lnR>
                    <a:lnT>
                      <a:noFill/>
                    </a:lnT>
                    <a:lnB>
                      <a:noFill/>
                    </a:lnB>
                    <a:solidFill>
                      <a:srgbClr val="FFFFFF"/>
                    </a:solidFill>
                  </a:tcPr>
                </a:tc>
                <a:extLst>
                  <a:ext uri="{0D108BD9-81ED-4DB2-BD59-A6C34878D82A}">
                    <a16:rowId xmlns:a16="http://schemas.microsoft.com/office/drawing/2014/main" val="2334113535"/>
                  </a:ext>
                </a:extLst>
              </a:tr>
              <a:tr h="0">
                <a:tc>
                  <a:txBody>
                    <a:bodyPr/>
                    <a:lstStyle/>
                    <a:p>
                      <a:pPr algn="l" fontAlgn="t"/>
                      <a:r>
                        <a:rPr lang="en-GB" sz="1600" b="0">
                          <a:effectLst/>
                          <a:latin typeface="+mn-lt"/>
                        </a:rPr>
                        <a:t>Transcription</a:t>
                      </a:r>
                    </a:p>
                  </a:txBody>
                  <a:tcPr>
                    <a:lnL>
                      <a:noFill/>
                    </a:lnL>
                    <a:lnR>
                      <a:noFill/>
                    </a:lnR>
                    <a:lnT>
                      <a:noFill/>
                    </a:lnT>
                    <a:lnB>
                      <a:noFill/>
                    </a:lnB>
                    <a:solidFill>
                      <a:srgbClr val="FFFFFF"/>
                    </a:solidFill>
                  </a:tcPr>
                </a:tc>
                <a:tc>
                  <a:txBody>
                    <a:bodyPr/>
                    <a:lstStyle/>
                    <a:p>
                      <a:pPr algn="l" fontAlgn="t"/>
                      <a:r>
                        <a:rPr lang="en-GB" sz="1600" b="0" dirty="0">
                          <a:effectLst/>
                          <a:latin typeface="+mn-lt"/>
                        </a:rPr>
                        <a:t>Group 1</a:t>
                      </a:r>
                    </a:p>
                  </a:txBody>
                  <a:tcPr>
                    <a:lnL>
                      <a:noFill/>
                    </a:lnL>
                    <a:lnR>
                      <a:noFill/>
                    </a:lnR>
                    <a:lnT>
                      <a:noFill/>
                    </a:lnT>
                    <a:lnB>
                      <a:noFill/>
                    </a:lnB>
                    <a:solidFill>
                      <a:srgbClr val="FFFFFF"/>
                    </a:solidFill>
                  </a:tcPr>
                </a:tc>
                <a:tc>
                  <a:txBody>
                    <a:bodyPr/>
                    <a:lstStyle/>
                    <a:p>
                      <a:pPr algn="l" fontAlgn="t"/>
                      <a:r>
                        <a:rPr lang="en-GB" sz="1600" b="0" dirty="0">
                          <a:effectLst/>
                          <a:latin typeface="+mn-lt"/>
                        </a:rPr>
                        <a:t>Group 1</a:t>
                      </a:r>
                    </a:p>
                  </a:txBody>
                  <a:tcPr>
                    <a:lnL>
                      <a:noFill/>
                    </a:lnL>
                    <a:lnR>
                      <a:noFill/>
                    </a:lnR>
                    <a:lnT>
                      <a:noFill/>
                    </a:lnT>
                    <a:lnB>
                      <a:noFill/>
                    </a:lnB>
                    <a:solidFill>
                      <a:srgbClr val="FFFFFF"/>
                    </a:solidFill>
                  </a:tcPr>
                </a:tc>
                <a:tc>
                  <a:txBody>
                    <a:bodyPr/>
                    <a:lstStyle/>
                    <a:p>
                      <a:pPr algn="l" fontAlgn="t"/>
                      <a:r>
                        <a:rPr lang="en-GB" sz="1600" b="0" dirty="0">
                          <a:effectLst/>
                          <a:latin typeface="+mn-lt"/>
                        </a:rPr>
                        <a:t>Group 1</a:t>
                      </a:r>
                    </a:p>
                  </a:txBody>
                  <a:tcPr>
                    <a:lnL>
                      <a:noFill/>
                    </a:lnL>
                    <a:lnR>
                      <a:noFill/>
                    </a:lnR>
                    <a:lnT>
                      <a:noFill/>
                    </a:lnT>
                    <a:lnB>
                      <a:noFill/>
                    </a:lnB>
                    <a:solidFill>
                      <a:srgbClr val="FFFFFF"/>
                    </a:solidFill>
                  </a:tcPr>
                </a:tc>
                <a:extLst>
                  <a:ext uri="{0D108BD9-81ED-4DB2-BD59-A6C34878D82A}">
                    <a16:rowId xmlns:a16="http://schemas.microsoft.com/office/drawing/2014/main" val="4249378475"/>
                  </a:ext>
                </a:extLst>
              </a:tr>
              <a:tr h="0">
                <a:tc>
                  <a:txBody>
                    <a:bodyPr/>
                    <a:lstStyle/>
                    <a:p>
                      <a:pPr algn="l" fontAlgn="t"/>
                      <a:r>
                        <a:rPr lang="en-GB" sz="1600" b="0">
                          <a:effectLst/>
                          <a:latin typeface="+mn-lt"/>
                        </a:rPr>
                        <a:t>Composition</a:t>
                      </a:r>
                    </a:p>
                  </a:txBody>
                  <a:tcPr>
                    <a:lnL>
                      <a:noFill/>
                    </a:lnL>
                    <a:lnR>
                      <a:noFill/>
                    </a:lnR>
                    <a:lnT>
                      <a:noFill/>
                    </a:lnT>
                    <a:lnB>
                      <a:noFill/>
                    </a:lnB>
                    <a:solidFill>
                      <a:srgbClr val="EEF2F6"/>
                    </a:solidFill>
                  </a:tcPr>
                </a:tc>
                <a:tc>
                  <a:txBody>
                    <a:bodyPr/>
                    <a:lstStyle/>
                    <a:p>
                      <a:pPr algn="l" fontAlgn="t"/>
                      <a:r>
                        <a:rPr lang="en-GB" sz="1600" b="0" dirty="0">
                          <a:effectLst/>
                          <a:latin typeface="+mn-lt"/>
                        </a:rPr>
                        <a:t>Group 1</a:t>
                      </a:r>
                    </a:p>
                  </a:txBody>
                  <a:tcPr>
                    <a:lnL>
                      <a:noFill/>
                    </a:lnL>
                    <a:lnR>
                      <a:noFill/>
                    </a:lnR>
                    <a:lnT>
                      <a:noFill/>
                    </a:lnT>
                    <a:lnB>
                      <a:noFill/>
                    </a:lnB>
                    <a:solidFill>
                      <a:srgbClr val="EEF2F6"/>
                    </a:solidFill>
                  </a:tcPr>
                </a:tc>
                <a:tc>
                  <a:txBody>
                    <a:bodyPr/>
                    <a:lstStyle/>
                    <a:p>
                      <a:pPr algn="l" fontAlgn="t"/>
                      <a:r>
                        <a:rPr lang="en-GB" sz="1600" b="0" dirty="0">
                          <a:effectLst/>
                          <a:latin typeface="+mn-lt"/>
                        </a:rPr>
                        <a:t>Group 1</a:t>
                      </a:r>
                    </a:p>
                  </a:txBody>
                  <a:tcPr>
                    <a:lnL>
                      <a:noFill/>
                    </a:lnL>
                    <a:lnR>
                      <a:noFill/>
                    </a:lnR>
                    <a:lnT>
                      <a:noFill/>
                    </a:lnT>
                    <a:lnB>
                      <a:noFill/>
                    </a:lnB>
                    <a:solidFill>
                      <a:srgbClr val="EEF2F6"/>
                    </a:solidFill>
                  </a:tcPr>
                </a:tc>
                <a:tc>
                  <a:txBody>
                    <a:bodyPr/>
                    <a:lstStyle/>
                    <a:p>
                      <a:pPr algn="l" fontAlgn="t"/>
                      <a:r>
                        <a:rPr lang="en-GB" sz="1600" b="0" dirty="0">
                          <a:effectLst/>
                          <a:latin typeface="+mn-lt"/>
                        </a:rPr>
                        <a:t>Group 1</a:t>
                      </a:r>
                    </a:p>
                  </a:txBody>
                  <a:tcPr>
                    <a:lnL>
                      <a:noFill/>
                    </a:lnL>
                    <a:lnR>
                      <a:noFill/>
                    </a:lnR>
                    <a:lnT>
                      <a:noFill/>
                    </a:lnT>
                    <a:lnB>
                      <a:noFill/>
                    </a:lnB>
                    <a:solidFill>
                      <a:srgbClr val="EEF2F6"/>
                    </a:solidFill>
                  </a:tcPr>
                </a:tc>
                <a:extLst>
                  <a:ext uri="{0D108BD9-81ED-4DB2-BD59-A6C34878D82A}">
                    <a16:rowId xmlns:a16="http://schemas.microsoft.com/office/drawing/2014/main" val="3563216529"/>
                  </a:ext>
                </a:extLst>
              </a:tr>
            </a:tbl>
          </a:graphicData>
        </a:graphic>
      </p:graphicFrame>
      <p:pic>
        <p:nvPicPr>
          <p:cNvPr id="5" name="Picture 4">
            <a:extLst>
              <a:ext uri="{FF2B5EF4-FFF2-40B4-BE49-F238E27FC236}">
                <a16:creationId xmlns:a16="http://schemas.microsoft.com/office/drawing/2014/main" id="{836AB5A3-1E42-2CB8-338F-4BFB3FDBC3B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54564" y="44938"/>
            <a:ext cx="2489436" cy="1174262"/>
          </a:xfrm>
          <a:prstGeom prst="rect">
            <a:avLst/>
          </a:prstGeom>
        </p:spPr>
      </p:pic>
      <p:sp>
        <p:nvSpPr>
          <p:cNvPr id="8" name="Footer Placeholder 7">
            <a:extLst>
              <a:ext uri="{FF2B5EF4-FFF2-40B4-BE49-F238E27FC236}">
                <a16:creationId xmlns:a16="http://schemas.microsoft.com/office/drawing/2014/main" id="{048DEFBC-82DD-CD5B-492B-D2646E16BE5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2B23A881-E082-48CC-DCE1-3A82F2D28640}"/>
              </a:ext>
            </a:extLst>
          </p:cNvPr>
          <p:cNvSpPr>
            <a:spLocks noGrp="1"/>
          </p:cNvSpPr>
          <p:nvPr>
            <p:ph type="sldNum" sz="quarter" idx="4"/>
          </p:nvPr>
        </p:nvSpPr>
        <p:spPr/>
        <p:txBody>
          <a:bodyPr/>
          <a:lstStyle/>
          <a:p>
            <a:fld id="{9FD7ECCF-50E7-4327-B945-FA93FF7B2BEF}" type="slidenum">
              <a:rPr lang="en-US" smtClean="0"/>
              <a:pPr/>
              <a:t>31</a:t>
            </a:fld>
            <a:r>
              <a:rPr lang="en-GB"/>
              <a:t>/54</a:t>
            </a:r>
            <a:endParaRPr lang="en-US" dirty="0"/>
          </a:p>
        </p:txBody>
      </p:sp>
    </p:spTree>
    <p:extLst>
      <p:ext uri="{BB962C8B-B14F-4D97-AF65-F5344CB8AC3E}">
        <p14:creationId xmlns:p14="http://schemas.microsoft.com/office/powerpoint/2010/main" val="312324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ppt_x"/>
                                          </p:val>
                                        </p:tav>
                                        <p:tav tm="100000">
                                          <p:val>
                                            <p:strVal val="#ppt_x"/>
                                          </p:val>
                                        </p:tav>
                                      </p:tavLst>
                                    </p:anim>
                                    <p:anim calcmode="lin" valueType="num">
                                      <p:cBhvr additive="base">
                                        <p:cTn id="3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BDE5A-468C-122D-0F9B-D117F12C2C25}"/>
              </a:ext>
            </a:extLst>
          </p:cNvPr>
          <p:cNvSpPr>
            <a:spLocks noGrp="1"/>
          </p:cNvSpPr>
          <p:nvPr>
            <p:ph type="title"/>
          </p:nvPr>
        </p:nvSpPr>
        <p:spPr>
          <a:xfrm>
            <a:off x="609600" y="116632"/>
            <a:ext cx="8153400" cy="990600"/>
          </a:xfrm>
        </p:spPr>
        <p:txBody>
          <a:bodyPr>
            <a:normAutofit fontScale="90000"/>
          </a:bodyPr>
          <a:lstStyle/>
          <a:p>
            <a:pPr>
              <a:lnSpc>
                <a:spcPts val="3500"/>
              </a:lnSpc>
            </a:pPr>
            <a:r>
              <a:rPr lang="en-GB" sz="4400" dirty="0">
                <a:latin typeface="+mn-lt"/>
              </a:rPr>
              <a:t>Data organisation for </a:t>
            </a:r>
            <a:r>
              <a:rPr lang="en-GB" sz="4400" dirty="0">
                <a:solidFill>
                  <a:schemeClr val="accent2">
                    <a:lumMod val="75000"/>
                  </a:schemeClr>
                </a:solidFill>
                <a:latin typeface="+mn-lt"/>
              </a:rPr>
              <a:t>Repeated measures ANOVA</a:t>
            </a:r>
            <a:endParaRPr lang="en-GB" dirty="0"/>
          </a:p>
        </p:txBody>
      </p:sp>
      <p:graphicFrame>
        <p:nvGraphicFramePr>
          <p:cNvPr id="6" name="Content Placeholder 5">
            <a:extLst>
              <a:ext uri="{FF2B5EF4-FFF2-40B4-BE49-F238E27FC236}">
                <a16:creationId xmlns:a16="http://schemas.microsoft.com/office/drawing/2014/main" id="{DF619F63-5104-52C4-F135-FC7D4DB7BB0D}"/>
              </a:ext>
            </a:extLst>
          </p:cNvPr>
          <p:cNvGraphicFramePr>
            <a:graphicFrameLocks noGrp="1"/>
          </p:cNvGraphicFramePr>
          <p:nvPr>
            <p:ph sz="quarter" idx="1"/>
            <p:extLst>
              <p:ext uri="{D42A27DB-BD31-4B8C-83A1-F6EECF244321}">
                <p14:modId xmlns:p14="http://schemas.microsoft.com/office/powerpoint/2010/main" val="154821789"/>
              </p:ext>
            </p:extLst>
          </p:nvPr>
        </p:nvGraphicFramePr>
        <p:xfrm>
          <a:off x="971599" y="2676694"/>
          <a:ext cx="7200802" cy="2679974"/>
        </p:xfrm>
        <a:graphic>
          <a:graphicData uri="http://schemas.openxmlformats.org/drawingml/2006/table">
            <a:tbl>
              <a:tblPr/>
              <a:tblGrid>
                <a:gridCol w="1224136">
                  <a:extLst>
                    <a:ext uri="{9D8B030D-6E8A-4147-A177-3AD203B41FA5}">
                      <a16:colId xmlns:a16="http://schemas.microsoft.com/office/drawing/2014/main" val="2245739919"/>
                    </a:ext>
                  </a:extLst>
                </a:gridCol>
                <a:gridCol w="833236">
                  <a:extLst>
                    <a:ext uri="{9D8B030D-6E8A-4147-A177-3AD203B41FA5}">
                      <a16:colId xmlns:a16="http://schemas.microsoft.com/office/drawing/2014/main" val="2626748372"/>
                    </a:ext>
                  </a:extLst>
                </a:gridCol>
                <a:gridCol w="1028686">
                  <a:extLst>
                    <a:ext uri="{9D8B030D-6E8A-4147-A177-3AD203B41FA5}">
                      <a16:colId xmlns:a16="http://schemas.microsoft.com/office/drawing/2014/main" val="3731011193"/>
                    </a:ext>
                  </a:extLst>
                </a:gridCol>
                <a:gridCol w="1028686">
                  <a:extLst>
                    <a:ext uri="{9D8B030D-6E8A-4147-A177-3AD203B41FA5}">
                      <a16:colId xmlns:a16="http://schemas.microsoft.com/office/drawing/2014/main" val="2884853896"/>
                    </a:ext>
                  </a:extLst>
                </a:gridCol>
                <a:gridCol w="1028686">
                  <a:extLst>
                    <a:ext uri="{9D8B030D-6E8A-4147-A177-3AD203B41FA5}">
                      <a16:colId xmlns:a16="http://schemas.microsoft.com/office/drawing/2014/main" val="1277681517"/>
                    </a:ext>
                  </a:extLst>
                </a:gridCol>
                <a:gridCol w="1028686">
                  <a:extLst>
                    <a:ext uri="{9D8B030D-6E8A-4147-A177-3AD203B41FA5}">
                      <a16:colId xmlns:a16="http://schemas.microsoft.com/office/drawing/2014/main" val="440048513"/>
                    </a:ext>
                  </a:extLst>
                </a:gridCol>
                <a:gridCol w="1028686">
                  <a:extLst>
                    <a:ext uri="{9D8B030D-6E8A-4147-A177-3AD203B41FA5}">
                      <a16:colId xmlns:a16="http://schemas.microsoft.com/office/drawing/2014/main" val="2098426936"/>
                    </a:ext>
                  </a:extLst>
                </a:gridCol>
              </a:tblGrid>
              <a:tr h="115050">
                <a:tc gridSpan="7">
                  <a:txBody>
                    <a:bodyPr/>
                    <a:lstStyle/>
                    <a:p>
                      <a:r>
                        <a:rPr lang="en-GB" sz="1200" dirty="0">
                          <a:latin typeface="+mn-lt"/>
                        </a:rPr>
                        <a:t>Sample Data for Two-Way, Repeated Measures ANOVA Test</a:t>
                      </a:r>
                    </a:p>
                  </a:txBody>
                  <a:tcPr marL="60754" marR="60754" marT="30377" marB="30377">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17616"/>
                  </a:ext>
                </a:extLst>
              </a:tr>
              <a:tr h="200827">
                <a:tc>
                  <a:txBody>
                    <a:bodyPr/>
                    <a:lstStyle/>
                    <a:p>
                      <a:pPr algn="l" fontAlgn="ctr"/>
                      <a:r>
                        <a:rPr lang="en-GB" sz="1200" b="1" i="0">
                          <a:effectLst/>
                          <a:latin typeface="+mn-lt"/>
                        </a:rPr>
                        <a:t>blank cell</a:t>
                      </a:r>
                    </a:p>
                  </a:txBody>
                  <a:tcPr marL="60754" marR="60754" marT="30377" marB="30377" anchor="ctr">
                    <a:lnL>
                      <a:noFill/>
                    </a:lnL>
                    <a:lnR>
                      <a:noFill/>
                    </a:lnR>
                    <a:lnB>
                      <a:noFill/>
                    </a:lnB>
                    <a:solidFill>
                      <a:srgbClr val="FFFFFF"/>
                    </a:solidFill>
                  </a:tcPr>
                </a:tc>
                <a:tc gridSpan="3">
                  <a:txBody>
                    <a:bodyPr/>
                    <a:lstStyle/>
                    <a:p>
                      <a:pPr algn="l" fontAlgn="ctr"/>
                      <a:r>
                        <a:rPr lang="en-GB" sz="1200" b="1" i="0">
                          <a:effectLst/>
                          <a:latin typeface="+mn-lt"/>
                        </a:rPr>
                        <a:t>Transcription</a:t>
                      </a:r>
                    </a:p>
                  </a:txBody>
                  <a:tcPr marL="60754" marR="60754" marT="30377" marB="30377" anchor="ctr">
                    <a:lnL>
                      <a:noFill/>
                    </a:lnL>
                    <a:lnR>
                      <a:noFill/>
                    </a:lnR>
                    <a:lnT>
                      <a:noFill/>
                    </a:lnT>
                    <a:lnB>
                      <a:noFill/>
                    </a:lnB>
                    <a:solidFill>
                      <a:srgbClr val="FFFFFF"/>
                    </a:solidFill>
                  </a:tcPr>
                </a:tc>
                <a:tc hMerge="1">
                  <a:txBody>
                    <a:bodyPr/>
                    <a:lstStyle/>
                    <a:p>
                      <a:endParaRPr lang="en-GB"/>
                    </a:p>
                  </a:txBody>
                  <a:tcPr/>
                </a:tc>
                <a:tc hMerge="1">
                  <a:txBody>
                    <a:bodyPr/>
                    <a:lstStyle/>
                    <a:p>
                      <a:endParaRPr lang="en-GB"/>
                    </a:p>
                  </a:txBody>
                  <a:tcPr/>
                </a:tc>
                <a:tc gridSpan="3">
                  <a:txBody>
                    <a:bodyPr/>
                    <a:lstStyle/>
                    <a:p>
                      <a:pPr algn="l" fontAlgn="ctr"/>
                      <a:r>
                        <a:rPr lang="en-GB" sz="1200" b="1" i="0">
                          <a:effectLst/>
                          <a:latin typeface="+mn-lt"/>
                        </a:rPr>
                        <a:t>Composition</a:t>
                      </a:r>
                    </a:p>
                  </a:txBody>
                  <a:tcPr marL="60754" marR="60754" marT="30377" marB="30377" anchor="ctr">
                    <a:lnL>
                      <a:noFill/>
                    </a:lnL>
                    <a:lnR>
                      <a:noFill/>
                    </a:lnR>
                    <a:lnT>
                      <a:noFill/>
                    </a:lnT>
                    <a:lnB>
                      <a:noFill/>
                    </a:lnB>
                    <a:solidFill>
                      <a:srgbClr val="FFFFFF"/>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20820294"/>
                  </a:ext>
                </a:extLst>
              </a:tr>
              <a:tr h="200827">
                <a:tc>
                  <a:txBody>
                    <a:bodyPr/>
                    <a:lstStyle/>
                    <a:p>
                      <a:pPr algn="l" fontAlgn="ctr"/>
                      <a:r>
                        <a:rPr lang="en-GB" sz="1200" b="1" i="0">
                          <a:effectLst/>
                          <a:latin typeface="+mn-lt"/>
                        </a:rPr>
                        <a:t>blank cell</a:t>
                      </a:r>
                    </a:p>
                  </a:txBody>
                  <a:tcPr marL="60754" marR="60754" marT="30377" marB="30377" anchor="ctr">
                    <a:lnL>
                      <a:noFill/>
                    </a:lnL>
                    <a:lnR>
                      <a:noFill/>
                    </a:lnR>
                    <a:lnT>
                      <a:noFill/>
                    </a:lnT>
                    <a:lnB w="9525" cap="flat" cmpd="sng" algn="ctr">
                      <a:solidFill>
                        <a:srgbClr val="50ECCD"/>
                      </a:solidFill>
                      <a:prstDash val="solid"/>
                      <a:round/>
                      <a:headEnd type="none" w="med" len="med"/>
                      <a:tailEnd type="none" w="med" len="med"/>
                    </a:lnB>
                    <a:solidFill>
                      <a:srgbClr val="FFFFFF"/>
                    </a:solidFill>
                  </a:tcPr>
                </a:tc>
                <a:tc>
                  <a:txBody>
                    <a:bodyPr/>
                    <a:lstStyle/>
                    <a:p>
                      <a:pPr algn="l" fontAlgn="ctr"/>
                      <a:r>
                        <a:rPr lang="en-GB" sz="1200" b="1" i="0">
                          <a:effectLst/>
                          <a:latin typeface="+mn-lt"/>
                        </a:rPr>
                        <a:t>Standard</a:t>
                      </a:r>
                    </a:p>
                  </a:txBody>
                  <a:tcPr marL="60754" marR="60754" marT="30377" marB="30377" anchor="ctr">
                    <a:lnL>
                      <a:noFill/>
                    </a:lnL>
                    <a:lnR>
                      <a:noFill/>
                    </a:lnR>
                    <a:lnT>
                      <a:noFill/>
                    </a:lnT>
                    <a:lnB>
                      <a:noFill/>
                    </a:lnB>
                    <a:solidFill>
                      <a:srgbClr val="FFFFFF"/>
                    </a:solidFill>
                  </a:tcPr>
                </a:tc>
                <a:tc>
                  <a:txBody>
                    <a:bodyPr/>
                    <a:lstStyle/>
                    <a:p>
                      <a:pPr algn="l" fontAlgn="ctr"/>
                      <a:r>
                        <a:rPr lang="en-GB" sz="1200" b="1" i="0">
                          <a:effectLst/>
                          <a:latin typeface="+mn-lt"/>
                        </a:rPr>
                        <a:t>Prediction</a:t>
                      </a:r>
                    </a:p>
                  </a:txBody>
                  <a:tcPr marL="60754" marR="60754" marT="30377" marB="30377" anchor="ctr">
                    <a:lnL>
                      <a:noFill/>
                    </a:lnL>
                    <a:lnR>
                      <a:noFill/>
                    </a:lnR>
                    <a:lnT>
                      <a:noFill/>
                    </a:lnT>
                    <a:lnB>
                      <a:noFill/>
                    </a:lnB>
                    <a:solidFill>
                      <a:srgbClr val="FFFFFF"/>
                    </a:solidFill>
                  </a:tcPr>
                </a:tc>
                <a:tc>
                  <a:txBody>
                    <a:bodyPr/>
                    <a:lstStyle/>
                    <a:p>
                      <a:pPr algn="l" fontAlgn="ctr"/>
                      <a:r>
                        <a:rPr lang="en-GB" sz="1200" b="1" i="0">
                          <a:effectLst/>
                          <a:latin typeface="+mn-lt"/>
                        </a:rPr>
                        <a:t>Speech</a:t>
                      </a:r>
                    </a:p>
                  </a:txBody>
                  <a:tcPr marL="60754" marR="60754" marT="30377" marB="30377" anchor="ctr">
                    <a:lnL>
                      <a:noFill/>
                    </a:lnL>
                    <a:lnR>
                      <a:noFill/>
                    </a:lnR>
                    <a:lnT>
                      <a:noFill/>
                    </a:lnT>
                    <a:lnB>
                      <a:noFill/>
                    </a:lnB>
                    <a:solidFill>
                      <a:srgbClr val="FFFFFF"/>
                    </a:solidFill>
                  </a:tcPr>
                </a:tc>
                <a:tc>
                  <a:txBody>
                    <a:bodyPr/>
                    <a:lstStyle/>
                    <a:p>
                      <a:pPr algn="l" fontAlgn="ctr"/>
                      <a:r>
                        <a:rPr lang="en-GB" sz="1200" b="1" i="0">
                          <a:effectLst/>
                          <a:latin typeface="+mn-lt"/>
                        </a:rPr>
                        <a:t>Standard</a:t>
                      </a:r>
                    </a:p>
                  </a:txBody>
                  <a:tcPr marL="60754" marR="60754" marT="30377" marB="30377" anchor="ctr">
                    <a:lnL>
                      <a:noFill/>
                    </a:lnL>
                    <a:lnR>
                      <a:noFill/>
                    </a:lnR>
                    <a:lnT>
                      <a:noFill/>
                    </a:lnT>
                    <a:lnB>
                      <a:noFill/>
                    </a:lnB>
                    <a:solidFill>
                      <a:srgbClr val="FFFFFF"/>
                    </a:solidFill>
                  </a:tcPr>
                </a:tc>
                <a:tc>
                  <a:txBody>
                    <a:bodyPr/>
                    <a:lstStyle/>
                    <a:p>
                      <a:pPr algn="l" fontAlgn="ctr"/>
                      <a:r>
                        <a:rPr lang="en-GB" sz="1200" b="1" i="0">
                          <a:effectLst/>
                          <a:latin typeface="+mn-lt"/>
                        </a:rPr>
                        <a:t>Prediction</a:t>
                      </a:r>
                    </a:p>
                  </a:txBody>
                  <a:tcPr marL="60754" marR="60754" marT="30377" marB="30377" anchor="ctr">
                    <a:lnL>
                      <a:noFill/>
                    </a:lnL>
                    <a:lnR>
                      <a:noFill/>
                    </a:lnR>
                    <a:lnT>
                      <a:noFill/>
                    </a:lnT>
                    <a:lnB>
                      <a:noFill/>
                    </a:lnB>
                    <a:solidFill>
                      <a:srgbClr val="FFFFFF"/>
                    </a:solidFill>
                  </a:tcPr>
                </a:tc>
                <a:tc>
                  <a:txBody>
                    <a:bodyPr/>
                    <a:lstStyle/>
                    <a:p>
                      <a:pPr algn="l" fontAlgn="ctr"/>
                      <a:r>
                        <a:rPr lang="en-GB" sz="1200" b="1" i="0">
                          <a:effectLst/>
                          <a:latin typeface="+mn-lt"/>
                        </a:rPr>
                        <a:t>Speech</a:t>
                      </a:r>
                    </a:p>
                  </a:txBody>
                  <a:tcPr marL="60754" marR="60754" marT="30377" marB="30377" anchor="ctr">
                    <a:lnL>
                      <a:noFill/>
                    </a:lnL>
                    <a:lnR>
                      <a:noFill/>
                    </a:lnR>
                    <a:lnT>
                      <a:noFill/>
                    </a:lnT>
                    <a:lnB>
                      <a:noFill/>
                    </a:lnB>
                    <a:solidFill>
                      <a:srgbClr val="FFFFFF"/>
                    </a:solidFill>
                  </a:tcPr>
                </a:tc>
                <a:extLst>
                  <a:ext uri="{0D108BD9-81ED-4DB2-BD59-A6C34878D82A}">
                    <a16:rowId xmlns:a16="http://schemas.microsoft.com/office/drawing/2014/main" val="4153531154"/>
                  </a:ext>
                </a:extLst>
              </a:tr>
              <a:tr h="200827">
                <a:tc>
                  <a:txBody>
                    <a:bodyPr/>
                    <a:lstStyle/>
                    <a:p>
                      <a:pPr algn="l" fontAlgn="t"/>
                      <a:r>
                        <a:rPr lang="en-GB" sz="1200" b="0" i="0">
                          <a:effectLst/>
                          <a:latin typeface="+mn-lt"/>
                        </a:rPr>
                        <a:t>Participant 1</a:t>
                      </a:r>
                    </a:p>
                  </a:txBody>
                  <a:tcPr marL="60754" marR="60754" marT="30377" marB="30377">
                    <a:lnL w="9525" cap="flat" cmpd="sng" algn="ctr">
                      <a:solidFill>
                        <a:srgbClr val="F0ECCD"/>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50ECCD"/>
                      </a:solidFill>
                      <a:prstDash val="solid"/>
                      <a:round/>
                      <a:headEnd type="none" w="med" len="med"/>
                      <a:tailEnd type="none" w="med" len="med"/>
                    </a:lnT>
                    <a:lnB w="9525" cap="flat" cmpd="sng" algn="ctr">
                      <a:solidFill>
                        <a:srgbClr val="50EBCD"/>
                      </a:solidFill>
                      <a:prstDash val="solid"/>
                      <a:round/>
                      <a:headEnd type="none" w="med" len="med"/>
                      <a:tailEnd type="none" w="med" len="med"/>
                    </a:lnB>
                    <a:solidFill>
                      <a:srgbClr val="FFFFFF"/>
                    </a:solidFill>
                  </a:tcPr>
                </a:tc>
                <a:tc>
                  <a:txBody>
                    <a:bodyPr/>
                    <a:lstStyle/>
                    <a:p>
                      <a:pPr algn="l" fontAlgn="t"/>
                      <a:r>
                        <a:rPr lang="en-GB" sz="1200" b="0">
                          <a:effectLst/>
                          <a:latin typeface="+mn-lt"/>
                        </a:rPr>
                        <a:t>245</a:t>
                      </a:r>
                    </a:p>
                  </a:txBody>
                  <a:tcPr marL="60754" marR="60754" marT="30377" marB="30377">
                    <a:lnL w="9525"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246</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178</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256</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265</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189</a:t>
                      </a:r>
                    </a:p>
                  </a:txBody>
                  <a:tcPr marL="60754" marR="60754" marT="30377" marB="30377">
                    <a:lnL>
                      <a:noFill/>
                    </a:lnL>
                    <a:lnR>
                      <a:noFill/>
                    </a:lnR>
                    <a:lnT>
                      <a:noFill/>
                    </a:lnT>
                    <a:lnB>
                      <a:noFill/>
                    </a:lnB>
                    <a:solidFill>
                      <a:srgbClr val="FFFFFF"/>
                    </a:solidFill>
                  </a:tcPr>
                </a:tc>
                <a:extLst>
                  <a:ext uri="{0D108BD9-81ED-4DB2-BD59-A6C34878D82A}">
                    <a16:rowId xmlns:a16="http://schemas.microsoft.com/office/drawing/2014/main" val="2085450057"/>
                  </a:ext>
                </a:extLst>
              </a:tr>
              <a:tr h="200827">
                <a:tc>
                  <a:txBody>
                    <a:bodyPr/>
                    <a:lstStyle/>
                    <a:p>
                      <a:pPr algn="l" fontAlgn="t"/>
                      <a:r>
                        <a:rPr lang="en-GB" sz="1200" b="0" i="0" dirty="0">
                          <a:effectLst/>
                          <a:latin typeface="+mn-lt"/>
                        </a:rPr>
                        <a:t>Participant 2</a:t>
                      </a:r>
                    </a:p>
                  </a:txBody>
                  <a:tcPr marL="60754" marR="60754" marT="30377" marB="30377">
                    <a:lnL w="9525" cap="flat" cmpd="sng" algn="ctr">
                      <a:solidFill>
                        <a:srgbClr val="50ECCD"/>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50EBCD"/>
                      </a:solidFill>
                      <a:prstDash val="solid"/>
                      <a:round/>
                      <a:headEnd type="none" w="med" len="med"/>
                      <a:tailEnd type="none" w="med" len="med"/>
                    </a:lnT>
                    <a:lnB w="9525" cap="flat" cmpd="sng" algn="ctr">
                      <a:solidFill>
                        <a:srgbClr val="50ECCD"/>
                      </a:solidFill>
                      <a:prstDash val="solid"/>
                      <a:round/>
                      <a:headEnd type="none" w="med" len="med"/>
                      <a:tailEnd type="none" w="med" len="med"/>
                    </a:lnB>
                    <a:solidFill>
                      <a:srgbClr val="EEF2F6"/>
                    </a:solidFill>
                  </a:tcPr>
                </a:tc>
                <a:tc>
                  <a:txBody>
                    <a:bodyPr/>
                    <a:lstStyle/>
                    <a:p>
                      <a:pPr algn="l" fontAlgn="t"/>
                      <a:r>
                        <a:rPr lang="en-GB" sz="1200" b="0" dirty="0">
                          <a:effectLst/>
                          <a:latin typeface="+mn-lt"/>
                        </a:rPr>
                        <a:t>236</a:t>
                      </a:r>
                    </a:p>
                  </a:txBody>
                  <a:tcPr marL="60754" marR="60754" marT="30377" marB="30377">
                    <a:lnL w="9525" cap="flat" cmpd="sng" algn="ctr">
                      <a:solidFill>
                        <a:srgbClr val="000000"/>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213</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289</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269</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232</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321</a:t>
                      </a:r>
                    </a:p>
                  </a:txBody>
                  <a:tcPr marL="60754" marR="60754" marT="30377" marB="30377">
                    <a:lnL>
                      <a:noFill/>
                    </a:lnL>
                    <a:lnR>
                      <a:noFill/>
                    </a:lnR>
                    <a:lnT>
                      <a:noFill/>
                    </a:lnT>
                    <a:lnB>
                      <a:noFill/>
                    </a:lnB>
                    <a:solidFill>
                      <a:srgbClr val="EEF2F6"/>
                    </a:solidFill>
                  </a:tcPr>
                </a:tc>
                <a:extLst>
                  <a:ext uri="{0D108BD9-81ED-4DB2-BD59-A6C34878D82A}">
                    <a16:rowId xmlns:a16="http://schemas.microsoft.com/office/drawing/2014/main" val="4036840603"/>
                  </a:ext>
                </a:extLst>
              </a:tr>
              <a:tr h="200827">
                <a:tc>
                  <a:txBody>
                    <a:bodyPr/>
                    <a:lstStyle/>
                    <a:p>
                      <a:pPr algn="l" fontAlgn="t"/>
                      <a:r>
                        <a:rPr lang="en-GB" sz="1200" b="0" i="0">
                          <a:effectLst/>
                          <a:latin typeface="+mn-lt"/>
                        </a:rPr>
                        <a:t>Participant 3</a:t>
                      </a:r>
                    </a:p>
                  </a:txBody>
                  <a:tcPr marL="60754" marR="60754" marT="30377" marB="30377">
                    <a:lnL w="9525" cap="flat" cmpd="sng" algn="ctr">
                      <a:solidFill>
                        <a:srgbClr val="B0E9CD"/>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50ECCD"/>
                      </a:solidFill>
                      <a:prstDash val="solid"/>
                      <a:round/>
                      <a:headEnd type="none" w="med" len="med"/>
                      <a:tailEnd type="none" w="med" len="med"/>
                    </a:lnT>
                    <a:lnB w="9525" cap="flat" cmpd="sng" algn="ctr">
                      <a:solidFill>
                        <a:srgbClr val="50EBCD"/>
                      </a:solidFill>
                      <a:prstDash val="solid"/>
                      <a:round/>
                      <a:headEnd type="none" w="med" len="med"/>
                      <a:tailEnd type="none" w="med" len="med"/>
                    </a:lnB>
                    <a:solidFill>
                      <a:srgbClr val="FFFFFF"/>
                    </a:solidFill>
                  </a:tcPr>
                </a:tc>
                <a:tc>
                  <a:txBody>
                    <a:bodyPr/>
                    <a:lstStyle/>
                    <a:p>
                      <a:pPr algn="l" fontAlgn="t"/>
                      <a:r>
                        <a:rPr lang="en-GB" sz="1200" b="0">
                          <a:effectLst/>
                          <a:latin typeface="+mn-lt"/>
                        </a:rPr>
                        <a:t>321</a:t>
                      </a:r>
                    </a:p>
                  </a:txBody>
                  <a:tcPr marL="60754" marR="60754" marT="30377" marB="30377">
                    <a:lnL w="9525"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265</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222</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333</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254</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202</a:t>
                      </a:r>
                    </a:p>
                  </a:txBody>
                  <a:tcPr marL="60754" marR="60754" marT="30377" marB="30377">
                    <a:lnL>
                      <a:noFill/>
                    </a:lnL>
                    <a:lnR>
                      <a:noFill/>
                    </a:lnR>
                    <a:lnT>
                      <a:noFill/>
                    </a:lnT>
                    <a:lnB>
                      <a:noFill/>
                    </a:lnB>
                    <a:solidFill>
                      <a:srgbClr val="FFFFFF"/>
                    </a:solidFill>
                  </a:tcPr>
                </a:tc>
                <a:extLst>
                  <a:ext uri="{0D108BD9-81ED-4DB2-BD59-A6C34878D82A}">
                    <a16:rowId xmlns:a16="http://schemas.microsoft.com/office/drawing/2014/main" val="3772693007"/>
                  </a:ext>
                </a:extLst>
              </a:tr>
              <a:tr h="200827">
                <a:tc>
                  <a:txBody>
                    <a:bodyPr/>
                    <a:lstStyle/>
                    <a:p>
                      <a:pPr algn="l" fontAlgn="t"/>
                      <a:r>
                        <a:rPr lang="en-GB" sz="1200" b="0" i="0">
                          <a:effectLst/>
                          <a:latin typeface="+mn-lt"/>
                        </a:rPr>
                        <a:t>Participant 4</a:t>
                      </a:r>
                    </a:p>
                  </a:txBody>
                  <a:tcPr marL="60754" marR="60754" marT="30377" marB="30377">
                    <a:lnL w="9525" cap="flat" cmpd="sng" algn="ctr">
                      <a:solidFill>
                        <a:srgbClr val="B0E9CD"/>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50EBCD"/>
                      </a:solidFill>
                      <a:prstDash val="solid"/>
                      <a:round/>
                      <a:headEnd type="none" w="med" len="med"/>
                      <a:tailEnd type="none" w="med" len="med"/>
                    </a:lnT>
                    <a:lnB w="9525" cap="flat" cmpd="sng" algn="ctr">
                      <a:solidFill>
                        <a:srgbClr val="90EECD"/>
                      </a:solidFill>
                      <a:prstDash val="solid"/>
                      <a:round/>
                      <a:headEnd type="none" w="med" len="med"/>
                      <a:tailEnd type="none" w="med" len="med"/>
                    </a:lnB>
                    <a:solidFill>
                      <a:srgbClr val="EEF2F6"/>
                    </a:solidFill>
                  </a:tcPr>
                </a:tc>
                <a:tc>
                  <a:txBody>
                    <a:bodyPr/>
                    <a:lstStyle/>
                    <a:p>
                      <a:pPr algn="l" fontAlgn="t"/>
                      <a:r>
                        <a:rPr lang="en-GB" sz="1200" b="0">
                          <a:effectLst/>
                          <a:latin typeface="+mn-lt"/>
                        </a:rPr>
                        <a:t>212</a:t>
                      </a:r>
                    </a:p>
                  </a:txBody>
                  <a:tcPr marL="60754" marR="60754" marT="30377" marB="30377">
                    <a:lnL w="9525" cap="flat" cmpd="sng" algn="ctr">
                      <a:solidFill>
                        <a:srgbClr val="000000"/>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189</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189</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246</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199</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198</a:t>
                      </a:r>
                    </a:p>
                  </a:txBody>
                  <a:tcPr marL="60754" marR="60754" marT="30377" marB="30377">
                    <a:lnL>
                      <a:noFill/>
                    </a:lnL>
                    <a:lnR>
                      <a:noFill/>
                    </a:lnR>
                    <a:lnT>
                      <a:noFill/>
                    </a:lnT>
                    <a:lnB>
                      <a:noFill/>
                    </a:lnB>
                    <a:solidFill>
                      <a:srgbClr val="EEF2F6"/>
                    </a:solidFill>
                  </a:tcPr>
                </a:tc>
                <a:extLst>
                  <a:ext uri="{0D108BD9-81ED-4DB2-BD59-A6C34878D82A}">
                    <a16:rowId xmlns:a16="http://schemas.microsoft.com/office/drawing/2014/main" val="3962680140"/>
                  </a:ext>
                </a:extLst>
              </a:tr>
              <a:tr h="200827">
                <a:tc>
                  <a:txBody>
                    <a:bodyPr/>
                    <a:lstStyle/>
                    <a:p>
                      <a:pPr algn="l" fontAlgn="t"/>
                      <a:r>
                        <a:rPr lang="en-GB" sz="1200" b="0" i="0">
                          <a:effectLst/>
                          <a:latin typeface="+mn-lt"/>
                        </a:rPr>
                        <a:t>Participant 5</a:t>
                      </a:r>
                    </a:p>
                  </a:txBody>
                  <a:tcPr marL="60754" marR="60754" marT="30377" marB="30377">
                    <a:lnL w="9525" cap="flat" cmpd="sng" algn="ctr">
                      <a:solidFill>
                        <a:srgbClr val="F0EACD"/>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90EECD"/>
                      </a:solidFill>
                      <a:prstDash val="solid"/>
                      <a:round/>
                      <a:headEnd type="none" w="med" len="med"/>
                      <a:tailEnd type="none" w="med" len="med"/>
                    </a:lnT>
                    <a:lnB w="9525" cap="flat" cmpd="sng" algn="ctr">
                      <a:solidFill>
                        <a:srgbClr val="50EBCD"/>
                      </a:solidFill>
                      <a:prstDash val="solid"/>
                      <a:round/>
                      <a:headEnd type="none" w="med" len="med"/>
                      <a:tailEnd type="none" w="med" len="med"/>
                    </a:lnB>
                    <a:solidFill>
                      <a:srgbClr val="FFFFFF"/>
                    </a:solidFill>
                  </a:tcPr>
                </a:tc>
                <a:tc>
                  <a:txBody>
                    <a:bodyPr/>
                    <a:lstStyle/>
                    <a:p>
                      <a:pPr algn="l" fontAlgn="t"/>
                      <a:r>
                        <a:rPr lang="en-GB" sz="1200" b="0">
                          <a:effectLst/>
                          <a:latin typeface="+mn-lt"/>
                        </a:rPr>
                        <a:t>267</a:t>
                      </a:r>
                    </a:p>
                  </a:txBody>
                  <a:tcPr marL="60754" marR="60754" marT="30377" marB="30377">
                    <a:lnL w="9525"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201</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245</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259</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194</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278</a:t>
                      </a:r>
                    </a:p>
                  </a:txBody>
                  <a:tcPr marL="60754" marR="60754" marT="30377" marB="30377">
                    <a:lnL>
                      <a:noFill/>
                    </a:lnL>
                    <a:lnR>
                      <a:noFill/>
                    </a:lnR>
                    <a:lnT>
                      <a:noFill/>
                    </a:lnT>
                    <a:lnB>
                      <a:noFill/>
                    </a:lnB>
                    <a:solidFill>
                      <a:srgbClr val="FFFFFF"/>
                    </a:solidFill>
                  </a:tcPr>
                </a:tc>
                <a:extLst>
                  <a:ext uri="{0D108BD9-81ED-4DB2-BD59-A6C34878D82A}">
                    <a16:rowId xmlns:a16="http://schemas.microsoft.com/office/drawing/2014/main" val="3274387711"/>
                  </a:ext>
                </a:extLst>
              </a:tr>
              <a:tr h="200827">
                <a:tc>
                  <a:txBody>
                    <a:bodyPr/>
                    <a:lstStyle/>
                    <a:p>
                      <a:pPr algn="l" fontAlgn="t"/>
                      <a:r>
                        <a:rPr lang="en-GB" sz="1200" b="0" i="0">
                          <a:effectLst/>
                          <a:latin typeface="+mn-lt"/>
                        </a:rPr>
                        <a:t>Participant 6</a:t>
                      </a:r>
                    </a:p>
                  </a:txBody>
                  <a:tcPr marL="60754" marR="60754" marT="30377" marB="30377">
                    <a:lnL w="9525" cap="flat" cmpd="sng" algn="ctr">
                      <a:solidFill>
                        <a:srgbClr val="50ECCD"/>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50EBCD"/>
                      </a:solidFill>
                      <a:prstDash val="solid"/>
                      <a:round/>
                      <a:headEnd type="none" w="med" len="med"/>
                      <a:tailEnd type="none" w="med" len="med"/>
                    </a:lnT>
                    <a:lnB w="9525" cap="flat" cmpd="sng" algn="ctr">
                      <a:solidFill>
                        <a:srgbClr val="50ECCD"/>
                      </a:solidFill>
                      <a:prstDash val="solid"/>
                      <a:round/>
                      <a:headEnd type="none" w="med" len="med"/>
                      <a:tailEnd type="none" w="med" len="med"/>
                    </a:lnB>
                    <a:solidFill>
                      <a:srgbClr val="EEF2F6"/>
                    </a:solidFill>
                  </a:tcPr>
                </a:tc>
                <a:tc>
                  <a:txBody>
                    <a:bodyPr/>
                    <a:lstStyle/>
                    <a:p>
                      <a:pPr algn="l" fontAlgn="t"/>
                      <a:r>
                        <a:rPr lang="en-GB" sz="1200" b="0">
                          <a:effectLst/>
                          <a:latin typeface="+mn-lt"/>
                        </a:rPr>
                        <a:t>334</a:t>
                      </a:r>
                    </a:p>
                  </a:txBody>
                  <a:tcPr marL="60754" marR="60754" marT="30377" marB="30377">
                    <a:lnL w="9525" cap="flat" cmpd="sng" algn="ctr">
                      <a:solidFill>
                        <a:srgbClr val="000000"/>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197</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311</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357</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221</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341</a:t>
                      </a:r>
                    </a:p>
                  </a:txBody>
                  <a:tcPr marL="60754" marR="60754" marT="30377" marB="30377">
                    <a:lnL>
                      <a:noFill/>
                    </a:lnL>
                    <a:lnR>
                      <a:noFill/>
                    </a:lnR>
                    <a:lnT>
                      <a:noFill/>
                    </a:lnT>
                    <a:lnB>
                      <a:noFill/>
                    </a:lnB>
                    <a:solidFill>
                      <a:srgbClr val="EEF2F6"/>
                    </a:solidFill>
                  </a:tcPr>
                </a:tc>
                <a:extLst>
                  <a:ext uri="{0D108BD9-81ED-4DB2-BD59-A6C34878D82A}">
                    <a16:rowId xmlns:a16="http://schemas.microsoft.com/office/drawing/2014/main" val="2283848356"/>
                  </a:ext>
                </a:extLst>
              </a:tr>
              <a:tr h="200827">
                <a:tc>
                  <a:txBody>
                    <a:bodyPr/>
                    <a:lstStyle/>
                    <a:p>
                      <a:pPr algn="l" fontAlgn="t"/>
                      <a:r>
                        <a:rPr lang="en-GB" sz="1200" b="0" i="0">
                          <a:effectLst/>
                          <a:latin typeface="+mn-lt"/>
                        </a:rPr>
                        <a:t>Participant 7</a:t>
                      </a:r>
                    </a:p>
                  </a:txBody>
                  <a:tcPr marL="60754" marR="60754" marT="30377" marB="30377">
                    <a:lnL w="9525" cap="flat" cmpd="sng" algn="ctr">
                      <a:solidFill>
                        <a:srgbClr val="50EBCD"/>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50ECCD"/>
                      </a:solidFill>
                      <a:prstDash val="solid"/>
                      <a:round/>
                      <a:headEnd type="none" w="med" len="med"/>
                      <a:tailEnd type="none" w="med" len="med"/>
                    </a:lnT>
                    <a:lnB w="9525" cap="flat" cmpd="sng" algn="ctr">
                      <a:solidFill>
                        <a:srgbClr val="10F1CD"/>
                      </a:solidFill>
                      <a:prstDash val="solid"/>
                      <a:round/>
                      <a:headEnd type="none" w="med" len="med"/>
                      <a:tailEnd type="none" w="med" len="med"/>
                    </a:lnB>
                    <a:solidFill>
                      <a:srgbClr val="FFFFFF"/>
                    </a:solidFill>
                  </a:tcPr>
                </a:tc>
                <a:tc>
                  <a:txBody>
                    <a:bodyPr/>
                    <a:lstStyle/>
                    <a:p>
                      <a:pPr algn="l" fontAlgn="t"/>
                      <a:r>
                        <a:rPr lang="en-GB" sz="1200" b="0">
                          <a:effectLst/>
                          <a:latin typeface="+mn-lt"/>
                        </a:rPr>
                        <a:t>287</a:t>
                      </a:r>
                    </a:p>
                  </a:txBody>
                  <a:tcPr marL="60754" marR="60754" marT="30377" marB="30377">
                    <a:lnL w="9525"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l" fontAlgn="t"/>
                      <a:r>
                        <a:rPr lang="en-GB" sz="1200" b="0">
                          <a:effectLst/>
                          <a:latin typeface="+mn-lt"/>
                        </a:rPr>
                        <a:t>289</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267</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301</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302</a:t>
                      </a:r>
                    </a:p>
                  </a:txBody>
                  <a:tcPr marL="60754" marR="60754" marT="30377" marB="30377">
                    <a:lnL>
                      <a:noFill/>
                    </a:lnL>
                    <a:lnR>
                      <a:noFill/>
                    </a:lnR>
                    <a:lnT>
                      <a:noFill/>
                    </a:lnT>
                    <a:lnB>
                      <a:noFill/>
                    </a:lnB>
                    <a:solidFill>
                      <a:srgbClr val="FFFFFF"/>
                    </a:solidFill>
                  </a:tcPr>
                </a:tc>
                <a:tc>
                  <a:txBody>
                    <a:bodyPr/>
                    <a:lstStyle/>
                    <a:p>
                      <a:pPr algn="l" fontAlgn="t"/>
                      <a:r>
                        <a:rPr lang="en-GB" sz="1200" b="0">
                          <a:effectLst/>
                          <a:latin typeface="+mn-lt"/>
                        </a:rPr>
                        <a:t>279</a:t>
                      </a:r>
                    </a:p>
                  </a:txBody>
                  <a:tcPr marL="60754" marR="60754" marT="30377" marB="30377">
                    <a:lnL>
                      <a:noFill/>
                    </a:lnL>
                    <a:lnR>
                      <a:noFill/>
                    </a:lnR>
                    <a:lnT>
                      <a:noFill/>
                    </a:lnT>
                    <a:lnB>
                      <a:noFill/>
                    </a:lnB>
                    <a:solidFill>
                      <a:srgbClr val="FFFFFF"/>
                    </a:solidFill>
                  </a:tcPr>
                </a:tc>
                <a:extLst>
                  <a:ext uri="{0D108BD9-81ED-4DB2-BD59-A6C34878D82A}">
                    <a16:rowId xmlns:a16="http://schemas.microsoft.com/office/drawing/2014/main" val="2896366179"/>
                  </a:ext>
                </a:extLst>
              </a:tr>
              <a:tr h="200827">
                <a:tc>
                  <a:txBody>
                    <a:bodyPr/>
                    <a:lstStyle/>
                    <a:p>
                      <a:pPr algn="l" fontAlgn="t"/>
                      <a:r>
                        <a:rPr lang="en-GB" sz="1200" b="0" i="0">
                          <a:effectLst/>
                          <a:latin typeface="+mn-lt"/>
                        </a:rPr>
                        <a:t>Participant 8</a:t>
                      </a:r>
                    </a:p>
                  </a:txBody>
                  <a:tcPr marL="60754" marR="60754" marT="30377" marB="30377">
                    <a:lnL w="9525" cap="flat" cmpd="sng" algn="ctr">
                      <a:solidFill>
                        <a:srgbClr val="B0E9CD"/>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10F1CD"/>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EF2F6"/>
                    </a:solidFill>
                  </a:tcPr>
                </a:tc>
                <a:tc>
                  <a:txBody>
                    <a:bodyPr/>
                    <a:lstStyle/>
                    <a:p>
                      <a:pPr algn="l" fontAlgn="t"/>
                      <a:r>
                        <a:rPr lang="en-GB" sz="1200" b="0">
                          <a:effectLst/>
                          <a:latin typeface="+mn-lt"/>
                        </a:rPr>
                        <a:t>259</a:t>
                      </a:r>
                    </a:p>
                  </a:txBody>
                  <a:tcPr marL="60754" marR="60754" marT="30377" marB="30377">
                    <a:lnL w="9525" cap="flat" cmpd="sng" algn="ctr">
                      <a:solidFill>
                        <a:srgbClr val="000000"/>
                      </a:solidFill>
                      <a:prstDash val="solid"/>
                      <a:round/>
                      <a:headEnd type="none" w="med" len="med"/>
                      <a:tailEnd type="none" w="med" len="med"/>
                    </a:lnL>
                    <a:lnR>
                      <a:noFill/>
                    </a:lnR>
                    <a:lnT>
                      <a:noFill/>
                    </a:lnT>
                    <a:lnB>
                      <a:noFill/>
                    </a:lnB>
                    <a:solidFill>
                      <a:srgbClr val="EEF2F6"/>
                    </a:solidFill>
                  </a:tcPr>
                </a:tc>
                <a:tc>
                  <a:txBody>
                    <a:bodyPr/>
                    <a:lstStyle/>
                    <a:p>
                      <a:pPr algn="l" fontAlgn="t"/>
                      <a:r>
                        <a:rPr lang="en-GB" sz="1200" b="0">
                          <a:effectLst/>
                          <a:latin typeface="+mn-lt"/>
                        </a:rPr>
                        <a:t>224</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197</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278</a:t>
                      </a:r>
                    </a:p>
                  </a:txBody>
                  <a:tcPr marL="60754" marR="60754" marT="30377" marB="30377">
                    <a:lnL>
                      <a:noFill/>
                    </a:lnL>
                    <a:lnR>
                      <a:noFill/>
                    </a:lnR>
                    <a:lnT>
                      <a:noFill/>
                    </a:lnT>
                    <a:lnB>
                      <a:noFill/>
                    </a:lnB>
                    <a:solidFill>
                      <a:srgbClr val="EEF2F6"/>
                    </a:solidFill>
                  </a:tcPr>
                </a:tc>
                <a:tc>
                  <a:txBody>
                    <a:bodyPr/>
                    <a:lstStyle/>
                    <a:p>
                      <a:pPr algn="l" fontAlgn="t"/>
                      <a:r>
                        <a:rPr lang="en-GB" sz="1200" b="0">
                          <a:effectLst/>
                          <a:latin typeface="+mn-lt"/>
                        </a:rPr>
                        <a:t>243</a:t>
                      </a:r>
                    </a:p>
                  </a:txBody>
                  <a:tcPr marL="60754" marR="60754" marT="30377" marB="30377">
                    <a:lnL>
                      <a:noFill/>
                    </a:lnL>
                    <a:lnR>
                      <a:noFill/>
                    </a:lnR>
                    <a:lnT>
                      <a:noFill/>
                    </a:lnT>
                    <a:lnB>
                      <a:noFill/>
                    </a:lnB>
                    <a:solidFill>
                      <a:srgbClr val="EEF2F6"/>
                    </a:solidFill>
                  </a:tcPr>
                </a:tc>
                <a:tc>
                  <a:txBody>
                    <a:bodyPr/>
                    <a:lstStyle/>
                    <a:p>
                      <a:pPr algn="l" fontAlgn="t"/>
                      <a:r>
                        <a:rPr lang="en-GB" sz="1200" b="0" dirty="0">
                          <a:effectLst/>
                          <a:latin typeface="+mn-lt"/>
                        </a:rPr>
                        <a:t>229</a:t>
                      </a:r>
                    </a:p>
                  </a:txBody>
                  <a:tcPr marL="60754" marR="60754" marT="30377" marB="30377">
                    <a:lnL>
                      <a:noFill/>
                    </a:lnL>
                    <a:lnR>
                      <a:noFill/>
                    </a:lnR>
                    <a:lnT>
                      <a:noFill/>
                    </a:lnT>
                    <a:lnB>
                      <a:noFill/>
                    </a:lnB>
                    <a:solidFill>
                      <a:srgbClr val="EEF2F6"/>
                    </a:solidFill>
                  </a:tcPr>
                </a:tc>
                <a:extLst>
                  <a:ext uri="{0D108BD9-81ED-4DB2-BD59-A6C34878D82A}">
                    <a16:rowId xmlns:a16="http://schemas.microsoft.com/office/drawing/2014/main" val="2760044641"/>
                  </a:ext>
                </a:extLst>
              </a:tr>
            </a:tbl>
          </a:graphicData>
        </a:graphic>
      </p:graphicFrame>
      <p:sp>
        <p:nvSpPr>
          <p:cNvPr id="7" name="Content Placeholder 2">
            <a:extLst>
              <a:ext uri="{FF2B5EF4-FFF2-40B4-BE49-F238E27FC236}">
                <a16:creationId xmlns:a16="http://schemas.microsoft.com/office/drawing/2014/main" id="{7F3598A6-779E-D1E3-9EA5-AD5BB236CC81}"/>
              </a:ext>
            </a:extLst>
          </p:cNvPr>
          <p:cNvSpPr txBox="1">
            <a:spLocks/>
          </p:cNvSpPr>
          <p:nvPr/>
        </p:nvSpPr>
        <p:spPr>
          <a:xfrm>
            <a:off x="612648" y="1516698"/>
            <a:ext cx="8531352" cy="234435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Aft>
                <a:spcPts val="0"/>
              </a:spcAft>
            </a:pPr>
            <a:r>
              <a:rPr lang="en-GB" sz="2400" dirty="0">
                <a:solidFill>
                  <a:schemeClr val="accent6">
                    <a:lumMod val="50000"/>
                  </a:schemeClr>
                </a:solidFill>
              </a:rPr>
              <a:t>All six data points contributed by each participant should be listed in the same row</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5C4AC3F-1D17-7C9C-0026-7D44D2CBFD65}"/>
                  </a:ext>
                </a:extLst>
              </p14:cNvPr>
              <p14:cNvContentPartPr/>
              <p14:nvPr/>
            </p14:nvContentPartPr>
            <p14:xfrm>
              <a:off x="-1798600" y="5110120"/>
              <a:ext cx="360" cy="360"/>
            </p14:xfrm>
          </p:contentPart>
        </mc:Choice>
        <mc:Fallback xmlns="">
          <p:pic>
            <p:nvPicPr>
              <p:cNvPr id="3" name="Ink 2">
                <a:extLst>
                  <a:ext uri="{FF2B5EF4-FFF2-40B4-BE49-F238E27FC236}">
                    <a16:creationId xmlns:a16="http://schemas.microsoft.com/office/drawing/2014/main" id="{05C4AC3F-1D17-7C9C-0026-7D44D2CBFD65}"/>
                  </a:ext>
                </a:extLst>
              </p:cNvPr>
              <p:cNvPicPr/>
              <p:nvPr/>
            </p:nvPicPr>
            <p:blipFill>
              <a:blip r:embed="rId3"/>
              <a:stretch>
                <a:fillRect/>
              </a:stretch>
            </p:blipFill>
            <p:spPr>
              <a:xfrm>
                <a:off x="-1807600" y="5101120"/>
                <a:ext cx="18000" cy="18000"/>
              </a:xfrm>
              <a:prstGeom prst="rect">
                <a:avLst/>
              </a:prstGeom>
            </p:spPr>
          </p:pic>
        </mc:Fallback>
      </mc:AlternateContent>
      <p:sp>
        <p:nvSpPr>
          <p:cNvPr id="8" name="Footer Placeholder 7">
            <a:extLst>
              <a:ext uri="{FF2B5EF4-FFF2-40B4-BE49-F238E27FC236}">
                <a16:creationId xmlns:a16="http://schemas.microsoft.com/office/drawing/2014/main" id="{DF9B2561-4D49-5C5F-FD90-ACCD40C8EA3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6DE396B3-4728-123D-B6E0-5E482836DF3B}"/>
              </a:ext>
            </a:extLst>
          </p:cNvPr>
          <p:cNvSpPr>
            <a:spLocks noGrp="1"/>
          </p:cNvSpPr>
          <p:nvPr>
            <p:ph type="sldNum" sz="quarter" idx="4"/>
          </p:nvPr>
        </p:nvSpPr>
        <p:spPr/>
        <p:txBody>
          <a:bodyPr/>
          <a:lstStyle/>
          <a:p>
            <a:fld id="{9FD7ECCF-50E7-4327-B945-FA93FF7B2BEF}" type="slidenum">
              <a:rPr lang="en-US" smtClean="0"/>
              <a:pPr/>
              <a:t>32</a:t>
            </a:fld>
            <a:r>
              <a:rPr lang="en-GB"/>
              <a:t>/54</a:t>
            </a:r>
            <a:endParaRPr lang="en-US" dirty="0"/>
          </a:p>
        </p:txBody>
      </p:sp>
    </p:spTree>
    <p:extLst>
      <p:ext uri="{BB962C8B-B14F-4D97-AF65-F5344CB8AC3E}">
        <p14:creationId xmlns:p14="http://schemas.microsoft.com/office/powerpoint/2010/main" val="135356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4B27-3D71-1CC1-7D72-DD8A58717E3F}"/>
              </a:ext>
            </a:extLst>
          </p:cNvPr>
          <p:cNvSpPr>
            <a:spLocks noGrp="1"/>
          </p:cNvSpPr>
          <p:nvPr>
            <p:ph type="title"/>
          </p:nvPr>
        </p:nvSpPr>
        <p:spPr/>
        <p:txBody>
          <a:bodyPr>
            <a:normAutofit fontScale="90000"/>
          </a:bodyPr>
          <a:lstStyle/>
          <a:p>
            <a:r>
              <a:rPr lang="en-GB" sz="4400" dirty="0">
                <a:solidFill>
                  <a:schemeClr val="accent2">
                    <a:lumMod val="75000"/>
                  </a:schemeClr>
                </a:solidFill>
                <a:latin typeface="+mn-lt"/>
              </a:rPr>
              <a:t>Repeated measures ANOVA </a:t>
            </a:r>
            <a:r>
              <a:rPr lang="en-GB" dirty="0">
                <a:latin typeface="+mn-lt"/>
              </a:rPr>
              <a:t>in SPSS</a:t>
            </a:r>
          </a:p>
        </p:txBody>
      </p:sp>
      <p:sp>
        <p:nvSpPr>
          <p:cNvPr id="3" name="Content Placeholder 2">
            <a:extLst>
              <a:ext uri="{FF2B5EF4-FFF2-40B4-BE49-F238E27FC236}">
                <a16:creationId xmlns:a16="http://schemas.microsoft.com/office/drawing/2014/main" id="{569E19FC-5E62-F439-D10F-1057C01C5A76}"/>
              </a:ext>
            </a:extLst>
          </p:cNvPr>
          <p:cNvSpPr>
            <a:spLocks noGrp="1"/>
          </p:cNvSpPr>
          <p:nvPr>
            <p:ph sz="quarter" idx="1"/>
          </p:nvPr>
        </p:nvSpPr>
        <p:spPr>
          <a:xfrm>
            <a:off x="612648" y="1600200"/>
            <a:ext cx="8153400" cy="748680"/>
          </a:xfrm>
        </p:spPr>
        <p:txBody>
          <a:bodyPr>
            <a:normAutofit fontScale="85000" lnSpcReduction="10000"/>
          </a:bodyPr>
          <a:lstStyle/>
          <a:p>
            <a:r>
              <a:rPr lang="en-GB" dirty="0"/>
              <a:t>Analyse &gt; General Linear Model &gt; Repeated Measures </a:t>
            </a:r>
          </a:p>
        </p:txBody>
      </p:sp>
      <p:pic>
        <p:nvPicPr>
          <p:cNvPr id="5" name="Picture 4" descr="spps snapshot">
            <a:extLst>
              <a:ext uri="{FF2B5EF4-FFF2-40B4-BE49-F238E27FC236}">
                <a16:creationId xmlns:a16="http://schemas.microsoft.com/office/drawing/2014/main" id="{9B6C479F-5397-5979-AADF-504831A25D71}"/>
              </a:ext>
            </a:extLst>
          </p:cNvPr>
          <p:cNvPicPr>
            <a:picLocks noChangeAspect="1"/>
          </p:cNvPicPr>
          <p:nvPr/>
        </p:nvPicPr>
        <p:blipFill>
          <a:blip r:embed="rId2"/>
          <a:stretch>
            <a:fillRect/>
          </a:stretch>
        </p:blipFill>
        <p:spPr>
          <a:xfrm>
            <a:off x="958996" y="2204864"/>
            <a:ext cx="2560954" cy="3877756"/>
          </a:xfrm>
          <a:prstGeom prst="rect">
            <a:avLst/>
          </a:prstGeom>
        </p:spPr>
      </p:pic>
      <p:pic>
        <p:nvPicPr>
          <p:cNvPr id="11" name="Picture 10" descr="spps snapshot">
            <a:extLst>
              <a:ext uri="{FF2B5EF4-FFF2-40B4-BE49-F238E27FC236}">
                <a16:creationId xmlns:a16="http://schemas.microsoft.com/office/drawing/2014/main" id="{FB6D834B-59B4-795C-9BEE-5A5BBFEC4CC4}"/>
              </a:ext>
            </a:extLst>
          </p:cNvPr>
          <p:cNvPicPr>
            <a:picLocks noChangeAspect="1"/>
          </p:cNvPicPr>
          <p:nvPr/>
        </p:nvPicPr>
        <p:blipFill>
          <a:blip r:embed="rId3"/>
          <a:stretch>
            <a:fillRect/>
          </a:stretch>
        </p:blipFill>
        <p:spPr>
          <a:xfrm>
            <a:off x="4053410" y="2176800"/>
            <a:ext cx="4179178" cy="3877756"/>
          </a:xfrm>
          <a:prstGeom prst="rect">
            <a:avLst/>
          </a:prstGeom>
        </p:spPr>
      </p:pic>
      <p:sp>
        <p:nvSpPr>
          <p:cNvPr id="12" name="Footer Placeholder 11">
            <a:extLst>
              <a:ext uri="{FF2B5EF4-FFF2-40B4-BE49-F238E27FC236}">
                <a16:creationId xmlns:a16="http://schemas.microsoft.com/office/drawing/2014/main" id="{7591CDB7-D3F2-9191-1698-E3D74DC3807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E7C2BFFC-5794-ED91-C2A4-8501155F2B8A}"/>
              </a:ext>
            </a:extLst>
          </p:cNvPr>
          <p:cNvSpPr>
            <a:spLocks noGrp="1"/>
          </p:cNvSpPr>
          <p:nvPr>
            <p:ph type="sldNum" sz="quarter" idx="4"/>
          </p:nvPr>
        </p:nvSpPr>
        <p:spPr/>
        <p:txBody>
          <a:bodyPr/>
          <a:lstStyle/>
          <a:p>
            <a:fld id="{9FD7ECCF-50E7-4327-B945-FA93FF7B2BEF}" type="slidenum">
              <a:rPr lang="en-US" smtClean="0"/>
              <a:pPr/>
              <a:t>33</a:t>
            </a:fld>
            <a:r>
              <a:rPr lang="en-GB"/>
              <a:t>/54</a:t>
            </a:r>
            <a:endParaRPr lang="en-US" dirty="0"/>
          </a:p>
        </p:txBody>
      </p:sp>
    </p:spTree>
    <p:extLst>
      <p:ext uri="{BB962C8B-B14F-4D97-AF65-F5344CB8AC3E}">
        <p14:creationId xmlns:p14="http://schemas.microsoft.com/office/powerpoint/2010/main" val="2021083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4B27-3D71-1CC1-7D72-DD8A58717E3F}"/>
              </a:ext>
            </a:extLst>
          </p:cNvPr>
          <p:cNvSpPr>
            <a:spLocks noGrp="1"/>
          </p:cNvSpPr>
          <p:nvPr>
            <p:ph type="title"/>
          </p:nvPr>
        </p:nvSpPr>
        <p:spPr/>
        <p:txBody>
          <a:bodyPr>
            <a:normAutofit fontScale="90000"/>
          </a:bodyPr>
          <a:lstStyle/>
          <a:p>
            <a:r>
              <a:rPr lang="en-GB" sz="4400" dirty="0">
                <a:solidFill>
                  <a:schemeClr val="accent2">
                    <a:lumMod val="75000"/>
                  </a:schemeClr>
                </a:solidFill>
                <a:latin typeface="+mn-lt"/>
              </a:rPr>
              <a:t>Repeated measures ANOVA </a:t>
            </a:r>
            <a:r>
              <a:rPr lang="en-GB" dirty="0">
                <a:latin typeface="+mn-lt"/>
              </a:rPr>
              <a:t>in SPSS</a:t>
            </a:r>
          </a:p>
        </p:txBody>
      </p:sp>
      <p:sp>
        <p:nvSpPr>
          <p:cNvPr id="3" name="Content Placeholder 2">
            <a:extLst>
              <a:ext uri="{FF2B5EF4-FFF2-40B4-BE49-F238E27FC236}">
                <a16:creationId xmlns:a16="http://schemas.microsoft.com/office/drawing/2014/main" id="{569E19FC-5E62-F439-D10F-1057C01C5A76}"/>
              </a:ext>
            </a:extLst>
          </p:cNvPr>
          <p:cNvSpPr>
            <a:spLocks noGrp="1"/>
          </p:cNvSpPr>
          <p:nvPr>
            <p:ph sz="quarter" idx="1"/>
          </p:nvPr>
        </p:nvSpPr>
        <p:spPr>
          <a:xfrm>
            <a:off x="612648" y="1600200"/>
            <a:ext cx="8153400" cy="532656"/>
          </a:xfrm>
        </p:spPr>
        <p:txBody>
          <a:bodyPr>
            <a:normAutofit fontScale="85000" lnSpcReduction="10000"/>
          </a:bodyPr>
          <a:lstStyle/>
          <a:p>
            <a:r>
              <a:rPr lang="en-GB" dirty="0"/>
              <a:t>Analyse &gt; General Linear Model &gt; Repeated Measures </a:t>
            </a:r>
          </a:p>
        </p:txBody>
      </p:sp>
      <p:pic>
        <p:nvPicPr>
          <p:cNvPr id="10" name="Picture 9" descr="spps snapshot">
            <a:extLst>
              <a:ext uri="{FF2B5EF4-FFF2-40B4-BE49-F238E27FC236}">
                <a16:creationId xmlns:a16="http://schemas.microsoft.com/office/drawing/2014/main" id="{393830F2-20B4-B615-0590-45C632581555}"/>
              </a:ext>
            </a:extLst>
          </p:cNvPr>
          <p:cNvPicPr>
            <a:picLocks noChangeAspect="1"/>
          </p:cNvPicPr>
          <p:nvPr/>
        </p:nvPicPr>
        <p:blipFill>
          <a:blip r:embed="rId2"/>
          <a:stretch>
            <a:fillRect/>
          </a:stretch>
        </p:blipFill>
        <p:spPr>
          <a:xfrm>
            <a:off x="1102478" y="2132856"/>
            <a:ext cx="3586870" cy="4186981"/>
          </a:xfrm>
          <a:prstGeom prst="rect">
            <a:avLst/>
          </a:prstGeom>
        </p:spPr>
      </p:pic>
      <p:pic>
        <p:nvPicPr>
          <p:cNvPr id="13" name="Picture 12" descr="spps snapshot">
            <a:extLst>
              <a:ext uri="{FF2B5EF4-FFF2-40B4-BE49-F238E27FC236}">
                <a16:creationId xmlns:a16="http://schemas.microsoft.com/office/drawing/2014/main" id="{376CF176-68E8-A32E-94E5-6B25F9C76EB6}"/>
              </a:ext>
            </a:extLst>
          </p:cNvPr>
          <p:cNvPicPr>
            <a:picLocks noChangeAspect="1"/>
          </p:cNvPicPr>
          <p:nvPr/>
        </p:nvPicPr>
        <p:blipFill>
          <a:blip r:embed="rId3"/>
          <a:stretch>
            <a:fillRect/>
          </a:stretch>
        </p:blipFill>
        <p:spPr>
          <a:xfrm>
            <a:off x="5074643" y="2348880"/>
            <a:ext cx="3691405" cy="3433365"/>
          </a:xfrm>
          <a:prstGeom prst="rect">
            <a:avLst/>
          </a:prstGeom>
        </p:spPr>
      </p:pic>
      <p:sp>
        <p:nvSpPr>
          <p:cNvPr id="14" name="Footer Placeholder 13">
            <a:extLst>
              <a:ext uri="{FF2B5EF4-FFF2-40B4-BE49-F238E27FC236}">
                <a16:creationId xmlns:a16="http://schemas.microsoft.com/office/drawing/2014/main" id="{8242167C-FBF1-4901-04CA-1CB56D0127E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BDBF6756-F737-D127-5604-1EA6E4072F09}"/>
              </a:ext>
            </a:extLst>
          </p:cNvPr>
          <p:cNvSpPr>
            <a:spLocks noGrp="1"/>
          </p:cNvSpPr>
          <p:nvPr>
            <p:ph type="sldNum" sz="quarter" idx="4"/>
          </p:nvPr>
        </p:nvSpPr>
        <p:spPr/>
        <p:txBody>
          <a:bodyPr/>
          <a:lstStyle/>
          <a:p>
            <a:fld id="{9FD7ECCF-50E7-4327-B945-FA93FF7B2BEF}" type="slidenum">
              <a:rPr lang="en-US" smtClean="0"/>
              <a:pPr/>
              <a:t>34</a:t>
            </a:fld>
            <a:r>
              <a:rPr lang="en-GB"/>
              <a:t>/54</a:t>
            </a:r>
            <a:endParaRPr lang="en-US" dirty="0"/>
          </a:p>
        </p:txBody>
      </p:sp>
    </p:spTree>
    <p:extLst>
      <p:ext uri="{BB962C8B-B14F-4D97-AF65-F5344CB8AC3E}">
        <p14:creationId xmlns:p14="http://schemas.microsoft.com/office/powerpoint/2010/main" val="26610217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32465-72CA-20F6-F80C-06464E436245}"/>
              </a:ext>
            </a:extLst>
          </p:cNvPr>
          <p:cNvSpPr>
            <a:spLocks noGrp="1"/>
          </p:cNvSpPr>
          <p:nvPr>
            <p:ph type="title"/>
          </p:nvPr>
        </p:nvSpPr>
        <p:spPr/>
        <p:txBody>
          <a:bodyPr>
            <a:normAutofit fontScale="90000"/>
          </a:bodyPr>
          <a:lstStyle/>
          <a:p>
            <a:r>
              <a:rPr lang="en-GB" sz="4400" dirty="0">
                <a:latin typeface="+mn-lt"/>
              </a:rPr>
              <a:t>Results for </a:t>
            </a:r>
            <a:r>
              <a:rPr lang="en-GB" sz="4400" dirty="0">
                <a:solidFill>
                  <a:schemeClr val="accent2">
                    <a:lumMod val="75000"/>
                  </a:schemeClr>
                </a:solidFill>
                <a:latin typeface="+mn-lt"/>
              </a:rPr>
              <a:t>Repeated measures ANOVA</a:t>
            </a:r>
            <a:endParaRPr lang="en-GB" dirty="0"/>
          </a:p>
        </p:txBody>
      </p:sp>
      <p:graphicFrame>
        <p:nvGraphicFramePr>
          <p:cNvPr id="6" name="Content Placeholder 5">
            <a:extLst>
              <a:ext uri="{FF2B5EF4-FFF2-40B4-BE49-F238E27FC236}">
                <a16:creationId xmlns:a16="http://schemas.microsoft.com/office/drawing/2014/main" id="{2147E2D4-9D2D-1A6C-7FE9-CD355D0C4641}"/>
              </a:ext>
            </a:extLst>
          </p:cNvPr>
          <p:cNvGraphicFramePr>
            <a:graphicFrameLocks noGrp="1"/>
          </p:cNvGraphicFramePr>
          <p:nvPr>
            <p:ph sz="quarter" idx="1"/>
            <p:extLst>
              <p:ext uri="{D42A27DB-BD31-4B8C-83A1-F6EECF244321}">
                <p14:modId xmlns:p14="http://schemas.microsoft.com/office/powerpoint/2010/main" val="2971749284"/>
              </p:ext>
            </p:extLst>
          </p:nvPr>
        </p:nvGraphicFramePr>
        <p:xfrm>
          <a:off x="1249023" y="2042871"/>
          <a:ext cx="6912768" cy="2490330"/>
        </p:xfrm>
        <a:graphic>
          <a:graphicData uri="http://schemas.openxmlformats.org/drawingml/2006/table">
            <a:tbl>
              <a:tblPr/>
              <a:tblGrid>
                <a:gridCol w="2160240">
                  <a:extLst>
                    <a:ext uri="{9D8B030D-6E8A-4147-A177-3AD203B41FA5}">
                      <a16:colId xmlns:a16="http://schemas.microsoft.com/office/drawing/2014/main" val="2913548992"/>
                    </a:ext>
                  </a:extLst>
                </a:gridCol>
                <a:gridCol w="1296144">
                  <a:extLst>
                    <a:ext uri="{9D8B030D-6E8A-4147-A177-3AD203B41FA5}">
                      <a16:colId xmlns:a16="http://schemas.microsoft.com/office/drawing/2014/main" val="109800498"/>
                    </a:ext>
                  </a:extLst>
                </a:gridCol>
                <a:gridCol w="576064">
                  <a:extLst>
                    <a:ext uri="{9D8B030D-6E8A-4147-A177-3AD203B41FA5}">
                      <a16:colId xmlns:a16="http://schemas.microsoft.com/office/drawing/2014/main" val="523835119"/>
                    </a:ext>
                  </a:extLst>
                </a:gridCol>
                <a:gridCol w="1224136">
                  <a:extLst>
                    <a:ext uri="{9D8B030D-6E8A-4147-A177-3AD203B41FA5}">
                      <a16:colId xmlns:a16="http://schemas.microsoft.com/office/drawing/2014/main" val="197028196"/>
                    </a:ext>
                  </a:extLst>
                </a:gridCol>
                <a:gridCol w="720080">
                  <a:extLst>
                    <a:ext uri="{9D8B030D-6E8A-4147-A177-3AD203B41FA5}">
                      <a16:colId xmlns:a16="http://schemas.microsoft.com/office/drawing/2014/main" val="831078298"/>
                    </a:ext>
                  </a:extLst>
                </a:gridCol>
                <a:gridCol w="936104">
                  <a:extLst>
                    <a:ext uri="{9D8B030D-6E8A-4147-A177-3AD203B41FA5}">
                      <a16:colId xmlns:a16="http://schemas.microsoft.com/office/drawing/2014/main" val="3747839034"/>
                    </a:ext>
                  </a:extLst>
                </a:gridCol>
              </a:tblGrid>
              <a:tr h="274516">
                <a:tc gridSpan="6">
                  <a:txBody>
                    <a:bodyPr/>
                    <a:lstStyle/>
                    <a:p>
                      <a:r>
                        <a:rPr lang="en-GB" sz="1200" dirty="0">
                          <a:latin typeface="+mn-lt"/>
                        </a:rPr>
                        <a:t>Result of the Two-Way, Repeated Measures ANOVA Test</a:t>
                      </a:r>
                    </a:p>
                  </a:txBody>
                  <a:tcPr marL="50515" marR="50515" marT="25257" marB="25257">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9124802"/>
                  </a:ext>
                </a:extLst>
              </a:tr>
              <a:tr h="274516">
                <a:tc>
                  <a:txBody>
                    <a:bodyPr/>
                    <a:lstStyle/>
                    <a:p>
                      <a:pPr algn="l" fontAlgn="ctr"/>
                      <a:r>
                        <a:rPr lang="en-GB" sz="1200" b="1" i="0" dirty="0">
                          <a:effectLst/>
                          <a:latin typeface="+mn-lt"/>
                        </a:rPr>
                        <a:t>Source</a:t>
                      </a:r>
                    </a:p>
                  </a:txBody>
                  <a:tcPr marL="50515" marR="50515" marT="25257" marB="25257" anchor="ctr">
                    <a:lnL>
                      <a:noFill/>
                    </a:lnL>
                    <a:lnR>
                      <a:noFill/>
                    </a:lnR>
                    <a:lnB>
                      <a:noFill/>
                    </a:lnB>
                    <a:solidFill>
                      <a:srgbClr val="FFFFFF"/>
                    </a:solidFill>
                  </a:tcPr>
                </a:tc>
                <a:tc>
                  <a:txBody>
                    <a:bodyPr/>
                    <a:lstStyle/>
                    <a:p>
                      <a:pPr algn="l" fontAlgn="ctr"/>
                      <a:r>
                        <a:rPr lang="en-GB" sz="1200" b="1" i="0">
                          <a:effectLst/>
                          <a:latin typeface="+mn-lt"/>
                        </a:rPr>
                        <a:t>Sum of Square</a:t>
                      </a:r>
                    </a:p>
                  </a:txBody>
                  <a:tcPr marL="50515" marR="50515" marT="25257" marB="25257" anchor="ctr">
                    <a:lnL>
                      <a:noFill/>
                    </a:lnL>
                    <a:lnR>
                      <a:noFill/>
                    </a:lnR>
                    <a:lnT>
                      <a:noFill/>
                    </a:lnT>
                    <a:lnB>
                      <a:noFill/>
                    </a:lnB>
                    <a:solidFill>
                      <a:srgbClr val="FFFFFF"/>
                    </a:solidFill>
                  </a:tcPr>
                </a:tc>
                <a:tc>
                  <a:txBody>
                    <a:bodyPr/>
                    <a:lstStyle/>
                    <a:p>
                      <a:pPr algn="l" fontAlgn="ctr"/>
                      <a:r>
                        <a:rPr lang="en-GB" sz="1200" b="1" i="1">
                          <a:effectLst/>
                          <a:latin typeface="+mn-lt"/>
                        </a:rPr>
                        <a:t>df</a:t>
                      </a:r>
                      <a:endParaRPr lang="en-GB" sz="1200" b="1" i="0">
                        <a:effectLst/>
                        <a:latin typeface="+mn-lt"/>
                      </a:endParaRPr>
                    </a:p>
                  </a:txBody>
                  <a:tcPr marL="50515" marR="50515" marT="25257" marB="25257" anchor="ctr">
                    <a:lnL>
                      <a:noFill/>
                    </a:lnL>
                    <a:lnR>
                      <a:noFill/>
                    </a:lnR>
                    <a:lnT>
                      <a:noFill/>
                    </a:lnT>
                    <a:lnB>
                      <a:noFill/>
                    </a:lnB>
                    <a:solidFill>
                      <a:srgbClr val="FFFFFF"/>
                    </a:solidFill>
                  </a:tcPr>
                </a:tc>
                <a:tc>
                  <a:txBody>
                    <a:bodyPr/>
                    <a:lstStyle/>
                    <a:p>
                      <a:pPr algn="l" fontAlgn="ctr"/>
                      <a:r>
                        <a:rPr lang="en-GB" sz="1200" b="1" i="0">
                          <a:effectLst/>
                          <a:latin typeface="+mn-lt"/>
                        </a:rPr>
                        <a:t>Mean Square</a:t>
                      </a:r>
                    </a:p>
                  </a:txBody>
                  <a:tcPr marL="50515" marR="50515" marT="25257" marB="25257" anchor="ctr">
                    <a:lnL>
                      <a:noFill/>
                    </a:lnL>
                    <a:lnR>
                      <a:noFill/>
                    </a:lnR>
                    <a:lnT>
                      <a:noFill/>
                    </a:lnT>
                    <a:lnB>
                      <a:noFill/>
                    </a:lnB>
                    <a:solidFill>
                      <a:srgbClr val="FFFFFF"/>
                    </a:solidFill>
                  </a:tcPr>
                </a:tc>
                <a:tc>
                  <a:txBody>
                    <a:bodyPr/>
                    <a:lstStyle/>
                    <a:p>
                      <a:pPr algn="l" fontAlgn="ctr"/>
                      <a:r>
                        <a:rPr lang="en-GB" sz="1200" b="1" i="1">
                          <a:effectLst/>
                          <a:latin typeface="+mn-lt"/>
                        </a:rPr>
                        <a:t>F</a:t>
                      </a:r>
                      <a:endParaRPr lang="en-GB" sz="1200" b="1" i="0">
                        <a:effectLst/>
                        <a:latin typeface="+mn-lt"/>
                      </a:endParaRPr>
                    </a:p>
                  </a:txBody>
                  <a:tcPr marL="50515" marR="50515" marT="25257" marB="25257" anchor="ctr">
                    <a:lnL>
                      <a:noFill/>
                    </a:lnL>
                    <a:lnR>
                      <a:noFill/>
                    </a:lnR>
                    <a:lnT>
                      <a:noFill/>
                    </a:lnT>
                    <a:lnB>
                      <a:noFill/>
                    </a:lnB>
                    <a:solidFill>
                      <a:srgbClr val="FFFFFF"/>
                    </a:solidFill>
                  </a:tcPr>
                </a:tc>
                <a:tc>
                  <a:txBody>
                    <a:bodyPr/>
                    <a:lstStyle/>
                    <a:p>
                      <a:pPr algn="l" fontAlgn="ctr"/>
                      <a:r>
                        <a:rPr lang="en-GB" sz="1200" b="1" i="0" dirty="0">
                          <a:effectLst/>
                          <a:latin typeface="+mn-lt"/>
                        </a:rPr>
                        <a:t>Significance</a:t>
                      </a:r>
                    </a:p>
                  </a:txBody>
                  <a:tcPr marL="50515" marR="50515" marT="25257" marB="25257" anchor="ctr">
                    <a:lnL>
                      <a:noFill/>
                    </a:lnL>
                    <a:lnR>
                      <a:noFill/>
                    </a:lnR>
                    <a:lnT>
                      <a:noFill/>
                    </a:lnT>
                    <a:lnB>
                      <a:noFill/>
                    </a:lnB>
                    <a:solidFill>
                      <a:srgbClr val="FFFFFF"/>
                    </a:solidFill>
                  </a:tcPr>
                </a:tc>
                <a:extLst>
                  <a:ext uri="{0D108BD9-81ED-4DB2-BD59-A6C34878D82A}">
                    <a16:rowId xmlns:a16="http://schemas.microsoft.com/office/drawing/2014/main" val="2695264809"/>
                  </a:ext>
                </a:extLst>
              </a:tr>
              <a:tr h="274516">
                <a:tc>
                  <a:txBody>
                    <a:bodyPr/>
                    <a:lstStyle/>
                    <a:p>
                      <a:pPr algn="l" fontAlgn="t"/>
                      <a:r>
                        <a:rPr lang="en-GB" sz="1200" b="0">
                          <a:effectLst/>
                          <a:latin typeface="+mn-lt"/>
                        </a:rPr>
                        <a:t>Task type</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2745.187</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1</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2745.187</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14.217</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0.007</a:t>
                      </a:r>
                    </a:p>
                  </a:txBody>
                  <a:tcPr marL="50515" marR="50515" marT="25257" marB="25257">
                    <a:lnL>
                      <a:noFill/>
                    </a:lnL>
                    <a:lnR>
                      <a:noFill/>
                    </a:lnR>
                    <a:lnT>
                      <a:noFill/>
                    </a:lnT>
                    <a:lnB>
                      <a:noFill/>
                    </a:lnB>
                    <a:solidFill>
                      <a:srgbClr val="FFFFFF"/>
                    </a:solidFill>
                  </a:tcPr>
                </a:tc>
                <a:extLst>
                  <a:ext uri="{0D108BD9-81ED-4DB2-BD59-A6C34878D82A}">
                    <a16:rowId xmlns:a16="http://schemas.microsoft.com/office/drawing/2014/main" val="1977997369"/>
                  </a:ext>
                </a:extLst>
              </a:tr>
              <a:tr h="274516">
                <a:tc>
                  <a:txBody>
                    <a:bodyPr/>
                    <a:lstStyle/>
                    <a:p>
                      <a:pPr algn="l" fontAlgn="t"/>
                      <a:r>
                        <a:rPr lang="en-GB" sz="1200" b="0">
                          <a:effectLst/>
                          <a:latin typeface="+mn-lt"/>
                        </a:rPr>
                        <a:t>Error (task type)</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1351.646</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7</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193.092</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extLst>
                  <a:ext uri="{0D108BD9-81ED-4DB2-BD59-A6C34878D82A}">
                    <a16:rowId xmlns:a16="http://schemas.microsoft.com/office/drawing/2014/main" val="1882652848"/>
                  </a:ext>
                </a:extLst>
              </a:tr>
              <a:tr h="274516">
                <a:tc>
                  <a:txBody>
                    <a:bodyPr/>
                    <a:lstStyle/>
                    <a:p>
                      <a:pPr algn="l" fontAlgn="t"/>
                      <a:r>
                        <a:rPr lang="en-GB" sz="1200" b="0">
                          <a:effectLst/>
                          <a:latin typeface="+mn-lt"/>
                        </a:rPr>
                        <a:t>Entry method</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17,564.625</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8782.313</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2.923</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0.087</a:t>
                      </a:r>
                    </a:p>
                  </a:txBody>
                  <a:tcPr marL="50515" marR="50515" marT="25257" marB="25257">
                    <a:lnL>
                      <a:noFill/>
                    </a:lnL>
                    <a:lnR>
                      <a:noFill/>
                    </a:lnR>
                    <a:lnT>
                      <a:noFill/>
                    </a:lnT>
                    <a:lnB>
                      <a:noFill/>
                    </a:lnB>
                    <a:solidFill>
                      <a:srgbClr val="FFFFFF"/>
                    </a:solidFill>
                  </a:tcPr>
                </a:tc>
                <a:extLst>
                  <a:ext uri="{0D108BD9-81ED-4DB2-BD59-A6C34878D82A}">
                    <a16:rowId xmlns:a16="http://schemas.microsoft.com/office/drawing/2014/main" val="10968680"/>
                  </a:ext>
                </a:extLst>
              </a:tr>
              <a:tr h="302724">
                <a:tc>
                  <a:txBody>
                    <a:bodyPr/>
                    <a:lstStyle/>
                    <a:p>
                      <a:pPr algn="l" fontAlgn="t"/>
                      <a:r>
                        <a:rPr lang="en-GB" sz="1200" b="0">
                          <a:effectLst/>
                          <a:latin typeface="+mn-lt"/>
                        </a:rPr>
                        <a:t>Error (entry method)</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42,067.708</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14</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3004.836</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extLst>
                  <a:ext uri="{0D108BD9-81ED-4DB2-BD59-A6C34878D82A}">
                    <a16:rowId xmlns:a16="http://schemas.microsoft.com/office/drawing/2014/main" val="2915701780"/>
                  </a:ext>
                </a:extLst>
              </a:tr>
              <a:tr h="372583">
                <a:tc>
                  <a:txBody>
                    <a:bodyPr/>
                    <a:lstStyle/>
                    <a:p>
                      <a:pPr algn="l" fontAlgn="t"/>
                      <a:r>
                        <a:rPr lang="en-GB" sz="1200" b="0">
                          <a:effectLst/>
                          <a:latin typeface="+mn-lt"/>
                        </a:rPr>
                        <a:t>Task type*entry method</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114.875</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57.438</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0.759</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0.486</a:t>
                      </a:r>
                    </a:p>
                  </a:txBody>
                  <a:tcPr marL="50515" marR="50515" marT="25257" marB="25257">
                    <a:lnL>
                      <a:noFill/>
                    </a:lnL>
                    <a:lnR>
                      <a:noFill/>
                    </a:lnR>
                    <a:lnT>
                      <a:noFill/>
                    </a:lnT>
                    <a:lnB>
                      <a:noFill/>
                    </a:lnB>
                    <a:solidFill>
                      <a:srgbClr val="FFFFFF"/>
                    </a:solidFill>
                  </a:tcPr>
                </a:tc>
                <a:extLst>
                  <a:ext uri="{0D108BD9-81ED-4DB2-BD59-A6C34878D82A}">
                    <a16:rowId xmlns:a16="http://schemas.microsoft.com/office/drawing/2014/main" val="1150224646"/>
                  </a:ext>
                </a:extLst>
              </a:tr>
              <a:tr h="442443">
                <a:tc>
                  <a:txBody>
                    <a:bodyPr/>
                    <a:lstStyle/>
                    <a:p>
                      <a:pPr algn="l" fontAlgn="t"/>
                      <a:r>
                        <a:rPr lang="en-GB" sz="1200" b="0">
                          <a:effectLst/>
                          <a:latin typeface="+mn-lt"/>
                        </a:rPr>
                        <a:t>Error (task type*entry method)</a:t>
                      </a:r>
                    </a:p>
                  </a:txBody>
                  <a:tcPr marL="50515" marR="50515" marT="25257" marB="25257">
                    <a:lnL>
                      <a:noFill/>
                    </a:lnL>
                    <a:lnR>
                      <a:noFill/>
                    </a:lnR>
                    <a:lnT>
                      <a:noFill/>
                    </a:lnT>
                    <a:lnB>
                      <a:noFill/>
                    </a:lnB>
                    <a:solidFill>
                      <a:srgbClr val="EEF2F6"/>
                    </a:solidFill>
                  </a:tcPr>
                </a:tc>
                <a:tc>
                  <a:txBody>
                    <a:bodyPr/>
                    <a:lstStyle/>
                    <a:p>
                      <a:pPr algn="l" fontAlgn="t"/>
                      <a:r>
                        <a:rPr lang="en-GB" sz="1200" b="0" dirty="0">
                          <a:effectLst/>
                          <a:latin typeface="+mn-lt"/>
                        </a:rPr>
                        <a:t>1058.792</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14</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75.628</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tc>
                  <a:txBody>
                    <a:bodyPr/>
                    <a:lstStyle/>
                    <a:p>
                      <a:pPr algn="l" fontAlgn="t"/>
                      <a:r>
                        <a:rPr lang="en-GB" sz="1200" b="0" dirty="0">
                          <a:effectLst/>
                          <a:latin typeface="+mn-lt"/>
                        </a:rPr>
                        <a:t>—</a:t>
                      </a:r>
                    </a:p>
                  </a:txBody>
                  <a:tcPr marL="50515" marR="50515" marT="25257" marB="25257">
                    <a:lnL>
                      <a:noFill/>
                    </a:lnL>
                    <a:lnR>
                      <a:noFill/>
                    </a:lnR>
                    <a:lnT>
                      <a:noFill/>
                    </a:lnT>
                    <a:lnB>
                      <a:noFill/>
                    </a:lnB>
                    <a:solidFill>
                      <a:srgbClr val="EEF2F6"/>
                    </a:solidFill>
                  </a:tcPr>
                </a:tc>
                <a:extLst>
                  <a:ext uri="{0D108BD9-81ED-4DB2-BD59-A6C34878D82A}">
                    <a16:rowId xmlns:a16="http://schemas.microsoft.com/office/drawing/2014/main" val="1029895547"/>
                  </a:ext>
                </a:extLst>
              </a:tr>
            </a:tbl>
          </a:graphicData>
        </a:graphic>
      </p:graphicFrame>
      <p:sp>
        <p:nvSpPr>
          <p:cNvPr id="4" name="TextBox 3">
            <a:extLst>
              <a:ext uri="{FF2B5EF4-FFF2-40B4-BE49-F238E27FC236}">
                <a16:creationId xmlns:a16="http://schemas.microsoft.com/office/drawing/2014/main" id="{1F3B9420-B025-B882-1E63-F0E903B62FD5}"/>
              </a:ext>
            </a:extLst>
          </p:cNvPr>
          <p:cNvSpPr txBox="1"/>
          <p:nvPr/>
        </p:nvSpPr>
        <p:spPr>
          <a:xfrm>
            <a:off x="6653162" y="4695751"/>
            <a:ext cx="1507720" cy="369332"/>
          </a:xfrm>
          <a:prstGeom prst="rect">
            <a:avLst/>
          </a:prstGeom>
          <a:noFill/>
        </p:spPr>
        <p:txBody>
          <a:bodyPr wrap="square" rtlCol="0">
            <a:spAutoFit/>
          </a:bodyPr>
          <a:lstStyle/>
          <a:p>
            <a:r>
              <a:rPr lang="en-GB" sz="1800" b="1" dirty="0">
                <a:latin typeface="Arial Nova Light" panose="020B0304020202020204" pitchFamily="34" charset="0"/>
              </a:rPr>
              <a:t>Is p &lt; 0.05 ?</a:t>
            </a:r>
          </a:p>
        </p:txBody>
      </p:sp>
      <p:sp>
        <p:nvSpPr>
          <p:cNvPr id="9" name="TextBox 8">
            <a:extLst>
              <a:ext uri="{FF2B5EF4-FFF2-40B4-BE49-F238E27FC236}">
                <a16:creationId xmlns:a16="http://schemas.microsoft.com/office/drawing/2014/main" id="{43F367D0-B493-C416-C3AD-A163C8C765C4}"/>
              </a:ext>
            </a:extLst>
          </p:cNvPr>
          <p:cNvSpPr txBox="1"/>
          <p:nvPr/>
        </p:nvSpPr>
        <p:spPr>
          <a:xfrm>
            <a:off x="5510157" y="5106722"/>
            <a:ext cx="2671513" cy="307777"/>
          </a:xfrm>
          <a:prstGeom prst="rect">
            <a:avLst/>
          </a:prstGeom>
          <a:noFill/>
        </p:spPr>
        <p:txBody>
          <a:bodyPr wrap="square" rtlCol="0">
            <a:spAutoFit/>
          </a:bodyPr>
          <a:lstStyle/>
          <a:p>
            <a:r>
              <a:rPr lang="en-GB" sz="1400" dirty="0">
                <a:latin typeface="Arial Nova Light" panose="020B0304020202020204" pitchFamily="34" charset="0"/>
              </a:rPr>
              <a:t>If YES the results are significant</a:t>
            </a:r>
          </a:p>
        </p:txBody>
      </p:sp>
      <p:sp>
        <p:nvSpPr>
          <p:cNvPr id="10" name="TextBox 9">
            <a:extLst>
              <a:ext uri="{FF2B5EF4-FFF2-40B4-BE49-F238E27FC236}">
                <a16:creationId xmlns:a16="http://schemas.microsoft.com/office/drawing/2014/main" id="{BD856C90-F20E-29AE-4532-3BE39E2F613C}"/>
              </a:ext>
            </a:extLst>
          </p:cNvPr>
          <p:cNvSpPr txBox="1"/>
          <p:nvPr/>
        </p:nvSpPr>
        <p:spPr>
          <a:xfrm>
            <a:off x="6237862" y="5408547"/>
            <a:ext cx="1927749" cy="307777"/>
          </a:xfrm>
          <a:prstGeom prst="rect">
            <a:avLst/>
          </a:prstGeom>
          <a:noFill/>
        </p:spPr>
        <p:txBody>
          <a:bodyPr wrap="square" rtlCol="0">
            <a:spAutoFit/>
          </a:bodyPr>
          <a:lstStyle/>
          <a:p>
            <a:r>
              <a:rPr lang="en-GB" sz="1400" dirty="0">
                <a:latin typeface="Arial Nova Light" panose="020B0304020202020204" pitchFamily="34" charset="0"/>
              </a:rPr>
              <a:t>Keep Null Hypothesis</a:t>
            </a:r>
          </a:p>
        </p:txBody>
      </p:sp>
      <p:sp>
        <p:nvSpPr>
          <p:cNvPr id="3" name="TextBox 2">
            <a:extLst>
              <a:ext uri="{FF2B5EF4-FFF2-40B4-BE49-F238E27FC236}">
                <a16:creationId xmlns:a16="http://schemas.microsoft.com/office/drawing/2014/main" id="{8644DDFF-26BE-3C52-5996-CF7EA3290EF4}"/>
              </a:ext>
            </a:extLst>
          </p:cNvPr>
          <p:cNvSpPr txBox="1"/>
          <p:nvPr/>
        </p:nvSpPr>
        <p:spPr>
          <a:xfrm>
            <a:off x="1426518" y="4845111"/>
            <a:ext cx="3787246" cy="830997"/>
          </a:xfrm>
          <a:prstGeom prst="rect">
            <a:avLst/>
          </a:prstGeom>
          <a:solidFill>
            <a:schemeClr val="accent1"/>
          </a:solidFill>
        </p:spPr>
        <p:txBody>
          <a:bodyPr wrap="square" rtlCol="0">
            <a:spAutoFit/>
          </a:bodyPr>
          <a:lstStyle/>
          <a:p>
            <a:r>
              <a:rPr lang="en-GB" sz="1600" dirty="0">
                <a:latin typeface="+mn-lt"/>
              </a:rPr>
              <a:t>Look at the F. 95th Percentile Values on Blackboard for </a:t>
            </a:r>
            <a:r>
              <a:rPr lang="en-GB" sz="1600" dirty="0" err="1">
                <a:latin typeface="+mn-lt"/>
              </a:rPr>
              <a:t>df</a:t>
            </a:r>
            <a:r>
              <a:rPr lang="en-GB" sz="1600" dirty="0">
                <a:latin typeface="+mn-lt"/>
              </a:rPr>
              <a:t> 1, 7 and 1, 14 is our F higher than the normal scores?</a:t>
            </a:r>
          </a:p>
        </p:txBody>
      </p:sp>
      <p:sp>
        <p:nvSpPr>
          <p:cNvPr id="7" name="Footer Placeholder 6">
            <a:extLst>
              <a:ext uri="{FF2B5EF4-FFF2-40B4-BE49-F238E27FC236}">
                <a16:creationId xmlns:a16="http://schemas.microsoft.com/office/drawing/2014/main" id="{56EA10CF-7288-5ED8-15F0-375599B1AA2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678E2683-035A-7BD9-D2C9-680FCA83572D}"/>
              </a:ext>
            </a:extLst>
          </p:cNvPr>
          <p:cNvSpPr>
            <a:spLocks noGrp="1"/>
          </p:cNvSpPr>
          <p:nvPr>
            <p:ph type="sldNum" sz="quarter" idx="4"/>
          </p:nvPr>
        </p:nvSpPr>
        <p:spPr/>
        <p:txBody>
          <a:bodyPr/>
          <a:lstStyle/>
          <a:p>
            <a:fld id="{9FD7ECCF-50E7-4327-B945-FA93FF7B2BEF}" type="slidenum">
              <a:rPr lang="en-US" smtClean="0"/>
              <a:pPr/>
              <a:t>35</a:t>
            </a:fld>
            <a:r>
              <a:rPr lang="en-GB"/>
              <a:t>/54</a:t>
            </a:r>
            <a:endParaRPr lang="en-US" dirty="0"/>
          </a:p>
        </p:txBody>
      </p:sp>
    </p:spTree>
    <p:extLst>
      <p:ext uri="{BB962C8B-B14F-4D97-AF65-F5344CB8AC3E}">
        <p14:creationId xmlns:p14="http://schemas.microsoft.com/office/powerpoint/2010/main" val="18181461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32465-72CA-20F6-F80C-06464E436245}"/>
              </a:ext>
            </a:extLst>
          </p:cNvPr>
          <p:cNvSpPr>
            <a:spLocks noGrp="1"/>
          </p:cNvSpPr>
          <p:nvPr>
            <p:ph type="title"/>
          </p:nvPr>
        </p:nvSpPr>
        <p:spPr>
          <a:xfrm>
            <a:off x="609600" y="96831"/>
            <a:ext cx="8153400" cy="990600"/>
          </a:xfrm>
        </p:spPr>
        <p:txBody>
          <a:bodyPr>
            <a:normAutofit fontScale="90000"/>
          </a:bodyPr>
          <a:lstStyle/>
          <a:p>
            <a:pPr>
              <a:lnSpc>
                <a:spcPts val="3500"/>
              </a:lnSpc>
            </a:pPr>
            <a:r>
              <a:rPr lang="en-GB" sz="4400" dirty="0">
                <a:latin typeface="+mn-lt"/>
              </a:rPr>
              <a:t>Interpretation of results for</a:t>
            </a:r>
            <a:br>
              <a:rPr lang="en-GB" sz="4400" dirty="0">
                <a:latin typeface="+mn-lt"/>
              </a:rPr>
            </a:br>
            <a:r>
              <a:rPr lang="en-GB" sz="4400" dirty="0">
                <a:solidFill>
                  <a:schemeClr val="accent2">
                    <a:lumMod val="75000"/>
                  </a:schemeClr>
                </a:solidFill>
                <a:latin typeface="+mn-lt"/>
              </a:rPr>
              <a:t>Repeated measures ANOVA</a:t>
            </a:r>
            <a:endParaRPr lang="en-GB" dirty="0"/>
          </a:p>
        </p:txBody>
      </p:sp>
      <p:graphicFrame>
        <p:nvGraphicFramePr>
          <p:cNvPr id="6" name="Content Placeholder 5">
            <a:extLst>
              <a:ext uri="{FF2B5EF4-FFF2-40B4-BE49-F238E27FC236}">
                <a16:creationId xmlns:a16="http://schemas.microsoft.com/office/drawing/2014/main" id="{2147E2D4-9D2D-1A6C-7FE9-CD355D0C4641}"/>
              </a:ext>
            </a:extLst>
          </p:cNvPr>
          <p:cNvGraphicFramePr>
            <a:graphicFrameLocks noGrp="1"/>
          </p:cNvGraphicFramePr>
          <p:nvPr>
            <p:ph sz="quarter" idx="1"/>
            <p:extLst>
              <p:ext uri="{D42A27DB-BD31-4B8C-83A1-F6EECF244321}">
                <p14:modId xmlns:p14="http://schemas.microsoft.com/office/powerpoint/2010/main" val="4223535"/>
              </p:ext>
            </p:extLst>
          </p:nvPr>
        </p:nvGraphicFramePr>
        <p:xfrm>
          <a:off x="1232964" y="1634047"/>
          <a:ext cx="6912768" cy="2490330"/>
        </p:xfrm>
        <a:graphic>
          <a:graphicData uri="http://schemas.openxmlformats.org/drawingml/2006/table">
            <a:tbl>
              <a:tblPr/>
              <a:tblGrid>
                <a:gridCol w="2160240">
                  <a:extLst>
                    <a:ext uri="{9D8B030D-6E8A-4147-A177-3AD203B41FA5}">
                      <a16:colId xmlns:a16="http://schemas.microsoft.com/office/drawing/2014/main" val="2913548992"/>
                    </a:ext>
                  </a:extLst>
                </a:gridCol>
                <a:gridCol w="1296144">
                  <a:extLst>
                    <a:ext uri="{9D8B030D-6E8A-4147-A177-3AD203B41FA5}">
                      <a16:colId xmlns:a16="http://schemas.microsoft.com/office/drawing/2014/main" val="109800498"/>
                    </a:ext>
                  </a:extLst>
                </a:gridCol>
                <a:gridCol w="576064">
                  <a:extLst>
                    <a:ext uri="{9D8B030D-6E8A-4147-A177-3AD203B41FA5}">
                      <a16:colId xmlns:a16="http://schemas.microsoft.com/office/drawing/2014/main" val="523835119"/>
                    </a:ext>
                  </a:extLst>
                </a:gridCol>
                <a:gridCol w="1224136">
                  <a:extLst>
                    <a:ext uri="{9D8B030D-6E8A-4147-A177-3AD203B41FA5}">
                      <a16:colId xmlns:a16="http://schemas.microsoft.com/office/drawing/2014/main" val="197028196"/>
                    </a:ext>
                  </a:extLst>
                </a:gridCol>
                <a:gridCol w="720080">
                  <a:extLst>
                    <a:ext uri="{9D8B030D-6E8A-4147-A177-3AD203B41FA5}">
                      <a16:colId xmlns:a16="http://schemas.microsoft.com/office/drawing/2014/main" val="831078298"/>
                    </a:ext>
                  </a:extLst>
                </a:gridCol>
                <a:gridCol w="936104">
                  <a:extLst>
                    <a:ext uri="{9D8B030D-6E8A-4147-A177-3AD203B41FA5}">
                      <a16:colId xmlns:a16="http://schemas.microsoft.com/office/drawing/2014/main" val="3747839034"/>
                    </a:ext>
                  </a:extLst>
                </a:gridCol>
              </a:tblGrid>
              <a:tr h="274516">
                <a:tc gridSpan="6">
                  <a:txBody>
                    <a:bodyPr/>
                    <a:lstStyle/>
                    <a:p>
                      <a:r>
                        <a:rPr lang="en-GB" sz="1200" dirty="0">
                          <a:latin typeface="+mn-lt"/>
                        </a:rPr>
                        <a:t>Result of the Two-Way, Repeated Measures ANOVA Test</a:t>
                      </a:r>
                    </a:p>
                  </a:txBody>
                  <a:tcPr marL="50515" marR="50515" marT="25257" marB="25257">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9124802"/>
                  </a:ext>
                </a:extLst>
              </a:tr>
              <a:tr h="274516">
                <a:tc>
                  <a:txBody>
                    <a:bodyPr/>
                    <a:lstStyle/>
                    <a:p>
                      <a:pPr algn="l" fontAlgn="ctr"/>
                      <a:r>
                        <a:rPr lang="en-GB" sz="1200" b="1" i="0" dirty="0">
                          <a:effectLst/>
                          <a:latin typeface="+mn-lt"/>
                        </a:rPr>
                        <a:t>Source</a:t>
                      </a:r>
                    </a:p>
                  </a:txBody>
                  <a:tcPr marL="50515" marR="50515" marT="25257" marB="25257" anchor="ctr">
                    <a:lnL>
                      <a:noFill/>
                    </a:lnL>
                    <a:lnR>
                      <a:noFill/>
                    </a:lnR>
                    <a:lnB>
                      <a:noFill/>
                    </a:lnB>
                    <a:solidFill>
                      <a:srgbClr val="FFFFFF"/>
                    </a:solidFill>
                  </a:tcPr>
                </a:tc>
                <a:tc>
                  <a:txBody>
                    <a:bodyPr/>
                    <a:lstStyle/>
                    <a:p>
                      <a:pPr algn="l" fontAlgn="ctr"/>
                      <a:r>
                        <a:rPr lang="en-GB" sz="1200" b="1" i="0">
                          <a:effectLst/>
                          <a:latin typeface="+mn-lt"/>
                        </a:rPr>
                        <a:t>Sum of Square</a:t>
                      </a:r>
                    </a:p>
                  </a:txBody>
                  <a:tcPr marL="50515" marR="50515" marT="25257" marB="25257" anchor="ctr">
                    <a:lnL>
                      <a:noFill/>
                    </a:lnL>
                    <a:lnR>
                      <a:noFill/>
                    </a:lnR>
                    <a:lnT>
                      <a:noFill/>
                    </a:lnT>
                    <a:lnB>
                      <a:noFill/>
                    </a:lnB>
                    <a:solidFill>
                      <a:srgbClr val="FFFFFF"/>
                    </a:solidFill>
                  </a:tcPr>
                </a:tc>
                <a:tc>
                  <a:txBody>
                    <a:bodyPr/>
                    <a:lstStyle/>
                    <a:p>
                      <a:pPr algn="l" fontAlgn="ctr"/>
                      <a:r>
                        <a:rPr lang="en-GB" sz="1200" b="1" i="1">
                          <a:effectLst/>
                          <a:latin typeface="+mn-lt"/>
                        </a:rPr>
                        <a:t>df</a:t>
                      </a:r>
                      <a:endParaRPr lang="en-GB" sz="1200" b="1" i="0">
                        <a:effectLst/>
                        <a:latin typeface="+mn-lt"/>
                      </a:endParaRPr>
                    </a:p>
                  </a:txBody>
                  <a:tcPr marL="50515" marR="50515" marT="25257" marB="25257" anchor="ctr">
                    <a:lnL>
                      <a:noFill/>
                    </a:lnL>
                    <a:lnR>
                      <a:noFill/>
                    </a:lnR>
                    <a:lnT>
                      <a:noFill/>
                    </a:lnT>
                    <a:lnB>
                      <a:noFill/>
                    </a:lnB>
                    <a:solidFill>
                      <a:srgbClr val="FFFFFF"/>
                    </a:solidFill>
                  </a:tcPr>
                </a:tc>
                <a:tc>
                  <a:txBody>
                    <a:bodyPr/>
                    <a:lstStyle/>
                    <a:p>
                      <a:pPr algn="l" fontAlgn="ctr"/>
                      <a:r>
                        <a:rPr lang="en-GB" sz="1200" b="1" i="0">
                          <a:effectLst/>
                          <a:latin typeface="+mn-lt"/>
                        </a:rPr>
                        <a:t>Mean Square</a:t>
                      </a:r>
                    </a:p>
                  </a:txBody>
                  <a:tcPr marL="50515" marR="50515" marT="25257" marB="25257" anchor="ctr">
                    <a:lnL>
                      <a:noFill/>
                    </a:lnL>
                    <a:lnR>
                      <a:noFill/>
                    </a:lnR>
                    <a:lnT>
                      <a:noFill/>
                    </a:lnT>
                    <a:lnB>
                      <a:noFill/>
                    </a:lnB>
                    <a:solidFill>
                      <a:srgbClr val="FFFFFF"/>
                    </a:solidFill>
                  </a:tcPr>
                </a:tc>
                <a:tc>
                  <a:txBody>
                    <a:bodyPr/>
                    <a:lstStyle/>
                    <a:p>
                      <a:pPr algn="l" fontAlgn="ctr"/>
                      <a:r>
                        <a:rPr lang="en-GB" sz="1200" b="1" i="1">
                          <a:effectLst/>
                          <a:latin typeface="+mn-lt"/>
                        </a:rPr>
                        <a:t>F</a:t>
                      </a:r>
                      <a:endParaRPr lang="en-GB" sz="1200" b="1" i="0">
                        <a:effectLst/>
                        <a:latin typeface="+mn-lt"/>
                      </a:endParaRPr>
                    </a:p>
                  </a:txBody>
                  <a:tcPr marL="50515" marR="50515" marT="25257" marB="25257" anchor="ctr">
                    <a:lnL>
                      <a:noFill/>
                    </a:lnL>
                    <a:lnR>
                      <a:noFill/>
                    </a:lnR>
                    <a:lnT>
                      <a:noFill/>
                    </a:lnT>
                    <a:lnB>
                      <a:noFill/>
                    </a:lnB>
                    <a:solidFill>
                      <a:srgbClr val="FFFFFF"/>
                    </a:solidFill>
                  </a:tcPr>
                </a:tc>
                <a:tc>
                  <a:txBody>
                    <a:bodyPr/>
                    <a:lstStyle/>
                    <a:p>
                      <a:pPr algn="l" fontAlgn="ctr"/>
                      <a:r>
                        <a:rPr lang="en-GB" sz="1200" b="1" i="0" dirty="0">
                          <a:effectLst/>
                          <a:latin typeface="+mn-lt"/>
                        </a:rPr>
                        <a:t>Significance</a:t>
                      </a:r>
                    </a:p>
                  </a:txBody>
                  <a:tcPr marL="50515" marR="50515" marT="25257" marB="25257" anchor="ctr">
                    <a:lnL>
                      <a:noFill/>
                    </a:lnL>
                    <a:lnR>
                      <a:noFill/>
                    </a:lnR>
                    <a:lnT>
                      <a:noFill/>
                    </a:lnT>
                    <a:lnB>
                      <a:noFill/>
                    </a:lnB>
                    <a:solidFill>
                      <a:srgbClr val="FFFFFF"/>
                    </a:solidFill>
                  </a:tcPr>
                </a:tc>
                <a:extLst>
                  <a:ext uri="{0D108BD9-81ED-4DB2-BD59-A6C34878D82A}">
                    <a16:rowId xmlns:a16="http://schemas.microsoft.com/office/drawing/2014/main" val="2695264809"/>
                  </a:ext>
                </a:extLst>
              </a:tr>
              <a:tr h="274516">
                <a:tc>
                  <a:txBody>
                    <a:bodyPr/>
                    <a:lstStyle/>
                    <a:p>
                      <a:pPr algn="l" fontAlgn="t"/>
                      <a:r>
                        <a:rPr lang="en-GB" sz="1200" b="0">
                          <a:effectLst/>
                          <a:latin typeface="+mn-lt"/>
                        </a:rPr>
                        <a:t>Task type</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2745.187</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1</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2745.187</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14.217</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0.007</a:t>
                      </a:r>
                    </a:p>
                  </a:txBody>
                  <a:tcPr marL="50515" marR="50515" marT="25257" marB="25257">
                    <a:lnL>
                      <a:noFill/>
                    </a:lnL>
                    <a:lnR>
                      <a:noFill/>
                    </a:lnR>
                    <a:lnT>
                      <a:noFill/>
                    </a:lnT>
                    <a:lnB>
                      <a:noFill/>
                    </a:lnB>
                    <a:solidFill>
                      <a:srgbClr val="FFFFFF"/>
                    </a:solidFill>
                  </a:tcPr>
                </a:tc>
                <a:extLst>
                  <a:ext uri="{0D108BD9-81ED-4DB2-BD59-A6C34878D82A}">
                    <a16:rowId xmlns:a16="http://schemas.microsoft.com/office/drawing/2014/main" val="1977997369"/>
                  </a:ext>
                </a:extLst>
              </a:tr>
              <a:tr h="274516">
                <a:tc>
                  <a:txBody>
                    <a:bodyPr/>
                    <a:lstStyle/>
                    <a:p>
                      <a:pPr algn="l" fontAlgn="t"/>
                      <a:r>
                        <a:rPr lang="en-GB" sz="1200" b="0">
                          <a:effectLst/>
                          <a:latin typeface="+mn-lt"/>
                        </a:rPr>
                        <a:t>Error (task type)</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1351.646</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7</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193.092</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extLst>
                  <a:ext uri="{0D108BD9-81ED-4DB2-BD59-A6C34878D82A}">
                    <a16:rowId xmlns:a16="http://schemas.microsoft.com/office/drawing/2014/main" val="1882652848"/>
                  </a:ext>
                </a:extLst>
              </a:tr>
              <a:tr h="274516">
                <a:tc>
                  <a:txBody>
                    <a:bodyPr/>
                    <a:lstStyle/>
                    <a:p>
                      <a:pPr algn="l" fontAlgn="t"/>
                      <a:r>
                        <a:rPr lang="en-GB" sz="1200" b="0" dirty="0">
                          <a:effectLst/>
                          <a:latin typeface="+mn-lt"/>
                        </a:rPr>
                        <a:t>Entry method</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17,564.625</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8782.313</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2.923</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0.087</a:t>
                      </a:r>
                    </a:p>
                  </a:txBody>
                  <a:tcPr marL="50515" marR="50515" marT="25257" marB="25257">
                    <a:lnL>
                      <a:noFill/>
                    </a:lnL>
                    <a:lnR>
                      <a:noFill/>
                    </a:lnR>
                    <a:lnT>
                      <a:noFill/>
                    </a:lnT>
                    <a:lnB>
                      <a:noFill/>
                    </a:lnB>
                    <a:solidFill>
                      <a:srgbClr val="FFFFFF"/>
                    </a:solidFill>
                  </a:tcPr>
                </a:tc>
                <a:extLst>
                  <a:ext uri="{0D108BD9-81ED-4DB2-BD59-A6C34878D82A}">
                    <a16:rowId xmlns:a16="http://schemas.microsoft.com/office/drawing/2014/main" val="10968680"/>
                  </a:ext>
                </a:extLst>
              </a:tr>
              <a:tr h="302724">
                <a:tc>
                  <a:txBody>
                    <a:bodyPr/>
                    <a:lstStyle/>
                    <a:p>
                      <a:pPr algn="l" fontAlgn="t"/>
                      <a:r>
                        <a:rPr lang="en-GB" sz="1200" b="0">
                          <a:effectLst/>
                          <a:latin typeface="+mn-lt"/>
                        </a:rPr>
                        <a:t>Error (entry method)</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42,067.708</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14</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3004.836</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extLst>
                  <a:ext uri="{0D108BD9-81ED-4DB2-BD59-A6C34878D82A}">
                    <a16:rowId xmlns:a16="http://schemas.microsoft.com/office/drawing/2014/main" val="2915701780"/>
                  </a:ext>
                </a:extLst>
              </a:tr>
              <a:tr h="372583">
                <a:tc>
                  <a:txBody>
                    <a:bodyPr/>
                    <a:lstStyle/>
                    <a:p>
                      <a:pPr algn="l" fontAlgn="t"/>
                      <a:r>
                        <a:rPr lang="en-GB" sz="1200" b="0">
                          <a:effectLst/>
                          <a:latin typeface="+mn-lt"/>
                        </a:rPr>
                        <a:t>Task type*entry method</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114.875</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2</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57.438</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0.759</a:t>
                      </a:r>
                    </a:p>
                  </a:txBody>
                  <a:tcPr marL="50515" marR="50515" marT="25257" marB="25257">
                    <a:lnL>
                      <a:noFill/>
                    </a:lnL>
                    <a:lnR>
                      <a:noFill/>
                    </a:lnR>
                    <a:lnT>
                      <a:noFill/>
                    </a:lnT>
                    <a:lnB>
                      <a:noFill/>
                    </a:lnB>
                    <a:solidFill>
                      <a:srgbClr val="FFFFFF"/>
                    </a:solidFill>
                  </a:tcPr>
                </a:tc>
                <a:tc>
                  <a:txBody>
                    <a:bodyPr/>
                    <a:lstStyle/>
                    <a:p>
                      <a:pPr algn="l" fontAlgn="t"/>
                      <a:r>
                        <a:rPr lang="en-GB" sz="1200" b="0">
                          <a:effectLst/>
                          <a:latin typeface="+mn-lt"/>
                        </a:rPr>
                        <a:t>0.486</a:t>
                      </a:r>
                    </a:p>
                  </a:txBody>
                  <a:tcPr marL="50515" marR="50515" marT="25257" marB="25257">
                    <a:lnL>
                      <a:noFill/>
                    </a:lnL>
                    <a:lnR>
                      <a:noFill/>
                    </a:lnR>
                    <a:lnT>
                      <a:noFill/>
                    </a:lnT>
                    <a:lnB>
                      <a:noFill/>
                    </a:lnB>
                    <a:solidFill>
                      <a:srgbClr val="FFFFFF"/>
                    </a:solidFill>
                  </a:tcPr>
                </a:tc>
                <a:extLst>
                  <a:ext uri="{0D108BD9-81ED-4DB2-BD59-A6C34878D82A}">
                    <a16:rowId xmlns:a16="http://schemas.microsoft.com/office/drawing/2014/main" val="1150224646"/>
                  </a:ext>
                </a:extLst>
              </a:tr>
              <a:tr h="442443">
                <a:tc>
                  <a:txBody>
                    <a:bodyPr/>
                    <a:lstStyle/>
                    <a:p>
                      <a:pPr algn="l" fontAlgn="t"/>
                      <a:r>
                        <a:rPr lang="en-GB" sz="1200" b="0">
                          <a:effectLst/>
                          <a:latin typeface="+mn-lt"/>
                        </a:rPr>
                        <a:t>Error (task type*entry method)</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1058.792</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14</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75.628</a:t>
                      </a:r>
                    </a:p>
                  </a:txBody>
                  <a:tcPr marL="50515" marR="50515" marT="25257" marB="25257">
                    <a:lnL>
                      <a:noFill/>
                    </a:lnL>
                    <a:lnR>
                      <a:noFill/>
                    </a:lnR>
                    <a:lnT>
                      <a:noFill/>
                    </a:lnT>
                    <a:lnB>
                      <a:noFill/>
                    </a:lnB>
                    <a:solidFill>
                      <a:srgbClr val="EEF2F6"/>
                    </a:solidFill>
                  </a:tcPr>
                </a:tc>
                <a:tc>
                  <a:txBody>
                    <a:bodyPr/>
                    <a:lstStyle/>
                    <a:p>
                      <a:pPr algn="l" fontAlgn="t"/>
                      <a:r>
                        <a:rPr lang="en-GB" sz="1200" b="0">
                          <a:effectLst/>
                          <a:latin typeface="+mn-lt"/>
                        </a:rPr>
                        <a:t>—</a:t>
                      </a:r>
                    </a:p>
                  </a:txBody>
                  <a:tcPr marL="50515" marR="50515" marT="25257" marB="25257">
                    <a:lnL>
                      <a:noFill/>
                    </a:lnL>
                    <a:lnR>
                      <a:noFill/>
                    </a:lnR>
                    <a:lnT>
                      <a:noFill/>
                    </a:lnT>
                    <a:lnB>
                      <a:noFill/>
                    </a:lnB>
                    <a:solidFill>
                      <a:srgbClr val="EEF2F6"/>
                    </a:solidFill>
                  </a:tcPr>
                </a:tc>
                <a:tc>
                  <a:txBody>
                    <a:bodyPr/>
                    <a:lstStyle/>
                    <a:p>
                      <a:pPr algn="l" fontAlgn="t"/>
                      <a:r>
                        <a:rPr lang="en-GB" sz="1200" b="0" dirty="0">
                          <a:effectLst/>
                          <a:latin typeface="+mn-lt"/>
                        </a:rPr>
                        <a:t>—</a:t>
                      </a:r>
                    </a:p>
                  </a:txBody>
                  <a:tcPr marL="50515" marR="50515" marT="25257" marB="25257">
                    <a:lnL>
                      <a:noFill/>
                    </a:lnL>
                    <a:lnR>
                      <a:noFill/>
                    </a:lnR>
                    <a:lnT>
                      <a:noFill/>
                    </a:lnT>
                    <a:lnB>
                      <a:noFill/>
                    </a:lnB>
                    <a:solidFill>
                      <a:srgbClr val="EEF2F6"/>
                    </a:solidFill>
                  </a:tcPr>
                </a:tc>
                <a:extLst>
                  <a:ext uri="{0D108BD9-81ED-4DB2-BD59-A6C34878D82A}">
                    <a16:rowId xmlns:a16="http://schemas.microsoft.com/office/drawing/2014/main" val="1029895547"/>
                  </a:ext>
                </a:extLst>
              </a:tr>
            </a:tbl>
          </a:graphicData>
        </a:graphic>
      </p:graphicFrame>
      <p:sp>
        <p:nvSpPr>
          <p:cNvPr id="8" name="TextBox 7">
            <a:extLst>
              <a:ext uri="{FF2B5EF4-FFF2-40B4-BE49-F238E27FC236}">
                <a16:creationId xmlns:a16="http://schemas.microsoft.com/office/drawing/2014/main" id="{FBDC10C8-686F-3E45-ACCD-234F7C1E926C}"/>
              </a:ext>
            </a:extLst>
          </p:cNvPr>
          <p:cNvSpPr txBox="1"/>
          <p:nvPr/>
        </p:nvSpPr>
        <p:spPr>
          <a:xfrm>
            <a:off x="971600" y="4252116"/>
            <a:ext cx="7794448" cy="1938992"/>
          </a:xfrm>
          <a:prstGeom prst="rect">
            <a:avLst/>
          </a:prstGeom>
          <a:solidFill>
            <a:schemeClr val="accent1">
              <a:lumMod val="40000"/>
              <a:lumOff val="60000"/>
            </a:schemeClr>
          </a:solidFill>
        </p:spPr>
        <p:txBody>
          <a:bodyPr wrap="square" rtlCol="0">
            <a:spAutoFit/>
          </a:bodyPr>
          <a:lstStyle/>
          <a:p>
            <a:r>
              <a:rPr lang="en-GB" sz="2000" b="0" i="0" dirty="0">
                <a:solidFill>
                  <a:srgbClr val="3D3B49"/>
                </a:solidFill>
                <a:effectLst/>
                <a:latin typeface="+mn-lt"/>
              </a:rPr>
              <a:t>The task type has a significant impact on the time spent to complete the task (F(1, 7) = 14.217, p &lt; 0.01). </a:t>
            </a:r>
          </a:p>
          <a:p>
            <a:endParaRPr lang="en-GB" sz="2000" b="0" i="0" dirty="0">
              <a:solidFill>
                <a:srgbClr val="3D3B49"/>
              </a:solidFill>
              <a:effectLst/>
              <a:latin typeface="+mn-lt"/>
            </a:endParaRPr>
          </a:p>
          <a:p>
            <a:r>
              <a:rPr lang="en-GB" sz="2000" b="0" i="0" dirty="0">
                <a:solidFill>
                  <a:srgbClr val="3D3B49"/>
                </a:solidFill>
                <a:effectLst/>
                <a:latin typeface="+mn-lt"/>
              </a:rPr>
              <a:t>There is no significant difference among the three text entry methods (F(2, 14) = 2.923, </a:t>
            </a:r>
            <a:r>
              <a:rPr lang="en-GB" sz="2000" b="0" i="0" dirty="0" err="1">
                <a:solidFill>
                  <a:srgbClr val="3D3B49"/>
                </a:solidFill>
                <a:effectLst/>
                <a:latin typeface="+mn-lt"/>
              </a:rPr>
              <a:t>n.s</a:t>
            </a:r>
            <a:r>
              <a:rPr lang="en-GB" sz="2000" b="0" i="0" dirty="0">
                <a:solidFill>
                  <a:srgbClr val="3D3B49"/>
                </a:solidFill>
                <a:effectLst/>
                <a:latin typeface="+mn-lt"/>
              </a:rPr>
              <a:t>.). The interaction effect between the two independent variables is not significant either (F(2, 14) = 0.759, </a:t>
            </a:r>
            <a:r>
              <a:rPr lang="en-GB" sz="2000" b="0" i="0" dirty="0" err="1">
                <a:solidFill>
                  <a:srgbClr val="3D3B49"/>
                </a:solidFill>
                <a:effectLst/>
                <a:latin typeface="+mn-lt"/>
              </a:rPr>
              <a:t>n.s</a:t>
            </a:r>
            <a:r>
              <a:rPr lang="en-GB" sz="2000" b="0" i="0" dirty="0">
                <a:solidFill>
                  <a:srgbClr val="3D3B49"/>
                </a:solidFill>
                <a:effectLst/>
                <a:latin typeface="+mn-lt"/>
              </a:rPr>
              <a:t>.).</a:t>
            </a:r>
            <a:endParaRPr lang="en-GB" sz="2000" dirty="0">
              <a:latin typeface="+mn-lt"/>
            </a:endParaRPr>
          </a:p>
        </p:txBody>
      </p:sp>
      <p:sp>
        <p:nvSpPr>
          <p:cNvPr id="4" name="Rectangle 3">
            <a:extLst>
              <a:ext uri="{FF2B5EF4-FFF2-40B4-BE49-F238E27FC236}">
                <a16:creationId xmlns:a16="http://schemas.microsoft.com/office/drawing/2014/main" id="{4856CDD3-726F-4811-17CC-617FC0F6A1D3}"/>
              </a:ext>
            </a:extLst>
          </p:cNvPr>
          <p:cNvSpPr/>
          <p:nvPr/>
        </p:nvSpPr>
        <p:spPr>
          <a:xfrm>
            <a:off x="6372200" y="2132856"/>
            <a:ext cx="1773532" cy="30452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6ED7748-7A4B-9BCD-72DF-A3FFE5AA26BE}"/>
              </a:ext>
            </a:extLst>
          </p:cNvPr>
          <p:cNvSpPr/>
          <p:nvPr/>
        </p:nvSpPr>
        <p:spPr>
          <a:xfrm>
            <a:off x="6372199" y="2727280"/>
            <a:ext cx="1773531"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072CDDF6-A8F3-1157-713F-D78C066011F9}"/>
              </a:ext>
            </a:extLst>
          </p:cNvPr>
          <p:cNvSpPr/>
          <p:nvPr/>
        </p:nvSpPr>
        <p:spPr>
          <a:xfrm>
            <a:off x="6372198" y="3300885"/>
            <a:ext cx="1773531"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A23A824F-6A84-F3E9-7ACA-AEC32E2E791C}"/>
              </a:ext>
            </a:extLst>
          </p:cNvPr>
          <p:cNvSpPr txBox="1"/>
          <p:nvPr/>
        </p:nvSpPr>
        <p:spPr>
          <a:xfrm>
            <a:off x="7618603" y="216391"/>
            <a:ext cx="1507720" cy="369332"/>
          </a:xfrm>
          <a:prstGeom prst="rect">
            <a:avLst/>
          </a:prstGeom>
          <a:noFill/>
        </p:spPr>
        <p:txBody>
          <a:bodyPr wrap="square" rtlCol="0">
            <a:spAutoFit/>
          </a:bodyPr>
          <a:lstStyle/>
          <a:p>
            <a:r>
              <a:rPr lang="en-GB" sz="1800" b="1" dirty="0">
                <a:latin typeface="Arial Nova Light" panose="020B0304020202020204" pitchFamily="34" charset="0"/>
              </a:rPr>
              <a:t>Is p &lt; 0.05 ?</a:t>
            </a:r>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466B184A-4777-9936-4297-21F3AED0CD5A}"/>
                  </a:ext>
                </a:extLst>
              </p14:cNvPr>
              <p14:cNvContentPartPr/>
              <p14:nvPr/>
            </p14:nvContentPartPr>
            <p14:xfrm>
              <a:off x="6119605" y="397671"/>
              <a:ext cx="360" cy="360"/>
            </p14:xfrm>
          </p:contentPart>
        </mc:Choice>
        <mc:Fallback xmlns="">
          <p:pic>
            <p:nvPicPr>
              <p:cNvPr id="12" name="Ink 11">
                <a:extLst>
                  <a:ext uri="{FF2B5EF4-FFF2-40B4-BE49-F238E27FC236}">
                    <a16:creationId xmlns:a16="http://schemas.microsoft.com/office/drawing/2014/main" id="{466B184A-4777-9936-4297-21F3AED0CD5A}"/>
                  </a:ext>
                </a:extLst>
              </p:cNvPr>
              <p:cNvPicPr/>
              <p:nvPr/>
            </p:nvPicPr>
            <p:blipFill>
              <a:blip r:embed="rId3"/>
              <a:stretch>
                <a:fillRect/>
              </a:stretch>
            </p:blipFill>
            <p:spPr>
              <a:xfrm>
                <a:off x="6115285" y="393351"/>
                <a:ext cx="9000" cy="9000"/>
              </a:xfrm>
              <a:prstGeom prst="rect">
                <a:avLst/>
              </a:prstGeom>
            </p:spPr>
          </p:pic>
        </mc:Fallback>
      </mc:AlternateContent>
      <p:sp>
        <p:nvSpPr>
          <p:cNvPr id="13" name="TextBox 12">
            <a:extLst>
              <a:ext uri="{FF2B5EF4-FFF2-40B4-BE49-F238E27FC236}">
                <a16:creationId xmlns:a16="http://schemas.microsoft.com/office/drawing/2014/main" id="{D1F60D7E-5D75-9575-0135-0F0FB5336E88}"/>
              </a:ext>
            </a:extLst>
          </p:cNvPr>
          <p:cNvSpPr txBox="1"/>
          <p:nvPr/>
        </p:nvSpPr>
        <p:spPr>
          <a:xfrm>
            <a:off x="6475598" y="627362"/>
            <a:ext cx="2671513" cy="307777"/>
          </a:xfrm>
          <a:prstGeom prst="rect">
            <a:avLst/>
          </a:prstGeom>
          <a:noFill/>
        </p:spPr>
        <p:txBody>
          <a:bodyPr wrap="square" rtlCol="0">
            <a:spAutoFit/>
          </a:bodyPr>
          <a:lstStyle/>
          <a:p>
            <a:r>
              <a:rPr lang="en-GB" sz="1400" dirty="0">
                <a:latin typeface="Arial Nova Light" panose="020B0304020202020204" pitchFamily="34" charset="0"/>
              </a:rPr>
              <a:t>If YES the results are significant</a:t>
            </a:r>
          </a:p>
        </p:txBody>
      </p:sp>
      <p:sp>
        <p:nvSpPr>
          <p:cNvPr id="14" name="TextBox 13">
            <a:extLst>
              <a:ext uri="{FF2B5EF4-FFF2-40B4-BE49-F238E27FC236}">
                <a16:creationId xmlns:a16="http://schemas.microsoft.com/office/drawing/2014/main" id="{5A1CB925-9C67-5059-7B48-5B9505F6C89D}"/>
              </a:ext>
            </a:extLst>
          </p:cNvPr>
          <p:cNvSpPr txBox="1"/>
          <p:nvPr/>
        </p:nvSpPr>
        <p:spPr>
          <a:xfrm>
            <a:off x="7203303" y="929187"/>
            <a:ext cx="1927749" cy="307777"/>
          </a:xfrm>
          <a:prstGeom prst="rect">
            <a:avLst/>
          </a:prstGeom>
          <a:noFill/>
        </p:spPr>
        <p:txBody>
          <a:bodyPr wrap="square" rtlCol="0">
            <a:spAutoFit/>
          </a:bodyPr>
          <a:lstStyle/>
          <a:p>
            <a:r>
              <a:rPr lang="en-GB" sz="1400" dirty="0">
                <a:latin typeface="Arial Nova Light" panose="020B0304020202020204" pitchFamily="34" charset="0"/>
              </a:rPr>
              <a:t>Keep Null Hypothesis</a:t>
            </a:r>
          </a:p>
        </p:txBody>
      </p:sp>
      <p:sp>
        <p:nvSpPr>
          <p:cNvPr id="3" name="Footer Placeholder 2">
            <a:extLst>
              <a:ext uri="{FF2B5EF4-FFF2-40B4-BE49-F238E27FC236}">
                <a16:creationId xmlns:a16="http://schemas.microsoft.com/office/drawing/2014/main" id="{CD789C59-731F-19FD-E243-776C2B4199C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0B2958E6-A543-6E77-C206-CEFC54F2218D}"/>
              </a:ext>
            </a:extLst>
          </p:cNvPr>
          <p:cNvSpPr>
            <a:spLocks noGrp="1"/>
          </p:cNvSpPr>
          <p:nvPr>
            <p:ph type="sldNum" sz="quarter" idx="4"/>
          </p:nvPr>
        </p:nvSpPr>
        <p:spPr/>
        <p:txBody>
          <a:bodyPr/>
          <a:lstStyle/>
          <a:p>
            <a:fld id="{9FD7ECCF-50E7-4327-B945-FA93FF7B2BEF}" type="slidenum">
              <a:rPr lang="en-US" smtClean="0"/>
              <a:pPr/>
              <a:t>36</a:t>
            </a:fld>
            <a:r>
              <a:rPr lang="en-GB"/>
              <a:t>/54</a:t>
            </a:r>
            <a:endParaRPr lang="en-US" dirty="0"/>
          </a:p>
        </p:txBody>
      </p:sp>
    </p:spTree>
    <p:extLst>
      <p:ext uri="{BB962C8B-B14F-4D97-AF65-F5344CB8AC3E}">
        <p14:creationId xmlns:p14="http://schemas.microsoft.com/office/powerpoint/2010/main" val="20586733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9475-AA37-9CE8-86DC-1A6151BB277C}"/>
              </a:ext>
            </a:extLst>
          </p:cNvPr>
          <p:cNvSpPr>
            <a:spLocks noGrp="1"/>
          </p:cNvSpPr>
          <p:nvPr>
            <p:ph type="title"/>
          </p:nvPr>
        </p:nvSpPr>
        <p:spPr/>
        <p:txBody>
          <a:bodyPr>
            <a:normAutofit/>
          </a:bodyPr>
          <a:lstStyle/>
          <a:p>
            <a:r>
              <a:rPr lang="en-GB" dirty="0">
                <a:solidFill>
                  <a:schemeClr val="accent2">
                    <a:lumMod val="75000"/>
                  </a:schemeClr>
                </a:solidFill>
              </a:rPr>
              <a:t>ANOVA for Split-Plot Design</a:t>
            </a:r>
          </a:p>
        </p:txBody>
      </p:sp>
      <p:sp>
        <p:nvSpPr>
          <p:cNvPr id="3" name="Content Placeholder 2">
            <a:extLst>
              <a:ext uri="{FF2B5EF4-FFF2-40B4-BE49-F238E27FC236}">
                <a16:creationId xmlns:a16="http://schemas.microsoft.com/office/drawing/2014/main" id="{11F7E884-41DF-5256-0894-9A3491A348BC}"/>
              </a:ext>
            </a:extLst>
          </p:cNvPr>
          <p:cNvSpPr>
            <a:spLocks noGrp="1"/>
          </p:cNvSpPr>
          <p:nvPr>
            <p:ph sz="quarter" idx="1"/>
          </p:nvPr>
        </p:nvSpPr>
        <p:spPr>
          <a:xfrm>
            <a:off x="633558" y="1650871"/>
            <a:ext cx="8207824" cy="1341120"/>
          </a:xfrm>
        </p:spPr>
        <p:txBody>
          <a:bodyPr>
            <a:normAutofit fontScale="92500" lnSpcReduction="10000"/>
          </a:bodyPr>
          <a:lstStyle/>
          <a:p>
            <a:pPr>
              <a:spcBef>
                <a:spcPts val="0"/>
              </a:spcBef>
            </a:pPr>
            <a:r>
              <a:rPr lang="en-GB" sz="2400" dirty="0">
                <a:solidFill>
                  <a:schemeClr val="accent6">
                    <a:lumMod val="50000"/>
                  </a:schemeClr>
                </a:solidFill>
                <a:highlight>
                  <a:srgbClr val="D4FEFD"/>
                </a:highlight>
              </a:rPr>
              <a:t>Sometimes you may choose a study design that involves both </a:t>
            </a:r>
            <a:r>
              <a:rPr lang="en-GB" sz="2400" b="1" dirty="0">
                <a:solidFill>
                  <a:schemeClr val="accent6">
                    <a:lumMod val="50000"/>
                  </a:schemeClr>
                </a:solidFill>
                <a:highlight>
                  <a:srgbClr val="D4FEFD"/>
                </a:highlight>
              </a:rPr>
              <a:t>between-group factors </a:t>
            </a:r>
            <a:r>
              <a:rPr lang="en-GB" sz="2400" dirty="0">
                <a:solidFill>
                  <a:schemeClr val="accent6">
                    <a:lumMod val="50000"/>
                  </a:schemeClr>
                </a:solidFill>
                <a:highlight>
                  <a:srgbClr val="D4FEFD"/>
                </a:highlight>
              </a:rPr>
              <a:t>and </a:t>
            </a:r>
            <a:r>
              <a:rPr lang="en-GB" sz="2400" b="1" dirty="0">
                <a:solidFill>
                  <a:schemeClr val="accent6">
                    <a:lumMod val="50000"/>
                  </a:schemeClr>
                </a:solidFill>
                <a:highlight>
                  <a:srgbClr val="D4FEFD"/>
                </a:highlight>
              </a:rPr>
              <a:t>within-group factors </a:t>
            </a:r>
            <a:r>
              <a:rPr lang="en-GB" sz="2400" dirty="0">
                <a:solidFill>
                  <a:schemeClr val="accent6">
                    <a:lumMod val="50000"/>
                  </a:schemeClr>
                </a:solidFill>
                <a:highlight>
                  <a:srgbClr val="D4FEFD"/>
                </a:highlight>
              </a:rPr>
              <a:t>and </a:t>
            </a:r>
            <a:r>
              <a:rPr lang="en-GB" sz="2400" b="1" dirty="0">
                <a:solidFill>
                  <a:schemeClr val="accent6">
                    <a:lumMod val="50000"/>
                  </a:schemeClr>
                </a:solidFill>
                <a:highlight>
                  <a:srgbClr val="D4FEFD"/>
                </a:highlight>
              </a:rPr>
              <a:t>investigate two or more independent variables </a:t>
            </a:r>
            <a:r>
              <a:rPr lang="en-GB" sz="2400" dirty="0">
                <a:solidFill>
                  <a:schemeClr val="accent6">
                    <a:lumMod val="50000"/>
                  </a:schemeClr>
                </a:solidFill>
                <a:highlight>
                  <a:srgbClr val="D4FEFD"/>
                </a:highlight>
              </a:rPr>
              <a:t>with </a:t>
            </a:r>
            <a:r>
              <a:rPr lang="en-GB" sz="2400" b="1" dirty="0">
                <a:solidFill>
                  <a:schemeClr val="accent6">
                    <a:lumMod val="50000"/>
                  </a:schemeClr>
                </a:solidFill>
                <a:highlight>
                  <a:srgbClr val="D4FEFD"/>
                </a:highlight>
              </a:rPr>
              <a:t>three or more conditions</a:t>
            </a:r>
          </a:p>
          <a:p>
            <a:pPr>
              <a:spcBef>
                <a:spcPts val="0"/>
              </a:spcBef>
            </a:pPr>
            <a:r>
              <a:rPr lang="en-GB" sz="2400" dirty="0">
                <a:solidFill>
                  <a:schemeClr val="accent6">
                    <a:lumMod val="50000"/>
                  </a:schemeClr>
                </a:solidFill>
              </a:rPr>
              <a:t>Experimental Design – Between and within groups</a:t>
            </a:r>
          </a:p>
        </p:txBody>
      </p:sp>
      <p:graphicFrame>
        <p:nvGraphicFramePr>
          <p:cNvPr id="6" name="Table 6">
            <a:extLst>
              <a:ext uri="{FF2B5EF4-FFF2-40B4-BE49-F238E27FC236}">
                <a16:creationId xmlns:a16="http://schemas.microsoft.com/office/drawing/2014/main" id="{FB35BF85-5EC7-A5F8-7A68-840E60A482A8}"/>
              </a:ext>
            </a:extLst>
          </p:cNvPr>
          <p:cNvGraphicFramePr>
            <a:graphicFrameLocks noGrp="1"/>
          </p:cNvGraphicFramePr>
          <p:nvPr>
            <p:extLst>
              <p:ext uri="{D42A27DB-BD31-4B8C-83A1-F6EECF244321}">
                <p14:modId xmlns:p14="http://schemas.microsoft.com/office/powerpoint/2010/main" val="3575842092"/>
              </p:ext>
            </p:extLst>
          </p:nvPr>
        </p:nvGraphicFramePr>
        <p:xfrm>
          <a:off x="907948" y="4835934"/>
          <a:ext cx="7562800" cy="1310640"/>
        </p:xfrm>
        <a:graphic>
          <a:graphicData uri="http://schemas.openxmlformats.org/drawingml/2006/table">
            <a:tbl>
              <a:tblPr firstRow="1" bandRow="1">
                <a:tableStyleId>{2D5ABB26-0587-4C30-8999-92F81FD0307C}</a:tableStyleId>
              </a:tblPr>
              <a:tblGrid>
                <a:gridCol w="3713636">
                  <a:extLst>
                    <a:ext uri="{9D8B030D-6E8A-4147-A177-3AD203B41FA5}">
                      <a16:colId xmlns:a16="http://schemas.microsoft.com/office/drawing/2014/main" val="2829173478"/>
                    </a:ext>
                  </a:extLst>
                </a:gridCol>
                <a:gridCol w="1790392">
                  <a:extLst>
                    <a:ext uri="{9D8B030D-6E8A-4147-A177-3AD203B41FA5}">
                      <a16:colId xmlns:a16="http://schemas.microsoft.com/office/drawing/2014/main" val="3637142121"/>
                    </a:ext>
                  </a:extLst>
                </a:gridCol>
                <a:gridCol w="2058772">
                  <a:extLst>
                    <a:ext uri="{9D8B030D-6E8A-4147-A177-3AD203B41FA5}">
                      <a16:colId xmlns:a16="http://schemas.microsoft.com/office/drawing/2014/main" val="3459184076"/>
                    </a:ext>
                  </a:extLst>
                </a:gridCol>
              </a:tblGrid>
              <a:tr h="370840">
                <a:tc>
                  <a:txBody>
                    <a:bodyPr/>
                    <a:lstStyle/>
                    <a:p>
                      <a:r>
                        <a:rPr lang="en-GB" sz="1600" dirty="0">
                          <a:solidFill>
                            <a:schemeClr val="accent6">
                              <a:lumMod val="50000"/>
                            </a:schemeClr>
                          </a:solidFill>
                        </a:rPr>
                        <a:t>Recruit two groups of </a:t>
                      </a:r>
                      <a:r>
                        <a:rPr kumimoji="0" lang="en-GB" sz="1600" kern="1200" dirty="0">
                          <a:solidFill>
                            <a:schemeClr val="accent6">
                              <a:lumMod val="50000"/>
                            </a:schemeClr>
                          </a:solidFill>
                          <a:latin typeface="+mn-lt"/>
                          <a:ea typeface="+mn-ea"/>
                          <a:cs typeface="+mn-cs"/>
                        </a:rPr>
                        <a:t>participants. One group completes transcription tasks using all three data-entry methods. The other group completes composition tasks using all three data-entry methods</a:t>
                      </a:r>
                    </a:p>
                  </a:txBody>
                  <a:tcPr>
                    <a:solidFill>
                      <a:schemeClr val="bg2"/>
                    </a:solidFill>
                  </a:tcPr>
                </a:tc>
                <a:tc>
                  <a:txBody>
                    <a:bodyPr/>
                    <a:lstStyle/>
                    <a:p>
                      <a:r>
                        <a:rPr lang="en-GB" sz="1600" b="1" dirty="0"/>
                        <a:t>Within-group &amp; Between</a:t>
                      </a:r>
                    </a:p>
                  </a:txBody>
                  <a:tcPr>
                    <a:solidFill>
                      <a:schemeClr val="bg2"/>
                    </a:solidFill>
                  </a:tcPr>
                </a:tc>
                <a:tc>
                  <a:txBody>
                    <a:bodyPr/>
                    <a:lstStyle/>
                    <a:p>
                      <a:r>
                        <a:rPr lang="en-GB" sz="1600" b="1" dirty="0"/>
                        <a:t>Split-Plot ANOVA</a:t>
                      </a:r>
                    </a:p>
                  </a:txBody>
                  <a:tcPr>
                    <a:solidFill>
                      <a:schemeClr val="bg2"/>
                    </a:solidFill>
                  </a:tcPr>
                </a:tc>
                <a:extLst>
                  <a:ext uri="{0D108BD9-81ED-4DB2-BD59-A6C34878D82A}">
                    <a16:rowId xmlns:a16="http://schemas.microsoft.com/office/drawing/2014/main" val="3593643912"/>
                  </a:ext>
                </a:extLst>
              </a:tr>
            </a:tbl>
          </a:graphicData>
        </a:graphic>
      </p:graphicFrame>
      <p:graphicFrame>
        <p:nvGraphicFramePr>
          <p:cNvPr id="7" name="Table 6">
            <a:extLst>
              <a:ext uri="{FF2B5EF4-FFF2-40B4-BE49-F238E27FC236}">
                <a16:creationId xmlns:a16="http://schemas.microsoft.com/office/drawing/2014/main" id="{588105AE-4585-F5A6-BD36-8819818B194D}"/>
              </a:ext>
            </a:extLst>
          </p:cNvPr>
          <p:cNvGraphicFramePr>
            <a:graphicFrameLocks noGrp="1"/>
          </p:cNvGraphicFramePr>
          <p:nvPr>
            <p:extLst>
              <p:ext uri="{D42A27DB-BD31-4B8C-83A1-F6EECF244321}">
                <p14:modId xmlns:p14="http://schemas.microsoft.com/office/powerpoint/2010/main" val="2957585957"/>
              </p:ext>
            </p:extLst>
          </p:nvPr>
        </p:nvGraphicFramePr>
        <p:xfrm>
          <a:off x="1589904" y="3146930"/>
          <a:ext cx="5964192" cy="1341120"/>
        </p:xfrm>
        <a:graphic>
          <a:graphicData uri="http://schemas.openxmlformats.org/drawingml/2006/table">
            <a:tbl>
              <a:tblPr/>
              <a:tblGrid>
                <a:gridCol w="1491048">
                  <a:extLst>
                    <a:ext uri="{9D8B030D-6E8A-4147-A177-3AD203B41FA5}">
                      <a16:colId xmlns:a16="http://schemas.microsoft.com/office/drawing/2014/main" val="3017747027"/>
                    </a:ext>
                  </a:extLst>
                </a:gridCol>
                <a:gridCol w="1491048">
                  <a:extLst>
                    <a:ext uri="{9D8B030D-6E8A-4147-A177-3AD203B41FA5}">
                      <a16:colId xmlns:a16="http://schemas.microsoft.com/office/drawing/2014/main" val="1321435229"/>
                    </a:ext>
                  </a:extLst>
                </a:gridCol>
                <a:gridCol w="1491048">
                  <a:extLst>
                    <a:ext uri="{9D8B030D-6E8A-4147-A177-3AD203B41FA5}">
                      <a16:colId xmlns:a16="http://schemas.microsoft.com/office/drawing/2014/main" val="2666370171"/>
                    </a:ext>
                  </a:extLst>
                </a:gridCol>
                <a:gridCol w="1491048">
                  <a:extLst>
                    <a:ext uri="{9D8B030D-6E8A-4147-A177-3AD203B41FA5}">
                      <a16:colId xmlns:a16="http://schemas.microsoft.com/office/drawing/2014/main" val="2857850542"/>
                    </a:ext>
                  </a:extLst>
                </a:gridCol>
              </a:tblGrid>
              <a:tr h="0">
                <a:tc gridSpan="4">
                  <a:txBody>
                    <a:bodyPr/>
                    <a:lstStyle/>
                    <a:p>
                      <a:r>
                        <a:rPr lang="en-GB" sz="1600" dirty="0">
                          <a:latin typeface="+mn-lt"/>
                        </a:rPr>
                        <a:t>A Between-Group Factorial Design With Two Independent Variables</a:t>
                      </a:r>
                    </a:p>
                  </a:txBody>
                  <a:tcPr>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592883"/>
                  </a:ext>
                </a:extLst>
              </a:tr>
              <a:tr h="0">
                <a:tc>
                  <a:txBody>
                    <a:bodyPr/>
                    <a:lstStyle/>
                    <a:p>
                      <a:pPr algn="l" fontAlgn="ctr"/>
                      <a:r>
                        <a:rPr lang="en-GB" sz="1600" b="1" i="0" dirty="0">
                          <a:effectLst/>
                          <a:latin typeface="+mn-lt"/>
                        </a:rPr>
                        <a:t>blank cell</a:t>
                      </a:r>
                    </a:p>
                  </a:txBody>
                  <a:tcPr anchor="ctr">
                    <a:lnL>
                      <a:noFill/>
                    </a:lnL>
                    <a:lnR>
                      <a:noFill/>
                    </a:lnR>
                    <a:lnB>
                      <a:noFill/>
                    </a:lnB>
                    <a:solidFill>
                      <a:srgbClr val="FFFFFF"/>
                    </a:solidFill>
                  </a:tcPr>
                </a:tc>
                <a:tc>
                  <a:txBody>
                    <a:bodyPr/>
                    <a:lstStyle/>
                    <a:p>
                      <a:pPr algn="l" fontAlgn="ctr"/>
                      <a:r>
                        <a:rPr lang="en-GB" sz="1600" b="1" i="0">
                          <a:effectLst/>
                          <a:latin typeface="+mn-lt"/>
                        </a:rPr>
                        <a:t>Standard</a:t>
                      </a:r>
                    </a:p>
                  </a:txBody>
                  <a:tcPr anchor="ctr">
                    <a:lnL>
                      <a:noFill/>
                    </a:lnL>
                    <a:lnR>
                      <a:noFill/>
                    </a:lnR>
                    <a:lnT>
                      <a:noFill/>
                    </a:lnT>
                    <a:lnB>
                      <a:noFill/>
                    </a:lnB>
                    <a:solidFill>
                      <a:srgbClr val="FFFFFF"/>
                    </a:solidFill>
                  </a:tcPr>
                </a:tc>
                <a:tc>
                  <a:txBody>
                    <a:bodyPr/>
                    <a:lstStyle/>
                    <a:p>
                      <a:pPr algn="l" fontAlgn="ctr"/>
                      <a:r>
                        <a:rPr lang="en-GB" sz="1600" b="1" i="0">
                          <a:effectLst/>
                          <a:latin typeface="+mn-lt"/>
                        </a:rPr>
                        <a:t>Prediction</a:t>
                      </a:r>
                    </a:p>
                  </a:txBody>
                  <a:tcPr anchor="ctr">
                    <a:lnL>
                      <a:noFill/>
                    </a:lnL>
                    <a:lnR>
                      <a:noFill/>
                    </a:lnR>
                    <a:lnT>
                      <a:noFill/>
                    </a:lnT>
                    <a:lnB>
                      <a:noFill/>
                    </a:lnB>
                    <a:solidFill>
                      <a:srgbClr val="FFFFFF"/>
                    </a:solidFill>
                  </a:tcPr>
                </a:tc>
                <a:tc>
                  <a:txBody>
                    <a:bodyPr/>
                    <a:lstStyle/>
                    <a:p>
                      <a:pPr algn="l" fontAlgn="ctr"/>
                      <a:r>
                        <a:rPr lang="en-GB" sz="1600" b="1" i="0">
                          <a:effectLst/>
                          <a:latin typeface="+mn-lt"/>
                        </a:rPr>
                        <a:t>Speech</a:t>
                      </a:r>
                    </a:p>
                  </a:txBody>
                  <a:tcPr anchor="ctr">
                    <a:lnL>
                      <a:noFill/>
                    </a:lnL>
                    <a:lnR>
                      <a:noFill/>
                    </a:lnR>
                    <a:lnT>
                      <a:noFill/>
                    </a:lnT>
                    <a:lnB>
                      <a:noFill/>
                    </a:lnB>
                    <a:solidFill>
                      <a:srgbClr val="FFFFFF"/>
                    </a:solidFill>
                  </a:tcPr>
                </a:tc>
                <a:extLst>
                  <a:ext uri="{0D108BD9-81ED-4DB2-BD59-A6C34878D82A}">
                    <a16:rowId xmlns:a16="http://schemas.microsoft.com/office/drawing/2014/main" val="2334113535"/>
                  </a:ext>
                </a:extLst>
              </a:tr>
              <a:tr h="0">
                <a:tc>
                  <a:txBody>
                    <a:bodyPr/>
                    <a:lstStyle/>
                    <a:p>
                      <a:pPr algn="l" fontAlgn="t"/>
                      <a:r>
                        <a:rPr lang="en-GB" sz="1600" b="0">
                          <a:effectLst/>
                          <a:latin typeface="+mn-lt"/>
                        </a:rPr>
                        <a:t>Transcription</a:t>
                      </a:r>
                    </a:p>
                  </a:txBody>
                  <a:tcPr>
                    <a:lnL>
                      <a:noFill/>
                    </a:lnL>
                    <a:lnR>
                      <a:noFill/>
                    </a:lnR>
                    <a:lnT>
                      <a:noFill/>
                    </a:lnT>
                    <a:lnB>
                      <a:noFill/>
                    </a:lnB>
                    <a:solidFill>
                      <a:srgbClr val="FFFFFF"/>
                    </a:solidFill>
                  </a:tcPr>
                </a:tc>
                <a:tc>
                  <a:txBody>
                    <a:bodyPr/>
                    <a:lstStyle/>
                    <a:p>
                      <a:pPr algn="l" fontAlgn="t"/>
                      <a:r>
                        <a:rPr lang="en-GB" sz="1600" b="0" dirty="0">
                          <a:effectLst/>
                          <a:latin typeface="+mn-lt"/>
                        </a:rPr>
                        <a:t>Group 1</a:t>
                      </a:r>
                    </a:p>
                  </a:txBody>
                  <a:tcPr>
                    <a:lnL>
                      <a:noFill/>
                    </a:lnL>
                    <a:lnR>
                      <a:noFill/>
                    </a:lnR>
                    <a:lnT>
                      <a:noFill/>
                    </a:lnT>
                    <a:lnB>
                      <a:noFill/>
                    </a:lnB>
                    <a:solidFill>
                      <a:srgbClr val="FFFFFF"/>
                    </a:solidFill>
                  </a:tcPr>
                </a:tc>
                <a:tc>
                  <a:txBody>
                    <a:bodyPr/>
                    <a:lstStyle/>
                    <a:p>
                      <a:pPr algn="l" fontAlgn="t"/>
                      <a:r>
                        <a:rPr lang="en-GB" sz="1600" b="0" dirty="0">
                          <a:effectLst/>
                          <a:latin typeface="+mn-lt"/>
                        </a:rPr>
                        <a:t>Group 1</a:t>
                      </a:r>
                    </a:p>
                  </a:txBody>
                  <a:tcPr>
                    <a:lnL>
                      <a:noFill/>
                    </a:lnL>
                    <a:lnR>
                      <a:noFill/>
                    </a:lnR>
                    <a:lnT>
                      <a:noFill/>
                    </a:lnT>
                    <a:lnB>
                      <a:noFill/>
                    </a:lnB>
                    <a:solidFill>
                      <a:srgbClr val="FFFFFF"/>
                    </a:solidFill>
                  </a:tcPr>
                </a:tc>
                <a:tc>
                  <a:txBody>
                    <a:bodyPr/>
                    <a:lstStyle/>
                    <a:p>
                      <a:pPr algn="l" fontAlgn="t"/>
                      <a:r>
                        <a:rPr lang="en-GB" sz="1600" b="0" dirty="0">
                          <a:effectLst/>
                          <a:latin typeface="+mn-lt"/>
                        </a:rPr>
                        <a:t>Group 1</a:t>
                      </a:r>
                    </a:p>
                  </a:txBody>
                  <a:tcPr>
                    <a:lnL>
                      <a:noFill/>
                    </a:lnL>
                    <a:lnR>
                      <a:noFill/>
                    </a:lnR>
                    <a:lnT>
                      <a:noFill/>
                    </a:lnT>
                    <a:lnB>
                      <a:noFill/>
                    </a:lnB>
                    <a:solidFill>
                      <a:srgbClr val="FFFFFF"/>
                    </a:solidFill>
                  </a:tcPr>
                </a:tc>
                <a:extLst>
                  <a:ext uri="{0D108BD9-81ED-4DB2-BD59-A6C34878D82A}">
                    <a16:rowId xmlns:a16="http://schemas.microsoft.com/office/drawing/2014/main" val="4249378475"/>
                  </a:ext>
                </a:extLst>
              </a:tr>
              <a:tr h="0">
                <a:tc>
                  <a:txBody>
                    <a:bodyPr/>
                    <a:lstStyle/>
                    <a:p>
                      <a:pPr algn="l" fontAlgn="t"/>
                      <a:r>
                        <a:rPr lang="en-GB" sz="1600" b="0">
                          <a:effectLst/>
                          <a:latin typeface="+mn-lt"/>
                        </a:rPr>
                        <a:t>Composition</a:t>
                      </a:r>
                    </a:p>
                  </a:txBody>
                  <a:tcPr>
                    <a:lnL>
                      <a:noFill/>
                    </a:lnL>
                    <a:lnR>
                      <a:noFill/>
                    </a:lnR>
                    <a:lnT>
                      <a:noFill/>
                    </a:lnT>
                    <a:lnB>
                      <a:noFill/>
                    </a:lnB>
                    <a:solidFill>
                      <a:srgbClr val="EEF2F6"/>
                    </a:solidFill>
                  </a:tcPr>
                </a:tc>
                <a:tc>
                  <a:txBody>
                    <a:bodyPr/>
                    <a:lstStyle/>
                    <a:p>
                      <a:pPr algn="l" fontAlgn="t"/>
                      <a:r>
                        <a:rPr lang="en-GB" sz="1600" b="0" dirty="0">
                          <a:effectLst/>
                          <a:latin typeface="+mn-lt"/>
                        </a:rPr>
                        <a:t>Group 2</a:t>
                      </a:r>
                    </a:p>
                  </a:txBody>
                  <a:tcPr>
                    <a:lnL>
                      <a:noFill/>
                    </a:lnL>
                    <a:lnR>
                      <a:noFill/>
                    </a:lnR>
                    <a:lnT>
                      <a:noFill/>
                    </a:lnT>
                    <a:lnB>
                      <a:noFill/>
                    </a:lnB>
                    <a:solidFill>
                      <a:srgbClr val="EEF2F6"/>
                    </a:solidFill>
                  </a:tcPr>
                </a:tc>
                <a:tc>
                  <a:txBody>
                    <a:bodyPr/>
                    <a:lstStyle/>
                    <a:p>
                      <a:pPr algn="l" fontAlgn="t"/>
                      <a:r>
                        <a:rPr lang="en-GB" sz="1600" b="0" dirty="0">
                          <a:effectLst/>
                          <a:latin typeface="+mn-lt"/>
                        </a:rPr>
                        <a:t>Group 2</a:t>
                      </a:r>
                    </a:p>
                  </a:txBody>
                  <a:tcPr>
                    <a:lnL>
                      <a:noFill/>
                    </a:lnL>
                    <a:lnR>
                      <a:noFill/>
                    </a:lnR>
                    <a:lnT>
                      <a:noFill/>
                    </a:lnT>
                    <a:lnB>
                      <a:noFill/>
                    </a:lnB>
                    <a:solidFill>
                      <a:srgbClr val="EEF2F6"/>
                    </a:solidFill>
                  </a:tcPr>
                </a:tc>
                <a:tc>
                  <a:txBody>
                    <a:bodyPr/>
                    <a:lstStyle/>
                    <a:p>
                      <a:pPr algn="l" fontAlgn="t"/>
                      <a:r>
                        <a:rPr lang="en-GB" sz="1600" b="0" dirty="0">
                          <a:effectLst/>
                          <a:latin typeface="+mn-lt"/>
                        </a:rPr>
                        <a:t>Group 2</a:t>
                      </a:r>
                    </a:p>
                  </a:txBody>
                  <a:tcPr>
                    <a:lnL>
                      <a:noFill/>
                    </a:lnL>
                    <a:lnR>
                      <a:noFill/>
                    </a:lnR>
                    <a:lnT>
                      <a:noFill/>
                    </a:lnT>
                    <a:lnB>
                      <a:noFill/>
                    </a:lnB>
                    <a:solidFill>
                      <a:srgbClr val="EEF2F6"/>
                    </a:solidFill>
                  </a:tcPr>
                </a:tc>
                <a:extLst>
                  <a:ext uri="{0D108BD9-81ED-4DB2-BD59-A6C34878D82A}">
                    <a16:rowId xmlns:a16="http://schemas.microsoft.com/office/drawing/2014/main" val="3563216529"/>
                  </a:ext>
                </a:extLst>
              </a:tr>
            </a:tbl>
          </a:graphicData>
        </a:graphic>
      </p:graphicFrame>
      <p:sp>
        <p:nvSpPr>
          <p:cNvPr id="4" name="TextBox 3">
            <a:extLst>
              <a:ext uri="{FF2B5EF4-FFF2-40B4-BE49-F238E27FC236}">
                <a16:creationId xmlns:a16="http://schemas.microsoft.com/office/drawing/2014/main" id="{54253869-A7BD-4DFC-24D1-02C27546DDE3}"/>
              </a:ext>
            </a:extLst>
          </p:cNvPr>
          <p:cNvSpPr txBox="1"/>
          <p:nvPr/>
        </p:nvSpPr>
        <p:spPr>
          <a:xfrm>
            <a:off x="5559942" y="1225183"/>
            <a:ext cx="3584058" cy="338554"/>
          </a:xfrm>
          <a:prstGeom prst="rect">
            <a:avLst/>
          </a:prstGeom>
          <a:solidFill>
            <a:schemeClr val="accent1"/>
          </a:solidFill>
        </p:spPr>
        <p:txBody>
          <a:bodyPr wrap="none" rtlCol="0">
            <a:spAutoFit/>
          </a:bodyPr>
          <a:lstStyle/>
          <a:p>
            <a:r>
              <a:rPr lang="en-GB" sz="1600" dirty="0">
                <a:latin typeface="+mn-lt"/>
              </a:rPr>
              <a:t>Look at the example Split-Plot-</a:t>
            </a:r>
            <a:r>
              <a:rPr lang="en-GB" sz="1600" dirty="0" err="1">
                <a:latin typeface="+mn-lt"/>
              </a:rPr>
              <a:t>Anova.sav</a:t>
            </a:r>
            <a:endParaRPr lang="en-GB" sz="1600" dirty="0">
              <a:latin typeface="+mn-lt"/>
            </a:endParaRPr>
          </a:p>
        </p:txBody>
      </p:sp>
      <p:sp>
        <p:nvSpPr>
          <p:cNvPr id="8" name="Footer Placeholder 7">
            <a:extLst>
              <a:ext uri="{FF2B5EF4-FFF2-40B4-BE49-F238E27FC236}">
                <a16:creationId xmlns:a16="http://schemas.microsoft.com/office/drawing/2014/main" id="{0E90F583-34DE-265D-8805-26F507B75B5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4EF32457-D2BA-C171-43D3-9538BD81239C}"/>
              </a:ext>
            </a:extLst>
          </p:cNvPr>
          <p:cNvSpPr>
            <a:spLocks noGrp="1"/>
          </p:cNvSpPr>
          <p:nvPr>
            <p:ph type="sldNum" sz="quarter" idx="4"/>
          </p:nvPr>
        </p:nvSpPr>
        <p:spPr/>
        <p:txBody>
          <a:bodyPr/>
          <a:lstStyle/>
          <a:p>
            <a:fld id="{9FD7ECCF-50E7-4327-B945-FA93FF7B2BEF}" type="slidenum">
              <a:rPr lang="en-US" smtClean="0"/>
              <a:pPr/>
              <a:t>37</a:t>
            </a:fld>
            <a:r>
              <a:rPr lang="en-GB"/>
              <a:t>/54</a:t>
            </a:r>
            <a:endParaRPr lang="en-US" dirty="0"/>
          </a:p>
        </p:txBody>
      </p:sp>
    </p:spTree>
    <p:extLst>
      <p:ext uri="{BB962C8B-B14F-4D97-AF65-F5344CB8AC3E}">
        <p14:creationId xmlns:p14="http://schemas.microsoft.com/office/powerpoint/2010/main" val="373167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C62D3-1572-2CC5-8160-8AECE9492ED2}"/>
              </a:ext>
            </a:extLst>
          </p:cNvPr>
          <p:cNvSpPr>
            <a:spLocks noGrp="1"/>
          </p:cNvSpPr>
          <p:nvPr>
            <p:ph type="title"/>
          </p:nvPr>
        </p:nvSpPr>
        <p:spPr>
          <a:xfrm>
            <a:off x="612648" y="116632"/>
            <a:ext cx="8153400" cy="990600"/>
          </a:xfrm>
        </p:spPr>
        <p:txBody>
          <a:bodyPr>
            <a:normAutofit fontScale="90000"/>
          </a:bodyPr>
          <a:lstStyle/>
          <a:p>
            <a:pPr>
              <a:lnSpc>
                <a:spcPts val="3500"/>
              </a:lnSpc>
            </a:pPr>
            <a:r>
              <a:rPr lang="en-GB" sz="4400" dirty="0">
                <a:latin typeface="+mn-lt"/>
              </a:rPr>
              <a:t>Data organisation for</a:t>
            </a:r>
            <a:br>
              <a:rPr lang="en-GB" sz="4400" dirty="0">
                <a:latin typeface="+mn-lt"/>
              </a:rPr>
            </a:br>
            <a:r>
              <a:rPr lang="en-GB" dirty="0">
                <a:solidFill>
                  <a:schemeClr val="accent2">
                    <a:lumMod val="75000"/>
                  </a:schemeClr>
                </a:solidFill>
              </a:rPr>
              <a:t>ANOVA for Split-Plot Design</a:t>
            </a:r>
            <a:endParaRPr lang="en-GB" dirty="0"/>
          </a:p>
        </p:txBody>
      </p:sp>
      <p:graphicFrame>
        <p:nvGraphicFramePr>
          <p:cNvPr id="6" name="Content Placeholder 5">
            <a:extLst>
              <a:ext uri="{FF2B5EF4-FFF2-40B4-BE49-F238E27FC236}">
                <a16:creationId xmlns:a16="http://schemas.microsoft.com/office/drawing/2014/main" id="{A78DE193-94C1-4035-29B5-CAF41525F90E}"/>
              </a:ext>
            </a:extLst>
          </p:cNvPr>
          <p:cNvGraphicFramePr>
            <a:graphicFrameLocks noGrp="1"/>
          </p:cNvGraphicFramePr>
          <p:nvPr>
            <p:ph sz="quarter" idx="1"/>
            <p:extLst>
              <p:ext uri="{D42A27DB-BD31-4B8C-83A1-F6EECF244321}">
                <p14:modId xmlns:p14="http://schemas.microsoft.com/office/powerpoint/2010/main" val="2115162675"/>
              </p:ext>
            </p:extLst>
          </p:nvPr>
        </p:nvGraphicFramePr>
        <p:xfrm>
          <a:off x="1593004" y="1844824"/>
          <a:ext cx="6192688" cy="4014216"/>
        </p:xfrm>
        <a:graphic>
          <a:graphicData uri="http://schemas.openxmlformats.org/drawingml/2006/table">
            <a:tbl>
              <a:tblPr/>
              <a:tblGrid>
                <a:gridCol w="1500239">
                  <a:extLst>
                    <a:ext uri="{9D8B030D-6E8A-4147-A177-3AD203B41FA5}">
                      <a16:colId xmlns:a16="http://schemas.microsoft.com/office/drawing/2014/main" val="3755673844"/>
                    </a:ext>
                  </a:extLst>
                </a:gridCol>
                <a:gridCol w="1299033">
                  <a:extLst>
                    <a:ext uri="{9D8B030D-6E8A-4147-A177-3AD203B41FA5}">
                      <a16:colId xmlns:a16="http://schemas.microsoft.com/office/drawing/2014/main" val="3751165340"/>
                    </a:ext>
                  </a:extLst>
                </a:gridCol>
                <a:gridCol w="866022">
                  <a:extLst>
                    <a:ext uri="{9D8B030D-6E8A-4147-A177-3AD203B41FA5}">
                      <a16:colId xmlns:a16="http://schemas.microsoft.com/office/drawing/2014/main" val="4276069098"/>
                    </a:ext>
                  </a:extLst>
                </a:gridCol>
                <a:gridCol w="825870">
                  <a:extLst>
                    <a:ext uri="{9D8B030D-6E8A-4147-A177-3AD203B41FA5}">
                      <a16:colId xmlns:a16="http://schemas.microsoft.com/office/drawing/2014/main" val="1820198811"/>
                    </a:ext>
                  </a:extLst>
                </a:gridCol>
                <a:gridCol w="936104">
                  <a:extLst>
                    <a:ext uri="{9D8B030D-6E8A-4147-A177-3AD203B41FA5}">
                      <a16:colId xmlns:a16="http://schemas.microsoft.com/office/drawing/2014/main" val="2021934497"/>
                    </a:ext>
                  </a:extLst>
                </a:gridCol>
                <a:gridCol w="765420">
                  <a:extLst>
                    <a:ext uri="{9D8B030D-6E8A-4147-A177-3AD203B41FA5}">
                      <a16:colId xmlns:a16="http://schemas.microsoft.com/office/drawing/2014/main" val="3538833197"/>
                    </a:ext>
                  </a:extLst>
                </a:gridCol>
              </a:tblGrid>
              <a:tr h="60662">
                <a:tc gridSpan="6">
                  <a:txBody>
                    <a:bodyPr/>
                    <a:lstStyle/>
                    <a:p>
                      <a:r>
                        <a:rPr lang="en-GB" sz="1200" dirty="0">
                          <a:latin typeface="+mn-lt"/>
                        </a:rPr>
                        <a:t>Sample Data for the Split-Plot ANOVA Test</a:t>
                      </a:r>
                    </a:p>
                  </a:txBody>
                  <a:tcPr marL="29972" marR="29972" marT="14986" marB="14986">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93490333"/>
                  </a:ext>
                </a:extLst>
              </a:tr>
              <a:tr h="129603">
                <a:tc>
                  <a:txBody>
                    <a:bodyPr/>
                    <a:lstStyle/>
                    <a:p>
                      <a:pPr algn="l" fontAlgn="ctr"/>
                      <a:r>
                        <a:rPr lang="en-GB" sz="1200" b="1" i="0">
                          <a:effectLst/>
                          <a:latin typeface="+mn-lt"/>
                        </a:rPr>
                        <a:t>Task Type</a:t>
                      </a:r>
                    </a:p>
                  </a:txBody>
                  <a:tcPr marL="29972" marR="29972" marT="14986" marB="14986" anchor="ctr">
                    <a:lnL>
                      <a:noFill/>
                    </a:lnL>
                    <a:lnR>
                      <a:noFill/>
                    </a:lnR>
                    <a:lnB>
                      <a:noFill/>
                    </a:lnB>
                    <a:solidFill>
                      <a:srgbClr val="FFFFFF"/>
                    </a:solidFill>
                  </a:tcPr>
                </a:tc>
                <a:tc>
                  <a:txBody>
                    <a:bodyPr/>
                    <a:lstStyle/>
                    <a:p>
                      <a:pPr algn="l" fontAlgn="ctr"/>
                      <a:r>
                        <a:rPr lang="en-GB" sz="1200" b="1" i="0">
                          <a:effectLst/>
                          <a:latin typeface="+mn-lt"/>
                        </a:rPr>
                        <a:t>Participant Number</a:t>
                      </a:r>
                    </a:p>
                  </a:txBody>
                  <a:tcPr marL="29972" marR="29972" marT="14986" marB="14986" anchor="ctr">
                    <a:lnL>
                      <a:noFill/>
                    </a:lnL>
                    <a:lnR>
                      <a:noFill/>
                    </a:lnR>
                    <a:lnT>
                      <a:noFill/>
                    </a:lnT>
                    <a:lnB>
                      <a:noFill/>
                    </a:lnB>
                    <a:solidFill>
                      <a:srgbClr val="FFFFFF"/>
                    </a:solidFill>
                  </a:tcPr>
                </a:tc>
                <a:tc>
                  <a:txBody>
                    <a:bodyPr/>
                    <a:lstStyle/>
                    <a:p>
                      <a:pPr algn="l" fontAlgn="ctr"/>
                      <a:r>
                        <a:rPr lang="en-GB" sz="1200" b="1" i="0">
                          <a:effectLst/>
                          <a:latin typeface="+mn-lt"/>
                        </a:rPr>
                        <a:t>Task Type Coding</a:t>
                      </a:r>
                    </a:p>
                  </a:txBody>
                  <a:tcPr marL="29972" marR="29972" marT="14986" marB="14986" anchor="ctr">
                    <a:lnL>
                      <a:noFill/>
                    </a:lnL>
                    <a:lnR>
                      <a:noFill/>
                    </a:lnR>
                    <a:lnT>
                      <a:noFill/>
                    </a:lnT>
                    <a:lnB>
                      <a:noFill/>
                    </a:lnB>
                    <a:solidFill>
                      <a:srgbClr val="FFFFFF"/>
                    </a:solidFill>
                  </a:tcPr>
                </a:tc>
                <a:tc>
                  <a:txBody>
                    <a:bodyPr/>
                    <a:lstStyle/>
                    <a:p>
                      <a:pPr algn="l" fontAlgn="ctr"/>
                      <a:r>
                        <a:rPr lang="en-GB" sz="1200" b="1" i="0" dirty="0">
                          <a:effectLst/>
                          <a:latin typeface="+mn-lt"/>
                        </a:rPr>
                        <a:t>Standard</a:t>
                      </a:r>
                    </a:p>
                  </a:txBody>
                  <a:tcPr marL="29972" marR="29972" marT="14986" marB="14986" anchor="ctr">
                    <a:lnL>
                      <a:noFill/>
                    </a:lnL>
                    <a:lnR>
                      <a:noFill/>
                    </a:lnR>
                    <a:lnT>
                      <a:noFill/>
                    </a:lnT>
                    <a:lnB>
                      <a:noFill/>
                    </a:lnB>
                    <a:solidFill>
                      <a:srgbClr val="FFFFFF"/>
                    </a:solidFill>
                  </a:tcPr>
                </a:tc>
                <a:tc>
                  <a:txBody>
                    <a:bodyPr/>
                    <a:lstStyle/>
                    <a:p>
                      <a:pPr algn="l" fontAlgn="ctr"/>
                      <a:r>
                        <a:rPr lang="en-GB" sz="1200" b="1" i="0" dirty="0">
                          <a:effectLst/>
                          <a:latin typeface="+mn-lt"/>
                        </a:rPr>
                        <a:t>Prediction</a:t>
                      </a:r>
                    </a:p>
                  </a:txBody>
                  <a:tcPr marL="29972" marR="29972" marT="14986" marB="14986" anchor="ctr">
                    <a:lnL>
                      <a:noFill/>
                    </a:lnL>
                    <a:lnR>
                      <a:noFill/>
                    </a:lnR>
                    <a:lnT>
                      <a:noFill/>
                    </a:lnT>
                    <a:lnB>
                      <a:noFill/>
                    </a:lnB>
                    <a:solidFill>
                      <a:srgbClr val="FFFFFF"/>
                    </a:solidFill>
                  </a:tcPr>
                </a:tc>
                <a:tc>
                  <a:txBody>
                    <a:bodyPr/>
                    <a:lstStyle/>
                    <a:p>
                      <a:pPr algn="l" fontAlgn="ctr"/>
                      <a:r>
                        <a:rPr lang="en-GB" sz="1200" b="1" i="0" dirty="0">
                          <a:effectLst/>
                          <a:latin typeface="+mn-lt"/>
                        </a:rPr>
                        <a:t>Speech</a:t>
                      </a:r>
                    </a:p>
                  </a:txBody>
                  <a:tcPr marL="29972" marR="29972" marT="14986" marB="14986" anchor="ctr">
                    <a:lnL>
                      <a:noFill/>
                    </a:lnL>
                    <a:lnR>
                      <a:noFill/>
                    </a:lnR>
                    <a:lnT>
                      <a:noFill/>
                    </a:lnT>
                    <a:lnB>
                      <a:noFill/>
                    </a:lnB>
                    <a:solidFill>
                      <a:srgbClr val="FFFFFF"/>
                    </a:solidFill>
                  </a:tcPr>
                </a:tc>
                <a:extLst>
                  <a:ext uri="{0D108BD9-81ED-4DB2-BD59-A6C34878D82A}">
                    <a16:rowId xmlns:a16="http://schemas.microsoft.com/office/drawing/2014/main" val="1794896478"/>
                  </a:ext>
                </a:extLst>
              </a:tr>
              <a:tr h="69786">
                <a:tc>
                  <a:txBody>
                    <a:bodyPr/>
                    <a:lstStyle/>
                    <a:p>
                      <a:pPr algn="l" fontAlgn="t"/>
                      <a:r>
                        <a:rPr lang="en-GB" sz="1200" b="0" dirty="0">
                          <a:effectLst/>
                          <a:latin typeface="+mn-lt"/>
                        </a:rPr>
                        <a:t>Transcription</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Participant 1</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0</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245</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246</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178</a:t>
                      </a:r>
                    </a:p>
                  </a:txBody>
                  <a:tcPr marL="29972" marR="29972" marT="14986" marB="14986">
                    <a:lnL>
                      <a:noFill/>
                    </a:lnL>
                    <a:lnR>
                      <a:noFill/>
                    </a:lnR>
                    <a:lnT>
                      <a:noFill/>
                    </a:lnT>
                    <a:lnB>
                      <a:noFill/>
                    </a:lnB>
                    <a:solidFill>
                      <a:srgbClr val="FFFFFF"/>
                    </a:solidFill>
                  </a:tcPr>
                </a:tc>
                <a:extLst>
                  <a:ext uri="{0D108BD9-81ED-4DB2-BD59-A6C34878D82A}">
                    <a16:rowId xmlns:a16="http://schemas.microsoft.com/office/drawing/2014/main" val="1470866059"/>
                  </a:ext>
                </a:extLst>
              </a:tr>
              <a:tr h="69786">
                <a:tc>
                  <a:txBody>
                    <a:bodyPr/>
                    <a:lstStyle/>
                    <a:p>
                      <a:pPr algn="l" fontAlgn="t"/>
                      <a:r>
                        <a:rPr lang="en-GB" sz="1200" b="0" dirty="0">
                          <a:effectLst/>
                          <a:latin typeface="+mn-lt"/>
                        </a:rPr>
                        <a:t>Transcription</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Participant 2</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0</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236</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213</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289</a:t>
                      </a:r>
                    </a:p>
                  </a:txBody>
                  <a:tcPr marL="29972" marR="29972" marT="14986" marB="14986">
                    <a:lnL>
                      <a:noFill/>
                    </a:lnL>
                    <a:lnR>
                      <a:noFill/>
                    </a:lnR>
                    <a:lnT>
                      <a:noFill/>
                    </a:lnT>
                    <a:lnB>
                      <a:noFill/>
                    </a:lnB>
                    <a:solidFill>
                      <a:srgbClr val="EEF2F6"/>
                    </a:solidFill>
                  </a:tcPr>
                </a:tc>
                <a:extLst>
                  <a:ext uri="{0D108BD9-81ED-4DB2-BD59-A6C34878D82A}">
                    <a16:rowId xmlns:a16="http://schemas.microsoft.com/office/drawing/2014/main" val="2951107123"/>
                  </a:ext>
                </a:extLst>
              </a:tr>
              <a:tr h="69786">
                <a:tc>
                  <a:txBody>
                    <a:bodyPr/>
                    <a:lstStyle/>
                    <a:p>
                      <a:pPr algn="l" fontAlgn="t"/>
                      <a:r>
                        <a:rPr lang="en-GB" sz="1200" b="0">
                          <a:effectLst/>
                          <a:latin typeface="+mn-lt"/>
                        </a:rPr>
                        <a:t>Transcription</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Participant 3</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0</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321</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265</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222</a:t>
                      </a:r>
                    </a:p>
                  </a:txBody>
                  <a:tcPr marL="29972" marR="29972" marT="14986" marB="14986">
                    <a:lnL>
                      <a:noFill/>
                    </a:lnL>
                    <a:lnR>
                      <a:noFill/>
                    </a:lnR>
                    <a:lnT>
                      <a:noFill/>
                    </a:lnT>
                    <a:lnB>
                      <a:noFill/>
                    </a:lnB>
                    <a:solidFill>
                      <a:srgbClr val="FFFFFF"/>
                    </a:solidFill>
                  </a:tcPr>
                </a:tc>
                <a:extLst>
                  <a:ext uri="{0D108BD9-81ED-4DB2-BD59-A6C34878D82A}">
                    <a16:rowId xmlns:a16="http://schemas.microsoft.com/office/drawing/2014/main" val="2059434709"/>
                  </a:ext>
                </a:extLst>
              </a:tr>
              <a:tr h="69786">
                <a:tc>
                  <a:txBody>
                    <a:bodyPr/>
                    <a:lstStyle/>
                    <a:p>
                      <a:pPr algn="l" fontAlgn="t"/>
                      <a:r>
                        <a:rPr lang="en-GB" sz="1200" b="0">
                          <a:effectLst/>
                          <a:latin typeface="+mn-lt"/>
                        </a:rPr>
                        <a:t>Transcription</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Participant 4</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0</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212</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189</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189</a:t>
                      </a:r>
                    </a:p>
                  </a:txBody>
                  <a:tcPr marL="29972" marR="29972" marT="14986" marB="14986">
                    <a:lnL>
                      <a:noFill/>
                    </a:lnL>
                    <a:lnR>
                      <a:noFill/>
                    </a:lnR>
                    <a:lnT>
                      <a:noFill/>
                    </a:lnT>
                    <a:lnB>
                      <a:noFill/>
                    </a:lnB>
                    <a:solidFill>
                      <a:srgbClr val="EEF2F6"/>
                    </a:solidFill>
                  </a:tcPr>
                </a:tc>
                <a:extLst>
                  <a:ext uri="{0D108BD9-81ED-4DB2-BD59-A6C34878D82A}">
                    <a16:rowId xmlns:a16="http://schemas.microsoft.com/office/drawing/2014/main" val="213430556"/>
                  </a:ext>
                </a:extLst>
              </a:tr>
              <a:tr h="69786">
                <a:tc>
                  <a:txBody>
                    <a:bodyPr/>
                    <a:lstStyle/>
                    <a:p>
                      <a:pPr algn="l" fontAlgn="t"/>
                      <a:r>
                        <a:rPr lang="en-GB" sz="1200" b="0">
                          <a:effectLst/>
                          <a:latin typeface="+mn-lt"/>
                        </a:rPr>
                        <a:t>Transcription</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Participant 5</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0</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267</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201</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245</a:t>
                      </a:r>
                    </a:p>
                  </a:txBody>
                  <a:tcPr marL="29972" marR="29972" marT="14986" marB="14986">
                    <a:lnL>
                      <a:noFill/>
                    </a:lnL>
                    <a:lnR>
                      <a:noFill/>
                    </a:lnR>
                    <a:lnT>
                      <a:noFill/>
                    </a:lnT>
                    <a:lnB>
                      <a:noFill/>
                    </a:lnB>
                    <a:solidFill>
                      <a:srgbClr val="FFFFFF"/>
                    </a:solidFill>
                  </a:tcPr>
                </a:tc>
                <a:extLst>
                  <a:ext uri="{0D108BD9-81ED-4DB2-BD59-A6C34878D82A}">
                    <a16:rowId xmlns:a16="http://schemas.microsoft.com/office/drawing/2014/main" val="3720852016"/>
                  </a:ext>
                </a:extLst>
              </a:tr>
              <a:tr h="69786">
                <a:tc>
                  <a:txBody>
                    <a:bodyPr/>
                    <a:lstStyle/>
                    <a:p>
                      <a:pPr algn="l" fontAlgn="t"/>
                      <a:r>
                        <a:rPr lang="en-GB" sz="1200" b="0">
                          <a:effectLst/>
                          <a:latin typeface="+mn-lt"/>
                        </a:rPr>
                        <a:t>Transcription</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Participant 6</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0</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334</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197</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311</a:t>
                      </a:r>
                    </a:p>
                  </a:txBody>
                  <a:tcPr marL="29972" marR="29972" marT="14986" marB="14986">
                    <a:lnL>
                      <a:noFill/>
                    </a:lnL>
                    <a:lnR>
                      <a:noFill/>
                    </a:lnR>
                    <a:lnT>
                      <a:noFill/>
                    </a:lnT>
                    <a:lnB>
                      <a:noFill/>
                    </a:lnB>
                    <a:solidFill>
                      <a:srgbClr val="EEF2F6"/>
                    </a:solidFill>
                  </a:tcPr>
                </a:tc>
                <a:extLst>
                  <a:ext uri="{0D108BD9-81ED-4DB2-BD59-A6C34878D82A}">
                    <a16:rowId xmlns:a16="http://schemas.microsoft.com/office/drawing/2014/main" val="639267151"/>
                  </a:ext>
                </a:extLst>
              </a:tr>
              <a:tr h="69786">
                <a:tc>
                  <a:txBody>
                    <a:bodyPr/>
                    <a:lstStyle/>
                    <a:p>
                      <a:pPr algn="l" fontAlgn="t"/>
                      <a:r>
                        <a:rPr lang="en-GB" sz="1200" b="0">
                          <a:effectLst/>
                          <a:latin typeface="+mn-lt"/>
                        </a:rPr>
                        <a:t>Transcription</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Participant 7</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0</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287</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289</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267</a:t>
                      </a:r>
                    </a:p>
                  </a:txBody>
                  <a:tcPr marL="29972" marR="29972" marT="14986" marB="14986">
                    <a:lnL>
                      <a:noFill/>
                    </a:lnL>
                    <a:lnR>
                      <a:noFill/>
                    </a:lnR>
                    <a:lnT>
                      <a:noFill/>
                    </a:lnT>
                    <a:lnB>
                      <a:noFill/>
                    </a:lnB>
                    <a:solidFill>
                      <a:srgbClr val="FFFFFF"/>
                    </a:solidFill>
                  </a:tcPr>
                </a:tc>
                <a:extLst>
                  <a:ext uri="{0D108BD9-81ED-4DB2-BD59-A6C34878D82A}">
                    <a16:rowId xmlns:a16="http://schemas.microsoft.com/office/drawing/2014/main" val="312968814"/>
                  </a:ext>
                </a:extLst>
              </a:tr>
              <a:tr h="60662">
                <a:tc>
                  <a:txBody>
                    <a:bodyPr/>
                    <a:lstStyle/>
                    <a:p>
                      <a:pPr algn="l" fontAlgn="t"/>
                      <a:r>
                        <a:rPr lang="en-GB" sz="1200" b="0" dirty="0">
                          <a:effectLst/>
                          <a:latin typeface="+mn-lt"/>
                        </a:rPr>
                        <a:t>Transcription</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Participant 8</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0</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259</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224</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197</a:t>
                      </a:r>
                    </a:p>
                  </a:txBody>
                  <a:tcPr marL="29972" marR="29972" marT="14986" marB="14986">
                    <a:lnL>
                      <a:noFill/>
                    </a:lnL>
                    <a:lnR>
                      <a:noFill/>
                    </a:lnR>
                    <a:lnT>
                      <a:noFill/>
                    </a:lnT>
                    <a:lnB>
                      <a:noFill/>
                    </a:lnB>
                    <a:solidFill>
                      <a:srgbClr val="EEF2F6"/>
                    </a:solidFill>
                  </a:tcPr>
                </a:tc>
                <a:extLst>
                  <a:ext uri="{0D108BD9-81ED-4DB2-BD59-A6C34878D82A}">
                    <a16:rowId xmlns:a16="http://schemas.microsoft.com/office/drawing/2014/main" val="3932136736"/>
                  </a:ext>
                </a:extLst>
              </a:tr>
              <a:tr h="69786">
                <a:tc>
                  <a:txBody>
                    <a:bodyPr/>
                    <a:lstStyle/>
                    <a:p>
                      <a:pPr algn="l" fontAlgn="t"/>
                      <a:r>
                        <a:rPr lang="en-GB" sz="1200" b="0">
                          <a:effectLst/>
                          <a:latin typeface="+mn-lt"/>
                        </a:rPr>
                        <a:t>Composition</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Participant 9</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1</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256</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265</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189</a:t>
                      </a:r>
                    </a:p>
                  </a:txBody>
                  <a:tcPr marL="29972" marR="29972" marT="14986" marB="14986">
                    <a:lnL>
                      <a:noFill/>
                    </a:lnL>
                    <a:lnR>
                      <a:noFill/>
                    </a:lnR>
                    <a:lnT>
                      <a:noFill/>
                    </a:lnT>
                    <a:lnB>
                      <a:noFill/>
                    </a:lnB>
                    <a:solidFill>
                      <a:srgbClr val="FFFFFF"/>
                    </a:solidFill>
                  </a:tcPr>
                </a:tc>
                <a:extLst>
                  <a:ext uri="{0D108BD9-81ED-4DB2-BD59-A6C34878D82A}">
                    <a16:rowId xmlns:a16="http://schemas.microsoft.com/office/drawing/2014/main" val="676628212"/>
                  </a:ext>
                </a:extLst>
              </a:tr>
              <a:tr h="99695">
                <a:tc>
                  <a:txBody>
                    <a:bodyPr/>
                    <a:lstStyle/>
                    <a:p>
                      <a:pPr algn="l" fontAlgn="t"/>
                      <a:r>
                        <a:rPr lang="en-GB" sz="1200" b="0">
                          <a:effectLst/>
                          <a:latin typeface="+mn-lt"/>
                        </a:rPr>
                        <a:t>Composition</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Participant 10</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1</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269</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232</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321</a:t>
                      </a:r>
                    </a:p>
                  </a:txBody>
                  <a:tcPr marL="29972" marR="29972" marT="14986" marB="14986">
                    <a:lnL>
                      <a:noFill/>
                    </a:lnL>
                    <a:lnR>
                      <a:noFill/>
                    </a:lnR>
                    <a:lnT>
                      <a:noFill/>
                    </a:lnT>
                    <a:lnB>
                      <a:noFill/>
                    </a:lnB>
                    <a:solidFill>
                      <a:srgbClr val="EEF2F6"/>
                    </a:solidFill>
                  </a:tcPr>
                </a:tc>
                <a:extLst>
                  <a:ext uri="{0D108BD9-81ED-4DB2-BD59-A6C34878D82A}">
                    <a16:rowId xmlns:a16="http://schemas.microsoft.com/office/drawing/2014/main" val="482056567"/>
                  </a:ext>
                </a:extLst>
              </a:tr>
              <a:tr h="99695">
                <a:tc>
                  <a:txBody>
                    <a:bodyPr/>
                    <a:lstStyle/>
                    <a:p>
                      <a:pPr algn="l" fontAlgn="t"/>
                      <a:r>
                        <a:rPr lang="en-GB" sz="1200" b="0">
                          <a:effectLst/>
                          <a:latin typeface="+mn-lt"/>
                        </a:rPr>
                        <a:t>Composition</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Participant 11</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1</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333</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254</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202</a:t>
                      </a:r>
                    </a:p>
                  </a:txBody>
                  <a:tcPr marL="29972" marR="29972" marT="14986" marB="14986">
                    <a:lnL>
                      <a:noFill/>
                    </a:lnL>
                    <a:lnR>
                      <a:noFill/>
                    </a:lnR>
                    <a:lnT>
                      <a:noFill/>
                    </a:lnT>
                    <a:lnB>
                      <a:noFill/>
                    </a:lnB>
                    <a:solidFill>
                      <a:srgbClr val="FFFFFF"/>
                    </a:solidFill>
                  </a:tcPr>
                </a:tc>
                <a:extLst>
                  <a:ext uri="{0D108BD9-81ED-4DB2-BD59-A6C34878D82A}">
                    <a16:rowId xmlns:a16="http://schemas.microsoft.com/office/drawing/2014/main" val="3103420447"/>
                  </a:ext>
                </a:extLst>
              </a:tr>
              <a:tr h="99695">
                <a:tc>
                  <a:txBody>
                    <a:bodyPr/>
                    <a:lstStyle/>
                    <a:p>
                      <a:pPr algn="l" fontAlgn="t"/>
                      <a:r>
                        <a:rPr lang="en-GB" sz="1200" b="0">
                          <a:effectLst/>
                          <a:latin typeface="+mn-lt"/>
                        </a:rPr>
                        <a:t>Composition</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Participant 12</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1</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246</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199</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198</a:t>
                      </a:r>
                    </a:p>
                  </a:txBody>
                  <a:tcPr marL="29972" marR="29972" marT="14986" marB="14986">
                    <a:lnL>
                      <a:noFill/>
                    </a:lnL>
                    <a:lnR>
                      <a:noFill/>
                    </a:lnR>
                    <a:lnT>
                      <a:noFill/>
                    </a:lnT>
                    <a:lnB>
                      <a:noFill/>
                    </a:lnB>
                    <a:solidFill>
                      <a:srgbClr val="EEF2F6"/>
                    </a:solidFill>
                  </a:tcPr>
                </a:tc>
                <a:extLst>
                  <a:ext uri="{0D108BD9-81ED-4DB2-BD59-A6C34878D82A}">
                    <a16:rowId xmlns:a16="http://schemas.microsoft.com/office/drawing/2014/main" val="3522288438"/>
                  </a:ext>
                </a:extLst>
              </a:tr>
              <a:tr h="99695">
                <a:tc>
                  <a:txBody>
                    <a:bodyPr/>
                    <a:lstStyle/>
                    <a:p>
                      <a:pPr algn="l" fontAlgn="t"/>
                      <a:r>
                        <a:rPr lang="en-GB" sz="1200" b="0">
                          <a:effectLst/>
                          <a:latin typeface="+mn-lt"/>
                        </a:rPr>
                        <a:t>Composition</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Participant 13</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1</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259</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194</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278</a:t>
                      </a:r>
                    </a:p>
                  </a:txBody>
                  <a:tcPr marL="29972" marR="29972" marT="14986" marB="14986">
                    <a:lnL>
                      <a:noFill/>
                    </a:lnL>
                    <a:lnR>
                      <a:noFill/>
                    </a:lnR>
                    <a:lnT>
                      <a:noFill/>
                    </a:lnT>
                    <a:lnB>
                      <a:noFill/>
                    </a:lnB>
                    <a:solidFill>
                      <a:srgbClr val="FFFFFF"/>
                    </a:solidFill>
                  </a:tcPr>
                </a:tc>
                <a:extLst>
                  <a:ext uri="{0D108BD9-81ED-4DB2-BD59-A6C34878D82A}">
                    <a16:rowId xmlns:a16="http://schemas.microsoft.com/office/drawing/2014/main" val="1038694504"/>
                  </a:ext>
                </a:extLst>
              </a:tr>
              <a:tr h="99695">
                <a:tc>
                  <a:txBody>
                    <a:bodyPr/>
                    <a:lstStyle/>
                    <a:p>
                      <a:pPr algn="l" fontAlgn="t"/>
                      <a:r>
                        <a:rPr lang="en-GB" sz="1200" b="0">
                          <a:effectLst/>
                          <a:latin typeface="+mn-lt"/>
                        </a:rPr>
                        <a:t>Composition</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Participant 14</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1</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357</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221</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341</a:t>
                      </a:r>
                    </a:p>
                  </a:txBody>
                  <a:tcPr marL="29972" marR="29972" marT="14986" marB="14986">
                    <a:lnL>
                      <a:noFill/>
                    </a:lnL>
                    <a:lnR>
                      <a:noFill/>
                    </a:lnR>
                    <a:lnT>
                      <a:noFill/>
                    </a:lnT>
                    <a:lnB>
                      <a:noFill/>
                    </a:lnB>
                    <a:solidFill>
                      <a:srgbClr val="EEF2F6"/>
                    </a:solidFill>
                  </a:tcPr>
                </a:tc>
                <a:extLst>
                  <a:ext uri="{0D108BD9-81ED-4DB2-BD59-A6C34878D82A}">
                    <a16:rowId xmlns:a16="http://schemas.microsoft.com/office/drawing/2014/main" val="1401968161"/>
                  </a:ext>
                </a:extLst>
              </a:tr>
              <a:tr h="99695">
                <a:tc>
                  <a:txBody>
                    <a:bodyPr/>
                    <a:lstStyle/>
                    <a:p>
                      <a:pPr algn="l" fontAlgn="t"/>
                      <a:r>
                        <a:rPr lang="en-GB" sz="1200" b="0">
                          <a:effectLst/>
                          <a:latin typeface="+mn-lt"/>
                        </a:rPr>
                        <a:t>Composition</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Participant 15</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1</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301</a:t>
                      </a:r>
                    </a:p>
                  </a:txBody>
                  <a:tcPr marL="29972" marR="29972" marT="14986" marB="14986">
                    <a:lnL>
                      <a:noFill/>
                    </a:lnL>
                    <a:lnR>
                      <a:noFill/>
                    </a:lnR>
                    <a:lnT>
                      <a:noFill/>
                    </a:lnT>
                    <a:lnB>
                      <a:noFill/>
                    </a:lnB>
                    <a:solidFill>
                      <a:srgbClr val="FFFFFF"/>
                    </a:solidFill>
                  </a:tcPr>
                </a:tc>
                <a:tc>
                  <a:txBody>
                    <a:bodyPr/>
                    <a:lstStyle/>
                    <a:p>
                      <a:pPr algn="l" fontAlgn="t"/>
                      <a:r>
                        <a:rPr lang="en-GB" sz="1200" b="0">
                          <a:effectLst/>
                          <a:latin typeface="+mn-lt"/>
                        </a:rPr>
                        <a:t>302</a:t>
                      </a:r>
                    </a:p>
                  </a:txBody>
                  <a:tcPr marL="29972" marR="29972" marT="14986" marB="14986">
                    <a:lnL>
                      <a:noFill/>
                    </a:lnL>
                    <a:lnR>
                      <a:noFill/>
                    </a:lnR>
                    <a:lnT>
                      <a:noFill/>
                    </a:lnT>
                    <a:lnB>
                      <a:noFill/>
                    </a:lnB>
                    <a:solidFill>
                      <a:srgbClr val="FFFFFF"/>
                    </a:solidFill>
                  </a:tcPr>
                </a:tc>
                <a:tc>
                  <a:txBody>
                    <a:bodyPr/>
                    <a:lstStyle/>
                    <a:p>
                      <a:pPr algn="l" fontAlgn="t"/>
                      <a:r>
                        <a:rPr lang="en-GB" sz="1200" b="0" dirty="0">
                          <a:effectLst/>
                          <a:latin typeface="+mn-lt"/>
                        </a:rPr>
                        <a:t>279</a:t>
                      </a:r>
                    </a:p>
                  </a:txBody>
                  <a:tcPr marL="29972" marR="29972" marT="14986" marB="14986">
                    <a:lnL>
                      <a:noFill/>
                    </a:lnL>
                    <a:lnR>
                      <a:noFill/>
                    </a:lnR>
                    <a:lnT>
                      <a:noFill/>
                    </a:lnT>
                    <a:lnB>
                      <a:noFill/>
                    </a:lnB>
                    <a:solidFill>
                      <a:srgbClr val="FFFFFF"/>
                    </a:solidFill>
                  </a:tcPr>
                </a:tc>
                <a:extLst>
                  <a:ext uri="{0D108BD9-81ED-4DB2-BD59-A6C34878D82A}">
                    <a16:rowId xmlns:a16="http://schemas.microsoft.com/office/drawing/2014/main" val="2226040270"/>
                  </a:ext>
                </a:extLst>
              </a:tr>
              <a:tr h="99695">
                <a:tc>
                  <a:txBody>
                    <a:bodyPr/>
                    <a:lstStyle/>
                    <a:p>
                      <a:pPr algn="l" fontAlgn="t"/>
                      <a:r>
                        <a:rPr lang="en-GB" sz="1200" b="0">
                          <a:effectLst/>
                          <a:latin typeface="+mn-lt"/>
                        </a:rPr>
                        <a:t>Composition</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Participant 16</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1</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278</a:t>
                      </a:r>
                    </a:p>
                  </a:txBody>
                  <a:tcPr marL="29972" marR="29972" marT="14986" marB="14986">
                    <a:lnL>
                      <a:noFill/>
                    </a:lnL>
                    <a:lnR>
                      <a:noFill/>
                    </a:lnR>
                    <a:lnT>
                      <a:noFill/>
                    </a:lnT>
                    <a:lnB>
                      <a:noFill/>
                    </a:lnB>
                    <a:solidFill>
                      <a:srgbClr val="EEF2F6"/>
                    </a:solidFill>
                  </a:tcPr>
                </a:tc>
                <a:tc>
                  <a:txBody>
                    <a:bodyPr/>
                    <a:lstStyle/>
                    <a:p>
                      <a:pPr algn="l" fontAlgn="t"/>
                      <a:r>
                        <a:rPr lang="en-GB" sz="1200" b="0">
                          <a:effectLst/>
                          <a:latin typeface="+mn-lt"/>
                        </a:rPr>
                        <a:t>243</a:t>
                      </a:r>
                    </a:p>
                  </a:txBody>
                  <a:tcPr marL="29972" marR="29972" marT="14986" marB="14986">
                    <a:lnL>
                      <a:noFill/>
                    </a:lnL>
                    <a:lnR>
                      <a:noFill/>
                    </a:lnR>
                    <a:lnT>
                      <a:noFill/>
                    </a:lnT>
                    <a:lnB>
                      <a:noFill/>
                    </a:lnB>
                    <a:solidFill>
                      <a:srgbClr val="EEF2F6"/>
                    </a:solidFill>
                  </a:tcPr>
                </a:tc>
                <a:tc>
                  <a:txBody>
                    <a:bodyPr/>
                    <a:lstStyle/>
                    <a:p>
                      <a:pPr algn="l" fontAlgn="t"/>
                      <a:r>
                        <a:rPr lang="en-GB" sz="1200" b="0" dirty="0">
                          <a:effectLst/>
                          <a:latin typeface="+mn-lt"/>
                        </a:rPr>
                        <a:t>229</a:t>
                      </a:r>
                    </a:p>
                  </a:txBody>
                  <a:tcPr marL="29972" marR="29972" marT="14986" marB="14986">
                    <a:lnL>
                      <a:noFill/>
                    </a:lnL>
                    <a:lnR>
                      <a:noFill/>
                    </a:lnR>
                    <a:lnT>
                      <a:noFill/>
                    </a:lnT>
                    <a:lnB>
                      <a:noFill/>
                    </a:lnB>
                    <a:solidFill>
                      <a:srgbClr val="EEF2F6"/>
                    </a:solidFill>
                  </a:tcPr>
                </a:tc>
                <a:extLst>
                  <a:ext uri="{0D108BD9-81ED-4DB2-BD59-A6C34878D82A}">
                    <a16:rowId xmlns:a16="http://schemas.microsoft.com/office/drawing/2014/main" val="3499012217"/>
                  </a:ext>
                </a:extLst>
              </a:tr>
            </a:tbl>
          </a:graphicData>
        </a:graphic>
      </p:graphicFrame>
      <p:sp>
        <p:nvSpPr>
          <p:cNvPr id="3" name="Footer Placeholder 2">
            <a:extLst>
              <a:ext uri="{FF2B5EF4-FFF2-40B4-BE49-F238E27FC236}">
                <a16:creationId xmlns:a16="http://schemas.microsoft.com/office/drawing/2014/main" id="{D6B616F2-4FE5-6B63-E4CE-A171872BA41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3766B882-7DC1-64EB-A72A-5EEC666C715C}"/>
              </a:ext>
            </a:extLst>
          </p:cNvPr>
          <p:cNvSpPr>
            <a:spLocks noGrp="1"/>
          </p:cNvSpPr>
          <p:nvPr>
            <p:ph type="sldNum" sz="quarter" idx="4"/>
          </p:nvPr>
        </p:nvSpPr>
        <p:spPr/>
        <p:txBody>
          <a:bodyPr/>
          <a:lstStyle/>
          <a:p>
            <a:fld id="{9FD7ECCF-50E7-4327-B945-FA93FF7B2BEF}" type="slidenum">
              <a:rPr lang="en-US" smtClean="0"/>
              <a:pPr/>
              <a:t>38</a:t>
            </a:fld>
            <a:r>
              <a:rPr lang="en-GB"/>
              <a:t>/54</a:t>
            </a:r>
            <a:endParaRPr lang="en-US" dirty="0"/>
          </a:p>
        </p:txBody>
      </p:sp>
    </p:spTree>
    <p:extLst>
      <p:ext uri="{BB962C8B-B14F-4D97-AF65-F5344CB8AC3E}">
        <p14:creationId xmlns:p14="http://schemas.microsoft.com/office/powerpoint/2010/main" val="22895188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4B27-3D71-1CC1-7D72-DD8A58717E3F}"/>
              </a:ext>
            </a:extLst>
          </p:cNvPr>
          <p:cNvSpPr>
            <a:spLocks noGrp="1"/>
          </p:cNvSpPr>
          <p:nvPr>
            <p:ph type="title"/>
          </p:nvPr>
        </p:nvSpPr>
        <p:spPr/>
        <p:txBody>
          <a:bodyPr>
            <a:normAutofit/>
          </a:bodyPr>
          <a:lstStyle/>
          <a:p>
            <a:r>
              <a:rPr lang="en-GB" dirty="0">
                <a:solidFill>
                  <a:schemeClr val="accent2">
                    <a:lumMod val="75000"/>
                  </a:schemeClr>
                </a:solidFill>
              </a:rPr>
              <a:t>Split-Plot ANOVA </a:t>
            </a:r>
            <a:r>
              <a:rPr lang="en-GB" dirty="0">
                <a:latin typeface="+mn-lt"/>
              </a:rPr>
              <a:t>in SPSS</a:t>
            </a:r>
          </a:p>
        </p:txBody>
      </p:sp>
      <p:sp>
        <p:nvSpPr>
          <p:cNvPr id="3" name="Content Placeholder 2">
            <a:extLst>
              <a:ext uri="{FF2B5EF4-FFF2-40B4-BE49-F238E27FC236}">
                <a16:creationId xmlns:a16="http://schemas.microsoft.com/office/drawing/2014/main" id="{569E19FC-5E62-F439-D10F-1057C01C5A76}"/>
              </a:ext>
            </a:extLst>
          </p:cNvPr>
          <p:cNvSpPr>
            <a:spLocks noGrp="1"/>
          </p:cNvSpPr>
          <p:nvPr>
            <p:ph sz="quarter" idx="1"/>
          </p:nvPr>
        </p:nvSpPr>
        <p:spPr>
          <a:xfrm>
            <a:off x="612648" y="1600200"/>
            <a:ext cx="8153400" cy="748680"/>
          </a:xfrm>
        </p:spPr>
        <p:txBody>
          <a:bodyPr>
            <a:normAutofit fontScale="85000" lnSpcReduction="10000"/>
          </a:bodyPr>
          <a:lstStyle/>
          <a:p>
            <a:r>
              <a:rPr lang="en-GB" dirty="0"/>
              <a:t>Analyse &gt; General Linear Model &gt; Repeated Measures </a:t>
            </a:r>
          </a:p>
        </p:txBody>
      </p:sp>
      <p:pic>
        <p:nvPicPr>
          <p:cNvPr id="7" name="Picture 6" descr="spps snapshot">
            <a:extLst>
              <a:ext uri="{FF2B5EF4-FFF2-40B4-BE49-F238E27FC236}">
                <a16:creationId xmlns:a16="http://schemas.microsoft.com/office/drawing/2014/main" id="{E49E5CB7-1BD0-FE5C-90F5-6AA95D1E4988}"/>
              </a:ext>
            </a:extLst>
          </p:cNvPr>
          <p:cNvPicPr>
            <a:picLocks noChangeAspect="1"/>
          </p:cNvPicPr>
          <p:nvPr/>
        </p:nvPicPr>
        <p:blipFill>
          <a:blip r:embed="rId2"/>
          <a:stretch>
            <a:fillRect/>
          </a:stretch>
        </p:blipFill>
        <p:spPr>
          <a:xfrm>
            <a:off x="1259632" y="2176343"/>
            <a:ext cx="2686050" cy="4067175"/>
          </a:xfrm>
          <a:prstGeom prst="rect">
            <a:avLst/>
          </a:prstGeom>
        </p:spPr>
      </p:pic>
      <p:pic>
        <p:nvPicPr>
          <p:cNvPr id="10" name="Picture 9" descr="spps snapshot">
            <a:extLst>
              <a:ext uri="{FF2B5EF4-FFF2-40B4-BE49-F238E27FC236}">
                <a16:creationId xmlns:a16="http://schemas.microsoft.com/office/drawing/2014/main" id="{80BD5A57-550D-E9F7-700C-66DAEB3BAC84}"/>
              </a:ext>
            </a:extLst>
          </p:cNvPr>
          <p:cNvPicPr>
            <a:picLocks noChangeAspect="1"/>
          </p:cNvPicPr>
          <p:nvPr/>
        </p:nvPicPr>
        <p:blipFill>
          <a:blip r:embed="rId3"/>
          <a:stretch>
            <a:fillRect/>
          </a:stretch>
        </p:blipFill>
        <p:spPr>
          <a:xfrm>
            <a:off x="4139952" y="2262008"/>
            <a:ext cx="4240319" cy="3895844"/>
          </a:xfrm>
          <a:prstGeom prst="rect">
            <a:avLst/>
          </a:prstGeom>
        </p:spPr>
      </p:pic>
      <p:sp>
        <p:nvSpPr>
          <p:cNvPr id="12" name="Footer Placeholder 11">
            <a:extLst>
              <a:ext uri="{FF2B5EF4-FFF2-40B4-BE49-F238E27FC236}">
                <a16:creationId xmlns:a16="http://schemas.microsoft.com/office/drawing/2014/main" id="{38132342-894E-C05E-F575-F02385493AE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83514351-7C95-93FE-C798-463FB81B201E}"/>
              </a:ext>
            </a:extLst>
          </p:cNvPr>
          <p:cNvSpPr>
            <a:spLocks noGrp="1"/>
          </p:cNvSpPr>
          <p:nvPr>
            <p:ph type="sldNum" sz="quarter" idx="4"/>
          </p:nvPr>
        </p:nvSpPr>
        <p:spPr/>
        <p:txBody>
          <a:bodyPr/>
          <a:lstStyle/>
          <a:p>
            <a:fld id="{9FD7ECCF-50E7-4327-B945-FA93FF7B2BEF}" type="slidenum">
              <a:rPr lang="en-US" smtClean="0"/>
              <a:pPr/>
              <a:t>39</a:t>
            </a:fld>
            <a:r>
              <a:rPr lang="en-GB"/>
              <a:t>/54</a:t>
            </a:r>
            <a:endParaRPr lang="en-US" dirty="0"/>
          </a:p>
        </p:txBody>
      </p:sp>
    </p:spTree>
    <p:extLst>
      <p:ext uri="{BB962C8B-B14F-4D97-AF65-F5344CB8AC3E}">
        <p14:creationId xmlns:p14="http://schemas.microsoft.com/office/powerpoint/2010/main" val="37523863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4B27-3D71-1CC1-7D72-DD8A58717E3F}"/>
              </a:ext>
            </a:extLst>
          </p:cNvPr>
          <p:cNvSpPr>
            <a:spLocks noGrp="1"/>
          </p:cNvSpPr>
          <p:nvPr>
            <p:ph type="title"/>
          </p:nvPr>
        </p:nvSpPr>
        <p:spPr/>
        <p:txBody>
          <a:bodyPr>
            <a:normAutofit/>
          </a:bodyPr>
          <a:lstStyle/>
          <a:p>
            <a:r>
              <a:rPr lang="en-GB" dirty="0">
                <a:solidFill>
                  <a:schemeClr val="accent2">
                    <a:lumMod val="75000"/>
                  </a:schemeClr>
                </a:solidFill>
              </a:rPr>
              <a:t>Split-Plot ANOVA </a:t>
            </a:r>
            <a:r>
              <a:rPr lang="en-GB" dirty="0">
                <a:latin typeface="+mn-lt"/>
              </a:rPr>
              <a:t>in SPSS</a:t>
            </a:r>
          </a:p>
        </p:txBody>
      </p:sp>
      <p:sp>
        <p:nvSpPr>
          <p:cNvPr id="3" name="Content Placeholder 2">
            <a:extLst>
              <a:ext uri="{FF2B5EF4-FFF2-40B4-BE49-F238E27FC236}">
                <a16:creationId xmlns:a16="http://schemas.microsoft.com/office/drawing/2014/main" id="{569E19FC-5E62-F439-D10F-1057C01C5A76}"/>
              </a:ext>
            </a:extLst>
          </p:cNvPr>
          <p:cNvSpPr>
            <a:spLocks noGrp="1"/>
          </p:cNvSpPr>
          <p:nvPr>
            <p:ph sz="quarter" idx="1"/>
          </p:nvPr>
        </p:nvSpPr>
        <p:spPr>
          <a:xfrm>
            <a:off x="612648" y="1600200"/>
            <a:ext cx="8153400" cy="748680"/>
          </a:xfrm>
        </p:spPr>
        <p:txBody>
          <a:bodyPr>
            <a:normAutofit fontScale="85000" lnSpcReduction="10000"/>
          </a:bodyPr>
          <a:lstStyle/>
          <a:p>
            <a:r>
              <a:rPr lang="en-GB" dirty="0"/>
              <a:t>Analyse &gt; General Linear Model &gt; Repeated Measures </a:t>
            </a:r>
          </a:p>
        </p:txBody>
      </p:sp>
      <p:pic>
        <p:nvPicPr>
          <p:cNvPr id="5" name="Picture 4" descr="spps snapshot">
            <a:extLst>
              <a:ext uri="{FF2B5EF4-FFF2-40B4-BE49-F238E27FC236}">
                <a16:creationId xmlns:a16="http://schemas.microsoft.com/office/drawing/2014/main" id="{39E14BF6-6BE2-8D0D-3FE6-A1F0EB90D200}"/>
              </a:ext>
            </a:extLst>
          </p:cNvPr>
          <p:cNvPicPr>
            <a:picLocks noChangeAspect="1"/>
          </p:cNvPicPr>
          <p:nvPr/>
        </p:nvPicPr>
        <p:blipFill>
          <a:blip r:embed="rId2"/>
          <a:stretch>
            <a:fillRect/>
          </a:stretch>
        </p:blipFill>
        <p:spPr>
          <a:xfrm>
            <a:off x="163117" y="2316376"/>
            <a:ext cx="4408883" cy="3789827"/>
          </a:xfrm>
          <a:prstGeom prst="rect">
            <a:avLst/>
          </a:prstGeom>
        </p:spPr>
      </p:pic>
      <p:pic>
        <p:nvPicPr>
          <p:cNvPr id="11" name="Picture 10" descr="spps snapshot">
            <a:extLst>
              <a:ext uri="{FF2B5EF4-FFF2-40B4-BE49-F238E27FC236}">
                <a16:creationId xmlns:a16="http://schemas.microsoft.com/office/drawing/2014/main" id="{68FFAF10-D4D1-E75A-0FCE-0BBA393BE882}"/>
              </a:ext>
            </a:extLst>
          </p:cNvPr>
          <p:cNvPicPr>
            <a:picLocks noChangeAspect="1"/>
          </p:cNvPicPr>
          <p:nvPr/>
        </p:nvPicPr>
        <p:blipFill>
          <a:blip r:embed="rId3"/>
          <a:stretch>
            <a:fillRect/>
          </a:stretch>
        </p:blipFill>
        <p:spPr>
          <a:xfrm>
            <a:off x="4660258" y="2498548"/>
            <a:ext cx="4326161" cy="3607655"/>
          </a:xfrm>
          <a:prstGeom prst="rect">
            <a:avLst/>
          </a:prstGeom>
        </p:spPr>
      </p:pic>
      <p:sp>
        <p:nvSpPr>
          <p:cNvPr id="12" name="Footer Placeholder 11">
            <a:extLst>
              <a:ext uri="{FF2B5EF4-FFF2-40B4-BE49-F238E27FC236}">
                <a16:creationId xmlns:a16="http://schemas.microsoft.com/office/drawing/2014/main" id="{CADA7222-2EA7-1C85-543F-63BD3DB34A2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9B1B9464-87B3-EF81-7004-FD05E05EE1F9}"/>
              </a:ext>
            </a:extLst>
          </p:cNvPr>
          <p:cNvSpPr>
            <a:spLocks noGrp="1"/>
          </p:cNvSpPr>
          <p:nvPr>
            <p:ph type="sldNum" sz="quarter" idx="4"/>
          </p:nvPr>
        </p:nvSpPr>
        <p:spPr/>
        <p:txBody>
          <a:bodyPr/>
          <a:lstStyle/>
          <a:p>
            <a:fld id="{9FD7ECCF-50E7-4327-B945-FA93FF7B2BEF}" type="slidenum">
              <a:rPr lang="en-US" smtClean="0"/>
              <a:pPr/>
              <a:t>40</a:t>
            </a:fld>
            <a:r>
              <a:rPr lang="en-GB"/>
              <a:t>/54</a:t>
            </a:r>
            <a:endParaRPr lang="en-US" dirty="0"/>
          </a:p>
        </p:txBody>
      </p:sp>
    </p:spTree>
    <p:extLst>
      <p:ext uri="{BB962C8B-B14F-4D97-AF65-F5344CB8AC3E}">
        <p14:creationId xmlns:p14="http://schemas.microsoft.com/office/powerpoint/2010/main" val="38074734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4B27-3D71-1CC1-7D72-DD8A58717E3F}"/>
              </a:ext>
            </a:extLst>
          </p:cNvPr>
          <p:cNvSpPr>
            <a:spLocks noGrp="1"/>
          </p:cNvSpPr>
          <p:nvPr>
            <p:ph type="title"/>
          </p:nvPr>
        </p:nvSpPr>
        <p:spPr/>
        <p:txBody>
          <a:bodyPr>
            <a:normAutofit/>
          </a:bodyPr>
          <a:lstStyle/>
          <a:p>
            <a:r>
              <a:rPr lang="en-GB" dirty="0">
                <a:solidFill>
                  <a:schemeClr val="accent2">
                    <a:lumMod val="75000"/>
                  </a:schemeClr>
                </a:solidFill>
              </a:rPr>
              <a:t>Split-Plot ANOVA </a:t>
            </a:r>
            <a:r>
              <a:rPr lang="en-GB" dirty="0">
                <a:latin typeface="+mn-lt"/>
              </a:rPr>
              <a:t>in SPSS</a:t>
            </a:r>
          </a:p>
        </p:txBody>
      </p:sp>
      <p:sp>
        <p:nvSpPr>
          <p:cNvPr id="3" name="Content Placeholder 2">
            <a:extLst>
              <a:ext uri="{FF2B5EF4-FFF2-40B4-BE49-F238E27FC236}">
                <a16:creationId xmlns:a16="http://schemas.microsoft.com/office/drawing/2014/main" id="{569E19FC-5E62-F439-D10F-1057C01C5A76}"/>
              </a:ext>
            </a:extLst>
          </p:cNvPr>
          <p:cNvSpPr>
            <a:spLocks noGrp="1"/>
          </p:cNvSpPr>
          <p:nvPr>
            <p:ph sz="quarter" idx="1"/>
          </p:nvPr>
        </p:nvSpPr>
        <p:spPr>
          <a:xfrm>
            <a:off x="612648" y="1600200"/>
            <a:ext cx="8153400" cy="748680"/>
          </a:xfrm>
        </p:spPr>
        <p:txBody>
          <a:bodyPr>
            <a:normAutofit fontScale="85000" lnSpcReduction="10000"/>
          </a:bodyPr>
          <a:lstStyle/>
          <a:p>
            <a:r>
              <a:rPr lang="en-GB" dirty="0"/>
              <a:t>Analyse &gt; General Linear Model &gt; Repeated Measures </a:t>
            </a:r>
          </a:p>
        </p:txBody>
      </p:sp>
      <p:pic>
        <p:nvPicPr>
          <p:cNvPr id="7" name="Picture 6" descr="spps snapshot">
            <a:extLst>
              <a:ext uri="{FF2B5EF4-FFF2-40B4-BE49-F238E27FC236}">
                <a16:creationId xmlns:a16="http://schemas.microsoft.com/office/drawing/2014/main" id="{AE227B4D-537C-F15A-62EF-F6A57D94D899}"/>
              </a:ext>
            </a:extLst>
          </p:cNvPr>
          <p:cNvPicPr>
            <a:picLocks noChangeAspect="1"/>
          </p:cNvPicPr>
          <p:nvPr/>
        </p:nvPicPr>
        <p:blipFill>
          <a:blip r:embed="rId2"/>
          <a:stretch>
            <a:fillRect/>
          </a:stretch>
        </p:blipFill>
        <p:spPr>
          <a:xfrm>
            <a:off x="2479398" y="2060848"/>
            <a:ext cx="3551285" cy="4281090"/>
          </a:xfrm>
          <a:prstGeom prst="rect">
            <a:avLst/>
          </a:prstGeom>
        </p:spPr>
      </p:pic>
      <p:sp>
        <p:nvSpPr>
          <p:cNvPr id="9" name="Footer Placeholder 8">
            <a:extLst>
              <a:ext uri="{FF2B5EF4-FFF2-40B4-BE49-F238E27FC236}">
                <a16:creationId xmlns:a16="http://schemas.microsoft.com/office/drawing/2014/main" id="{DDF4766D-02A8-120A-B1BC-C7C81FD457F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2F3168AA-045C-A26E-6401-9706E2D7B105}"/>
              </a:ext>
            </a:extLst>
          </p:cNvPr>
          <p:cNvSpPr>
            <a:spLocks noGrp="1"/>
          </p:cNvSpPr>
          <p:nvPr>
            <p:ph type="sldNum" sz="quarter" idx="4"/>
          </p:nvPr>
        </p:nvSpPr>
        <p:spPr/>
        <p:txBody>
          <a:bodyPr/>
          <a:lstStyle/>
          <a:p>
            <a:fld id="{9FD7ECCF-50E7-4327-B945-FA93FF7B2BEF}" type="slidenum">
              <a:rPr lang="en-US" smtClean="0"/>
              <a:pPr/>
              <a:t>41</a:t>
            </a:fld>
            <a:r>
              <a:rPr lang="en-GB"/>
              <a:t>/54</a:t>
            </a:r>
            <a:endParaRPr lang="en-US" dirty="0"/>
          </a:p>
        </p:txBody>
      </p:sp>
    </p:spTree>
    <p:extLst>
      <p:ext uri="{BB962C8B-B14F-4D97-AF65-F5344CB8AC3E}">
        <p14:creationId xmlns:p14="http://schemas.microsoft.com/office/powerpoint/2010/main" val="3288820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5CFB4-7152-AA4B-0931-811D655D96D0}"/>
              </a:ext>
            </a:extLst>
          </p:cNvPr>
          <p:cNvSpPr>
            <a:spLocks noGrp="1"/>
          </p:cNvSpPr>
          <p:nvPr>
            <p:ph type="title"/>
          </p:nvPr>
        </p:nvSpPr>
        <p:spPr/>
        <p:txBody>
          <a:bodyPr>
            <a:normAutofit/>
          </a:bodyPr>
          <a:lstStyle/>
          <a:p>
            <a:r>
              <a:rPr lang="en-GB" dirty="0">
                <a:latin typeface="+mn-lt"/>
              </a:rPr>
              <a:t>Results for </a:t>
            </a:r>
            <a:r>
              <a:rPr lang="en-GB" dirty="0">
                <a:solidFill>
                  <a:schemeClr val="accent2">
                    <a:lumMod val="75000"/>
                  </a:schemeClr>
                </a:solidFill>
              </a:rPr>
              <a:t>Split-Plot ANOVA</a:t>
            </a:r>
            <a:endParaRPr lang="en-GB" dirty="0"/>
          </a:p>
        </p:txBody>
      </p:sp>
      <p:graphicFrame>
        <p:nvGraphicFramePr>
          <p:cNvPr id="6" name="Content Placeholder 5">
            <a:extLst>
              <a:ext uri="{FF2B5EF4-FFF2-40B4-BE49-F238E27FC236}">
                <a16:creationId xmlns:a16="http://schemas.microsoft.com/office/drawing/2014/main" id="{7BE384BC-51B7-E3CA-B607-F68F61B611C0}"/>
              </a:ext>
            </a:extLst>
          </p:cNvPr>
          <p:cNvGraphicFramePr>
            <a:graphicFrameLocks noGrp="1"/>
          </p:cNvGraphicFramePr>
          <p:nvPr>
            <p:ph sz="quarter" idx="1"/>
            <p:extLst>
              <p:ext uri="{D42A27DB-BD31-4B8C-83A1-F6EECF244321}">
                <p14:modId xmlns:p14="http://schemas.microsoft.com/office/powerpoint/2010/main" val="462297365"/>
              </p:ext>
            </p:extLst>
          </p:nvPr>
        </p:nvGraphicFramePr>
        <p:xfrm>
          <a:off x="602332" y="1749931"/>
          <a:ext cx="5281434" cy="1280160"/>
        </p:xfrm>
        <a:graphic>
          <a:graphicData uri="http://schemas.openxmlformats.org/drawingml/2006/table">
            <a:tbl>
              <a:tblPr/>
              <a:tblGrid>
                <a:gridCol w="880239">
                  <a:extLst>
                    <a:ext uri="{9D8B030D-6E8A-4147-A177-3AD203B41FA5}">
                      <a16:colId xmlns:a16="http://schemas.microsoft.com/office/drawing/2014/main" val="3331945501"/>
                    </a:ext>
                  </a:extLst>
                </a:gridCol>
                <a:gridCol w="1016821">
                  <a:extLst>
                    <a:ext uri="{9D8B030D-6E8A-4147-A177-3AD203B41FA5}">
                      <a16:colId xmlns:a16="http://schemas.microsoft.com/office/drawing/2014/main" val="3735907682"/>
                    </a:ext>
                  </a:extLst>
                </a:gridCol>
                <a:gridCol w="743657">
                  <a:extLst>
                    <a:ext uri="{9D8B030D-6E8A-4147-A177-3AD203B41FA5}">
                      <a16:colId xmlns:a16="http://schemas.microsoft.com/office/drawing/2014/main" val="1947173208"/>
                    </a:ext>
                  </a:extLst>
                </a:gridCol>
                <a:gridCol w="880239">
                  <a:extLst>
                    <a:ext uri="{9D8B030D-6E8A-4147-A177-3AD203B41FA5}">
                      <a16:colId xmlns:a16="http://schemas.microsoft.com/office/drawing/2014/main" val="487519613"/>
                    </a:ext>
                  </a:extLst>
                </a:gridCol>
                <a:gridCol w="608352">
                  <a:extLst>
                    <a:ext uri="{9D8B030D-6E8A-4147-A177-3AD203B41FA5}">
                      <a16:colId xmlns:a16="http://schemas.microsoft.com/office/drawing/2014/main" val="1981071162"/>
                    </a:ext>
                  </a:extLst>
                </a:gridCol>
                <a:gridCol w="1152126">
                  <a:extLst>
                    <a:ext uri="{9D8B030D-6E8A-4147-A177-3AD203B41FA5}">
                      <a16:colId xmlns:a16="http://schemas.microsoft.com/office/drawing/2014/main" val="1961221301"/>
                    </a:ext>
                  </a:extLst>
                </a:gridCol>
              </a:tblGrid>
              <a:tr h="0">
                <a:tc gridSpan="6">
                  <a:txBody>
                    <a:bodyPr/>
                    <a:lstStyle/>
                    <a:p>
                      <a:r>
                        <a:rPr lang="en-GB" sz="1200" dirty="0">
                          <a:latin typeface="+mn-lt"/>
                        </a:rPr>
                        <a:t>Results of the Split-Plot Test for the Between-Group Variable</a:t>
                      </a:r>
                    </a:p>
                  </a:txBody>
                  <a:tcPr>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28099324"/>
                  </a:ext>
                </a:extLst>
              </a:tr>
              <a:tr h="0">
                <a:tc>
                  <a:txBody>
                    <a:bodyPr/>
                    <a:lstStyle/>
                    <a:p>
                      <a:pPr algn="l" fontAlgn="ctr"/>
                      <a:r>
                        <a:rPr lang="en-GB" sz="1200" b="1" i="0">
                          <a:effectLst/>
                          <a:latin typeface="+mn-lt"/>
                        </a:rPr>
                        <a:t>Source</a:t>
                      </a:r>
                    </a:p>
                  </a:txBody>
                  <a:tcPr anchor="ctr">
                    <a:lnL>
                      <a:noFill/>
                    </a:lnL>
                    <a:lnR>
                      <a:noFill/>
                    </a:lnR>
                    <a:lnB>
                      <a:noFill/>
                    </a:lnB>
                    <a:solidFill>
                      <a:srgbClr val="FFFFFF"/>
                    </a:solidFill>
                  </a:tcPr>
                </a:tc>
                <a:tc>
                  <a:txBody>
                    <a:bodyPr/>
                    <a:lstStyle/>
                    <a:p>
                      <a:pPr algn="l" fontAlgn="ctr"/>
                      <a:r>
                        <a:rPr lang="en-GB" sz="1200" b="1" i="0" dirty="0">
                          <a:effectLst/>
                          <a:latin typeface="+mn-lt"/>
                        </a:rPr>
                        <a:t>Sum of Square</a:t>
                      </a:r>
                    </a:p>
                  </a:txBody>
                  <a:tcPr anchor="ctr">
                    <a:lnL>
                      <a:noFill/>
                    </a:lnL>
                    <a:lnR>
                      <a:noFill/>
                    </a:lnR>
                    <a:lnT>
                      <a:noFill/>
                    </a:lnT>
                    <a:lnB>
                      <a:noFill/>
                    </a:lnB>
                    <a:solidFill>
                      <a:srgbClr val="FFFFFF"/>
                    </a:solidFill>
                  </a:tcPr>
                </a:tc>
                <a:tc>
                  <a:txBody>
                    <a:bodyPr/>
                    <a:lstStyle/>
                    <a:p>
                      <a:pPr algn="l" fontAlgn="ctr"/>
                      <a:r>
                        <a:rPr lang="en-GB" sz="1200" b="1" i="1">
                          <a:effectLst/>
                          <a:latin typeface="+mn-lt"/>
                        </a:rPr>
                        <a:t>df</a:t>
                      </a:r>
                      <a:endParaRPr lang="en-GB" sz="1200" b="1" i="0">
                        <a:effectLst/>
                        <a:latin typeface="+mn-lt"/>
                      </a:endParaRPr>
                    </a:p>
                  </a:txBody>
                  <a:tcPr anchor="ctr">
                    <a:lnL>
                      <a:noFill/>
                    </a:lnL>
                    <a:lnR>
                      <a:noFill/>
                    </a:lnR>
                    <a:lnT>
                      <a:noFill/>
                    </a:lnT>
                    <a:lnB>
                      <a:noFill/>
                    </a:lnB>
                    <a:solidFill>
                      <a:srgbClr val="FFFFFF"/>
                    </a:solidFill>
                  </a:tcPr>
                </a:tc>
                <a:tc>
                  <a:txBody>
                    <a:bodyPr/>
                    <a:lstStyle/>
                    <a:p>
                      <a:pPr algn="l" fontAlgn="ctr"/>
                      <a:r>
                        <a:rPr lang="en-GB" sz="1200" b="1" i="0">
                          <a:effectLst/>
                          <a:latin typeface="+mn-lt"/>
                        </a:rPr>
                        <a:t>Mean Square</a:t>
                      </a:r>
                    </a:p>
                  </a:txBody>
                  <a:tcPr anchor="ctr">
                    <a:lnL>
                      <a:noFill/>
                    </a:lnL>
                    <a:lnR>
                      <a:noFill/>
                    </a:lnR>
                    <a:lnT>
                      <a:noFill/>
                    </a:lnT>
                    <a:lnB>
                      <a:noFill/>
                    </a:lnB>
                    <a:solidFill>
                      <a:srgbClr val="FFFFFF"/>
                    </a:solidFill>
                  </a:tcPr>
                </a:tc>
                <a:tc>
                  <a:txBody>
                    <a:bodyPr/>
                    <a:lstStyle/>
                    <a:p>
                      <a:pPr algn="l" fontAlgn="ctr"/>
                      <a:r>
                        <a:rPr lang="en-GB" sz="1200" b="1" i="1">
                          <a:effectLst/>
                          <a:latin typeface="+mn-lt"/>
                        </a:rPr>
                        <a:t>F</a:t>
                      </a:r>
                      <a:endParaRPr lang="en-GB" sz="1200" b="1" i="0">
                        <a:effectLst/>
                        <a:latin typeface="+mn-lt"/>
                      </a:endParaRPr>
                    </a:p>
                  </a:txBody>
                  <a:tcPr anchor="ctr">
                    <a:lnL>
                      <a:noFill/>
                    </a:lnL>
                    <a:lnR>
                      <a:noFill/>
                    </a:lnR>
                    <a:lnT>
                      <a:noFill/>
                    </a:lnT>
                    <a:lnB>
                      <a:noFill/>
                    </a:lnB>
                    <a:solidFill>
                      <a:srgbClr val="FFFFFF"/>
                    </a:solidFill>
                  </a:tcPr>
                </a:tc>
                <a:tc>
                  <a:txBody>
                    <a:bodyPr/>
                    <a:lstStyle/>
                    <a:p>
                      <a:pPr algn="l" fontAlgn="ctr"/>
                      <a:r>
                        <a:rPr lang="en-GB" sz="1200" b="1" i="0">
                          <a:effectLst/>
                          <a:latin typeface="+mn-lt"/>
                        </a:rPr>
                        <a:t>Significance</a:t>
                      </a:r>
                    </a:p>
                  </a:txBody>
                  <a:tcPr anchor="ctr">
                    <a:lnL>
                      <a:noFill/>
                    </a:lnL>
                    <a:lnR>
                      <a:noFill/>
                    </a:lnR>
                    <a:lnT>
                      <a:noFill/>
                    </a:lnT>
                    <a:lnB>
                      <a:noFill/>
                    </a:lnB>
                    <a:solidFill>
                      <a:srgbClr val="FFFFFF"/>
                    </a:solidFill>
                  </a:tcPr>
                </a:tc>
                <a:extLst>
                  <a:ext uri="{0D108BD9-81ED-4DB2-BD59-A6C34878D82A}">
                    <a16:rowId xmlns:a16="http://schemas.microsoft.com/office/drawing/2014/main" val="3942183449"/>
                  </a:ext>
                </a:extLst>
              </a:tr>
              <a:tr h="0">
                <a:tc>
                  <a:txBody>
                    <a:bodyPr/>
                    <a:lstStyle/>
                    <a:p>
                      <a:pPr algn="l" fontAlgn="t"/>
                      <a:r>
                        <a:rPr lang="en-GB" sz="1200" b="0">
                          <a:effectLst/>
                          <a:latin typeface="+mn-lt"/>
                        </a:rPr>
                        <a:t>Task type</a:t>
                      </a:r>
                    </a:p>
                  </a:txBody>
                  <a:tcPr>
                    <a:lnL>
                      <a:noFill/>
                    </a:lnL>
                    <a:lnR>
                      <a:noFill/>
                    </a:lnR>
                    <a:lnT>
                      <a:noFill/>
                    </a:lnT>
                    <a:lnB>
                      <a:noFill/>
                    </a:lnB>
                    <a:solidFill>
                      <a:srgbClr val="FFFFFF"/>
                    </a:solidFill>
                  </a:tcPr>
                </a:tc>
                <a:tc>
                  <a:txBody>
                    <a:bodyPr/>
                    <a:lstStyle/>
                    <a:p>
                      <a:pPr algn="l" fontAlgn="t"/>
                      <a:r>
                        <a:rPr lang="en-GB" sz="1200" b="0" dirty="0">
                          <a:effectLst/>
                          <a:latin typeface="+mn-lt"/>
                        </a:rPr>
                        <a:t>2745.187</a:t>
                      </a:r>
                    </a:p>
                  </a:txBody>
                  <a:tcPr>
                    <a:lnL>
                      <a:noFill/>
                    </a:lnL>
                    <a:lnR>
                      <a:noFill/>
                    </a:lnR>
                    <a:lnT>
                      <a:noFill/>
                    </a:lnT>
                    <a:lnB>
                      <a:noFill/>
                    </a:lnB>
                    <a:solidFill>
                      <a:srgbClr val="FFFFFF"/>
                    </a:solidFill>
                  </a:tcPr>
                </a:tc>
                <a:tc>
                  <a:txBody>
                    <a:bodyPr/>
                    <a:lstStyle/>
                    <a:p>
                      <a:pPr algn="l" fontAlgn="t"/>
                      <a:r>
                        <a:rPr lang="en-GB" sz="1200" b="0">
                          <a:effectLst/>
                          <a:latin typeface="+mn-lt"/>
                        </a:rPr>
                        <a:t> 1</a:t>
                      </a:r>
                    </a:p>
                  </a:txBody>
                  <a:tcPr>
                    <a:lnL>
                      <a:noFill/>
                    </a:lnL>
                    <a:lnR>
                      <a:noFill/>
                    </a:lnR>
                    <a:lnT>
                      <a:noFill/>
                    </a:lnT>
                    <a:lnB>
                      <a:noFill/>
                    </a:lnB>
                    <a:solidFill>
                      <a:srgbClr val="FFFFFF"/>
                    </a:solidFill>
                  </a:tcPr>
                </a:tc>
                <a:tc>
                  <a:txBody>
                    <a:bodyPr/>
                    <a:lstStyle/>
                    <a:p>
                      <a:pPr algn="l" fontAlgn="t"/>
                      <a:r>
                        <a:rPr lang="en-GB" sz="1200" b="0">
                          <a:effectLst/>
                          <a:latin typeface="+mn-lt"/>
                        </a:rPr>
                        <a:t>2745.187</a:t>
                      </a:r>
                    </a:p>
                  </a:txBody>
                  <a:tcPr>
                    <a:lnL>
                      <a:noFill/>
                    </a:lnL>
                    <a:lnR>
                      <a:noFill/>
                    </a:lnR>
                    <a:lnT>
                      <a:noFill/>
                    </a:lnT>
                    <a:lnB>
                      <a:noFill/>
                    </a:lnB>
                    <a:solidFill>
                      <a:srgbClr val="FFFFFF"/>
                    </a:solidFill>
                  </a:tcPr>
                </a:tc>
                <a:tc>
                  <a:txBody>
                    <a:bodyPr/>
                    <a:lstStyle/>
                    <a:p>
                      <a:pPr algn="l" fontAlgn="t"/>
                      <a:r>
                        <a:rPr lang="en-GB" sz="1200" b="0">
                          <a:effectLst/>
                          <a:latin typeface="+mn-lt"/>
                        </a:rPr>
                        <a:t>0.995</a:t>
                      </a:r>
                    </a:p>
                  </a:txBody>
                  <a:tcPr>
                    <a:lnL>
                      <a:noFill/>
                    </a:lnL>
                    <a:lnR>
                      <a:noFill/>
                    </a:lnR>
                    <a:lnT>
                      <a:noFill/>
                    </a:lnT>
                    <a:lnB>
                      <a:noFill/>
                    </a:lnB>
                    <a:solidFill>
                      <a:srgbClr val="FFFFFF"/>
                    </a:solidFill>
                  </a:tcPr>
                </a:tc>
                <a:tc>
                  <a:txBody>
                    <a:bodyPr/>
                    <a:lstStyle/>
                    <a:p>
                      <a:pPr algn="l" fontAlgn="t"/>
                      <a:r>
                        <a:rPr lang="en-GB" sz="1200" b="0" dirty="0">
                          <a:effectLst/>
                          <a:latin typeface="+mn-lt"/>
                        </a:rPr>
                        <a:t>0.335</a:t>
                      </a:r>
                    </a:p>
                  </a:txBody>
                  <a:tcPr>
                    <a:lnL>
                      <a:noFill/>
                    </a:lnL>
                    <a:lnR>
                      <a:noFill/>
                    </a:lnR>
                    <a:lnT>
                      <a:noFill/>
                    </a:lnT>
                    <a:lnB>
                      <a:noFill/>
                    </a:lnB>
                    <a:solidFill>
                      <a:srgbClr val="FFFFFF"/>
                    </a:solidFill>
                  </a:tcPr>
                </a:tc>
                <a:extLst>
                  <a:ext uri="{0D108BD9-81ED-4DB2-BD59-A6C34878D82A}">
                    <a16:rowId xmlns:a16="http://schemas.microsoft.com/office/drawing/2014/main" val="2419073207"/>
                  </a:ext>
                </a:extLst>
              </a:tr>
              <a:tr h="0">
                <a:tc>
                  <a:txBody>
                    <a:bodyPr/>
                    <a:lstStyle/>
                    <a:p>
                      <a:pPr algn="l" fontAlgn="t"/>
                      <a:r>
                        <a:rPr lang="en-GB" sz="1200" b="0">
                          <a:effectLst/>
                          <a:latin typeface="+mn-lt"/>
                        </a:rPr>
                        <a:t>Error</a:t>
                      </a:r>
                    </a:p>
                  </a:txBody>
                  <a:tcPr>
                    <a:lnL>
                      <a:noFill/>
                    </a:lnL>
                    <a:lnR>
                      <a:noFill/>
                    </a:lnR>
                    <a:lnT>
                      <a:noFill/>
                    </a:lnT>
                    <a:lnB>
                      <a:noFill/>
                    </a:lnB>
                    <a:solidFill>
                      <a:srgbClr val="EEF2F6"/>
                    </a:solidFill>
                  </a:tcPr>
                </a:tc>
                <a:tc>
                  <a:txBody>
                    <a:bodyPr/>
                    <a:lstStyle/>
                    <a:p>
                      <a:pPr algn="l" fontAlgn="t"/>
                      <a:r>
                        <a:rPr lang="en-GB" sz="1200" b="0">
                          <a:effectLst/>
                          <a:latin typeface="+mn-lt"/>
                        </a:rPr>
                        <a:t>38,625.125</a:t>
                      </a:r>
                    </a:p>
                  </a:txBody>
                  <a:tcPr>
                    <a:lnL>
                      <a:noFill/>
                    </a:lnL>
                    <a:lnR>
                      <a:noFill/>
                    </a:lnR>
                    <a:lnT>
                      <a:noFill/>
                    </a:lnT>
                    <a:lnB>
                      <a:noFill/>
                    </a:lnB>
                    <a:solidFill>
                      <a:srgbClr val="EEF2F6"/>
                    </a:solidFill>
                  </a:tcPr>
                </a:tc>
                <a:tc>
                  <a:txBody>
                    <a:bodyPr/>
                    <a:lstStyle/>
                    <a:p>
                      <a:pPr algn="l" fontAlgn="t"/>
                      <a:r>
                        <a:rPr lang="en-GB" sz="1200" b="0">
                          <a:effectLst/>
                          <a:latin typeface="+mn-lt"/>
                        </a:rPr>
                        <a:t>14</a:t>
                      </a:r>
                    </a:p>
                  </a:txBody>
                  <a:tcPr>
                    <a:lnL>
                      <a:noFill/>
                    </a:lnL>
                    <a:lnR>
                      <a:noFill/>
                    </a:lnR>
                    <a:lnT>
                      <a:noFill/>
                    </a:lnT>
                    <a:lnB>
                      <a:noFill/>
                    </a:lnB>
                    <a:solidFill>
                      <a:srgbClr val="EEF2F6"/>
                    </a:solidFill>
                  </a:tcPr>
                </a:tc>
                <a:tc>
                  <a:txBody>
                    <a:bodyPr/>
                    <a:lstStyle/>
                    <a:p>
                      <a:pPr algn="l" fontAlgn="t"/>
                      <a:r>
                        <a:rPr lang="en-GB" sz="1200" b="0">
                          <a:effectLst/>
                          <a:latin typeface="+mn-lt"/>
                        </a:rPr>
                        <a:t>2758.937</a:t>
                      </a:r>
                    </a:p>
                  </a:txBody>
                  <a:tcPr>
                    <a:lnL>
                      <a:noFill/>
                    </a:lnL>
                    <a:lnR>
                      <a:noFill/>
                    </a:lnR>
                    <a:lnT>
                      <a:noFill/>
                    </a:lnT>
                    <a:lnB>
                      <a:noFill/>
                    </a:lnB>
                    <a:solidFill>
                      <a:srgbClr val="EEF2F6"/>
                    </a:solidFill>
                  </a:tcPr>
                </a:tc>
                <a:tc>
                  <a:txBody>
                    <a:bodyPr/>
                    <a:lstStyle/>
                    <a:p>
                      <a:pPr algn="l" fontAlgn="t"/>
                      <a:r>
                        <a:rPr lang="en-GB" sz="1200" b="0">
                          <a:effectLst/>
                          <a:latin typeface="+mn-lt"/>
                        </a:rPr>
                        <a:t>—</a:t>
                      </a:r>
                    </a:p>
                  </a:txBody>
                  <a:tcPr>
                    <a:lnL>
                      <a:noFill/>
                    </a:lnL>
                    <a:lnR>
                      <a:noFill/>
                    </a:lnR>
                    <a:lnT>
                      <a:noFill/>
                    </a:lnT>
                    <a:lnB>
                      <a:noFill/>
                    </a:lnB>
                    <a:solidFill>
                      <a:srgbClr val="EEF2F6"/>
                    </a:solidFill>
                  </a:tcPr>
                </a:tc>
                <a:tc>
                  <a:txBody>
                    <a:bodyPr/>
                    <a:lstStyle/>
                    <a:p>
                      <a:pPr algn="l" fontAlgn="t"/>
                      <a:r>
                        <a:rPr lang="en-GB" sz="1200" b="0" dirty="0">
                          <a:effectLst/>
                          <a:latin typeface="+mn-lt"/>
                        </a:rPr>
                        <a:t>—</a:t>
                      </a:r>
                    </a:p>
                  </a:txBody>
                  <a:tcPr>
                    <a:lnL>
                      <a:noFill/>
                    </a:lnL>
                    <a:lnR>
                      <a:noFill/>
                    </a:lnR>
                    <a:lnT>
                      <a:noFill/>
                    </a:lnT>
                    <a:lnB>
                      <a:noFill/>
                    </a:lnB>
                    <a:solidFill>
                      <a:srgbClr val="EEF2F6"/>
                    </a:solidFill>
                  </a:tcPr>
                </a:tc>
                <a:extLst>
                  <a:ext uri="{0D108BD9-81ED-4DB2-BD59-A6C34878D82A}">
                    <a16:rowId xmlns:a16="http://schemas.microsoft.com/office/drawing/2014/main" val="3328285114"/>
                  </a:ext>
                </a:extLst>
              </a:tr>
            </a:tbl>
          </a:graphicData>
        </a:graphic>
      </p:graphicFrame>
      <p:graphicFrame>
        <p:nvGraphicFramePr>
          <p:cNvPr id="7" name="Table 6">
            <a:extLst>
              <a:ext uri="{FF2B5EF4-FFF2-40B4-BE49-F238E27FC236}">
                <a16:creationId xmlns:a16="http://schemas.microsoft.com/office/drawing/2014/main" id="{2CFFF9C6-69C3-290F-F368-C882414FF18C}"/>
              </a:ext>
            </a:extLst>
          </p:cNvPr>
          <p:cNvGraphicFramePr>
            <a:graphicFrameLocks noGrp="1"/>
          </p:cNvGraphicFramePr>
          <p:nvPr>
            <p:extLst>
              <p:ext uri="{D42A27DB-BD31-4B8C-83A1-F6EECF244321}">
                <p14:modId xmlns:p14="http://schemas.microsoft.com/office/powerpoint/2010/main" val="3242894968"/>
              </p:ext>
            </p:extLst>
          </p:nvPr>
        </p:nvGraphicFramePr>
        <p:xfrm>
          <a:off x="609600" y="3645024"/>
          <a:ext cx="5281434" cy="2281400"/>
        </p:xfrm>
        <a:graphic>
          <a:graphicData uri="http://schemas.openxmlformats.org/drawingml/2006/table">
            <a:tbl>
              <a:tblPr/>
              <a:tblGrid>
                <a:gridCol w="953688">
                  <a:extLst>
                    <a:ext uri="{9D8B030D-6E8A-4147-A177-3AD203B41FA5}">
                      <a16:colId xmlns:a16="http://schemas.microsoft.com/office/drawing/2014/main" val="600287932"/>
                    </a:ext>
                  </a:extLst>
                </a:gridCol>
                <a:gridCol w="936104">
                  <a:extLst>
                    <a:ext uri="{9D8B030D-6E8A-4147-A177-3AD203B41FA5}">
                      <a16:colId xmlns:a16="http://schemas.microsoft.com/office/drawing/2014/main" val="633018052"/>
                    </a:ext>
                  </a:extLst>
                </a:gridCol>
                <a:gridCol w="750925">
                  <a:extLst>
                    <a:ext uri="{9D8B030D-6E8A-4147-A177-3AD203B41FA5}">
                      <a16:colId xmlns:a16="http://schemas.microsoft.com/office/drawing/2014/main" val="244481361"/>
                    </a:ext>
                  </a:extLst>
                </a:gridCol>
                <a:gridCol w="880239">
                  <a:extLst>
                    <a:ext uri="{9D8B030D-6E8A-4147-A177-3AD203B41FA5}">
                      <a16:colId xmlns:a16="http://schemas.microsoft.com/office/drawing/2014/main" val="430217638"/>
                    </a:ext>
                  </a:extLst>
                </a:gridCol>
                <a:gridCol w="673092">
                  <a:extLst>
                    <a:ext uri="{9D8B030D-6E8A-4147-A177-3AD203B41FA5}">
                      <a16:colId xmlns:a16="http://schemas.microsoft.com/office/drawing/2014/main" val="3005748273"/>
                    </a:ext>
                  </a:extLst>
                </a:gridCol>
                <a:gridCol w="1087386">
                  <a:extLst>
                    <a:ext uri="{9D8B030D-6E8A-4147-A177-3AD203B41FA5}">
                      <a16:colId xmlns:a16="http://schemas.microsoft.com/office/drawing/2014/main" val="816955422"/>
                    </a:ext>
                  </a:extLst>
                </a:gridCol>
              </a:tblGrid>
              <a:tr h="148727">
                <a:tc gridSpan="6">
                  <a:txBody>
                    <a:bodyPr/>
                    <a:lstStyle/>
                    <a:p>
                      <a:r>
                        <a:rPr lang="en-GB" sz="1200" dirty="0">
                          <a:latin typeface="+mn-lt"/>
                        </a:rPr>
                        <a:t>Results of the Split-Plot Test for the Within-Group Variable</a:t>
                      </a:r>
                    </a:p>
                  </a:txBody>
                  <a:tcPr marL="90519" marR="90519" marT="45260" marB="45260">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12288361"/>
                  </a:ext>
                </a:extLst>
              </a:tr>
              <a:tr h="281648">
                <a:tc>
                  <a:txBody>
                    <a:bodyPr/>
                    <a:lstStyle/>
                    <a:p>
                      <a:pPr algn="l" fontAlgn="ctr"/>
                      <a:r>
                        <a:rPr lang="en-GB" sz="1200" b="1" i="0">
                          <a:effectLst/>
                          <a:latin typeface="+mn-lt"/>
                        </a:rPr>
                        <a:t>Source</a:t>
                      </a:r>
                    </a:p>
                  </a:txBody>
                  <a:tcPr marL="90519" marR="90519" marT="45260" marB="45260" anchor="ctr">
                    <a:lnL>
                      <a:noFill/>
                    </a:lnL>
                    <a:lnR>
                      <a:noFill/>
                    </a:lnR>
                    <a:lnB>
                      <a:noFill/>
                    </a:lnB>
                    <a:solidFill>
                      <a:srgbClr val="FFFFFF"/>
                    </a:solidFill>
                  </a:tcPr>
                </a:tc>
                <a:tc>
                  <a:txBody>
                    <a:bodyPr/>
                    <a:lstStyle/>
                    <a:p>
                      <a:pPr algn="l" fontAlgn="ctr"/>
                      <a:r>
                        <a:rPr lang="en-GB" sz="1200" b="1" i="0">
                          <a:effectLst/>
                          <a:latin typeface="+mn-lt"/>
                        </a:rPr>
                        <a:t>Sum of Square</a:t>
                      </a:r>
                    </a:p>
                  </a:txBody>
                  <a:tcPr marL="90519" marR="90519" marT="45260" marB="45260" anchor="ctr">
                    <a:lnL>
                      <a:noFill/>
                    </a:lnL>
                    <a:lnR>
                      <a:noFill/>
                    </a:lnR>
                    <a:lnT>
                      <a:noFill/>
                    </a:lnT>
                    <a:lnB>
                      <a:noFill/>
                    </a:lnB>
                    <a:solidFill>
                      <a:srgbClr val="FFFFFF"/>
                    </a:solidFill>
                  </a:tcPr>
                </a:tc>
                <a:tc>
                  <a:txBody>
                    <a:bodyPr/>
                    <a:lstStyle/>
                    <a:p>
                      <a:pPr algn="l" fontAlgn="ctr"/>
                      <a:r>
                        <a:rPr lang="en-GB" sz="1200" b="1" i="1">
                          <a:effectLst/>
                          <a:latin typeface="+mn-lt"/>
                        </a:rPr>
                        <a:t>df</a:t>
                      </a:r>
                      <a:endParaRPr lang="en-GB" sz="1200" b="1" i="0">
                        <a:effectLst/>
                        <a:latin typeface="+mn-lt"/>
                      </a:endParaRPr>
                    </a:p>
                  </a:txBody>
                  <a:tcPr marL="90519" marR="90519" marT="45260" marB="45260" anchor="ctr">
                    <a:lnL>
                      <a:noFill/>
                    </a:lnL>
                    <a:lnR>
                      <a:noFill/>
                    </a:lnR>
                    <a:lnT>
                      <a:noFill/>
                    </a:lnT>
                    <a:lnB>
                      <a:noFill/>
                    </a:lnB>
                    <a:solidFill>
                      <a:srgbClr val="FFFFFF"/>
                    </a:solidFill>
                  </a:tcPr>
                </a:tc>
                <a:tc>
                  <a:txBody>
                    <a:bodyPr/>
                    <a:lstStyle/>
                    <a:p>
                      <a:pPr algn="l" fontAlgn="ctr"/>
                      <a:r>
                        <a:rPr lang="en-GB" sz="1200" b="1" i="0">
                          <a:effectLst/>
                          <a:latin typeface="+mn-lt"/>
                        </a:rPr>
                        <a:t>Mean Square</a:t>
                      </a:r>
                    </a:p>
                  </a:txBody>
                  <a:tcPr marL="90519" marR="90519" marT="45260" marB="45260" anchor="ctr">
                    <a:lnL>
                      <a:noFill/>
                    </a:lnL>
                    <a:lnR>
                      <a:noFill/>
                    </a:lnR>
                    <a:lnT>
                      <a:noFill/>
                    </a:lnT>
                    <a:lnB>
                      <a:noFill/>
                    </a:lnB>
                    <a:solidFill>
                      <a:srgbClr val="FFFFFF"/>
                    </a:solidFill>
                  </a:tcPr>
                </a:tc>
                <a:tc>
                  <a:txBody>
                    <a:bodyPr/>
                    <a:lstStyle/>
                    <a:p>
                      <a:pPr algn="l" fontAlgn="ctr"/>
                      <a:r>
                        <a:rPr lang="en-GB" sz="1200" b="1" i="1">
                          <a:effectLst/>
                          <a:latin typeface="+mn-lt"/>
                        </a:rPr>
                        <a:t>F</a:t>
                      </a:r>
                      <a:endParaRPr lang="en-GB" sz="1200" b="1" i="0">
                        <a:effectLst/>
                        <a:latin typeface="+mn-lt"/>
                      </a:endParaRPr>
                    </a:p>
                  </a:txBody>
                  <a:tcPr marL="90519" marR="90519" marT="45260" marB="45260" anchor="ctr">
                    <a:lnL>
                      <a:noFill/>
                    </a:lnL>
                    <a:lnR>
                      <a:noFill/>
                    </a:lnR>
                    <a:lnT>
                      <a:noFill/>
                    </a:lnT>
                    <a:lnB>
                      <a:noFill/>
                    </a:lnB>
                    <a:solidFill>
                      <a:srgbClr val="FFFFFF"/>
                    </a:solidFill>
                  </a:tcPr>
                </a:tc>
                <a:tc>
                  <a:txBody>
                    <a:bodyPr/>
                    <a:lstStyle/>
                    <a:p>
                      <a:pPr algn="l" fontAlgn="ctr"/>
                      <a:r>
                        <a:rPr lang="en-GB" sz="1200" b="1" i="0">
                          <a:effectLst/>
                          <a:latin typeface="+mn-lt"/>
                        </a:rPr>
                        <a:t>Significance</a:t>
                      </a:r>
                    </a:p>
                  </a:txBody>
                  <a:tcPr marL="90519" marR="90519" marT="45260" marB="45260" anchor="ctr">
                    <a:lnL>
                      <a:noFill/>
                    </a:lnL>
                    <a:lnR>
                      <a:noFill/>
                    </a:lnR>
                    <a:lnT>
                      <a:noFill/>
                    </a:lnT>
                    <a:lnB>
                      <a:noFill/>
                    </a:lnB>
                    <a:solidFill>
                      <a:srgbClr val="FFFFFF"/>
                    </a:solidFill>
                  </a:tcPr>
                </a:tc>
                <a:extLst>
                  <a:ext uri="{0D108BD9-81ED-4DB2-BD59-A6C34878D82A}">
                    <a16:rowId xmlns:a16="http://schemas.microsoft.com/office/drawing/2014/main" val="2409943094"/>
                  </a:ext>
                </a:extLst>
              </a:tr>
              <a:tr h="281648">
                <a:tc>
                  <a:txBody>
                    <a:bodyPr/>
                    <a:lstStyle/>
                    <a:p>
                      <a:pPr algn="l" fontAlgn="t"/>
                      <a:r>
                        <a:rPr lang="en-GB" sz="1200" b="0">
                          <a:effectLst/>
                          <a:latin typeface="+mn-lt"/>
                        </a:rPr>
                        <a:t>Entry method</a:t>
                      </a:r>
                    </a:p>
                  </a:txBody>
                  <a:tcPr marL="90519" marR="90519" marT="45260" marB="45260">
                    <a:lnL>
                      <a:noFill/>
                    </a:lnL>
                    <a:lnR>
                      <a:noFill/>
                    </a:lnR>
                    <a:lnT>
                      <a:noFill/>
                    </a:lnT>
                    <a:lnB>
                      <a:noFill/>
                    </a:lnB>
                    <a:solidFill>
                      <a:srgbClr val="FFFFFF"/>
                    </a:solidFill>
                  </a:tcPr>
                </a:tc>
                <a:tc>
                  <a:txBody>
                    <a:bodyPr/>
                    <a:lstStyle/>
                    <a:p>
                      <a:pPr algn="l" fontAlgn="t"/>
                      <a:r>
                        <a:rPr lang="en-GB" sz="1200" b="0" dirty="0">
                          <a:effectLst/>
                          <a:latin typeface="+mn-lt"/>
                        </a:rPr>
                        <a:t>17,564.625</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 2</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8782.313</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5.702</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0.008</a:t>
                      </a:r>
                    </a:p>
                  </a:txBody>
                  <a:tcPr marL="90519" marR="90519" marT="45260" marB="45260">
                    <a:lnL>
                      <a:noFill/>
                    </a:lnL>
                    <a:lnR>
                      <a:noFill/>
                    </a:lnR>
                    <a:lnT>
                      <a:noFill/>
                    </a:lnT>
                    <a:lnB>
                      <a:noFill/>
                    </a:lnB>
                    <a:solidFill>
                      <a:srgbClr val="FFFFFF"/>
                    </a:solidFill>
                  </a:tcPr>
                </a:tc>
                <a:extLst>
                  <a:ext uri="{0D108BD9-81ED-4DB2-BD59-A6C34878D82A}">
                    <a16:rowId xmlns:a16="http://schemas.microsoft.com/office/drawing/2014/main" val="1896195844"/>
                  </a:ext>
                </a:extLst>
              </a:tr>
              <a:tr h="366142">
                <a:tc>
                  <a:txBody>
                    <a:bodyPr/>
                    <a:lstStyle/>
                    <a:p>
                      <a:pPr algn="l" fontAlgn="t"/>
                      <a:r>
                        <a:rPr lang="en-GB" sz="1200" b="0">
                          <a:effectLst/>
                          <a:latin typeface="+mn-lt"/>
                        </a:rPr>
                        <a:t>Entry method*task type</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114.875</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 2</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57.437</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0.037</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0.963</a:t>
                      </a:r>
                    </a:p>
                  </a:txBody>
                  <a:tcPr marL="90519" marR="90519" marT="45260" marB="45260">
                    <a:lnL>
                      <a:noFill/>
                    </a:lnL>
                    <a:lnR>
                      <a:noFill/>
                    </a:lnR>
                    <a:lnT>
                      <a:noFill/>
                    </a:lnT>
                    <a:lnB>
                      <a:noFill/>
                    </a:lnB>
                    <a:solidFill>
                      <a:srgbClr val="EEF2F6"/>
                    </a:solidFill>
                  </a:tcPr>
                </a:tc>
                <a:extLst>
                  <a:ext uri="{0D108BD9-81ED-4DB2-BD59-A6C34878D82A}">
                    <a16:rowId xmlns:a16="http://schemas.microsoft.com/office/drawing/2014/main" val="1001394030"/>
                  </a:ext>
                </a:extLst>
              </a:tr>
              <a:tr h="366142">
                <a:tc>
                  <a:txBody>
                    <a:bodyPr/>
                    <a:lstStyle/>
                    <a:p>
                      <a:pPr algn="l" fontAlgn="t"/>
                      <a:r>
                        <a:rPr lang="en-GB" sz="1200" b="0">
                          <a:effectLst/>
                          <a:latin typeface="+mn-lt"/>
                        </a:rPr>
                        <a:t>Error (entry method)</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43,126.5</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28</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1540.232</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a:t>
                      </a:r>
                    </a:p>
                  </a:txBody>
                  <a:tcPr marL="90519" marR="90519" marT="45260" marB="45260">
                    <a:lnL>
                      <a:noFill/>
                    </a:lnL>
                    <a:lnR>
                      <a:noFill/>
                    </a:lnR>
                    <a:lnT>
                      <a:noFill/>
                    </a:lnT>
                    <a:lnB>
                      <a:noFill/>
                    </a:lnB>
                    <a:solidFill>
                      <a:srgbClr val="FFFFFF"/>
                    </a:solidFill>
                  </a:tcPr>
                </a:tc>
                <a:tc>
                  <a:txBody>
                    <a:bodyPr/>
                    <a:lstStyle/>
                    <a:p>
                      <a:pPr algn="l" fontAlgn="t"/>
                      <a:r>
                        <a:rPr lang="en-GB" sz="1200" b="0" dirty="0">
                          <a:effectLst/>
                          <a:latin typeface="+mn-lt"/>
                        </a:rPr>
                        <a:t>—</a:t>
                      </a:r>
                    </a:p>
                  </a:txBody>
                  <a:tcPr marL="90519" marR="90519" marT="45260" marB="45260">
                    <a:lnL>
                      <a:noFill/>
                    </a:lnL>
                    <a:lnR>
                      <a:noFill/>
                    </a:lnR>
                    <a:lnT>
                      <a:noFill/>
                    </a:lnT>
                    <a:lnB>
                      <a:noFill/>
                    </a:lnB>
                    <a:solidFill>
                      <a:srgbClr val="FFFFFF"/>
                    </a:solidFill>
                  </a:tcPr>
                </a:tc>
                <a:extLst>
                  <a:ext uri="{0D108BD9-81ED-4DB2-BD59-A6C34878D82A}">
                    <a16:rowId xmlns:a16="http://schemas.microsoft.com/office/drawing/2014/main" val="4126607873"/>
                  </a:ext>
                </a:extLst>
              </a:tr>
            </a:tbl>
          </a:graphicData>
        </a:graphic>
      </p:graphicFrame>
      <p:sp>
        <p:nvSpPr>
          <p:cNvPr id="4" name="TextBox 3">
            <a:extLst>
              <a:ext uri="{FF2B5EF4-FFF2-40B4-BE49-F238E27FC236}">
                <a16:creationId xmlns:a16="http://schemas.microsoft.com/office/drawing/2014/main" id="{165507B6-B8BF-D2BD-520E-9C5301965E4B}"/>
              </a:ext>
            </a:extLst>
          </p:cNvPr>
          <p:cNvSpPr txBox="1"/>
          <p:nvPr/>
        </p:nvSpPr>
        <p:spPr>
          <a:xfrm>
            <a:off x="7257180" y="4732428"/>
            <a:ext cx="1507720" cy="369332"/>
          </a:xfrm>
          <a:prstGeom prst="rect">
            <a:avLst/>
          </a:prstGeom>
          <a:noFill/>
        </p:spPr>
        <p:txBody>
          <a:bodyPr wrap="square" rtlCol="0">
            <a:spAutoFit/>
          </a:bodyPr>
          <a:lstStyle/>
          <a:p>
            <a:r>
              <a:rPr lang="en-GB" sz="1800" b="1" dirty="0">
                <a:latin typeface="Arial Nova Light" panose="020B0304020202020204" pitchFamily="34" charset="0"/>
              </a:rPr>
              <a:t>Is p &lt; 0.05 ?</a:t>
            </a:r>
          </a:p>
        </p:txBody>
      </p:sp>
      <p:sp>
        <p:nvSpPr>
          <p:cNvPr id="5" name="TextBox 4">
            <a:extLst>
              <a:ext uri="{FF2B5EF4-FFF2-40B4-BE49-F238E27FC236}">
                <a16:creationId xmlns:a16="http://schemas.microsoft.com/office/drawing/2014/main" id="{3F3B3B2F-3CE7-E34E-BBED-7CFEB3AAA522}"/>
              </a:ext>
            </a:extLst>
          </p:cNvPr>
          <p:cNvSpPr txBox="1"/>
          <p:nvPr/>
        </p:nvSpPr>
        <p:spPr>
          <a:xfrm>
            <a:off x="6114175" y="5143399"/>
            <a:ext cx="2671513" cy="307777"/>
          </a:xfrm>
          <a:prstGeom prst="rect">
            <a:avLst/>
          </a:prstGeom>
          <a:noFill/>
        </p:spPr>
        <p:txBody>
          <a:bodyPr wrap="square" rtlCol="0">
            <a:spAutoFit/>
          </a:bodyPr>
          <a:lstStyle/>
          <a:p>
            <a:r>
              <a:rPr lang="en-GB" sz="1400" dirty="0">
                <a:latin typeface="Arial Nova Light" panose="020B0304020202020204" pitchFamily="34" charset="0"/>
              </a:rPr>
              <a:t>If YES the results are significant</a:t>
            </a:r>
          </a:p>
        </p:txBody>
      </p:sp>
      <p:sp>
        <p:nvSpPr>
          <p:cNvPr id="10" name="TextBox 9">
            <a:extLst>
              <a:ext uri="{FF2B5EF4-FFF2-40B4-BE49-F238E27FC236}">
                <a16:creationId xmlns:a16="http://schemas.microsoft.com/office/drawing/2014/main" id="{2B4B73D5-3055-4A67-BD3F-7228EEAACDC5}"/>
              </a:ext>
            </a:extLst>
          </p:cNvPr>
          <p:cNvSpPr txBox="1"/>
          <p:nvPr/>
        </p:nvSpPr>
        <p:spPr>
          <a:xfrm>
            <a:off x="6841880" y="5445224"/>
            <a:ext cx="1927749" cy="307777"/>
          </a:xfrm>
          <a:prstGeom prst="rect">
            <a:avLst/>
          </a:prstGeom>
          <a:noFill/>
        </p:spPr>
        <p:txBody>
          <a:bodyPr wrap="square" rtlCol="0">
            <a:spAutoFit/>
          </a:bodyPr>
          <a:lstStyle/>
          <a:p>
            <a:r>
              <a:rPr lang="en-GB" sz="1400" dirty="0">
                <a:latin typeface="Arial Nova Light" panose="020B0304020202020204" pitchFamily="34" charset="0"/>
              </a:rPr>
              <a:t>Keep Null Hypothesis</a:t>
            </a:r>
          </a:p>
        </p:txBody>
      </p:sp>
      <p:sp>
        <p:nvSpPr>
          <p:cNvPr id="3" name="TextBox 2">
            <a:extLst>
              <a:ext uri="{FF2B5EF4-FFF2-40B4-BE49-F238E27FC236}">
                <a16:creationId xmlns:a16="http://schemas.microsoft.com/office/drawing/2014/main" id="{6C5B2AB3-7864-7CD8-FE01-3B3443E03A7A}"/>
              </a:ext>
            </a:extLst>
          </p:cNvPr>
          <p:cNvSpPr txBox="1"/>
          <p:nvPr/>
        </p:nvSpPr>
        <p:spPr>
          <a:xfrm>
            <a:off x="6300192" y="2644170"/>
            <a:ext cx="2464708" cy="1323439"/>
          </a:xfrm>
          <a:prstGeom prst="rect">
            <a:avLst/>
          </a:prstGeom>
          <a:solidFill>
            <a:schemeClr val="accent1"/>
          </a:solidFill>
        </p:spPr>
        <p:txBody>
          <a:bodyPr wrap="square" rtlCol="0">
            <a:spAutoFit/>
          </a:bodyPr>
          <a:lstStyle/>
          <a:p>
            <a:r>
              <a:rPr lang="en-GB" sz="1600" dirty="0">
                <a:latin typeface="+mn-lt"/>
              </a:rPr>
              <a:t>Look at the F. 95th Percentile Values on Blackboard for </a:t>
            </a:r>
            <a:r>
              <a:rPr lang="en-GB" sz="1600" dirty="0" err="1">
                <a:latin typeface="+mn-lt"/>
              </a:rPr>
              <a:t>df</a:t>
            </a:r>
            <a:r>
              <a:rPr lang="en-GB" sz="1600" dirty="0">
                <a:latin typeface="+mn-lt"/>
              </a:rPr>
              <a:t> 1, 14, is our F higher than the normal scores?</a:t>
            </a:r>
          </a:p>
        </p:txBody>
      </p:sp>
      <p:sp>
        <p:nvSpPr>
          <p:cNvPr id="9" name="Footer Placeholder 8">
            <a:extLst>
              <a:ext uri="{FF2B5EF4-FFF2-40B4-BE49-F238E27FC236}">
                <a16:creationId xmlns:a16="http://schemas.microsoft.com/office/drawing/2014/main" id="{DAEE4DAA-4BD2-AB85-1898-A04977B12E9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E7E261E4-C351-A9B4-4D58-7317C9E4A663}"/>
              </a:ext>
            </a:extLst>
          </p:cNvPr>
          <p:cNvSpPr>
            <a:spLocks noGrp="1"/>
          </p:cNvSpPr>
          <p:nvPr>
            <p:ph type="sldNum" sz="quarter" idx="4"/>
          </p:nvPr>
        </p:nvSpPr>
        <p:spPr/>
        <p:txBody>
          <a:bodyPr/>
          <a:lstStyle/>
          <a:p>
            <a:fld id="{9FD7ECCF-50E7-4327-B945-FA93FF7B2BEF}" type="slidenum">
              <a:rPr lang="en-US" smtClean="0"/>
              <a:pPr/>
              <a:t>42</a:t>
            </a:fld>
            <a:r>
              <a:rPr lang="en-GB"/>
              <a:t>/54</a:t>
            </a:r>
            <a:endParaRPr lang="en-US" dirty="0"/>
          </a:p>
        </p:txBody>
      </p:sp>
    </p:spTree>
    <p:extLst>
      <p:ext uri="{BB962C8B-B14F-4D97-AF65-F5344CB8AC3E}">
        <p14:creationId xmlns:p14="http://schemas.microsoft.com/office/powerpoint/2010/main" val="3668176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5CFB4-7152-AA4B-0931-811D655D96D0}"/>
              </a:ext>
            </a:extLst>
          </p:cNvPr>
          <p:cNvSpPr>
            <a:spLocks noGrp="1"/>
          </p:cNvSpPr>
          <p:nvPr>
            <p:ph type="title"/>
          </p:nvPr>
        </p:nvSpPr>
        <p:spPr>
          <a:xfrm>
            <a:off x="609600" y="99190"/>
            <a:ext cx="8153400" cy="990600"/>
          </a:xfrm>
        </p:spPr>
        <p:txBody>
          <a:bodyPr>
            <a:normAutofit fontScale="90000"/>
          </a:bodyPr>
          <a:lstStyle/>
          <a:p>
            <a:pPr>
              <a:lnSpc>
                <a:spcPts val="3500"/>
              </a:lnSpc>
            </a:pPr>
            <a:r>
              <a:rPr lang="en-GB" sz="4400" dirty="0">
                <a:latin typeface="+mn-lt"/>
              </a:rPr>
              <a:t>Interpretation of results for </a:t>
            </a:r>
            <a:br>
              <a:rPr lang="en-GB" sz="4400" dirty="0">
                <a:latin typeface="+mn-lt"/>
              </a:rPr>
            </a:br>
            <a:r>
              <a:rPr lang="en-GB" dirty="0">
                <a:solidFill>
                  <a:schemeClr val="accent2">
                    <a:lumMod val="75000"/>
                  </a:schemeClr>
                </a:solidFill>
              </a:rPr>
              <a:t>Split-Plot ANOVA</a:t>
            </a:r>
            <a:endParaRPr lang="en-GB" dirty="0"/>
          </a:p>
        </p:txBody>
      </p:sp>
      <p:graphicFrame>
        <p:nvGraphicFramePr>
          <p:cNvPr id="6" name="Content Placeholder 5">
            <a:extLst>
              <a:ext uri="{FF2B5EF4-FFF2-40B4-BE49-F238E27FC236}">
                <a16:creationId xmlns:a16="http://schemas.microsoft.com/office/drawing/2014/main" id="{7BE384BC-51B7-E3CA-B607-F68F61B611C0}"/>
              </a:ext>
            </a:extLst>
          </p:cNvPr>
          <p:cNvGraphicFramePr>
            <a:graphicFrameLocks noGrp="1"/>
          </p:cNvGraphicFramePr>
          <p:nvPr>
            <p:ph sz="quarter" idx="1"/>
          </p:nvPr>
        </p:nvGraphicFramePr>
        <p:xfrm>
          <a:off x="154660" y="1704723"/>
          <a:ext cx="5281434" cy="1280160"/>
        </p:xfrm>
        <a:graphic>
          <a:graphicData uri="http://schemas.openxmlformats.org/drawingml/2006/table">
            <a:tbl>
              <a:tblPr/>
              <a:tblGrid>
                <a:gridCol w="880239">
                  <a:extLst>
                    <a:ext uri="{9D8B030D-6E8A-4147-A177-3AD203B41FA5}">
                      <a16:colId xmlns:a16="http://schemas.microsoft.com/office/drawing/2014/main" val="3331945501"/>
                    </a:ext>
                  </a:extLst>
                </a:gridCol>
                <a:gridCol w="1016821">
                  <a:extLst>
                    <a:ext uri="{9D8B030D-6E8A-4147-A177-3AD203B41FA5}">
                      <a16:colId xmlns:a16="http://schemas.microsoft.com/office/drawing/2014/main" val="3735907682"/>
                    </a:ext>
                  </a:extLst>
                </a:gridCol>
                <a:gridCol w="743657">
                  <a:extLst>
                    <a:ext uri="{9D8B030D-6E8A-4147-A177-3AD203B41FA5}">
                      <a16:colId xmlns:a16="http://schemas.microsoft.com/office/drawing/2014/main" val="1947173208"/>
                    </a:ext>
                  </a:extLst>
                </a:gridCol>
                <a:gridCol w="880239">
                  <a:extLst>
                    <a:ext uri="{9D8B030D-6E8A-4147-A177-3AD203B41FA5}">
                      <a16:colId xmlns:a16="http://schemas.microsoft.com/office/drawing/2014/main" val="487519613"/>
                    </a:ext>
                  </a:extLst>
                </a:gridCol>
                <a:gridCol w="608352">
                  <a:extLst>
                    <a:ext uri="{9D8B030D-6E8A-4147-A177-3AD203B41FA5}">
                      <a16:colId xmlns:a16="http://schemas.microsoft.com/office/drawing/2014/main" val="1981071162"/>
                    </a:ext>
                  </a:extLst>
                </a:gridCol>
                <a:gridCol w="1152126">
                  <a:extLst>
                    <a:ext uri="{9D8B030D-6E8A-4147-A177-3AD203B41FA5}">
                      <a16:colId xmlns:a16="http://schemas.microsoft.com/office/drawing/2014/main" val="1961221301"/>
                    </a:ext>
                  </a:extLst>
                </a:gridCol>
              </a:tblGrid>
              <a:tr h="0">
                <a:tc gridSpan="6">
                  <a:txBody>
                    <a:bodyPr/>
                    <a:lstStyle/>
                    <a:p>
                      <a:r>
                        <a:rPr lang="en-GB" sz="1200" dirty="0">
                          <a:latin typeface="+mn-lt"/>
                        </a:rPr>
                        <a:t>Results of the Split-Plot Test for the Between-Group Variable</a:t>
                      </a:r>
                    </a:p>
                  </a:txBody>
                  <a:tcPr>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28099324"/>
                  </a:ext>
                </a:extLst>
              </a:tr>
              <a:tr h="0">
                <a:tc>
                  <a:txBody>
                    <a:bodyPr/>
                    <a:lstStyle/>
                    <a:p>
                      <a:pPr algn="l" fontAlgn="ctr"/>
                      <a:r>
                        <a:rPr lang="en-GB" sz="1200" b="1" i="0">
                          <a:effectLst/>
                          <a:latin typeface="+mn-lt"/>
                        </a:rPr>
                        <a:t>Source</a:t>
                      </a:r>
                    </a:p>
                  </a:txBody>
                  <a:tcPr anchor="ctr">
                    <a:lnL>
                      <a:noFill/>
                    </a:lnL>
                    <a:lnR>
                      <a:noFill/>
                    </a:lnR>
                    <a:lnB>
                      <a:noFill/>
                    </a:lnB>
                    <a:solidFill>
                      <a:srgbClr val="FFFFFF"/>
                    </a:solidFill>
                  </a:tcPr>
                </a:tc>
                <a:tc>
                  <a:txBody>
                    <a:bodyPr/>
                    <a:lstStyle/>
                    <a:p>
                      <a:pPr algn="l" fontAlgn="ctr"/>
                      <a:r>
                        <a:rPr lang="en-GB" sz="1200" b="1" i="0">
                          <a:effectLst/>
                          <a:latin typeface="+mn-lt"/>
                        </a:rPr>
                        <a:t>Sum of Square</a:t>
                      </a:r>
                    </a:p>
                  </a:txBody>
                  <a:tcPr anchor="ctr">
                    <a:lnL>
                      <a:noFill/>
                    </a:lnL>
                    <a:lnR>
                      <a:noFill/>
                    </a:lnR>
                    <a:lnT>
                      <a:noFill/>
                    </a:lnT>
                    <a:lnB>
                      <a:noFill/>
                    </a:lnB>
                    <a:solidFill>
                      <a:srgbClr val="FFFFFF"/>
                    </a:solidFill>
                  </a:tcPr>
                </a:tc>
                <a:tc>
                  <a:txBody>
                    <a:bodyPr/>
                    <a:lstStyle/>
                    <a:p>
                      <a:pPr algn="l" fontAlgn="ctr"/>
                      <a:r>
                        <a:rPr lang="en-GB" sz="1200" b="1" i="1">
                          <a:effectLst/>
                          <a:latin typeface="+mn-lt"/>
                        </a:rPr>
                        <a:t>df</a:t>
                      </a:r>
                      <a:endParaRPr lang="en-GB" sz="1200" b="1" i="0">
                        <a:effectLst/>
                        <a:latin typeface="+mn-lt"/>
                      </a:endParaRPr>
                    </a:p>
                  </a:txBody>
                  <a:tcPr anchor="ctr">
                    <a:lnL>
                      <a:noFill/>
                    </a:lnL>
                    <a:lnR>
                      <a:noFill/>
                    </a:lnR>
                    <a:lnT>
                      <a:noFill/>
                    </a:lnT>
                    <a:lnB>
                      <a:noFill/>
                    </a:lnB>
                    <a:solidFill>
                      <a:srgbClr val="FFFFFF"/>
                    </a:solidFill>
                  </a:tcPr>
                </a:tc>
                <a:tc>
                  <a:txBody>
                    <a:bodyPr/>
                    <a:lstStyle/>
                    <a:p>
                      <a:pPr algn="l" fontAlgn="ctr"/>
                      <a:r>
                        <a:rPr lang="en-GB" sz="1200" b="1" i="0">
                          <a:effectLst/>
                          <a:latin typeface="+mn-lt"/>
                        </a:rPr>
                        <a:t>Mean Square</a:t>
                      </a:r>
                    </a:p>
                  </a:txBody>
                  <a:tcPr anchor="ctr">
                    <a:lnL>
                      <a:noFill/>
                    </a:lnL>
                    <a:lnR>
                      <a:noFill/>
                    </a:lnR>
                    <a:lnT>
                      <a:noFill/>
                    </a:lnT>
                    <a:lnB>
                      <a:noFill/>
                    </a:lnB>
                    <a:solidFill>
                      <a:srgbClr val="FFFFFF"/>
                    </a:solidFill>
                  </a:tcPr>
                </a:tc>
                <a:tc>
                  <a:txBody>
                    <a:bodyPr/>
                    <a:lstStyle/>
                    <a:p>
                      <a:pPr algn="l" fontAlgn="ctr"/>
                      <a:r>
                        <a:rPr lang="en-GB" sz="1200" b="1" i="1">
                          <a:effectLst/>
                          <a:latin typeface="+mn-lt"/>
                        </a:rPr>
                        <a:t>F</a:t>
                      </a:r>
                      <a:endParaRPr lang="en-GB" sz="1200" b="1" i="0">
                        <a:effectLst/>
                        <a:latin typeface="+mn-lt"/>
                      </a:endParaRPr>
                    </a:p>
                  </a:txBody>
                  <a:tcPr anchor="ctr">
                    <a:lnL>
                      <a:noFill/>
                    </a:lnL>
                    <a:lnR>
                      <a:noFill/>
                    </a:lnR>
                    <a:lnT>
                      <a:noFill/>
                    </a:lnT>
                    <a:lnB>
                      <a:noFill/>
                    </a:lnB>
                    <a:solidFill>
                      <a:srgbClr val="FFFFFF"/>
                    </a:solidFill>
                  </a:tcPr>
                </a:tc>
                <a:tc>
                  <a:txBody>
                    <a:bodyPr/>
                    <a:lstStyle/>
                    <a:p>
                      <a:pPr algn="l" fontAlgn="ctr"/>
                      <a:r>
                        <a:rPr lang="en-GB" sz="1200" b="1" i="0">
                          <a:effectLst/>
                          <a:latin typeface="+mn-lt"/>
                        </a:rPr>
                        <a:t>Significance</a:t>
                      </a:r>
                    </a:p>
                  </a:txBody>
                  <a:tcPr anchor="ctr">
                    <a:lnL>
                      <a:noFill/>
                    </a:lnL>
                    <a:lnR>
                      <a:noFill/>
                    </a:lnR>
                    <a:lnT>
                      <a:noFill/>
                    </a:lnT>
                    <a:lnB>
                      <a:noFill/>
                    </a:lnB>
                    <a:solidFill>
                      <a:srgbClr val="FFFFFF"/>
                    </a:solidFill>
                  </a:tcPr>
                </a:tc>
                <a:extLst>
                  <a:ext uri="{0D108BD9-81ED-4DB2-BD59-A6C34878D82A}">
                    <a16:rowId xmlns:a16="http://schemas.microsoft.com/office/drawing/2014/main" val="3942183449"/>
                  </a:ext>
                </a:extLst>
              </a:tr>
              <a:tr h="0">
                <a:tc>
                  <a:txBody>
                    <a:bodyPr/>
                    <a:lstStyle/>
                    <a:p>
                      <a:pPr algn="l" fontAlgn="t"/>
                      <a:r>
                        <a:rPr lang="en-GB" sz="1200" b="0">
                          <a:effectLst/>
                          <a:latin typeface="+mn-lt"/>
                        </a:rPr>
                        <a:t>Task type</a:t>
                      </a:r>
                    </a:p>
                  </a:txBody>
                  <a:tcPr>
                    <a:lnL>
                      <a:noFill/>
                    </a:lnL>
                    <a:lnR>
                      <a:noFill/>
                    </a:lnR>
                    <a:lnT>
                      <a:noFill/>
                    </a:lnT>
                    <a:lnB>
                      <a:noFill/>
                    </a:lnB>
                    <a:solidFill>
                      <a:srgbClr val="FFFFFF"/>
                    </a:solidFill>
                  </a:tcPr>
                </a:tc>
                <a:tc>
                  <a:txBody>
                    <a:bodyPr/>
                    <a:lstStyle/>
                    <a:p>
                      <a:pPr algn="l" fontAlgn="t"/>
                      <a:r>
                        <a:rPr lang="en-GB" sz="1200" b="0">
                          <a:effectLst/>
                          <a:latin typeface="+mn-lt"/>
                        </a:rPr>
                        <a:t>2745.187</a:t>
                      </a:r>
                    </a:p>
                  </a:txBody>
                  <a:tcPr>
                    <a:lnL>
                      <a:noFill/>
                    </a:lnL>
                    <a:lnR>
                      <a:noFill/>
                    </a:lnR>
                    <a:lnT>
                      <a:noFill/>
                    </a:lnT>
                    <a:lnB>
                      <a:noFill/>
                    </a:lnB>
                    <a:solidFill>
                      <a:srgbClr val="FFFFFF"/>
                    </a:solidFill>
                  </a:tcPr>
                </a:tc>
                <a:tc>
                  <a:txBody>
                    <a:bodyPr/>
                    <a:lstStyle/>
                    <a:p>
                      <a:pPr algn="l" fontAlgn="t"/>
                      <a:r>
                        <a:rPr lang="en-GB" sz="1200" b="0">
                          <a:effectLst/>
                          <a:latin typeface="+mn-lt"/>
                        </a:rPr>
                        <a:t> 1</a:t>
                      </a:r>
                    </a:p>
                  </a:txBody>
                  <a:tcPr>
                    <a:lnL>
                      <a:noFill/>
                    </a:lnL>
                    <a:lnR>
                      <a:noFill/>
                    </a:lnR>
                    <a:lnT>
                      <a:noFill/>
                    </a:lnT>
                    <a:lnB>
                      <a:noFill/>
                    </a:lnB>
                    <a:solidFill>
                      <a:srgbClr val="FFFFFF"/>
                    </a:solidFill>
                  </a:tcPr>
                </a:tc>
                <a:tc>
                  <a:txBody>
                    <a:bodyPr/>
                    <a:lstStyle/>
                    <a:p>
                      <a:pPr algn="l" fontAlgn="t"/>
                      <a:r>
                        <a:rPr lang="en-GB" sz="1200" b="0">
                          <a:effectLst/>
                          <a:latin typeface="+mn-lt"/>
                        </a:rPr>
                        <a:t>2745.187</a:t>
                      </a:r>
                    </a:p>
                  </a:txBody>
                  <a:tcPr>
                    <a:lnL>
                      <a:noFill/>
                    </a:lnL>
                    <a:lnR>
                      <a:noFill/>
                    </a:lnR>
                    <a:lnT>
                      <a:noFill/>
                    </a:lnT>
                    <a:lnB>
                      <a:noFill/>
                    </a:lnB>
                    <a:solidFill>
                      <a:srgbClr val="FFFFFF"/>
                    </a:solidFill>
                  </a:tcPr>
                </a:tc>
                <a:tc>
                  <a:txBody>
                    <a:bodyPr/>
                    <a:lstStyle/>
                    <a:p>
                      <a:pPr algn="l" fontAlgn="t"/>
                      <a:r>
                        <a:rPr lang="en-GB" sz="1200" b="0">
                          <a:effectLst/>
                          <a:latin typeface="+mn-lt"/>
                        </a:rPr>
                        <a:t>0.995</a:t>
                      </a:r>
                    </a:p>
                  </a:txBody>
                  <a:tcPr>
                    <a:lnL>
                      <a:noFill/>
                    </a:lnL>
                    <a:lnR>
                      <a:noFill/>
                    </a:lnR>
                    <a:lnT>
                      <a:noFill/>
                    </a:lnT>
                    <a:lnB>
                      <a:noFill/>
                    </a:lnB>
                    <a:solidFill>
                      <a:srgbClr val="FFFFFF"/>
                    </a:solidFill>
                  </a:tcPr>
                </a:tc>
                <a:tc>
                  <a:txBody>
                    <a:bodyPr/>
                    <a:lstStyle/>
                    <a:p>
                      <a:pPr algn="l" fontAlgn="t"/>
                      <a:r>
                        <a:rPr lang="en-GB" sz="1200" b="0" dirty="0">
                          <a:effectLst/>
                          <a:latin typeface="+mn-lt"/>
                        </a:rPr>
                        <a:t>0.335</a:t>
                      </a:r>
                    </a:p>
                  </a:txBody>
                  <a:tcPr>
                    <a:lnL>
                      <a:noFill/>
                    </a:lnL>
                    <a:lnR>
                      <a:noFill/>
                    </a:lnR>
                    <a:lnT>
                      <a:noFill/>
                    </a:lnT>
                    <a:lnB>
                      <a:noFill/>
                    </a:lnB>
                    <a:solidFill>
                      <a:srgbClr val="FFFFFF"/>
                    </a:solidFill>
                  </a:tcPr>
                </a:tc>
                <a:extLst>
                  <a:ext uri="{0D108BD9-81ED-4DB2-BD59-A6C34878D82A}">
                    <a16:rowId xmlns:a16="http://schemas.microsoft.com/office/drawing/2014/main" val="2419073207"/>
                  </a:ext>
                </a:extLst>
              </a:tr>
              <a:tr h="0">
                <a:tc>
                  <a:txBody>
                    <a:bodyPr/>
                    <a:lstStyle/>
                    <a:p>
                      <a:pPr algn="l" fontAlgn="t"/>
                      <a:r>
                        <a:rPr lang="en-GB" sz="1200" b="0">
                          <a:effectLst/>
                          <a:latin typeface="+mn-lt"/>
                        </a:rPr>
                        <a:t>Error</a:t>
                      </a:r>
                    </a:p>
                  </a:txBody>
                  <a:tcPr>
                    <a:lnL>
                      <a:noFill/>
                    </a:lnL>
                    <a:lnR>
                      <a:noFill/>
                    </a:lnR>
                    <a:lnT>
                      <a:noFill/>
                    </a:lnT>
                    <a:lnB>
                      <a:noFill/>
                    </a:lnB>
                    <a:solidFill>
                      <a:srgbClr val="EEF2F6"/>
                    </a:solidFill>
                  </a:tcPr>
                </a:tc>
                <a:tc>
                  <a:txBody>
                    <a:bodyPr/>
                    <a:lstStyle/>
                    <a:p>
                      <a:pPr algn="l" fontAlgn="t"/>
                      <a:r>
                        <a:rPr lang="en-GB" sz="1200" b="0">
                          <a:effectLst/>
                          <a:latin typeface="+mn-lt"/>
                        </a:rPr>
                        <a:t>38,625.125</a:t>
                      </a:r>
                    </a:p>
                  </a:txBody>
                  <a:tcPr>
                    <a:lnL>
                      <a:noFill/>
                    </a:lnL>
                    <a:lnR>
                      <a:noFill/>
                    </a:lnR>
                    <a:lnT>
                      <a:noFill/>
                    </a:lnT>
                    <a:lnB>
                      <a:noFill/>
                    </a:lnB>
                    <a:solidFill>
                      <a:srgbClr val="EEF2F6"/>
                    </a:solidFill>
                  </a:tcPr>
                </a:tc>
                <a:tc>
                  <a:txBody>
                    <a:bodyPr/>
                    <a:lstStyle/>
                    <a:p>
                      <a:pPr algn="l" fontAlgn="t"/>
                      <a:r>
                        <a:rPr lang="en-GB" sz="1200" b="0" dirty="0">
                          <a:effectLst/>
                          <a:latin typeface="+mn-lt"/>
                        </a:rPr>
                        <a:t>14</a:t>
                      </a:r>
                    </a:p>
                  </a:txBody>
                  <a:tcPr>
                    <a:lnL>
                      <a:noFill/>
                    </a:lnL>
                    <a:lnR>
                      <a:noFill/>
                    </a:lnR>
                    <a:lnT>
                      <a:noFill/>
                    </a:lnT>
                    <a:lnB>
                      <a:noFill/>
                    </a:lnB>
                    <a:solidFill>
                      <a:srgbClr val="EEF2F6"/>
                    </a:solidFill>
                  </a:tcPr>
                </a:tc>
                <a:tc>
                  <a:txBody>
                    <a:bodyPr/>
                    <a:lstStyle/>
                    <a:p>
                      <a:pPr algn="l" fontAlgn="t"/>
                      <a:r>
                        <a:rPr lang="en-GB" sz="1200" b="0">
                          <a:effectLst/>
                          <a:latin typeface="+mn-lt"/>
                        </a:rPr>
                        <a:t>2758.937</a:t>
                      </a:r>
                    </a:p>
                  </a:txBody>
                  <a:tcPr>
                    <a:lnL>
                      <a:noFill/>
                    </a:lnL>
                    <a:lnR>
                      <a:noFill/>
                    </a:lnR>
                    <a:lnT>
                      <a:noFill/>
                    </a:lnT>
                    <a:lnB>
                      <a:noFill/>
                    </a:lnB>
                    <a:solidFill>
                      <a:srgbClr val="EEF2F6"/>
                    </a:solidFill>
                  </a:tcPr>
                </a:tc>
                <a:tc>
                  <a:txBody>
                    <a:bodyPr/>
                    <a:lstStyle/>
                    <a:p>
                      <a:pPr algn="l" fontAlgn="t"/>
                      <a:r>
                        <a:rPr lang="en-GB" sz="1200" b="0">
                          <a:effectLst/>
                          <a:latin typeface="+mn-lt"/>
                        </a:rPr>
                        <a:t>—</a:t>
                      </a:r>
                    </a:p>
                  </a:txBody>
                  <a:tcPr>
                    <a:lnL>
                      <a:noFill/>
                    </a:lnL>
                    <a:lnR>
                      <a:noFill/>
                    </a:lnR>
                    <a:lnT>
                      <a:noFill/>
                    </a:lnT>
                    <a:lnB>
                      <a:noFill/>
                    </a:lnB>
                    <a:solidFill>
                      <a:srgbClr val="EEF2F6"/>
                    </a:solidFill>
                  </a:tcPr>
                </a:tc>
                <a:tc>
                  <a:txBody>
                    <a:bodyPr/>
                    <a:lstStyle/>
                    <a:p>
                      <a:pPr algn="l" fontAlgn="t"/>
                      <a:r>
                        <a:rPr lang="en-GB" sz="1200" b="0" dirty="0">
                          <a:effectLst/>
                          <a:latin typeface="+mn-lt"/>
                        </a:rPr>
                        <a:t>—</a:t>
                      </a:r>
                    </a:p>
                  </a:txBody>
                  <a:tcPr>
                    <a:lnL>
                      <a:noFill/>
                    </a:lnL>
                    <a:lnR>
                      <a:noFill/>
                    </a:lnR>
                    <a:lnT>
                      <a:noFill/>
                    </a:lnT>
                    <a:lnB>
                      <a:noFill/>
                    </a:lnB>
                    <a:solidFill>
                      <a:srgbClr val="EEF2F6"/>
                    </a:solidFill>
                  </a:tcPr>
                </a:tc>
                <a:extLst>
                  <a:ext uri="{0D108BD9-81ED-4DB2-BD59-A6C34878D82A}">
                    <a16:rowId xmlns:a16="http://schemas.microsoft.com/office/drawing/2014/main" val="3328285114"/>
                  </a:ext>
                </a:extLst>
              </a:tr>
            </a:tbl>
          </a:graphicData>
        </a:graphic>
      </p:graphicFrame>
      <p:graphicFrame>
        <p:nvGraphicFramePr>
          <p:cNvPr id="7" name="Table 6">
            <a:extLst>
              <a:ext uri="{FF2B5EF4-FFF2-40B4-BE49-F238E27FC236}">
                <a16:creationId xmlns:a16="http://schemas.microsoft.com/office/drawing/2014/main" id="{2CFFF9C6-69C3-290F-F368-C882414FF18C}"/>
              </a:ext>
            </a:extLst>
          </p:cNvPr>
          <p:cNvGraphicFramePr>
            <a:graphicFrameLocks noGrp="1"/>
          </p:cNvGraphicFramePr>
          <p:nvPr/>
        </p:nvGraphicFramePr>
        <p:xfrm>
          <a:off x="161928" y="3599816"/>
          <a:ext cx="5281434" cy="2281400"/>
        </p:xfrm>
        <a:graphic>
          <a:graphicData uri="http://schemas.openxmlformats.org/drawingml/2006/table">
            <a:tbl>
              <a:tblPr/>
              <a:tblGrid>
                <a:gridCol w="953688">
                  <a:extLst>
                    <a:ext uri="{9D8B030D-6E8A-4147-A177-3AD203B41FA5}">
                      <a16:colId xmlns:a16="http://schemas.microsoft.com/office/drawing/2014/main" val="600287932"/>
                    </a:ext>
                  </a:extLst>
                </a:gridCol>
                <a:gridCol w="936104">
                  <a:extLst>
                    <a:ext uri="{9D8B030D-6E8A-4147-A177-3AD203B41FA5}">
                      <a16:colId xmlns:a16="http://schemas.microsoft.com/office/drawing/2014/main" val="633018052"/>
                    </a:ext>
                  </a:extLst>
                </a:gridCol>
                <a:gridCol w="750925">
                  <a:extLst>
                    <a:ext uri="{9D8B030D-6E8A-4147-A177-3AD203B41FA5}">
                      <a16:colId xmlns:a16="http://schemas.microsoft.com/office/drawing/2014/main" val="244481361"/>
                    </a:ext>
                  </a:extLst>
                </a:gridCol>
                <a:gridCol w="880239">
                  <a:extLst>
                    <a:ext uri="{9D8B030D-6E8A-4147-A177-3AD203B41FA5}">
                      <a16:colId xmlns:a16="http://schemas.microsoft.com/office/drawing/2014/main" val="430217638"/>
                    </a:ext>
                  </a:extLst>
                </a:gridCol>
                <a:gridCol w="673092">
                  <a:extLst>
                    <a:ext uri="{9D8B030D-6E8A-4147-A177-3AD203B41FA5}">
                      <a16:colId xmlns:a16="http://schemas.microsoft.com/office/drawing/2014/main" val="3005748273"/>
                    </a:ext>
                  </a:extLst>
                </a:gridCol>
                <a:gridCol w="1087386">
                  <a:extLst>
                    <a:ext uri="{9D8B030D-6E8A-4147-A177-3AD203B41FA5}">
                      <a16:colId xmlns:a16="http://schemas.microsoft.com/office/drawing/2014/main" val="816955422"/>
                    </a:ext>
                  </a:extLst>
                </a:gridCol>
              </a:tblGrid>
              <a:tr h="148727">
                <a:tc gridSpan="6">
                  <a:txBody>
                    <a:bodyPr/>
                    <a:lstStyle/>
                    <a:p>
                      <a:r>
                        <a:rPr lang="en-GB" sz="1200" dirty="0">
                          <a:latin typeface="+mn-lt"/>
                        </a:rPr>
                        <a:t>Results of the Split-Plot Test for the Within-Group Variable</a:t>
                      </a:r>
                    </a:p>
                  </a:txBody>
                  <a:tcPr marL="90519" marR="90519" marT="45260" marB="45260">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12288361"/>
                  </a:ext>
                </a:extLst>
              </a:tr>
              <a:tr h="281648">
                <a:tc>
                  <a:txBody>
                    <a:bodyPr/>
                    <a:lstStyle/>
                    <a:p>
                      <a:pPr algn="l" fontAlgn="ctr"/>
                      <a:r>
                        <a:rPr lang="en-GB" sz="1200" b="1" i="0">
                          <a:effectLst/>
                          <a:latin typeface="+mn-lt"/>
                        </a:rPr>
                        <a:t>Source</a:t>
                      </a:r>
                    </a:p>
                  </a:txBody>
                  <a:tcPr marL="90519" marR="90519" marT="45260" marB="45260" anchor="ctr">
                    <a:lnL>
                      <a:noFill/>
                    </a:lnL>
                    <a:lnR>
                      <a:noFill/>
                    </a:lnR>
                    <a:lnB>
                      <a:noFill/>
                    </a:lnB>
                    <a:solidFill>
                      <a:srgbClr val="FFFFFF"/>
                    </a:solidFill>
                  </a:tcPr>
                </a:tc>
                <a:tc>
                  <a:txBody>
                    <a:bodyPr/>
                    <a:lstStyle/>
                    <a:p>
                      <a:pPr algn="l" fontAlgn="ctr"/>
                      <a:r>
                        <a:rPr lang="en-GB" sz="1200" b="1" i="0">
                          <a:effectLst/>
                          <a:latin typeface="+mn-lt"/>
                        </a:rPr>
                        <a:t>Sum of Square</a:t>
                      </a:r>
                    </a:p>
                  </a:txBody>
                  <a:tcPr marL="90519" marR="90519" marT="45260" marB="45260" anchor="ctr">
                    <a:lnL>
                      <a:noFill/>
                    </a:lnL>
                    <a:lnR>
                      <a:noFill/>
                    </a:lnR>
                    <a:lnT>
                      <a:noFill/>
                    </a:lnT>
                    <a:lnB>
                      <a:noFill/>
                    </a:lnB>
                    <a:solidFill>
                      <a:srgbClr val="FFFFFF"/>
                    </a:solidFill>
                  </a:tcPr>
                </a:tc>
                <a:tc>
                  <a:txBody>
                    <a:bodyPr/>
                    <a:lstStyle/>
                    <a:p>
                      <a:pPr algn="l" fontAlgn="ctr"/>
                      <a:r>
                        <a:rPr lang="en-GB" sz="1200" b="1" i="1">
                          <a:effectLst/>
                          <a:latin typeface="+mn-lt"/>
                        </a:rPr>
                        <a:t>df</a:t>
                      </a:r>
                      <a:endParaRPr lang="en-GB" sz="1200" b="1" i="0">
                        <a:effectLst/>
                        <a:latin typeface="+mn-lt"/>
                      </a:endParaRPr>
                    </a:p>
                  </a:txBody>
                  <a:tcPr marL="90519" marR="90519" marT="45260" marB="45260" anchor="ctr">
                    <a:lnL>
                      <a:noFill/>
                    </a:lnL>
                    <a:lnR>
                      <a:noFill/>
                    </a:lnR>
                    <a:lnT>
                      <a:noFill/>
                    </a:lnT>
                    <a:lnB>
                      <a:noFill/>
                    </a:lnB>
                    <a:solidFill>
                      <a:srgbClr val="FFFFFF"/>
                    </a:solidFill>
                  </a:tcPr>
                </a:tc>
                <a:tc>
                  <a:txBody>
                    <a:bodyPr/>
                    <a:lstStyle/>
                    <a:p>
                      <a:pPr algn="l" fontAlgn="ctr"/>
                      <a:r>
                        <a:rPr lang="en-GB" sz="1200" b="1" i="0">
                          <a:effectLst/>
                          <a:latin typeface="+mn-lt"/>
                        </a:rPr>
                        <a:t>Mean Square</a:t>
                      </a:r>
                    </a:p>
                  </a:txBody>
                  <a:tcPr marL="90519" marR="90519" marT="45260" marB="45260" anchor="ctr">
                    <a:lnL>
                      <a:noFill/>
                    </a:lnL>
                    <a:lnR>
                      <a:noFill/>
                    </a:lnR>
                    <a:lnT>
                      <a:noFill/>
                    </a:lnT>
                    <a:lnB>
                      <a:noFill/>
                    </a:lnB>
                    <a:solidFill>
                      <a:srgbClr val="FFFFFF"/>
                    </a:solidFill>
                  </a:tcPr>
                </a:tc>
                <a:tc>
                  <a:txBody>
                    <a:bodyPr/>
                    <a:lstStyle/>
                    <a:p>
                      <a:pPr algn="l" fontAlgn="ctr"/>
                      <a:r>
                        <a:rPr lang="en-GB" sz="1200" b="1" i="1">
                          <a:effectLst/>
                          <a:latin typeface="+mn-lt"/>
                        </a:rPr>
                        <a:t>F</a:t>
                      </a:r>
                      <a:endParaRPr lang="en-GB" sz="1200" b="1" i="0">
                        <a:effectLst/>
                        <a:latin typeface="+mn-lt"/>
                      </a:endParaRPr>
                    </a:p>
                  </a:txBody>
                  <a:tcPr marL="90519" marR="90519" marT="45260" marB="45260" anchor="ctr">
                    <a:lnL>
                      <a:noFill/>
                    </a:lnL>
                    <a:lnR>
                      <a:noFill/>
                    </a:lnR>
                    <a:lnT>
                      <a:noFill/>
                    </a:lnT>
                    <a:lnB>
                      <a:noFill/>
                    </a:lnB>
                    <a:solidFill>
                      <a:srgbClr val="FFFFFF"/>
                    </a:solidFill>
                  </a:tcPr>
                </a:tc>
                <a:tc>
                  <a:txBody>
                    <a:bodyPr/>
                    <a:lstStyle/>
                    <a:p>
                      <a:pPr algn="l" fontAlgn="ctr"/>
                      <a:r>
                        <a:rPr lang="en-GB" sz="1200" b="1" i="0">
                          <a:effectLst/>
                          <a:latin typeface="+mn-lt"/>
                        </a:rPr>
                        <a:t>Significance</a:t>
                      </a:r>
                    </a:p>
                  </a:txBody>
                  <a:tcPr marL="90519" marR="90519" marT="45260" marB="45260" anchor="ctr">
                    <a:lnL>
                      <a:noFill/>
                    </a:lnL>
                    <a:lnR>
                      <a:noFill/>
                    </a:lnR>
                    <a:lnT>
                      <a:noFill/>
                    </a:lnT>
                    <a:lnB>
                      <a:noFill/>
                    </a:lnB>
                    <a:solidFill>
                      <a:srgbClr val="FFFFFF"/>
                    </a:solidFill>
                  </a:tcPr>
                </a:tc>
                <a:extLst>
                  <a:ext uri="{0D108BD9-81ED-4DB2-BD59-A6C34878D82A}">
                    <a16:rowId xmlns:a16="http://schemas.microsoft.com/office/drawing/2014/main" val="2409943094"/>
                  </a:ext>
                </a:extLst>
              </a:tr>
              <a:tr h="281648">
                <a:tc>
                  <a:txBody>
                    <a:bodyPr/>
                    <a:lstStyle/>
                    <a:p>
                      <a:pPr algn="l" fontAlgn="t"/>
                      <a:r>
                        <a:rPr lang="en-GB" sz="1200" b="0">
                          <a:effectLst/>
                          <a:latin typeface="+mn-lt"/>
                        </a:rPr>
                        <a:t>Entry method</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17,564.625</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 2</a:t>
                      </a:r>
                    </a:p>
                  </a:txBody>
                  <a:tcPr marL="90519" marR="90519" marT="45260" marB="45260">
                    <a:lnL>
                      <a:noFill/>
                    </a:lnL>
                    <a:lnR>
                      <a:noFill/>
                    </a:lnR>
                    <a:lnT>
                      <a:noFill/>
                    </a:lnT>
                    <a:lnB>
                      <a:noFill/>
                    </a:lnB>
                    <a:solidFill>
                      <a:srgbClr val="FFFFFF"/>
                    </a:solidFill>
                  </a:tcPr>
                </a:tc>
                <a:tc>
                  <a:txBody>
                    <a:bodyPr/>
                    <a:lstStyle/>
                    <a:p>
                      <a:pPr algn="l" fontAlgn="t"/>
                      <a:r>
                        <a:rPr lang="en-GB" sz="1200" b="0" dirty="0">
                          <a:effectLst/>
                          <a:latin typeface="+mn-lt"/>
                        </a:rPr>
                        <a:t>8782.313</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5.702</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0.008</a:t>
                      </a:r>
                    </a:p>
                  </a:txBody>
                  <a:tcPr marL="90519" marR="90519" marT="45260" marB="45260">
                    <a:lnL>
                      <a:noFill/>
                    </a:lnL>
                    <a:lnR>
                      <a:noFill/>
                    </a:lnR>
                    <a:lnT>
                      <a:noFill/>
                    </a:lnT>
                    <a:lnB>
                      <a:noFill/>
                    </a:lnB>
                    <a:solidFill>
                      <a:srgbClr val="FFFFFF"/>
                    </a:solidFill>
                  </a:tcPr>
                </a:tc>
                <a:extLst>
                  <a:ext uri="{0D108BD9-81ED-4DB2-BD59-A6C34878D82A}">
                    <a16:rowId xmlns:a16="http://schemas.microsoft.com/office/drawing/2014/main" val="1896195844"/>
                  </a:ext>
                </a:extLst>
              </a:tr>
              <a:tr h="366142">
                <a:tc>
                  <a:txBody>
                    <a:bodyPr/>
                    <a:lstStyle/>
                    <a:p>
                      <a:pPr algn="l" fontAlgn="t"/>
                      <a:r>
                        <a:rPr lang="en-GB" sz="1200" b="0">
                          <a:effectLst/>
                          <a:latin typeface="+mn-lt"/>
                        </a:rPr>
                        <a:t>Entry method*task type</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114.875</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 2</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57.437</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0.037</a:t>
                      </a:r>
                    </a:p>
                  </a:txBody>
                  <a:tcPr marL="90519" marR="90519" marT="45260" marB="45260">
                    <a:lnL>
                      <a:noFill/>
                    </a:lnL>
                    <a:lnR>
                      <a:noFill/>
                    </a:lnR>
                    <a:lnT>
                      <a:noFill/>
                    </a:lnT>
                    <a:lnB>
                      <a:noFill/>
                    </a:lnB>
                    <a:solidFill>
                      <a:srgbClr val="EEF2F6"/>
                    </a:solidFill>
                  </a:tcPr>
                </a:tc>
                <a:tc>
                  <a:txBody>
                    <a:bodyPr/>
                    <a:lstStyle/>
                    <a:p>
                      <a:pPr algn="l" fontAlgn="t"/>
                      <a:r>
                        <a:rPr lang="en-GB" sz="1200" b="0">
                          <a:effectLst/>
                          <a:latin typeface="+mn-lt"/>
                        </a:rPr>
                        <a:t>0.963</a:t>
                      </a:r>
                    </a:p>
                  </a:txBody>
                  <a:tcPr marL="90519" marR="90519" marT="45260" marB="45260">
                    <a:lnL>
                      <a:noFill/>
                    </a:lnL>
                    <a:lnR>
                      <a:noFill/>
                    </a:lnR>
                    <a:lnT>
                      <a:noFill/>
                    </a:lnT>
                    <a:lnB>
                      <a:noFill/>
                    </a:lnB>
                    <a:solidFill>
                      <a:srgbClr val="EEF2F6"/>
                    </a:solidFill>
                  </a:tcPr>
                </a:tc>
                <a:extLst>
                  <a:ext uri="{0D108BD9-81ED-4DB2-BD59-A6C34878D82A}">
                    <a16:rowId xmlns:a16="http://schemas.microsoft.com/office/drawing/2014/main" val="1001394030"/>
                  </a:ext>
                </a:extLst>
              </a:tr>
              <a:tr h="366142">
                <a:tc>
                  <a:txBody>
                    <a:bodyPr/>
                    <a:lstStyle/>
                    <a:p>
                      <a:pPr algn="l" fontAlgn="t"/>
                      <a:r>
                        <a:rPr lang="en-GB" sz="1200" b="0">
                          <a:effectLst/>
                          <a:latin typeface="+mn-lt"/>
                        </a:rPr>
                        <a:t>Error (entry method)</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43,126.5</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28</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1540.232</a:t>
                      </a:r>
                    </a:p>
                  </a:txBody>
                  <a:tcPr marL="90519" marR="90519" marT="45260" marB="45260">
                    <a:lnL>
                      <a:noFill/>
                    </a:lnL>
                    <a:lnR>
                      <a:noFill/>
                    </a:lnR>
                    <a:lnT>
                      <a:noFill/>
                    </a:lnT>
                    <a:lnB>
                      <a:noFill/>
                    </a:lnB>
                    <a:solidFill>
                      <a:srgbClr val="FFFFFF"/>
                    </a:solidFill>
                  </a:tcPr>
                </a:tc>
                <a:tc>
                  <a:txBody>
                    <a:bodyPr/>
                    <a:lstStyle/>
                    <a:p>
                      <a:pPr algn="l" fontAlgn="t"/>
                      <a:r>
                        <a:rPr lang="en-GB" sz="1200" b="0">
                          <a:effectLst/>
                          <a:latin typeface="+mn-lt"/>
                        </a:rPr>
                        <a:t>—</a:t>
                      </a:r>
                    </a:p>
                  </a:txBody>
                  <a:tcPr marL="90519" marR="90519" marT="45260" marB="45260">
                    <a:lnL>
                      <a:noFill/>
                    </a:lnL>
                    <a:lnR>
                      <a:noFill/>
                    </a:lnR>
                    <a:lnT>
                      <a:noFill/>
                    </a:lnT>
                    <a:lnB>
                      <a:noFill/>
                    </a:lnB>
                    <a:solidFill>
                      <a:srgbClr val="FFFFFF"/>
                    </a:solidFill>
                  </a:tcPr>
                </a:tc>
                <a:tc>
                  <a:txBody>
                    <a:bodyPr/>
                    <a:lstStyle/>
                    <a:p>
                      <a:pPr algn="l" fontAlgn="t"/>
                      <a:r>
                        <a:rPr lang="en-GB" sz="1200" b="0" dirty="0">
                          <a:effectLst/>
                          <a:latin typeface="+mn-lt"/>
                        </a:rPr>
                        <a:t>—</a:t>
                      </a:r>
                    </a:p>
                  </a:txBody>
                  <a:tcPr marL="90519" marR="90519" marT="45260" marB="45260">
                    <a:lnL>
                      <a:noFill/>
                    </a:lnL>
                    <a:lnR>
                      <a:noFill/>
                    </a:lnR>
                    <a:lnT>
                      <a:noFill/>
                    </a:lnT>
                    <a:lnB>
                      <a:noFill/>
                    </a:lnB>
                    <a:solidFill>
                      <a:srgbClr val="FFFFFF"/>
                    </a:solidFill>
                  </a:tcPr>
                </a:tc>
                <a:extLst>
                  <a:ext uri="{0D108BD9-81ED-4DB2-BD59-A6C34878D82A}">
                    <a16:rowId xmlns:a16="http://schemas.microsoft.com/office/drawing/2014/main" val="4126607873"/>
                  </a:ext>
                </a:extLst>
              </a:tr>
            </a:tbl>
          </a:graphicData>
        </a:graphic>
      </p:graphicFrame>
      <p:sp>
        <p:nvSpPr>
          <p:cNvPr id="8" name="TextBox 7">
            <a:extLst>
              <a:ext uri="{FF2B5EF4-FFF2-40B4-BE49-F238E27FC236}">
                <a16:creationId xmlns:a16="http://schemas.microsoft.com/office/drawing/2014/main" id="{610AE0CB-7483-8F3A-BC64-351C3D59590D}"/>
              </a:ext>
            </a:extLst>
          </p:cNvPr>
          <p:cNvSpPr txBox="1"/>
          <p:nvPr/>
        </p:nvSpPr>
        <p:spPr>
          <a:xfrm>
            <a:off x="5580112" y="1704723"/>
            <a:ext cx="3401960" cy="4247317"/>
          </a:xfrm>
          <a:prstGeom prst="rect">
            <a:avLst/>
          </a:prstGeom>
          <a:solidFill>
            <a:schemeClr val="accent1">
              <a:lumMod val="40000"/>
              <a:lumOff val="60000"/>
            </a:schemeClr>
          </a:solidFill>
        </p:spPr>
        <p:txBody>
          <a:bodyPr wrap="square" rtlCol="0">
            <a:spAutoFit/>
          </a:bodyPr>
          <a:lstStyle/>
          <a:p>
            <a:r>
              <a:rPr lang="en-GB" sz="1800" b="0" i="0" dirty="0">
                <a:solidFill>
                  <a:srgbClr val="3D3B49"/>
                </a:solidFill>
                <a:effectLst/>
                <a:latin typeface="+mn-lt"/>
              </a:rPr>
              <a:t>The between-group results suggest that there is no significant difference between participants who complete composition or transcription tasks (F(1, 14) = 0.995, </a:t>
            </a:r>
            <a:r>
              <a:rPr lang="en-GB" sz="1800" b="0" i="0" dirty="0" err="1">
                <a:solidFill>
                  <a:srgbClr val="3D3B49"/>
                </a:solidFill>
                <a:effectLst/>
                <a:latin typeface="+mn-lt"/>
              </a:rPr>
              <a:t>n.s</a:t>
            </a:r>
            <a:r>
              <a:rPr lang="en-GB" sz="1800" b="0" i="0" dirty="0">
                <a:solidFill>
                  <a:srgbClr val="3D3B49"/>
                </a:solidFill>
                <a:effectLst/>
                <a:latin typeface="+mn-lt"/>
              </a:rPr>
              <a:t>.). </a:t>
            </a:r>
          </a:p>
          <a:p>
            <a:endParaRPr lang="en-GB" sz="1800" dirty="0">
              <a:solidFill>
                <a:srgbClr val="3D3B49"/>
              </a:solidFill>
              <a:latin typeface="+mn-lt"/>
            </a:endParaRPr>
          </a:p>
          <a:p>
            <a:r>
              <a:rPr lang="en-GB" sz="1800" dirty="0">
                <a:solidFill>
                  <a:srgbClr val="3D3B49"/>
                </a:solidFill>
                <a:latin typeface="+mn-lt"/>
              </a:rPr>
              <a:t>The within-group </a:t>
            </a:r>
            <a:r>
              <a:rPr lang="en-GB" sz="1800" b="0" i="0" dirty="0">
                <a:solidFill>
                  <a:srgbClr val="3D3B49"/>
                </a:solidFill>
                <a:effectLst/>
                <a:latin typeface="+mn-lt"/>
              </a:rPr>
              <a:t>results suggest that there is a significant difference among the three text entry methods (F(2, 28) = 5.702, p &lt; 0.01).</a:t>
            </a:r>
          </a:p>
          <a:p>
            <a:r>
              <a:rPr lang="en-GB" sz="1800" b="0" i="0" dirty="0">
                <a:solidFill>
                  <a:srgbClr val="3D3B49"/>
                </a:solidFill>
                <a:effectLst/>
                <a:latin typeface="+mn-lt"/>
              </a:rPr>
              <a:t>The interaction effect between task types and text entry methods is not significant (F(2, 28) = 0.037, </a:t>
            </a:r>
            <a:r>
              <a:rPr lang="en-GB" sz="1800" b="0" i="0" dirty="0" err="1">
                <a:solidFill>
                  <a:srgbClr val="3D3B49"/>
                </a:solidFill>
                <a:effectLst/>
                <a:latin typeface="+mn-lt"/>
              </a:rPr>
              <a:t>n.s</a:t>
            </a:r>
            <a:r>
              <a:rPr lang="en-GB" sz="1800" b="0" i="0" dirty="0">
                <a:solidFill>
                  <a:srgbClr val="3D3B49"/>
                </a:solidFill>
                <a:effectLst/>
                <a:latin typeface="+mn-lt"/>
              </a:rPr>
              <a:t>.).</a:t>
            </a:r>
            <a:endParaRPr lang="en-GB" sz="1800" dirty="0">
              <a:latin typeface="+mn-lt"/>
            </a:endParaRPr>
          </a:p>
        </p:txBody>
      </p:sp>
      <p:sp>
        <p:nvSpPr>
          <p:cNvPr id="4" name="Rectangle 3">
            <a:extLst>
              <a:ext uri="{FF2B5EF4-FFF2-40B4-BE49-F238E27FC236}">
                <a16:creationId xmlns:a16="http://schemas.microsoft.com/office/drawing/2014/main" id="{B4EF7CA8-235A-41DB-C167-6B8DCD2108EE}"/>
              </a:ext>
            </a:extLst>
          </p:cNvPr>
          <p:cNvSpPr/>
          <p:nvPr/>
        </p:nvSpPr>
        <p:spPr>
          <a:xfrm>
            <a:off x="3635202" y="4293096"/>
            <a:ext cx="1773532" cy="30452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1AEADAE-8A36-B7D0-29AA-A795A940F7C4}"/>
              </a:ext>
            </a:extLst>
          </p:cNvPr>
          <p:cNvSpPr/>
          <p:nvPr/>
        </p:nvSpPr>
        <p:spPr>
          <a:xfrm>
            <a:off x="3628347" y="4768839"/>
            <a:ext cx="1773531"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5FA29C67-771F-2A5C-1305-C90C5E6B979E}"/>
              </a:ext>
            </a:extLst>
          </p:cNvPr>
          <p:cNvSpPr txBox="1"/>
          <p:nvPr/>
        </p:nvSpPr>
        <p:spPr>
          <a:xfrm>
            <a:off x="4173580" y="3120816"/>
            <a:ext cx="1025439" cy="307777"/>
          </a:xfrm>
          <a:prstGeom prst="rect">
            <a:avLst/>
          </a:prstGeom>
          <a:noFill/>
        </p:spPr>
        <p:txBody>
          <a:bodyPr wrap="square" rtlCol="0">
            <a:spAutoFit/>
          </a:bodyPr>
          <a:lstStyle/>
          <a:p>
            <a:r>
              <a:rPr lang="en-GB" sz="1400" b="1" dirty="0">
                <a:latin typeface="Bradley Hand ITC" panose="03070402050302030203" pitchFamily="66" charset="0"/>
              </a:rPr>
              <a:t>Is p&lt;0.05?</a:t>
            </a:r>
          </a:p>
        </p:txBody>
      </p:sp>
      <p:sp>
        <p:nvSpPr>
          <p:cNvPr id="11" name="Rectangle 10">
            <a:extLst>
              <a:ext uri="{FF2B5EF4-FFF2-40B4-BE49-F238E27FC236}">
                <a16:creationId xmlns:a16="http://schemas.microsoft.com/office/drawing/2014/main" id="{7509FCB3-5123-D3F7-D6D0-38EB66F4E5D5}"/>
              </a:ext>
            </a:extLst>
          </p:cNvPr>
          <p:cNvSpPr/>
          <p:nvPr/>
        </p:nvSpPr>
        <p:spPr>
          <a:xfrm>
            <a:off x="3669831" y="2420888"/>
            <a:ext cx="1773531" cy="249885"/>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ooter Placeholder 2">
            <a:extLst>
              <a:ext uri="{FF2B5EF4-FFF2-40B4-BE49-F238E27FC236}">
                <a16:creationId xmlns:a16="http://schemas.microsoft.com/office/drawing/2014/main" id="{46EA8F78-D92B-790D-2AFF-6EA34388C86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6E013803-3D46-A5F1-9202-1E9666EFD3C8}"/>
              </a:ext>
            </a:extLst>
          </p:cNvPr>
          <p:cNvSpPr>
            <a:spLocks noGrp="1"/>
          </p:cNvSpPr>
          <p:nvPr>
            <p:ph type="sldNum" sz="quarter" idx="4"/>
          </p:nvPr>
        </p:nvSpPr>
        <p:spPr/>
        <p:txBody>
          <a:bodyPr/>
          <a:lstStyle/>
          <a:p>
            <a:fld id="{9FD7ECCF-50E7-4327-B945-FA93FF7B2BEF}" type="slidenum">
              <a:rPr lang="en-US" smtClean="0"/>
              <a:pPr/>
              <a:t>43</a:t>
            </a:fld>
            <a:r>
              <a:rPr lang="en-GB"/>
              <a:t>/54</a:t>
            </a:r>
            <a:endParaRPr lang="en-US" dirty="0"/>
          </a:p>
        </p:txBody>
      </p:sp>
    </p:spTree>
    <p:extLst>
      <p:ext uri="{BB962C8B-B14F-4D97-AF65-F5344CB8AC3E}">
        <p14:creationId xmlns:p14="http://schemas.microsoft.com/office/powerpoint/2010/main" val="2654341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225F-35EB-B55D-EEF0-C54B16F49357}"/>
              </a:ext>
            </a:extLst>
          </p:cNvPr>
          <p:cNvSpPr>
            <a:spLocks noGrp="1"/>
          </p:cNvSpPr>
          <p:nvPr>
            <p:ph type="title"/>
          </p:nvPr>
        </p:nvSpPr>
        <p:spPr/>
        <p:txBody>
          <a:bodyPr/>
          <a:lstStyle/>
          <a:p>
            <a:r>
              <a:rPr lang="en-GB" dirty="0"/>
              <a:t>Assumptions of </a:t>
            </a:r>
            <a:r>
              <a:rPr lang="en-GB" i="1" dirty="0"/>
              <a:t>t</a:t>
            </a:r>
            <a:r>
              <a:rPr lang="en-GB" dirty="0"/>
              <a:t> Tests and </a:t>
            </a:r>
            <a:r>
              <a:rPr lang="en-GB" i="1" dirty="0"/>
              <a:t>F</a:t>
            </a:r>
            <a:r>
              <a:rPr lang="en-GB" dirty="0"/>
              <a:t> Tests </a:t>
            </a:r>
          </a:p>
        </p:txBody>
      </p:sp>
      <p:sp>
        <p:nvSpPr>
          <p:cNvPr id="3" name="Content Placeholder 2">
            <a:extLst>
              <a:ext uri="{FF2B5EF4-FFF2-40B4-BE49-F238E27FC236}">
                <a16:creationId xmlns:a16="http://schemas.microsoft.com/office/drawing/2014/main" id="{6C8E14A9-8989-7A54-FB73-1FF5061B118B}"/>
              </a:ext>
            </a:extLst>
          </p:cNvPr>
          <p:cNvSpPr>
            <a:spLocks noGrp="1"/>
          </p:cNvSpPr>
          <p:nvPr>
            <p:ph sz="quarter" idx="1"/>
          </p:nvPr>
        </p:nvSpPr>
        <p:spPr/>
        <p:txBody>
          <a:bodyPr>
            <a:normAutofit/>
          </a:bodyPr>
          <a:lstStyle/>
          <a:p>
            <a:r>
              <a:rPr lang="en-GB" dirty="0">
                <a:solidFill>
                  <a:schemeClr val="tx2">
                    <a:lumMod val="50000"/>
                  </a:schemeClr>
                </a:solidFill>
              </a:rPr>
              <a:t>That the conditions are exactly the same</a:t>
            </a:r>
          </a:p>
          <a:p>
            <a:r>
              <a:rPr lang="en-GB" dirty="0">
                <a:solidFill>
                  <a:schemeClr val="tx2">
                    <a:lumMod val="50000"/>
                  </a:schemeClr>
                </a:solidFill>
              </a:rPr>
              <a:t>There is a “homogeneity of variance” – we run the test when the variances in the populations are exactly the same variance. In cases this assumption is violated, we can use transformation techniques to make the variances in the sample population nearly equal.</a:t>
            </a:r>
          </a:p>
          <a:p>
            <a:r>
              <a:rPr lang="en-GB" dirty="0">
                <a:solidFill>
                  <a:schemeClr val="tx2">
                    <a:lumMod val="50000"/>
                  </a:schemeClr>
                </a:solidFill>
              </a:rPr>
              <a:t>The data is normally distributed – else we run non-parametric tests</a:t>
            </a:r>
          </a:p>
        </p:txBody>
      </p:sp>
      <p:sp>
        <p:nvSpPr>
          <p:cNvPr id="6" name="Footer Placeholder 5">
            <a:extLst>
              <a:ext uri="{FF2B5EF4-FFF2-40B4-BE49-F238E27FC236}">
                <a16:creationId xmlns:a16="http://schemas.microsoft.com/office/drawing/2014/main" id="{F5AE7027-FDDF-F9BD-E3F1-17F3F13A638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C59AAF4D-255C-45EB-C7C4-F2E47A014212}"/>
              </a:ext>
            </a:extLst>
          </p:cNvPr>
          <p:cNvSpPr>
            <a:spLocks noGrp="1"/>
          </p:cNvSpPr>
          <p:nvPr>
            <p:ph type="sldNum" sz="quarter" idx="4"/>
          </p:nvPr>
        </p:nvSpPr>
        <p:spPr/>
        <p:txBody>
          <a:bodyPr/>
          <a:lstStyle/>
          <a:p>
            <a:fld id="{9FD7ECCF-50E7-4327-B945-FA93FF7B2BEF}" type="slidenum">
              <a:rPr lang="en-US" smtClean="0"/>
              <a:pPr/>
              <a:t>44</a:t>
            </a:fld>
            <a:r>
              <a:rPr lang="en-GB"/>
              <a:t>/54</a:t>
            </a:r>
            <a:endParaRPr lang="en-US" dirty="0"/>
          </a:p>
        </p:txBody>
      </p:sp>
    </p:spTree>
    <p:extLst>
      <p:ext uri="{BB962C8B-B14F-4D97-AF65-F5344CB8AC3E}">
        <p14:creationId xmlns:p14="http://schemas.microsoft.com/office/powerpoint/2010/main" val="2533665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A0996-F558-6CBA-4D27-00AEBB1258DD}"/>
              </a:ext>
            </a:extLst>
          </p:cNvPr>
          <p:cNvSpPr>
            <a:spLocks noGrp="1"/>
          </p:cNvSpPr>
          <p:nvPr>
            <p:ph type="title"/>
          </p:nvPr>
        </p:nvSpPr>
        <p:spPr/>
        <p:txBody>
          <a:bodyPr/>
          <a:lstStyle/>
          <a:p>
            <a:r>
              <a:rPr lang="en-GB" dirty="0"/>
              <a:t>Recap - types of ANOVA</a:t>
            </a:r>
          </a:p>
        </p:txBody>
      </p:sp>
      <p:graphicFrame>
        <p:nvGraphicFramePr>
          <p:cNvPr id="6" name="Table 6">
            <a:extLst>
              <a:ext uri="{FF2B5EF4-FFF2-40B4-BE49-F238E27FC236}">
                <a16:creationId xmlns:a16="http://schemas.microsoft.com/office/drawing/2014/main" id="{9A797E14-8712-1243-3B82-7A65D1393C69}"/>
              </a:ext>
            </a:extLst>
          </p:cNvPr>
          <p:cNvGraphicFramePr>
            <a:graphicFrameLocks noGrp="1"/>
          </p:cNvGraphicFramePr>
          <p:nvPr>
            <p:ph sz="quarter" idx="1"/>
            <p:extLst>
              <p:ext uri="{D42A27DB-BD31-4B8C-83A1-F6EECF244321}">
                <p14:modId xmlns:p14="http://schemas.microsoft.com/office/powerpoint/2010/main" val="1949102353"/>
              </p:ext>
            </p:extLst>
          </p:nvPr>
        </p:nvGraphicFramePr>
        <p:xfrm>
          <a:off x="754596" y="1772816"/>
          <a:ext cx="7634808" cy="4325132"/>
        </p:xfrm>
        <a:graphic>
          <a:graphicData uri="http://schemas.openxmlformats.org/drawingml/2006/table">
            <a:tbl>
              <a:tblPr firstRow="1" bandRow="1">
                <a:tableStyleId>{5C22544A-7EE6-4342-B048-85BDC9FD1C3A}</a:tableStyleId>
              </a:tblPr>
              <a:tblGrid>
                <a:gridCol w="2070662">
                  <a:extLst>
                    <a:ext uri="{9D8B030D-6E8A-4147-A177-3AD203B41FA5}">
                      <a16:colId xmlns:a16="http://schemas.microsoft.com/office/drawing/2014/main" val="2186372939"/>
                    </a:ext>
                  </a:extLst>
                </a:gridCol>
                <a:gridCol w="1578195">
                  <a:extLst>
                    <a:ext uri="{9D8B030D-6E8A-4147-A177-3AD203B41FA5}">
                      <a16:colId xmlns:a16="http://schemas.microsoft.com/office/drawing/2014/main" val="2396468840"/>
                    </a:ext>
                  </a:extLst>
                </a:gridCol>
                <a:gridCol w="1388641">
                  <a:extLst>
                    <a:ext uri="{9D8B030D-6E8A-4147-A177-3AD203B41FA5}">
                      <a16:colId xmlns:a16="http://schemas.microsoft.com/office/drawing/2014/main" val="1705850044"/>
                    </a:ext>
                  </a:extLst>
                </a:gridCol>
                <a:gridCol w="2597310">
                  <a:extLst>
                    <a:ext uri="{9D8B030D-6E8A-4147-A177-3AD203B41FA5}">
                      <a16:colId xmlns:a16="http://schemas.microsoft.com/office/drawing/2014/main" val="2291721991"/>
                    </a:ext>
                  </a:extLst>
                </a:gridCol>
              </a:tblGrid>
              <a:tr h="852408">
                <a:tc>
                  <a:txBody>
                    <a:bodyPr/>
                    <a:lstStyle/>
                    <a:p>
                      <a:r>
                        <a:rPr lang="en-GB" sz="2000" dirty="0"/>
                        <a:t>Experimental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Independent variables </a:t>
                      </a:r>
                    </a:p>
                  </a:txBody>
                  <a:tcPr/>
                </a:tc>
                <a:tc>
                  <a:txBody>
                    <a:bodyPr/>
                    <a:lstStyle/>
                    <a:p>
                      <a:r>
                        <a:rPr lang="en-GB" sz="2000" dirty="0"/>
                        <a:t>Conditions</a:t>
                      </a:r>
                    </a:p>
                  </a:txBody>
                  <a:tcPr/>
                </a:tc>
                <a:tc>
                  <a:txBody>
                    <a:bodyPr/>
                    <a:lstStyle/>
                    <a:p>
                      <a:r>
                        <a:rPr lang="en-GB" sz="2000" dirty="0"/>
                        <a:t>Types of ANOVA</a:t>
                      </a:r>
                    </a:p>
                  </a:txBody>
                  <a:tcPr/>
                </a:tc>
                <a:extLst>
                  <a:ext uri="{0D108BD9-81ED-4DB2-BD59-A6C34878D82A}">
                    <a16:rowId xmlns:a16="http://schemas.microsoft.com/office/drawing/2014/main" val="1891680792"/>
                  </a:ext>
                </a:extLst>
              </a:tr>
              <a:tr h="731768">
                <a:tc>
                  <a:txBody>
                    <a:bodyPr/>
                    <a:lstStyle/>
                    <a:p>
                      <a:r>
                        <a:rPr lang="en-GB" sz="2000" dirty="0"/>
                        <a:t>Between-Group</a:t>
                      </a:r>
                    </a:p>
                  </a:txBody>
                  <a:tcPr/>
                </a:tc>
                <a:tc>
                  <a:txBody>
                    <a:bodyPr/>
                    <a:lstStyle/>
                    <a:p>
                      <a:r>
                        <a:rPr lang="en-GB" sz="2000" dirty="0"/>
                        <a:t>1</a:t>
                      </a:r>
                    </a:p>
                  </a:txBody>
                  <a:tcPr/>
                </a:tc>
                <a:tc>
                  <a:txBody>
                    <a:bodyPr/>
                    <a:lstStyle/>
                    <a:p>
                      <a:r>
                        <a:rPr lang="en-GB" sz="2000" dirty="0"/>
                        <a:t>3 or more</a:t>
                      </a:r>
                    </a:p>
                  </a:txBody>
                  <a:tcPr/>
                </a:tc>
                <a:tc>
                  <a:txBody>
                    <a:bodyPr/>
                    <a:lstStyle/>
                    <a:p>
                      <a:r>
                        <a:rPr lang="en-GB" sz="2000" dirty="0"/>
                        <a:t>One-way ANOVA</a:t>
                      </a:r>
                    </a:p>
                  </a:txBody>
                  <a:tcPr/>
                </a:tc>
                <a:extLst>
                  <a:ext uri="{0D108BD9-81ED-4DB2-BD59-A6C34878D82A}">
                    <a16:rowId xmlns:a16="http://schemas.microsoft.com/office/drawing/2014/main" val="3088641545"/>
                  </a:ext>
                </a:extLst>
              </a:tr>
              <a:tr h="674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Between-Group</a:t>
                      </a:r>
                    </a:p>
                  </a:txBody>
                  <a:tcPr/>
                </a:tc>
                <a:tc>
                  <a:txBody>
                    <a:bodyPr/>
                    <a:lstStyle/>
                    <a:p>
                      <a:r>
                        <a:rPr lang="en-GB" sz="2000" dirty="0"/>
                        <a:t>2 or more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3 or more</a:t>
                      </a:r>
                    </a:p>
                  </a:txBody>
                  <a:tcPr/>
                </a:tc>
                <a:tc>
                  <a:txBody>
                    <a:bodyPr/>
                    <a:lstStyle/>
                    <a:p>
                      <a:r>
                        <a:rPr lang="en-GB" sz="2000" dirty="0"/>
                        <a:t>Factorial (two-way) ANOVA</a:t>
                      </a:r>
                    </a:p>
                  </a:txBody>
                  <a:tcPr/>
                </a:tc>
                <a:extLst>
                  <a:ext uri="{0D108BD9-81ED-4DB2-BD59-A6C34878D82A}">
                    <a16:rowId xmlns:a16="http://schemas.microsoft.com/office/drawing/2014/main" val="2374890112"/>
                  </a:ext>
                </a:extLst>
              </a:tr>
              <a:tr h="832706">
                <a:tc>
                  <a:txBody>
                    <a:bodyPr/>
                    <a:lstStyle/>
                    <a:p>
                      <a:r>
                        <a:rPr lang="en-GB" sz="2000" dirty="0"/>
                        <a:t>Within-Group</a:t>
                      </a:r>
                    </a:p>
                  </a:txBody>
                  <a:tcPr/>
                </a:tc>
                <a:tc>
                  <a:txBody>
                    <a:bodyPr/>
                    <a:lstStyle/>
                    <a:p>
                      <a:r>
                        <a:rPr lang="en-GB" sz="2000" dirty="0"/>
                        <a:t>1</a:t>
                      </a:r>
                    </a:p>
                  </a:txBody>
                  <a:tcPr/>
                </a:tc>
                <a:tc>
                  <a:txBody>
                    <a:bodyPr/>
                    <a:lstStyle/>
                    <a:p>
                      <a:r>
                        <a:rPr lang="en-GB" sz="2000" dirty="0"/>
                        <a:t>3 or more</a:t>
                      </a:r>
                    </a:p>
                  </a:txBody>
                  <a:tcPr/>
                </a:tc>
                <a:tc>
                  <a:txBody>
                    <a:bodyPr/>
                    <a:lstStyle/>
                    <a:p>
                      <a:r>
                        <a:rPr lang="en-GB" sz="2000" dirty="0"/>
                        <a:t>Repeated ANOVA</a:t>
                      </a:r>
                    </a:p>
                  </a:txBody>
                  <a:tcPr/>
                </a:tc>
                <a:extLst>
                  <a:ext uri="{0D108BD9-81ED-4DB2-BD59-A6C34878D82A}">
                    <a16:rowId xmlns:a16="http://schemas.microsoft.com/office/drawing/2014/main" val="3342837461"/>
                  </a:ext>
                </a:extLst>
              </a:tr>
              <a:tr h="1207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Between-Group &amp; Within-Group</a:t>
                      </a:r>
                    </a:p>
                  </a:txBody>
                  <a:tcPr/>
                </a:tc>
                <a:tc>
                  <a:txBody>
                    <a:bodyPr/>
                    <a:lstStyle/>
                    <a:p>
                      <a:r>
                        <a:rPr lang="en-GB" sz="2000" dirty="0"/>
                        <a:t>2 or more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3 or more</a:t>
                      </a:r>
                    </a:p>
                  </a:txBody>
                  <a:tcPr/>
                </a:tc>
                <a:tc>
                  <a:txBody>
                    <a:bodyPr/>
                    <a:lstStyle/>
                    <a:p>
                      <a:r>
                        <a:rPr lang="en-GB" sz="2000" dirty="0"/>
                        <a:t>Split Plot ANOVA</a:t>
                      </a:r>
                    </a:p>
                  </a:txBody>
                  <a:tcPr/>
                </a:tc>
                <a:extLst>
                  <a:ext uri="{0D108BD9-81ED-4DB2-BD59-A6C34878D82A}">
                    <a16:rowId xmlns:a16="http://schemas.microsoft.com/office/drawing/2014/main" val="176632168"/>
                  </a:ext>
                </a:extLst>
              </a:tr>
            </a:tbl>
          </a:graphicData>
        </a:graphic>
      </p:graphicFrame>
      <p:sp>
        <p:nvSpPr>
          <p:cNvPr id="4" name="Footer Placeholder 3">
            <a:extLst>
              <a:ext uri="{FF2B5EF4-FFF2-40B4-BE49-F238E27FC236}">
                <a16:creationId xmlns:a16="http://schemas.microsoft.com/office/drawing/2014/main" id="{9515969F-4D86-D7EF-BB3A-2FE4AC5EFE3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0230F948-DC8E-05CE-9B3D-321481819551}"/>
              </a:ext>
            </a:extLst>
          </p:cNvPr>
          <p:cNvSpPr>
            <a:spLocks noGrp="1"/>
          </p:cNvSpPr>
          <p:nvPr>
            <p:ph type="sldNum" sz="quarter" idx="4"/>
          </p:nvPr>
        </p:nvSpPr>
        <p:spPr/>
        <p:txBody>
          <a:bodyPr/>
          <a:lstStyle/>
          <a:p>
            <a:fld id="{9FD7ECCF-50E7-4327-B945-FA93FF7B2BEF}" type="slidenum">
              <a:rPr lang="en-US" smtClean="0"/>
              <a:pPr/>
              <a:t>45</a:t>
            </a:fld>
            <a:r>
              <a:rPr lang="en-GB"/>
              <a:t>/54</a:t>
            </a:r>
            <a:endParaRPr lang="en-US" dirty="0"/>
          </a:p>
        </p:txBody>
      </p:sp>
    </p:spTree>
    <p:extLst>
      <p:ext uri="{BB962C8B-B14F-4D97-AF65-F5344CB8AC3E}">
        <p14:creationId xmlns:p14="http://schemas.microsoft.com/office/powerpoint/2010/main" val="8790039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8E14A9-8989-7A54-FB73-1FF5061B118B}"/>
              </a:ext>
            </a:extLst>
          </p:cNvPr>
          <p:cNvSpPr>
            <a:spLocks noGrp="1"/>
          </p:cNvSpPr>
          <p:nvPr>
            <p:ph type="body" idx="1"/>
          </p:nvPr>
        </p:nvSpPr>
        <p:spPr>
          <a:xfrm>
            <a:off x="1371600" y="2743200"/>
            <a:ext cx="7123113" cy="3350096"/>
          </a:xfrm>
        </p:spPr>
        <p:txBody>
          <a:bodyPr>
            <a:normAutofit fontScale="92500" lnSpcReduction="10000"/>
          </a:bodyPr>
          <a:lstStyle/>
          <a:p>
            <a:r>
              <a:rPr lang="en-GB" dirty="0">
                <a:solidFill>
                  <a:schemeClr val="tx2">
                    <a:lumMod val="50000"/>
                  </a:schemeClr>
                </a:solidFill>
              </a:rPr>
              <a:t>One of the most common objectives for usability testing studies is to identify relationships between various factors. For example, you may want to know whether there is a relationship between age, computing experience, and target selection speed. In statistical terms, two factors are correlated if there is a significant relationship between them.</a:t>
            </a:r>
          </a:p>
          <a:p>
            <a:r>
              <a:rPr lang="en-GB" dirty="0">
                <a:solidFill>
                  <a:schemeClr val="accent2">
                    <a:lumMod val="75000"/>
                  </a:schemeClr>
                </a:solidFill>
              </a:rPr>
              <a:t>Pearson Correlation</a:t>
            </a:r>
          </a:p>
        </p:txBody>
      </p:sp>
      <p:sp>
        <p:nvSpPr>
          <p:cNvPr id="2" name="Title 1">
            <a:extLst>
              <a:ext uri="{FF2B5EF4-FFF2-40B4-BE49-F238E27FC236}">
                <a16:creationId xmlns:a16="http://schemas.microsoft.com/office/drawing/2014/main" id="{7567225F-35EB-B55D-EEF0-C54B16F49357}"/>
              </a:ext>
            </a:extLst>
          </p:cNvPr>
          <p:cNvSpPr>
            <a:spLocks noGrp="1"/>
          </p:cNvSpPr>
          <p:nvPr>
            <p:ph type="title"/>
          </p:nvPr>
        </p:nvSpPr>
        <p:spPr/>
        <p:txBody>
          <a:bodyPr/>
          <a:lstStyle/>
          <a:p>
            <a:r>
              <a:rPr lang="en-GB" dirty="0"/>
              <a:t>Identifying Relationships</a:t>
            </a:r>
          </a:p>
        </p:txBody>
      </p:sp>
      <p:sp>
        <p:nvSpPr>
          <p:cNvPr id="6" name="Date Placeholder 5">
            <a:extLst>
              <a:ext uri="{FF2B5EF4-FFF2-40B4-BE49-F238E27FC236}">
                <a16:creationId xmlns:a16="http://schemas.microsoft.com/office/drawing/2014/main" id="{EC9C52BA-B532-63E8-72BD-FAD8CD73E795}"/>
              </a:ext>
            </a:extLst>
          </p:cNvPr>
          <p:cNvSpPr>
            <a:spLocks noGrp="1"/>
          </p:cNvSpPr>
          <p:nvPr>
            <p:ph type="dt" sz="half" idx="2"/>
          </p:nvPr>
        </p:nvSpPr>
        <p:spPr/>
        <p:txBody>
          <a:bodyPr/>
          <a:lstStyle/>
          <a:p>
            <a:endParaRPr lang="en-US" dirty="0"/>
          </a:p>
        </p:txBody>
      </p:sp>
      <p:sp>
        <p:nvSpPr>
          <p:cNvPr id="7" name="Footer Placeholder 6">
            <a:extLst>
              <a:ext uri="{FF2B5EF4-FFF2-40B4-BE49-F238E27FC236}">
                <a16:creationId xmlns:a16="http://schemas.microsoft.com/office/drawing/2014/main" id="{FBEC4C99-9CAC-5413-FFEF-B1BF8F5F15A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A3C0A3FD-060B-3A89-21D0-B659BF2AE538}"/>
              </a:ext>
            </a:extLst>
          </p:cNvPr>
          <p:cNvSpPr>
            <a:spLocks noGrp="1"/>
          </p:cNvSpPr>
          <p:nvPr>
            <p:ph type="sldNum" sz="quarter" idx="11"/>
          </p:nvPr>
        </p:nvSpPr>
        <p:spPr/>
        <p:txBody>
          <a:bodyPr/>
          <a:lstStyle/>
          <a:p>
            <a:fld id="{4F96EDF4-259A-48E8-B98E-8CB70E21F623}" type="slidenum">
              <a:rPr lang="en-US" smtClean="0"/>
              <a:pPr/>
              <a:t>46</a:t>
            </a:fld>
            <a:r>
              <a:rPr lang="en-GB"/>
              <a:t>/54</a:t>
            </a:r>
            <a:endParaRPr lang="en-US" dirty="0"/>
          </a:p>
        </p:txBody>
      </p:sp>
    </p:spTree>
    <p:extLst>
      <p:ext uri="{BB962C8B-B14F-4D97-AF65-F5344CB8AC3E}">
        <p14:creationId xmlns:p14="http://schemas.microsoft.com/office/powerpoint/2010/main" val="102801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0A66CB8-DB9E-4300-6E47-25DB7F624FB5}"/>
              </a:ext>
            </a:extLst>
          </p:cNvPr>
          <p:cNvSpPr>
            <a:spLocks noGrp="1"/>
          </p:cNvSpPr>
          <p:nvPr>
            <p:ph type="title"/>
          </p:nvPr>
        </p:nvSpPr>
        <p:spPr/>
        <p:txBody>
          <a:bodyPr/>
          <a:lstStyle/>
          <a:p>
            <a:r>
              <a:rPr lang="en-GB" dirty="0"/>
              <a:t>Correlation</a:t>
            </a:r>
          </a:p>
        </p:txBody>
      </p:sp>
      <p:sp>
        <p:nvSpPr>
          <p:cNvPr id="8" name="Content Placeholder 7">
            <a:extLst>
              <a:ext uri="{FF2B5EF4-FFF2-40B4-BE49-F238E27FC236}">
                <a16:creationId xmlns:a16="http://schemas.microsoft.com/office/drawing/2014/main" id="{1A26C9C7-EE9A-C414-9670-A61605315AFA}"/>
              </a:ext>
            </a:extLst>
          </p:cNvPr>
          <p:cNvSpPr>
            <a:spLocks noGrp="1"/>
          </p:cNvSpPr>
          <p:nvPr>
            <p:ph sz="quarter" idx="1"/>
          </p:nvPr>
        </p:nvSpPr>
        <p:spPr>
          <a:xfrm>
            <a:off x="612648" y="1600200"/>
            <a:ext cx="8153400" cy="3052936"/>
          </a:xfrm>
        </p:spPr>
        <p:txBody>
          <a:bodyPr>
            <a:normAutofit fontScale="85000" lnSpcReduction="20000"/>
          </a:bodyPr>
          <a:lstStyle/>
          <a:p>
            <a:r>
              <a:rPr lang="en-GB" dirty="0"/>
              <a:t>The most widely used statistical method for testing correlation is the Pearson's product moment correlation coefficient test</a:t>
            </a:r>
          </a:p>
          <a:p>
            <a:r>
              <a:rPr lang="en-GB" dirty="0">
                <a:highlight>
                  <a:srgbClr val="E0CBA3"/>
                </a:highlight>
              </a:rPr>
              <a:t>Rosenthal R, </a:t>
            </a:r>
            <a:r>
              <a:rPr lang="en-GB" dirty="0" err="1">
                <a:highlight>
                  <a:srgbClr val="E0CBA3"/>
                </a:highlight>
              </a:rPr>
              <a:t>Rosnow</a:t>
            </a:r>
            <a:r>
              <a:rPr lang="en-GB" dirty="0">
                <a:highlight>
                  <a:srgbClr val="E0CBA3"/>
                </a:highlight>
              </a:rPr>
              <a:t> R. </a:t>
            </a:r>
            <a:r>
              <a:rPr lang="en-GB" i="1" dirty="0">
                <a:highlight>
                  <a:srgbClr val="E0CBA3"/>
                </a:highlight>
              </a:rPr>
              <a:t>Essentials of </a:t>
            </a:r>
            <a:r>
              <a:rPr lang="en-GB" i="1" dirty="0" err="1">
                <a:highlight>
                  <a:srgbClr val="E0CBA3"/>
                </a:highlight>
              </a:rPr>
              <a:t>Behavioral</a:t>
            </a:r>
            <a:r>
              <a:rPr lang="en-GB" i="1" dirty="0">
                <a:highlight>
                  <a:srgbClr val="E0CBA3"/>
                </a:highlight>
              </a:rPr>
              <a:t> Research: Methods and Data Analysis</a:t>
            </a:r>
            <a:r>
              <a:rPr lang="en-GB" dirty="0">
                <a:highlight>
                  <a:srgbClr val="E0CBA3"/>
                </a:highlight>
              </a:rPr>
              <a:t>. third ed. Boston, MA: McGraw Hill; 2008.</a:t>
            </a:r>
          </a:p>
          <a:p>
            <a:r>
              <a:rPr lang="en-GB" dirty="0"/>
              <a:t>This test returns a correlation coefficient called Pearson's r. </a:t>
            </a:r>
          </a:p>
          <a:p>
            <a:r>
              <a:rPr lang="en-GB" dirty="0"/>
              <a:t>The value of Pearson's r ranges from − 1.00 to 1.00. </a:t>
            </a:r>
          </a:p>
        </p:txBody>
      </p:sp>
      <p:sp>
        <p:nvSpPr>
          <p:cNvPr id="2" name="Footer Placeholder 1">
            <a:extLst>
              <a:ext uri="{FF2B5EF4-FFF2-40B4-BE49-F238E27FC236}">
                <a16:creationId xmlns:a16="http://schemas.microsoft.com/office/drawing/2014/main" id="{F7B3F99C-B242-5684-180E-B9058F7BA74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C24A9E33-81BC-0BA1-B7D5-4DA35AA711F2}"/>
              </a:ext>
            </a:extLst>
          </p:cNvPr>
          <p:cNvSpPr>
            <a:spLocks noGrp="1"/>
          </p:cNvSpPr>
          <p:nvPr>
            <p:ph type="sldNum" sz="quarter" idx="4"/>
          </p:nvPr>
        </p:nvSpPr>
        <p:spPr/>
        <p:txBody>
          <a:bodyPr/>
          <a:lstStyle/>
          <a:p>
            <a:fld id="{9FD7ECCF-50E7-4327-B945-FA93FF7B2BEF}" type="slidenum">
              <a:rPr lang="en-US" smtClean="0"/>
              <a:pPr/>
              <a:t>47</a:t>
            </a:fld>
            <a:r>
              <a:rPr lang="en-GB"/>
              <a:t>/54</a:t>
            </a:r>
            <a:endParaRPr lang="en-US" dirty="0"/>
          </a:p>
        </p:txBody>
      </p:sp>
    </p:spTree>
    <p:extLst>
      <p:ext uri="{BB962C8B-B14F-4D97-AF65-F5344CB8AC3E}">
        <p14:creationId xmlns:p14="http://schemas.microsoft.com/office/powerpoint/2010/main" val="3705168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62970-3052-0B36-AF2A-A707C457BA89}"/>
              </a:ext>
            </a:extLst>
          </p:cNvPr>
          <p:cNvSpPr>
            <a:spLocks noGrp="1"/>
          </p:cNvSpPr>
          <p:nvPr>
            <p:ph type="title"/>
          </p:nvPr>
        </p:nvSpPr>
        <p:spPr/>
        <p:txBody>
          <a:bodyPr/>
          <a:lstStyle/>
          <a:p>
            <a:r>
              <a:rPr lang="en-GB" sz="4400" dirty="0">
                <a:effectLst/>
              </a:rPr>
              <a:t>Pearson correlation coefficient</a:t>
            </a:r>
            <a:endParaRPr lang="en-GB" dirty="0"/>
          </a:p>
        </p:txBody>
      </p:sp>
      <p:graphicFrame>
        <p:nvGraphicFramePr>
          <p:cNvPr id="6" name="Content Placeholder 5">
            <a:extLst>
              <a:ext uri="{FF2B5EF4-FFF2-40B4-BE49-F238E27FC236}">
                <a16:creationId xmlns:a16="http://schemas.microsoft.com/office/drawing/2014/main" id="{4BB82FAB-1E70-B8CF-CAEA-17773377848D}"/>
              </a:ext>
            </a:extLst>
          </p:cNvPr>
          <p:cNvGraphicFramePr>
            <a:graphicFrameLocks noGrp="1"/>
          </p:cNvGraphicFramePr>
          <p:nvPr>
            <p:ph sz="quarter" idx="1"/>
            <p:extLst>
              <p:ext uri="{D42A27DB-BD31-4B8C-83A1-F6EECF244321}">
                <p14:modId xmlns:p14="http://schemas.microsoft.com/office/powerpoint/2010/main" val="3085749895"/>
              </p:ext>
            </p:extLst>
          </p:nvPr>
        </p:nvGraphicFramePr>
        <p:xfrm>
          <a:off x="297910" y="1750453"/>
          <a:ext cx="4240524" cy="4439000"/>
        </p:xfrm>
        <a:graphic>
          <a:graphicData uri="http://schemas.openxmlformats.org/drawingml/2006/table">
            <a:tbl>
              <a:tblPr/>
              <a:tblGrid>
                <a:gridCol w="928156">
                  <a:extLst>
                    <a:ext uri="{9D8B030D-6E8A-4147-A177-3AD203B41FA5}">
                      <a16:colId xmlns:a16="http://schemas.microsoft.com/office/drawing/2014/main" val="1445315362"/>
                    </a:ext>
                  </a:extLst>
                </a:gridCol>
                <a:gridCol w="936104">
                  <a:extLst>
                    <a:ext uri="{9D8B030D-6E8A-4147-A177-3AD203B41FA5}">
                      <a16:colId xmlns:a16="http://schemas.microsoft.com/office/drawing/2014/main" val="1800098233"/>
                    </a:ext>
                  </a:extLst>
                </a:gridCol>
                <a:gridCol w="1152128">
                  <a:extLst>
                    <a:ext uri="{9D8B030D-6E8A-4147-A177-3AD203B41FA5}">
                      <a16:colId xmlns:a16="http://schemas.microsoft.com/office/drawing/2014/main" val="2801997515"/>
                    </a:ext>
                  </a:extLst>
                </a:gridCol>
                <a:gridCol w="1224136">
                  <a:extLst>
                    <a:ext uri="{9D8B030D-6E8A-4147-A177-3AD203B41FA5}">
                      <a16:colId xmlns:a16="http://schemas.microsoft.com/office/drawing/2014/main" val="194367415"/>
                    </a:ext>
                  </a:extLst>
                </a:gridCol>
              </a:tblGrid>
              <a:tr h="432048">
                <a:tc>
                  <a:txBody>
                    <a:bodyPr/>
                    <a:lstStyle/>
                    <a:p>
                      <a:pPr algn="l" fontAlgn="t"/>
                      <a:r>
                        <a:rPr lang="en-GB" sz="1200" dirty="0">
                          <a:effectLst/>
                        </a:rPr>
                        <a:t>Pearson correlation coefficient (</a:t>
                      </a:r>
                      <a:r>
                        <a:rPr lang="en-GB" sz="1200" i="1" dirty="0">
                          <a:effectLst/>
                        </a:rPr>
                        <a:t>r</a:t>
                      </a:r>
                      <a:r>
                        <a:rPr lang="en-GB" sz="1200" dirty="0">
                          <a:effectLst/>
                        </a:rPr>
                        <a:t>)</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t"/>
                      <a:r>
                        <a:rPr lang="en-GB" sz="1200">
                          <a:effectLst/>
                        </a:rPr>
                        <a:t>Correlation type</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t"/>
                      <a:r>
                        <a:rPr lang="en-GB" sz="1200">
                          <a:effectLst/>
                        </a:rPr>
                        <a:t>Interpretation</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t"/>
                      <a:r>
                        <a:rPr lang="en-GB" sz="1200" dirty="0">
                          <a:effectLst/>
                        </a:rPr>
                        <a:t>Example</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27413778"/>
                  </a:ext>
                </a:extLst>
              </a:tr>
              <a:tr h="1198182">
                <a:tc>
                  <a:txBody>
                    <a:bodyPr/>
                    <a:lstStyle/>
                    <a:p>
                      <a:pPr fontAlgn="t"/>
                      <a:r>
                        <a:rPr lang="en-GB" sz="1200" dirty="0">
                          <a:effectLst/>
                        </a:rPr>
                        <a:t>Between </a:t>
                      </a:r>
                    </a:p>
                    <a:p>
                      <a:pPr fontAlgn="t"/>
                      <a:r>
                        <a:rPr lang="en-GB" sz="1200" dirty="0">
                          <a:effectLst/>
                        </a:rPr>
                        <a:t>0 and 1</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GB" sz="1200">
                          <a:effectLst/>
                        </a:rPr>
                        <a:t>Positive correlation</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GB" sz="1200">
                          <a:effectLst/>
                        </a:rPr>
                        <a:t>When one variable changes, the other variable changes in the </a:t>
                      </a:r>
                      <a:r>
                        <a:rPr lang="en-GB" sz="1200" b="1">
                          <a:effectLst/>
                        </a:rPr>
                        <a:t>same direction</a:t>
                      </a:r>
                      <a:r>
                        <a:rPr lang="en-GB" sz="1200">
                          <a:effectLst/>
                        </a:rPr>
                        <a:t>.</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GB" sz="1200" dirty="0">
                          <a:effectLst/>
                        </a:rPr>
                        <a:t>Experience and performance:</a:t>
                      </a:r>
                    </a:p>
                    <a:p>
                      <a:pPr fontAlgn="t"/>
                      <a:r>
                        <a:rPr lang="en-GB" sz="1200" dirty="0">
                          <a:effectLst/>
                        </a:rPr>
                        <a:t>The higher the incentive, the longer the time spend on a website</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9264004"/>
                  </a:ext>
                </a:extLst>
              </a:tr>
              <a:tr h="926054">
                <a:tc>
                  <a:txBody>
                    <a:bodyPr/>
                    <a:lstStyle/>
                    <a:p>
                      <a:pPr fontAlgn="t"/>
                      <a:r>
                        <a:rPr lang="en-GB" sz="1200" dirty="0">
                          <a:effectLst/>
                        </a:rPr>
                        <a:t>0</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GB" sz="1200" dirty="0">
                          <a:effectLst/>
                        </a:rPr>
                        <a:t>No correlation</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GB" sz="1200">
                          <a:effectLst/>
                        </a:rPr>
                        <a:t>There is </a:t>
                      </a:r>
                      <a:r>
                        <a:rPr lang="en-GB" sz="1200" b="1">
                          <a:effectLst/>
                        </a:rPr>
                        <a:t>no relationship</a:t>
                      </a:r>
                      <a:r>
                        <a:rPr lang="en-GB" sz="1200">
                          <a:effectLst/>
                        </a:rPr>
                        <a:t> between the variables.</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GB" sz="1200" dirty="0">
                          <a:effectLst/>
                        </a:rPr>
                        <a:t>The price of the subscription to a website and user performance</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9391919"/>
                  </a:ext>
                </a:extLst>
              </a:tr>
              <a:tr h="1198182">
                <a:tc>
                  <a:txBody>
                    <a:bodyPr/>
                    <a:lstStyle/>
                    <a:p>
                      <a:pPr fontAlgn="t"/>
                      <a:r>
                        <a:rPr lang="en-GB" sz="1200">
                          <a:effectLst/>
                        </a:rPr>
                        <a:t>Between</a:t>
                      </a:r>
                      <a:br>
                        <a:rPr lang="en-GB" sz="1200">
                          <a:effectLst/>
                        </a:rPr>
                      </a:br>
                      <a:r>
                        <a:rPr lang="en-GB" sz="1200">
                          <a:effectLst/>
                        </a:rPr>
                        <a:t>0 and –1</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GB" sz="1200" dirty="0">
                          <a:effectLst/>
                        </a:rPr>
                        <a:t>Negative correlation</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GB" sz="1200">
                          <a:effectLst/>
                        </a:rPr>
                        <a:t>When one variable changes, the other variable changes in the </a:t>
                      </a:r>
                      <a:r>
                        <a:rPr lang="en-GB" sz="1200" b="1">
                          <a:effectLst/>
                        </a:rPr>
                        <a:t>opposite direction</a:t>
                      </a:r>
                      <a:r>
                        <a:rPr lang="en-GB" sz="1200">
                          <a:effectLst/>
                        </a:rPr>
                        <a:t>.</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GB" sz="1200" dirty="0">
                          <a:effectLst/>
                        </a:rPr>
                        <a:t>Experience and performance:</a:t>
                      </a:r>
                    </a:p>
                    <a:p>
                      <a:pPr fontAlgn="t"/>
                      <a:r>
                        <a:rPr lang="en-GB" sz="1200" dirty="0">
                          <a:effectLst/>
                        </a:rPr>
                        <a:t>The longer the experience, the better the performance (faster)</a:t>
                      </a:r>
                    </a:p>
                  </a:txBody>
                  <a:tcPr marL="73702" marR="73702" marT="36851" marB="36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0010319"/>
                  </a:ext>
                </a:extLst>
              </a:tr>
            </a:tbl>
          </a:graphicData>
        </a:graphic>
      </p:graphicFrame>
      <p:pic>
        <p:nvPicPr>
          <p:cNvPr id="57" name="Picture 56" descr="positive correlation graphs">
            <a:extLst>
              <a:ext uri="{FF2B5EF4-FFF2-40B4-BE49-F238E27FC236}">
                <a16:creationId xmlns:a16="http://schemas.microsoft.com/office/drawing/2014/main" id="{02F4F694-4006-8F76-073C-E21A75026AF5}"/>
              </a:ext>
            </a:extLst>
          </p:cNvPr>
          <p:cNvPicPr>
            <a:picLocks noChangeAspect="1"/>
          </p:cNvPicPr>
          <p:nvPr/>
        </p:nvPicPr>
        <p:blipFill>
          <a:blip r:embed="rId3"/>
          <a:stretch>
            <a:fillRect/>
          </a:stretch>
        </p:blipFill>
        <p:spPr>
          <a:xfrm>
            <a:off x="6149051" y="1672269"/>
            <a:ext cx="1398232" cy="1564048"/>
          </a:xfrm>
          <a:prstGeom prst="rect">
            <a:avLst/>
          </a:prstGeom>
        </p:spPr>
      </p:pic>
      <p:pic>
        <p:nvPicPr>
          <p:cNvPr id="59" name="Picture 58" descr="negative correlation graph">
            <a:extLst>
              <a:ext uri="{FF2B5EF4-FFF2-40B4-BE49-F238E27FC236}">
                <a16:creationId xmlns:a16="http://schemas.microsoft.com/office/drawing/2014/main" id="{C875E202-257D-139F-5D9B-F5B5F9CDDDBF}"/>
              </a:ext>
            </a:extLst>
          </p:cNvPr>
          <p:cNvPicPr>
            <a:picLocks noChangeAspect="1"/>
          </p:cNvPicPr>
          <p:nvPr/>
        </p:nvPicPr>
        <p:blipFill>
          <a:blip r:embed="rId4"/>
          <a:stretch>
            <a:fillRect/>
          </a:stretch>
        </p:blipFill>
        <p:spPr>
          <a:xfrm>
            <a:off x="6059930" y="4793972"/>
            <a:ext cx="1341401" cy="1519344"/>
          </a:xfrm>
          <a:prstGeom prst="rect">
            <a:avLst/>
          </a:prstGeom>
        </p:spPr>
      </p:pic>
      <p:pic>
        <p:nvPicPr>
          <p:cNvPr id="61" name="Picture 60" descr="non correlation graph">
            <a:extLst>
              <a:ext uri="{FF2B5EF4-FFF2-40B4-BE49-F238E27FC236}">
                <a16:creationId xmlns:a16="http://schemas.microsoft.com/office/drawing/2014/main" id="{58E15AF5-FCDC-BC71-6C16-DCF3F7BE89E9}"/>
              </a:ext>
            </a:extLst>
          </p:cNvPr>
          <p:cNvPicPr>
            <a:picLocks noChangeAspect="1"/>
          </p:cNvPicPr>
          <p:nvPr/>
        </p:nvPicPr>
        <p:blipFill>
          <a:blip r:embed="rId5"/>
          <a:stretch>
            <a:fillRect/>
          </a:stretch>
        </p:blipFill>
        <p:spPr>
          <a:xfrm>
            <a:off x="4764152" y="3278554"/>
            <a:ext cx="1295778" cy="1463670"/>
          </a:xfrm>
          <a:prstGeom prst="rect">
            <a:avLst/>
          </a:prstGeom>
        </p:spPr>
      </p:pic>
      <p:pic>
        <p:nvPicPr>
          <p:cNvPr id="63" name="Picture 62" descr="positive correlation graphs">
            <a:extLst>
              <a:ext uri="{FF2B5EF4-FFF2-40B4-BE49-F238E27FC236}">
                <a16:creationId xmlns:a16="http://schemas.microsoft.com/office/drawing/2014/main" id="{57F25879-BA41-7200-AD02-9BF4A89302C5}"/>
              </a:ext>
            </a:extLst>
          </p:cNvPr>
          <p:cNvPicPr>
            <a:picLocks noChangeAspect="1"/>
          </p:cNvPicPr>
          <p:nvPr/>
        </p:nvPicPr>
        <p:blipFill>
          <a:blip r:embed="rId6"/>
          <a:stretch>
            <a:fillRect/>
          </a:stretch>
        </p:blipFill>
        <p:spPr>
          <a:xfrm>
            <a:off x="4752997" y="1715584"/>
            <a:ext cx="1295777" cy="1474505"/>
          </a:xfrm>
          <a:prstGeom prst="rect">
            <a:avLst/>
          </a:prstGeom>
        </p:spPr>
      </p:pic>
      <p:pic>
        <p:nvPicPr>
          <p:cNvPr id="65" name="Picture 64" descr="negative correlation graph">
            <a:extLst>
              <a:ext uri="{FF2B5EF4-FFF2-40B4-BE49-F238E27FC236}">
                <a16:creationId xmlns:a16="http://schemas.microsoft.com/office/drawing/2014/main" id="{70645C48-4E12-646A-645E-864D0C3CBD78}"/>
              </a:ext>
            </a:extLst>
          </p:cNvPr>
          <p:cNvPicPr>
            <a:picLocks noChangeAspect="1"/>
          </p:cNvPicPr>
          <p:nvPr/>
        </p:nvPicPr>
        <p:blipFill>
          <a:blip r:embed="rId7"/>
          <a:stretch>
            <a:fillRect/>
          </a:stretch>
        </p:blipFill>
        <p:spPr>
          <a:xfrm>
            <a:off x="4754237" y="4806522"/>
            <a:ext cx="1295779" cy="1487911"/>
          </a:xfrm>
          <a:prstGeom prst="rect">
            <a:avLst/>
          </a:prstGeom>
        </p:spPr>
      </p:pic>
      <p:pic>
        <p:nvPicPr>
          <p:cNvPr id="67" name="Picture 66" descr="positive correlation graphs">
            <a:extLst>
              <a:ext uri="{FF2B5EF4-FFF2-40B4-BE49-F238E27FC236}">
                <a16:creationId xmlns:a16="http://schemas.microsoft.com/office/drawing/2014/main" id="{33970420-6AE8-A69F-02B7-08B5C5EE7247}"/>
              </a:ext>
            </a:extLst>
          </p:cNvPr>
          <p:cNvPicPr>
            <a:picLocks noChangeAspect="1"/>
          </p:cNvPicPr>
          <p:nvPr/>
        </p:nvPicPr>
        <p:blipFill>
          <a:blip r:embed="rId8"/>
          <a:stretch>
            <a:fillRect/>
          </a:stretch>
        </p:blipFill>
        <p:spPr>
          <a:xfrm>
            <a:off x="7763045" y="1715585"/>
            <a:ext cx="1295778" cy="1474506"/>
          </a:xfrm>
          <a:prstGeom prst="rect">
            <a:avLst/>
          </a:prstGeom>
        </p:spPr>
      </p:pic>
      <p:pic>
        <p:nvPicPr>
          <p:cNvPr id="69" name="Picture 68" descr="negative correlation graph">
            <a:extLst>
              <a:ext uri="{FF2B5EF4-FFF2-40B4-BE49-F238E27FC236}">
                <a16:creationId xmlns:a16="http://schemas.microsoft.com/office/drawing/2014/main" id="{2229B449-56E3-9325-8D1B-EBF2BDE95BF7}"/>
              </a:ext>
            </a:extLst>
          </p:cNvPr>
          <p:cNvPicPr>
            <a:picLocks noChangeAspect="1"/>
          </p:cNvPicPr>
          <p:nvPr/>
        </p:nvPicPr>
        <p:blipFill>
          <a:blip r:embed="rId9"/>
          <a:stretch>
            <a:fillRect/>
          </a:stretch>
        </p:blipFill>
        <p:spPr>
          <a:xfrm>
            <a:off x="7411245" y="4819926"/>
            <a:ext cx="1291310" cy="1474507"/>
          </a:xfrm>
          <a:prstGeom prst="rect">
            <a:avLst/>
          </a:prstGeom>
        </p:spPr>
      </p:pic>
      <p:sp>
        <p:nvSpPr>
          <p:cNvPr id="5" name="Footer Placeholder 4">
            <a:extLst>
              <a:ext uri="{FF2B5EF4-FFF2-40B4-BE49-F238E27FC236}">
                <a16:creationId xmlns:a16="http://schemas.microsoft.com/office/drawing/2014/main" id="{BF9905BC-1885-44D1-DC2E-89B84933D47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A3DFCA6A-7C76-4F4F-E553-348321DC0F8D}"/>
              </a:ext>
            </a:extLst>
          </p:cNvPr>
          <p:cNvSpPr>
            <a:spLocks noGrp="1"/>
          </p:cNvSpPr>
          <p:nvPr>
            <p:ph type="sldNum" sz="quarter" idx="4"/>
          </p:nvPr>
        </p:nvSpPr>
        <p:spPr/>
        <p:txBody>
          <a:bodyPr/>
          <a:lstStyle/>
          <a:p>
            <a:fld id="{9FD7ECCF-50E7-4327-B945-FA93FF7B2BEF}" type="slidenum">
              <a:rPr lang="en-US" smtClean="0"/>
              <a:pPr/>
              <a:t>48</a:t>
            </a:fld>
            <a:r>
              <a:rPr lang="en-GB"/>
              <a:t>/54</a:t>
            </a:r>
            <a:endParaRPr lang="en-US" dirty="0"/>
          </a:p>
        </p:txBody>
      </p:sp>
    </p:spTree>
    <p:extLst>
      <p:ext uri="{BB962C8B-B14F-4D97-AF65-F5344CB8AC3E}">
        <p14:creationId xmlns:p14="http://schemas.microsoft.com/office/powerpoint/2010/main" val="33651081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EA8F92-7575-7EAB-08B6-78F5CFB81893}"/>
              </a:ext>
            </a:extLst>
          </p:cNvPr>
          <p:cNvSpPr/>
          <p:nvPr/>
        </p:nvSpPr>
        <p:spPr>
          <a:xfrm>
            <a:off x="971600" y="5229200"/>
            <a:ext cx="2376264" cy="720080"/>
          </a:xfrm>
          <a:custGeom>
            <a:avLst/>
            <a:gdLst>
              <a:gd name="connsiteX0" fmla="*/ 0 w 2376264"/>
              <a:gd name="connsiteY0" fmla="*/ 0 h 720080"/>
              <a:gd name="connsiteX1" fmla="*/ 570303 w 2376264"/>
              <a:gd name="connsiteY1" fmla="*/ 0 h 720080"/>
              <a:gd name="connsiteX2" fmla="*/ 1164369 w 2376264"/>
              <a:gd name="connsiteY2" fmla="*/ 0 h 720080"/>
              <a:gd name="connsiteX3" fmla="*/ 1687147 w 2376264"/>
              <a:gd name="connsiteY3" fmla="*/ 0 h 720080"/>
              <a:gd name="connsiteX4" fmla="*/ 2376264 w 2376264"/>
              <a:gd name="connsiteY4" fmla="*/ 0 h 720080"/>
              <a:gd name="connsiteX5" fmla="*/ 2376264 w 2376264"/>
              <a:gd name="connsiteY5" fmla="*/ 345638 h 720080"/>
              <a:gd name="connsiteX6" fmla="*/ 2376264 w 2376264"/>
              <a:gd name="connsiteY6" fmla="*/ 720080 h 720080"/>
              <a:gd name="connsiteX7" fmla="*/ 1782198 w 2376264"/>
              <a:gd name="connsiteY7" fmla="*/ 720080 h 720080"/>
              <a:gd name="connsiteX8" fmla="*/ 1235657 w 2376264"/>
              <a:gd name="connsiteY8" fmla="*/ 720080 h 720080"/>
              <a:gd name="connsiteX9" fmla="*/ 594066 w 2376264"/>
              <a:gd name="connsiteY9" fmla="*/ 720080 h 720080"/>
              <a:gd name="connsiteX10" fmla="*/ 0 w 2376264"/>
              <a:gd name="connsiteY10" fmla="*/ 720080 h 720080"/>
              <a:gd name="connsiteX11" fmla="*/ 0 w 2376264"/>
              <a:gd name="connsiteY11" fmla="*/ 374442 h 720080"/>
              <a:gd name="connsiteX12" fmla="*/ 0 w 2376264"/>
              <a:gd name="connsiteY12" fmla="*/ 0 h 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76264" h="720080" fill="none" extrusionOk="0">
                <a:moveTo>
                  <a:pt x="0" y="0"/>
                </a:moveTo>
                <a:cubicBezTo>
                  <a:pt x="203365" y="9431"/>
                  <a:pt x="294575" y="-17518"/>
                  <a:pt x="570303" y="0"/>
                </a:cubicBezTo>
                <a:cubicBezTo>
                  <a:pt x="846031" y="17518"/>
                  <a:pt x="976885" y="-16922"/>
                  <a:pt x="1164369" y="0"/>
                </a:cubicBezTo>
                <a:cubicBezTo>
                  <a:pt x="1351853" y="16922"/>
                  <a:pt x="1530815" y="14448"/>
                  <a:pt x="1687147" y="0"/>
                </a:cubicBezTo>
                <a:cubicBezTo>
                  <a:pt x="1843479" y="-14448"/>
                  <a:pt x="2050900" y="26907"/>
                  <a:pt x="2376264" y="0"/>
                </a:cubicBezTo>
                <a:cubicBezTo>
                  <a:pt x="2393055" y="79188"/>
                  <a:pt x="2387890" y="235043"/>
                  <a:pt x="2376264" y="345638"/>
                </a:cubicBezTo>
                <a:cubicBezTo>
                  <a:pt x="2364638" y="456233"/>
                  <a:pt x="2377188" y="546430"/>
                  <a:pt x="2376264" y="720080"/>
                </a:cubicBezTo>
                <a:cubicBezTo>
                  <a:pt x="2127518" y="691530"/>
                  <a:pt x="1910358" y="749154"/>
                  <a:pt x="1782198" y="720080"/>
                </a:cubicBezTo>
                <a:cubicBezTo>
                  <a:pt x="1654038" y="691006"/>
                  <a:pt x="1497582" y="746593"/>
                  <a:pt x="1235657" y="720080"/>
                </a:cubicBezTo>
                <a:cubicBezTo>
                  <a:pt x="973732" y="693567"/>
                  <a:pt x="777631" y="732984"/>
                  <a:pt x="594066" y="720080"/>
                </a:cubicBezTo>
                <a:cubicBezTo>
                  <a:pt x="410501" y="707176"/>
                  <a:pt x="195445" y="702428"/>
                  <a:pt x="0" y="720080"/>
                </a:cubicBezTo>
                <a:cubicBezTo>
                  <a:pt x="-11338" y="547730"/>
                  <a:pt x="-15494" y="472411"/>
                  <a:pt x="0" y="374442"/>
                </a:cubicBezTo>
                <a:cubicBezTo>
                  <a:pt x="15494" y="276473"/>
                  <a:pt x="-5753" y="76821"/>
                  <a:pt x="0" y="0"/>
                </a:cubicBezTo>
                <a:close/>
              </a:path>
              <a:path w="2376264" h="720080" stroke="0" extrusionOk="0">
                <a:moveTo>
                  <a:pt x="0" y="0"/>
                </a:moveTo>
                <a:cubicBezTo>
                  <a:pt x="156961" y="19476"/>
                  <a:pt x="472946" y="-14282"/>
                  <a:pt x="594066" y="0"/>
                </a:cubicBezTo>
                <a:cubicBezTo>
                  <a:pt x="715186" y="14282"/>
                  <a:pt x="983697" y="-971"/>
                  <a:pt x="1211895" y="0"/>
                </a:cubicBezTo>
                <a:cubicBezTo>
                  <a:pt x="1440093" y="971"/>
                  <a:pt x="1501547" y="13928"/>
                  <a:pt x="1734673" y="0"/>
                </a:cubicBezTo>
                <a:cubicBezTo>
                  <a:pt x="1967799" y="-13928"/>
                  <a:pt x="2211637" y="775"/>
                  <a:pt x="2376264" y="0"/>
                </a:cubicBezTo>
                <a:cubicBezTo>
                  <a:pt x="2371365" y="137885"/>
                  <a:pt x="2385342" y="171238"/>
                  <a:pt x="2376264" y="338438"/>
                </a:cubicBezTo>
                <a:cubicBezTo>
                  <a:pt x="2367186" y="505638"/>
                  <a:pt x="2387937" y="604892"/>
                  <a:pt x="2376264" y="720080"/>
                </a:cubicBezTo>
                <a:cubicBezTo>
                  <a:pt x="2175857" y="745597"/>
                  <a:pt x="1970773" y="714559"/>
                  <a:pt x="1853486" y="720080"/>
                </a:cubicBezTo>
                <a:cubicBezTo>
                  <a:pt x="1736199" y="725601"/>
                  <a:pt x="1411876" y="723983"/>
                  <a:pt x="1259420" y="720080"/>
                </a:cubicBezTo>
                <a:cubicBezTo>
                  <a:pt x="1106964" y="716177"/>
                  <a:pt x="793612" y="710251"/>
                  <a:pt x="617829" y="720080"/>
                </a:cubicBezTo>
                <a:cubicBezTo>
                  <a:pt x="442046" y="729909"/>
                  <a:pt x="156469" y="694497"/>
                  <a:pt x="0" y="720080"/>
                </a:cubicBezTo>
                <a:cubicBezTo>
                  <a:pt x="-17111" y="576206"/>
                  <a:pt x="506" y="444149"/>
                  <a:pt x="0" y="374442"/>
                </a:cubicBezTo>
                <a:cubicBezTo>
                  <a:pt x="-506" y="304735"/>
                  <a:pt x="3367" y="161332"/>
                  <a:pt x="0" y="0"/>
                </a:cubicBezTo>
                <a:close/>
              </a:path>
            </a:pathLst>
          </a:custGeom>
          <a:ln>
            <a:extLst>
              <a:ext uri="{C807C97D-BFC1-408E-A445-0C87EB9F89A2}">
                <ask:lineSketchStyleProps xmlns:ask="http://schemas.microsoft.com/office/drawing/2018/sketchyshapes" sd="1796175556">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6E30FE6-644F-9D7F-A364-4B290C4FDBB5}"/>
              </a:ext>
            </a:extLst>
          </p:cNvPr>
          <p:cNvSpPr>
            <a:spLocks noGrp="1"/>
          </p:cNvSpPr>
          <p:nvPr>
            <p:ph type="title"/>
          </p:nvPr>
        </p:nvSpPr>
        <p:spPr/>
        <p:txBody>
          <a:bodyPr/>
          <a:lstStyle/>
          <a:p>
            <a:r>
              <a:rPr lang="en-GB" dirty="0"/>
              <a:t>Example </a:t>
            </a:r>
            <a:r>
              <a:rPr lang="en-GB" dirty="0">
                <a:solidFill>
                  <a:schemeClr val="accent2">
                    <a:lumMod val="75000"/>
                  </a:schemeClr>
                </a:solidFill>
              </a:rPr>
              <a:t>Correlation</a:t>
            </a:r>
          </a:p>
        </p:txBody>
      </p:sp>
      <p:sp>
        <p:nvSpPr>
          <p:cNvPr id="3" name="Content Placeholder 2">
            <a:extLst>
              <a:ext uri="{FF2B5EF4-FFF2-40B4-BE49-F238E27FC236}">
                <a16:creationId xmlns:a16="http://schemas.microsoft.com/office/drawing/2014/main" id="{BC54ABFA-EF7F-35DB-0ABB-71ED22F8F432}"/>
              </a:ext>
            </a:extLst>
          </p:cNvPr>
          <p:cNvSpPr>
            <a:spLocks noGrp="1"/>
          </p:cNvSpPr>
          <p:nvPr>
            <p:ph sz="quarter" idx="1"/>
          </p:nvPr>
        </p:nvSpPr>
        <p:spPr>
          <a:xfrm>
            <a:off x="612648" y="1600200"/>
            <a:ext cx="8153400" cy="4709120"/>
          </a:xfrm>
        </p:spPr>
        <p:txBody>
          <a:bodyPr>
            <a:normAutofit fontScale="92500" lnSpcReduction="10000"/>
          </a:bodyPr>
          <a:lstStyle/>
          <a:p>
            <a:pPr>
              <a:spcBef>
                <a:spcPts val="600"/>
              </a:spcBef>
            </a:pPr>
            <a:r>
              <a:rPr lang="en-GB" sz="1400" b="0" i="0" dirty="0">
                <a:solidFill>
                  <a:srgbClr val="3D3B49"/>
                </a:solidFill>
                <a:effectLst/>
              </a:rPr>
              <a:t>In the data-entry method example, suppose the eight participants each complete two tasks, one using standard word-processing software, the other using word-prediction software. </a:t>
            </a:r>
          </a:p>
          <a:p>
            <a:pPr>
              <a:spcBef>
                <a:spcPts val="600"/>
              </a:spcBef>
            </a:pPr>
            <a:r>
              <a:rPr lang="en-GB" sz="1400" dirty="0">
                <a:solidFill>
                  <a:srgbClr val="3D3B49"/>
                </a:solidFill>
              </a:rPr>
              <a:t>If we consider the </a:t>
            </a:r>
            <a:r>
              <a:rPr lang="en-GB" sz="1400" b="0" i="0" dirty="0">
                <a:solidFill>
                  <a:srgbClr val="3D3B49"/>
                </a:solidFill>
                <a:effectLst/>
              </a:rPr>
              <a:t>number of years that each participant had used computers and the time they spent on each task. We can run three Pearson's correlation tests based on this data set to examine the correlation between:</a:t>
            </a:r>
          </a:p>
          <a:p>
            <a:pPr lvl="1">
              <a:spcBef>
                <a:spcPts val="600"/>
              </a:spcBef>
            </a:pPr>
            <a:r>
              <a:rPr lang="en-GB" sz="1100" dirty="0"/>
              <a:t>computer experience and task time under the standard word-processing software condition;</a:t>
            </a:r>
          </a:p>
          <a:p>
            <a:pPr lvl="1">
              <a:spcBef>
                <a:spcPts val="600"/>
              </a:spcBef>
            </a:pPr>
            <a:r>
              <a:rPr lang="en-GB" sz="1100" dirty="0"/>
              <a:t>computer experience and task time under the prediction software condition; and</a:t>
            </a:r>
          </a:p>
          <a:p>
            <a:pPr lvl="1">
              <a:spcBef>
                <a:spcPts val="600"/>
              </a:spcBef>
            </a:pPr>
            <a:r>
              <a:rPr lang="en-GB" sz="1100" dirty="0"/>
              <a:t>task times under the standard word-processing software condition and those under the prediction software condition.</a:t>
            </a:r>
            <a:endParaRPr lang="el-GR" sz="1100" dirty="0"/>
          </a:p>
          <a:p>
            <a:pPr lvl="1">
              <a:spcBef>
                <a:spcPts val="600"/>
              </a:spcBef>
            </a:pPr>
            <a:endParaRPr lang="el-GR" sz="1100" dirty="0"/>
          </a:p>
          <a:p>
            <a:pPr marL="271463" indent="-271463" defTabSz="542925">
              <a:spcBef>
                <a:spcPts val="600"/>
              </a:spcBef>
              <a:tabLst>
                <a:tab pos="622300" algn="l"/>
              </a:tabLst>
            </a:pPr>
            <a:r>
              <a:rPr lang="en-GB" sz="1400" dirty="0"/>
              <a:t>RQ: 	Is there a relationship between computer experience and task time completion using different </a:t>
            </a:r>
            <a:r>
              <a:rPr lang="en-GB" sz="1400" b="0" i="0" dirty="0">
                <a:solidFill>
                  <a:srgbClr val="3D3B49"/>
                </a:solidFill>
                <a:effectLst/>
              </a:rPr>
              <a:t>word-processing 	software?</a:t>
            </a:r>
          </a:p>
          <a:p>
            <a:pPr marL="271463" indent="-271463" defTabSz="542925">
              <a:spcBef>
                <a:spcPts val="600"/>
              </a:spcBef>
              <a:tabLst>
                <a:tab pos="622300" algn="l"/>
              </a:tabLst>
            </a:pPr>
            <a:r>
              <a:rPr lang="en-GB" sz="1400" dirty="0"/>
              <a:t>H</a:t>
            </a:r>
            <a:r>
              <a:rPr lang="en-GB" sz="1400" baseline="-25000" dirty="0"/>
              <a:t>0</a:t>
            </a:r>
            <a:r>
              <a:rPr lang="en-GB" sz="1400" dirty="0"/>
              <a:t>: 	There is no relationship between computer experience and task time completion using different </a:t>
            </a:r>
            <a:r>
              <a:rPr lang="en-GB" sz="1400" b="0" i="0" dirty="0">
                <a:solidFill>
                  <a:srgbClr val="3D3B49"/>
                </a:solidFill>
                <a:effectLst/>
              </a:rPr>
              <a:t>word-processing 	software?</a:t>
            </a:r>
          </a:p>
          <a:p>
            <a:pPr marL="271463" indent="-271463" defTabSz="542925">
              <a:spcBef>
                <a:spcPts val="600"/>
              </a:spcBef>
              <a:tabLst>
                <a:tab pos="622300" algn="l"/>
              </a:tabLst>
            </a:pPr>
            <a:r>
              <a:rPr lang="en-GB" sz="1400" dirty="0"/>
              <a:t>H</a:t>
            </a:r>
            <a:r>
              <a:rPr lang="en-GB" sz="1400" baseline="-25000" dirty="0"/>
              <a:t>a</a:t>
            </a:r>
            <a:r>
              <a:rPr lang="en-GB" sz="1400" dirty="0"/>
              <a:t>: 	There is no relationship between computer experience and task time completion using different </a:t>
            </a:r>
            <a:r>
              <a:rPr lang="en-GB" sz="1400" b="0" i="0" dirty="0">
                <a:solidFill>
                  <a:srgbClr val="3D3B49"/>
                </a:solidFill>
                <a:effectLst/>
              </a:rPr>
              <a:t>word-processing 	software?</a:t>
            </a:r>
          </a:p>
          <a:p>
            <a:pPr lvl="1">
              <a:spcBef>
                <a:spcPts val="600"/>
              </a:spcBef>
            </a:pPr>
            <a:endParaRPr lang="en-GB" sz="1100" dirty="0">
              <a:solidFill>
                <a:srgbClr val="3D3B49"/>
              </a:solidFill>
            </a:endParaRPr>
          </a:p>
          <a:p>
            <a:pPr algn="l">
              <a:spcBef>
                <a:spcPts val="600"/>
              </a:spcBef>
            </a:pPr>
            <a:r>
              <a:rPr lang="en-GB" sz="1400" b="0" i="0" dirty="0">
                <a:solidFill>
                  <a:srgbClr val="374151"/>
                </a:solidFill>
                <a:effectLst/>
                <a:latin typeface="Söhne"/>
              </a:rPr>
              <a:t>The mathematical expression for the null hypothesis comparing correlation between two variables, </a:t>
            </a:r>
            <a:r>
              <a:rPr lang="en-GB" sz="1400" b="0" i="1" dirty="0">
                <a:solidFill>
                  <a:srgbClr val="374151"/>
                </a:solidFill>
                <a:effectLst/>
                <a:latin typeface="KaTeX_Math"/>
              </a:rPr>
              <a:t>X</a:t>
            </a:r>
            <a:r>
              <a:rPr lang="en-GB" sz="1400" b="0" i="0" dirty="0">
                <a:solidFill>
                  <a:srgbClr val="374151"/>
                </a:solidFill>
                <a:effectLst/>
                <a:latin typeface="Söhne"/>
              </a:rPr>
              <a:t> and </a:t>
            </a:r>
            <a:r>
              <a:rPr lang="en-GB" sz="1400" b="0" i="1" dirty="0">
                <a:solidFill>
                  <a:srgbClr val="374151"/>
                </a:solidFill>
                <a:effectLst/>
                <a:latin typeface="KaTeX_Math"/>
              </a:rPr>
              <a:t>Y</a:t>
            </a:r>
            <a:r>
              <a:rPr lang="en-GB" sz="1400" b="0" i="0" dirty="0">
                <a:solidFill>
                  <a:srgbClr val="374151"/>
                </a:solidFill>
                <a:effectLst/>
                <a:latin typeface="Söhne"/>
              </a:rPr>
              <a:t>, would be:</a:t>
            </a:r>
          </a:p>
          <a:p>
            <a:pPr lvl="1">
              <a:spcBef>
                <a:spcPts val="600"/>
              </a:spcBef>
            </a:pPr>
            <a:r>
              <a:rPr lang="en-GB" sz="1200" b="1" i="1" dirty="0">
                <a:solidFill>
                  <a:srgbClr val="374151"/>
                </a:solidFill>
                <a:effectLst/>
                <a:latin typeface="KaTeX_Math"/>
              </a:rPr>
              <a:t>H</a:t>
            </a:r>
            <a:r>
              <a:rPr lang="en-GB" sz="1200" b="1" i="0" baseline="-25000" dirty="0">
                <a:solidFill>
                  <a:srgbClr val="374151"/>
                </a:solidFill>
                <a:effectLst/>
                <a:latin typeface="KaTeX_Main"/>
              </a:rPr>
              <a:t>0</a:t>
            </a:r>
            <a:r>
              <a:rPr lang="en-GB" sz="1200" b="1" i="0" dirty="0">
                <a:solidFill>
                  <a:srgbClr val="374151"/>
                </a:solidFill>
                <a:effectLst/>
                <a:latin typeface="KaTeX_Main"/>
              </a:rPr>
              <a:t>​: </a:t>
            </a:r>
            <a:r>
              <a:rPr lang="en-GB" sz="1200" b="1" i="1" dirty="0" err="1">
                <a:solidFill>
                  <a:srgbClr val="374151"/>
                </a:solidFill>
                <a:effectLst/>
                <a:latin typeface="KaTeX_Math"/>
              </a:rPr>
              <a:t>ρ</a:t>
            </a:r>
            <a:r>
              <a:rPr lang="en-GB" sz="1200" b="1" i="1" baseline="-25000" dirty="0" err="1">
                <a:solidFill>
                  <a:srgbClr val="374151"/>
                </a:solidFill>
                <a:effectLst/>
                <a:latin typeface="KaTeX_Math"/>
              </a:rPr>
              <a:t>XY</a:t>
            </a:r>
            <a:r>
              <a:rPr lang="en-GB" sz="1200" b="1" i="0" dirty="0">
                <a:solidFill>
                  <a:srgbClr val="374151"/>
                </a:solidFill>
                <a:effectLst/>
                <a:latin typeface="KaTeX_Main"/>
              </a:rPr>
              <a:t>​=0</a:t>
            </a:r>
          </a:p>
          <a:p>
            <a:pPr lvl="1">
              <a:spcBef>
                <a:spcPts val="600"/>
              </a:spcBef>
            </a:pPr>
            <a:r>
              <a:rPr lang="en-GB" sz="1200" b="1" i="1" dirty="0">
                <a:solidFill>
                  <a:srgbClr val="374151"/>
                </a:solidFill>
                <a:effectLst/>
                <a:latin typeface="KaTeX_Math"/>
              </a:rPr>
              <a:t>X</a:t>
            </a:r>
            <a:r>
              <a:rPr lang="en-GB" sz="1200" b="1" i="0" dirty="0">
                <a:solidFill>
                  <a:srgbClr val="374151"/>
                </a:solidFill>
                <a:effectLst/>
                <a:latin typeface="Söhne"/>
              </a:rPr>
              <a:t> – the </a:t>
            </a:r>
            <a:r>
              <a:rPr lang="en-GB" sz="1200" b="1" dirty="0"/>
              <a:t>computer experience</a:t>
            </a:r>
          </a:p>
          <a:p>
            <a:pPr lvl="1">
              <a:spcBef>
                <a:spcPts val="600"/>
              </a:spcBef>
            </a:pPr>
            <a:r>
              <a:rPr lang="en-GB" sz="1200" b="1" i="1" dirty="0">
                <a:solidFill>
                  <a:srgbClr val="374151"/>
                </a:solidFill>
                <a:effectLst/>
                <a:latin typeface="KaTeX_Math"/>
              </a:rPr>
              <a:t>Y</a:t>
            </a:r>
            <a:r>
              <a:rPr lang="en-GB" sz="1200" b="1" dirty="0"/>
              <a:t> </a:t>
            </a:r>
            <a:r>
              <a:rPr lang="en-GB" sz="1200" b="1" i="0" dirty="0">
                <a:solidFill>
                  <a:srgbClr val="374151"/>
                </a:solidFill>
                <a:effectLst/>
                <a:latin typeface="Söhne"/>
              </a:rPr>
              <a:t> –  </a:t>
            </a:r>
            <a:r>
              <a:rPr lang="en-GB" sz="1200" b="1" dirty="0"/>
              <a:t>task time completion </a:t>
            </a:r>
            <a:endParaRPr lang="en-GB" sz="1200" b="1" i="0" dirty="0">
              <a:solidFill>
                <a:srgbClr val="374151"/>
              </a:solidFill>
              <a:effectLst/>
              <a:latin typeface="KaTeX_Main"/>
            </a:endParaRPr>
          </a:p>
          <a:p>
            <a:pPr algn="l">
              <a:spcBef>
                <a:spcPts val="600"/>
              </a:spcBef>
            </a:pPr>
            <a:endParaRPr lang="en-GB" sz="1400" b="0" i="0" dirty="0">
              <a:solidFill>
                <a:srgbClr val="374151"/>
              </a:solidFill>
              <a:effectLst/>
              <a:latin typeface="Söhne"/>
            </a:endParaRPr>
          </a:p>
          <a:p>
            <a:pPr lvl="1">
              <a:spcBef>
                <a:spcPts val="600"/>
              </a:spcBef>
            </a:pPr>
            <a:endParaRPr lang="en-GB" sz="1100" b="0" i="0" dirty="0">
              <a:solidFill>
                <a:srgbClr val="3D3B49"/>
              </a:solidFill>
              <a:effectLst/>
            </a:endParaRPr>
          </a:p>
          <a:p>
            <a:pPr lvl="1">
              <a:spcBef>
                <a:spcPts val="600"/>
              </a:spcBef>
            </a:pPr>
            <a:endParaRPr lang="en-GB" sz="1100" dirty="0"/>
          </a:p>
          <a:p>
            <a:pPr lvl="1">
              <a:spcBef>
                <a:spcPts val="600"/>
              </a:spcBef>
            </a:pPr>
            <a:endParaRPr lang="en-GB" sz="1100" dirty="0"/>
          </a:p>
          <a:p>
            <a:pPr lvl="1">
              <a:spcBef>
                <a:spcPts val="600"/>
              </a:spcBef>
            </a:pPr>
            <a:endParaRPr lang="en-GB" sz="1100" dirty="0"/>
          </a:p>
        </p:txBody>
      </p:sp>
      <p:sp>
        <p:nvSpPr>
          <p:cNvPr id="6" name="Footer Placeholder 5">
            <a:extLst>
              <a:ext uri="{FF2B5EF4-FFF2-40B4-BE49-F238E27FC236}">
                <a16:creationId xmlns:a16="http://schemas.microsoft.com/office/drawing/2014/main" id="{2F5CC8D2-5E09-33BA-8FB2-2027004F5FE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A85AC832-CD68-EB99-FFC0-02C7AA028C0D}"/>
              </a:ext>
            </a:extLst>
          </p:cNvPr>
          <p:cNvSpPr>
            <a:spLocks noGrp="1"/>
          </p:cNvSpPr>
          <p:nvPr>
            <p:ph type="sldNum" sz="quarter" idx="4"/>
          </p:nvPr>
        </p:nvSpPr>
        <p:spPr/>
        <p:txBody>
          <a:bodyPr/>
          <a:lstStyle/>
          <a:p>
            <a:fld id="{9FD7ECCF-50E7-4327-B945-FA93FF7B2BEF}" type="slidenum">
              <a:rPr lang="en-US" smtClean="0"/>
              <a:pPr/>
              <a:t>49</a:t>
            </a:fld>
            <a:r>
              <a:rPr lang="en-GB"/>
              <a:t>/54</a:t>
            </a:r>
            <a:endParaRPr lang="en-US" dirty="0"/>
          </a:p>
        </p:txBody>
      </p:sp>
    </p:spTree>
    <p:extLst>
      <p:ext uri="{BB962C8B-B14F-4D97-AF65-F5344CB8AC3E}">
        <p14:creationId xmlns:p14="http://schemas.microsoft.com/office/powerpoint/2010/main" val="42108118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1854-044A-1596-523F-6FFA08C72C98}"/>
              </a:ext>
            </a:extLst>
          </p:cNvPr>
          <p:cNvSpPr>
            <a:spLocks noGrp="1"/>
          </p:cNvSpPr>
          <p:nvPr>
            <p:ph type="title"/>
          </p:nvPr>
        </p:nvSpPr>
        <p:spPr>
          <a:xfrm>
            <a:off x="612648" y="228600"/>
            <a:ext cx="8531352" cy="990600"/>
          </a:xfrm>
        </p:spPr>
        <p:txBody>
          <a:bodyPr>
            <a:normAutofit fontScale="90000"/>
          </a:bodyPr>
          <a:lstStyle/>
          <a:p>
            <a:r>
              <a:rPr lang="en-GB" dirty="0"/>
              <a:t>Data organisation in SPSS- </a:t>
            </a:r>
            <a:r>
              <a:rPr lang="en-GB" dirty="0">
                <a:solidFill>
                  <a:schemeClr val="accent2">
                    <a:lumMod val="75000"/>
                  </a:schemeClr>
                </a:solidFill>
              </a:rPr>
              <a:t>Correlation</a:t>
            </a:r>
            <a:endParaRPr lang="en-GB" dirty="0"/>
          </a:p>
        </p:txBody>
      </p:sp>
      <p:pic>
        <p:nvPicPr>
          <p:cNvPr id="11" name="Picture 10" descr="spps snapshot">
            <a:extLst>
              <a:ext uri="{FF2B5EF4-FFF2-40B4-BE49-F238E27FC236}">
                <a16:creationId xmlns:a16="http://schemas.microsoft.com/office/drawing/2014/main" id="{20DE07C7-4D11-5DCF-244D-10DA10153103}"/>
              </a:ext>
            </a:extLst>
          </p:cNvPr>
          <p:cNvPicPr>
            <a:picLocks noChangeAspect="1"/>
          </p:cNvPicPr>
          <p:nvPr/>
        </p:nvPicPr>
        <p:blipFill>
          <a:blip r:embed="rId2"/>
          <a:stretch>
            <a:fillRect/>
          </a:stretch>
        </p:blipFill>
        <p:spPr>
          <a:xfrm>
            <a:off x="827584" y="3450704"/>
            <a:ext cx="3009900" cy="1924050"/>
          </a:xfrm>
          <a:prstGeom prst="rect">
            <a:avLst/>
          </a:prstGeom>
        </p:spPr>
      </p:pic>
      <p:pic>
        <p:nvPicPr>
          <p:cNvPr id="10" name="Picture 9" descr="spps snapshot">
            <a:extLst>
              <a:ext uri="{FF2B5EF4-FFF2-40B4-BE49-F238E27FC236}">
                <a16:creationId xmlns:a16="http://schemas.microsoft.com/office/drawing/2014/main" id="{6B7D425E-BC5D-BA99-0312-4C774BD54A9B}"/>
              </a:ext>
            </a:extLst>
          </p:cNvPr>
          <p:cNvPicPr>
            <a:picLocks noChangeAspect="1"/>
          </p:cNvPicPr>
          <p:nvPr/>
        </p:nvPicPr>
        <p:blipFill>
          <a:blip r:embed="rId3"/>
          <a:stretch>
            <a:fillRect/>
          </a:stretch>
        </p:blipFill>
        <p:spPr>
          <a:xfrm>
            <a:off x="533400" y="2179409"/>
            <a:ext cx="8305800" cy="866775"/>
          </a:xfrm>
          <a:prstGeom prst="rect">
            <a:avLst/>
          </a:prstGeom>
        </p:spPr>
      </p:pic>
      <p:pic>
        <p:nvPicPr>
          <p:cNvPr id="13" name="Picture 12" descr="spps snapshot">
            <a:extLst>
              <a:ext uri="{FF2B5EF4-FFF2-40B4-BE49-F238E27FC236}">
                <a16:creationId xmlns:a16="http://schemas.microsoft.com/office/drawing/2014/main" id="{A54B662F-8B9F-AB49-0639-003C12CF5384}"/>
              </a:ext>
            </a:extLst>
          </p:cNvPr>
          <p:cNvPicPr>
            <a:picLocks noChangeAspect="1"/>
          </p:cNvPicPr>
          <p:nvPr/>
        </p:nvPicPr>
        <p:blipFill>
          <a:blip r:embed="rId4"/>
          <a:stretch>
            <a:fillRect/>
          </a:stretch>
        </p:blipFill>
        <p:spPr>
          <a:xfrm>
            <a:off x="4639009" y="3875624"/>
            <a:ext cx="3313625" cy="2174887"/>
          </a:xfrm>
          <a:prstGeom prst="rect">
            <a:avLst/>
          </a:prstGeom>
        </p:spPr>
      </p:pic>
      <p:sp>
        <p:nvSpPr>
          <p:cNvPr id="14" name="Content Placeholder 2">
            <a:extLst>
              <a:ext uri="{FF2B5EF4-FFF2-40B4-BE49-F238E27FC236}">
                <a16:creationId xmlns:a16="http://schemas.microsoft.com/office/drawing/2014/main" id="{9316A86E-3054-F240-951F-0B80DBD8A56E}"/>
              </a:ext>
            </a:extLst>
          </p:cNvPr>
          <p:cNvSpPr>
            <a:spLocks noGrp="1"/>
          </p:cNvSpPr>
          <p:nvPr>
            <p:ph sz="quarter" idx="1"/>
          </p:nvPr>
        </p:nvSpPr>
        <p:spPr>
          <a:xfrm>
            <a:off x="4604177" y="3383172"/>
            <a:ext cx="3383288" cy="492452"/>
          </a:xfrm>
        </p:spPr>
        <p:txBody>
          <a:bodyPr>
            <a:normAutofit fontScale="62500" lnSpcReduction="20000"/>
          </a:bodyPr>
          <a:lstStyle/>
          <a:p>
            <a:pPr marL="0" indent="0">
              <a:buNone/>
            </a:pPr>
            <a:r>
              <a:rPr lang="en-GB" dirty="0"/>
              <a:t>Analyse &gt; Correlate &gt; Bivariate</a:t>
            </a:r>
          </a:p>
        </p:txBody>
      </p:sp>
      <p:sp>
        <p:nvSpPr>
          <p:cNvPr id="4" name="TextBox 3">
            <a:extLst>
              <a:ext uri="{FF2B5EF4-FFF2-40B4-BE49-F238E27FC236}">
                <a16:creationId xmlns:a16="http://schemas.microsoft.com/office/drawing/2014/main" id="{99479E0E-76BC-FC23-FF08-D564D8ED7EBC}"/>
              </a:ext>
            </a:extLst>
          </p:cNvPr>
          <p:cNvSpPr txBox="1"/>
          <p:nvPr/>
        </p:nvSpPr>
        <p:spPr>
          <a:xfrm>
            <a:off x="6041548" y="1208628"/>
            <a:ext cx="3102452" cy="338554"/>
          </a:xfrm>
          <a:prstGeom prst="rect">
            <a:avLst/>
          </a:prstGeom>
          <a:solidFill>
            <a:schemeClr val="accent1"/>
          </a:solidFill>
        </p:spPr>
        <p:txBody>
          <a:bodyPr wrap="none" rtlCol="0">
            <a:spAutoFit/>
          </a:bodyPr>
          <a:lstStyle/>
          <a:p>
            <a:r>
              <a:rPr lang="en-GB" sz="1600" dirty="0">
                <a:latin typeface="+mn-lt"/>
              </a:rPr>
              <a:t>Look at the example </a:t>
            </a:r>
            <a:r>
              <a:rPr lang="en-GB" sz="1600" dirty="0" err="1">
                <a:latin typeface="+mn-lt"/>
              </a:rPr>
              <a:t>correlation.sav</a:t>
            </a:r>
            <a:endParaRPr lang="en-GB" sz="1600" dirty="0">
              <a:latin typeface="+mn-lt"/>
            </a:endParaRPr>
          </a:p>
        </p:txBody>
      </p:sp>
      <p:sp>
        <p:nvSpPr>
          <p:cNvPr id="3" name="Footer Placeholder 2">
            <a:extLst>
              <a:ext uri="{FF2B5EF4-FFF2-40B4-BE49-F238E27FC236}">
                <a16:creationId xmlns:a16="http://schemas.microsoft.com/office/drawing/2014/main" id="{161F3EAD-4190-FD84-4EEC-126403CC704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D3FEB506-CFB8-CBDA-ABF9-BDBF6223AB28}"/>
              </a:ext>
            </a:extLst>
          </p:cNvPr>
          <p:cNvSpPr>
            <a:spLocks noGrp="1"/>
          </p:cNvSpPr>
          <p:nvPr>
            <p:ph type="sldNum" sz="quarter" idx="4"/>
          </p:nvPr>
        </p:nvSpPr>
        <p:spPr/>
        <p:txBody>
          <a:bodyPr/>
          <a:lstStyle/>
          <a:p>
            <a:fld id="{9FD7ECCF-50E7-4327-B945-FA93FF7B2BEF}" type="slidenum">
              <a:rPr lang="en-US" smtClean="0"/>
              <a:pPr/>
              <a:t>50</a:t>
            </a:fld>
            <a:r>
              <a:rPr lang="en-GB"/>
              <a:t>/54</a:t>
            </a:r>
            <a:endParaRPr lang="en-US" dirty="0"/>
          </a:p>
        </p:txBody>
      </p:sp>
    </p:spTree>
    <p:extLst>
      <p:ext uri="{BB962C8B-B14F-4D97-AF65-F5344CB8AC3E}">
        <p14:creationId xmlns:p14="http://schemas.microsoft.com/office/powerpoint/2010/main" val="4773248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7D6C75-0C9C-7200-E457-CCF3615E1472}"/>
              </a:ext>
            </a:extLst>
          </p:cNvPr>
          <p:cNvSpPr>
            <a:spLocks noGrp="1"/>
          </p:cNvSpPr>
          <p:nvPr>
            <p:ph sz="quarter" idx="1"/>
          </p:nvPr>
        </p:nvSpPr>
        <p:spPr>
          <a:xfrm>
            <a:off x="533399" y="1600200"/>
            <a:ext cx="3462537" cy="4945504"/>
          </a:xfrm>
        </p:spPr>
        <p:txBody>
          <a:bodyPr>
            <a:normAutofit fontScale="55000" lnSpcReduction="20000"/>
          </a:bodyPr>
          <a:lstStyle/>
          <a:p>
            <a:r>
              <a:rPr lang="en-GB" dirty="0"/>
              <a:t>The correlation between the same variable is always 1, as indicated by the three r values on the diagonal line of the table. </a:t>
            </a:r>
          </a:p>
          <a:p>
            <a:r>
              <a:rPr lang="en-GB" dirty="0"/>
              <a:t>The </a:t>
            </a:r>
            <a:r>
              <a:rPr lang="en-GB" b="1" dirty="0"/>
              <a:t>correlation between computer experience and the time using the standard software is significant, with r value equal to − 0.723</a:t>
            </a:r>
            <a:r>
              <a:rPr lang="en-GB" dirty="0"/>
              <a:t>. </a:t>
            </a:r>
          </a:p>
          <a:p>
            <a:r>
              <a:rPr lang="en-GB" dirty="0"/>
              <a:t>The </a:t>
            </a:r>
            <a:r>
              <a:rPr lang="en-GB" b="1" dirty="0"/>
              <a:t>negative r </a:t>
            </a:r>
            <a:r>
              <a:rPr lang="en-GB" dirty="0"/>
              <a:t>value suggests that as </a:t>
            </a:r>
            <a:r>
              <a:rPr lang="en-GB" b="1" dirty="0"/>
              <a:t>computer experience increases</a:t>
            </a:r>
            <a:r>
              <a:rPr lang="en-GB" dirty="0"/>
              <a:t>, the </a:t>
            </a:r>
            <a:r>
              <a:rPr lang="en-GB" b="1" dirty="0"/>
              <a:t>time spent on completing the task</a:t>
            </a:r>
            <a:r>
              <a:rPr lang="en-GB" dirty="0"/>
              <a:t> using the standard software </a:t>
            </a:r>
            <a:r>
              <a:rPr lang="en-GB" b="1" dirty="0"/>
              <a:t>decreases</a:t>
            </a:r>
            <a:r>
              <a:rPr lang="en-GB" dirty="0"/>
              <a:t>. </a:t>
            </a:r>
          </a:p>
          <a:p>
            <a:r>
              <a:rPr lang="en-GB" dirty="0"/>
              <a:t>The </a:t>
            </a:r>
            <a:r>
              <a:rPr lang="en-GB" b="1" dirty="0"/>
              <a:t>correlation between computer experience and time spent using prediction software is not significant (r = − 0.468</a:t>
            </a:r>
            <a:r>
              <a:rPr lang="en-GB" dirty="0"/>
              <a:t>). </a:t>
            </a:r>
          </a:p>
          <a:p>
            <a:r>
              <a:rPr lang="en-GB" b="1" dirty="0"/>
              <a:t>The correlation between the completion times using the standard software and using the prediction software is not significant either (r = 0.325</a:t>
            </a:r>
            <a:r>
              <a:rPr lang="en-GB" dirty="0"/>
              <a:t>).</a:t>
            </a:r>
          </a:p>
        </p:txBody>
      </p:sp>
      <p:pic>
        <p:nvPicPr>
          <p:cNvPr id="9" name="Picture 8" descr="spss table">
            <a:extLst>
              <a:ext uri="{FF2B5EF4-FFF2-40B4-BE49-F238E27FC236}">
                <a16:creationId xmlns:a16="http://schemas.microsoft.com/office/drawing/2014/main" id="{EE1E1075-6D84-262E-41D6-EF9C04FE7B10}"/>
              </a:ext>
            </a:extLst>
          </p:cNvPr>
          <p:cNvPicPr>
            <a:picLocks noChangeAspect="1"/>
          </p:cNvPicPr>
          <p:nvPr/>
        </p:nvPicPr>
        <p:blipFill>
          <a:blip r:embed="rId2"/>
          <a:stretch>
            <a:fillRect/>
          </a:stretch>
        </p:blipFill>
        <p:spPr>
          <a:xfrm>
            <a:off x="4890679" y="512643"/>
            <a:ext cx="4019550" cy="2466975"/>
          </a:xfrm>
          <a:prstGeom prst="rect">
            <a:avLst/>
          </a:prstGeom>
        </p:spPr>
      </p:pic>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AC867ABE-5384-BAAD-AC36-B2AF189B6816}"/>
                  </a:ext>
                </a:extLst>
              </p14:cNvPr>
              <p14:cNvContentPartPr/>
              <p14:nvPr/>
            </p14:nvContentPartPr>
            <p14:xfrm>
              <a:off x="7516712" y="974142"/>
              <a:ext cx="648720" cy="404640"/>
            </p14:xfrm>
          </p:contentPart>
        </mc:Choice>
        <mc:Fallback xmlns="">
          <p:pic>
            <p:nvPicPr>
              <p:cNvPr id="15" name="Ink 14">
                <a:extLst>
                  <a:ext uri="{FF2B5EF4-FFF2-40B4-BE49-F238E27FC236}">
                    <a16:creationId xmlns:a16="http://schemas.microsoft.com/office/drawing/2014/main" id="{AC867ABE-5384-BAAD-AC36-B2AF189B6816}"/>
                  </a:ext>
                </a:extLst>
              </p:cNvPr>
              <p:cNvPicPr/>
              <p:nvPr/>
            </p:nvPicPr>
            <p:blipFill>
              <a:blip r:embed="rId4"/>
              <a:stretch>
                <a:fillRect/>
              </a:stretch>
            </p:blipFill>
            <p:spPr>
              <a:xfrm>
                <a:off x="7507712" y="965142"/>
                <a:ext cx="66636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E5E79258-2786-8997-0D08-5602D1F228E1}"/>
                  </a:ext>
                </a:extLst>
              </p14:cNvPr>
              <p14:cNvContentPartPr/>
              <p14:nvPr/>
            </p14:nvContentPartPr>
            <p14:xfrm>
              <a:off x="6900454" y="1572240"/>
              <a:ext cx="648720" cy="404640"/>
            </p14:xfrm>
          </p:contentPart>
        </mc:Choice>
        <mc:Fallback xmlns="">
          <p:pic>
            <p:nvPicPr>
              <p:cNvPr id="19" name="Ink 18">
                <a:extLst>
                  <a:ext uri="{FF2B5EF4-FFF2-40B4-BE49-F238E27FC236}">
                    <a16:creationId xmlns:a16="http://schemas.microsoft.com/office/drawing/2014/main" id="{E5E79258-2786-8997-0D08-5602D1F228E1}"/>
                  </a:ext>
                </a:extLst>
              </p:cNvPr>
              <p:cNvPicPr/>
              <p:nvPr/>
            </p:nvPicPr>
            <p:blipFill>
              <a:blip r:embed="rId4"/>
              <a:stretch>
                <a:fillRect/>
              </a:stretch>
            </p:blipFill>
            <p:spPr>
              <a:xfrm>
                <a:off x="6891454" y="1563240"/>
                <a:ext cx="66636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FEA5DB18-9A21-3C5B-06D9-D2086C46050E}"/>
                  </a:ext>
                </a:extLst>
              </p14:cNvPr>
              <p14:cNvContentPartPr/>
              <p14:nvPr/>
            </p14:nvContentPartPr>
            <p14:xfrm>
              <a:off x="8266592" y="976662"/>
              <a:ext cx="567000" cy="441000"/>
            </p14:xfrm>
          </p:contentPart>
        </mc:Choice>
        <mc:Fallback xmlns="">
          <p:pic>
            <p:nvPicPr>
              <p:cNvPr id="23" name="Ink 22">
                <a:extLst>
                  <a:ext uri="{FF2B5EF4-FFF2-40B4-BE49-F238E27FC236}">
                    <a16:creationId xmlns:a16="http://schemas.microsoft.com/office/drawing/2014/main" id="{FEA5DB18-9A21-3C5B-06D9-D2086C46050E}"/>
                  </a:ext>
                </a:extLst>
              </p:cNvPr>
              <p:cNvPicPr/>
              <p:nvPr/>
            </p:nvPicPr>
            <p:blipFill>
              <a:blip r:embed="rId7"/>
              <a:stretch>
                <a:fillRect/>
              </a:stretch>
            </p:blipFill>
            <p:spPr>
              <a:xfrm>
                <a:off x="8257592" y="967662"/>
                <a:ext cx="584640" cy="458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43159DBA-652B-F478-F13E-C26875290105}"/>
                  </a:ext>
                </a:extLst>
              </p14:cNvPr>
              <p14:cNvContentPartPr/>
              <p14:nvPr/>
            </p14:nvContentPartPr>
            <p14:xfrm>
              <a:off x="6949712" y="2188413"/>
              <a:ext cx="567000" cy="441000"/>
            </p14:xfrm>
          </p:contentPart>
        </mc:Choice>
        <mc:Fallback xmlns="">
          <p:pic>
            <p:nvPicPr>
              <p:cNvPr id="24" name="Ink 23">
                <a:extLst>
                  <a:ext uri="{FF2B5EF4-FFF2-40B4-BE49-F238E27FC236}">
                    <a16:creationId xmlns:a16="http://schemas.microsoft.com/office/drawing/2014/main" id="{43159DBA-652B-F478-F13E-C26875290105}"/>
                  </a:ext>
                </a:extLst>
              </p:cNvPr>
              <p:cNvPicPr/>
              <p:nvPr/>
            </p:nvPicPr>
            <p:blipFill>
              <a:blip r:embed="rId7"/>
              <a:stretch>
                <a:fillRect/>
              </a:stretch>
            </p:blipFill>
            <p:spPr>
              <a:xfrm>
                <a:off x="6940712" y="2179413"/>
                <a:ext cx="584640" cy="458640"/>
              </a:xfrm>
              <a:prstGeom prst="rect">
                <a:avLst/>
              </a:prstGeom>
            </p:spPr>
          </p:pic>
        </mc:Fallback>
      </mc:AlternateContent>
      <p:pic>
        <p:nvPicPr>
          <p:cNvPr id="26" name="Picture 25" descr="spss table">
            <a:extLst>
              <a:ext uri="{FF2B5EF4-FFF2-40B4-BE49-F238E27FC236}">
                <a16:creationId xmlns:a16="http://schemas.microsoft.com/office/drawing/2014/main" id="{F8B256F6-9C73-5183-1A41-7C92E8472713}"/>
              </a:ext>
            </a:extLst>
          </p:cNvPr>
          <p:cNvPicPr>
            <a:picLocks noChangeAspect="1"/>
          </p:cNvPicPr>
          <p:nvPr/>
        </p:nvPicPr>
        <p:blipFill>
          <a:blip r:embed="rId9"/>
          <a:stretch>
            <a:fillRect/>
          </a:stretch>
        </p:blipFill>
        <p:spPr>
          <a:xfrm>
            <a:off x="4105275" y="4260633"/>
            <a:ext cx="5038725" cy="1619250"/>
          </a:xfrm>
          <a:prstGeom prst="rect">
            <a:avLst/>
          </a:prstGeom>
        </p:spPr>
      </p:pic>
      <p:grpSp>
        <p:nvGrpSpPr>
          <p:cNvPr id="30" name="Group 29">
            <a:extLst>
              <a:ext uri="{FF2B5EF4-FFF2-40B4-BE49-F238E27FC236}">
                <a16:creationId xmlns:a16="http://schemas.microsoft.com/office/drawing/2014/main" id="{A2D305D3-2D55-04FD-B8DB-BB387B61D916}"/>
              </a:ext>
            </a:extLst>
          </p:cNvPr>
          <p:cNvGrpSpPr/>
          <p:nvPr/>
        </p:nvGrpSpPr>
        <p:grpSpPr>
          <a:xfrm>
            <a:off x="7695660" y="1579083"/>
            <a:ext cx="905760" cy="743400"/>
            <a:chOff x="7695660" y="2666640"/>
            <a:chExt cx="905760" cy="743400"/>
          </a:xfrm>
        </p:grpSpPr>
        <mc:AlternateContent xmlns:mc="http://schemas.openxmlformats.org/markup-compatibility/2006" xmlns:p14="http://schemas.microsoft.com/office/powerpoint/2010/main">
          <mc:Choice Requires="p14">
            <p:contentPart p14:bwMode="auto" r:id="rId10">
              <p14:nvContentPartPr>
                <p14:cNvPr id="28" name="Ink 27">
                  <a:extLst>
                    <a:ext uri="{FF2B5EF4-FFF2-40B4-BE49-F238E27FC236}">
                      <a16:creationId xmlns:a16="http://schemas.microsoft.com/office/drawing/2014/main" id="{85B1C5D1-889D-DCA7-3E57-DC3F3F6743F7}"/>
                    </a:ext>
                  </a:extLst>
                </p14:cNvPr>
                <p14:cNvContentPartPr/>
                <p14:nvPr/>
              </p14:nvContentPartPr>
              <p14:xfrm>
                <a:off x="7695660" y="2676360"/>
                <a:ext cx="829440" cy="733680"/>
              </p14:xfrm>
            </p:contentPart>
          </mc:Choice>
          <mc:Fallback xmlns="">
            <p:pic>
              <p:nvPicPr>
                <p:cNvPr id="28" name="Ink 27">
                  <a:extLst>
                    <a:ext uri="{FF2B5EF4-FFF2-40B4-BE49-F238E27FC236}">
                      <a16:creationId xmlns:a16="http://schemas.microsoft.com/office/drawing/2014/main" id="{85B1C5D1-889D-DCA7-3E57-DC3F3F6743F7}"/>
                    </a:ext>
                  </a:extLst>
                </p:cNvPr>
                <p:cNvPicPr/>
                <p:nvPr/>
              </p:nvPicPr>
              <p:blipFill>
                <a:blip r:embed="rId13"/>
                <a:stretch>
                  <a:fillRect/>
                </a:stretch>
              </p:blipFill>
              <p:spPr>
                <a:xfrm>
                  <a:off x="7687020" y="2667720"/>
                  <a:ext cx="847080" cy="751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9" name="Ink 28">
                  <a:extLst>
                    <a:ext uri="{FF2B5EF4-FFF2-40B4-BE49-F238E27FC236}">
                      <a16:creationId xmlns:a16="http://schemas.microsoft.com/office/drawing/2014/main" id="{DF9D6F48-B1DA-6A9E-47A0-C95D0E4FC45D}"/>
                    </a:ext>
                  </a:extLst>
                </p14:cNvPr>
                <p14:cNvContentPartPr/>
                <p14:nvPr/>
              </p14:nvContentPartPr>
              <p14:xfrm>
                <a:off x="8408460" y="2666640"/>
                <a:ext cx="192960" cy="141840"/>
              </p14:xfrm>
            </p:contentPart>
          </mc:Choice>
          <mc:Fallback xmlns="">
            <p:pic>
              <p:nvPicPr>
                <p:cNvPr id="29" name="Ink 28">
                  <a:extLst>
                    <a:ext uri="{FF2B5EF4-FFF2-40B4-BE49-F238E27FC236}">
                      <a16:creationId xmlns:a16="http://schemas.microsoft.com/office/drawing/2014/main" id="{DF9D6F48-B1DA-6A9E-47A0-C95D0E4FC45D}"/>
                    </a:ext>
                  </a:extLst>
                </p:cNvPr>
                <p:cNvPicPr/>
                <p:nvPr/>
              </p:nvPicPr>
              <p:blipFill>
                <a:blip r:embed="rId15"/>
                <a:stretch>
                  <a:fillRect/>
                </a:stretch>
              </p:blipFill>
              <p:spPr>
                <a:xfrm>
                  <a:off x="8399820" y="2658000"/>
                  <a:ext cx="210600" cy="159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31" name="Ink 30">
                <a:extLst>
                  <a:ext uri="{FF2B5EF4-FFF2-40B4-BE49-F238E27FC236}">
                    <a16:creationId xmlns:a16="http://schemas.microsoft.com/office/drawing/2014/main" id="{84EA42D3-90B0-C0F2-3C28-25F522B5F02E}"/>
                  </a:ext>
                </a:extLst>
              </p14:cNvPr>
              <p14:cNvContentPartPr/>
              <p14:nvPr/>
            </p14:nvContentPartPr>
            <p14:xfrm>
              <a:off x="7636980" y="2179203"/>
              <a:ext cx="173880" cy="209880"/>
            </p14:xfrm>
          </p:contentPart>
        </mc:Choice>
        <mc:Fallback xmlns="">
          <p:pic>
            <p:nvPicPr>
              <p:cNvPr id="31" name="Ink 30">
                <a:extLst>
                  <a:ext uri="{FF2B5EF4-FFF2-40B4-BE49-F238E27FC236}">
                    <a16:creationId xmlns:a16="http://schemas.microsoft.com/office/drawing/2014/main" id="{84EA42D3-90B0-C0F2-3C28-25F522B5F02E}"/>
                  </a:ext>
                </a:extLst>
              </p:cNvPr>
              <p:cNvPicPr/>
              <p:nvPr/>
            </p:nvPicPr>
            <p:blipFill>
              <a:blip r:embed="rId17"/>
              <a:stretch>
                <a:fillRect/>
              </a:stretch>
            </p:blipFill>
            <p:spPr>
              <a:xfrm>
                <a:off x="7627980" y="2170188"/>
                <a:ext cx="191520" cy="227550"/>
              </a:xfrm>
              <a:prstGeom prst="rect">
                <a:avLst/>
              </a:prstGeom>
            </p:spPr>
          </p:pic>
        </mc:Fallback>
      </mc:AlternateContent>
      <p:grpSp>
        <p:nvGrpSpPr>
          <p:cNvPr id="36" name="Group 35">
            <a:extLst>
              <a:ext uri="{FF2B5EF4-FFF2-40B4-BE49-F238E27FC236}">
                <a16:creationId xmlns:a16="http://schemas.microsoft.com/office/drawing/2014/main" id="{1EB79F06-F86B-9179-9AF4-BD9E40BA0067}"/>
              </a:ext>
            </a:extLst>
          </p:cNvPr>
          <p:cNvGrpSpPr/>
          <p:nvPr/>
        </p:nvGrpSpPr>
        <p:grpSpPr>
          <a:xfrm>
            <a:off x="6990780" y="1102803"/>
            <a:ext cx="421200" cy="397800"/>
            <a:chOff x="6990780" y="2190360"/>
            <a:chExt cx="421200" cy="397800"/>
          </a:xfrm>
        </p:grpSpPr>
        <mc:AlternateContent xmlns:mc="http://schemas.openxmlformats.org/markup-compatibility/2006" xmlns:p14="http://schemas.microsoft.com/office/powerpoint/2010/main">
          <mc:Choice Requires="p14">
            <p:contentPart p14:bwMode="auto" r:id="rId18">
              <p14:nvContentPartPr>
                <p14:cNvPr id="32" name="Ink 31">
                  <a:extLst>
                    <a:ext uri="{FF2B5EF4-FFF2-40B4-BE49-F238E27FC236}">
                      <a16:creationId xmlns:a16="http://schemas.microsoft.com/office/drawing/2014/main" id="{AFB3C39F-426F-58E4-5161-60025F31BA12}"/>
                    </a:ext>
                  </a:extLst>
                </p14:cNvPr>
                <p14:cNvContentPartPr/>
                <p14:nvPr/>
              </p14:nvContentPartPr>
              <p14:xfrm>
                <a:off x="7069980" y="2256960"/>
                <a:ext cx="302400" cy="269640"/>
              </p14:xfrm>
            </p:contentPart>
          </mc:Choice>
          <mc:Fallback xmlns="">
            <p:pic>
              <p:nvPicPr>
                <p:cNvPr id="32" name="Ink 31">
                  <a:extLst>
                    <a:ext uri="{FF2B5EF4-FFF2-40B4-BE49-F238E27FC236}">
                      <a16:creationId xmlns:a16="http://schemas.microsoft.com/office/drawing/2014/main" id="{AFB3C39F-426F-58E4-5161-60025F31BA12}"/>
                    </a:ext>
                  </a:extLst>
                </p:cNvPr>
                <p:cNvPicPr/>
                <p:nvPr/>
              </p:nvPicPr>
              <p:blipFill>
                <a:blip r:embed="rId19"/>
                <a:stretch>
                  <a:fillRect/>
                </a:stretch>
              </p:blipFill>
              <p:spPr>
                <a:xfrm>
                  <a:off x="7061340" y="2248320"/>
                  <a:ext cx="32004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3" name="Ink 32">
                  <a:extLst>
                    <a:ext uri="{FF2B5EF4-FFF2-40B4-BE49-F238E27FC236}">
                      <a16:creationId xmlns:a16="http://schemas.microsoft.com/office/drawing/2014/main" id="{2A22918F-C310-D150-BE4D-BABA2D8390EB}"/>
                    </a:ext>
                  </a:extLst>
                </p14:cNvPr>
                <p14:cNvContentPartPr/>
                <p14:nvPr/>
              </p14:nvContentPartPr>
              <p14:xfrm>
                <a:off x="6990780" y="2485560"/>
                <a:ext cx="142200" cy="102600"/>
              </p14:xfrm>
            </p:contentPart>
          </mc:Choice>
          <mc:Fallback xmlns="">
            <p:pic>
              <p:nvPicPr>
                <p:cNvPr id="33" name="Ink 32">
                  <a:extLst>
                    <a:ext uri="{FF2B5EF4-FFF2-40B4-BE49-F238E27FC236}">
                      <a16:creationId xmlns:a16="http://schemas.microsoft.com/office/drawing/2014/main" id="{2A22918F-C310-D150-BE4D-BABA2D8390EB}"/>
                    </a:ext>
                  </a:extLst>
                </p:cNvPr>
                <p:cNvPicPr/>
                <p:nvPr/>
              </p:nvPicPr>
              <p:blipFill>
                <a:blip r:embed="rId21"/>
                <a:stretch>
                  <a:fillRect/>
                </a:stretch>
              </p:blipFill>
              <p:spPr>
                <a:xfrm>
                  <a:off x="6982140" y="2476920"/>
                  <a:ext cx="15984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5" name="Ink 34">
                  <a:extLst>
                    <a:ext uri="{FF2B5EF4-FFF2-40B4-BE49-F238E27FC236}">
                      <a16:creationId xmlns:a16="http://schemas.microsoft.com/office/drawing/2014/main" id="{75E6920C-A00F-0126-1D77-381E3AD8FB46}"/>
                    </a:ext>
                  </a:extLst>
                </p14:cNvPr>
                <p14:cNvContentPartPr/>
                <p14:nvPr/>
              </p14:nvContentPartPr>
              <p14:xfrm>
                <a:off x="7257540" y="2190360"/>
                <a:ext cx="154440" cy="134280"/>
              </p14:xfrm>
            </p:contentPart>
          </mc:Choice>
          <mc:Fallback xmlns="">
            <p:pic>
              <p:nvPicPr>
                <p:cNvPr id="35" name="Ink 34">
                  <a:extLst>
                    <a:ext uri="{FF2B5EF4-FFF2-40B4-BE49-F238E27FC236}">
                      <a16:creationId xmlns:a16="http://schemas.microsoft.com/office/drawing/2014/main" id="{75E6920C-A00F-0126-1D77-381E3AD8FB46}"/>
                    </a:ext>
                  </a:extLst>
                </p:cNvPr>
                <p:cNvPicPr/>
                <p:nvPr/>
              </p:nvPicPr>
              <p:blipFill>
                <a:blip r:embed="rId23"/>
                <a:stretch>
                  <a:fillRect/>
                </a:stretch>
              </p:blipFill>
              <p:spPr>
                <a:xfrm>
                  <a:off x="7248900" y="2181360"/>
                  <a:ext cx="172080" cy="15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339EF4A7-B735-619D-EBB2-39F84A80BB79}"/>
                  </a:ext>
                </a:extLst>
              </p14:cNvPr>
              <p14:cNvContentPartPr/>
              <p14:nvPr/>
            </p14:nvContentPartPr>
            <p14:xfrm>
              <a:off x="2657100" y="2780760"/>
              <a:ext cx="360" cy="360"/>
            </p14:xfrm>
          </p:contentPart>
        </mc:Choice>
        <mc:Fallback xmlns="">
          <p:pic>
            <p:nvPicPr>
              <p:cNvPr id="37" name="Ink 36">
                <a:extLst>
                  <a:ext uri="{FF2B5EF4-FFF2-40B4-BE49-F238E27FC236}">
                    <a16:creationId xmlns:a16="http://schemas.microsoft.com/office/drawing/2014/main" id="{339EF4A7-B735-619D-EBB2-39F84A80BB79}"/>
                  </a:ext>
                </a:extLst>
              </p:cNvPr>
              <p:cNvPicPr/>
              <p:nvPr/>
            </p:nvPicPr>
            <p:blipFill>
              <a:blip r:embed="rId25"/>
              <a:stretch>
                <a:fillRect/>
              </a:stretch>
            </p:blipFill>
            <p:spPr>
              <a:xfrm>
                <a:off x="2648460" y="27721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8" name="Ink 37">
                <a:extLst>
                  <a:ext uri="{FF2B5EF4-FFF2-40B4-BE49-F238E27FC236}">
                    <a16:creationId xmlns:a16="http://schemas.microsoft.com/office/drawing/2014/main" id="{B541F9E1-E1EC-5C4E-C72C-3C19536A19FE}"/>
                  </a:ext>
                </a:extLst>
              </p14:cNvPr>
              <p14:cNvContentPartPr/>
              <p14:nvPr/>
            </p14:nvContentPartPr>
            <p14:xfrm>
              <a:off x="2275860" y="2780760"/>
              <a:ext cx="360" cy="360"/>
            </p14:xfrm>
          </p:contentPart>
        </mc:Choice>
        <mc:Fallback xmlns="">
          <p:pic>
            <p:nvPicPr>
              <p:cNvPr id="38" name="Ink 37">
                <a:extLst>
                  <a:ext uri="{FF2B5EF4-FFF2-40B4-BE49-F238E27FC236}">
                    <a16:creationId xmlns:a16="http://schemas.microsoft.com/office/drawing/2014/main" id="{B541F9E1-E1EC-5C4E-C72C-3C19536A19FE}"/>
                  </a:ext>
                </a:extLst>
              </p:cNvPr>
              <p:cNvPicPr/>
              <p:nvPr/>
            </p:nvPicPr>
            <p:blipFill>
              <a:blip r:embed="rId25"/>
              <a:stretch>
                <a:fillRect/>
              </a:stretch>
            </p:blipFill>
            <p:spPr>
              <a:xfrm>
                <a:off x="2267220" y="27721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9" name="Ink 38">
                <a:extLst>
                  <a:ext uri="{FF2B5EF4-FFF2-40B4-BE49-F238E27FC236}">
                    <a16:creationId xmlns:a16="http://schemas.microsoft.com/office/drawing/2014/main" id="{E166970F-6AD1-7D8E-480D-36382572004E}"/>
                  </a:ext>
                </a:extLst>
              </p14:cNvPr>
              <p14:cNvContentPartPr/>
              <p14:nvPr/>
            </p14:nvContentPartPr>
            <p14:xfrm>
              <a:off x="990300" y="2628480"/>
              <a:ext cx="360" cy="360"/>
            </p14:xfrm>
          </p:contentPart>
        </mc:Choice>
        <mc:Fallback xmlns="">
          <p:pic>
            <p:nvPicPr>
              <p:cNvPr id="39" name="Ink 38">
                <a:extLst>
                  <a:ext uri="{FF2B5EF4-FFF2-40B4-BE49-F238E27FC236}">
                    <a16:creationId xmlns:a16="http://schemas.microsoft.com/office/drawing/2014/main" id="{E166970F-6AD1-7D8E-480D-36382572004E}"/>
                  </a:ext>
                </a:extLst>
              </p:cNvPr>
              <p:cNvPicPr/>
              <p:nvPr/>
            </p:nvPicPr>
            <p:blipFill>
              <a:blip r:embed="rId25"/>
              <a:stretch>
                <a:fillRect/>
              </a:stretch>
            </p:blipFill>
            <p:spPr>
              <a:xfrm>
                <a:off x="981660" y="2619840"/>
                <a:ext cx="18000" cy="18000"/>
              </a:xfrm>
              <a:prstGeom prst="rect">
                <a:avLst/>
              </a:prstGeom>
            </p:spPr>
          </p:pic>
        </mc:Fallback>
      </mc:AlternateContent>
      <p:sp>
        <p:nvSpPr>
          <p:cNvPr id="6" name="TextBox 5">
            <a:extLst>
              <a:ext uri="{FF2B5EF4-FFF2-40B4-BE49-F238E27FC236}">
                <a16:creationId xmlns:a16="http://schemas.microsoft.com/office/drawing/2014/main" id="{377DF546-109D-6F81-033C-6A6103BC570C}"/>
              </a:ext>
            </a:extLst>
          </p:cNvPr>
          <p:cNvSpPr txBox="1"/>
          <p:nvPr/>
        </p:nvSpPr>
        <p:spPr>
          <a:xfrm>
            <a:off x="4957929" y="3183930"/>
            <a:ext cx="3875663" cy="830997"/>
          </a:xfrm>
          <a:prstGeom prst="rect">
            <a:avLst/>
          </a:prstGeom>
          <a:solidFill>
            <a:schemeClr val="accent1"/>
          </a:solidFill>
        </p:spPr>
        <p:txBody>
          <a:bodyPr wrap="square" rtlCol="0">
            <a:spAutoFit/>
          </a:bodyPr>
          <a:lstStyle/>
          <a:p>
            <a:r>
              <a:rPr lang="en-GB" sz="1600" dirty="0">
                <a:latin typeface="+mn-lt"/>
              </a:rPr>
              <a:t>Look at the Table of Critical Values: Pearson Correlation, for N 8 and 0.05 CI, is our value higher than the normal scores?</a:t>
            </a:r>
          </a:p>
        </p:txBody>
      </p:sp>
      <p:sp>
        <p:nvSpPr>
          <p:cNvPr id="2" name="Title 1">
            <a:extLst>
              <a:ext uri="{FF2B5EF4-FFF2-40B4-BE49-F238E27FC236}">
                <a16:creationId xmlns:a16="http://schemas.microsoft.com/office/drawing/2014/main" id="{EB4E1854-044A-1596-523F-6FFA08C72C98}"/>
              </a:ext>
            </a:extLst>
          </p:cNvPr>
          <p:cNvSpPr>
            <a:spLocks noGrp="1"/>
          </p:cNvSpPr>
          <p:nvPr>
            <p:ph type="title"/>
          </p:nvPr>
        </p:nvSpPr>
        <p:spPr/>
        <p:txBody>
          <a:bodyPr/>
          <a:lstStyle/>
          <a:p>
            <a:r>
              <a:rPr lang="en-GB" dirty="0"/>
              <a:t>Results </a:t>
            </a:r>
            <a:r>
              <a:rPr lang="en-GB" dirty="0">
                <a:solidFill>
                  <a:schemeClr val="accent2">
                    <a:lumMod val="75000"/>
                  </a:schemeClr>
                </a:solidFill>
              </a:rPr>
              <a:t>Correlations</a:t>
            </a:r>
            <a:endParaRPr lang="en-GB" dirty="0"/>
          </a:p>
        </p:txBody>
      </p:sp>
      <p:grpSp>
        <p:nvGrpSpPr>
          <p:cNvPr id="10" name="Group 9">
            <a:extLst>
              <a:ext uri="{FF2B5EF4-FFF2-40B4-BE49-F238E27FC236}">
                <a16:creationId xmlns:a16="http://schemas.microsoft.com/office/drawing/2014/main" id="{B65F9487-E152-93F1-E362-D3A159D122AF}"/>
              </a:ext>
            </a:extLst>
          </p:cNvPr>
          <p:cNvGrpSpPr/>
          <p:nvPr/>
        </p:nvGrpSpPr>
        <p:grpSpPr>
          <a:xfrm>
            <a:off x="6349640" y="4002720"/>
            <a:ext cx="427320" cy="856800"/>
            <a:chOff x="6349640" y="4002720"/>
            <a:chExt cx="427320" cy="856800"/>
          </a:xfrm>
        </p:grpSpPr>
        <mc:AlternateContent xmlns:mc="http://schemas.openxmlformats.org/markup-compatibility/2006" xmlns:p14="http://schemas.microsoft.com/office/powerpoint/2010/main">
          <mc:Choice Requires="p14">
            <p:contentPart p14:bwMode="auto" r:id="rId28">
              <p14:nvContentPartPr>
                <p14:cNvPr id="7" name="Ink 6">
                  <a:extLst>
                    <a:ext uri="{FF2B5EF4-FFF2-40B4-BE49-F238E27FC236}">
                      <a16:creationId xmlns:a16="http://schemas.microsoft.com/office/drawing/2014/main" id="{E3296CDA-59AD-065F-4877-D5FE671EA804}"/>
                    </a:ext>
                  </a:extLst>
                </p14:cNvPr>
                <p14:cNvContentPartPr/>
                <p14:nvPr/>
              </p14:nvContentPartPr>
              <p14:xfrm>
                <a:off x="6374480" y="4002720"/>
                <a:ext cx="402480" cy="802800"/>
              </p14:xfrm>
            </p:contentPart>
          </mc:Choice>
          <mc:Fallback xmlns="">
            <p:pic>
              <p:nvPicPr>
                <p:cNvPr id="7" name="Ink 6">
                  <a:extLst>
                    <a:ext uri="{FF2B5EF4-FFF2-40B4-BE49-F238E27FC236}">
                      <a16:creationId xmlns:a16="http://schemas.microsoft.com/office/drawing/2014/main" id="{E3296CDA-59AD-065F-4877-D5FE671EA804}"/>
                    </a:ext>
                  </a:extLst>
                </p:cNvPr>
                <p:cNvPicPr/>
                <p:nvPr/>
              </p:nvPicPr>
              <p:blipFill>
                <a:blip r:embed="rId29"/>
                <a:stretch>
                  <a:fillRect/>
                </a:stretch>
              </p:blipFill>
              <p:spPr>
                <a:xfrm>
                  <a:off x="6365480" y="3993720"/>
                  <a:ext cx="420120" cy="820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 name="Ink 7">
                  <a:extLst>
                    <a:ext uri="{FF2B5EF4-FFF2-40B4-BE49-F238E27FC236}">
                      <a16:creationId xmlns:a16="http://schemas.microsoft.com/office/drawing/2014/main" id="{DF37D40C-91BF-85A6-696F-33540B344787}"/>
                    </a:ext>
                  </a:extLst>
                </p14:cNvPr>
                <p14:cNvContentPartPr/>
                <p14:nvPr/>
              </p14:nvContentPartPr>
              <p14:xfrm>
                <a:off x="6349640" y="4724160"/>
                <a:ext cx="92160" cy="135360"/>
              </p14:xfrm>
            </p:contentPart>
          </mc:Choice>
          <mc:Fallback xmlns="">
            <p:pic>
              <p:nvPicPr>
                <p:cNvPr id="8" name="Ink 7">
                  <a:extLst>
                    <a:ext uri="{FF2B5EF4-FFF2-40B4-BE49-F238E27FC236}">
                      <a16:creationId xmlns:a16="http://schemas.microsoft.com/office/drawing/2014/main" id="{DF37D40C-91BF-85A6-696F-33540B344787}"/>
                    </a:ext>
                  </a:extLst>
                </p:cNvPr>
                <p:cNvPicPr/>
                <p:nvPr/>
              </p:nvPicPr>
              <p:blipFill>
                <a:blip r:embed="rId31"/>
                <a:stretch>
                  <a:fillRect/>
                </a:stretch>
              </p:blipFill>
              <p:spPr>
                <a:xfrm>
                  <a:off x="6340640" y="4715160"/>
                  <a:ext cx="109800" cy="153000"/>
                </a:xfrm>
                <a:prstGeom prst="rect">
                  <a:avLst/>
                </a:prstGeom>
              </p:spPr>
            </p:pic>
          </mc:Fallback>
        </mc:AlternateContent>
      </p:grpSp>
      <p:sp>
        <p:nvSpPr>
          <p:cNvPr id="11" name="Footer Placeholder 10">
            <a:extLst>
              <a:ext uri="{FF2B5EF4-FFF2-40B4-BE49-F238E27FC236}">
                <a16:creationId xmlns:a16="http://schemas.microsoft.com/office/drawing/2014/main" id="{8ED15369-4869-39FA-6130-173A1A90B7F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56C45393-45D0-5F43-2000-99A65EA6EBFC}"/>
              </a:ext>
            </a:extLst>
          </p:cNvPr>
          <p:cNvSpPr>
            <a:spLocks noGrp="1"/>
          </p:cNvSpPr>
          <p:nvPr>
            <p:ph type="sldNum" sz="quarter" idx="4"/>
          </p:nvPr>
        </p:nvSpPr>
        <p:spPr/>
        <p:txBody>
          <a:bodyPr/>
          <a:lstStyle/>
          <a:p>
            <a:fld id="{9FD7ECCF-50E7-4327-B945-FA93FF7B2BEF}" type="slidenum">
              <a:rPr lang="en-US" smtClean="0"/>
              <a:pPr/>
              <a:t>51</a:t>
            </a:fld>
            <a:r>
              <a:rPr lang="en-GB"/>
              <a:t>/54</a:t>
            </a:r>
            <a:endParaRPr lang="en-US" dirty="0"/>
          </a:p>
        </p:txBody>
      </p:sp>
      <mc:AlternateContent xmlns:mc="http://schemas.openxmlformats.org/markup-compatibility/2006">
        <mc:Choice xmlns:p14="http://schemas.microsoft.com/office/powerpoint/2010/main" Requires="p14">
          <p:contentPart p14:bwMode="auto" r:id="rId32">
            <p14:nvContentPartPr>
              <p14:cNvPr id="4" name="Ink 3">
                <a:extLst>
                  <a:ext uri="{FF2B5EF4-FFF2-40B4-BE49-F238E27FC236}">
                    <a16:creationId xmlns:a16="http://schemas.microsoft.com/office/drawing/2014/main" id="{5CC57B6B-9DA6-6F75-2708-E74FA593B2B0}"/>
                  </a:ext>
                </a:extLst>
              </p14:cNvPr>
              <p14:cNvContentPartPr/>
              <p14:nvPr/>
            </p14:nvContentPartPr>
            <p14:xfrm>
              <a:off x="5819817" y="5295943"/>
              <a:ext cx="651170" cy="374168"/>
            </p14:xfrm>
          </p:contentPart>
        </mc:Choice>
        <mc:Fallback>
          <p:pic>
            <p:nvPicPr>
              <p:cNvPr id="4" name="Ink 3">
                <a:extLst>
                  <a:ext uri="{FF2B5EF4-FFF2-40B4-BE49-F238E27FC236}">
                    <a16:creationId xmlns:a16="http://schemas.microsoft.com/office/drawing/2014/main" id="{5CC57B6B-9DA6-6F75-2708-E74FA593B2B0}"/>
                  </a:ext>
                </a:extLst>
              </p:cNvPr>
              <p:cNvPicPr/>
              <p:nvPr/>
            </p:nvPicPr>
            <p:blipFill>
              <a:blip r:embed="rId33"/>
              <a:stretch>
                <a:fillRect/>
              </a:stretch>
            </p:blipFill>
            <p:spPr>
              <a:xfrm>
                <a:off x="5810818" y="5286949"/>
                <a:ext cx="668808" cy="391797"/>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7" name="Ink 26">
                <a:extLst>
                  <a:ext uri="{FF2B5EF4-FFF2-40B4-BE49-F238E27FC236}">
                    <a16:creationId xmlns:a16="http://schemas.microsoft.com/office/drawing/2014/main" id="{DF8BA72B-B082-534F-2009-D16E3E70DF2C}"/>
                  </a:ext>
                </a:extLst>
              </p14:cNvPr>
              <p14:cNvContentPartPr/>
              <p14:nvPr/>
            </p14:nvContentPartPr>
            <p14:xfrm>
              <a:off x="5796136" y="5055480"/>
              <a:ext cx="648720" cy="267567"/>
            </p14:xfrm>
          </p:contentPart>
        </mc:Choice>
        <mc:Fallback>
          <p:pic>
            <p:nvPicPr>
              <p:cNvPr id="27" name="Ink 26">
                <a:extLst>
                  <a:ext uri="{FF2B5EF4-FFF2-40B4-BE49-F238E27FC236}">
                    <a16:creationId xmlns:a16="http://schemas.microsoft.com/office/drawing/2014/main" id="{DF8BA72B-B082-534F-2009-D16E3E70DF2C}"/>
                  </a:ext>
                </a:extLst>
              </p:cNvPr>
              <p:cNvPicPr/>
              <p:nvPr/>
            </p:nvPicPr>
            <p:blipFill>
              <a:blip r:embed="rId35"/>
              <a:stretch>
                <a:fillRect/>
              </a:stretch>
            </p:blipFill>
            <p:spPr>
              <a:xfrm>
                <a:off x="5787136" y="5046489"/>
                <a:ext cx="666360" cy="285189"/>
              </a:xfrm>
              <a:prstGeom prst="rect">
                <a:avLst/>
              </a:prstGeom>
            </p:spPr>
          </p:pic>
        </mc:Fallback>
      </mc:AlternateContent>
    </p:spTree>
    <p:extLst>
      <p:ext uri="{BB962C8B-B14F-4D97-AF65-F5344CB8AC3E}">
        <p14:creationId xmlns:p14="http://schemas.microsoft.com/office/powerpoint/2010/main" val="6124561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C5173-C2D6-C142-08D9-B1D81EE3FA54}"/>
              </a:ext>
            </a:extLst>
          </p:cNvPr>
          <p:cNvSpPr>
            <a:spLocks noGrp="1"/>
          </p:cNvSpPr>
          <p:nvPr>
            <p:ph type="title"/>
          </p:nvPr>
        </p:nvSpPr>
        <p:spPr/>
        <p:txBody>
          <a:bodyPr/>
          <a:lstStyle/>
          <a:p>
            <a:r>
              <a:rPr lang="en-GB" dirty="0"/>
              <a:t>Report </a:t>
            </a:r>
            <a:r>
              <a:rPr lang="en-GB" dirty="0">
                <a:solidFill>
                  <a:schemeClr val="accent2">
                    <a:lumMod val="75000"/>
                  </a:schemeClr>
                </a:solidFill>
              </a:rPr>
              <a:t>Correlation results</a:t>
            </a:r>
          </a:p>
        </p:txBody>
      </p:sp>
      <p:sp>
        <p:nvSpPr>
          <p:cNvPr id="6" name="TextBox 5">
            <a:extLst>
              <a:ext uri="{FF2B5EF4-FFF2-40B4-BE49-F238E27FC236}">
                <a16:creationId xmlns:a16="http://schemas.microsoft.com/office/drawing/2014/main" id="{B2CABE29-D0DE-77C3-F98C-6EBE69B00996}"/>
              </a:ext>
            </a:extLst>
          </p:cNvPr>
          <p:cNvSpPr txBox="1"/>
          <p:nvPr/>
        </p:nvSpPr>
        <p:spPr>
          <a:xfrm>
            <a:off x="828128" y="1516698"/>
            <a:ext cx="7706272" cy="4985424"/>
          </a:xfrm>
          <a:prstGeom prst="rect">
            <a:avLst/>
          </a:prstGeom>
          <a:solidFill>
            <a:schemeClr val="accent1">
              <a:lumMod val="40000"/>
              <a:lumOff val="60000"/>
            </a:schemeClr>
          </a:solidFill>
        </p:spPr>
        <p:txBody>
          <a:bodyPr wrap="square" rtlCol="0">
            <a:spAutoFit/>
          </a:bodyPr>
          <a:lstStyle/>
          <a:p>
            <a:r>
              <a:rPr lang="en-GB" sz="1800" dirty="0">
                <a:solidFill>
                  <a:srgbClr val="3D3B49"/>
                </a:solidFill>
                <a:latin typeface="+mn-lt"/>
              </a:rPr>
              <a:t>A Pearson correlation coefficient was computed to assess the linear relationship between computer experience and task time under the standard word-processing software condition; computer experience and task time under the prediction software condition; and task times under the standard word-processing software condition and those under the prediction software condition.</a:t>
            </a:r>
          </a:p>
          <a:p>
            <a:endParaRPr lang="en-GB" sz="1800" dirty="0">
              <a:solidFill>
                <a:srgbClr val="3D3B49"/>
              </a:solidFill>
              <a:latin typeface="+mn-lt"/>
            </a:endParaRPr>
          </a:p>
          <a:p>
            <a:r>
              <a:rPr lang="en-GB" sz="1800" dirty="0">
                <a:solidFill>
                  <a:srgbClr val="3D3B49"/>
                </a:solidFill>
                <a:latin typeface="+mn-lt"/>
              </a:rPr>
              <a:t>The correlation between computer experience and the time using the standard software is significant, with r value equal to − 0.723. </a:t>
            </a:r>
          </a:p>
          <a:p>
            <a:endParaRPr lang="en-GB" sz="1800" dirty="0">
              <a:solidFill>
                <a:srgbClr val="3D3B49"/>
              </a:solidFill>
              <a:latin typeface="+mn-lt"/>
            </a:endParaRPr>
          </a:p>
          <a:p>
            <a:r>
              <a:rPr lang="en-GB" sz="1800" dirty="0">
                <a:solidFill>
                  <a:srgbClr val="3D3B49"/>
                </a:solidFill>
                <a:latin typeface="+mn-lt"/>
              </a:rPr>
              <a:t>The negative r value suggests that as computer experience increases, the time spent on completing the task using the standard software decreases. </a:t>
            </a:r>
          </a:p>
          <a:p>
            <a:endParaRPr lang="en-GB" sz="1800" dirty="0">
              <a:solidFill>
                <a:srgbClr val="3D3B49"/>
              </a:solidFill>
              <a:latin typeface="+mn-lt"/>
            </a:endParaRPr>
          </a:p>
          <a:p>
            <a:r>
              <a:rPr lang="en-GB" sz="1800" dirty="0">
                <a:solidFill>
                  <a:srgbClr val="3D3B49"/>
                </a:solidFill>
                <a:latin typeface="+mn-lt"/>
              </a:rPr>
              <a:t>The correlation between computer experience and time spent using prediction software is not significant (r = − 0.468). </a:t>
            </a:r>
          </a:p>
          <a:p>
            <a:endParaRPr lang="en-GB" sz="1800" dirty="0">
              <a:solidFill>
                <a:srgbClr val="3D3B49"/>
              </a:solidFill>
              <a:latin typeface="+mn-lt"/>
            </a:endParaRPr>
          </a:p>
          <a:p>
            <a:r>
              <a:rPr lang="en-GB" sz="1800" dirty="0">
                <a:solidFill>
                  <a:srgbClr val="3D3B49"/>
                </a:solidFill>
                <a:latin typeface="+mn-lt"/>
              </a:rPr>
              <a:t>The correlation between the completion times using the standard software and using the prediction software is not significant either (r = 0.325).</a:t>
            </a:r>
          </a:p>
        </p:txBody>
      </p:sp>
      <p:sp>
        <p:nvSpPr>
          <p:cNvPr id="5" name="Footer Placeholder 4">
            <a:extLst>
              <a:ext uri="{FF2B5EF4-FFF2-40B4-BE49-F238E27FC236}">
                <a16:creationId xmlns:a16="http://schemas.microsoft.com/office/drawing/2014/main" id="{31E38C13-9BB6-7740-32BD-466DFB4BBAF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789D47B2-7A22-300F-33F9-4A93AC1CFC8D}"/>
              </a:ext>
            </a:extLst>
          </p:cNvPr>
          <p:cNvSpPr>
            <a:spLocks noGrp="1"/>
          </p:cNvSpPr>
          <p:nvPr>
            <p:ph type="sldNum" sz="quarter" idx="4"/>
          </p:nvPr>
        </p:nvSpPr>
        <p:spPr/>
        <p:txBody>
          <a:bodyPr/>
          <a:lstStyle/>
          <a:p>
            <a:fld id="{9FD7ECCF-50E7-4327-B945-FA93FF7B2BEF}" type="slidenum">
              <a:rPr lang="en-US" smtClean="0"/>
              <a:pPr/>
              <a:t>52</a:t>
            </a:fld>
            <a:r>
              <a:rPr lang="en-GB"/>
              <a:t>/54</a:t>
            </a:r>
            <a:endParaRPr lang="en-US" dirty="0"/>
          </a:p>
        </p:txBody>
      </p:sp>
    </p:spTree>
    <p:extLst>
      <p:ext uri="{BB962C8B-B14F-4D97-AF65-F5344CB8AC3E}">
        <p14:creationId xmlns:p14="http://schemas.microsoft.com/office/powerpoint/2010/main" val="39000590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p:txBody>
          <a:bodyPr>
            <a:normAutofit/>
          </a:bodyPr>
          <a:lstStyle/>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is the difference between one-way and two-ways ANOVA?</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How do I organise data in SPSS to conduct one-way or  two-ways ANOVA?</a:t>
            </a:r>
          </a:p>
          <a:p>
            <a:pPr>
              <a:lnSpc>
                <a:spcPct val="107000"/>
              </a:lnSpc>
              <a:spcAft>
                <a:spcPts val="800"/>
              </a:spcAft>
            </a:pPr>
            <a:r>
              <a:rPr lang="en-GB" sz="1800" dirty="0">
                <a:latin typeface="Calibri" panose="020F0502020204030204" pitchFamily="34" charset="0"/>
                <a:ea typeface="Calibri" panose="020F0502020204030204" pitchFamily="34" charset="0"/>
                <a:cs typeface="Times New Roman" panose="02020603050405020304" pitchFamily="18" charset="0"/>
              </a:rPr>
              <a:t>What is factorial ANOVA?</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How statistical significanc</a:t>
            </a:r>
            <a:r>
              <a:rPr lang="en-GB" sz="1800" dirty="0">
                <a:latin typeface="Calibri" panose="020F0502020204030204" pitchFamily="34" charset="0"/>
                <a:ea typeface="Calibri" panose="020F0502020204030204" pitchFamily="34" charset="0"/>
                <a:cs typeface="Times New Roman" panose="02020603050405020304" pitchFamily="18" charset="0"/>
              </a:rPr>
              <a:t>e is interpreted in ANOVA?</a:t>
            </a:r>
          </a:p>
          <a:p>
            <a:pPr>
              <a:lnSpc>
                <a:spcPct val="107000"/>
              </a:lnSpc>
              <a:spcAft>
                <a:spcPts val="800"/>
              </a:spcAft>
            </a:pPr>
            <a:r>
              <a:rPr lang="en-GB" sz="1800" dirty="0">
                <a:latin typeface="Calibri" panose="020F0502020204030204" pitchFamily="34" charset="0"/>
                <a:ea typeface="Calibri" panose="020F0502020204030204" pitchFamily="34" charset="0"/>
                <a:cs typeface="Times New Roman" panose="02020603050405020304" pitchFamily="18" charset="0"/>
              </a:rPr>
              <a:t>What is the difference between quantitative and categorical variables?</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is the definition of Pearson </a:t>
            </a:r>
            <a:r>
              <a:rPr lang="en-GB" sz="1800" dirty="0">
                <a:latin typeface="Calibri" panose="020F0502020204030204" pitchFamily="34" charset="0"/>
                <a:ea typeface="Calibri" panose="020F0502020204030204" pitchFamily="34" charset="0"/>
                <a:cs typeface="Times New Roman" panose="02020603050405020304" pitchFamily="18" charset="0"/>
              </a:rPr>
              <a:t>correlation coefficient?</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When should I use Pearson </a:t>
            </a:r>
            <a:r>
              <a:rPr lang="en-GB" sz="1800" dirty="0">
                <a:latin typeface="Calibri" panose="020F0502020204030204" pitchFamily="34" charset="0"/>
                <a:ea typeface="Calibri" panose="020F0502020204030204" pitchFamily="34" charset="0"/>
                <a:cs typeface="Times New Roman" panose="02020603050405020304" pitchFamily="18" charset="0"/>
              </a:rPr>
              <a:t>correlation coefficient?</a:t>
            </a:r>
          </a:p>
          <a:p>
            <a:pPr>
              <a:lnSpc>
                <a:spcPct val="107000"/>
              </a:lnSpc>
              <a:spcAft>
                <a:spcPts val="800"/>
              </a:spcAft>
            </a:pPr>
            <a:r>
              <a:rPr lang="en-GB" sz="1800" dirty="0">
                <a:latin typeface="Calibri" panose="020F0502020204030204" pitchFamily="34" charset="0"/>
                <a:ea typeface="Calibri" panose="020F0502020204030204" pitchFamily="34" charset="0"/>
                <a:cs typeface="Times New Roman" panose="02020603050405020304" pitchFamily="18" charset="0"/>
              </a:rPr>
              <a:t>How do I interpret the </a:t>
            </a:r>
            <a:r>
              <a:rPr lang="en-GB" sz="1800" dirty="0">
                <a:effectLst/>
                <a:latin typeface="Calibri" panose="020F0502020204030204" pitchFamily="34" charset="0"/>
                <a:ea typeface="Calibri" panose="020F0502020204030204" pitchFamily="34" charset="0"/>
                <a:cs typeface="Times New Roman" panose="02020603050405020304" pitchFamily="18" charset="0"/>
              </a:rPr>
              <a:t>Pearson </a:t>
            </a:r>
            <a:r>
              <a:rPr lang="en-GB" sz="1800" dirty="0">
                <a:latin typeface="Calibri" panose="020F0502020204030204" pitchFamily="34" charset="0"/>
                <a:ea typeface="Calibri" panose="020F0502020204030204" pitchFamily="34" charset="0"/>
                <a:cs typeface="Times New Roman" panose="02020603050405020304" pitchFamily="18" charset="0"/>
              </a:rPr>
              <a:t>correlation coefficient results?</a:t>
            </a:r>
          </a:p>
          <a:p>
            <a:pPr>
              <a:lnSpc>
                <a:spcPct val="107000"/>
              </a:lnSpc>
              <a:spcAft>
                <a:spcPts val="800"/>
              </a:spcAft>
            </a:pP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43AF2A2D-3723-81E3-A2ED-DE985B0B381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71C1B1B9-FD47-F8F9-6169-02FE7F4D8076}"/>
              </a:ext>
            </a:extLst>
          </p:cNvPr>
          <p:cNvSpPr>
            <a:spLocks noGrp="1"/>
          </p:cNvSpPr>
          <p:nvPr>
            <p:ph type="sldNum" sz="quarter" idx="4"/>
          </p:nvPr>
        </p:nvSpPr>
        <p:spPr/>
        <p:txBody>
          <a:bodyPr/>
          <a:lstStyle/>
          <a:p>
            <a:fld id="{9FD7ECCF-50E7-4327-B945-FA93FF7B2BEF}" type="slidenum">
              <a:rPr lang="en-US" smtClean="0"/>
              <a:pPr/>
              <a:t>53</a:t>
            </a:fld>
            <a:r>
              <a:rPr lang="en-GB"/>
              <a:t>/54</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71612"/>
            <a:ext cx="8229600" cy="5286388"/>
          </a:xfrm>
        </p:spPr>
        <p:txBody>
          <a:bodyPr>
            <a:noAutofit/>
          </a:bodyPr>
          <a:lstStyle/>
          <a:p>
            <a:pPr algn="just">
              <a:spcBef>
                <a:spcPts val="0"/>
              </a:spcBef>
            </a:pPr>
            <a:r>
              <a:rPr lang="en-GB" sz="2000" i="1" dirty="0">
                <a:cs typeface="Times New Roman" pitchFamily="18" charset="0"/>
              </a:rPr>
              <a:t>Lazar, J. et al. (2017) Research methods in human-computer interaction. Second edition. Cambridge, Massachusetts: Morgan Kaufmann Publishers.</a:t>
            </a:r>
          </a:p>
          <a:p>
            <a:pPr lvl="1" algn="just">
              <a:spcBef>
                <a:spcPts val="0"/>
              </a:spcBef>
            </a:pPr>
            <a:r>
              <a:rPr lang="en-GB" sz="2000" i="1" dirty="0">
                <a:solidFill>
                  <a:schemeClr val="accent1">
                    <a:lumMod val="50000"/>
                  </a:schemeClr>
                </a:solidFill>
              </a:rPr>
              <a:t>Chapter 3 Experimental design</a:t>
            </a:r>
          </a:p>
          <a:p>
            <a:pPr lvl="1" algn="just">
              <a:spcBef>
                <a:spcPts val="0"/>
              </a:spcBef>
            </a:pPr>
            <a:r>
              <a:rPr lang="en-GB" sz="2000" i="1" dirty="0">
                <a:solidFill>
                  <a:schemeClr val="accent1">
                    <a:lumMod val="50000"/>
                  </a:schemeClr>
                </a:solidFill>
              </a:rPr>
              <a:t>Chapter 4. Statistical analysis</a:t>
            </a:r>
            <a:endParaRPr lang="en-GB" sz="2000" dirty="0">
              <a:solidFill>
                <a:srgbClr val="3A3A3A"/>
              </a:solidFill>
            </a:endParaRPr>
          </a:p>
          <a:p>
            <a:pPr marL="45720" indent="0" algn="just">
              <a:spcBef>
                <a:spcPts val="0"/>
              </a:spcBef>
              <a:buNone/>
            </a:pPr>
            <a:endParaRPr lang="en-GB" sz="2000" i="1" dirty="0">
              <a:solidFill>
                <a:schemeClr val="accent1">
                  <a:lumMod val="50000"/>
                </a:schemeClr>
              </a:solidFill>
            </a:endParaRPr>
          </a:p>
          <a:p>
            <a:pPr marL="45720" indent="0" algn="just">
              <a:spcBef>
                <a:spcPts val="0"/>
              </a:spcBef>
              <a:buNone/>
            </a:pPr>
            <a:r>
              <a:rPr lang="en-GB" sz="2000" i="1" dirty="0">
                <a:solidFill>
                  <a:schemeClr val="accent1">
                    <a:lumMod val="50000"/>
                  </a:schemeClr>
                </a:solidFill>
              </a:rPr>
              <a:t>Online Resources</a:t>
            </a:r>
            <a:endParaRPr lang="en-GB" sz="2000" i="1" dirty="0">
              <a:cs typeface="Times New Roman" pitchFamily="18" charset="0"/>
            </a:endParaRPr>
          </a:p>
          <a:p>
            <a:pPr marL="342900" indent="-342900" algn="just">
              <a:spcBef>
                <a:spcPts val="0"/>
              </a:spcBef>
            </a:pPr>
            <a:r>
              <a:rPr lang="en-GB" sz="1600" b="0" i="0" dirty="0">
                <a:solidFill>
                  <a:srgbClr val="202F66"/>
                </a:solidFill>
                <a:effectLst/>
                <a:latin typeface="Inter"/>
              </a:rPr>
              <a:t>Turney, S. (2022, September 06). </a:t>
            </a:r>
            <a:r>
              <a:rPr lang="en-GB" sz="1600" b="0" i="1" dirty="0">
                <a:solidFill>
                  <a:srgbClr val="202F66"/>
                </a:solidFill>
                <a:effectLst/>
                <a:latin typeface="Inter"/>
              </a:rPr>
              <a:t>Pearson Correlation Coefficient (r) | Guide &amp; Examples.</a:t>
            </a:r>
            <a:r>
              <a:rPr lang="en-GB" sz="1600" b="0" i="0" dirty="0">
                <a:solidFill>
                  <a:srgbClr val="202F66"/>
                </a:solidFill>
                <a:effectLst/>
                <a:latin typeface="Inter"/>
              </a:rPr>
              <a:t> </a:t>
            </a:r>
            <a:r>
              <a:rPr lang="en-GB" sz="1600" b="0" i="0" dirty="0" err="1">
                <a:solidFill>
                  <a:srgbClr val="202F66"/>
                </a:solidFill>
                <a:effectLst/>
                <a:latin typeface="Inter"/>
              </a:rPr>
              <a:t>Scribbr</a:t>
            </a:r>
            <a:r>
              <a:rPr lang="en-GB" sz="1600" b="0" i="0" dirty="0">
                <a:solidFill>
                  <a:srgbClr val="202F66"/>
                </a:solidFill>
                <a:effectLst/>
                <a:latin typeface="Inter"/>
              </a:rPr>
              <a:t>. Retrieved November 20, 2022, from </a:t>
            </a:r>
            <a:r>
              <a:rPr lang="en-GB" sz="1600" b="0" i="0" dirty="0">
                <a:solidFill>
                  <a:srgbClr val="202F66"/>
                </a:solidFill>
                <a:effectLst/>
                <a:latin typeface="Inter"/>
                <a:hlinkClick r:id="rId3"/>
              </a:rPr>
              <a:t>https://www.scribbr.com/statistics/pearson-correlation-coefficient/</a:t>
            </a:r>
            <a:endParaRPr lang="en-GB" sz="1600" b="0" i="0" dirty="0">
              <a:solidFill>
                <a:srgbClr val="202F66"/>
              </a:solidFill>
              <a:effectLst/>
              <a:latin typeface="Inter"/>
            </a:endParaRPr>
          </a:p>
          <a:p>
            <a:pPr marL="342900" indent="-342900" algn="just">
              <a:spcBef>
                <a:spcPts val="0"/>
              </a:spcBef>
            </a:pPr>
            <a:endParaRPr lang="en-GB" sz="1600" dirty="0">
              <a:solidFill>
                <a:srgbClr val="202F66"/>
              </a:solidFill>
              <a:latin typeface="Inter"/>
            </a:endParaRPr>
          </a:p>
          <a:p>
            <a:pPr marL="342900" indent="-342900" algn="just">
              <a:spcBef>
                <a:spcPts val="0"/>
              </a:spcBef>
            </a:pPr>
            <a:r>
              <a:rPr lang="en-GB" sz="1600" b="0" i="0" dirty="0">
                <a:solidFill>
                  <a:srgbClr val="202F66"/>
                </a:solidFill>
                <a:effectLst/>
                <a:latin typeface="Inter"/>
              </a:rPr>
              <a:t>Understanding and interpreting boxplots</a:t>
            </a:r>
          </a:p>
          <a:p>
            <a:pPr marL="355600" indent="0" algn="just">
              <a:spcBef>
                <a:spcPts val="0"/>
              </a:spcBef>
              <a:buNone/>
            </a:pPr>
            <a:r>
              <a:rPr lang="en-GB" sz="1600" b="0" i="0" dirty="0">
                <a:solidFill>
                  <a:srgbClr val="202F66"/>
                </a:solidFill>
                <a:effectLst/>
                <a:latin typeface="Inter"/>
                <a:hlinkClick r:id="rId4"/>
              </a:rPr>
              <a:t>https://www.wellbeingatschool.org.nz/information-sheet/understanding-and-interpreting-box-plots</a:t>
            </a:r>
            <a:endParaRPr lang="en-GB" sz="1600" b="0" i="0" dirty="0">
              <a:solidFill>
                <a:srgbClr val="202F66"/>
              </a:solidFill>
              <a:effectLst/>
              <a:latin typeface="Inter"/>
            </a:endParaRPr>
          </a:p>
          <a:p>
            <a:pPr marL="342900" indent="-342900" algn="just">
              <a:spcBef>
                <a:spcPts val="0"/>
              </a:spcBef>
            </a:pPr>
            <a:endParaRPr lang="en-GB" sz="1600" b="0" i="0" dirty="0">
              <a:solidFill>
                <a:srgbClr val="202F66"/>
              </a:solidFill>
              <a:effectLst/>
              <a:latin typeface="Inter"/>
            </a:endParaRPr>
          </a:p>
          <a:p>
            <a:pPr marL="342900" indent="-342900" algn="just">
              <a:spcBef>
                <a:spcPts val="0"/>
              </a:spcBef>
            </a:pPr>
            <a:endParaRPr lang="en-US" sz="3200" b="0" i="0" dirty="0">
              <a:solidFill>
                <a:srgbClr val="333333"/>
              </a:solidFill>
              <a:effectLst/>
            </a:endParaRPr>
          </a:p>
        </p:txBody>
      </p:sp>
      <p:sp>
        <p:nvSpPr>
          <p:cNvPr id="2" name="Footer Placeholder 1">
            <a:extLst>
              <a:ext uri="{FF2B5EF4-FFF2-40B4-BE49-F238E27FC236}">
                <a16:creationId xmlns:a16="http://schemas.microsoft.com/office/drawing/2014/main" id="{504A76D5-AB6F-755B-3591-7A7F5BF7AEE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EFD8B9C1-D995-09D9-913E-06F6162D20F8}"/>
              </a:ext>
            </a:extLst>
          </p:cNvPr>
          <p:cNvSpPr>
            <a:spLocks noGrp="1"/>
          </p:cNvSpPr>
          <p:nvPr>
            <p:ph type="sldNum" sz="quarter" idx="4"/>
          </p:nvPr>
        </p:nvSpPr>
        <p:spPr/>
        <p:txBody>
          <a:bodyPr/>
          <a:lstStyle/>
          <a:p>
            <a:fld id="{9FD7ECCF-50E7-4327-B945-FA93FF7B2BEF}" type="slidenum">
              <a:rPr lang="en-US" smtClean="0"/>
              <a:pPr/>
              <a:t>54</a:t>
            </a:fld>
            <a:r>
              <a:rPr lang="en-GB"/>
              <a:t>/54</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17796</TotalTime>
  <Words>6600</Words>
  <Application>Microsoft Office PowerPoint</Application>
  <PresentationFormat>On-screen Show (4:3)</PresentationFormat>
  <Paragraphs>1245</Paragraphs>
  <Slides>54</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54</vt:i4>
      </vt:variant>
    </vt:vector>
  </HeadingPairs>
  <TitlesOfParts>
    <vt:vector size="67" baseType="lpstr">
      <vt:lpstr>Söhne</vt:lpstr>
      <vt:lpstr>KaTeX_Main</vt:lpstr>
      <vt:lpstr>Wingdings</vt:lpstr>
      <vt:lpstr>Times New Roman</vt:lpstr>
      <vt:lpstr>Noto serif</vt:lpstr>
      <vt:lpstr>Tw Cen MT</vt:lpstr>
      <vt:lpstr>Calibri</vt:lpstr>
      <vt:lpstr>KaTeX_Math</vt:lpstr>
      <vt:lpstr>Bradley Hand ITC</vt:lpstr>
      <vt:lpstr>Arial Nova Light</vt:lpstr>
      <vt:lpstr>Wingdings 2</vt:lpstr>
      <vt:lpstr>Inter</vt:lpstr>
      <vt:lpstr>Median</vt:lpstr>
      <vt:lpstr>Hypothesis Testing Process Parametric Correlations</vt:lpstr>
      <vt:lpstr>Recap</vt:lpstr>
      <vt:lpstr>Parametric tests</vt:lpstr>
      <vt:lpstr>Types of statistical test</vt:lpstr>
      <vt:lpstr>Commonly used test in usability testing</vt:lpstr>
      <vt:lpstr>ANOVA</vt:lpstr>
      <vt:lpstr>ANOVA – visual explanation</vt:lpstr>
      <vt:lpstr>ANOVA – visual explanation</vt:lpstr>
      <vt:lpstr>ANOVA – example 1</vt:lpstr>
      <vt:lpstr>ANOVA – example 2</vt:lpstr>
      <vt:lpstr>ANOVA</vt:lpstr>
      <vt:lpstr>ANOVA: Analysis of variance is a variability ratio</vt:lpstr>
      <vt:lpstr>ANOVA: Analysis of variance is a variability ratio</vt:lpstr>
      <vt:lpstr>ANOVA: Analysis of variance is a variability ratio</vt:lpstr>
      <vt:lpstr>One way ANOVA</vt:lpstr>
      <vt:lpstr>Data organisation for one way ANOVA</vt:lpstr>
      <vt:lpstr>Run one way ANOVA in SPSS</vt:lpstr>
      <vt:lpstr>Results for one way ANOVA</vt:lpstr>
      <vt:lpstr>p-value</vt:lpstr>
      <vt:lpstr>Interpretation of results for  one way ANOVA</vt:lpstr>
      <vt:lpstr>Report the results</vt:lpstr>
      <vt:lpstr>Report results for one way ANOVA</vt:lpstr>
      <vt:lpstr>Boxplot interpretation</vt:lpstr>
      <vt:lpstr>Factorial (two-way) ANOVA</vt:lpstr>
      <vt:lpstr>Data organisation for Factorial ANOVA</vt:lpstr>
      <vt:lpstr>Factorial ANOVA in SPSS</vt:lpstr>
      <vt:lpstr>Factorial ANOVA in SPSS</vt:lpstr>
      <vt:lpstr>Results for Factorial ANOVA</vt:lpstr>
      <vt:lpstr>Interpretation of results for Factorial ANOVA</vt:lpstr>
      <vt:lpstr>Reporting the results for Factorial ANOVA</vt:lpstr>
      <vt:lpstr>Repeated measures ANOVA</vt:lpstr>
      <vt:lpstr>Data organisation for Repeated measures ANOVA</vt:lpstr>
      <vt:lpstr>Repeated measures ANOVA in SPSS</vt:lpstr>
      <vt:lpstr>Repeated measures ANOVA in SPSS</vt:lpstr>
      <vt:lpstr>Results for Repeated measures ANOVA</vt:lpstr>
      <vt:lpstr>Interpretation of results for Repeated measures ANOVA</vt:lpstr>
      <vt:lpstr>ANOVA for Split-Plot Design</vt:lpstr>
      <vt:lpstr>Data organisation for ANOVA for Split-Plot Design</vt:lpstr>
      <vt:lpstr>Split-Plot ANOVA in SPSS</vt:lpstr>
      <vt:lpstr>Split-Plot ANOVA in SPSS</vt:lpstr>
      <vt:lpstr>Split-Plot ANOVA in SPSS</vt:lpstr>
      <vt:lpstr>Results for Split-Plot ANOVA</vt:lpstr>
      <vt:lpstr>Interpretation of results for  Split-Plot ANOVA</vt:lpstr>
      <vt:lpstr>Assumptions of t Tests and F Tests </vt:lpstr>
      <vt:lpstr>Recap - types of ANOVA</vt:lpstr>
      <vt:lpstr>Identifying Relationships</vt:lpstr>
      <vt:lpstr>Correlation</vt:lpstr>
      <vt:lpstr>Pearson correlation coefficient</vt:lpstr>
      <vt:lpstr>Example Correlation</vt:lpstr>
      <vt:lpstr>Data organisation in SPSS- Correlation</vt:lpstr>
      <vt:lpstr>Results Correlations</vt:lpstr>
      <vt:lpstr>Report Correlation results</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811</cp:revision>
  <cp:lastPrinted>1601-01-01T00:00:00Z</cp:lastPrinted>
  <dcterms:created xsi:type="dcterms:W3CDTF">2003-07-23T09:11:55Z</dcterms:created>
  <dcterms:modified xsi:type="dcterms:W3CDTF">2024-11-18T19:35:32Z</dcterms:modified>
</cp:coreProperties>
</file>