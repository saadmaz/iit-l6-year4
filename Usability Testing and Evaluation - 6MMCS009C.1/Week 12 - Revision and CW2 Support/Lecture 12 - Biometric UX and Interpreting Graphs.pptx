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8" r:id="rId1"/>
  </p:sldMasterIdLst>
  <p:notesMasterIdLst>
    <p:notesMasterId r:id="rId49"/>
  </p:notesMasterIdLst>
  <p:handoutMasterIdLst>
    <p:handoutMasterId r:id="rId50"/>
  </p:handoutMasterIdLst>
  <p:sldIdLst>
    <p:sldId id="443" r:id="rId2"/>
    <p:sldId id="499" r:id="rId3"/>
    <p:sldId id="906" r:id="rId4"/>
    <p:sldId id="905" r:id="rId5"/>
    <p:sldId id="907" r:id="rId6"/>
    <p:sldId id="865" r:id="rId7"/>
    <p:sldId id="866" r:id="rId8"/>
    <p:sldId id="876" r:id="rId9"/>
    <p:sldId id="875" r:id="rId10"/>
    <p:sldId id="878" r:id="rId11"/>
    <p:sldId id="877" r:id="rId12"/>
    <p:sldId id="874" r:id="rId13"/>
    <p:sldId id="882" r:id="rId14"/>
    <p:sldId id="867" r:id="rId15"/>
    <p:sldId id="879" r:id="rId16"/>
    <p:sldId id="880" r:id="rId17"/>
    <p:sldId id="881" r:id="rId18"/>
    <p:sldId id="883" r:id="rId19"/>
    <p:sldId id="868" r:id="rId20"/>
    <p:sldId id="888" r:id="rId21"/>
    <p:sldId id="885" r:id="rId22"/>
    <p:sldId id="886" r:id="rId23"/>
    <p:sldId id="887" r:id="rId24"/>
    <p:sldId id="869" r:id="rId25"/>
    <p:sldId id="889" r:id="rId26"/>
    <p:sldId id="890" r:id="rId27"/>
    <p:sldId id="891" r:id="rId28"/>
    <p:sldId id="892" r:id="rId29"/>
    <p:sldId id="893" r:id="rId30"/>
    <p:sldId id="894" r:id="rId31"/>
    <p:sldId id="895" r:id="rId32"/>
    <p:sldId id="896" r:id="rId33"/>
    <p:sldId id="870" r:id="rId34"/>
    <p:sldId id="897" r:id="rId35"/>
    <p:sldId id="898" r:id="rId36"/>
    <p:sldId id="901" r:id="rId37"/>
    <p:sldId id="899" r:id="rId38"/>
    <p:sldId id="900" r:id="rId39"/>
    <p:sldId id="904" r:id="rId40"/>
    <p:sldId id="910" r:id="rId41"/>
    <p:sldId id="911" r:id="rId42"/>
    <p:sldId id="916" r:id="rId43"/>
    <p:sldId id="915" r:id="rId44"/>
    <p:sldId id="913" r:id="rId45"/>
    <p:sldId id="864" r:id="rId46"/>
    <p:sldId id="498" r:id="rId47"/>
    <p:sldId id="358" r:id="rId48"/>
  </p:sldIdLst>
  <p:sldSz cx="9144000" cy="6858000" type="screen4x3"/>
  <p:notesSz cx="6858000" cy="9144000"/>
  <p:embeddedFontLst>
    <p:embeddedFont>
      <p:font typeface="Bradley Hand ITC" panose="03070402050302030203" pitchFamily="66" charset="0"/>
      <p:regular r:id="rId51"/>
    </p:embeddedFont>
    <p:embeddedFont>
      <p:font typeface="Dreaming Outloud Script Pro" panose="03050502040304050704" pitchFamily="66" charset="0"/>
      <p:regular r:id="rId52"/>
      <p:italic r:id="rId53"/>
    </p:embeddedFont>
    <p:embeddedFont>
      <p:font typeface="Open Sans" panose="020B0606030504020204" pitchFamily="34" charset="0"/>
      <p:regular r:id="rId54"/>
      <p:bold r:id="rId55"/>
      <p:italic r:id="rId56"/>
      <p:boldItalic r:id="rId57"/>
    </p:embeddedFont>
    <p:embeddedFont>
      <p:font typeface="Tw Cen MT" panose="020B0602020104020603" pitchFamily="34" charset="0"/>
      <p:regular r:id="rId58"/>
      <p:bold r:id="rId59"/>
      <p:italic r:id="rId60"/>
      <p:boldItalic r:id="rId61"/>
    </p:embeddedFont>
    <p:embeddedFont>
      <p:font typeface="Wingdings 2" panose="05020102010507070707" pitchFamily="18" charset="2"/>
      <p:regular r:id="rId62"/>
    </p:embeddedFont>
  </p:embeddedFont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D4FEFD"/>
    <a:srgbClr val="E0CBA3"/>
    <a:srgbClr val="92D050"/>
    <a:srgbClr val="777777"/>
    <a:srgbClr val="292929"/>
    <a:srgbClr val="FFFFFF"/>
    <a:srgbClr val="FED4FB"/>
    <a:srgbClr val="FFFCD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B3D9D0-059D-4E50-A562-BC82FF495BDB}" v="7" dt="2024-12-09T19:38:50.3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1" autoAdjust="0"/>
    <p:restoredTop sz="96357" autoAdjust="0"/>
  </p:normalViewPr>
  <p:slideViewPr>
    <p:cSldViewPr>
      <p:cViewPr>
        <p:scale>
          <a:sx n="146" d="100"/>
          <a:sy n="146" d="100"/>
        </p:scale>
        <p:origin x="418" y="3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3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font" Target="fonts/font5.fntdata"/><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AD9B8CE9-E102-48A5-887F-DE0C6523F2FF}"/>
    <pc:docChg chg="undo custSel addSld delSld modSld sldOrd modMainMaster">
      <pc:chgData name="Daphne Economou" userId="d065a339-36cf-4937-af08-41751becbd81" providerId="ADAL" clId="{AD9B8CE9-E102-48A5-887F-DE0C6523F2FF}" dt="2023-12-11T22:26:37.371" v="8757" actId="20577"/>
      <pc:docMkLst>
        <pc:docMk/>
      </pc:docMkLst>
      <pc:sldChg chg="modSp mod">
        <pc:chgData name="Daphne Economou" userId="d065a339-36cf-4937-af08-41751becbd81" providerId="ADAL" clId="{AD9B8CE9-E102-48A5-887F-DE0C6523F2FF}" dt="2023-12-11T22:12:14.636" v="8064" actId="20577"/>
        <pc:sldMkLst>
          <pc:docMk/>
          <pc:sldMk cId="0" sldId="358"/>
        </pc:sldMkLst>
      </pc:sldChg>
      <pc:sldChg chg="modSp mod">
        <pc:chgData name="Daphne Economou" userId="d065a339-36cf-4937-af08-41751becbd81" providerId="ADAL" clId="{AD9B8CE9-E102-48A5-887F-DE0C6523F2FF}" dt="2023-12-11T22:26:24.759" v="8747" actId="20577"/>
        <pc:sldMkLst>
          <pc:docMk/>
          <pc:sldMk cId="0" sldId="443"/>
        </pc:sldMkLst>
      </pc:sldChg>
      <pc:sldChg chg="modSp mod">
        <pc:chgData name="Daphne Economou" userId="d065a339-36cf-4937-af08-41751becbd81" providerId="ADAL" clId="{AD9B8CE9-E102-48A5-887F-DE0C6523F2FF}" dt="2023-12-11T22:14:18.284" v="8247" actId="27636"/>
        <pc:sldMkLst>
          <pc:docMk/>
          <pc:sldMk cId="1393113354" sldId="498"/>
        </pc:sldMkLst>
      </pc:sldChg>
      <pc:sldChg chg="modSp mod">
        <pc:chgData name="Daphne Economou" userId="d065a339-36cf-4937-af08-41751becbd81" providerId="ADAL" clId="{AD9B8CE9-E102-48A5-887F-DE0C6523F2FF}" dt="2023-12-11T22:26:37.371" v="8757" actId="20577"/>
        <pc:sldMkLst>
          <pc:docMk/>
          <pc:sldMk cId="0" sldId="499"/>
        </pc:sldMkLst>
      </pc:sldChg>
      <pc:sldChg chg="delSp modSp mod">
        <pc:chgData name="Daphne Economou" userId="d065a339-36cf-4937-af08-41751becbd81" providerId="ADAL" clId="{AD9B8CE9-E102-48A5-887F-DE0C6523F2FF}" dt="2023-12-11T22:09:34.709" v="7965" actId="15"/>
        <pc:sldMkLst>
          <pc:docMk/>
          <pc:sldMk cId="2794772234" sldId="864"/>
        </pc:sldMkLst>
      </pc:sldChg>
      <pc:sldChg chg="modSp new mod">
        <pc:chgData name="Daphne Economou" userId="d065a339-36cf-4937-af08-41751becbd81" providerId="ADAL" clId="{AD9B8CE9-E102-48A5-887F-DE0C6523F2FF}" dt="2023-12-11T17:30:33.652" v="3502" actId="20577"/>
        <pc:sldMkLst>
          <pc:docMk/>
          <pc:sldMk cId="3646154149" sldId="865"/>
        </pc:sldMkLst>
      </pc:sldChg>
      <pc:sldChg chg="addSp modSp new mod">
        <pc:chgData name="Daphne Economou" userId="d065a339-36cf-4937-af08-41751becbd81" providerId="ADAL" clId="{AD9B8CE9-E102-48A5-887F-DE0C6523F2FF}" dt="2023-12-11T22:15:57.519" v="8337" actId="1076"/>
        <pc:sldMkLst>
          <pc:docMk/>
          <pc:sldMk cId="414431508" sldId="866"/>
        </pc:sldMkLst>
      </pc:sldChg>
      <pc:sldChg chg="addSp delSp modSp add mod">
        <pc:chgData name="Daphne Economou" userId="d065a339-36cf-4937-af08-41751becbd81" providerId="ADAL" clId="{AD9B8CE9-E102-48A5-887F-DE0C6523F2FF}" dt="2023-12-11T22:17:33.958" v="8436" actId="962"/>
        <pc:sldMkLst>
          <pc:docMk/>
          <pc:sldMk cId="2751107723" sldId="867"/>
        </pc:sldMkLst>
      </pc:sldChg>
      <pc:sldChg chg="addSp modSp add mod modNotesTx">
        <pc:chgData name="Daphne Economou" userId="d065a339-36cf-4937-af08-41751becbd81" providerId="ADAL" clId="{AD9B8CE9-E102-48A5-887F-DE0C6523F2FF}" dt="2023-12-11T22:19:56.128" v="8532" actId="962"/>
        <pc:sldMkLst>
          <pc:docMk/>
          <pc:sldMk cId="4222313910" sldId="868"/>
        </pc:sldMkLst>
      </pc:sldChg>
      <pc:sldChg chg="addSp delSp modSp add mod">
        <pc:chgData name="Daphne Economou" userId="d065a339-36cf-4937-af08-41751becbd81" providerId="ADAL" clId="{AD9B8CE9-E102-48A5-887F-DE0C6523F2FF}" dt="2023-12-11T22:21:25.583" v="8610" actId="962"/>
        <pc:sldMkLst>
          <pc:docMk/>
          <pc:sldMk cId="2951015669" sldId="869"/>
        </pc:sldMkLst>
      </pc:sldChg>
      <pc:sldChg chg="addSp modSp add mod">
        <pc:chgData name="Daphne Economou" userId="d065a339-36cf-4937-af08-41751becbd81" providerId="ADAL" clId="{AD9B8CE9-E102-48A5-887F-DE0C6523F2FF}" dt="2023-12-11T22:23:45.812" v="8709" actId="962"/>
        <pc:sldMkLst>
          <pc:docMk/>
          <pc:sldMk cId="86640643" sldId="870"/>
        </pc:sldMkLst>
      </pc:sldChg>
      <pc:sldChg chg="modSp add del mod">
        <pc:chgData name="Daphne Economou" userId="d065a339-36cf-4937-af08-41751becbd81" providerId="ADAL" clId="{AD9B8CE9-E102-48A5-887F-DE0C6523F2FF}" dt="2023-12-11T14:27:26.226" v="3088" actId="47"/>
        <pc:sldMkLst>
          <pc:docMk/>
          <pc:sldMk cId="2680180986" sldId="871"/>
        </pc:sldMkLst>
      </pc:sldChg>
      <pc:sldChg chg="add del">
        <pc:chgData name="Daphne Economou" userId="d065a339-36cf-4937-af08-41751becbd81" providerId="ADAL" clId="{AD9B8CE9-E102-48A5-887F-DE0C6523F2FF}" dt="2023-12-11T12:39:25.181" v="1455" actId="47"/>
        <pc:sldMkLst>
          <pc:docMk/>
          <pc:sldMk cId="3166178900" sldId="872"/>
        </pc:sldMkLst>
      </pc:sldChg>
      <pc:sldChg chg="add del">
        <pc:chgData name="Daphne Economou" userId="d065a339-36cf-4937-af08-41751becbd81" providerId="ADAL" clId="{AD9B8CE9-E102-48A5-887F-DE0C6523F2FF}" dt="2023-12-11T12:39:26.349" v="1456" actId="47"/>
        <pc:sldMkLst>
          <pc:docMk/>
          <pc:sldMk cId="4179904317" sldId="873"/>
        </pc:sldMkLst>
      </pc:sldChg>
      <pc:sldChg chg="addSp delSp modSp new del mod">
        <pc:chgData name="Daphne Economou" userId="d065a339-36cf-4937-af08-41751becbd81" providerId="ADAL" clId="{AD9B8CE9-E102-48A5-887F-DE0C6523F2FF}" dt="2023-12-11T11:16:16.228" v="324" actId="47"/>
        <pc:sldMkLst>
          <pc:docMk/>
          <pc:sldMk cId="1225594517" sldId="874"/>
        </pc:sldMkLst>
      </pc:sldChg>
      <pc:sldChg chg="addSp delSp modSp new mod ord modClrScheme chgLayout">
        <pc:chgData name="Daphne Economou" userId="d065a339-36cf-4937-af08-41751becbd81" providerId="ADAL" clId="{AD9B8CE9-E102-48A5-887F-DE0C6523F2FF}" dt="2023-12-11T22:16:58.998" v="8359" actId="404"/>
        <pc:sldMkLst>
          <pc:docMk/>
          <pc:sldMk cId="2428097992" sldId="874"/>
        </pc:sldMkLst>
      </pc:sldChg>
      <pc:sldChg chg="addSp modSp new mod">
        <pc:chgData name="Daphne Economou" userId="d065a339-36cf-4937-af08-41751becbd81" providerId="ADAL" clId="{AD9B8CE9-E102-48A5-887F-DE0C6523F2FF}" dt="2023-12-11T22:16:32.100" v="8347" actId="962"/>
        <pc:sldMkLst>
          <pc:docMk/>
          <pc:sldMk cId="827552543" sldId="875"/>
        </pc:sldMkLst>
      </pc:sldChg>
      <pc:sldChg chg="addSp modSp new del mod">
        <pc:chgData name="Daphne Economou" userId="d065a339-36cf-4937-af08-41751becbd81" providerId="ADAL" clId="{AD9B8CE9-E102-48A5-887F-DE0C6523F2FF}" dt="2023-12-11T11:16:16.228" v="324" actId="47"/>
        <pc:sldMkLst>
          <pc:docMk/>
          <pc:sldMk cId="2119150625" sldId="875"/>
        </pc:sldMkLst>
      </pc:sldChg>
      <pc:sldChg chg="addSp delSp modSp add del mod modClrScheme chgLayout">
        <pc:chgData name="Daphne Economou" userId="d065a339-36cf-4937-af08-41751becbd81" providerId="ADAL" clId="{AD9B8CE9-E102-48A5-887F-DE0C6523F2FF}" dt="2023-12-11T11:16:16.228" v="324" actId="47"/>
        <pc:sldMkLst>
          <pc:docMk/>
          <pc:sldMk cId="167212729" sldId="876"/>
        </pc:sldMkLst>
      </pc:sldChg>
      <pc:sldChg chg="addSp delSp modSp new mod ord modClrScheme chgLayout modNotesTx">
        <pc:chgData name="Daphne Economou" userId="d065a339-36cf-4937-af08-41751becbd81" providerId="ADAL" clId="{AD9B8CE9-E102-48A5-887F-DE0C6523F2FF}" dt="2023-12-11T22:16:00.886" v="8338"/>
        <pc:sldMkLst>
          <pc:docMk/>
          <pc:sldMk cId="3446343504" sldId="876"/>
        </pc:sldMkLst>
      </pc:sldChg>
      <pc:sldChg chg="addSp delSp modSp new mod ord modClrScheme chgLayout">
        <pc:chgData name="Daphne Economou" userId="d065a339-36cf-4937-af08-41751becbd81" providerId="ADAL" clId="{AD9B8CE9-E102-48A5-887F-DE0C6523F2FF}" dt="2023-12-11T22:16:54.017" v="8358" actId="962"/>
        <pc:sldMkLst>
          <pc:docMk/>
          <pc:sldMk cId="2371728893" sldId="877"/>
        </pc:sldMkLst>
      </pc:sldChg>
      <pc:sldChg chg="addSp modSp new mod">
        <pc:chgData name="Daphne Economou" userId="d065a339-36cf-4937-af08-41751becbd81" providerId="ADAL" clId="{AD9B8CE9-E102-48A5-887F-DE0C6523F2FF}" dt="2023-12-11T22:16:03.663" v="8340"/>
        <pc:sldMkLst>
          <pc:docMk/>
          <pc:sldMk cId="1197583314" sldId="878"/>
        </pc:sldMkLst>
      </pc:sldChg>
      <pc:sldChg chg="addSp delSp modSp new mod">
        <pc:chgData name="Daphne Economou" userId="d065a339-36cf-4937-af08-41751becbd81" providerId="ADAL" clId="{AD9B8CE9-E102-48A5-887F-DE0C6523F2FF}" dt="2023-12-11T22:18:05.253" v="8456" actId="962"/>
        <pc:sldMkLst>
          <pc:docMk/>
          <pc:sldMk cId="3628054281" sldId="879"/>
        </pc:sldMkLst>
      </pc:sldChg>
      <pc:sldChg chg="addSp modSp new mod">
        <pc:chgData name="Daphne Economou" userId="d065a339-36cf-4937-af08-41751becbd81" providerId="ADAL" clId="{AD9B8CE9-E102-48A5-887F-DE0C6523F2FF}" dt="2023-12-11T22:18:46.355" v="8460" actId="962"/>
        <pc:sldMkLst>
          <pc:docMk/>
          <pc:sldMk cId="686703054" sldId="880"/>
        </pc:sldMkLst>
      </pc:sldChg>
      <pc:sldChg chg="addSp delSp modSp add mod">
        <pc:chgData name="Daphne Economou" userId="d065a339-36cf-4937-af08-41751becbd81" providerId="ADAL" clId="{AD9B8CE9-E102-48A5-887F-DE0C6523F2FF}" dt="2023-12-11T22:19:49.542" v="8529" actId="14100"/>
        <pc:sldMkLst>
          <pc:docMk/>
          <pc:sldMk cId="2688359205" sldId="881"/>
        </pc:sldMkLst>
      </pc:sldChg>
      <pc:sldChg chg="addSp delSp modSp new mod modClrScheme chgLayout modNotesTx">
        <pc:chgData name="Daphne Economou" userId="d065a339-36cf-4937-af08-41751becbd81" providerId="ADAL" clId="{AD9B8CE9-E102-48A5-887F-DE0C6523F2FF}" dt="2023-12-11T22:17:15.043" v="8420" actId="962"/>
        <pc:sldMkLst>
          <pc:docMk/>
          <pc:sldMk cId="3522413873" sldId="882"/>
        </pc:sldMkLst>
      </pc:sldChg>
      <pc:sldChg chg="addSp modSp new mod">
        <pc:chgData name="Daphne Economou" userId="d065a339-36cf-4937-af08-41751becbd81" providerId="ADAL" clId="{AD9B8CE9-E102-48A5-887F-DE0C6523F2FF}" dt="2023-12-11T22:19:51.003" v="8530"/>
        <pc:sldMkLst>
          <pc:docMk/>
          <pc:sldMk cId="3425426593" sldId="883"/>
        </pc:sldMkLst>
      </pc:sldChg>
      <pc:sldChg chg="addSp delSp modSp new del mod">
        <pc:chgData name="Daphne Economou" userId="d065a339-36cf-4937-af08-41751becbd81" providerId="ADAL" clId="{AD9B8CE9-E102-48A5-887F-DE0C6523F2FF}" dt="2023-12-11T13:09:41.155" v="2149" actId="47"/>
        <pc:sldMkLst>
          <pc:docMk/>
          <pc:sldMk cId="3849409135" sldId="884"/>
        </pc:sldMkLst>
      </pc:sldChg>
      <pc:sldChg chg="addSp delSp modSp new mod">
        <pc:chgData name="Daphne Economou" userId="d065a339-36cf-4937-af08-41751becbd81" providerId="ADAL" clId="{AD9B8CE9-E102-48A5-887F-DE0C6523F2FF}" dt="2023-12-11T22:20:33.341" v="8559" actId="962"/>
        <pc:sldMkLst>
          <pc:docMk/>
          <pc:sldMk cId="386933784" sldId="885"/>
        </pc:sldMkLst>
      </pc:sldChg>
      <pc:sldChg chg="addSp modSp new mod">
        <pc:chgData name="Daphne Economou" userId="d065a339-36cf-4937-af08-41751becbd81" providerId="ADAL" clId="{AD9B8CE9-E102-48A5-887F-DE0C6523F2FF}" dt="2023-12-11T22:21:00.725" v="8602"/>
        <pc:sldMkLst>
          <pc:docMk/>
          <pc:sldMk cId="605243339" sldId="886"/>
        </pc:sldMkLst>
      </pc:sldChg>
      <pc:sldChg chg="addSp modSp new mod">
        <pc:chgData name="Daphne Economou" userId="d065a339-36cf-4937-af08-41751becbd81" providerId="ADAL" clId="{AD9B8CE9-E102-48A5-887F-DE0C6523F2FF}" dt="2023-12-11T22:21:10.640" v="8605" actId="962"/>
        <pc:sldMkLst>
          <pc:docMk/>
          <pc:sldMk cId="2437579228" sldId="887"/>
        </pc:sldMkLst>
      </pc:sldChg>
      <pc:sldChg chg="addSp modSp new mod ord">
        <pc:chgData name="Daphne Economou" userId="d065a339-36cf-4937-af08-41751becbd81" providerId="ADAL" clId="{AD9B8CE9-E102-48A5-887F-DE0C6523F2FF}" dt="2023-12-11T22:20:00.236" v="8533"/>
        <pc:sldMkLst>
          <pc:docMk/>
          <pc:sldMk cId="708217713" sldId="888"/>
        </pc:sldMkLst>
      </pc:sldChg>
      <pc:sldChg chg="add del">
        <pc:chgData name="Daphne Economou" userId="d065a339-36cf-4937-af08-41751becbd81" providerId="ADAL" clId="{AD9B8CE9-E102-48A5-887F-DE0C6523F2FF}" dt="2023-12-11T13:24:39.306" v="2223"/>
        <pc:sldMkLst>
          <pc:docMk/>
          <pc:sldMk cId="1938795409" sldId="889"/>
        </pc:sldMkLst>
      </pc:sldChg>
      <pc:sldChg chg="addSp modSp new mod">
        <pc:chgData name="Daphne Economou" userId="d065a339-36cf-4937-af08-41751becbd81" providerId="ADAL" clId="{AD9B8CE9-E102-48A5-887F-DE0C6523F2FF}" dt="2023-12-11T22:21:45.713" v="8615" actId="962"/>
        <pc:sldMkLst>
          <pc:docMk/>
          <pc:sldMk cId="1983527683" sldId="889"/>
        </pc:sldMkLst>
      </pc:sldChg>
      <pc:sldChg chg="add del">
        <pc:chgData name="Daphne Economou" userId="d065a339-36cf-4937-af08-41751becbd81" providerId="ADAL" clId="{AD9B8CE9-E102-48A5-887F-DE0C6523F2FF}" dt="2023-12-11T13:24:19.423" v="2221" actId="47"/>
        <pc:sldMkLst>
          <pc:docMk/>
          <pc:sldMk cId="3243163094" sldId="889"/>
        </pc:sldMkLst>
      </pc:sldChg>
      <pc:sldChg chg="addSp delSp modSp new mod">
        <pc:chgData name="Daphne Economou" userId="d065a339-36cf-4937-af08-41751becbd81" providerId="ADAL" clId="{AD9B8CE9-E102-48A5-887F-DE0C6523F2FF}" dt="2023-12-11T22:22:20.303" v="8627" actId="14100"/>
        <pc:sldMkLst>
          <pc:docMk/>
          <pc:sldMk cId="2938701360" sldId="890"/>
        </pc:sldMkLst>
      </pc:sldChg>
      <pc:sldChg chg="addSp modSp new mod">
        <pc:chgData name="Daphne Economou" userId="d065a339-36cf-4937-af08-41751becbd81" providerId="ADAL" clId="{AD9B8CE9-E102-48A5-887F-DE0C6523F2FF}" dt="2023-12-11T22:22:08.173" v="8623"/>
        <pc:sldMkLst>
          <pc:docMk/>
          <pc:sldMk cId="4262769503" sldId="891"/>
        </pc:sldMkLst>
      </pc:sldChg>
      <pc:sldChg chg="addSp modSp new mod">
        <pc:chgData name="Daphne Economou" userId="d065a339-36cf-4937-af08-41751becbd81" providerId="ADAL" clId="{AD9B8CE9-E102-48A5-887F-DE0C6523F2FF}" dt="2023-12-11T22:22:10.319" v="8624"/>
        <pc:sldMkLst>
          <pc:docMk/>
          <pc:sldMk cId="3622879148" sldId="892"/>
        </pc:sldMkLst>
      </pc:sldChg>
      <pc:sldChg chg="addSp modSp new mod">
        <pc:chgData name="Daphne Economou" userId="d065a339-36cf-4937-af08-41751becbd81" providerId="ADAL" clId="{AD9B8CE9-E102-48A5-887F-DE0C6523F2FF}" dt="2023-12-11T22:22:34.652" v="8628"/>
        <pc:sldMkLst>
          <pc:docMk/>
          <pc:sldMk cId="91898092" sldId="893"/>
        </pc:sldMkLst>
      </pc:sldChg>
      <pc:sldChg chg="addSp modSp new mod">
        <pc:chgData name="Daphne Economou" userId="d065a339-36cf-4937-af08-41751becbd81" providerId="ADAL" clId="{AD9B8CE9-E102-48A5-887F-DE0C6523F2FF}" dt="2023-12-11T22:22:51.832" v="8671" actId="962"/>
        <pc:sldMkLst>
          <pc:docMk/>
          <pc:sldMk cId="2328549261" sldId="894"/>
        </pc:sldMkLst>
      </pc:sldChg>
      <pc:sldChg chg="addSp modSp new mod">
        <pc:chgData name="Daphne Economou" userId="d065a339-36cf-4937-af08-41751becbd81" providerId="ADAL" clId="{AD9B8CE9-E102-48A5-887F-DE0C6523F2FF}" dt="2023-12-11T22:23:18.564" v="8700"/>
        <pc:sldMkLst>
          <pc:docMk/>
          <pc:sldMk cId="2841929728" sldId="895"/>
        </pc:sldMkLst>
      </pc:sldChg>
      <pc:sldChg chg="addSp modSp new mod">
        <pc:chgData name="Daphne Economou" userId="d065a339-36cf-4937-af08-41751becbd81" providerId="ADAL" clId="{AD9B8CE9-E102-48A5-887F-DE0C6523F2FF}" dt="2023-12-11T22:23:19.967" v="8701"/>
        <pc:sldMkLst>
          <pc:docMk/>
          <pc:sldMk cId="2498070625" sldId="896"/>
        </pc:sldMkLst>
      </pc:sldChg>
      <pc:sldChg chg="addSp modSp new del mod">
        <pc:chgData name="Daphne Economou" userId="d065a339-36cf-4937-af08-41751becbd81" providerId="ADAL" clId="{AD9B8CE9-E102-48A5-887F-DE0C6523F2FF}" dt="2023-12-11T14:02:03.499" v="2835" actId="47"/>
        <pc:sldMkLst>
          <pc:docMk/>
          <pc:sldMk cId="1863860183" sldId="897"/>
        </pc:sldMkLst>
      </pc:sldChg>
      <pc:sldChg chg="addSp modSp new mod">
        <pc:chgData name="Daphne Economou" userId="d065a339-36cf-4937-af08-41751becbd81" providerId="ADAL" clId="{AD9B8CE9-E102-48A5-887F-DE0C6523F2FF}" dt="2023-12-11T22:23:51.562" v="8711" actId="962"/>
        <pc:sldMkLst>
          <pc:docMk/>
          <pc:sldMk cId="2702623880" sldId="897"/>
        </pc:sldMkLst>
      </pc:sldChg>
      <pc:sldChg chg="addSp delSp modSp new mod">
        <pc:chgData name="Daphne Economou" userId="d065a339-36cf-4937-af08-41751becbd81" providerId="ADAL" clId="{AD9B8CE9-E102-48A5-887F-DE0C6523F2FF}" dt="2023-12-11T22:23:55.743" v="8713" actId="962"/>
        <pc:sldMkLst>
          <pc:docMk/>
          <pc:sldMk cId="269601109" sldId="898"/>
        </pc:sldMkLst>
      </pc:sldChg>
      <pc:sldChg chg="addSp delSp modSp new mod">
        <pc:chgData name="Daphne Economou" userId="d065a339-36cf-4937-af08-41751becbd81" providerId="ADAL" clId="{AD9B8CE9-E102-48A5-887F-DE0C6523F2FF}" dt="2023-12-11T22:24:12.296" v="8719" actId="962"/>
        <pc:sldMkLst>
          <pc:docMk/>
          <pc:sldMk cId="17623440" sldId="899"/>
        </pc:sldMkLst>
      </pc:sldChg>
      <pc:sldChg chg="addSp delSp modSp new mod">
        <pc:chgData name="Daphne Economou" userId="d065a339-36cf-4937-af08-41751becbd81" providerId="ADAL" clId="{AD9B8CE9-E102-48A5-887F-DE0C6523F2FF}" dt="2023-12-11T22:24:19.697" v="8721" actId="962"/>
        <pc:sldMkLst>
          <pc:docMk/>
          <pc:sldMk cId="3896659108" sldId="900"/>
        </pc:sldMkLst>
      </pc:sldChg>
      <pc:sldChg chg="addSp modSp new mod">
        <pc:chgData name="Daphne Economou" userId="d065a339-36cf-4937-af08-41751becbd81" providerId="ADAL" clId="{AD9B8CE9-E102-48A5-887F-DE0C6523F2FF}" dt="2023-12-11T22:24:01.755" v="8715" actId="962"/>
        <pc:sldMkLst>
          <pc:docMk/>
          <pc:sldMk cId="3783892886" sldId="901"/>
        </pc:sldMkLst>
      </pc:sldChg>
      <pc:sldChg chg="addSp delSp modSp new mod chgLayout">
        <pc:chgData name="Daphne Economou" userId="d065a339-36cf-4937-af08-41751becbd81" providerId="ADAL" clId="{AD9B8CE9-E102-48A5-887F-DE0C6523F2FF}" dt="2023-12-11T14:29:14.965" v="3117" actId="20577"/>
        <pc:sldMkLst>
          <pc:docMk/>
          <pc:sldMk cId="3202316591" sldId="902"/>
        </pc:sldMkLst>
      </pc:sldChg>
      <pc:sldChg chg="addSp delSp modSp new mod chgLayout">
        <pc:chgData name="Daphne Economou" userId="d065a339-36cf-4937-af08-41751becbd81" providerId="ADAL" clId="{AD9B8CE9-E102-48A5-887F-DE0C6523F2FF}" dt="2023-12-11T18:01:46.661" v="3996" actId="22"/>
        <pc:sldMkLst>
          <pc:docMk/>
          <pc:sldMk cId="325838484" sldId="903"/>
        </pc:sldMkLst>
      </pc:sldChg>
      <pc:sldChg chg="addSp delSp modSp new mod chgLayout">
        <pc:chgData name="Daphne Economou" userId="d065a339-36cf-4937-af08-41751becbd81" providerId="ADAL" clId="{AD9B8CE9-E102-48A5-887F-DE0C6523F2FF}" dt="2023-12-11T21:25:03.903" v="6634" actId="20577"/>
        <pc:sldMkLst>
          <pc:docMk/>
          <pc:sldMk cId="2997208362" sldId="904"/>
        </pc:sldMkLst>
      </pc:sldChg>
      <pc:sldChg chg="addSp delSp modSp new mod ord chgLayout">
        <pc:chgData name="Daphne Economou" userId="d065a339-36cf-4937-af08-41751becbd81" providerId="ADAL" clId="{AD9B8CE9-E102-48A5-887F-DE0C6523F2FF}" dt="2023-12-11T17:45:04.838" v="3742" actId="14100"/>
        <pc:sldMkLst>
          <pc:docMk/>
          <pc:sldMk cId="71003555" sldId="905"/>
        </pc:sldMkLst>
      </pc:sldChg>
      <pc:sldChg chg="addSp delSp modSp new mod chgLayout">
        <pc:chgData name="Daphne Economou" userId="d065a339-36cf-4937-af08-41751becbd81" providerId="ADAL" clId="{AD9B8CE9-E102-48A5-887F-DE0C6523F2FF}" dt="2023-12-11T17:43:02.914" v="3592" actId="20577"/>
        <pc:sldMkLst>
          <pc:docMk/>
          <pc:sldMk cId="1333474850" sldId="906"/>
        </pc:sldMkLst>
      </pc:sldChg>
      <pc:sldChg chg="new del">
        <pc:chgData name="Daphne Economou" userId="d065a339-36cf-4937-af08-41751becbd81" providerId="ADAL" clId="{AD9B8CE9-E102-48A5-887F-DE0C6523F2FF}" dt="2023-12-11T17:18:21.947" v="3176" actId="47"/>
        <pc:sldMkLst>
          <pc:docMk/>
          <pc:sldMk cId="2442965054" sldId="906"/>
        </pc:sldMkLst>
      </pc:sldChg>
      <pc:sldChg chg="addSp delSp modSp new mod ord">
        <pc:chgData name="Daphne Economou" userId="d065a339-36cf-4937-af08-41751becbd81" providerId="ADAL" clId="{AD9B8CE9-E102-48A5-887F-DE0C6523F2FF}" dt="2023-12-11T22:15:14.603" v="8318" actId="962"/>
        <pc:sldMkLst>
          <pc:docMk/>
          <pc:sldMk cId="842124546" sldId="907"/>
        </pc:sldMkLst>
      </pc:sldChg>
      <pc:sldChg chg="modSp add mod">
        <pc:chgData name="Daphne Economou" userId="d065a339-36cf-4937-af08-41751becbd81" providerId="ADAL" clId="{AD9B8CE9-E102-48A5-887F-DE0C6523F2FF}" dt="2023-12-11T18:03:06.649" v="4054" actId="20577"/>
        <pc:sldMkLst>
          <pc:docMk/>
          <pc:sldMk cId="1902240789" sldId="908"/>
        </pc:sldMkLst>
      </pc:sldChg>
      <pc:sldChg chg="modSp add mod">
        <pc:chgData name="Daphne Economou" userId="d065a339-36cf-4937-af08-41751becbd81" providerId="ADAL" clId="{AD9B8CE9-E102-48A5-887F-DE0C6523F2FF}" dt="2023-12-11T18:04:47.395" v="4118" actId="27636"/>
        <pc:sldMkLst>
          <pc:docMk/>
          <pc:sldMk cId="2258211424" sldId="909"/>
        </pc:sldMkLst>
      </pc:sldChg>
      <pc:sldChg chg="addSp delSp modSp new mod chgLayout">
        <pc:chgData name="Daphne Economou" userId="d065a339-36cf-4937-af08-41751becbd81" providerId="ADAL" clId="{AD9B8CE9-E102-48A5-887F-DE0C6523F2FF}" dt="2023-12-11T22:24:28.214" v="8723" actId="962"/>
        <pc:sldMkLst>
          <pc:docMk/>
          <pc:sldMk cId="1008073565" sldId="910"/>
        </pc:sldMkLst>
      </pc:sldChg>
      <pc:sldChg chg="modSp new del mod">
        <pc:chgData name="Daphne Economou" userId="d065a339-36cf-4937-af08-41751becbd81" providerId="ADAL" clId="{AD9B8CE9-E102-48A5-887F-DE0C6523F2FF}" dt="2023-12-11T18:06:08.957" v="4138" actId="47"/>
        <pc:sldMkLst>
          <pc:docMk/>
          <pc:sldMk cId="3449931937" sldId="910"/>
        </pc:sldMkLst>
      </pc:sldChg>
      <pc:sldChg chg="addSp delSp modSp new mod">
        <pc:chgData name="Daphne Economou" userId="d065a339-36cf-4937-af08-41751becbd81" providerId="ADAL" clId="{AD9B8CE9-E102-48A5-887F-DE0C6523F2FF}" dt="2023-12-11T22:24:34.423" v="8725" actId="962"/>
        <pc:sldMkLst>
          <pc:docMk/>
          <pc:sldMk cId="90281316" sldId="911"/>
        </pc:sldMkLst>
      </pc:sldChg>
      <pc:sldChg chg="modSp new del mod">
        <pc:chgData name="Daphne Economou" userId="d065a339-36cf-4937-af08-41751becbd81" providerId="ADAL" clId="{AD9B8CE9-E102-48A5-887F-DE0C6523F2FF}" dt="2023-12-11T21:19:19.308" v="6608" actId="47"/>
        <pc:sldMkLst>
          <pc:docMk/>
          <pc:sldMk cId="1673980020" sldId="912"/>
        </pc:sldMkLst>
      </pc:sldChg>
      <pc:sldChg chg="addSp modSp new mod">
        <pc:chgData name="Daphne Economou" userId="d065a339-36cf-4937-af08-41751becbd81" providerId="ADAL" clId="{AD9B8CE9-E102-48A5-887F-DE0C6523F2FF}" dt="2023-12-11T22:24:55.525" v="8733" actId="962"/>
        <pc:sldMkLst>
          <pc:docMk/>
          <pc:sldMk cId="196950761" sldId="913"/>
        </pc:sldMkLst>
      </pc:sldChg>
      <pc:sldChg chg="new del">
        <pc:chgData name="Daphne Economou" userId="d065a339-36cf-4937-af08-41751becbd81" providerId="ADAL" clId="{AD9B8CE9-E102-48A5-887F-DE0C6523F2FF}" dt="2023-12-11T22:07:25.678" v="7805" actId="47"/>
        <pc:sldMkLst>
          <pc:docMk/>
          <pc:sldMk cId="236755485" sldId="914"/>
        </pc:sldMkLst>
      </pc:sldChg>
      <pc:sldChg chg="addSp delSp modSp new mod">
        <pc:chgData name="Daphne Economou" userId="d065a339-36cf-4937-af08-41751becbd81" providerId="ADAL" clId="{AD9B8CE9-E102-48A5-887F-DE0C6523F2FF}" dt="2023-12-11T22:24:50.288" v="8731" actId="962"/>
        <pc:sldMkLst>
          <pc:docMk/>
          <pc:sldMk cId="401240713" sldId="915"/>
        </pc:sldMkLst>
      </pc:sldChg>
      <pc:sldChg chg="addSp delSp modSp new mod">
        <pc:chgData name="Daphne Economou" userId="d065a339-36cf-4937-af08-41751becbd81" providerId="ADAL" clId="{AD9B8CE9-E102-48A5-887F-DE0C6523F2FF}" dt="2023-12-11T22:24:41.973" v="8729" actId="962"/>
        <pc:sldMkLst>
          <pc:docMk/>
          <pc:sldMk cId="3669292169" sldId="916"/>
        </pc:sldMkLst>
      </pc:sldChg>
      <pc:sldMasterChg chg="modSldLayout">
        <pc:chgData name="Daphne Economou" userId="d065a339-36cf-4937-af08-41751becbd81" providerId="ADAL" clId="{AD9B8CE9-E102-48A5-887F-DE0C6523F2FF}" dt="2023-12-11T22:26:01.970" v="8745" actId="20577"/>
        <pc:sldMasterMkLst>
          <pc:docMk/>
          <pc:sldMasterMk cId="0" sldId="2147483768"/>
        </pc:sldMasterMkLst>
        <pc:sldLayoutChg chg="modSp mod">
          <pc:chgData name="Daphne Economou" userId="d065a339-36cf-4937-af08-41751becbd81" providerId="ADAL" clId="{AD9B8CE9-E102-48A5-887F-DE0C6523F2FF}" dt="2023-12-11T22:25:40.897" v="8735" actId="20577"/>
          <pc:sldLayoutMkLst>
            <pc:docMk/>
            <pc:sldMasterMk cId="0" sldId="2147483768"/>
            <pc:sldLayoutMk cId="0" sldId="2147483769"/>
          </pc:sldLayoutMkLst>
        </pc:sldLayoutChg>
        <pc:sldLayoutChg chg="modSp mod">
          <pc:chgData name="Daphne Economou" userId="d065a339-36cf-4937-af08-41751becbd81" providerId="ADAL" clId="{AD9B8CE9-E102-48A5-887F-DE0C6523F2FF}" dt="2023-12-11T22:25:44.577" v="8737" actId="20577"/>
          <pc:sldLayoutMkLst>
            <pc:docMk/>
            <pc:sldMasterMk cId="0" sldId="2147483768"/>
            <pc:sldLayoutMk cId="0" sldId="2147483770"/>
          </pc:sldLayoutMkLst>
        </pc:sldLayoutChg>
        <pc:sldLayoutChg chg="modSp mod">
          <pc:chgData name="Daphne Economou" userId="d065a339-36cf-4937-af08-41751becbd81" providerId="ADAL" clId="{AD9B8CE9-E102-48A5-887F-DE0C6523F2FF}" dt="2023-12-11T22:25:47.818" v="8739" actId="20577"/>
          <pc:sldLayoutMkLst>
            <pc:docMk/>
            <pc:sldMasterMk cId="0" sldId="2147483768"/>
            <pc:sldLayoutMk cId="0" sldId="2147483771"/>
          </pc:sldLayoutMkLst>
        </pc:sldLayoutChg>
        <pc:sldLayoutChg chg="modSp mod">
          <pc:chgData name="Daphne Economou" userId="d065a339-36cf-4937-af08-41751becbd81" providerId="ADAL" clId="{AD9B8CE9-E102-48A5-887F-DE0C6523F2FF}" dt="2023-12-11T22:25:52.371" v="8741" actId="20577"/>
          <pc:sldLayoutMkLst>
            <pc:docMk/>
            <pc:sldMasterMk cId="0" sldId="2147483768"/>
            <pc:sldLayoutMk cId="0" sldId="2147483772"/>
          </pc:sldLayoutMkLst>
        </pc:sldLayoutChg>
        <pc:sldLayoutChg chg="modSp mod">
          <pc:chgData name="Daphne Economou" userId="d065a339-36cf-4937-af08-41751becbd81" providerId="ADAL" clId="{AD9B8CE9-E102-48A5-887F-DE0C6523F2FF}" dt="2023-12-11T22:25:57.093" v="8743" actId="20577"/>
          <pc:sldLayoutMkLst>
            <pc:docMk/>
            <pc:sldMasterMk cId="0" sldId="2147483768"/>
            <pc:sldLayoutMk cId="0" sldId="2147483773"/>
          </pc:sldLayoutMkLst>
        </pc:sldLayoutChg>
        <pc:sldLayoutChg chg="modSp mod">
          <pc:chgData name="Daphne Economou" userId="d065a339-36cf-4937-af08-41751becbd81" providerId="ADAL" clId="{AD9B8CE9-E102-48A5-887F-DE0C6523F2FF}" dt="2023-12-11T22:26:01.970" v="8745" actId="20577"/>
          <pc:sldLayoutMkLst>
            <pc:docMk/>
            <pc:sldMasterMk cId="0" sldId="2147483768"/>
            <pc:sldLayoutMk cId="0" sldId="2147483774"/>
          </pc:sldLayoutMkLst>
        </pc:sldLayoutChg>
      </pc:sldMasterChg>
    </pc:docChg>
  </pc:docChgLst>
  <pc:docChgLst>
    <pc:chgData name="Daphne Economou" userId="d065a339-36cf-4937-af08-41751becbd81" providerId="ADAL" clId="{EDB3D9D0-059D-4E50-A562-BC82FF495BDB}"/>
    <pc:docChg chg="undo custSel delSld modSld modMainMaster">
      <pc:chgData name="Daphne Economou" userId="d065a339-36cf-4937-af08-41751becbd81" providerId="ADAL" clId="{EDB3D9D0-059D-4E50-A562-BC82FF495BDB}" dt="2024-12-09T19:47:25.132" v="535" actId="20577"/>
      <pc:docMkLst>
        <pc:docMk/>
      </pc:docMkLst>
      <pc:sldChg chg="modSp mod">
        <pc:chgData name="Daphne Economou" userId="d065a339-36cf-4937-af08-41751becbd81" providerId="ADAL" clId="{EDB3D9D0-059D-4E50-A562-BC82FF495BDB}" dt="2024-12-09T18:23:50.399" v="4" actId="20577"/>
        <pc:sldMkLst>
          <pc:docMk/>
          <pc:sldMk cId="414431508" sldId="866"/>
        </pc:sldMkLst>
        <pc:spChg chg="mod">
          <ac:chgData name="Daphne Economou" userId="d065a339-36cf-4937-af08-41751becbd81" providerId="ADAL" clId="{EDB3D9D0-059D-4E50-A562-BC82FF495BDB}" dt="2024-12-09T18:23:50.399" v="4" actId="20577"/>
          <ac:spMkLst>
            <pc:docMk/>
            <pc:sldMk cId="414431508" sldId="866"/>
            <ac:spMk id="3" creationId="{BE92BE20-F69B-EA7A-129E-F6C6B9933461}"/>
          </ac:spMkLst>
        </pc:spChg>
      </pc:sldChg>
      <pc:sldChg chg="modSp mod">
        <pc:chgData name="Daphne Economou" userId="d065a339-36cf-4937-af08-41751becbd81" providerId="ADAL" clId="{EDB3D9D0-059D-4E50-A562-BC82FF495BDB}" dt="2024-12-09T18:37:37.836" v="85" actId="1076"/>
        <pc:sldMkLst>
          <pc:docMk/>
          <pc:sldMk cId="2751107723" sldId="867"/>
        </pc:sldMkLst>
        <pc:spChg chg="mod">
          <ac:chgData name="Daphne Economou" userId="d065a339-36cf-4937-af08-41751becbd81" providerId="ADAL" clId="{EDB3D9D0-059D-4E50-A562-BC82FF495BDB}" dt="2024-12-09T18:37:33.167" v="84" actId="27636"/>
          <ac:spMkLst>
            <pc:docMk/>
            <pc:sldMk cId="2751107723" sldId="867"/>
            <ac:spMk id="3" creationId="{BE92BE20-F69B-EA7A-129E-F6C6B9933461}"/>
          </ac:spMkLst>
        </pc:spChg>
        <pc:picChg chg="mod">
          <ac:chgData name="Daphne Economou" userId="d065a339-36cf-4937-af08-41751becbd81" providerId="ADAL" clId="{EDB3D9D0-059D-4E50-A562-BC82FF495BDB}" dt="2024-12-09T18:37:37.836" v="85" actId="1076"/>
          <ac:picMkLst>
            <pc:docMk/>
            <pc:sldMk cId="2751107723" sldId="867"/>
            <ac:picMk id="7" creationId="{0107FAD5-A066-5FFB-CC49-BA32FFBB6876}"/>
          </ac:picMkLst>
        </pc:picChg>
      </pc:sldChg>
      <pc:sldChg chg="addSp modSp mod modAnim">
        <pc:chgData name="Daphne Economou" userId="d065a339-36cf-4937-af08-41751becbd81" providerId="ADAL" clId="{EDB3D9D0-059D-4E50-A562-BC82FF495BDB}" dt="2024-12-09T18:58:17.867" v="319"/>
        <pc:sldMkLst>
          <pc:docMk/>
          <pc:sldMk cId="4222313910" sldId="868"/>
        </pc:sldMkLst>
        <pc:spChg chg="add mod">
          <ac:chgData name="Daphne Economou" userId="d065a339-36cf-4937-af08-41751becbd81" providerId="ADAL" clId="{EDB3D9D0-059D-4E50-A562-BC82FF495BDB}" dt="2024-12-09T18:58:08.384" v="318" actId="1076"/>
          <ac:spMkLst>
            <pc:docMk/>
            <pc:sldMk cId="4222313910" sldId="868"/>
            <ac:spMk id="4" creationId="{0A90DC4F-A74B-8D07-0FB4-63BCBB060B7B}"/>
          </ac:spMkLst>
        </pc:spChg>
      </pc:sldChg>
      <pc:sldChg chg="modSp mod">
        <pc:chgData name="Daphne Economou" userId="d065a339-36cf-4937-af08-41751becbd81" providerId="ADAL" clId="{EDB3D9D0-059D-4E50-A562-BC82FF495BDB}" dt="2024-12-09T19:26:12.288" v="332" actId="207"/>
        <pc:sldMkLst>
          <pc:docMk/>
          <pc:sldMk cId="86640643" sldId="870"/>
        </pc:sldMkLst>
        <pc:spChg chg="mod">
          <ac:chgData name="Daphne Economou" userId="d065a339-36cf-4937-af08-41751becbd81" providerId="ADAL" clId="{EDB3D9D0-059D-4E50-A562-BC82FF495BDB}" dt="2024-12-09T19:26:12.288" v="332" actId="207"/>
          <ac:spMkLst>
            <pc:docMk/>
            <pc:sldMk cId="86640643" sldId="870"/>
            <ac:spMk id="3" creationId="{BE92BE20-F69B-EA7A-129E-F6C6B9933461}"/>
          </ac:spMkLst>
        </pc:spChg>
      </pc:sldChg>
      <pc:sldChg chg="modSp mod">
        <pc:chgData name="Daphne Economou" userId="d065a339-36cf-4937-af08-41751becbd81" providerId="ADAL" clId="{EDB3D9D0-059D-4E50-A562-BC82FF495BDB}" dt="2024-12-09T18:34:49.478" v="64" actId="207"/>
        <pc:sldMkLst>
          <pc:docMk/>
          <pc:sldMk cId="2428097992" sldId="874"/>
        </pc:sldMkLst>
        <pc:spChg chg="mod">
          <ac:chgData name="Daphne Economou" userId="d065a339-36cf-4937-af08-41751becbd81" providerId="ADAL" clId="{EDB3D9D0-059D-4E50-A562-BC82FF495BDB}" dt="2024-12-09T18:34:46.617" v="63" actId="207"/>
          <ac:spMkLst>
            <pc:docMk/>
            <pc:sldMk cId="2428097992" sldId="874"/>
            <ac:spMk id="3" creationId="{1ED5756C-41F0-657D-C339-EEA2569DC6E3}"/>
          </ac:spMkLst>
        </pc:spChg>
        <pc:spChg chg="mod">
          <ac:chgData name="Daphne Economou" userId="d065a339-36cf-4937-af08-41751becbd81" providerId="ADAL" clId="{EDB3D9D0-059D-4E50-A562-BC82FF495BDB}" dt="2024-12-09T18:34:49.478" v="64" actId="207"/>
          <ac:spMkLst>
            <pc:docMk/>
            <pc:sldMk cId="2428097992" sldId="874"/>
            <ac:spMk id="6" creationId="{16447121-6199-0D58-123C-A3FE01B88489}"/>
          </ac:spMkLst>
        </pc:spChg>
      </pc:sldChg>
      <pc:sldChg chg="addSp delSp modSp mod">
        <pc:chgData name="Daphne Economou" userId="d065a339-36cf-4937-af08-41751becbd81" providerId="ADAL" clId="{EDB3D9D0-059D-4E50-A562-BC82FF495BDB}" dt="2024-12-09T18:36:10.796" v="82" actId="962"/>
        <pc:sldMkLst>
          <pc:docMk/>
          <pc:sldMk cId="1197583314" sldId="878"/>
        </pc:sldMkLst>
        <pc:spChg chg="mod">
          <ac:chgData name="Daphne Economou" userId="d065a339-36cf-4937-af08-41751becbd81" providerId="ADAL" clId="{EDB3D9D0-059D-4E50-A562-BC82FF495BDB}" dt="2024-12-09T18:31:41.787" v="26" actId="27636"/>
          <ac:spMkLst>
            <pc:docMk/>
            <pc:sldMk cId="1197583314" sldId="878"/>
            <ac:spMk id="3" creationId="{AC4F9842-515A-645D-CF41-00264445180E}"/>
          </ac:spMkLst>
        </pc:spChg>
        <pc:picChg chg="add del mod">
          <ac:chgData name="Daphne Economou" userId="d065a339-36cf-4937-af08-41751becbd81" providerId="ADAL" clId="{EDB3D9D0-059D-4E50-A562-BC82FF495BDB}" dt="2024-12-09T18:31:03.950" v="15" actId="478"/>
          <ac:picMkLst>
            <pc:docMk/>
            <pc:sldMk cId="1197583314" sldId="878"/>
            <ac:picMk id="5" creationId="{126635A4-841D-09D2-FD47-CEE41CA96A83}"/>
          </ac:picMkLst>
        </pc:picChg>
        <pc:picChg chg="add mod ord">
          <ac:chgData name="Daphne Economou" userId="d065a339-36cf-4937-af08-41751becbd81" providerId="ADAL" clId="{EDB3D9D0-059D-4E50-A562-BC82FF495BDB}" dt="2024-12-09T18:35:39.683" v="76" actId="962"/>
          <ac:picMkLst>
            <pc:docMk/>
            <pc:sldMk cId="1197583314" sldId="878"/>
            <ac:picMk id="10" creationId="{3DBC8C71-09A8-EB7C-B201-B6B7A674C3FC}"/>
          </ac:picMkLst>
        </pc:picChg>
        <pc:picChg chg="add mod">
          <ac:chgData name="Daphne Economou" userId="d065a339-36cf-4937-af08-41751becbd81" providerId="ADAL" clId="{EDB3D9D0-059D-4E50-A562-BC82FF495BDB}" dt="2024-12-09T18:35:54.373" v="79" actId="962"/>
          <ac:picMkLst>
            <pc:docMk/>
            <pc:sldMk cId="1197583314" sldId="878"/>
            <ac:picMk id="12" creationId="{5C4CCD79-A8B2-2EC2-DF27-171A2A27DAF4}"/>
          </ac:picMkLst>
        </pc:picChg>
        <pc:picChg chg="add mod">
          <ac:chgData name="Daphne Economou" userId="d065a339-36cf-4937-af08-41751becbd81" providerId="ADAL" clId="{EDB3D9D0-059D-4E50-A562-BC82FF495BDB}" dt="2024-12-09T18:36:10.796" v="82" actId="962"/>
          <ac:picMkLst>
            <pc:docMk/>
            <pc:sldMk cId="1197583314" sldId="878"/>
            <ac:picMk id="14" creationId="{F7F8AE8D-28C8-C0A0-7372-1425B8B58DD3}"/>
          </ac:picMkLst>
        </pc:picChg>
      </pc:sldChg>
      <pc:sldChg chg="addSp modSp mod">
        <pc:chgData name="Daphne Economou" userId="d065a339-36cf-4937-af08-41751becbd81" providerId="ADAL" clId="{EDB3D9D0-059D-4E50-A562-BC82FF495BDB}" dt="2024-12-09T18:52:25.316" v="253" actId="1076"/>
        <pc:sldMkLst>
          <pc:docMk/>
          <pc:sldMk cId="2688359205" sldId="881"/>
        </pc:sldMkLst>
        <pc:spChg chg="mod">
          <ac:chgData name="Daphne Economou" userId="d065a339-36cf-4937-af08-41751becbd81" providerId="ADAL" clId="{EDB3D9D0-059D-4E50-A562-BC82FF495BDB}" dt="2024-12-09T18:50:26.773" v="106" actId="27636"/>
          <ac:spMkLst>
            <pc:docMk/>
            <pc:sldMk cId="2688359205" sldId="881"/>
            <ac:spMk id="3" creationId="{53BADF1D-3824-9711-2823-01F93D17AB57}"/>
          </ac:spMkLst>
        </pc:spChg>
        <pc:spChg chg="mod">
          <ac:chgData name="Daphne Economou" userId="d065a339-36cf-4937-af08-41751becbd81" providerId="ADAL" clId="{EDB3D9D0-059D-4E50-A562-BC82FF495BDB}" dt="2024-12-09T18:52:25.316" v="253" actId="1076"/>
          <ac:spMkLst>
            <pc:docMk/>
            <pc:sldMk cId="2688359205" sldId="881"/>
            <ac:spMk id="11" creationId="{58B67B71-E731-88C3-99AE-6968B52E352D}"/>
          </ac:spMkLst>
        </pc:spChg>
        <pc:spChg chg="mod">
          <ac:chgData name="Daphne Economou" userId="d065a339-36cf-4937-af08-41751becbd81" providerId="ADAL" clId="{EDB3D9D0-059D-4E50-A562-BC82FF495BDB}" dt="2024-12-09T18:52:22.701" v="252" actId="1076"/>
          <ac:spMkLst>
            <pc:docMk/>
            <pc:sldMk cId="2688359205" sldId="881"/>
            <ac:spMk id="12" creationId="{7CCB0A8E-1314-71D6-F12C-E4B2546B4516}"/>
          </ac:spMkLst>
        </pc:spChg>
        <pc:picChg chg="add mod">
          <ac:chgData name="Daphne Economou" userId="d065a339-36cf-4937-af08-41751becbd81" providerId="ADAL" clId="{EDB3D9D0-059D-4E50-A562-BC82FF495BDB}" dt="2024-12-09T18:51:59.293" v="175" actId="962"/>
          <ac:picMkLst>
            <pc:docMk/>
            <pc:sldMk cId="2688359205" sldId="881"/>
            <ac:picMk id="5" creationId="{A8887B19-A76F-A7D1-A324-D1133A6CA7E8}"/>
          </ac:picMkLst>
        </pc:picChg>
        <pc:picChg chg="add mod">
          <ac:chgData name="Daphne Economou" userId="d065a339-36cf-4937-af08-41751becbd81" providerId="ADAL" clId="{EDB3D9D0-059D-4E50-A562-BC82FF495BDB}" dt="2024-12-09T18:52:10.866" v="251" actId="962"/>
          <ac:picMkLst>
            <pc:docMk/>
            <pc:sldMk cId="2688359205" sldId="881"/>
            <ac:picMk id="7" creationId="{31EA9BE2-68D6-DC9F-578B-05AE9E928FAB}"/>
          </ac:picMkLst>
        </pc:picChg>
        <pc:picChg chg="mod">
          <ac:chgData name="Daphne Economou" userId="d065a339-36cf-4937-af08-41751becbd81" providerId="ADAL" clId="{EDB3D9D0-059D-4E50-A562-BC82FF495BDB}" dt="2024-12-09T18:50:14.940" v="99" actId="1076"/>
          <ac:picMkLst>
            <pc:docMk/>
            <pc:sldMk cId="2688359205" sldId="881"/>
            <ac:picMk id="8" creationId="{FA488A7A-3815-1522-CCD6-A785012F9929}"/>
          </ac:picMkLst>
        </pc:picChg>
        <pc:picChg chg="mod">
          <ac:chgData name="Daphne Economou" userId="d065a339-36cf-4937-af08-41751becbd81" providerId="ADAL" clId="{EDB3D9D0-059D-4E50-A562-BC82FF495BDB}" dt="2024-12-09T18:50:14.940" v="99" actId="1076"/>
          <ac:picMkLst>
            <pc:docMk/>
            <pc:sldMk cId="2688359205" sldId="881"/>
            <ac:picMk id="10" creationId="{5D030422-C626-65EE-0B77-008E1C937128}"/>
          </ac:picMkLst>
        </pc:picChg>
      </pc:sldChg>
      <pc:sldChg chg="modSp mod">
        <pc:chgData name="Daphne Economou" userId="d065a339-36cf-4937-af08-41751becbd81" providerId="ADAL" clId="{EDB3D9D0-059D-4E50-A562-BC82FF495BDB}" dt="2024-12-09T19:02:36.491" v="320" actId="948"/>
        <pc:sldMkLst>
          <pc:docMk/>
          <pc:sldMk cId="708217713" sldId="888"/>
        </pc:sldMkLst>
        <pc:spChg chg="mod">
          <ac:chgData name="Daphne Economou" userId="d065a339-36cf-4937-af08-41751becbd81" providerId="ADAL" clId="{EDB3D9D0-059D-4E50-A562-BC82FF495BDB}" dt="2024-12-09T19:02:36.491" v="320" actId="948"/>
          <ac:spMkLst>
            <pc:docMk/>
            <pc:sldMk cId="708217713" sldId="888"/>
            <ac:spMk id="3" creationId="{510DFB85-6B92-C098-D432-B32BEA6BA938}"/>
          </ac:spMkLst>
        </pc:spChg>
      </pc:sldChg>
      <pc:sldChg chg="modSp mod">
        <pc:chgData name="Daphne Economou" userId="d065a339-36cf-4937-af08-41751becbd81" providerId="ADAL" clId="{EDB3D9D0-059D-4E50-A562-BC82FF495BDB}" dt="2024-12-09T19:23:48.103" v="329" actId="113"/>
        <pc:sldMkLst>
          <pc:docMk/>
          <pc:sldMk cId="4262769503" sldId="891"/>
        </pc:sldMkLst>
        <pc:spChg chg="mod">
          <ac:chgData name="Daphne Economou" userId="d065a339-36cf-4937-af08-41751becbd81" providerId="ADAL" clId="{EDB3D9D0-059D-4E50-A562-BC82FF495BDB}" dt="2024-12-09T19:23:48.103" v="329" actId="113"/>
          <ac:spMkLst>
            <pc:docMk/>
            <pc:sldMk cId="4262769503" sldId="891"/>
            <ac:spMk id="3" creationId="{5A7315FF-B0FD-7164-133D-3C4C8EDC5A05}"/>
          </ac:spMkLst>
        </pc:spChg>
        <pc:picChg chg="mod">
          <ac:chgData name="Daphne Economou" userId="d065a339-36cf-4937-af08-41751becbd81" providerId="ADAL" clId="{EDB3D9D0-059D-4E50-A562-BC82FF495BDB}" dt="2024-12-09T19:22:57.501" v="323" actId="1076"/>
          <ac:picMkLst>
            <pc:docMk/>
            <pc:sldMk cId="4262769503" sldId="891"/>
            <ac:picMk id="7" creationId="{1FD27C7E-390B-9163-D655-4DC05BDDD5AB}"/>
          </ac:picMkLst>
        </pc:picChg>
      </pc:sldChg>
      <pc:sldChg chg="modSp mod">
        <pc:chgData name="Daphne Economou" userId="d065a339-36cf-4937-af08-41751becbd81" providerId="ADAL" clId="{EDB3D9D0-059D-4E50-A562-BC82FF495BDB}" dt="2024-12-09T19:25:02.521" v="331" actId="948"/>
        <pc:sldMkLst>
          <pc:docMk/>
          <pc:sldMk cId="91898092" sldId="893"/>
        </pc:sldMkLst>
        <pc:spChg chg="mod">
          <ac:chgData name="Daphne Economou" userId="d065a339-36cf-4937-af08-41751becbd81" providerId="ADAL" clId="{EDB3D9D0-059D-4E50-A562-BC82FF495BDB}" dt="2024-12-09T19:25:02.521" v="331" actId="948"/>
          <ac:spMkLst>
            <pc:docMk/>
            <pc:sldMk cId="91898092" sldId="893"/>
            <ac:spMk id="3" creationId="{44289AF2-CE1A-3228-AD54-466AB4984246}"/>
          </ac:spMkLst>
        </pc:spChg>
      </pc:sldChg>
      <pc:sldChg chg="del">
        <pc:chgData name="Daphne Economou" userId="d065a339-36cf-4937-af08-41751becbd81" providerId="ADAL" clId="{EDB3D9D0-059D-4E50-A562-BC82FF495BDB}" dt="2024-12-09T19:43:35.563" v="506" actId="47"/>
        <pc:sldMkLst>
          <pc:docMk/>
          <pc:sldMk cId="3202316591" sldId="902"/>
        </pc:sldMkLst>
      </pc:sldChg>
      <pc:sldChg chg="modSp del mod">
        <pc:chgData name="Daphne Economou" userId="d065a339-36cf-4937-af08-41751becbd81" providerId="ADAL" clId="{EDB3D9D0-059D-4E50-A562-BC82FF495BDB}" dt="2024-12-09T19:43:35.563" v="506" actId="47"/>
        <pc:sldMkLst>
          <pc:docMk/>
          <pc:sldMk cId="325838484" sldId="903"/>
        </pc:sldMkLst>
        <pc:spChg chg="mod">
          <ac:chgData name="Daphne Economou" userId="d065a339-36cf-4937-af08-41751becbd81" providerId="ADAL" clId="{EDB3D9D0-059D-4E50-A562-BC82FF495BDB}" dt="2024-12-09T19:28:59.411" v="336" actId="27636"/>
          <ac:spMkLst>
            <pc:docMk/>
            <pc:sldMk cId="325838484" sldId="903"/>
            <ac:spMk id="8" creationId="{121CBFB2-CD8A-BC67-CBDC-49A6F9C95BCC}"/>
          </ac:spMkLst>
        </pc:spChg>
      </pc:sldChg>
      <pc:sldChg chg="modSp del mod">
        <pc:chgData name="Daphne Economou" userId="d065a339-36cf-4937-af08-41751becbd81" providerId="ADAL" clId="{EDB3D9D0-059D-4E50-A562-BC82FF495BDB}" dt="2024-12-09T19:43:35.563" v="506" actId="47"/>
        <pc:sldMkLst>
          <pc:docMk/>
          <pc:sldMk cId="1902240789" sldId="908"/>
        </pc:sldMkLst>
        <pc:spChg chg="mod">
          <ac:chgData name="Daphne Economou" userId="d065a339-36cf-4937-af08-41751becbd81" providerId="ADAL" clId="{EDB3D9D0-059D-4E50-A562-BC82FF495BDB}" dt="2024-12-09T19:30:22.289" v="339" actId="948"/>
          <ac:spMkLst>
            <pc:docMk/>
            <pc:sldMk cId="1902240789" sldId="908"/>
            <ac:spMk id="8" creationId="{121CBFB2-CD8A-BC67-CBDC-49A6F9C95BCC}"/>
          </ac:spMkLst>
        </pc:spChg>
      </pc:sldChg>
      <pc:sldChg chg="addSp modSp del mod">
        <pc:chgData name="Daphne Economou" userId="d065a339-36cf-4937-af08-41751becbd81" providerId="ADAL" clId="{EDB3D9D0-059D-4E50-A562-BC82FF495BDB}" dt="2024-12-09T19:43:35.563" v="506" actId="47"/>
        <pc:sldMkLst>
          <pc:docMk/>
          <pc:sldMk cId="2258211424" sldId="909"/>
        </pc:sldMkLst>
        <pc:spChg chg="add">
          <ac:chgData name="Daphne Economou" userId="d065a339-36cf-4937-af08-41751becbd81" providerId="ADAL" clId="{EDB3D9D0-059D-4E50-A562-BC82FF495BDB}" dt="2024-12-09T19:37:11.093" v="372"/>
          <ac:spMkLst>
            <pc:docMk/>
            <pc:sldMk cId="2258211424" sldId="909"/>
            <ac:spMk id="4" creationId="{D3B6C006-CEA3-A755-A1C2-5B018FCEEB1F}"/>
          </ac:spMkLst>
        </pc:spChg>
        <pc:spChg chg="add mod">
          <ac:chgData name="Daphne Economou" userId="d065a339-36cf-4937-af08-41751becbd81" providerId="ADAL" clId="{EDB3D9D0-059D-4E50-A562-BC82FF495BDB}" dt="2024-12-09T19:43:06.250" v="505" actId="20577"/>
          <ac:spMkLst>
            <pc:docMk/>
            <pc:sldMk cId="2258211424" sldId="909"/>
            <ac:spMk id="5" creationId="{032461B4-AB42-F4A9-C3CC-C91D327A5FDC}"/>
          </ac:spMkLst>
        </pc:spChg>
        <pc:spChg chg="mod">
          <ac:chgData name="Daphne Economou" userId="d065a339-36cf-4937-af08-41751becbd81" providerId="ADAL" clId="{EDB3D9D0-059D-4E50-A562-BC82FF495BDB}" dt="2024-12-09T19:42:16.961" v="479" actId="12"/>
          <ac:spMkLst>
            <pc:docMk/>
            <pc:sldMk cId="2258211424" sldId="909"/>
            <ac:spMk id="8" creationId="{121CBFB2-CD8A-BC67-CBDC-49A6F9C95BCC}"/>
          </ac:spMkLst>
        </pc:spChg>
      </pc:sldChg>
      <pc:sldChg chg="modSp mod">
        <pc:chgData name="Daphne Economou" userId="d065a339-36cf-4937-af08-41751becbd81" providerId="ADAL" clId="{EDB3D9D0-059D-4E50-A562-BC82FF495BDB}" dt="2024-12-09T19:45:20.790" v="514" actId="20577"/>
        <pc:sldMkLst>
          <pc:docMk/>
          <pc:sldMk cId="1008073565" sldId="910"/>
        </pc:sldMkLst>
        <pc:spChg chg="mod">
          <ac:chgData name="Daphne Economou" userId="d065a339-36cf-4937-af08-41751becbd81" providerId="ADAL" clId="{EDB3D9D0-059D-4E50-A562-BC82FF495BDB}" dt="2024-12-09T19:45:20.790" v="514" actId="20577"/>
          <ac:spMkLst>
            <pc:docMk/>
            <pc:sldMk cId="1008073565" sldId="910"/>
            <ac:spMk id="8" creationId="{BDB67C70-8FD2-3A1B-ACFD-72047A8FCA39}"/>
          </ac:spMkLst>
        </pc:spChg>
      </pc:sldChg>
      <pc:sldMasterChg chg="modSp mod modSldLayout">
        <pc:chgData name="Daphne Economou" userId="d065a339-36cf-4937-af08-41751becbd81" providerId="ADAL" clId="{EDB3D9D0-059D-4E50-A562-BC82FF495BDB}" dt="2024-12-09T19:47:25.132" v="535" actId="20577"/>
        <pc:sldMasterMkLst>
          <pc:docMk/>
          <pc:sldMasterMk cId="0" sldId="2147483768"/>
        </pc:sldMasterMkLst>
        <pc:spChg chg="mod">
          <ac:chgData name="Daphne Economou" userId="d065a339-36cf-4937-af08-41751becbd81" providerId="ADAL" clId="{EDB3D9D0-059D-4E50-A562-BC82FF495BDB}" dt="2024-12-09T19:46:35.445" v="515" actId="20577"/>
          <ac:spMkLst>
            <pc:docMk/>
            <pc:sldMasterMk cId="0" sldId="2147483768"/>
            <ac:spMk id="23" creationId="{00000000-0000-0000-0000-000000000000}"/>
          </ac:spMkLst>
        </pc:spChg>
        <pc:sldLayoutChg chg="modSp mod">
          <pc:chgData name="Daphne Economou" userId="d065a339-36cf-4937-af08-41751becbd81" providerId="ADAL" clId="{EDB3D9D0-059D-4E50-A562-BC82FF495BDB}" dt="2024-12-09T19:46:39.269" v="517" actId="20577"/>
          <pc:sldLayoutMkLst>
            <pc:docMk/>
            <pc:sldMasterMk cId="0" sldId="2147483768"/>
            <pc:sldLayoutMk cId="0" sldId="2147483769"/>
          </pc:sldLayoutMkLst>
          <pc:spChg chg="mod">
            <ac:chgData name="Daphne Economou" userId="d065a339-36cf-4937-af08-41751becbd81" providerId="ADAL" clId="{EDB3D9D0-059D-4E50-A562-BC82FF495BDB}" dt="2024-12-09T19:46:39.269" v="517" actId="20577"/>
            <ac:spMkLst>
              <pc:docMk/>
              <pc:sldMasterMk cId="0" sldId="2147483768"/>
              <pc:sldLayoutMk cId="0" sldId="2147483769"/>
              <ac:spMk id="29" creationId="{00000000-0000-0000-0000-000000000000}"/>
            </ac:spMkLst>
          </pc:spChg>
        </pc:sldLayoutChg>
        <pc:sldLayoutChg chg="modSp mod">
          <pc:chgData name="Daphne Economou" userId="d065a339-36cf-4937-af08-41751becbd81" providerId="ADAL" clId="{EDB3D9D0-059D-4E50-A562-BC82FF495BDB}" dt="2024-12-09T19:46:43.497" v="519" actId="20577"/>
          <pc:sldLayoutMkLst>
            <pc:docMk/>
            <pc:sldMasterMk cId="0" sldId="2147483768"/>
            <pc:sldLayoutMk cId="0" sldId="2147483770"/>
          </pc:sldLayoutMkLst>
          <pc:spChg chg="mod">
            <ac:chgData name="Daphne Economou" userId="d065a339-36cf-4937-af08-41751becbd81" providerId="ADAL" clId="{EDB3D9D0-059D-4E50-A562-BC82FF495BDB}" dt="2024-12-09T19:46:43.497" v="519" actId="20577"/>
            <ac:spMkLst>
              <pc:docMk/>
              <pc:sldMasterMk cId="0" sldId="2147483768"/>
              <pc:sldLayoutMk cId="0" sldId="2147483770"/>
              <ac:spMk id="10" creationId="{00000000-0000-0000-0000-000000000000}"/>
            </ac:spMkLst>
          </pc:spChg>
        </pc:sldLayoutChg>
        <pc:sldLayoutChg chg="modSp mod">
          <pc:chgData name="Daphne Economou" userId="d065a339-36cf-4937-af08-41751becbd81" providerId="ADAL" clId="{EDB3D9D0-059D-4E50-A562-BC82FF495BDB}" dt="2024-12-09T19:46:46.883" v="521" actId="20577"/>
          <pc:sldLayoutMkLst>
            <pc:docMk/>
            <pc:sldMasterMk cId="0" sldId="2147483768"/>
            <pc:sldLayoutMk cId="0" sldId="2147483771"/>
          </pc:sldLayoutMkLst>
          <pc:spChg chg="mod">
            <ac:chgData name="Daphne Economou" userId="d065a339-36cf-4937-af08-41751becbd81" providerId="ADAL" clId="{EDB3D9D0-059D-4E50-A562-BC82FF495BDB}" dt="2024-12-09T19:46:46.883" v="521" actId="20577"/>
            <ac:spMkLst>
              <pc:docMk/>
              <pc:sldMasterMk cId="0" sldId="2147483768"/>
              <pc:sldLayoutMk cId="0" sldId="2147483771"/>
              <ac:spMk id="13" creationId="{00000000-0000-0000-0000-000000000000}"/>
            </ac:spMkLst>
          </pc:spChg>
        </pc:sldLayoutChg>
        <pc:sldLayoutChg chg="modSp mod">
          <pc:chgData name="Daphne Economou" userId="d065a339-36cf-4937-af08-41751becbd81" providerId="ADAL" clId="{EDB3D9D0-059D-4E50-A562-BC82FF495BDB}" dt="2024-12-09T19:46:50.524" v="523" actId="20577"/>
          <pc:sldLayoutMkLst>
            <pc:docMk/>
            <pc:sldMasterMk cId="0" sldId="2147483768"/>
            <pc:sldLayoutMk cId="0" sldId="2147483772"/>
          </pc:sldLayoutMkLst>
          <pc:spChg chg="mod">
            <ac:chgData name="Daphne Economou" userId="d065a339-36cf-4937-af08-41751becbd81" providerId="ADAL" clId="{EDB3D9D0-059D-4E50-A562-BC82FF495BDB}" dt="2024-12-09T19:46:50.524" v="523" actId="20577"/>
            <ac:spMkLst>
              <pc:docMk/>
              <pc:sldMasterMk cId="0" sldId="2147483768"/>
              <pc:sldLayoutMk cId="0" sldId="2147483772"/>
              <ac:spMk id="18" creationId="{00000000-0000-0000-0000-000000000000}"/>
            </ac:spMkLst>
          </pc:spChg>
        </pc:sldLayoutChg>
        <pc:sldLayoutChg chg="modSp mod">
          <pc:chgData name="Daphne Economou" userId="d065a339-36cf-4937-af08-41751becbd81" providerId="ADAL" clId="{EDB3D9D0-059D-4E50-A562-BC82FF495BDB}" dt="2024-12-09T19:46:56.344" v="525" actId="20577"/>
          <pc:sldLayoutMkLst>
            <pc:docMk/>
            <pc:sldMasterMk cId="0" sldId="2147483768"/>
            <pc:sldLayoutMk cId="0" sldId="2147483773"/>
          </pc:sldLayoutMkLst>
          <pc:spChg chg="mod">
            <ac:chgData name="Daphne Economou" userId="d065a339-36cf-4937-af08-41751becbd81" providerId="ADAL" clId="{EDB3D9D0-059D-4E50-A562-BC82FF495BDB}" dt="2024-12-09T19:46:56.344" v="525" actId="20577"/>
            <ac:spMkLst>
              <pc:docMk/>
              <pc:sldMasterMk cId="0" sldId="2147483768"/>
              <pc:sldLayoutMk cId="0" sldId="2147483773"/>
              <ac:spMk id="19" creationId="{00000000-0000-0000-0000-000000000000}"/>
            </ac:spMkLst>
          </pc:spChg>
        </pc:sldLayoutChg>
        <pc:sldLayoutChg chg="modSp mod">
          <pc:chgData name="Daphne Economou" userId="d065a339-36cf-4937-af08-41751becbd81" providerId="ADAL" clId="{EDB3D9D0-059D-4E50-A562-BC82FF495BDB}" dt="2024-12-09T19:47:01.308" v="527" actId="20577"/>
          <pc:sldLayoutMkLst>
            <pc:docMk/>
            <pc:sldMasterMk cId="0" sldId="2147483768"/>
            <pc:sldLayoutMk cId="0" sldId="2147483774"/>
          </pc:sldLayoutMkLst>
          <pc:spChg chg="mod">
            <ac:chgData name="Daphne Economou" userId="d065a339-36cf-4937-af08-41751becbd81" providerId="ADAL" clId="{EDB3D9D0-059D-4E50-A562-BC82FF495BDB}" dt="2024-12-09T19:47:01.308" v="527" actId="20577"/>
            <ac:spMkLst>
              <pc:docMk/>
              <pc:sldMasterMk cId="0" sldId="2147483768"/>
              <pc:sldLayoutMk cId="0" sldId="2147483774"/>
              <ac:spMk id="8" creationId="{00000000-0000-0000-0000-000000000000}"/>
            </ac:spMkLst>
          </pc:spChg>
        </pc:sldLayoutChg>
        <pc:sldLayoutChg chg="modSp mod">
          <pc:chgData name="Daphne Economou" userId="d065a339-36cf-4937-af08-41751becbd81" providerId="ADAL" clId="{EDB3D9D0-059D-4E50-A562-BC82FF495BDB}" dt="2024-12-09T19:47:05.548" v="529" actId="20577"/>
          <pc:sldLayoutMkLst>
            <pc:docMk/>
            <pc:sldMasterMk cId="0" sldId="2147483768"/>
            <pc:sldLayoutMk cId="0" sldId="2147483775"/>
          </pc:sldLayoutMkLst>
          <pc:spChg chg="mod">
            <ac:chgData name="Daphne Economou" userId="d065a339-36cf-4937-af08-41751becbd81" providerId="ADAL" clId="{EDB3D9D0-059D-4E50-A562-BC82FF495BDB}" dt="2024-12-09T19:47:05.548" v="529" actId="20577"/>
            <ac:spMkLst>
              <pc:docMk/>
              <pc:sldMasterMk cId="0" sldId="2147483768"/>
              <pc:sldLayoutMk cId="0" sldId="2147483775"/>
              <ac:spMk id="4" creationId="{00000000-0000-0000-0000-000000000000}"/>
            </ac:spMkLst>
          </pc:spChg>
        </pc:sldLayoutChg>
        <pc:sldLayoutChg chg="modSp mod">
          <pc:chgData name="Daphne Economou" userId="d065a339-36cf-4937-af08-41751becbd81" providerId="ADAL" clId="{EDB3D9D0-059D-4E50-A562-BC82FF495BDB}" dt="2024-12-09T19:47:12.140" v="530" actId="20577"/>
          <pc:sldLayoutMkLst>
            <pc:docMk/>
            <pc:sldMasterMk cId="0" sldId="2147483768"/>
            <pc:sldLayoutMk cId="0" sldId="2147483776"/>
          </pc:sldLayoutMkLst>
          <pc:spChg chg="mod">
            <ac:chgData name="Daphne Economou" userId="d065a339-36cf-4937-af08-41751becbd81" providerId="ADAL" clId="{EDB3D9D0-059D-4E50-A562-BC82FF495BDB}" dt="2024-12-09T19:47:12.140" v="530" actId="20577"/>
            <ac:spMkLst>
              <pc:docMk/>
              <pc:sldMasterMk cId="0" sldId="2147483768"/>
              <pc:sldLayoutMk cId="0" sldId="2147483776"/>
              <ac:spMk id="11" creationId="{00000000-0000-0000-0000-000000000000}"/>
            </ac:spMkLst>
          </pc:spChg>
        </pc:sldLayoutChg>
        <pc:sldLayoutChg chg="modSp mod">
          <pc:chgData name="Daphne Economou" userId="d065a339-36cf-4937-af08-41751becbd81" providerId="ADAL" clId="{EDB3D9D0-059D-4E50-A562-BC82FF495BDB}" dt="2024-12-09T19:47:15.486" v="531" actId="20577"/>
          <pc:sldLayoutMkLst>
            <pc:docMk/>
            <pc:sldMasterMk cId="0" sldId="2147483768"/>
            <pc:sldLayoutMk cId="0" sldId="2147483777"/>
          </pc:sldLayoutMkLst>
          <pc:spChg chg="mod">
            <ac:chgData name="Daphne Economou" userId="d065a339-36cf-4937-af08-41751becbd81" providerId="ADAL" clId="{EDB3D9D0-059D-4E50-A562-BC82FF495BDB}" dt="2024-12-09T19:47:15.486" v="531" actId="20577"/>
            <ac:spMkLst>
              <pc:docMk/>
              <pc:sldMasterMk cId="0" sldId="2147483768"/>
              <pc:sldLayoutMk cId="0" sldId="2147483777"/>
              <ac:spMk id="13" creationId="{00000000-0000-0000-0000-000000000000}"/>
            </ac:spMkLst>
          </pc:spChg>
        </pc:sldLayoutChg>
        <pc:sldLayoutChg chg="modSp mod">
          <pc:chgData name="Daphne Economou" userId="d065a339-36cf-4937-af08-41751becbd81" providerId="ADAL" clId="{EDB3D9D0-059D-4E50-A562-BC82FF495BDB}" dt="2024-12-09T19:47:20.016" v="533" actId="20577"/>
          <pc:sldLayoutMkLst>
            <pc:docMk/>
            <pc:sldMasterMk cId="0" sldId="2147483768"/>
            <pc:sldLayoutMk cId="0" sldId="2147483778"/>
          </pc:sldLayoutMkLst>
          <pc:spChg chg="mod">
            <ac:chgData name="Daphne Economou" userId="d065a339-36cf-4937-af08-41751becbd81" providerId="ADAL" clId="{EDB3D9D0-059D-4E50-A562-BC82FF495BDB}" dt="2024-12-09T19:47:20.016" v="533" actId="20577"/>
            <ac:spMkLst>
              <pc:docMk/>
              <pc:sldMasterMk cId="0" sldId="2147483768"/>
              <pc:sldLayoutMk cId="0" sldId="2147483778"/>
              <ac:spMk id="9" creationId="{00000000-0000-0000-0000-000000000000}"/>
            </ac:spMkLst>
          </pc:spChg>
        </pc:sldLayoutChg>
        <pc:sldLayoutChg chg="modSp mod">
          <pc:chgData name="Daphne Economou" userId="d065a339-36cf-4937-af08-41751becbd81" providerId="ADAL" clId="{EDB3D9D0-059D-4E50-A562-BC82FF495BDB}" dt="2024-12-09T19:47:25.132" v="535" actId="20577"/>
          <pc:sldLayoutMkLst>
            <pc:docMk/>
            <pc:sldMasterMk cId="0" sldId="2147483768"/>
            <pc:sldLayoutMk cId="0" sldId="2147483779"/>
          </pc:sldLayoutMkLst>
          <pc:spChg chg="mod">
            <ac:chgData name="Daphne Economou" userId="d065a339-36cf-4937-af08-41751becbd81" providerId="ADAL" clId="{EDB3D9D0-059D-4E50-A562-BC82FF495BDB}" dt="2024-12-09T19:47:25.132" v="535" actId="20577"/>
            <ac:spMkLst>
              <pc:docMk/>
              <pc:sldMasterMk cId="0" sldId="2147483768"/>
              <pc:sldLayoutMk cId="0" sldId="2147483779"/>
              <ac:spMk id="6"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1T19:23:50.986"/>
    </inkml:context>
    <inkml:brush xml:id="br0">
      <inkml:brushProperty name="width" value="0.025" units="cm"/>
      <inkml:brushProperty name="height" value="0.025" units="cm"/>
      <inkml:brushProperty name="color" value="#66CC00"/>
    </inkml:brush>
  </inkml:definitions>
  <inkml:trace contextRef="#ctx0" brushRef="#br0">1 1 24575,'2'34'0,"2"1"0,2-1 0,13 49 0,0-2 0,23 64 0,-19-72 0,-7-27 0,3 0 0,34 63 0,2 2 0,-49-99-341,1 0 0,0 1-1,15 17 1,-14-19-6485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1T19:23:51.918"/>
    </inkml:context>
    <inkml:brush xml:id="br0">
      <inkml:brushProperty name="width" value="0.025" units="cm"/>
      <inkml:brushProperty name="height" value="0.025" units="cm"/>
      <inkml:brushProperty name="color" value="#66CC00"/>
    </inkml:brush>
  </inkml:definitions>
  <inkml:trace contextRef="#ctx0" brushRef="#br0">1 158 24575,'5'0'0,"0"1"0,0-1 0,0 1 0,0 1 0,0-1 0,0 1 0,-1 0 0,1 0 0,0 0 0,-1 0 0,1 1 0,-1 0 0,0 0 0,0 0 0,0 1 0,-1-1 0,7 8 0,-4-4 0,0-2 0,1 1 0,-1-1 0,1 1 0,14 6 0,-20-11 0,0 0 0,1 0 0,0-1 0,-1 1 0,1-1 0,-1 1 0,1-1 0,-1 0 0,1 1 0,0-1 0,-1 0 0,1 0 0,0 0 0,-1 0 0,1-1 0,0 1 0,-1 0 0,1-1 0,-1 1 0,1-1 0,-1 1 0,1-1 0,-1 0 0,3-1 0,-1-1 0,0 0 0,-1 1 0,1-1 0,-1 0 0,0 0 0,0 0 0,0 0 0,-1-1 0,1 1 0,2-7 0,1-8 0,-1 0 0,0 0 0,1-26 0,-4 43 0,0-29-18,0 19-319,-1 0 0,2 1 1,3-20-1,-1 18-6489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a:t>
            </a:fld>
            <a:endParaRPr lang="en-US"/>
          </a:p>
        </p:txBody>
      </p:sp>
    </p:spTree>
    <p:extLst>
      <p:ext uri="{BB962C8B-B14F-4D97-AF65-F5344CB8AC3E}">
        <p14:creationId xmlns:p14="http://schemas.microsoft.com/office/powerpoint/2010/main" val="2342540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2</a:t>
            </a:fld>
            <a:endParaRPr lang="en-US" dirty="0"/>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sz="1200" b="1" i="0" dirty="0">
                <a:solidFill>
                  <a:srgbClr val="374151"/>
                </a:solidFill>
                <a:effectLst/>
              </a:rPr>
              <a:t>Gaze Patterns:</a:t>
            </a:r>
            <a:r>
              <a:rPr lang="en-GB" sz="1200" b="0" i="0" dirty="0">
                <a:solidFill>
                  <a:srgbClr val="374151"/>
                </a:solidFill>
                <a:effectLst/>
              </a:rPr>
              <a:t> Eye-tracking reveals the specific areas of a screen that users focus on, how long they dwell on particular elements, and the sequence in which they view different parts of a webpage or interface.</a:t>
            </a:r>
          </a:p>
          <a:p>
            <a:pPr algn="l">
              <a:buFont typeface="+mj-lt"/>
              <a:buAutoNum type="arabicPeriod"/>
            </a:pPr>
            <a:r>
              <a:rPr lang="en-GB" sz="1200" b="1" i="0" dirty="0">
                <a:solidFill>
                  <a:srgbClr val="374151"/>
                </a:solidFill>
                <a:effectLst/>
              </a:rPr>
              <a:t>Heatmaps:</a:t>
            </a:r>
            <a:r>
              <a:rPr lang="en-GB" sz="1200" b="0" i="0" dirty="0">
                <a:solidFill>
                  <a:srgbClr val="374151"/>
                </a:solidFill>
                <a:effectLst/>
              </a:rPr>
              <a:t> By aggregating gaze data from multiple users, heatmaps are generated to visualize areas of high and low visual attention. This helps identify which areas draw the most attention or are being overlooked.</a:t>
            </a:r>
          </a:p>
          <a:p>
            <a:pPr algn="l">
              <a:buFont typeface="+mj-lt"/>
              <a:buAutoNum type="arabicPeriod"/>
            </a:pPr>
            <a:r>
              <a:rPr lang="en-GB" sz="1200" b="1" i="0" dirty="0">
                <a:solidFill>
                  <a:srgbClr val="374151"/>
                </a:solidFill>
                <a:effectLst/>
              </a:rPr>
              <a:t>Navigation and Information Processing:</a:t>
            </a:r>
            <a:r>
              <a:rPr lang="en-GB" sz="1200" b="0" i="0" dirty="0">
                <a:solidFill>
                  <a:srgbClr val="374151"/>
                </a:solidFill>
                <a:effectLst/>
              </a:rPr>
              <a:t> Eye-tracking studies can reveal how users navigate through menus, buttons, or content hierarchies. It helps in understanding how users scan information, process it, and make decisions.</a:t>
            </a:r>
          </a:p>
          <a:p>
            <a:pPr algn="l">
              <a:buFont typeface="+mj-lt"/>
              <a:buAutoNum type="arabicPeriod"/>
            </a:pPr>
            <a:r>
              <a:rPr lang="en-GB" sz="1200" b="1" i="0" dirty="0">
                <a:solidFill>
                  <a:srgbClr val="374151"/>
                </a:solidFill>
                <a:effectLst/>
              </a:rPr>
              <a:t>Usability and Design Evaluation:</a:t>
            </a:r>
            <a:r>
              <a:rPr lang="en-GB" sz="1200" b="0" i="0" dirty="0">
                <a:solidFill>
                  <a:srgbClr val="374151"/>
                </a:solidFill>
                <a:effectLst/>
              </a:rPr>
              <a:t> It helps in evaluating the effectiveness of design layouts, identifying areas of confusion or distraction, and optimizing the placement of elements for better user engagement.</a:t>
            </a:r>
          </a:p>
          <a:p>
            <a:pPr algn="l">
              <a:buFont typeface="+mj-lt"/>
              <a:buAutoNum type="arabicPeriod"/>
            </a:pPr>
            <a:r>
              <a:rPr lang="en-GB" sz="1200" b="1" i="0" dirty="0">
                <a:solidFill>
                  <a:srgbClr val="374151"/>
                </a:solidFill>
                <a:effectLst/>
              </a:rPr>
              <a:t>Visual Hierarchy:</a:t>
            </a:r>
            <a:r>
              <a:rPr lang="en-GB" sz="1200" b="0" i="0" dirty="0">
                <a:solidFill>
                  <a:srgbClr val="374151"/>
                </a:solidFill>
                <a:effectLst/>
              </a:rPr>
              <a:t> Eye tracking assists in understanding how users perceive the visual hierarchy of a design—what elements stand out, how they prioritize information, and what draws their attention first.</a:t>
            </a:r>
          </a:p>
          <a:p>
            <a:pPr algn="l">
              <a:buFont typeface="+mj-lt"/>
              <a:buAutoNum type="arabicPeriod"/>
            </a:pPr>
            <a:r>
              <a:rPr lang="en-GB" sz="1200" b="1" i="0" dirty="0">
                <a:solidFill>
                  <a:srgbClr val="374151"/>
                </a:solidFill>
                <a:effectLst/>
              </a:rPr>
              <a:t>Attention and Engagement:</a:t>
            </a:r>
            <a:r>
              <a:rPr lang="en-GB" sz="1200" b="0" i="0" dirty="0">
                <a:solidFill>
                  <a:srgbClr val="374151"/>
                </a:solidFill>
                <a:effectLst/>
              </a:rPr>
              <a:t> It provides insights into user engagement levels by measuring the duration and frequency of fixations on specific elements. This helps in assessing user interest and involvement.</a:t>
            </a:r>
          </a:p>
          <a:p>
            <a:pPr algn="l">
              <a:buFont typeface="+mj-lt"/>
              <a:buAutoNum type="arabicPeriod"/>
            </a:pPr>
            <a:r>
              <a:rPr lang="en-GB" sz="1200" b="1" i="0" dirty="0">
                <a:solidFill>
                  <a:srgbClr val="374151"/>
                </a:solidFill>
                <a:effectLst/>
              </a:rPr>
              <a:t>Comparative Studies:</a:t>
            </a:r>
            <a:r>
              <a:rPr lang="en-GB" sz="1200" b="0" i="0" dirty="0">
                <a:solidFill>
                  <a:srgbClr val="374151"/>
                </a:solidFill>
                <a:effectLst/>
              </a:rPr>
              <a:t> Eye tracking can compare different design variations to determine which version performs better in terms of attracting and retaining user attention.</a:t>
            </a:r>
            <a:endParaRPr lang="en-GB" dirty="0"/>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8</a:t>
            </a:fld>
            <a:endParaRPr lang="en-US"/>
          </a:p>
        </p:txBody>
      </p:sp>
    </p:spTree>
    <p:extLst>
      <p:ext uri="{BB962C8B-B14F-4D97-AF65-F5344CB8AC3E}">
        <p14:creationId xmlns:p14="http://schemas.microsoft.com/office/powerpoint/2010/main" val="828499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Eye tracking camera</a:t>
            </a:r>
          </a:p>
          <a:p>
            <a:r>
              <a:rPr lang="en-GB" dirty="0"/>
              <a:t>If we don’t look at a screen we may need glasses</a:t>
            </a:r>
          </a:p>
          <a:p>
            <a:r>
              <a:rPr lang="en-GB" dirty="0"/>
              <a:t>If we use mobile we may need a stand</a:t>
            </a:r>
          </a:p>
          <a:p>
            <a:r>
              <a:rPr lang="en-GB" dirty="0"/>
              <a:t>If we use VR we need a headset with integrated </a:t>
            </a:r>
            <a:r>
              <a:rPr lang="en-GB" dirty="0" err="1"/>
              <a:t>eyetracking</a:t>
            </a:r>
            <a:endParaRPr lang="en-GB" dirty="0"/>
          </a:p>
          <a:p>
            <a:endParaRPr lang="en-GB" dirty="0"/>
          </a:p>
          <a:p>
            <a:r>
              <a:rPr lang="en-GB" dirty="0"/>
              <a:t>Corresponding software</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13</a:t>
            </a:fld>
            <a:endParaRPr lang="en-US"/>
          </a:p>
        </p:txBody>
      </p:sp>
    </p:spTree>
    <p:extLst>
      <p:ext uri="{BB962C8B-B14F-4D97-AF65-F5344CB8AC3E}">
        <p14:creationId xmlns:p14="http://schemas.microsoft.com/office/powerpoint/2010/main" val="3901408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1" i="0" dirty="0">
                <a:solidFill>
                  <a:srgbClr val="374151"/>
                </a:solidFill>
                <a:effectLst/>
                <a:latin typeface="Söhne"/>
              </a:rPr>
              <a:t>Sympathetic Nervous System:</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Known as the "fight or flight" system, the sympathetic nervous system prepares the body for action during stressful or emergency situations.</a:t>
            </a:r>
          </a:p>
          <a:p>
            <a:pPr marL="742950" lvl="1" indent="-285750" algn="l">
              <a:buFont typeface="+mj-lt"/>
              <a:buAutoNum type="arabicPeriod"/>
            </a:pPr>
            <a:r>
              <a:rPr lang="en-GB" b="0" i="0" dirty="0">
                <a:solidFill>
                  <a:srgbClr val="374151"/>
                </a:solidFill>
                <a:effectLst/>
                <a:latin typeface="Söhne"/>
              </a:rPr>
              <a:t>When activated, it increases heart rate, dilates pupils, redirects blood flow to muscles, and stimulates the release of adrenaline and noradrenaline, preparing the body for a rapid response.</a:t>
            </a:r>
          </a:p>
          <a:p>
            <a:pPr marL="742950" lvl="1" indent="-285750" algn="l">
              <a:buFont typeface="+mj-lt"/>
              <a:buAutoNum type="arabicPeriod"/>
            </a:pPr>
            <a:r>
              <a:rPr lang="en-GB" b="0" i="0" dirty="0">
                <a:solidFill>
                  <a:srgbClr val="374151"/>
                </a:solidFill>
                <a:effectLst/>
                <a:latin typeface="Söhne"/>
              </a:rPr>
              <a:t>Functions associated with the sympathetic nervous system include increasing alertness, boosting energy, and heightening bodily functions to deal with perceived threats or stressors.</a:t>
            </a:r>
          </a:p>
          <a:p>
            <a:pPr algn="l">
              <a:buFont typeface="+mj-lt"/>
              <a:buAutoNum type="arabicPeriod"/>
            </a:pPr>
            <a:r>
              <a:rPr lang="en-GB" b="1" i="0" dirty="0">
                <a:solidFill>
                  <a:srgbClr val="374151"/>
                </a:solidFill>
                <a:effectLst/>
                <a:latin typeface="Söhne"/>
              </a:rPr>
              <a:t>Parasympathetic Nervous System:</a:t>
            </a:r>
            <a:endParaRPr lang="en-GB" b="0" i="0" dirty="0">
              <a:solidFill>
                <a:srgbClr val="374151"/>
              </a:solidFill>
              <a:effectLst/>
              <a:latin typeface="Söhne"/>
            </a:endParaRPr>
          </a:p>
          <a:p>
            <a:pPr marL="742950" lvl="1" indent="-285750" algn="l">
              <a:buFont typeface="+mj-lt"/>
              <a:buAutoNum type="arabicPeriod"/>
            </a:pPr>
            <a:r>
              <a:rPr lang="en-GB" b="0" i="0" dirty="0">
                <a:solidFill>
                  <a:srgbClr val="374151"/>
                </a:solidFill>
                <a:effectLst/>
                <a:latin typeface="Söhne"/>
              </a:rPr>
              <a:t>Often referred to as the "rest and digest" system, the parasympathetic nervous system promotes relaxation and recovery.</a:t>
            </a:r>
          </a:p>
          <a:p>
            <a:pPr marL="742950" lvl="1" indent="-285750" algn="l">
              <a:buFont typeface="+mj-lt"/>
              <a:buAutoNum type="arabicPeriod"/>
            </a:pPr>
            <a:r>
              <a:rPr lang="en-GB" b="0" i="0" dirty="0">
                <a:solidFill>
                  <a:srgbClr val="374151"/>
                </a:solidFill>
                <a:effectLst/>
                <a:latin typeface="Söhne"/>
              </a:rPr>
              <a:t>It works in opposition to the sympathetic system, helping the body return to a state of balance (homeostasis) after the stress response.</a:t>
            </a:r>
          </a:p>
          <a:p>
            <a:pPr marL="742950" lvl="1" indent="-285750" algn="l">
              <a:buFont typeface="+mj-lt"/>
              <a:buAutoNum type="arabicPeriod"/>
            </a:pPr>
            <a:r>
              <a:rPr lang="en-GB" b="0" i="0" dirty="0">
                <a:solidFill>
                  <a:srgbClr val="374151"/>
                </a:solidFill>
                <a:effectLst/>
                <a:latin typeface="Söhne"/>
              </a:rPr>
              <a:t>The parasympathetic system slows heart rate, constricts pupils, enhances digestion and nutrient absorption, and promotes relaxation responses, conserving energy and aiding in recovery.</a:t>
            </a:r>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19</a:t>
            </a:fld>
            <a:endParaRPr lang="en-US"/>
          </a:p>
        </p:txBody>
      </p:sp>
    </p:spTree>
    <p:extLst>
      <p:ext uri="{BB962C8B-B14F-4D97-AF65-F5344CB8AC3E}">
        <p14:creationId xmlns:p14="http://schemas.microsoft.com/office/powerpoint/2010/main" val="3994207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B902E-4209-4753-85C8-43F32B6EDEB1}" type="slidenum">
              <a:rPr lang="en-US"/>
              <a:pPr/>
              <a:t>47</a:t>
            </a:fld>
            <a:endParaRPr lang="en-US"/>
          </a:p>
        </p:txBody>
      </p:sp>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4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/47</a:t>
            </a:r>
            <a:endParaRPr lang="en-US" dirty="0"/>
          </a:p>
        </p:txBody>
      </p:sp>
      <p:sp>
        <p:nvSpPr>
          <p:cNvPr id="4" name="Date Placeholder 13">
            <a:extLst>
              <a:ext uri="{FF2B5EF4-FFF2-40B4-BE49-F238E27FC236}">
                <a16:creationId xmlns:a16="http://schemas.microsoft.com/office/drawing/2014/main" id="{505F4DBC-7B7B-7024-51BD-08D314F7D815}"/>
              </a:ext>
            </a:extLst>
          </p:cNvPr>
          <p:cNvSpPr>
            <a:spLocks noGrp="1"/>
          </p:cNvSpPr>
          <p:nvPr>
            <p:ph type="dt" sz="half" idx="2"/>
          </p:nvPr>
        </p:nvSpPr>
        <p:spPr>
          <a:xfrm>
            <a:off x="323528" y="6238442"/>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/47</a:t>
            </a:r>
            <a:endParaRPr lang="en-US" dirty="0"/>
          </a:p>
        </p:txBody>
      </p:sp>
      <p:sp>
        <p:nvSpPr>
          <p:cNvPr id="3" name="Date Placeholder 13">
            <a:extLst>
              <a:ext uri="{FF2B5EF4-FFF2-40B4-BE49-F238E27FC236}">
                <a16:creationId xmlns:a16="http://schemas.microsoft.com/office/drawing/2014/main" id="{1C28E422-E181-274C-5795-E63E940FA286}"/>
              </a:ext>
            </a:extLst>
          </p:cNvPr>
          <p:cNvSpPr txBox="1">
            <a:spLocks/>
          </p:cNvSpPr>
          <p:nvPr userDrawn="1"/>
        </p:nvSpPr>
        <p:spPr>
          <a:xfrm>
            <a:off x="6228184" y="6228734"/>
            <a:ext cx="2667000" cy="365125"/>
          </a:xfrm>
          <a:prstGeom prst="rect">
            <a:avLst/>
          </a:prstGeom>
        </p:spPr>
        <p:txBody>
          <a:bodyPr vert="horz" anchor="ctr" anchorCtr="0"/>
          <a:lstStyle>
            <a:defPPr>
              <a:defRPr lang="en-US"/>
            </a:defPPr>
            <a:lvl1pPr algn="l" rtl="0" eaLnBrk="1" fontAlgn="base" latinLnBrk="0" hangingPunct="1">
              <a:spcBef>
                <a:spcPct val="0"/>
              </a:spcBef>
              <a:spcAft>
                <a:spcPct val="0"/>
              </a:spcAft>
              <a:defRPr kumimoji="0" sz="1400" kern="1200">
                <a:solidFill>
                  <a:schemeClr val="tx2"/>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fld id="{0006284B-447C-4E67-90E1-8079BB5D4D3E}" type="datetime1">
              <a:rPr lang="en-US" smtClean="0"/>
              <a:pPr/>
              <a:t>12/9/2024</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/47</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DF49813A-CF85-0E51-CD55-194092BE8122}"/>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/47</a:t>
            </a:r>
            <a:endParaRPr lang="en-US" dirty="0"/>
          </a:p>
        </p:txBody>
      </p:sp>
      <p:sp>
        <p:nvSpPr>
          <p:cNvPr id="4" name="Date Placeholder 13">
            <a:extLst>
              <a:ext uri="{FF2B5EF4-FFF2-40B4-BE49-F238E27FC236}">
                <a16:creationId xmlns:a16="http://schemas.microsoft.com/office/drawing/2014/main" id="{2136187F-639C-D01A-2A55-D4374DA2033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/47</a:t>
            </a:r>
            <a:endParaRPr lang="en-US" dirty="0"/>
          </a:p>
        </p:txBody>
      </p:sp>
      <p:sp>
        <p:nvSpPr>
          <p:cNvPr id="4" name="Date Placeholder 13">
            <a:extLst>
              <a:ext uri="{FF2B5EF4-FFF2-40B4-BE49-F238E27FC236}">
                <a16:creationId xmlns:a16="http://schemas.microsoft.com/office/drawing/2014/main" id="{5A299AE0-851E-10DA-F04E-7D912871F4D0}"/>
              </a:ext>
            </a:extLst>
          </p:cNvPr>
          <p:cNvSpPr>
            <a:spLocks noGrp="1"/>
          </p:cNvSpPr>
          <p:nvPr>
            <p:ph type="dt" sz="half" idx="13"/>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/47</a:t>
            </a:r>
            <a:endParaRPr lang="en-US" dirty="0"/>
          </a:p>
        </p:txBody>
      </p:sp>
      <p:sp>
        <p:nvSpPr>
          <p:cNvPr id="4" name="Date Placeholder 13">
            <a:extLst>
              <a:ext uri="{FF2B5EF4-FFF2-40B4-BE49-F238E27FC236}">
                <a16:creationId xmlns:a16="http://schemas.microsoft.com/office/drawing/2014/main" id="{A569ABFA-F887-3557-9114-B5097679A40E}"/>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/47</a:t>
            </a:r>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3" name="Date Placeholder 13">
            <a:extLst>
              <a:ext uri="{FF2B5EF4-FFF2-40B4-BE49-F238E27FC236}">
                <a16:creationId xmlns:a16="http://schemas.microsoft.com/office/drawing/2014/main" id="{FF47C467-4A81-7199-5745-116D3C16FFAC}"/>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/47</a:t>
            </a:r>
            <a:endParaRPr lang="en-US" dirty="0"/>
          </a:p>
        </p:txBody>
      </p:sp>
      <p:sp>
        <p:nvSpPr>
          <p:cNvPr id="5" name="Date Placeholder 13">
            <a:extLst>
              <a:ext uri="{FF2B5EF4-FFF2-40B4-BE49-F238E27FC236}">
                <a16:creationId xmlns:a16="http://schemas.microsoft.com/office/drawing/2014/main" id="{B6F449C1-9F9E-4629-CE2B-668CF8D131D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/47</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6" name="Date Placeholder 13">
            <a:extLst>
              <a:ext uri="{FF2B5EF4-FFF2-40B4-BE49-F238E27FC236}">
                <a16:creationId xmlns:a16="http://schemas.microsoft.com/office/drawing/2014/main" id="{54C2D1FA-3632-85BA-BEC2-19932D273BB5}"/>
              </a:ext>
            </a:extLst>
          </p:cNvPr>
          <p:cNvSpPr>
            <a:spLocks noGrp="1"/>
          </p:cNvSpPr>
          <p:nvPr>
            <p:ph type="dt" sz="half" idx="12"/>
          </p:nvPr>
        </p:nvSpPr>
        <p:spPr>
          <a:xfrm>
            <a:off x="7158782" y="6248400"/>
            <a:ext cx="1604217"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/47</a:t>
            </a:r>
            <a:endParaRPr lang="en-US" dirty="0"/>
          </a:p>
        </p:txBody>
      </p:sp>
      <p:sp>
        <p:nvSpPr>
          <p:cNvPr id="5" name="Date Placeholder 13">
            <a:extLst>
              <a:ext uri="{FF2B5EF4-FFF2-40B4-BE49-F238E27FC236}">
                <a16:creationId xmlns:a16="http://schemas.microsoft.com/office/drawing/2014/main" id="{26E20360-0348-0174-7D4F-DFE9FC9D0787}"/>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/47</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AD15077A-B0B4-1511-1954-EB8D31D59042}"/>
              </a:ext>
            </a:extLst>
          </p:cNvPr>
          <p:cNvSpPr>
            <a:spLocks noGrp="1"/>
          </p:cNvSpPr>
          <p:nvPr>
            <p:ph type="dt" sz="half" idx="2"/>
          </p:nvPr>
        </p:nvSpPr>
        <p:spPr>
          <a:xfrm>
            <a:off x="6553200" y="6248400"/>
            <a:ext cx="22098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/47</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
        <p:nvSpPr>
          <p:cNvPr id="5" name="Date Placeholder 13">
            <a:extLst>
              <a:ext uri="{FF2B5EF4-FFF2-40B4-BE49-F238E27FC236}">
                <a16:creationId xmlns:a16="http://schemas.microsoft.com/office/drawing/2014/main" id="{2F762C04-DF6A-24BE-2A9C-262AF820BD94}"/>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hyperlink" Target="https://youtu.be/zUyuUoU7lAQ?feature=shared"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help.imotions.com/" TargetMode="External"/><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hyperlink" Target="https://youtu.be/zUyuUoU7lAQ?feature=shared"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470.png"/><Relationship Id="rId5" Type="http://schemas.openxmlformats.org/officeDocument/2006/relationships/customXml" Target="../ink/ink2.xml"/><Relationship Id="rId4" Type="http://schemas.openxmlformats.org/officeDocument/2006/relationships/image" Target="../media/image460.png"/></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62200" y="1700178"/>
            <a:ext cx="6477000" cy="4167222"/>
          </a:xfrm>
        </p:spPr>
        <p:txBody>
          <a:bodyPr>
            <a:normAutofit/>
          </a:bodyPr>
          <a:lstStyle/>
          <a:p>
            <a:r>
              <a:rPr lang="en-US" sz="4800" b="1" dirty="0">
                <a:effectLst/>
                <a:latin typeface="Calibri" panose="020F0502020204030204" pitchFamily="34" charset="0"/>
                <a:ea typeface="Arial" panose="020B0604020202020204" pitchFamily="34" charset="0"/>
              </a:rPr>
              <a:t>Biometric UX</a:t>
            </a:r>
            <a:br>
              <a:rPr lang="en-US" sz="4800" b="1" dirty="0">
                <a:effectLst/>
                <a:latin typeface="Calibri" panose="020F0502020204030204" pitchFamily="34" charset="0"/>
                <a:ea typeface="Arial" panose="020B0604020202020204" pitchFamily="34" charset="0"/>
              </a:rPr>
            </a:br>
            <a:r>
              <a:rPr lang="en-US" sz="4800" b="1" dirty="0">
                <a:effectLst/>
                <a:latin typeface="Calibri" panose="020F0502020204030204" pitchFamily="34" charset="0"/>
                <a:ea typeface="Arial" panose="020B0604020202020204" pitchFamily="34" charset="0"/>
              </a:rPr>
              <a:t>Interpret Graphs</a:t>
            </a:r>
            <a:br>
              <a:rPr lang="en-US" dirty="0"/>
            </a:br>
            <a:endParaRPr lang="en-GB" dirty="0"/>
          </a:p>
        </p:txBody>
      </p:sp>
      <p:sp>
        <p:nvSpPr>
          <p:cNvPr id="3" name="Subtitle 2"/>
          <p:cNvSpPr>
            <a:spLocks noGrp="1"/>
          </p:cNvSpPr>
          <p:nvPr>
            <p:ph type="subTitle" idx="1"/>
          </p:nvPr>
        </p:nvSpPr>
        <p:spPr/>
        <p:txBody>
          <a:bodyPr>
            <a:normAutofit/>
          </a:bodyPr>
          <a:lstStyle/>
          <a:p>
            <a:r>
              <a:rPr lang="en-GB" dirty="0"/>
              <a:t>Week 12</a:t>
            </a:r>
          </a:p>
        </p:txBody>
      </p:sp>
      <p:sp>
        <p:nvSpPr>
          <p:cNvPr id="4" name="Date Placeholder 3">
            <a:extLst>
              <a:ext uri="{FF2B5EF4-FFF2-40B4-BE49-F238E27FC236}">
                <a16:creationId xmlns:a16="http://schemas.microsoft.com/office/drawing/2014/main" id="{E9F2CCC8-A4C4-A35F-F78D-E7F029238B15}"/>
              </a:ext>
            </a:extLst>
          </p:cNvPr>
          <p:cNvSpPr>
            <a:spLocks noGrp="1"/>
          </p:cNvSpPr>
          <p:nvPr>
            <p:ph type="dt" sz="half" idx="2"/>
          </p:nvPr>
        </p:nvSpPr>
        <p:spPr/>
        <p:txBody>
          <a:bodyPr/>
          <a:lstStyle/>
          <a:p>
            <a:endParaRPr lang="en-US" dirty="0"/>
          </a:p>
        </p:txBody>
      </p:sp>
      <p:sp>
        <p:nvSpPr>
          <p:cNvPr id="5" name="Footer Placeholder 4">
            <a:extLst>
              <a:ext uri="{FF2B5EF4-FFF2-40B4-BE49-F238E27FC236}">
                <a16:creationId xmlns:a16="http://schemas.microsoft.com/office/drawing/2014/main" id="{53E6F626-8239-2DF6-457F-AB932C9E829A}"/>
              </a:ext>
            </a:extLst>
          </p:cNvPr>
          <p:cNvSpPr>
            <a:spLocks noGrp="1"/>
          </p:cNvSpPr>
          <p:nvPr>
            <p:ph type="ftr" sz="quarter" idx="11"/>
          </p:nvPr>
        </p:nvSpPr>
        <p:spPr/>
        <p:txBody>
          <a:bodyPr/>
          <a:lstStyle/>
          <a:p>
            <a:pPr algn="l"/>
            <a:r>
              <a:rPr lang="pt-BR"/>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5C52C865-2712-BAC0-1458-F3CE538AC119}"/>
              </a:ext>
            </a:extLst>
          </p:cNvPr>
          <p:cNvSpPr>
            <a:spLocks noGrp="1"/>
          </p:cNvSpPr>
          <p:nvPr>
            <p:ph type="sldNum" sz="quarter" idx="12"/>
          </p:nvPr>
        </p:nvSpPr>
        <p:spPr/>
        <p:txBody>
          <a:bodyPr/>
          <a:lstStyle/>
          <a:p>
            <a:fld id="{C060DF7E-57CF-4468-B64C-3049F1FBC5EB}" type="slidenum">
              <a:rPr lang="en-US" smtClean="0"/>
              <a:pPr/>
              <a:t>1</a:t>
            </a:fld>
            <a:r>
              <a:rPr lang="en-GB"/>
              <a:t>/51</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a:xfrm>
            <a:off x="612648" y="1600200"/>
            <a:ext cx="8153400" cy="4781128"/>
          </a:xfrm>
        </p:spPr>
        <p:txBody>
          <a:bodyPr>
            <a:normAutofit fontScale="92500" lnSpcReduction="20000"/>
          </a:bodyPr>
          <a:lstStyle/>
          <a:p>
            <a:pPr>
              <a:lnSpc>
                <a:spcPct val="110000"/>
              </a:lnSpc>
              <a:spcBef>
                <a:spcPts val="600"/>
              </a:spcBef>
              <a:spcAft>
                <a:spcPts val="600"/>
              </a:spcAft>
            </a:pPr>
            <a:r>
              <a:rPr lang="en-GB" sz="2800" dirty="0">
                <a:solidFill>
                  <a:schemeClr val="tx2">
                    <a:lumMod val="50000"/>
                  </a:schemeClr>
                </a:solidFill>
              </a:rPr>
              <a:t>In Week 10</a:t>
            </a:r>
          </a:p>
          <a:p>
            <a:pPr marL="623888" lvl="1" indent="-268288">
              <a:lnSpc>
                <a:spcPct val="110000"/>
              </a:lnSpc>
              <a:spcBef>
                <a:spcPts val="600"/>
              </a:spcBef>
              <a:spcAft>
                <a:spcPts val="600"/>
              </a:spcAft>
            </a:pPr>
            <a:r>
              <a:rPr lang="en-GB" sz="2400" dirty="0">
                <a:solidFill>
                  <a:schemeClr val="tx2">
                    <a:lumMod val="50000"/>
                  </a:schemeClr>
                </a:solidFill>
              </a:rPr>
              <a:t>Non Parametric test</a:t>
            </a:r>
          </a:p>
          <a:p>
            <a:pPr marL="898208" lvl="2" indent="-268288">
              <a:lnSpc>
                <a:spcPct val="110000"/>
              </a:lnSpc>
              <a:spcBef>
                <a:spcPts val="600"/>
              </a:spcBef>
              <a:spcAft>
                <a:spcPts val="600"/>
              </a:spcAft>
            </a:pPr>
            <a:r>
              <a:rPr lang="en-GB" sz="2100" dirty="0">
                <a:solidFill>
                  <a:schemeClr val="tx2">
                    <a:lumMod val="50000"/>
                  </a:schemeClr>
                </a:solidFill>
              </a:rPr>
              <a:t>Hypothesis testing process</a:t>
            </a:r>
          </a:p>
          <a:p>
            <a:pPr marL="898208" lvl="2" indent="-268288">
              <a:lnSpc>
                <a:spcPct val="110000"/>
              </a:lnSpc>
              <a:spcBef>
                <a:spcPts val="600"/>
              </a:spcBef>
              <a:spcAft>
                <a:spcPts val="600"/>
              </a:spcAft>
            </a:pPr>
            <a:r>
              <a:rPr lang="en-GB" sz="2100" dirty="0">
                <a:solidFill>
                  <a:schemeClr val="tx2">
                    <a:lumMod val="50000"/>
                  </a:schemeClr>
                </a:solidFill>
              </a:rPr>
              <a:t>Non Parametric tests</a:t>
            </a:r>
          </a:p>
          <a:p>
            <a:pPr marL="898208" lvl="2" indent="-268288">
              <a:lnSpc>
                <a:spcPct val="110000"/>
              </a:lnSpc>
              <a:spcBef>
                <a:spcPts val="600"/>
              </a:spcBef>
              <a:spcAft>
                <a:spcPts val="600"/>
              </a:spcAft>
            </a:pPr>
            <a:r>
              <a:rPr lang="en-GB" sz="2100" dirty="0">
                <a:solidFill>
                  <a:schemeClr val="tx2">
                    <a:lumMod val="50000"/>
                  </a:schemeClr>
                </a:solidFill>
              </a:rPr>
              <a:t>Chi-Squared Test</a:t>
            </a:r>
            <a:r>
              <a:rPr lang="el-GR" sz="2100" dirty="0">
                <a:solidFill>
                  <a:schemeClr val="tx2">
                    <a:lumMod val="50000"/>
                  </a:schemeClr>
                </a:solidFill>
              </a:rPr>
              <a:t> </a:t>
            </a:r>
            <a:endParaRPr lang="en-GB" sz="2100" dirty="0">
              <a:solidFill>
                <a:schemeClr val="tx2">
                  <a:lumMod val="50000"/>
                </a:schemeClr>
              </a:solidFill>
            </a:endParaRPr>
          </a:p>
          <a:p>
            <a:pPr marL="898208" lvl="2" indent="-268288">
              <a:lnSpc>
                <a:spcPct val="110000"/>
              </a:lnSpc>
              <a:spcBef>
                <a:spcPts val="600"/>
              </a:spcBef>
              <a:spcAft>
                <a:spcPts val="600"/>
              </a:spcAft>
            </a:pPr>
            <a:r>
              <a:rPr lang="en-GB" sz="2100" dirty="0">
                <a:solidFill>
                  <a:schemeClr val="tx2">
                    <a:lumMod val="50000"/>
                  </a:schemeClr>
                </a:solidFill>
              </a:rPr>
              <a:t>Mann-Whitney U</a:t>
            </a:r>
          </a:p>
          <a:p>
            <a:pPr marL="898208" lvl="2" indent="-268288">
              <a:lnSpc>
                <a:spcPct val="110000"/>
              </a:lnSpc>
              <a:spcBef>
                <a:spcPts val="600"/>
              </a:spcBef>
              <a:spcAft>
                <a:spcPts val="600"/>
              </a:spcAft>
            </a:pPr>
            <a:r>
              <a:rPr lang="en-GB" sz="2100" dirty="0">
                <a:solidFill>
                  <a:schemeClr val="tx2">
                    <a:lumMod val="50000"/>
                  </a:schemeClr>
                </a:solidFill>
              </a:rPr>
              <a:t>Wilcoxon Signed Rank</a:t>
            </a:r>
          </a:p>
          <a:p>
            <a:pPr>
              <a:lnSpc>
                <a:spcPct val="110000"/>
              </a:lnSpc>
              <a:spcBef>
                <a:spcPts val="600"/>
              </a:spcBef>
              <a:spcAft>
                <a:spcPts val="600"/>
              </a:spcAft>
            </a:pPr>
            <a:r>
              <a:rPr lang="en-GB" sz="2800" dirty="0">
                <a:solidFill>
                  <a:schemeClr val="tx2">
                    <a:lumMod val="50000"/>
                  </a:schemeClr>
                </a:solidFill>
              </a:rPr>
              <a:t>This week (week 12)</a:t>
            </a:r>
          </a:p>
          <a:p>
            <a:pPr lvl="1">
              <a:lnSpc>
                <a:spcPct val="110000"/>
              </a:lnSpc>
              <a:spcBef>
                <a:spcPts val="600"/>
              </a:spcBef>
              <a:spcAft>
                <a:spcPts val="600"/>
              </a:spcAft>
            </a:pPr>
            <a:r>
              <a:rPr lang="en-GB" sz="2400" dirty="0">
                <a:solidFill>
                  <a:schemeClr val="tx2">
                    <a:lumMod val="50000"/>
                  </a:schemeClr>
                </a:solidFill>
              </a:rPr>
              <a:t>Biometric UX</a:t>
            </a:r>
          </a:p>
          <a:p>
            <a:pPr lvl="1">
              <a:lnSpc>
                <a:spcPct val="110000"/>
              </a:lnSpc>
              <a:spcBef>
                <a:spcPts val="600"/>
              </a:spcBef>
              <a:spcAft>
                <a:spcPts val="600"/>
              </a:spcAft>
            </a:pPr>
            <a:r>
              <a:rPr lang="en-GB" sz="2400" dirty="0">
                <a:solidFill>
                  <a:schemeClr val="tx2">
                    <a:lumMod val="50000"/>
                  </a:schemeClr>
                </a:solidFill>
              </a:rPr>
              <a:t>Interpret graphs</a:t>
            </a: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100" dirty="0">
              <a:solidFill>
                <a:schemeClr val="tx2">
                  <a:lumMod val="50000"/>
                </a:schemeClr>
              </a:solidFill>
            </a:endParaRPr>
          </a:p>
        </p:txBody>
      </p:sp>
      <p:sp>
        <p:nvSpPr>
          <p:cNvPr id="4" name="Footer Placeholder 3">
            <a:extLst>
              <a:ext uri="{FF2B5EF4-FFF2-40B4-BE49-F238E27FC236}">
                <a16:creationId xmlns:a16="http://schemas.microsoft.com/office/drawing/2014/main" id="{D221844A-0820-ED3C-6B70-4F81928056F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4EF3476E-20C9-4C9A-3E7D-F967CA4E6041}"/>
              </a:ext>
            </a:extLst>
          </p:cNvPr>
          <p:cNvSpPr>
            <a:spLocks noGrp="1"/>
          </p:cNvSpPr>
          <p:nvPr>
            <p:ph type="sldNum" sz="quarter" idx="4"/>
          </p:nvPr>
        </p:nvSpPr>
        <p:spPr/>
        <p:txBody>
          <a:bodyPr/>
          <a:lstStyle/>
          <a:p>
            <a:fld id="{9FD7ECCF-50E7-4327-B945-FA93FF7B2BEF}" type="slidenum">
              <a:rPr lang="en-US" smtClean="0"/>
              <a:pPr/>
              <a:t>2</a:t>
            </a:fld>
            <a:r>
              <a:rPr lang="en-GB"/>
              <a:t>/51</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87B1EDD-F7A2-1735-1518-26116EA140C2}"/>
              </a:ext>
            </a:extLst>
          </p:cNvPr>
          <p:cNvSpPr>
            <a:spLocks noGrp="1"/>
          </p:cNvSpPr>
          <p:nvPr>
            <p:ph type="body" idx="1"/>
          </p:nvPr>
        </p:nvSpPr>
        <p:spPr>
          <a:xfrm>
            <a:off x="1371600" y="2743200"/>
            <a:ext cx="7123113" cy="3278088"/>
          </a:xfrm>
        </p:spPr>
        <p:txBody>
          <a:bodyPr>
            <a:normAutofit/>
          </a:bodyPr>
          <a:lstStyle/>
          <a:p>
            <a:r>
              <a:rPr lang="en-GB" b="0" i="0" dirty="0">
                <a:solidFill>
                  <a:srgbClr val="374151"/>
                </a:solidFill>
                <a:effectLst/>
                <a:latin typeface="Söhne"/>
              </a:rPr>
              <a:t>Self-reported data (questionnaires)</a:t>
            </a:r>
          </a:p>
          <a:p>
            <a:r>
              <a:rPr lang="en-GB" b="0" i="0" dirty="0">
                <a:solidFill>
                  <a:srgbClr val="374151"/>
                </a:solidFill>
                <a:effectLst/>
                <a:latin typeface="Söhne"/>
              </a:rPr>
              <a:t>Biometric UX studies that involve using various physiological and behavioural measurements to understand and improve user experiences with products, interfaces, or services.</a:t>
            </a:r>
            <a:endParaRPr lang="en-GB" dirty="0"/>
          </a:p>
        </p:txBody>
      </p:sp>
      <p:sp>
        <p:nvSpPr>
          <p:cNvPr id="2" name="Title 1">
            <a:extLst>
              <a:ext uri="{FF2B5EF4-FFF2-40B4-BE49-F238E27FC236}">
                <a16:creationId xmlns:a16="http://schemas.microsoft.com/office/drawing/2014/main" id="{4AD740CE-7C9E-A1BF-EBDE-B240CF1438F9}"/>
              </a:ext>
            </a:extLst>
          </p:cNvPr>
          <p:cNvSpPr>
            <a:spLocks noGrp="1"/>
          </p:cNvSpPr>
          <p:nvPr>
            <p:ph type="title"/>
          </p:nvPr>
        </p:nvSpPr>
        <p:spPr/>
        <p:txBody>
          <a:bodyPr/>
          <a:lstStyle/>
          <a:p>
            <a:r>
              <a:rPr lang="en-GB" dirty="0"/>
              <a:t>How can we study emotions in UX</a:t>
            </a:r>
          </a:p>
        </p:txBody>
      </p:sp>
      <p:sp>
        <p:nvSpPr>
          <p:cNvPr id="7" name="Date Placeholder 6">
            <a:extLst>
              <a:ext uri="{FF2B5EF4-FFF2-40B4-BE49-F238E27FC236}">
                <a16:creationId xmlns:a16="http://schemas.microsoft.com/office/drawing/2014/main" id="{CE5190E5-E112-81D6-852F-3D3C267871C5}"/>
              </a:ext>
            </a:extLst>
          </p:cNvPr>
          <p:cNvSpPr>
            <a:spLocks noGrp="1"/>
          </p:cNvSpPr>
          <p:nvPr>
            <p:ph type="dt" sz="half" idx="2"/>
          </p:nvPr>
        </p:nvSpPr>
        <p:spPr/>
        <p:txBody>
          <a:bodyPr/>
          <a:lstStyle/>
          <a:p>
            <a:endParaRPr lang="en-US" dirty="0"/>
          </a:p>
        </p:txBody>
      </p:sp>
      <p:sp>
        <p:nvSpPr>
          <p:cNvPr id="8" name="Footer Placeholder 7">
            <a:extLst>
              <a:ext uri="{FF2B5EF4-FFF2-40B4-BE49-F238E27FC236}">
                <a16:creationId xmlns:a16="http://schemas.microsoft.com/office/drawing/2014/main" id="{8B635F13-7FF8-9EF1-45AC-9CCBF685027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9" name="Slide Number Placeholder 8">
            <a:extLst>
              <a:ext uri="{FF2B5EF4-FFF2-40B4-BE49-F238E27FC236}">
                <a16:creationId xmlns:a16="http://schemas.microsoft.com/office/drawing/2014/main" id="{1065F45A-156C-4E8B-4717-7CB78F39F48B}"/>
              </a:ext>
            </a:extLst>
          </p:cNvPr>
          <p:cNvSpPr>
            <a:spLocks noGrp="1"/>
          </p:cNvSpPr>
          <p:nvPr>
            <p:ph type="sldNum" sz="quarter" idx="11"/>
          </p:nvPr>
        </p:nvSpPr>
        <p:spPr/>
        <p:txBody>
          <a:bodyPr/>
          <a:lstStyle/>
          <a:p>
            <a:fld id="{4F96EDF4-259A-48E8-B98E-8CB70E21F623}" type="slidenum">
              <a:rPr lang="en-US" smtClean="0"/>
              <a:pPr/>
              <a:t>3</a:t>
            </a:fld>
            <a:r>
              <a:rPr lang="en-GB"/>
              <a:t>/51</a:t>
            </a:r>
            <a:endParaRPr lang="en-US" dirty="0"/>
          </a:p>
        </p:txBody>
      </p:sp>
    </p:spTree>
    <p:extLst>
      <p:ext uri="{BB962C8B-B14F-4D97-AF65-F5344CB8AC3E}">
        <p14:creationId xmlns:p14="http://schemas.microsoft.com/office/powerpoint/2010/main" val="1333474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0610-40CA-2BC6-9234-F9BCFC00DCFE}"/>
              </a:ext>
            </a:extLst>
          </p:cNvPr>
          <p:cNvSpPr>
            <a:spLocks noGrp="1"/>
          </p:cNvSpPr>
          <p:nvPr>
            <p:ph type="title"/>
          </p:nvPr>
        </p:nvSpPr>
        <p:spPr>
          <a:xfrm>
            <a:off x="609600" y="71282"/>
            <a:ext cx="8534400" cy="990600"/>
          </a:xfrm>
        </p:spPr>
        <p:txBody>
          <a:bodyPr>
            <a:normAutofit fontScale="90000"/>
          </a:bodyPr>
          <a:lstStyle/>
          <a:p>
            <a:pPr>
              <a:lnSpc>
                <a:spcPts val="3500"/>
              </a:lnSpc>
            </a:pPr>
            <a:r>
              <a:rPr lang="en-GB" dirty="0"/>
              <a:t>What data to collect related to emotions/how can we collect it?</a:t>
            </a:r>
          </a:p>
        </p:txBody>
      </p:sp>
      <p:graphicFrame>
        <p:nvGraphicFramePr>
          <p:cNvPr id="8" name="Table 7">
            <a:extLst>
              <a:ext uri="{FF2B5EF4-FFF2-40B4-BE49-F238E27FC236}">
                <a16:creationId xmlns:a16="http://schemas.microsoft.com/office/drawing/2014/main" id="{C2CC6E86-72E6-C060-5D48-FB196B6C77A1}"/>
              </a:ext>
            </a:extLst>
          </p:cNvPr>
          <p:cNvGraphicFramePr>
            <a:graphicFrameLocks noGrp="1"/>
          </p:cNvGraphicFramePr>
          <p:nvPr>
            <p:extLst>
              <p:ext uri="{D42A27DB-BD31-4B8C-83A1-F6EECF244321}">
                <p14:modId xmlns:p14="http://schemas.microsoft.com/office/powerpoint/2010/main" val="451475740"/>
              </p:ext>
            </p:extLst>
          </p:nvPr>
        </p:nvGraphicFramePr>
        <p:xfrm>
          <a:off x="1701856" y="1424000"/>
          <a:ext cx="5740288" cy="4744896"/>
        </p:xfrm>
        <a:graphic>
          <a:graphicData uri="http://schemas.openxmlformats.org/drawingml/2006/table">
            <a:tbl>
              <a:tblPr firstRow="1" bandRow="1">
                <a:tableStyleId>{21E4AEA4-8DFA-4A89-87EB-49C32662AFE0}</a:tableStyleId>
              </a:tblPr>
              <a:tblGrid>
                <a:gridCol w="1656184">
                  <a:extLst>
                    <a:ext uri="{9D8B030D-6E8A-4147-A177-3AD203B41FA5}">
                      <a16:colId xmlns:a16="http://schemas.microsoft.com/office/drawing/2014/main" val="3167180563"/>
                    </a:ext>
                  </a:extLst>
                </a:gridCol>
                <a:gridCol w="565888">
                  <a:extLst>
                    <a:ext uri="{9D8B030D-6E8A-4147-A177-3AD203B41FA5}">
                      <a16:colId xmlns:a16="http://schemas.microsoft.com/office/drawing/2014/main" val="2051372192"/>
                    </a:ext>
                  </a:extLst>
                </a:gridCol>
                <a:gridCol w="576064">
                  <a:extLst>
                    <a:ext uri="{9D8B030D-6E8A-4147-A177-3AD203B41FA5}">
                      <a16:colId xmlns:a16="http://schemas.microsoft.com/office/drawing/2014/main" val="56131054"/>
                    </a:ext>
                  </a:extLst>
                </a:gridCol>
                <a:gridCol w="576064">
                  <a:extLst>
                    <a:ext uri="{9D8B030D-6E8A-4147-A177-3AD203B41FA5}">
                      <a16:colId xmlns:a16="http://schemas.microsoft.com/office/drawing/2014/main" val="1933762087"/>
                    </a:ext>
                  </a:extLst>
                </a:gridCol>
                <a:gridCol w="504056">
                  <a:extLst>
                    <a:ext uri="{9D8B030D-6E8A-4147-A177-3AD203B41FA5}">
                      <a16:colId xmlns:a16="http://schemas.microsoft.com/office/drawing/2014/main" val="2424102224"/>
                    </a:ext>
                  </a:extLst>
                </a:gridCol>
                <a:gridCol w="648072">
                  <a:extLst>
                    <a:ext uri="{9D8B030D-6E8A-4147-A177-3AD203B41FA5}">
                      <a16:colId xmlns:a16="http://schemas.microsoft.com/office/drawing/2014/main" val="2983142968"/>
                    </a:ext>
                  </a:extLst>
                </a:gridCol>
                <a:gridCol w="586240">
                  <a:extLst>
                    <a:ext uri="{9D8B030D-6E8A-4147-A177-3AD203B41FA5}">
                      <a16:colId xmlns:a16="http://schemas.microsoft.com/office/drawing/2014/main" val="3901276942"/>
                    </a:ext>
                  </a:extLst>
                </a:gridCol>
                <a:gridCol w="627720">
                  <a:extLst>
                    <a:ext uri="{9D8B030D-6E8A-4147-A177-3AD203B41FA5}">
                      <a16:colId xmlns:a16="http://schemas.microsoft.com/office/drawing/2014/main" val="2344565213"/>
                    </a:ext>
                  </a:extLst>
                </a:gridCol>
              </a:tblGrid>
              <a:tr h="2149016">
                <a:tc>
                  <a:txBody>
                    <a:bodyPr/>
                    <a:lstStyle/>
                    <a:p>
                      <a:endParaRPr lang="en-GB" sz="1200" dirty="0"/>
                    </a:p>
                  </a:txBody>
                  <a:tcPr/>
                </a:tc>
                <a:tc>
                  <a:txBody>
                    <a:bodyPr/>
                    <a:lstStyle/>
                    <a:p>
                      <a:r>
                        <a:rPr lang="en-GB" sz="1600" dirty="0"/>
                        <a:t>Self-report</a:t>
                      </a:r>
                    </a:p>
                  </a:txBody>
                  <a:tcPr vert="vert270"/>
                </a:tc>
                <a:tc>
                  <a:txBody>
                    <a:bodyPr/>
                    <a:lstStyle/>
                    <a:p>
                      <a:r>
                        <a:rPr lang="en-GB" sz="1600" dirty="0"/>
                        <a:t>Eye tracking</a:t>
                      </a:r>
                    </a:p>
                  </a:txBody>
                  <a:tcPr vert="vert270"/>
                </a:tc>
                <a:tc>
                  <a:txBody>
                    <a:bodyPr/>
                    <a:lstStyle/>
                    <a:p>
                      <a:r>
                        <a:rPr lang="en-GB" sz="1600" dirty="0"/>
                        <a:t>Galvanic Skin response</a:t>
                      </a:r>
                    </a:p>
                  </a:txBody>
                  <a:tcPr vert="vert270"/>
                </a:tc>
                <a:tc>
                  <a:txBody>
                    <a:bodyPr/>
                    <a:lstStyle/>
                    <a:p>
                      <a:r>
                        <a:rPr lang="en-GB" sz="1600" dirty="0"/>
                        <a:t>Facial expressions</a:t>
                      </a:r>
                    </a:p>
                  </a:txBody>
                  <a:tcPr vert="vert270"/>
                </a:tc>
                <a:tc>
                  <a:txBody>
                    <a:bodyPr/>
                    <a:lstStyle/>
                    <a:p>
                      <a:r>
                        <a:rPr lang="en-GB" sz="1600" dirty="0"/>
                        <a:t>Electrocardiography</a:t>
                      </a:r>
                    </a:p>
                  </a:txBody>
                  <a:tcPr vert="vert270"/>
                </a:tc>
                <a:tc>
                  <a:txBody>
                    <a:bodyPr/>
                    <a:lstStyle/>
                    <a:p>
                      <a:r>
                        <a:rPr lang="en-GB" sz="1600" dirty="0"/>
                        <a:t>Electroencephalography</a:t>
                      </a:r>
                    </a:p>
                  </a:txBody>
                  <a:tcPr vert="vert270"/>
                </a:tc>
                <a:tc>
                  <a:txBody>
                    <a:bodyPr/>
                    <a:lstStyle/>
                    <a:p>
                      <a:r>
                        <a:rPr lang="en-GB" sz="1600" dirty="0"/>
                        <a:t>Verbal expressions</a:t>
                      </a:r>
                    </a:p>
                  </a:txBody>
                  <a:tcPr vert="vert270"/>
                </a:tc>
                <a:extLst>
                  <a:ext uri="{0D108BD9-81ED-4DB2-BD59-A6C34878D82A}">
                    <a16:rowId xmlns:a16="http://schemas.microsoft.com/office/drawing/2014/main" val="1132414085"/>
                  </a:ext>
                </a:extLst>
              </a:tr>
              <a:tr h="370840">
                <a:tc>
                  <a:txBody>
                    <a:bodyPr/>
                    <a:lstStyle/>
                    <a:p>
                      <a:r>
                        <a:rPr lang="en-GB" sz="1600" dirty="0"/>
                        <a:t>Engagement</a:t>
                      </a:r>
                    </a:p>
                  </a:txBody>
                  <a:tcPr/>
                </a:tc>
                <a:tc>
                  <a:txBody>
                    <a:bodyPr/>
                    <a:lstStyle/>
                    <a:p>
                      <a:r>
                        <a:rPr lang="en-GB" dirty="0">
                          <a:sym typeface="Wingdings" panose="05000000000000000000" pitchFamily="2" charset="2"/>
                        </a:rPr>
                        <a:t></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r>
                        <a:rPr lang="en-GB" dirty="0">
                          <a:sym typeface="Wingdings" panose="05000000000000000000" pitchFamily="2" charset="2"/>
                        </a:rPr>
                        <a:t></a:t>
                      </a:r>
                      <a:endParaRPr lang="en-GB" dirty="0"/>
                    </a:p>
                  </a:txBody>
                  <a:tcPr/>
                </a:tc>
                <a:extLst>
                  <a:ext uri="{0D108BD9-81ED-4DB2-BD59-A6C34878D82A}">
                    <a16:rowId xmlns:a16="http://schemas.microsoft.com/office/drawing/2014/main" val="3541510204"/>
                  </a:ext>
                </a:extLst>
              </a:tr>
              <a:tr h="370840">
                <a:tc>
                  <a:txBody>
                    <a:bodyPr/>
                    <a:lstStyle/>
                    <a:p>
                      <a:r>
                        <a:rPr lang="en-GB" sz="1600" dirty="0"/>
                        <a:t>Trust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endParaRPr lang="en-GB"/>
                    </a:p>
                  </a:txBody>
                  <a:tcPr/>
                </a:tc>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extLst>
                  <a:ext uri="{0D108BD9-81ED-4DB2-BD59-A6C34878D82A}">
                    <a16:rowId xmlns:a16="http://schemas.microsoft.com/office/drawing/2014/main" val="2664091999"/>
                  </a:ext>
                </a:extLst>
              </a:tr>
              <a:tr h="370840">
                <a:tc>
                  <a:txBody>
                    <a:bodyPr/>
                    <a:lstStyle/>
                    <a:p>
                      <a:r>
                        <a:rPr lang="en-GB" sz="1600" dirty="0"/>
                        <a:t>Confidence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endParaRPr lang="en-GB"/>
                    </a:p>
                  </a:txBody>
                  <a:tcPr/>
                </a:tc>
                <a:tc>
                  <a:txBody>
                    <a:bodyPr/>
                    <a:lstStyle/>
                    <a:p>
                      <a:endParaRPr lang="en-GB"/>
                    </a:p>
                  </a:txBody>
                  <a:tcPr/>
                </a:tc>
                <a:tc>
                  <a:txBody>
                    <a:bodyPr/>
                    <a:lstStyle/>
                    <a:p>
                      <a:endParaRPr lang="en-GB" dirty="0"/>
                    </a:p>
                  </a:txBody>
                  <a:tcPr/>
                </a:tc>
                <a:tc>
                  <a:txBody>
                    <a:bodyPr/>
                    <a:lstStyle/>
                    <a:p>
                      <a:endParaRPr lang="en-GB"/>
                    </a:p>
                  </a:txBody>
                  <a:tcPr/>
                </a:tc>
                <a:tc>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extLst>
                  <a:ext uri="{0D108BD9-81ED-4DB2-BD59-A6C34878D82A}">
                    <a16:rowId xmlns:a16="http://schemas.microsoft.com/office/drawing/2014/main" val="3330410954"/>
                  </a:ext>
                </a:extLst>
              </a:tr>
              <a:tr h="370840">
                <a:tc>
                  <a:txBody>
                    <a:bodyPr/>
                    <a:lstStyle/>
                    <a:p>
                      <a:r>
                        <a:rPr lang="en-GB" sz="1600" dirty="0"/>
                        <a:t>Joy</a:t>
                      </a:r>
                    </a:p>
                  </a:txBody>
                  <a:tcPr/>
                </a:tc>
                <a:tc>
                  <a:txBody>
                    <a:bodyPr/>
                    <a:lstStyle/>
                    <a:p>
                      <a:r>
                        <a:rPr lang="en-GB" dirty="0">
                          <a:sym typeface="Wingdings" panose="05000000000000000000" pitchFamily="2" charset="2"/>
                        </a:rPr>
                        <a:t></a:t>
                      </a:r>
                      <a:endParaRPr lang="en-GB" dirty="0"/>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r>
                        <a:rPr lang="en-GB" dirty="0">
                          <a:sym typeface="Wingdings" panose="05000000000000000000" pitchFamily="2" charset="2"/>
                        </a:rPr>
                        <a:t></a:t>
                      </a:r>
                      <a:endParaRPr lang="en-GB" dirty="0"/>
                    </a:p>
                  </a:txBody>
                  <a:tcPr/>
                </a:tc>
                <a:extLst>
                  <a:ext uri="{0D108BD9-81ED-4DB2-BD59-A6C34878D82A}">
                    <a16:rowId xmlns:a16="http://schemas.microsoft.com/office/drawing/2014/main" val="3981493338"/>
                  </a:ext>
                </a:extLst>
              </a:tr>
              <a:tr h="370840">
                <a:tc>
                  <a:txBody>
                    <a:bodyPr/>
                    <a:lstStyle/>
                    <a:p>
                      <a:r>
                        <a:rPr lang="en-GB" sz="1600" dirty="0"/>
                        <a:t>Frustration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endParaRPr lang="en-GB"/>
                    </a:p>
                  </a:txBody>
                  <a:tcPr/>
                </a:tc>
                <a:tc>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endParaRPr lang="en-GB"/>
                    </a:p>
                  </a:txBody>
                  <a:tcPr/>
                </a:tc>
                <a:tc>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extLst>
                  <a:ext uri="{0D108BD9-81ED-4DB2-BD59-A6C34878D82A}">
                    <a16:rowId xmlns:a16="http://schemas.microsoft.com/office/drawing/2014/main" val="1376035294"/>
                  </a:ext>
                </a:extLst>
              </a:tr>
              <a:tr h="370840">
                <a:tc>
                  <a:txBody>
                    <a:bodyPr/>
                    <a:lstStyle/>
                    <a:p>
                      <a:r>
                        <a:rPr lang="en-GB" sz="1600" dirty="0"/>
                        <a:t>Stress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extLst>
                  <a:ext uri="{0D108BD9-81ED-4DB2-BD59-A6C34878D82A}">
                    <a16:rowId xmlns:a16="http://schemas.microsoft.com/office/drawing/2014/main" val="1419449134"/>
                  </a:ext>
                </a:extLst>
              </a:tr>
              <a:tr h="370840">
                <a:tc>
                  <a:txBody>
                    <a:bodyPr/>
                    <a:lstStyle/>
                    <a:p>
                      <a:r>
                        <a:rPr lang="en-GB" sz="1600" dirty="0"/>
                        <a:t>Suprise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endParaRPr lang="en-GB"/>
                    </a:p>
                  </a:txBody>
                  <a:tcPr/>
                </a:tc>
                <a:tc>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tc>
                  <a:txBody>
                    <a:bodyPr/>
                    <a:lstStyle/>
                    <a:p>
                      <a:endParaRPr lang="en-GB" dirty="0"/>
                    </a:p>
                  </a:txBody>
                  <a:tcPr/>
                </a:tc>
                <a:tc>
                  <a:txBody>
                    <a:bodyPr/>
                    <a:lstStyle/>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ym typeface="Wingdings" panose="05000000000000000000" pitchFamily="2" charset="2"/>
                        </a:rPr>
                        <a:t></a:t>
                      </a:r>
                      <a:endParaRPr lang="en-GB" dirty="0"/>
                    </a:p>
                  </a:txBody>
                  <a:tcPr/>
                </a:tc>
                <a:extLst>
                  <a:ext uri="{0D108BD9-81ED-4DB2-BD59-A6C34878D82A}">
                    <a16:rowId xmlns:a16="http://schemas.microsoft.com/office/drawing/2014/main" val="1356880928"/>
                  </a:ext>
                </a:extLst>
              </a:tr>
            </a:tbl>
          </a:graphicData>
        </a:graphic>
      </p:graphicFrame>
      <p:sp>
        <p:nvSpPr>
          <p:cNvPr id="10" name="Footer Placeholder 9">
            <a:extLst>
              <a:ext uri="{FF2B5EF4-FFF2-40B4-BE49-F238E27FC236}">
                <a16:creationId xmlns:a16="http://schemas.microsoft.com/office/drawing/2014/main" id="{B2541591-B11C-C7B6-B552-5DBC5E27AA0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566201EE-9A37-1846-2187-3A4AB3D033BF}"/>
              </a:ext>
            </a:extLst>
          </p:cNvPr>
          <p:cNvSpPr>
            <a:spLocks noGrp="1"/>
          </p:cNvSpPr>
          <p:nvPr>
            <p:ph type="sldNum" sz="quarter" idx="4"/>
          </p:nvPr>
        </p:nvSpPr>
        <p:spPr/>
        <p:txBody>
          <a:bodyPr/>
          <a:lstStyle/>
          <a:p>
            <a:fld id="{9FD7ECCF-50E7-4327-B945-FA93FF7B2BEF}" type="slidenum">
              <a:rPr lang="en-US" smtClean="0"/>
              <a:pPr/>
              <a:t>4</a:t>
            </a:fld>
            <a:r>
              <a:rPr lang="en-GB"/>
              <a:t>/51</a:t>
            </a:r>
            <a:endParaRPr lang="en-US" dirty="0"/>
          </a:p>
        </p:txBody>
      </p:sp>
    </p:spTree>
    <p:extLst>
      <p:ext uri="{BB962C8B-B14F-4D97-AF65-F5344CB8AC3E}">
        <p14:creationId xmlns:p14="http://schemas.microsoft.com/office/powerpoint/2010/main" val="7100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337B1-A5F4-F85E-B03E-9E891F764AC4}"/>
              </a:ext>
            </a:extLst>
          </p:cNvPr>
          <p:cNvSpPr>
            <a:spLocks noGrp="1"/>
          </p:cNvSpPr>
          <p:nvPr>
            <p:ph type="title"/>
          </p:nvPr>
        </p:nvSpPr>
        <p:spPr/>
        <p:txBody>
          <a:bodyPr/>
          <a:lstStyle/>
          <a:p>
            <a:r>
              <a:rPr lang="en-GB" dirty="0"/>
              <a:t>Two aspects of emotions</a:t>
            </a:r>
          </a:p>
        </p:txBody>
      </p:sp>
      <p:sp>
        <p:nvSpPr>
          <p:cNvPr id="3" name="Content Placeholder 2">
            <a:extLst>
              <a:ext uri="{FF2B5EF4-FFF2-40B4-BE49-F238E27FC236}">
                <a16:creationId xmlns:a16="http://schemas.microsoft.com/office/drawing/2014/main" id="{E49CC54C-29FC-8B05-E6E4-0EF4BAF6F856}"/>
              </a:ext>
            </a:extLst>
          </p:cNvPr>
          <p:cNvSpPr>
            <a:spLocks noGrp="1"/>
          </p:cNvSpPr>
          <p:nvPr>
            <p:ph sz="quarter" idx="1"/>
          </p:nvPr>
        </p:nvSpPr>
        <p:spPr>
          <a:xfrm>
            <a:off x="612648" y="1600200"/>
            <a:ext cx="4247384" cy="4495800"/>
          </a:xfrm>
        </p:spPr>
        <p:txBody>
          <a:bodyPr>
            <a:normAutofit fontScale="92500" lnSpcReduction="20000"/>
          </a:bodyPr>
          <a:lstStyle/>
          <a:p>
            <a:r>
              <a:rPr lang="en-GB" dirty="0"/>
              <a:t>Arousal and Valence</a:t>
            </a:r>
          </a:p>
          <a:p>
            <a:r>
              <a:rPr lang="en-GB" dirty="0"/>
              <a:t>Emotional </a:t>
            </a:r>
            <a:r>
              <a:rPr lang="en-GB" b="1" dirty="0">
                <a:solidFill>
                  <a:schemeClr val="accent2">
                    <a:lumMod val="75000"/>
                  </a:schemeClr>
                </a:solidFill>
              </a:rPr>
              <a:t>valence</a:t>
            </a:r>
            <a:r>
              <a:rPr lang="en-GB" dirty="0"/>
              <a:t> </a:t>
            </a:r>
            <a:r>
              <a:rPr lang="en-GB" b="1" dirty="0"/>
              <a:t>describes the extent to which an emotion is positive or negative</a:t>
            </a:r>
            <a:r>
              <a:rPr lang="en-GB" dirty="0"/>
              <a:t>, whereas </a:t>
            </a:r>
            <a:r>
              <a:rPr lang="en-GB" b="1" dirty="0">
                <a:solidFill>
                  <a:schemeClr val="accent2">
                    <a:lumMod val="75000"/>
                  </a:schemeClr>
                </a:solidFill>
              </a:rPr>
              <a:t>arousal</a:t>
            </a:r>
            <a:r>
              <a:rPr lang="en-GB" b="1" dirty="0"/>
              <a:t> refers to its intensity, i.e., the strength of the associated emotional state </a:t>
            </a:r>
            <a:r>
              <a:rPr lang="en-GB" dirty="0"/>
              <a:t>(</a:t>
            </a:r>
            <a:r>
              <a:rPr lang="en-GB" i="1" dirty="0"/>
              <a:t>Feldman Barrett &amp; Russell, 1999; Lang, Bradley, &amp; Cuthbert, 1997; Russell, 2003</a:t>
            </a:r>
            <a:r>
              <a:rPr lang="en-GB" dirty="0"/>
              <a:t>).</a:t>
            </a:r>
          </a:p>
        </p:txBody>
      </p:sp>
      <p:pic>
        <p:nvPicPr>
          <p:cNvPr id="7" name="Picture 6" descr="arousal vs valence">
            <a:extLst>
              <a:ext uri="{FF2B5EF4-FFF2-40B4-BE49-F238E27FC236}">
                <a16:creationId xmlns:a16="http://schemas.microsoft.com/office/drawing/2014/main" id="{9B08F6C5-155C-DAA8-3601-0B81B9ABBF0D}"/>
              </a:ext>
            </a:extLst>
          </p:cNvPr>
          <p:cNvPicPr>
            <a:picLocks noChangeAspect="1"/>
          </p:cNvPicPr>
          <p:nvPr/>
        </p:nvPicPr>
        <p:blipFill>
          <a:blip r:embed="rId2"/>
          <a:stretch>
            <a:fillRect/>
          </a:stretch>
        </p:blipFill>
        <p:spPr>
          <a:xfrm>
            <a:off x="5148064" y="2132856"/>
            <a:ext cx="3789110" cy="3024336"/>
          </a:xfrm>
          <a:prstGeom prst="rect">
            <a:avLst/>
          </a:prstGeom>
        </p:spPr>
      </p:pic>
      <p:sp>
        <p:nvSpPr>
          <p:cNvPr id="9" name="TextBox 8">
            <a:extLst>
              <a:ext uri="{FF2B5EF4-FFF2-40B4-BE49-F238E27FC236}">
                <a16:creationId xmlns:a16="http://schemas.microsoft.com/office/drawing/2014/main" id="{07D281B5-819A-3C64-E5B7-FD0D4B253D39}"/>
              </a:ext>
            </a:extLst>
          </p:cNvPr>
          <p:cNvSpPr txBox="1"/>
          <p:nvPr/>
        </p:nvSpPr>
        <p:spPr>
          <a:xfrm>
            <a:off x="4976938" y="5441089"/>
            <a:ext cx="3789110" cy="523220"/>
          </a:xfrm>
          <a:prstGeom prst="rect">
            <a:avLst/>
          </a:prstGeom>
          <a:noFill/>
        </p:spPr>
        <p:txBody>
          <a:bodyPr wrap="square" rtlCol="0">
            <a:spAutoFit/>
          </a:bodyPr>
          <a:lstStyle/>
          <a:p>
            <a:r>
              <a:rPr lang="en-GB" sz="1400" b="0" i="0" dirty="0">
                <a:solidFill>
                  <a:srgbClr val="222222"/>
                </a:solidFill>
                <a:effectLst/>
                <a:latin typeface="Arial" panose="020B0604020202020204" pitchFamily="34" charset="0"/>
              </a:rPr>
              <a:t>Russell, J.A. A circumplex model of affect. </a:t>
            </a:r>
            <a:r>
              <a:rPr lang="en-GB" sz="1400" b="0" i="1" dirty="0">
                <a:solidFill>
                  <a:srgbClr val="222222"/>
                </a:solidFill>
                <a:effectLst/>
                <a:latin typeface="Arial" panose="020B0604020202020204" pitchFamily="34" charset="0"/>
              </a:rPr>
              <a:t>J. Personal. Soc. Psychol.</a:t>
            </a:r>
            <a:r>
              <a:rPr lang="en-GB" sz="1400" b="0" i="0" dirty="0">
                <a:solidFill>
                  <a:srgbClr val="222222"/>
                </a:solidFill>
                <a:effectLst/>
                <a:latin typeface="Arial" panose="020B0604020202020204" pitchFamily="34" charset="0"/>
              </a:rPr>
              <a:t> </a:t>
            </a:r>
            <a:r>
              <a:rPr lang="en-GB" sz="1400" b="1" i="0" dirty="0">
                <a:solidFill>
                  <a:srgbClr val="222222"/>
                </a:solidFill>
                <a:effectLst/>
                <a:latin typeface="Arial" panose="020B0604020202020204" pitchFamily="34" charset="0"/>
              </a:rPr>
              <a:t>1980</a:t>
            </a:r>
            <a:r>
              <a:rPr lang="en-GB" sz="1400" b="0" i="0" dirty="0">
                <a:solidFill>
                  <a:srgbClr val="222222"/>
                </a:solidFill>
                <a:effectLst/>
                <a:latin typeface="Arial" panose="020B0604020202020204" pitchFamily="34" charset="0"/>
              </a:rPr>
              <a:t>, </a:t>
            </a:r>
            <a:r>
              <a:rPr lang="en-GB" sz="1400" b="0" i="1" dirty="0">
                <a:solidFill>
                  <a:srgbClr val="222222"/>
                </a:solidFill>
                <a:effectLst/>
                <a:latin typeface="Arial" panose="020B0604020202020204" pitchFamily="34" charset="0"/>
              </a:rPr>
              <a:t>39</a:t>
            </a:r>
            <a:r>
              <a:rPr lang="en-GB" sz="1400" b="0" i="0" dirty="0">
                <a:solidFill>
                  <a:srgbClr val="222222"/>
                </a:solidFill>
                <a:effectLst/>
                <a:latin typeface="Arial" panose="020B0604020202020204" pitchFamily="34" charset="0"/>
              </a:rPr>
              <a:t>, 1161</a:t>
            </a:r>
            <a:endParaRPr lang="en-GB" sz="1400" dirty="0"/>
          </a:p>
        </p:txBody>
      </p:sp>
      <p:sp>
        <p:nvSpPr>
          <p:cNvPr id="10" name="Footer Placeholder 9">
            <a:extLst>
              <a:ext uri="{FF2B5EF4-FFF2-40B4-BE49-F238E27FC236}">
                <a16:creationId xmlns:a16="http://schemas.microsoft.com/office/drawing/2014/main" id="{E1C77E96-9AB5-7D62-D966-0F4C853CBE9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B483B1E6-6440-B5B5-B6C6-1AE84EBE0044}"/>
              </a:ext>
            </a:extLst>
          </p:cNvPr>
          <p:cNvSpPr>
            <a:spLocks noGrp="1"/>
          </p:cNvSpPr>
          <p:nvPr>
            <p:ph type="sldNum" sz="quarter" idx="4"/>
          </p:nvPr>
        </p:nvSpPr>
        <p:spPr/>
        <p:txBody>
          <a:bodyPr/>
          <a:lstStyle/>
          <a:p>
            <a:fld id="{9FD7ECCF-50E7-4327-B945-FA93FF7B2BEF}" type="slidenum">
              <a:rPr lang="en-US" smtClean="0"/>
              <a:pPr/>
              <a:t>5</a:t>
            </a:fld>
            <a:r>
              <a:rPr lang="en-GB"/>
              <a:t>/51</a:t>
            </a:r>
            <a:endParaRPr lang="en-US" dirty="0"/>
          </a:p>
        </p:txBody>
      </p:sp>
    </p:spTree>
    <p:extLst>
      <p:ext uri="{BB962C8B-B14F-4D97-AF65-F5344CB8AC3E}">
        <p14:creationId xmlns:p14="http://schemas.microsoft.com/office/powerpoint/2010/main" val="84212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1E2BC-0617-8D62-2D30-CF0047A6D8D4}"/>
              </a:ext>
            </a:extLst>
          </p:cNvPr>
          <p:cNvSpPr>
            <a:spLocks noGrp="1"/>
          </p:cNvSpPr>
          <p:nvPr>
            <p:ph type="title"/>
          </p:nvPr>
        </p:nvSpPr>
        <p:spPr/>
        <p:txBody>
          <a:bodyPr/>
          <a:lstStyle/>
          <a:p>
            <a:r>
              <a:rPr lang="en-GB" dirty="0"/>
              <a:t>Biometric UX</a:t>
            </a:r>
          </a:p>
        </p:txBody>
      </p:sp>
      <p:sp>
        <p:nvSpPr>
          <p:cNvPr id="3" name="Content Placeholder 2">
            <a:extLst>
              <a:ext uri="{FF2B5EF4-FFF2-40B4-BE49-F238E27FC236}">
                <a16:creationId xmlns:a16="http://schemas.microsoft.com/office/drawing/2014/main" id="{15A8A3A4-FD6A-65F6-BFF5-2A30E29295C0}"/>
              </a:ext>
            </a:extLst>
          </p:cNvPr>
          <p:cNvSpPr>
            <a:spLocks noGrp="1"/>
          </p:cNvSpPr>
          <p:nvPr>
            <p:ph sz="quarter" idx="1"/>
          </p:nvPr>
        </p:nvSpPr>
        <p:spPr/>
        <p:txBody>
          <a:bodyPr>
            <a:normAutofit fontScale="92500"/>
          </a:bodyPr>
          <a:lstStyle/>
          <a:p>
            <a:r>
              <a:rPr lang="en-GB" b="0" i="0" dirty="0">
                <a:solidFill>
                  <a:srgbClr val="374151"/>
                </a:solidFill>
                <a:effectLst/>
                <a:latin typeface="Söhne"/>
              </a:rPr>
              <a:t>In UX studies, various types of biometric data can be utilized to understand user behaviour, emotions, and interactions with a product or interface:</a:t>
            </a:r>
          </a:p>
          <a:p>
            <a:pPr lvl="1">
              <a:buFont typeface="+mj-lt"/>
              <a:buAutoNum type="arabicPeriod"/>
            </a:pPr>
            <a:r>
              <a:rPr lang="en-GB" b="1" i="0" dirty="0">
                <a:solidFill>
                  <a:srgbClr val="374151"/>
                </a:solidFill>
                <a:effectLst/>
                <a:latin typeface="Söhne"/>
              </a:rPr>
              <a:t>Eye Tracking</a:t>
            </a:r>
          </a:p>
          <a:p>
            <a:pPr lvl="1">
              <a:buFont typeface="+mj-lt"/>
              <a:buAutoNum type="arabicPeriod"/>
            </a:pPr>
            <a:r>
              <a:rPr lang="en-GB" b="1" dirty="0">
                <a:solidFill>
                  <a:srgbClr val="374151"/>
                </a:solidFill>
                <a:latin typeface="Söhne"/>
              </a:rPr>
              <a:t>Gaze Tracking</a:t>
            </a:r>
          </a:p>
          <a:p>
            <a:pPr lvl="1">
              <a:buFont typeface="+mj-lt"/>
              <a:buAutoNum type="arabicPeriod"/>
            </a:pPr>
            <a:r>
              <a:rPr lang="en-GB" b="1" i="0" dirty="0">
                <a:solidFill>
                  <a:srgbClr val="374151"/>
                </a:solidFill>
                <a:effectLst/>
                <a:latin typeface="Söhne"/>
              </a:rPr>
              <a:t>Facial Expression Analysis</a:t>
            </a:r>
          </a:p>
          <a:p>
            <a:pPr lvl="1">
              <a:buFont typeface="+mj-lt"/>
              <a:buAutoNum type="arabicPeriod"/>
            </a:pPr>
            <a:r>
              <a:rPr lang="en-GB" b="1" i="0" dirty="0">
                <a:solidFill>
                  <a:srgbClr val="374151"/>
                </a:solidFill>
                <a:effectLst/>
                <a:latin typeface="Söhne"/>
              </a:rPr>
              <a:t>Galvanic Skin Response (GSR)</a:t>
            </a:r>
          </a:p>
          <a:p>
            <a:pPr lvl="1">
              <a:buFont typeface="+mj-lt"/>
              <a:buAutoNum type="arabicPeriod"/>
            </a:pPr>
            <a:r>
              <a:rPr lang="en-GB" b="1" i="0" dirty="0">
                <a:solidFill>
                  <a:srgbClr val="374151"/>
                </a:solidFill>
                <a:effectLst/>
                <a:latin typeface="Söhne"/>
              </a:rPr>
              <a:t>Heart Rate Monitoring</a:t>
            </a:r>
          </a:p>
          <a:p>
            <a:pPr lvl="1">
              <a:buFont typeface="+mj-lt"/>
              <a:buAutoNum type="arabicPeriod"/>
            </a:pPr>
            <a:r>
              <a:rPr lang="en-GB" b="1" i="0" dirty="0">
                <a:solidFill>
                  <a:srgbClr val="374151"/>
                </a:solidFill>
                <a:effectLst/>
                <a:latin typeface="Söhne"/>
              </a:rPr>
              <a:t>Electroencephalography (EEG)</a:t>
            </a:r>
          </a:p>
          <a:p>
            <a:pPr lvl="1">
              <a:buFont typeface="+mj-lt"/>
              <a:buAutoNum type="arabicPeriod"/>
            </a:pPr>
            <a:r>
              <a:rPr lang="en-GB" b="1" dirty="0">
                <a:solidFill>
                  <a:srgbClr val="374151"/>
                </a:solidFill>
                <a:latin typeface="Söhne"/>
              </a:rPr>
              <a:t>Verbal Expressions</a:t>
            </a:r>
            <a:endParaRPr lang="en-GB" b="1" i="0" dirty="0">
              <a:solidFill>
                <a:srgbClr val="374151"/>
              </a:solidFill>
              <a:effectLst/>
              <a:latin typeface="Söhne"/>
            </a:endParaRPr>
          </a:p>
        </p:txBody>
      </p:sp>
      <p:sp>
        <p:nvSpPr>
          <p:cNvPr id="6" name="Footer Placeholder 5">
            <a:extLst>
              <a:ext uri="{FF2B5EF4-FFF2-40B4-BE49-F238E27FC236}">
                <a16:creationId xmlns:a16="http://schemas.microsoft.com/office/drawing/2014/main" id="{5A661060-100A-41E1-CDDB-5CE3B9133BA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15C4A8DD-0260-31D6-653B-5568C8AF73AB}"/>
              </a:ext>
            </a:extLst>
          </p:cNvPr>
          <p:cNvSpPr>
            <a:spLocks noGrp="1"/>
          </p:cNvSpPr>
          <p:nvPr>
            <p:ph type="sldNum" sz="quarter" idx="4"/>
          </p:nvPr>
        </p:nvSpPr>
        <p:spPr/>
        <p:txBody>
          <a:bodyPr/>
          <a:lstStyle/>
          <a:p>
            <a:fld id="{9FD7ECCF-50E7-4327-B945-FA93FF7B2BEF}" type="slidenum">
              <a:rPr lang="en-US" smtClean="0"/>
              <a:pPr/>
              <a:t>6</a:t>
            </a:fld>
            <a:r>
              <a:rPr lang="en-GB"/>
              <a:t>/51</a:t>
            </a:r>
            <a:endParaRPr lang="en-US" dirty="0"/>
          </a:p>
        </p:txBody>
      </p:sp>
    </p:spTree>
    <p:extLst>
      <p:ext uri="{BB962C8B-B14F-4D97-AF65-F5344CB8AC3E}">
        <p14:creationId xmlns:p14="http://schemas.microsoft.com/office/powerpoint/2010/main" val="3646154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4BB8-381C-E0D2-C0EA-3C576AD022D6}"/>
              </a:ext>
            </a:extLst>
          </p:cNvPr>
          <p:cNvSpPr>
            <a:spLocks noGrp="1"/>
          </p:cNvSpPr>
          <p:nvPr>
            <p:ph type="title"/>
          </p:nvPr>
        </p:nvSpPr>
        <p:spPr/>
        <p:txBody>
          <a:bodyPr/>
          <a:lstStyle/>
          <a:p>
            <a:r>
              <a:rPr lang="en-GB" dirty="0"/>
              <a:t>Eye Tracking</a:t>
            </a:r>
          </a:p>
        </p:txBody>
      </p:sp>
      <p:sp>
        <p:nvSpPr>
          <p:cNvPr id="3" name="Content Placeholder 2">
            <a:extLst>
              <a:ext uri="{FF2B5EF4-FFF2-40B4-BE49-F238E27FC236}">
                <a16:creationId xmlns:a16="http://schemas.microsoft.com/office/drawing/2014/main" id="{BE92BE20-F69B-EA7A-129E-F6C6B9933461}"/>
              </a:ext>
            </a:extLst>
          </p:cNvPr>
          <p:cNvSpPr>
            <a:spLocks noGrp="1"/>
          </p:cNvSpPr>
          <p:nvPr>
            <p:ph sz="quarter" idx="1"/>
          </p:nvPr>
        </p:nvSpPr>
        <p:spPr>
          <a:xfrm>
            <a:off x="612648" y="1600200"/>
            <a:ext cx="5339780" cy="4495800"/>
          </a:xfrm>
        </p:spPr>
        <p:txBody>
          <a:bodyPr>
            <a:normAutofit/>
          </a:bodyPr>
          <a:lstStyle/>
          <a:p>
            <a:pPr marL="365760" lvl="1" indent="0">
              <a:buNone/>
            </a:pPr>
            <a:r>
              <a:rPr lang="en-GB" b="0" i="0" dirty="0">
                <a:solidFill>
                  <a:srgbClr val="374151"/>
                </a:solidFill>
                <a:effectLst/>
              </a:rPr>
              <a:t>Eye tracking tracks </a:t>
            </a:r>
            <a:r>
              <a:rPr lang="en-GB" b="1" i="0" dirty="0">
                <a:solidFill>
                  <a:srgbClr val="374151"/>
                </a:solidFill>
                <a:effectLst/>
              </a:rPr>
              <a:t>where</a:t>
            </a:r>
            <a:r>
              <a:rPr lang="en-GB" b="0" i="0" dirty="0">
                <a:solidFill>
                  <a:srgbClr val="374151"/>
                </a:solidFill>
                <a:effectLst/>
              </a:rPr>
              <a:t> and for </a:t>
            </a:r>
            <a:r>
              <a:rPr lang="en-GB" b="1" i="0" dirty="0">
                <a:solidFill>
                  <a:srgbClr val="374151"/>
                </a:solidFill>
                <a:effectLst/>
              </a:rPr>
              <a:t>how long a user looks at specific elements on a screen</a:t>
            </a:r>
            <a:r>
              <a:rPr lang="en-GB" b="0" i="0" dirty="0">
                <a:solidFill>
                  <a:srgbClr val="374151"/>
                </a:solidFill>
                <a:effectLst/>
              </a:rPr>
              <a:t>.</a:t>
            </a:r>
          </a:p>
          <a:p>
            <a:pPr lvl="1"/>
            <a:r>
              <a:rPr lang="en-GB" dirty="0">
                <a:solidFill>
                  <a:srgbClr val="374151"/>
                </a:solidFill>
              </a:rPr>
              <a:t>What do they notice</a:t>
            </a:r>
          </a:p>
          <a:p>
            <a:pPr lvl="1"/>
            <a:r>
              <a:rPr lang="en-GB" b="0" i="0" dirty="0">
                <a:solidFill>
                  <a:srgbClr val="374151"/>
                </a:solidFill>
                <a:effectLst/>
              </a:rPr>
              <a:t>How long do they look at it</a:t>
            </a:r>
          </a:p>
          <a:p>
            <a:pPr lvl="1"/>
            <a:r>
              <a:rPr lang="en-GB" dirty="0">
                <a:solidFill>
                  <a:srgbClr val="374151"/>
                </a:solidFill>
              </a:rPr>
              <a:t>What do they see first</a:t>
            </a:r>
          </a:p>
          <a:p>
            <a:pPr lvl="1"/>
            <a:r>
              <a:rPr lang="en-GB" b="0" i="0" dirty="0">
                <a:solidFill>
                  <a:srgbClr val="374151"/>
                </a:solidFill>
                <a:effectLst/>
              </a:rPr>
              <a:t>What don’t they notice</a:t>
            </a:r>
          </a:p>
          <a:p>
            <a:pPr lvl="1"/>
            <a:endParaRPr lang="en-GB" dirty="0">
              <a:solidFill>
                <a:srgbClr val="374151"/>
              </a:solidFill>
            </a:endParaRPr>
          </a:p>
          <a:p>
            <a:pPr lvl="1"/>
            <a:r>
              <a:rPr lang="en-GB" dirty="0">
                <a:solidFill>
                  <a:srgbClr val="374151"/>
                </a:solidFill>
              </a:rPr>
              <a:t>Measurement of eye activity </a:t>
            </a:r>
          </a:p>
          <a:p>
            <a:endParaRPr lang="en-GB" dirty="0"/>
          </a:p>
        </p:txBody>
      </p:sp>
      <p:pic>
        <p:nvPicPr>
          <p:cNvPr id="7" name="Picture 6" descr="heatmap">
            <a:extLst>
              <a:ext uri="{FF2B5EF4-FFF2-40B4-BE49-F238E27FC236}">
                <a16:creationId xmlns:a16="http://schemas.microsoft.com/office/drawing/2014/main" id="{A33A4F31-BBEC-BA66-2213-9152687D8BED}"/>
              </a:ext>
            </a:extLst>
          </p:cNvPr>
          <p:cNvPicPr>
            <a:picLocks noChangeAspect="1"/>
          </p:cNvPicPr>
          <p:nvPr/>
        </p:nvPicPr>
        <p:blipFill>
          <a:blip r:embed="rId2"/>
          <a:stretch>
            <a:fillRect/>
          </a:stretch>
        </p:blipFill>
        <p:spPr>
          <a:xfrm>
            <a:off x="5957736" y="1724010"/>
            <a:ext cx="2808312" cy="2118179"/>
          </a:xfrm>
          <a:prstGeom prst="rect">
            <a:avLst/>
          </a:prstGeom>
        </p:spPr>
      </p:pic>
      <p:pic>
        <p:nvPicPr>
          <p:cNvPr id="9" name="Picture 8" descr="Scanpaths">
            <a:extLst>
              <a:ext uri="{FF2B5EF4-FFF2-40B4-BE49-F238E27FC236}">
                <a16:creationId xmlns:a16="http://schemas.microsoft.com/office/drawing/2014/main" id="{9B879321-807A-CDF4-F99F-E665B4CDDAD5}"/>
              </a:ext>
            </a:extLst>
          </p:cNvPr>
          <p:cNvPicPr>
            <a:picLocks noChangeAspect="1"/>
          </p:cNvPicPr>
          <p:nvPr/>
        </p:nvPicPr>
        <p:blipFill>
          <a:blip r:embed="rId3"/>
          <a:stretch>
            <a:fillRect/>
          </a:stretch>
        </p:blipFill>
        <p:spPr>
          <a:xfrm>
            <a:off x="5952428" y="4032689"/>
            <a:ext cx="2813620" cy="2139413"/>
          </a:xfrm>
          <a:prstGeom prst="rect">
            <a:avLst/>
          </a:prstGeom>
        </p:spPr>
      </p:pic>
      <p:pic>
        <p:nvPicPr>
          <p:cNvPr id="11" name="Picture 10">
            <a:extLst>
              <a:ext uri="{FF2B5EF4-FFF2-40B4-BE49-F238E27FC236}">
                <a16:creationId xmlns:a16="http://schemas.microsoft.com/office/drawing/2014/main" id="{DF5B978A-BD15-CC06-149C-E9A20E8CF23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44651" y="152496"/>
            <a:ext cx="773402" cy="693852"/>
          </a:xfrm>
          <a:prstGeom prst="rect">
            <a:avLst/>
          </a:prstGeom>
        </p:spPr>
      </p:pic>
      <p:sp>
        <p:nvSpPr>
          <p:cNvPr id="12" name="Footer Placeholder 11">
            <a:extLst>
              <a:ext uri="{FF2B5EF4-FFF2-40B4-BE49-F238E27FC236}">
                <a16:creationId xmlns:a16="http://schemas.microsoft.com/office/drawing/2014/main" id="{F5ADD5C0-D133-3900-5760-CDF7D19F45A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2721EADD-5963-305B-B69D-BF5A9684C0E8}"/>
              </a:ext>
            </a:extLst>
          </p:cNvPr>
          <p:cNvSpPr>
            <a:spLocks noGrp="1"/>
          </p:cNvSpPr>
          <p:nvPr>
            <p:ph type="sldNum" sz="quarter" idx="4"/>
          </p:nvPr>
        </p:nvSpPr>
        <p:spPr/>
        <p:txBody>
          <a:bodyPr/>
          <a:lstStyle/>
          <a:p>
            <a:fld id="{9FD7ECCF-50E7-4327-B945-FA93FF7B2BEF}" type="slidenum">
              <a:rPr lang="en-US" smtClean="0"/>
              <a:pPr/>
              <a:t>7</a:t>
            </a:fld>
            <a:r>
              <a:rPr lang="en-GB"/>
              <a:t>/51</a:t>
            </a:r>
            <a:endParaRPr lang="en-US" dirty="0"/>
          </a:p>
        </p:txBody>
      </p:sp>
    </p:spTree>
    <p:extLst>
      <p:ext uri="{BB962C8B-B14F-4D97-AF65-F5344CB8AC3E}">
        <p14:creationId xmlns:p14="http://schemas.microsoft.com/office/powerpoint/2010/main" val="414431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89206FE-E9F9-811D-BB2B-3B95C43B211E}"/>
              </a:ext>
            </a:extLst>
          </p:cNvPr>
          <p:cNvSpPr>
            <a:spLocks noGrp="1"/>
          </p:cNvSpPr>
          <p:nvPr>
            <p:ph type="title"/>
          </p:nvPr>
        </p:nvSpPr>
        <p:spPr/>
        <p:txBody>
          <a:bodyPr>
            <a:normAutofit/>
          </a:bodyPr>
          <a:lstStyle/>
          <a:p>
            <a:r>
              <a:rPr lang="en-GB" dirty="0"/>
              <a:t>Eye tracking in UX</a:t>
            </a:r>
          </a:p>
        </p:txBody>
      </p:sp>
      <p:sp>
        <p:nvSpPr>
          <p:cNvPr id="10" name="Content Placeholder 9">
            <a:extLst>
              <a:ext uri="{FF2B5EF4-FFF2-40B4-BE49-F238E27FC236}">
                <a16:creationId xmlns:a16="http://schemas.microsoft.com/office/drawing/2014/main" id="{C1E130DE-84E4-F0FA-E81C-FA1CAC14C955}"/>
              </a:ext>
            </a:extLst>
          </p:cNvPr>
          <p:cNvSpPr>
            <a:spLocks noGrp="1"/>
          </p:cNvSpPr>
          <p:nvPr>
            <p:ph sz="quarter" idx="1"/>
          </p:nvPr>
        </p:nvSpPr>
        <p:spPr>
          <a:xfrm>
            <a:off x="612648" y="1600199"/>
            <a:ext cx="8153400" cy="5141169"/>
          </a:xfrm>
        </p:spPr>
        <p:txBody>
          <a:bodyPr>
            <a:normAutofit fontScale="32500" lnSpcReduction="20000"/>
          </a:bodyPr>
          <a:lstStyle/>
          <a:p>
            <a:pPr marL="0" indent="0" algn="l">
              <a:buNone/>
            </a:pPr>
            <a:r>
              <a:rPr lang="en-GB" sz="6000" b="0" i="0" dirty="0">
                <a:solidFill>
                  <a:srgbClr val="374151"/>
                </a:solidFill>
                <a:effectLst/>
              </a:rPr>
              <a:t>This helps in understanding </a:t>
            </a:r>
            <a:r>
              <a:rPr lang="en-GB" sz="6000" b="1" i="0" dirty="0">
                <a:solidFill>
                  <a:srgbClr val="374151"/>
                </a:solidFill>
                <a:effectLst/>
              </a:rPr>
              <a:t>visual attention</a:t>
            </a:r>
            <a:r>
              <a:rPr lang="en-GB" sz="6000" b="0" i="0" dirty="0">
                <a:solidFill>
                  <a:srgbClr val="374151"/>
                </a:solidFill>
                <a:effectLst/>
              </a:rPr>
              <a:t>, </a:t>
            </a:r>
            <a:r>
              <a:rPr lang="en-GB" sz="6000" b="1" i="0" dirty="0">
                <a:solidFill>
                  <a:srgbClr val="374151"/>
                </a:solidFill>
                <a:effectLst/>
              </a:rPr>
              <a:t>focus</a:t>
            </a:r>
            <a:r>
              <a:rPr lang="en-GB" sz="6000" b="0" i="0" dirty="0">
                <a:solidFill>
                  <a:srgbClr val="374151"/>
                </a:solidFill>
                <a:effectLst/>
              </a:rPr>
              <a:t>, and </a:t>
            </a:r>
            <a:r>
              <a:rPr lang="en-GB" sz="6000" b="1" i="0" dirty="0">
                <a:solidFill>
                  <a:srgbClr val="374151"/>
                </a:solidFill>
                <a:effectLst/>
              </a:rPr>
              <a:t>navigation patterns </a:t>
            </a:r>
          </a:p>
          <a:p>
            <a:pPr marL="182563" indent="-182563" algn="l">
              <a:spcBef>
                <a:spcPts val="1200"/>
              </a:spcBef>
              <a:buFont typeface="+mj-lt"/>
              <a:buAutoNum type="arabicPeriod"/>
            </a:pPr>
            <a:r>
              <a:rPr lang="en-GB" sz="4400" b="1" i="0" dirty="0">
                <a:solidFill>
                  <a:srgbClr val="374151"/>
                </a:solidFill>
                <a:effectLst/>
              </a:rPr>
              <a:t>Gaze Patterns:</a:t>
            </a:r>
            <a:r>
              <a:rPr lang="en-GB" sz="4400" b="0" i="0" dirty="0">
                <a:solidFill>
                  <a:srgbClr val="374151"/>
                </a:solidFill>
                <a:effectLst/>
              </a:rPr>
              <a:t> </a:t>
            </a:r>
            <a:r>
              <a:rPr lang="en-GB" sz="4400" dirty="0">
                <a:solidFill>
                  <a:srgbClr val="374151"/>
                </a:solidFill>
              </a:rPr>
              <a:t>Eye-tracking</a:t>
            </a:r>
            <a:r>
              <a:rPr lang="en-GB" sz="4400" b="0" i="0" dirty="0">
                <a:solidFill>
                  <a:srgbClr val="374151"/>
                </a:solidFill>
                <a:effectLst/>
              </a:rPr>
              <a:t> reveals the specific areas of a screen that users focus on, how long they dwell on particular elements, and the sequence in which they view different parts of a webpage or interface.</a:t>
            </a:r>
          </a:p>
          <a:p>
            <a:pPr marL="182563" indent="-182563" algn="l">
              <a:spcBef>
                <a:spcPts val="1200"/>
              </a:spcBef>
              <a:buFont typeface="+mj-lt"/>
              <a:buAutoNum type="arabicPeriod"/>
            </a:pPr>
            <a:r>
              <a:rPr lang="en-GB" sz="4400" b="1" i="0" dirty="0">
                <a:solidFill>
                  <a:srgbClr val="374151"/>
                </a:solidFill>
                <a:effectLst/>
              </a:rPr>
              <a:t>Heatmaps:</a:t>
            </a:r>
            <a:r>
              <a:rPr lang="en-GB" sz="4400" b="0" i="0" dirty="0">
                <a:solidFill>
                  <a:srgbClr val="374151"/>
                </a:solidFill>
                <a:effectLst/>
              </a:rPr>
              <a:t> By aggregating gaze data from multiple users, heatmaps are generated to visualize areas of high and low visual attention. This helps identify which areas draw the most attention or are being overlooked.</a:t>
            </a:r>
          </a:p>
          <a:p>
            <a:pPr marL="182563" indent="-182563" algn="l">
              <a:spcBef>
                <a:spcPts val="1200"/>
              </a:spcBef>
              <a:buFont typeface="+mj-lt"/>
              <a:buAutoNum type="arabicPeriod"/>
            </a:pPr>
            <a:r>
              <a:rPr lang="en-GB" sz="4400" b="1" i="0" dirty="0">
                <a:solidFill>
                  <a:srgbClr val="374151"/>
                </a:solidFill>
                <a:effectLst/>
              </a:rPr>
              <a:t>Navigation and Information Processing:</a:t>
            </a:r>
            <a:r>
              <a:rPr lang="en-GB" sz="4400" b="0" i="0" dirty="0">
                <a:solidFill>
                  <a:srgbClr val="374151"/>
                </a:solidFill>
                <a:effectLst/>
              </a:rPr>
              <a:t> Eye-tracking studies can reveal how users navigate through menus, buttons, or content hierarchies. It helps in understanding how users scan information, process it, and make decisions.</a:t>
            </a:r>
          </a:p>
          <a:p>
            <a:pPr marL="182563" indent="-182563" algn="l">
              <a:spcBef>
                <a:spcPts val="1200"/>
              </a:spcBef>
              <a:buFont typeface="+mj-lt"/>
              <a:buAutoNum type="arabicPeriod"/>
            </a:pPr>
            <a:r>
              <a:rPr lang="en-GB" sz="4400" b="1" i="0" dirty="0">
                <a:solidFill>
                  <a:srgbClr val="374151"/>
                </a:solidFill>
                <a:effectLst/>
              </a:rPr>
              <a:t>Usability and Design Evaluation:</a:t>
            </a:r>
            <a:r>
              <a:rPr lang="en-GB" sz="4400" b="0" i="0" dirty="0">
                <a:solidFill>
                  <a:srgbClr val="374151"/>
                </a:solidFill>
                <a:effectLst/>
              </a:rPr>
              <a:t> It helps in evaluating the effectiveness of design layouts, identifying areas of confusion or distraction, and optimizing the placement of elements for better user engagement.</a:t>
            </a:r>
          </a:p>
          <a:p>
            <a:pPr marL="182563" indent="-182563" algn="l">
              <a:spcBef>
                <a:spcPts val="1200"/>
              </a:spcBef>
              <a:buFont typeface="+mj-lt"/>
              <a:buAutoNum type="arabicPeriod"/>
            </a:pPr>
            <a:r>
              <a:rPr lang="en-GB" sz="4400" b="1" i="0" dirty="0">
                <a:solidFill>
                  <a:srgbClr val="374151"/>
                </a:solidFill>
                <a:effectLst/>
              </a:rPr>
              <a:t>Visual Hierarchy:</a:t>
            </a:r>
            <a:r>
              <a:rPr lang="en-GB" sz="4400" b="0" i="0" dirty="0">
                <a:solidFill>
                  <a:srgbClr val="374151"/>
                </a:solidFill>
                <a:effectLst/>
              </a:rPr>
              <a:t> Eye tracking assists in understanding how users perceive the visual hierarchy of a design—what elements stand out, how they prioritize information, and what draws their attention first.</a:t>
            </a:r>
          </a:p>
          <a:p>
            <a:pPr marL="182563" indent="-182563" algn="l">
              <a:spcBef>
                <a:spcPts val="1200"/>
              </a:spcBef>
              <a:buFont typeface="+mj-lt"/>
              <a:buAutoNum type="arabicPeriod"/>
            </a:pPr>
            <a:r>
              <a:rPr lang="en-GB" sz="4400" b="1" i="0" dirty="0">
                <a:solidFill>
                  <a:srgbClr val="374151"/>
                </a:solidFill>
                <a:effectLst/>
              </a:rPr>
              <a:t>Attention and Engagement:</a:t>
            </a:r>
            <a:r>
              <a:rPr lang="en-GB" sz="4400" b="0" i="0" dirty="0">
                <a:solidFill>
                  <a:srgbClr val="374151"/>
                </a:solidFill>
                <a:effectLst/>
              </a:rPr>
              <a:t> It provides insights into user engagement levels by measuring the duration and frequency of fixations on specific elements. This helps in assessing user interest and involvement.</a:t>
            </a:r>
          </a:p>
          <a:p>
            <a:pPr marL="182563" indent="-182563" algn="l">
              <a:spcBef>
                <a:spcPts val="1200"/>
              </a:spcBef>
              <a:buFont typeface="+mj-lt"/>
              <a:buAutoNum type="arabicPeriod"/>
            </a:pPr>
            <a:r>
              <a:rPr lang="en-GB" sz="4400" b="1" i="0" dirty="0">
                <a:solidFill>
                  <a:srgbClr val="374151"/>
                </a:solidFill>
                <a:effectLst/>
              </a:rPr>
              <a:t>Comparative Studies:</a:t>
            </a:r>
            <a:r>
              <a:rPr lang="en-GB" sz="4400" b="0" i="0" dirty="0">
                <a:solidFill>
                  <a:srgbClr val="374151"/>
                </a:solidFill>
                <a:effectLst/>
              </a:rPr>
              <a:t> Eye tracking can compare different design variations to determine which version performs better in terms of attracting and retaining user attention.</a:t>
            </a:r>
            <a:endParaRPr lang="en-GB" sz="4000" dirty="0"/>
          </a:p>
        </p:txBody>
      </p:sp>
      <p:pic>
        <p:nvPicPr>
          <p:cNvPr id="11" name="Picture 10">
            <a:extLst>
              <a:ext uri="{FF2B5EF4-FFF2-40B4-BE49-F238E27FC236}">
                <a16:creationId xmlns:a16="http://schemas.microsoft.com/office/drawing/2014/main" id="{9912718F-A50F-9825-74E1-1A5B84FD19E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44651" y="152496"/>
            <a:ext cx="773402" cy="693852"/>
          </a:xfrm>
          <a:prstGeom prst="rect">
            <a:avLst/>
          </a:prstGeom>
        </p:spPr>
      </p:pic>
      <p:sp>
        <p:nvSpPr>
          <p:cNvPr id="12" name="Footer Placeholder 11">
            <a:extLst>
              <a:ext uri="{FF2B5EF4-FFF2-40B4-BE49-F238E27FC236}">
                <a16:creationId xmlns:a16="http://schemas.microsoft.com/office/drawing/2014/main" id="{9B45F58E-0F8E-6B4F-6F89-8EDF626824D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7ED3B246-5C93-4763-0881-0EB39C9DD345}"/>
              </a:ext>
            </a:extLst>
          </p:cNvPr>
          <p:cNvSpPr>
            <a:spLocks noGrp="1"/>
          </p:cNvSpPr>
          <p:nvPr>
            <p:ph type="sldNum" sz="quarter" idx="4"/>
          </p:nvPr>
        </p:nvSpPr>
        <p:spPr/>
        <p:txBody>
          <a:bodyPr/>
          <a:lstStyle/>
          <a:p>
            <a:fld id="{9FD7ECCF-50E7-4327-B945-FA93FF7B2BEF}" type="slidenum">
              <a:rPr lang="en-US" smtClean="0"/>
              <a:pPr/>
              <a:t>8</a:t>
            </a:fld>
            <a:r>
              <a:rPr lang="en-GB"/>
              <a:t>/51</a:t>
            </a:r>
            <a:endParaRPr lang="en-US" dirty="0"/>
          </a:p>
        </p:txBody>
      </p:sp>
    </p:spTree>
    <p:extLst>
      <p:ext uri="{BB962C8B-B14F-4D97-AF65-F5344CB8AC3E}">
        <p14:creationId xmlns:p14="http://schemas.microsoft.com/office/powerpoint/2010/main" val="3446343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30EEA-9058-9FCB-AF5E-475BE25677C9}"/>
              </a:ext>
            </a:extLst>
          </p:cNvPr>
          <p:cNvSpPr>
            <a:spLocks noGrp="1"/>
          </p:cNvSpPr>
          <p:nvPr>
            <p:ph type="title"/>
          </p:nvPr>
        </p:nvSpPr>
        <p:spPr/>
        <p:txBody>
          <a:bodyPr/>
          <a:lstStyle/>
          <a:p>
            <a:r>
              <a:rPr lang="en-GB" dirty="0" err="1"/>
              <a:t>Scanpaths</a:t>
            </a:r>
            <a:r>
              <a:rPr lang="en-GB" dirty="0"/>
              <a:t> and heatmaps</a:t>
            </a:r>
          </a:p>
        </p:txBody>
      </p:sp>
      <p:sp>
        <p:nvSpPr>
          <p:cNvPr id="3" name="Content Placeholder 2">
            <a:extLst>
              <a:ext uri="{FF2B5EF4-FFF2-40B4-BE49-F238E27FC236}">
                <a16:creationId xmlns:a16="http://schemas.microsoft.com/office/drawing/2014/main" id="{C13C437C-EA88-FE0D-C46C-3AAB70BEEAB3}"/>
              </a:ext>
            </a:extLst>
          </p:cNvPr>
          <p:cNvSpPr>
            <a:spLocks noGrp="1"/>
          </p:cNvSpPr>
          <p:nvPr>
            <p:ph sz="quarter" idx="1"/>
          </p:nvPr>
        </p:nvSpPr>
        <p:spPr>
          <a:xfrm>
            <a:off x="1619672" y="2009683"/>
            <a:ext cx="2961954" cy="4151884"/>
          </a:xfrm>
        </p:spPr>
        <p:txBody>
          <a:bodyPr>
            <a:normAutofit lnSpcReduction="10000"/>
          </a:bodyPr>
          <a:lstStyle/>
          <a:p>
            <a:pPr algn="l"/>
            <a:r>
              <a:rPr lang="en-GB" sz="1800" b="0" i="0" u="none" strike="noStrike" baseline="0" dirty="0" err="1">
                <a:solidFill>
                  <a:srgbClr val="5F5F5F"/>
                </a:solidFill>
                <a:latin typeface="OpenSans-Light"/>
              </a:rPr>
              <a:t>Scanpaths</a:t>
            </a:r>
            <a:r>
              <a:rPr lang="en-GB" sz="1800" b="0" i="0" u="none" strike="noStrike" baseline="0" dirty="0">
                <a:solidFill>
                  <a:srgbClr val="5F5F5F"/>
                </a:solidFill>
                <a:latin typeface="OpenSans-Light"/>
              </a:rPr>
              <a:t> show the </a:t>
            </a:r>
            <a:r>
              <a:rPr lang="en-GB" sz="1800" b="1" i="0" u="none" strike="noStrike" baseline="0" dirty="0">
                <a:solidFill>
                  <a:srgbClr val="5F5F5F"/>
                </a:solidFill>
                <a:latin typeface="OpenSans-Bold"/>
              </a:rPr>
              <a:t>individual </a:t>
            </a:r>
            <a:r>
              <a:rPr lang="en-GB" sz="1800" b="0" i="0" u="none" strike="noStrike" baseline="0" dirty="0">
                <a:solidFill>
                  <a:srgbClr val="5F5F5F"/>
                </a:solidFill>
                <a:latin typeface="OpenSans-Light"/>
              </a:rPr>
              <a:t>respondent’s eye tracking data.</a:t>
            </a:r>
          </a:p>
          <a:p>
            <a:pPr algn="l"/>
            <a:r>
              <a:rPr lang="en-GB" sz="1800" b="0" i="0" u="none" strike="noStrike" baseline="0" dirty="0">
                <a:solidFill>
                  <a:srgbClr val="5F5F5F"/>
                </a:solidFill>
                <a:latin typeface="OpenSans-Light"/>
              </a:rPr>
              <a:t>Tell you the order in which a single person explored the content.</a:t>
            </a:r>
          </a:p>
          <a:p>
            <a:pPr algn="l"/>
            <a:r>
              <a:rPr lang="en-GB" sz="1800" b="0" i="0" u="none" strike="noStrike" baseline="0" dirty="0">
                <a:solidFill>
                  <a:srgbClr val="5F5F5F"/>
                </a:solidFill>
                <a:latin typeface="OpenSans-Light"/>
              </a:rPr>
              <a:t>Help understand the individual user journey.</a:t>
            </a:r>
          </a:p>
          <a:p>
            <a:pPr algn="l"/>
            <a:r>
              <a:rPr lang="en-GB" sz="1800" b="0" i="0" u="none" strike="noStrike" baseline="0" dirty="0">
                <a:solidFill>
                  <a:srgbClr val="5F5F5F"/>
                </a:solidFill>
                <a:latin typeface="OpenSans-Light"/>
              </a:rPr>
              <a:t>Carry information about </a:t>
            </a:r>
            <a:r>
              <a:rPr lang="en-GB" sz="1800" b="1" i="0" u="none" strike="noStrike" baseline="0" dirty="0">
                <a:solidFill>
                  <a:srgbClr val="5F5F5F"/>
                </a:solidFill>
                <a:latin typeface="OpenSans-Bold"/>
              </a:rPr>
              <a:t>sequences</a:t>
            </a:r>
            <a:r>
              <a:rPr lang="en-GB" sz="1800" b="0" i="0" u="none" strike="noStrike" baseline="0" dirty="0">
                <a:solidFill>
                  <a:srgbClr val="5F5F5F"/>
                </a:solidFill>
                <a:latin typeface="OpenSans-Light"/>
              </a:rPr>
              <a:t>, but only at the individual level.</a:t>
            </a:r>
          </a:p>
          <a:p>
            <a:pPr algn="l"/>
            <a:r>
              <a:rPr lang="en-GB" sz="1800" b="0" i="0" u="none" strike="noStrike" baseline="0" dirty="0">
                <a:solidFill>
                  <a:srgbClr val="5F5F5F"/>
                </a:solidFill>
                <a:latin typeface="OpenSans-Light"/>
              </a:rPr>
              <a:t>Can be reviewed dynamically as well as a static gaze plot.</a:t>
            </a:r>
            <a:endParaRPr lang="en-GB" dirty="0"/>
          </a:p>
        </p:txBody>
      </p:sp>
      <p:sp>
        <p:nvSpPr>
          <p:cNvPr id="4" name="Content Placeholder 3">
            <a:extLst>
              <a:ext uri="{FF2B5EF4-FFF2-40B4-BE49-F238E27FC236}">
                <a16:creationId xmlns:a16="http://schemas.microsoft.com/office/drawing/2014/main" id="{B34FBABF-1166-D6C0-3806-EA381664B472}"/>
              </a:ext>
            </a:extLst>
          </p:cNvPr>
          <p:cNvSpPr>
            <a:spLocks noGrp="1"/>
          </p:cNvSpPr>
          <p:nvPr>
            <p:ph sz="quarter" idx="2"/>
          </p:nvPr>
        </p:nvSpPr>
        <p:spPr>
          <a:xfrm>
            <a:off x="6231877" y="2009681"/>
            <a:ext cx="2732611" cy="4151885"/>
          </a:xfrm>
        </p:spPr>
        <p:txBody>
          <a:bodyPr>
            <a:normAutofit lnSpcReduction="10000"/>
          </a:bodyPr>
          <a:lstStyle/>
          <a:p>
            <a:pPr algn="l"/>
            <a:r>
              <a:rPr lang="en-GB" sz="1800" b="0" i="0" u="none" strike="noStrike" baseline="0" dirty="0">
                <a:solidFill>
                  <a:srgbClr val="5F5F5F"/>
                </a:solidFill>
                <a:latin typeface="OpenSans-Light"/>
              </a:rPr>
              <a:t>Heatmaps are an </a:t>
            </a:r>
            <a:r>
              <a:rPr lang="en-GB" sz="1800" b="1" i="0" u="none" strike="noStrike" baseline="0" dirty="0">
                <a:solidFill>
                  <a:srgbClr val="5F5F5F"/>
                </a:solidFill>
                <a:latin typeface="OpenSans-Bold"/>
              </a:rPr>
              <a:t>aggregation</a:t>
            </a:r>
            <a:r>
              <a:rPr lang="en-GB" sz="1800" b="0" i="0" u="none" strike="noStrike" baseline="0" dirty="0">
                <a:solidFill>
                  <a:srgbClr val="5F5F5F"/>
                </a:solidFill>
                <a:latin typeface="OpenSans-Light"/>
              </a:rPr>
              <a:t>, the sum of all respondents’ eye tracking data.</a:t>
            </a:r>
          </a:p>
          <a:p>
            <a:pPr algn="l"/>
            <a:r>
              <a:rPr lang="en-GB" sz="1800" b="0" i="0" u="none" strike="noStrike" baseline="0" dirty="0">
                <a:solidFill>
                  <a:srgbClr val="5F5F5F"/>
                </a:solidFill>
                <a:latin typeface="OpenSans-Light"/>
              </a:rPr>
              <a:t>Tell you where most attention was paid to.</a:t>
            </a:r>
          </a:p>
          <a:p>
            <a:pPr algn="l"/>
            <a:r>
              <a:rPr lang="en-GB" sz="1800" b="0" i="0" u="none" strike="noStrike" baseline="0" dirty="0">
                <a:solidFill>
                  <a:srgbClr val="5F5F5F"/>
                </a:solidFill>
                <a:latin typeface="OpenSans-Light"/>
              </a:rPr>
              <a:t>No information about quantities or sequences.</a:t>
            </a:r>
          </a:p>
          <a:p>
            <a:pPr algn="l"/>
            <a:r>
              <a:rPr lang="en-GB" sz="1800" b="0" i="0" u="none" strike="noStrike" baseline="0" dirty="0">
                <a:solidFill>
                  <a:srgbClr val="5F5F5F"/>
                </a:solidFill>
                <a:latin typeface="OpenSans-Light"/>
              </a:rPr>
              <a:t>Purely </a:t>
            </a:r>
            <a:r>
              <a:rPr lang="en-GB" sz="1800" b="1" i="0" u="none" strike="noStrike" baseline="0" dirty="0">
                <a:solidFill>
                  <a:srgbClr val="5F5F5F"/>
                </a:solidFill>
                <a:latin typeface="OpenSans-Bold"/>
              </a:rPr>
              <a:t>qualitative </a:t>
            </a:r>
            <a:r>
              <a:rPr lang="en-GB" sz="1800" b="0" i="0" u="none" strike="noStrike" baseline="0" dirty="0">
                <a:solidFill>
                  <a:srgbClr val="5F5F5F"/>
                </a:solidFill>
                <a:latin typeface="OpenSans-Light"/>
              </a:rPr>
              <a:t>visualization.</a:t>
            </a:r>
            <a:endParaRPr lang="en-GB" dirty="0"/>
          </a:p>
        </p:txBody>
      </p:sp>
      <p:pic>
        <p:nvPicPr>
          <p:cNvPr id="8" name="Picture 7" descr="Scanpaths">
            <a:extLst>
              <a:ext uri="{FF2B5EF4-FFF2-40B4-BE49-F238E27FC236}">
                <a16:creationId xmlns:a16="http://schemas.microsoft.com/office/drawing/2014/main" id="{7A5751B6-C4D9-83A9-F5E9-71D9A5CF0C88}"/>
              </a:ext>
            </a:extLst>
          </p:cNvPr>
          <p:cNvPicPr>
            <a:picLocks noChangeAspect="1"/>
          </p:cNvPicPr>
          <p:nvPr/>
        </p:nvPicPr>
        <p:blipFill>
          <a:blip r:embed="rId2"/>
          <a:stretch>
            <a:fillRect/>
          </a:stretch>
        </p:blipFill>
        <p:spPr>
          <a:xfrm>
            <a:off x="70800" y="2604938"/>
            <a:ext cx="1548871" cy="2196581"/>
          </a:xfrm>
          <a:prstGeom prst="rect">
            <a:avLst/>
          </a:prstGeom>
        </p:spPr>
      </p:pic>
      <p:pic>
        <p:nvPicPr>
          <p:cNvPr id="10" name="Picture 9" descr="Heatmaps">
            <a:extLst>
              <a:ext uri="{FF2B5EF4-FFF2-40B4-BE49-F238E27FC236}">
                <a16:creationId xmlns:a16="http://schemas.microsoft.com/office/drawing/2014/main" id="{0A3CBC32-1E80-DA57-2422-EEB873478885}"/>
              </a:ext>
            </a:extLst>
          </p:cNvPr>
          <p:cNvPicPr>
            <a:picLocks noChangeAspect="1"/>
          </p:cNvPicPr>
          <p:nvPr/>
        </p:nvPicPr>
        <p:blipFill>
          <a:blip r:embed="rId3"/>
          <a:stretch>
            <a:fillRect/>
          </a:stretch>
        </p:blipFill>
        <p:spPr>
          <a:xfrm>
            <a:off x="4462430" y="2393118"/>
            <a:ext cx="1872498" cy="2620220"/>
          </a:xfrm>
          <a:prstGeom prst="rect">
            <a:avLst/>
          </a:prstGeom>
        </p:spPr>
      </p:pic>
      <p:sp>
        <p:nvSpPr>
          <p:cNvPr id="11" name="TextBox 10">
            <a:extLst>
              <a:ext uri="{FF2B5EF4-FFF2-40B4-BE49-F238E27FC236}">
                <a16:creationId xmlns:a16="http://schemas.microsoft.com/office/drawing/2014/main" id="{7B7E118D-17CB-FB52-09CD-A5CE65F03D99}"/>
              </a:ext>
            </a:extLst>
          </p:cNvPr>
          <p:cNvSpPr txBox="1"/>
          <p:nvPr/>
        </p:nvSpPr>
        <p:spPr>
          <a:xfrm>
            <a:off x="609600" y="1576939"/>
            <a:ext cx="6041282" cy="400110"/>
          </a:xfrm>
          <a:prstGeom prst="rect">
            <a:avLst/>
          </a:prstGeom>
          <a:noFill/>
        </p:spPr>
        <p:txBody>
          <a:bodyPr wrap="square" rtlCol="0">
            <a:spAutoFit/>
          </a:bodyPr>
          <a:lstStyle/>
          <a:p>
            <a:r>
              <a:rPr lang="en-GB" sz="2000" b="0" i="0" u="none" strike="noStrike" baseline="0" dirty="0">
                <a:solidFill>
                  <a:schemeClr val="accent2">
                    <a:lumMod val="75000"/>
                  </a:schemeClr>
                </a:solidFill>
                <a:latin typeface="+mn-lt"/>
              </a:rPr>
              <a:t>Individual vs. aggregated data</a:t>
            </a:r>
            <a:endParaRPr lang="en-GB" sz="2800" dirty="0">
              <a:solidFill>
                <a:schemeClr val="accent2">
                  <a:lumMod val="75000"/>
                </a:schemeClr>
              </a:solidFill>
              <a:latin typeface="+mn-lt"/>
            </a:endParaRPr>
          </a:p>
        </p:txBody>
      </p:sp>
      <p:pic>
        <p:nvPicPr>
          <p:cNvPr id="12" name="Picture 11">
            <a:extLst>
              <a:ext uri="{FF2B5EF4-FFF2-40B4-BE49-F238E27FC236}">
                <a16:creationId xmlns:a16="http://schemas.microsoft.com/office/drawing/2014/main" id="{26F6CF93-07CD-DE71-CBBD-EA037474A9B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44651" y="152496"/>
            <a:ext cx="773402" cy="693852"/>
          </a:xfrm>
          <a:prstGeom prst="rect">
            <a:avLst/>
          </a:prstGeom>
        </p:spPr>
      </p:pic>
      <p:sp>
        <p:nvSpPr>
          <p:cNvPr id="13" name="Date Placeholder 12">
            <a:extLst>
              <a:ext uri="{FF2B5EF4-FFF2-40B4-BE49-F238E27FC236}">
                <a16:creationId xmlns:a16="http://schemas.microsoft.com/office/drawing/2014/main" id="{1C4197C8-1825-E97D-8F98-2749F3624817}"/>
              </a:ext>
            </a:extLst>
          </p:cNvPr>
          <p:cNvSpPr>
            <a:spLocks noGrp="1"/>
          </p:cNvSpPr>
          <p:nvPr>
            <p:ph type="dt" sz="half" idx="10"/>
          </p:nvPr>
        </p:nvSpPr>
        <p:spPr/>
        <p:txBody>
          <a:bodyPr/>
          <a:lstStyle/>
          <a:p>
            <a:endParaRPr lang="en-US" dirty="0"/>
          </a:p>
        </p:txBody>
      </p:sp>
      <p:sp>
        <p:nvSpPr>
          <p:cNvPr id="14" name="Footer Placeholder 13">
            <a:extLst>
              <a:ext uri="{FF2B5EF4-FFF2-40B4-BE49-F238E27FC236}">
                <a16:creationId xmlns:a16="http://schemas.microsoft.com/office/drawing/2014/main" id="{4B4F8E9B-6BC2-6F21-ED88-8F4EB393105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D7277FD0-6AAA-AC59-F9E9-0B72BCE8F92B}"/>
              </a:ext>
            </a:extLst>
          </p:cNvPr>
          <p:cNvSpPr>
            <a:spLocks noGrp="1"/>
          </p:cNvSpPr>
          <p:nvPr>
            <p:ph type="sldNum" sz="quarter" idx="4"/>
          </p:nvPr>
        </p:nvSpPr>
        <p:spPr/>
        <p:txBody>
          <a:bodyPr/>
          <a:lstStyle/>
          <a:p>
            <a:fld id="{9FD7ECCF-50E7-4327-B945-FA93FF7B2BEF}" type="slidenum">
              <a:rPr lang="en-US" smtClean="0"/>
              <a:pPr/>
              <a:t>9</a:t>
            </a:fld>
            <a:r>
              <a:rPr lang="en-GB"/>
              <a:t>/51</a:t>
            </a:r>
            <a:endParaRPr lang="en-US" dirty="0"/>
          </a:p>
        </p:txBody>
      </p:sp>
    </p:spTree>
    <p:extLst>
      <p:ext uri="{BB962C8B-B14F-4D97-AF65-F5344CB8AC3E}">
        <p14:creationId xmlns:p14="http://schemas.microsoft.com/office/powerpoint/2010/main" val="827552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957AB-7B20-EE2D-3588-E7FBDD0FCEA7}"/>
              </a:ext>
            </a:extLst>
          </p:cNvPr>
          <p:cNvSpPr>
            <a:spLocks noGrp="1"/>
          </p:cNvSpPr>
          <p:nvPr>
            <p:ph type="title"/>
          </p:nvPr>
        </p:nvSpPr>
        <p:spPr/>
        <p:txBody>
          <a:bodyPr/>
          <a:lstStyle/>
          <a:p>
            <a:r>
              <a:rPr lang="en-GB" dirty="0"/>
              <a:t>Eye tracking metrics</a:t>
            </a:r>
          </a:p>
        </p:txBody>
      </p:sp>
      <p:sp>
        <p:nvSpPr>
          <p:cNvPr id="3" name="Content Placeholder 2">
            <a:extLst>
              <a:ext uri="{FF2B5EF4-FFF2-40B4-BE49-F238E27FC236}">
                <a16:creationId xmlns:a16="http://schemas.microsoft.com/office/drawing/2014/main" id="{AC4F9842-515A-645D-CF41-00264445180E}"/>
              </a:ext>
            </a:extLst>
          </p:cNvPr>
          <p:cNvSpPr>
            <a:spLocks noGrp="1"/>
          </p:cNvSpPr>
          <p:nvPr>
            <p:ph sz="quarter" idx="1"/>
          </p:nvPr>
        </p:nvSpPr>
        <p:spPr>
          <a:xfrm>
            <a:off x="612648" y="1600200"/>
            <a:ext cx="3959352" cy="4495800"/>
          </a:xfrm>
        </p:spPr>
        <p:txBody>
          <a:bodyPr>
            <a:normAutofit fontScale="70000" lnSpcReduction="20000"/>
          </a:bodyPr>
          <a:lstStyle/>
          <a:p>
            <a:r>
              <a:rPr lang="en-GB" dirty="0"/>
              <a:t>What are common AOI (Ares of Interest) metrics and what do they mean?</a:t>
            </a:r>
          </a:p>
          <a:p>
            <a:pPr lvl="1"/>
            <a:r>
              <a:rPr lang="en-GB" b="1" dirty="0">
                <a:solidFill>
                  <a:schemeClr val="accent2">
                    <a:lumMod val="75000"/>
                  </a:schemeClr>
                </a:solidFill>
              </a:rPr>
              <a:t>Time to first fixation (TTFF)/ Hit time</a:t>
            </a:r>
            <a:r>
              <a:rPr lang="en-GB" dirty="0"/>
              <a:t>: Time lapse until the AOI was seen the first time</a:t>
            </a:r>
          </a:p>
          <a:p>
            <a:pPr lvl="1"/>
            <a:r>
              <a:rPr lang="en-GB" b="1" dirty="0">
                <a:solidFill>
                  <a:schemeClr val="accent2">
                    <a:lumMod val="75000"/>
                  </a:schemeClr>
                </a:solidFill>
              </a:rPr>
              <a:t>Dwell time</a:t>
            </a:r>
            <a:r>
              <a:rPr lang="en-GB" dirty="0"/>
              <a:t>: Time spent looking at the AOI</a:t>
            </a:r>
          </a:p>
          <a:p>
            <a:pPr lvl="1"/>
            <a:r>
              <a:rPr lang="en-GB" b="1" dirty="0">
                <a:solidFill>
                  <a:schemeClr val="accent2">
                    <a:lumMod val="75000"/>
                  </a:schemeClr>
                </a:solidFill>
              </a:rPr>
              <a:t>Fixation counts </a:t>
            </a:r>
            <a:r>
              <a:rPr lang="en-GB" dirty="0"/>
              <a:t>and average duration of fixation: How many fixations it took to take in information, and how long they were</a:t>
            </a:r>
          </a:p>
          <a:p>
            <a:pPr lvl="1"/>
            <a:r>
              <a:rPr lang="en-GB" b="1" dirty="0">
                <a:solidFill>
                  <a:schemeClr val="accent2">
                    <a:lumMod val="75000"/>
                  </a:schemeClr>
                </a:solidFill>
              </a:rPr>
              <a:t>Revisits</a:t>
            </a:r>
            <a:r>
              <a:rPr lang="en-GB" dirty="0"/>
              <a:t>: How often respondents looked back to the AOI</a:t>
            </a:r>
          </a:p>
          <a:p>
            <a:pPr lvl="1"/>
            <a:r>
              <a:rPr lang="en-GB" b="1" dirty="0">
                <a:solidFill>
                  <a:schemeClr val="accent2">
                    <a:lumMod val="75000"/>
                  </a:schemeClr>
                </a:solidFill>
              </a:rPr>
              <a:t>Ratio</a:t>
            </a:r>
            <a:r>
              <a:rPr lang="en-GB" dirty="0"/>
              <a:t>: Percentage of respondents who looked at the AOI at all</a:t>
            </a:r>
          </a:p>
          <a:p>
            <a:pPr lvl="1"/>
            <a:endParaRPr lang="en-GB" dirty="0"/>
          </a:p>
        </p:txBody>
      </p:sp>
      <p:pic>
        <p:nvPicPr>
          <p:cNvPr id="6" name="Picture 5">
            <a:extLst>
              <a:ext uri="{FF2B5EF4-FFF2-40B4-BE49-F238E27FC236}">
                <a16:creationId xmlns:a16="http://schemas.microsoft.com/office/drawing/2014/main" id="{2FD40249-712B-81D3-68B9-691C3090BED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144651" y="152496"/>
            <a:ext cx="773402" cy="693852"/>
          </a:xfrm>
          <a:prstGeom prst="rect">
            <a:avLst/>
          </a:prstGeom>
        </p:spPr>
      </p:pic>
      <p:sp>
        <p:nvSpPr>
          <p:cNvPr id="7" name="Footer Placeholder 6">
            <a:extLst>
              <a:ext uri="{FF2B5EF4-FFF2-40B4-BE49-F238E27FC236}">
                <a16:creationId xmlns:a16="http://schemas.microsoft.com/office/drawing/2014/main" id="{F47A840B-B1E7-F5AD-20E1-E20EB7F41A2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809F852A-A022-D819-B57D-9076F5C24FE6}"/>
              </a:ext>
            </a:extLst>
          </p:cNvPr>
          <p:cNvSpPr>
            <a:spLocks noGrp="1"/>
          </p:cNvSpPr>
          <p:nvPr>
            <p:ph type="sldNum" sz="quarter" idx="4"/>
          </p:nvPr>
        </p:nvSpPr>
        <p:spPr/>
        <p:txBody>
          <a:bodyPr/>
          <a:lstStyle/>
          <a:p>
            <a:fld id="{9FD7ECCF-50E7-4327-B945-FA93FF7B2BEF}" type="slidenum">
              <a:rPr lang="en-US" smtClean="0"/>
              <a:pPr/>
              <a:t>10</a:t>
            </a:fld>
            <a:r>
              <a:rPr lang="en-GB"/>
              <a:t>/51</a:t>
            </a:r>
            <a:endParaRPr lang="en-US" dirty="0"/>
          </a:p>
        </p:txBody>
      </p:sp>
      <p:pic>
        <p:nvPicPr>
          <p:cNvPr id="12" name="Picture 11" descr="Fixation sequences">
            <a:extLst>
              <a:ext uri="{FF2B5EF4-FFF2-40B4-BE49-F238E27FC236}">
                <a16:creationId xmlns:a16="http://schemas.microsoft.com/office/drawing/2014/main" id="{5C4CCD79-A8B2-2EC2-DF27-171A2A27DAF4}"/>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4697535" y="2996952"/>
            <a:ext cx="2218707" cy="2030478"/>
          </a:xfrm>
          <a:prstGeom prst="rect">
            <a:avLst/>
          </a:prstGeom>
        </p:spPr>
      </p:pic>
      <p:pic>
        <p:nvPicPr>
          <p:cNvPr id="14" name="Picture 13" descr="Heat maps">
            <a:extLst>
              <a:ext uri="{FF2B5EF4-FFF2-40B4-BE49-F238E27FC236}">
                <a16:creationId xmlns:a16="http://schemas.microsoft.com/office/drawing/2014/main" id="{F7F8AE8D-28C8-C0A0-7372-1425B8B58DD3}"/>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6660232" y="4149080"/>
            <a:ext cx="2160240" cy="2053977"/>
          </a:xfrm>
          <a:prstGeom prst="rect">
            <a:avLst/>
          </a:prstGeom>
        </p:spPr>
      </p:pic>
      <p:pic>
        <p:nvPicPr>
          <p:cNvPr id="10" name="Picture 9" descr="Time to first fixation (TTFF)/ Hit time">
            <a:extLst>
              <a:ext uri="{FF2B5EF4-FFF2-40B4-BE49-F238E27FC236}">
                <a16:creationId xmlns:a16="http://schemas.microsoft.com/office/drawing/2014/main" id="{3DBC8C71-09A8-EB7C-B201-B6B7A674C3FC}"/>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6660232" y="1604639"/>
            <a:ext cx="2160240" cy="2038922"/>
          </a:xfrm>
          <a:prstGeom prst="rect">
            <a:avLst/>
          </a:prstGeom>
        </p:spPr>
      </p:pic>
    </p:spTree>
    <p:extLst>
      <p:ext uri="{BB962C8B-B14F-4D97-AF65-F5344CB8AC3E}">
        <p14:creationId xmlns:p14="http://schemas.microsoft.com/office/powerpoint/2010/main" val="1197583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FFA44-5B56-9371-9F54-0367982F2ADF}"/>
              </a:ext>
            </a:extLst>
          </p:cNvPr>
          <p:cNvSpPr>
            <a:spLocks noGrp="1"/>
          </p:cNvSpPr>
          <p:nvPr>
            <p:ph type="title"/>
          </p:nvPr>
        </p:nvSpPr>
        <p:spPr>
          <a:xfrm>
            <a:off x="220121" y="278160"/>
            <a:ext cx="8928992" cy="990600"/>
          </a:xfrm>
        </p:spPr>
        <p:txBody>
          <a:bodyPr>
            <a:noAutofit/>
          </a:bodyPr>
          <a:lstStyle/>
          <a:p>
            <a:r>
              <a:rPr lang="en-GB" sz="3200" dirty="0"/>
              <a:t>Quantifying eye tracking data through AOIs</a:t>
            </a:r>
          </a:p>
        </p:txBody>
      </p:sp>
      <p:pic>
        <p:nvPicPr>
          <p:cNvPr id="9" name="Picture 8" descr="Quantifying eye tracking data through AOIs">
            <a:extLst>
              <a:ext uri="{FF2B5EF4-FFF2-40B4-BE49-F238E27FC236}">
                <a16:creationId xmlns:a16="http://schemas.microsoft.com/office/drawing/2014/main" id="{D22CE137-36F2-5A43-ADBB-56286BDDE0C3}"/>
              </a:ext>
            </a:extLst>
          </p:cNvPr>
          <p:cNvPicPr>
            <a:picLocks noChangeAspect="1"/>
          </p:cNvPicPr>
          <p:nvPr/>
        </p:nvPicPr>
        <p:blipFill>
          <a:blip r:embed="rId2"/>
          <a:stretch>
            <a:fillRect/>
          </a:stretch>
        </p:blipFill>
        <p:spPr>
          <a:xfrm>
            <a:off x="61430" y="2294981"/>
            <a:ext cx="5060616" cy="3604443"/>
          </a:xfrm>
          <a:prstGeom prst="rect">
            <a:avLst/>
          </a:prstGeom>
        </p:spPr>
      </p:pic>
      <p:pic>
        <p:nvPicPr>
          <p:cNvPr id="11" name="Picture 10" descr="data">
            <a:extLst>
              <a:ext uri="{FF2B5EF4-FFF2-40B4-BE49-F238E27FC236}">
                <a16:creationId xmlns:a16="http://schemas.microsoft.com/office/drawing/2014/main" id="{447E2EBA-EC2E-7C63-A28D-D309A5768426}"/>
              </a:ext>
            </a:extLst>
          </p:cNvPr>
          <p:cNvPicPr>
            <a:picLocks noChangeAspect="1"/>
          </p:cNvPicPr>
          <p:nvPr/>
        </p:nvPicPr>
        <p:blipFill>
          <a:blip r:embed="rId3"/>
          <a:stretch>
            <a:fillRect/>
          </a:stretch>
        </p:blipFill>
        <p:spPr>
          <a:xfrm>
            <a:off x="5399190" y="1772816"/>
            <a:ext cx="3331911" cy="4069060"/>
          </a:xfrm>
          <a:prstGeom prst="rect">
            <a:avLst/>
          </a:prstGeom>
        </p:spPr>
      </p:pic>
      <p:sp>
        <p:nvSpPr>
          <p:cNvPr id="12" name="TextBox 11">
            <a:extLst>
              <a:ext uri="{FF2B5EF4-FFF2-40B4-BE49-F238E27FC236}">
                <a16:creationId xmlns:a16="http://schemas.microsoft.com/office/drawing/2014/main" id="{18596A8E-7C39-50B9-0270-BAFA41C677C5}"/>
              </a:ext>
            </a:extLst>
          </p:cNvPr>
          <p:cNvSpPr txBox="1"/>
          <p:nvPr/>
        </p:nvSpPr>
        <p:spPr>
          <a:xfrm>
            <a:off x="569323" y="1522932"/>
            <a:ext cx="4115294" cy="400110"/>
          </a:xfrm>
          <a:prstGeom prst="rect">
            <a:avLst/>
          </a:prstGeom>
          <a:noFill/>
        </p:spPr>
        <p:txBody>
          <a:bodyPr wrap="none" rtlCol="0">
            <a:spAutoFit/>
          </a:bodyPr>
          <a:lstStyle/>
          <a:p>
            <a:r>
              <a:rPr lang="en-GB" sz="2000" b="0" i="0" u="none" strike="noStrike" baseline="0" dirty="0">
                <a:solidFill>
                  <a:schemeClr val="accent2">
                    <a:lumMod val="75000"/>
                  </a:schemeClr>
                </a:solidFill>
                <a:latin typeface="+mn-lt"/>
              </a:rPr>
              <a:t>From gaze recordings to actual metrics</a:t>
            </a:r>
            <a:endParaRPr lang="en-GB" sz="2800" dirty="0">
              <a:solidFill>
                <a:schemeClr val="accent2">
                  <a:lumMod val="75000"/>
                </a:schemeClr>
              </a:solidFill>
              <a:latin typeface="+mn-lt"/>
            </a:endParaRPr>
          </a:p>
        </p:txBody>
      </p:sp>
      <p:pic>
        <p:nvPicPr>
          <p:cNvPr id="14" name="Picture 13">
            <a:extLst>
              <a:ext uri="{FF2B5EF4-FFF2-40B4-BE49-F238E27FC236}">
                <a16:creationId xmlns:a16="http://schemas.microsoft.com/office/drawing/2014/main" id="{42FE8E6B-69D0-94AA-1EF1-554411F5798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44651" y="152496"/>
            <a:ext cx="773402" cy="693852"/>
          </a:xfrm>
          <a:prstGeom prst="rect">
            <a:avLst/>
          </a:prstGeom>
        </p:spPr>
      </p:pic>
      <p:sp>
        <p:nvSpPr>
          <p:cNvPr id="15" name="Footer Placeholder 14">
            <a:extLst>
              <a:ext uri="{FF2B5EF4-FFF2-40B4-BE49-F238E27FC236}">
                <a16:creationId xmlns:a16="http://schemas.microsoft.com/office/drawing/2014/main" id="{0E7A626C-F410-26CA-9B26-BA1CA327B20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6" name="Slide Number Placeholder 15">
            <a:extLst>
              <a:ext uri="{FF2B5EF4-FFF2-40B4-BE49-F238E27FC236}">
                <a16:creationId xmlns:a16="http://schemas.microsoft.com/office/drawing/2014/main" id="{A7CD59F3-2B37-FAAD-6632-AA8F25F504E1}"/>
              </a:ext>
            </a:extLst>
          </p:cNvPr>
          <p:cNvSpPr>
            <a:spLocks noGrp="1"/>
          </p:cNvSpPr>
          <p:nvPr>
            <p:ph type="sldNum" sz="quarter" idx="4"/>
          </p:nvPr>
        </p:nvSpPr>
        <p:spPr/>
        <p:txBody>
          <a:bodyPr/>
          <a:lstStyle/>
          <a:p>
            <a:fld id="{9FD7ECCF-50E7-4327-B945-FA93FF7B2BEF}" type="slidenum">
              <a:rPr lang="en-US" smtClean="0"/>
              <a:pPr/>
              <a:t>11</a:t>
            </a:fld>
            <a:r>
              <a:rPr lang="en-GB"/>
              <a:t>/51</a:t>
            </a:r>
            <a:endParaRPr lang="en-US" dirty="0"/>
          </a:p>
        </p:txBody>
      </p:sp>
    </p:spTree>
    <p:extLst>
      <p:ext uri="{BB962C8B-B14F-4D97-AF65-F5344CB8AC3E}">
        <p14:creationId xmlns:p14="http://schemas.microsoft.com/office/powerpoint/2010/main" val="2371728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FBAFB-A01F-4A5B-0AB4-F4A32A9E8327}"/>
              </a:ext>
            </a:extLst>
          </p:cNvPr>
          <p:cNvSpPr>
            <a:spLocks noGrp="1"/>
          </p:cNvSpPr>
          <p:nvPr>
            <p:ph type="title"/>
          </p:nvPr>
        </p:nvSpPr>
        <p:spPr/>
        <p:txBody>
          <a:bodyPr>
            <a:normAutofit/>
          </a:bodyPr>
          <a:lstStyle/>
          <a:p>
            <a:r>
              <a:rPr lang="en-GB" sz="4000" dirty="0"/>
              <a:t>In which fields we use eye tracking</a:t>
            </a:r>
          </a:p>
        </p:txBody>
      </p:sp>
      <p:sp>
        <p:nvSpPr>
          <p:cNvPr id="3" name="Content Placeholder 2">
            <a:extLst>
              <a:ext uri="{FF2B5EF4-FFF2-40B4-BE49-F238E27FC236}">
                <a16:creationId xmlns:a16="http://schemas.microsoft.com/office/drawing/2014/main" id="{1ED5756C-41F0-657D-C339-EEA2569DC6E3}"/>
              </a:ext>
            </a:extLst>
          </p:cNvPr>
          <p:cNvSpPr>
            <a:spLocks noGrp="1"/>
          </p:cNvSpPr>
          <p:nvPr>
            <p:ph sz="quarter" idx="1"/>
          </p:nvPr>
        </p:nvSpPr>
        <p:spPr/>
        <p:txBody>
          <a:bodyPr>
            <a:normAutofit/>
          </a:bodyPr>
          <a:lstStyle/>
          <a:p>
            <a:pPr algn="l"/>
            <a:r>
              <a:rPr lang="en-GB" sz="2400" b="0" i="0" u="none" strike="noStrike" baseline="0" dirty="0"/>
              <a:t>Usability and UX</a:t>
            </a:r>
          </a:p>
          <a:p>
            <a:pPr algn="l"/>
            <a:r>
              <a:rPr lang="en-GB" sz="2400" b="0" i="0" u="none" strike="noStrike" baseline="0" dirty="0"/>
              <a:t>Interface design</a:t>
            </a:r>
          </a:p>
          <a:p>
            <a:pPr algn="l"/>
            <a:r>
              <a:rPr lang="en-GB" sz="2400" b="0" i="0" u="none" strike="noStrike" baseline="0" dirty="0"/>
              <a:t>Marketing</a:t>
            </a:r>
          </a:p>
          <a:p>
            <a:pPr algn="l"/>
            <a:r>
              <a:rPr lang="en-GB" sz="2400" b="0" i="0" u="none" strike="noStrike" baseline="0" dirty="0"/>
              <a:t>Product testing</a:t>
            </a:r>
          </a:p>
          <a:p>
            <a:pPr algn="l"/>
            <a:r>
              <a:rPr lang="en-GB" sz="2400" b="0" i="0" u="none" strike="noStrike" baseline="0" dirty="0"/>
              <a:t>Newspaper design</a:t>
            </a:r>
          </a:p>
          <a:p>
            <a:pPr algn="l"/>
            <a:r>
              <a:rPr lang="en-GB" sz="2400" b="0" i="0" u="none" strike="noStrike" baseline="0" dirty="0"/>
              <a:t>E-commerce optimization</a:t>
            </a:r>
          </a:p>
          <a:p>
            <a:pPr algn="l"/>
            <a:r>
              <a:rPr lang="en-GB" sz="2400" b="0" i="0" u="none" strike="noStrike" baseline="0" dirty="0"/>
              <a:t>Architecture and wayfinding</a:t>
            </a:r>
          </a:p>
        </p:txBody>
      </p:sp>
      <p:sp>
        <p:nvSpPr>
          <p:cNvPr id="6" name="Content Placeholder 5">
            <a:extLst>
              <a:ext uri="{FF2B5EF4-FFF2-40B4-BE49-F238E27FC236}">
                <a16:creationId xmlns:a16="http://schemas.microsoft.com/office/drawing/2014/main" id="{16447121-6199-0D58-123C-A3FE01B88489}"/>
              </a:ext>
            </a:extLst>
          </p:cNvPr>
          <p:cNvSpPr>
            <a:spLocks noGrp="1"/>
          </p:cNvSpPr>
          <p:nvPr>
            <p:ph sz="quarter" idx="2"/>
          </p:nvPr>
        </p:nvSpPr>
        <p:spPr>
          <a:xfrm>
            <a:off x="4716016" y="1589567"/>
            <a:ext cx="4015085" cy="4572000"/>
          </a:xfrm>
        </p:spPr>
        <p:txBody>
          <a:bodyPr>
            <a:normAutofit/>
          </a:bodyPr>
          <a:lstStyle/>
          <a:p>
            <a:pPr algn="l"/>
            <a:r>
              <a:rPr lang="en-GB" sz="2400" b="0" i="0" u="none" strike="noStrike" baseline="0" dirty="0"/>
              <a:t>Driver safety</a:t>
            </a:r>
          </a:p>
          <a:p>
            <a:pPr algn="l"/>
            <a:r>
              <a:rPr lang="en-GB" sz="2400" b="0" i="0" u="none" strike="noStrike" baseline="0" dirty="0"/>
              <a:t>Human Factors in Engineering</a:t>
            </a:r>
          </a:p>
          <a:p>
            <a:pPr algn="l"/>
            <a:r>
              <a:rPr lang="en-GB" sz="2400" b="0" i="0" u="none" strike="noStrike" baseline="0" dirty="0"/>
              <a:t>Medical/ clinical diagnostics</a:t>
            </a:r>
          </a:p>
          <a:p>
            <a:pPr algn="l"/>
            <a:r>
              <a:rPr lang="en-GB" sz="2400" b="0" i="0" u="none" strike="noStrike" baseline="0" dirty="0"/>
              <a:t>Reading research</a:t>
            </a:r>
          </a:p>
          <a:p>
            <a:pPr algn="l"/>
            <a:r>
              <a:rPr lang="en-GB" sz="2400" b="0" i="0" u="none" strike="noStrike" baseline="0" dirty="0"/>
              <a:t>Psychology</a:t>
            </a:r>
          </a:p>
          <a:p>
            <a:pPr algn="l"/>
            <a:r>
              <a:rPr lang="en-GB" sz="2400" b="0" i="0" u="none" strike="noStrike" baseline="0" dirty="0"/>
              <a:t>Neurosciences</a:t>
            </a:r>
          </a:p>
          <a:p>
            <a:pPr algn="l"/>
            <a:r>
              <a:rPr lang="en-GB" sz="2400" b="0" i="0" u="none" strike="noStrike" baseline="0" dirty="0"/>
              <a:t>Infant studies</a:t>
            </a:r>
            <a:endParaRPr lang="en-GB" sz="3600" dirty="0"/>
          </a:p>
        </p:txBody>
      </p:sp>
      <p:pic>
        <p:nvPicPr>
          <p:cNvPr id="9" name="Picture 8">
            <a:extLst>
              <a:ext uri="{FF2B5EF4-FFF2-40B4-BE49-F238E27FC236}">
                <a16:creationId xmlns:a16="http://schemas.microsoft.com/office/drawing/2014/main" id="{2B54FF49-72EA-F82A-55F5-DEA78C76739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144651" y="152496"/>
            <a:ext cx="773402" cy="693852"/>
          </a:xfrm>
          <a:prstGeom prst="rect">
            <a:avLst/>
          </a:prstGeom>
        </p:spPr>
      </p:pic>
      <p:sp>
        <p:nvSpPr>
          <p:cNvPr id="10" name="Date Placeholder 9">
            <a:extLst>
              <a:ext uri="{FF2B5EF4-FFF2-40B4-BE49-F238E27FC236}">
                <a16:creationId xmlns:a16="http://schemas.microsoft.com/office/drawing/2014/main" id="{2BC36F30-75D5-0DA3-C024-33A1E94D9F80}"/>
              </a:ext>
            </a:extLst>
          </p:cNvPr>
          <p:cNvSpPr>
            <a:spLocks noGrp="1"/>
          </p:cNvSpPr>
          <p:nvPr>
            <p:ph type="dt" sz="half" idx="10"/>
          </p:nvPr>
        </p:nvSpPr>
        <p:spPr/>
        <p:txBody>
          <a:bodyPr/>
          <a:lstStyle/>
          <a:p>
            <a:endParaRPr lang="en-US" dirty="0"/>
          </a:p>
        </p:txBody>
      </p:sp>
      <p:sp>
        <p:nvSpPr>
          <p:cNvPr id="11" name="Footer Placeholder 10">
            <a:extLst>
              <a:ext uri="{FF2B5EF4-FFF2-40B4-BE49-F238E27FC236}">
                <a16:creationId xmlns:a16="http://schemas.microsoft.com/office/drawing/2014/main" id="{673D4A21-0493-C56D-0490-32C91515625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63C1B58F-CA5C-9E4B-BF6C-F9F81FCC1924}"/>
              </a:ext>
            </a:extLst>
          </p:cNvPr>
          <p:cNvSpPr>
            <a:spLocks noGrp="1"/>
          </p:cNvSpPr>
          <p:nvPr>
            <p:ph type="sldNum" sz="quarter" idx="4"/>
          </p:nvPr>
        </p:nvSpPr>
        <p:spPr/>
        <p:txBody>
          <a:bodyPr/>
          <a:lstStyle/>
          <a:p>
            <a:fld id="{9FD7ECCF-50E7-4327-B945-FA93FF7B2BEF}" type="slidenum">
              <a:rPr lang="en-US" smtClean="0"/>
              <a:pPr/>
              <a:t>12</a:t>
            </a:fld>
            <a:r>
              <a:rPr lang="en-GB"/>
              <a:t>/51</a:t>
            </a:r>
            <a:endParaRPr lang="en-US" dirty="0"/>
          </a:p>
        </p:txBody>
      </p:sp>
    </p:spTree>
    <p:extLst>
      <p:ext uri="{BB962C8B-B14F-4D97-AF65-F5344CB8AC3E}">
        <p14:creationId xmlns:p14="http://schemas.microsoft.com/office/powerpoint/2010/main" val="2428097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descr="different types of eyetrackers">
            <a:extLst>
              <a:ext uri="{FF2B5EF4-FFF2-40B4-BE49-F238E27FC236}">
                <a16:creationId xmlns:a16="http://schemas.microsoft.com/office/drawing/2014/main" id="{39693C22-3474-674D-20CB-F6134E0C361F}"/>
              </a:ext>
            </a:extLst>
          </p:cNvPr>
          <p:cNvSpPr>
            <a:spLocks noGrp="1"/>
          </p:cNvSpPr>
          <p:nvPr>
            <p:ph type="title"/>
          </p:nvPr>
        </p:nvSpPr>
        <p:spPr>
          <a:xfrm>
            <a:off x="386744" y="281622"/>
            <a:ext cx="8370512" cy="990600"/>
          </a:xfrm>
        </p:spPr>
        <p:txBody>
          <a:bodyPr>
            <a:normAutofit/>
          </a:bodyPr>
          <a:lstStyle/>
          <a:p>
            <a:r>
              <a:rPr lang="en-GB" sz="3200" dirty="0"/>
              <a:t>What do we need for an eye-tracking study</a:t>
            </a:r>
          </a:p>
        </p:txBody>
      </p:sp>
      <p:pic>
        <p:nvPicPr>
          <p:cNvPr id="11" name="Picture 10">
            <a:extLst>
              <a:ext uri="{FF2B5EF4-FFF2-40B4-BE49-F238E27FC236}">
                <a16:creationId xmlns:a16="http://schemas.microsoft.com/office/drawing/2014/main" id="{89EAFE6A-FD23-FAB7-48BD-CE663E2E06B8}"/>
              </a:ext>
            </a:extLst>
          </p:cNvPr>
          <p:cNvPicPr>
            <a:picLocks noChangeAspect="1"/>
          </p:cNvPicPr>
          <p:nvPr/>
        </p:nvPicPr>
        <p:blipFill>
          <a:blip r:embed="rId3"/>
          <a:stretch>
            <a:fillRect/>
          </a:stretch>
        </p:blipFill>
        <p:spPr>
          <a:xfrm>
            <a:off x="773832" y="1772816"/>
            <a:ext cx="7596336" cy="4252630"/>
          </a:xfrm>
          <a:prstGeom prst="rect">
            <a:avLst/>
          </a:prstGeom>
        </p:spPr>
      </p:pic>
      <p:pic>
        <p:nvPicPr>
          <p:cNvPr id="12" name="Picture 11">
            <a:extLst>
              <a:ext uri="{FF2B5EF4-FFF2-40B4-BE49-F238E27FC236}">
                <a16:creationId xmlns:a16="http://schemas.microsoft.com/office/drawing/2014/main" id="{20801C51-A38E-9F84-1F16-8C77193DA86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44651" y="152496"/>
            <a:ext cx="773402" cy="693852"/>
          </a:xfrm>
          <a:prstGeom prst="rect">
            <a:avLst/>
          </a:prstGeom>
        </p:spPr>
      </p:pic>
      <p:sp>
        <p:nvSpPr>
          <p:cNvPr id="13" name="Footer Placeholder 12">
            <a:extLst>
              <a:ext uri="{FF2B5EF4-FFF2-40B4-BE49-F238E27FC236}">
                <a16:creationId xmlns:a16="http://schemas.microsoft.com/office/drawing/2014/main" id="{ACE37AE7-0B06-4393-66FD-560DC3D72AA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EEA94DA2-0D4B-0A26-006D-4AB05460C6C2}"/>
              </a:ext>
            </a:extLst>
          </p:cNvPr>
          <p:cNvSpPr>
            <a:spLocks noGrp="1"/>
          </p:cNvSpPr>
          <p:nvPr>
            <p:ph type="sldNum" sz="quarter" idx="4"/>
          </p:nvPr>
        </p:nvSpPr>
        <p:spPr/>
        <p:txBody>
          <a:bodyPr/>
          <a:lstStyle/>
          <a:p>
            <a:fld id="{9FD7ECCF-50E7-4327-B945-FA93FF7B2BEF}" type="slidenum">
              <a:rPr lang="en-US" smtClean="0"/>
              <a:pPr/>
              <a:t>13</a:t>
            </a:fld>
            <a:r>
              <a:rPr lang="en-GB"/>
              <a:t>/51</a:t>
            </a:r>
            <a:endParaRPr lang="en-US" dirty="0"/>
          </a:p>
        </p:txBody>
      </p:sp>
    </p:spTree>
    <p:extLst>
      <p:ext uri="{BB962C8B-B14F-4D97-AF65-F5344CB8AC3E}">
        <p14:creationId xmlns:p14="http://schemas.microsoft.com/office/powerpoint/2010/main" val="3522413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4BB8-381C-E0D2-C0EA-3C576AD022D6}"/>
              </a:ext>
            </a:extLst>
          </p:cNvPr>
          <p:cNvSpPr>
            <a:spLocks noGrp="1"/>
          </p:cNvSpPr>
          <p:nvPr>
            <p:ph type="title"/>
          </p:nvPr>
        </p:nvSpPr>
        <p:spPr/>
        <p:txBody>
          <a:bodyPr/>
          <a:lstStyle/>
          <a:p>
            <a:r>
              <a:rPr lang="en-GB" dirty="0"/>
              <a:t>Facial Expression Analysis (FEA)</a:t>
            </a:r>
          </a:p>
        </p:txBody>
      </p:sp>
      <p:sp>
        <p:nvSpPr>
          <p:cNvPr id="3" name="Content Placeholder 2">
            <a:extLst>
              <a:ext uri="{FF2B5EF4-FFF2-40B4-BE49-F238E27FC236}">
                <a16:creationId xmlns:a16="http://schemas.microsoft.com/office/drawing/2014/main" id="{BE92BE20-F69B-EA7A-129E-F6C6B9933461}"/>
              </a:ext>
            </a:extLst>
          </p:cNvPr>
          <p:cNvSpPr>
            <a:spLocks noGrp="1"/>
          </p:cNvSpPr>
          <p:nvPr>
            <p:ph sz="quarter" idx="1"/>
          </p:nvPr>
        </p:nvSpPr>
        <p:spPr>
          <a:xfrm>
            <a:off x="612647" y="1600200"/>
            <a:ext cx="5418035" cy="4495800"/>
          </a:xfrm>
        </p:spPr>
        <p:txBody>
          <a:bodyPr>
            <a:normAutofit fontScale="92500"/>
          </a:bodyPr>
          <a:lstStyle/>
          <a:p>
            <a:pPr marL="0" lvl="1" indent="0">
              <a:buNone/>
            </a:pPr>
            <a:r>
              <a:rPr lang="en-GB" b="0" i="0" dirty="0">
                <a:solidFill>
                  <a:srgbClr val="374151"/>
                </a:solidFill>
                <a:effectLst/>
              </a:rPr>
              <a:t>It involves </a:t>
            </a:r>
            <a:r>
              <a:rPr lang="en-GB" b="0" i="0" dirty="0" err="1">
                <a:solidFill>
                  <a:srgbClr val="374151"/>
                </a:solidFill>
                <a:effectLst/>
              </a:rPr>
              <a:t>analyzing</a:t>
            </a:r>
            <a:r>
              <a:rPr lang="en-GB" b="0" i="0" dirty="0">
                <a:solidFill>
                  <a:srgbClr val="374151"/>
                </a:solidFill>
                <a:effectLst/>
              </a:rPr>
              <a:t> facial expressions through cameras to gauge emotions like happiness, frustration, confusion, etc., while users interact with a product or interface.</a:t>
            </a:r>
          </a:p>
          <a:p>
            <a:pPr marL="457200" lvl="1" indent="-457200"/>
            <a:r>
              <a:rPr lang="en-GB" dirty="0">
                <a:solidFill>
                  <a:srgbClr val="374151"/>
                </a:solidFill>
              </a:rPr>
              <a:t>Emotions are complex</a:t>
            </a:r>
          </a:p>
          <a:p>
            <a:pPr marL="457200" lvl="1" indent="-457200"/>
            <a:r>
              <a:rPr lang="en-GB" dirty="0">
                <a:solidFill>
                  <a:srgbClr val="374151"/>
                </a:solidFill>
              </a:rPr>
              <a:t>Measure what is expressed</a:t>
            </a:r>
          </a:p>
          <a:p>
            <a:pPr marL="457200" lvl="1" indent="-457200"/>
            <a:r>
              <a:rPr lang="en-GB" dirty="0">
                <a:solidFill>
                  <a:srgbClr val="374151"/>
                </a:solidFill>
              </a:rPr>
              <a:t>Individual differences in expression</a:t>
            </a:r>
          </a:p>
          <a:p>
            <a:pPr marL="457200" lvl="1" indent="-457200"/>
            <a:r>
              <a:rPr lang="en-GB" dirty="0">
                <a:solidFill>
                  <a:srgbClr val="374151"/>
                </a:solidFill>
              </a:rPr>
              <a:t>How can we study intensity of emotion</a:t>
            </a:r>
          </a:p>
          <a:p>
            <a:pPr marL="457200" lvl="1" indent="-457200"/>
            <a:r>
              <a:rPr lang="en-GB" sz="2600" dirty="0">
                <a:solidFill>
                  <a:srgbClr val="374151"/>
                </a:solidFill>
              </a:rPr>
              <a:t>Cultural and professional training - “Display rules”</a:t>
            </a:r>
          </a:p>
          <a:p>
            <a:pPr marL="457200" lvl="1" indent="-457200"/>
            <a:endParaRPr lang="en-GB" b="0" i="0" dirty="0">
              <a:solidFill>
                <a:srgbClr val="374151"/>
              </a:solidFill>
              <a:effectLst/>
            </a:endParaRPr>
          </a:p>
          <a:p>
            <a:endParaRPr lang="en-GB" dirty="0"/>
          </a:p>
        </p:txBody>
      </p:sp>
      <p:pic>
        <p:nvPicPr>
          <p:cNvPr id="7" name="Picture 6" descr="Emotions graph&#10;">
            <a:extLst>
              <a:ext uri="{FF2B5EF4-FFF2-40B4-BE49-F238E27FC236}">
                <a16:creationId xmlns:a16="http://schemas.microsoft.com/office/drawing/2014/main" id="{0107FAD5-A066-5FFB-CC49-BA32FFBB6876}"/>
              </a:ext>
            </a:extLst>
          </p:cNvPr>
          <p:cNvPicPr>
            <a:picLocks noChangeAspect="1"/>
          </p:cNvPicPr>
          <p:nvPr/>
        </p:nvPicPr>
        <p:blipFill>
          <a:blip r:embed="rId2"/>
          <a:stretch>
            <a:fillRect/>
          </a:stretch>
        </p:blipFill>
        <p:spPr>
          <a:xfrm>
            <a:off x="5940152" y="2636912"/>
            <a:ext cx="2957866" cy="2945135"/>
          </a:xfrm>
          <a:prstGeom prst="rect">
            <a:avLst/>
          </a:prstGeom>
        </p:spPr>
      </p:pic>
      <p:pic>
        <p:nvPicPr>
          <p:cNvPr id="11" name="Picture 10">
            <a:extLst>
              <a:ext uri="{FF2B5EF4-FFF2-40B4-BE49-F238E27FC236}">
                <a16:creationId xmlns:a16="http://schemas.microsoft.com/office/drawing/2014/main" id="{EF8B4DBC-8A94-D284-F6D8-DA3E1A7A40F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72400" y="173345"/>
            <a:ext cx="835070" cy="692171"/>
          </a:xfrm>
          <a:prstGeom prst="rect">
            <a:avLst/>
          </a:prstGeom>
        </p:spPr>
      </p:pic>
      <p:sp>
        <p:nvSpPr>
          <p:cNvPr id="12" name="Footer Placeholder 11">
            <a:extLst>
              <a:ext uri="{FF2B5EF4-FFF2-40B4-BE49-F238E27FC236}">
                <a16:creationId xmlns:a16="http://schemas.microsoft.com/office/drawing/2014/main" id="{A2D1401E-FD4C-6E1A-B1ED-75302BFBA92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68756216-F7B7-C194-BDFA-8F52F5818EA4}"/>
              </a:ext>
            </a:extLst>
          </p:cNvPr>
          <p:cNvSpPr>
            <a:spLocks noGrp="1"/>
          </p:cNvSpPr>
          <p:nvPr>
            <p:ph type="sldNum" sz="quarter" idx="4"/>
          </p:nvPr>
        </p:nvSpPr>
        <p:spPr/>
        <p:txBody>
          <a:bodyPr/>
          <a:lstStyle/>
          <a:p>
            <a:fld id="{9FD7ECCF-50E7-4327-B945-FA93FF7B2BEF}" type="slidenum">
              <a:rPr lang="en-US" smtClean="0"/>
              <a:pPr/>
              <a:t>14</a:t>
            </a:fld>
            <a:r>
              <a:rPr lang="en-GB"/>
              <a:t>/51</a:t>
            </a:r>
            <a:endParaRPr lang="en-US" dirty="0"/>
          </a:p>
        </p:txBody>
      </p:sp>
    </p:spTree>
    <p:extLst>
      <p:ext uri="{BB962C8B-B14F-4D97-AF65-F5344CB8AC3E}">
        <p14:creationId xmlns:p14="http://schemas.microsoft.com/office/powerpoint/2010/main" val="2751107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F491-0515-CC2D-2CB6-BE79827AC1A3}"/>
              </a:ext>
            </a:extLst>
          </p:cNvPr>
          <p:cNvSpPr>
            <a:spLocks noGrp="1"/>
          </p:cNvSpPr>
          <p:nvPr>
            <p:ph type="title"/>
          </p:nvPr>
        </p:nvSpPr>
        <p:spPr/>
        <p:txBody>
          <a:bodyPr>
            <a:normAutofit/>
          </a:bodyPr>
          <a:lstStyle/>
          <a:p>
            <a:r>
              <a:rPr lang="en-GB" sz="4000" dirty="0"/>
              <a:t>Facial Action Coding System (FACS)</a:t>
            </a:r>
          </a:p>
        </p:txBody>
      </p:sp>
      <p:sp>
        <p:nvSpPr>
          <p:cNvPr id="3" name="Content Placeholder 2">
            <a:extLst>
              <a:ext uri="{FF2B5EF4-FFF2-40B4-BE49-F238E27FC236}">
                <a16:creationId xmlns:a16="http://schemas.microsoft.com/office/drawing/2014/main" id="{086E8EEB-3D8A-B701-3949-870ED5387DB8}"/>
              </a:ext>
            </a:extLst>
          </p:cNvPr>
          <p:cNvSpPr>
            <a:spLocks noGrp="1"/>
          </p:cNvSpPr>
          <p:nvPr>
            <p:ph sz="quarter" idx="1"/>
          </p:nvPr>
        </p:nvSpPr>
        <p:spPr>
          <a:xfrm>
            <a:off x="612648" y="1600200"/>
            <a:ext cx="5246346" cy="4495800"/>
          </a:xfrm>
        </p:spPr>
        <p:txBody>
          <a:bodyPr>
            <a:normAutofit fontScale="77500" lnSpcReduction="20000"/>
          </a:bodyPr>
          <a:lstStyle/>
          <a:p>
            <a:r>
              <a:rPr lang="en-GB" dirty="0"/>
              <a:t>Facial Action Coding System identified </a:t>
            </a:r>
            <a:r>
              <a:rPr lang="en-GB" b="1" dirty="0">
                <a:solidFill>
                  <a:schemeClr val="accent2">
                    <a:lumMod val="75000"/>
                  </a:schemeClr>
                </a:solidFill>
              </a:rPr>
              <a:t>action units</a:t>
            </a:r>
            <a:r>
              <a:rPr lang="en-GB" dirty="0">
                <a:solidFill>
                  <a:schemeClr val="accent2">
                    <a:lumMod val="75000"/>
                  </a:schemeClr>
                </a:solidFill>
              </a:rPr>
              <a:t> </a:t>
            </a:r>
            <a:r>
              <a:rPr lang="en-GB" dirty="0"/>
              <a:t>by studying the relationship between </a:t>
            </a:r>
            <a:r>
              <a:rPr lang="en-GB" b="1" dirty="0"/>
              <a:t>facial muscle movements and expressed </a:t>
            </a:r>
            <a:r>
              <a:rPr lang="en-GB" b="1" dirty="0">
                <a:solidFill>
                  <a:schemeClr val="accent2">
                    <a:lumMod val="75000"/>
                  </a:schemeClr>
                </a:solidFill>
              </a:rPr>
              <a:t>emotions</a:t>
            </a:r>
          </a:p>
          <a:p>
            <a:r>
              <a:rPr lang="en-GB" dirty="0"/>
              <a:t>Ekman and Friesen (1967, 1969) conducted studies across cultures and found relationships between distinctive facial movements and emotions.</a:t>
            </a:r>
          </a:p>
          <a:p>
            <a:r>
              <a:rPr lang="en-GB" dirty="0"/>
              <a:t>Expressed and perceived emotions (e.g. “how do you look when friends come over”).</a:t>
            </a:r>
          </a:p>
          <a:p>
            <a:r>
              <a:rPr lang="en-GB" dirty="0"/>
              <a:t>Differences in cultures and social settings because of display rules.</a:t>
            </a:r>
          </a:p>
        </p:txBody>
      </p:sp>
      <p:pic>
        <p:nvPicPr>
          <p:cNvPr id="9" name="Picture 8" descr="Facial Action Coding System identified action units by studying the relationship between facial muscle movements and expressed emotions&#10;">
            <a:extLst>
              <a:ext uri="{FF2B5EF4-FFF2-40B4-BE49-F238E27FC236}">
                <a16:creationId xmlns:a16="http://schemas.microsoft.com/office/drawing/2014/main" id="{547F680C-3795-AA6E-7419-DFEC56163962}"/>
              </a:ext>
            </a:extLst>
          </p:cNvPr>
          <p:cNvPicPr>
            <a:picLocks noChangeAspect="1"/>
          </p:cNvPicPr>
          <p:nvPr/>
        </p:nvPicPr>
        <p:blipFill>
          <a:blip r:embed="rId2"/>
          <a:stretch>
            <a:fillRect/>
          </a:stretch>
        </p:blipFill>
        <p:spPr>
          <a:xfrm>
            <a:off x="5844308" y="1538876"/>
            <a:ext cx="2770064" cy="1832237"/>
          </a:xfrm>
          <a:prstGeom prst="rect">
            <a:avLst/>
          </a:prstGeom>
        </p:spPr>
      </p:pic>
      <p:pic>
        <p:nvPicPr>
          <p:cNvPr id="11" name="Picture 10" descr="dataset&#10;">
            <a:extLst>
              <a:ext uri="{FF2B5EF4-FFF2-40B4-BE49-F238E27FC236}">
                <a16:creationId xmlns:a16="http://schemas.microsoft.com/office/drawing/2014/main" id="{7FEF868E-7220-DD37-B9D0-D0422C59D4F9}"/>
              </a:ext>
            </a:extLst>
          </p:cNvPr>
          <p:cNvPicPr>
            <a:picLocks noChangeAspect="1"/>
          </p:cNvPicPr>
          <p:nvPr/>
        </p:nvPicPr>
        <p:blipFill>
          <a:blip r:embed="rId3"/>
          <a:stretch>
            <a:fillRect/>
          </a:stretch>
        </p:blipFill>
        <p:spPr>
          <a:xfrm>
            <a:off x="5858994" y="3447216"/>
            <a:ext cx="2770064" cy="2800990"/>
          </a:xfrm>
          <a:prstGeom prst="rect">
            <a:avLst/>
          </a:prstGeom>
        </p:spPr>
      </p:pic>
      <p:pic>
        <p:nvPicPr>
          <p:cNvPr id="12" name="Picture 11">
            <a:extLst>
              <a:ext uri="{FF2B5EF4-FFF2-40B4-BE49-F238E27FC236}">
                <a16:creationId xmlns:a16="http://schemas.microsoft.com/office/drawing/2014/main" id="{D8A8A5B3-A693-C55D-5B77-8FC3A51C84A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72400" y="173345"/>
            <a:ext cx="835070" cy="692171"/>
          </a:xfrm>
          <a:prstGeom prst="rect">
            <a:avLst/>
          </a:prstGeom>
        </p:spPr>
      </p:pic>
      <p:sp>
        <p:nvSpPr>
          <p:cNvPr id="13" name="Footer Placeholder 12">
            <a:extLst>
              <a:ext uri="{FF2B5EF4-FFF2-40B4-BE49-F238E27FC236}">
                <a16:creationId xmlns:a16="http://schemas.microsoft.com/office/drawing/2014/main" id="{99D310AE-525B-36BF-953D-43F4D5E386D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E9E22FE1-9164-689B-769F-57B0ADDA3CA0}"/>
              </a:ext>
            </a:extLst>
          </p:cNvPr>
          <p:cNvSpPr>
            <a:spLocks noGrp="1"/>
          </p:cNvSpPr>
          <p:nvPr>
            <p:ph type="sldNum" sz="quarter" idx="4"/>
          </p:nvPr>
        </p:nvSpPr>
        <p:spPr/>
        <p:txBody>
          <a:bodyPr/>
          <a:lstStyle/>
          <a:p>
            <a:fld id="{9FD7ECCF-50E7-4327-B945-FA93FF7B2BEF}" type="slidenum">
              <a:rPr lang="en-US" smtClean="0"/>
              <a:pPr/>
              <a:t>15</a:t>
            </a:fld>
            <a:r>
              <a:rPr lang="en-GB"/>
              <a:t>/51</a:t>
            </a:r>
            <a:endParaRPr lang="en-US" dirty="0"/>
          </a:p>
        </p:txBody>
      </p:sp>
    </p:spTree>
    <p:extLst>
      <p:ext uri="{BB962C8B-B14F-4D97-AF65-F5344CB8AC3E}">
        <p14:creationId xmlns:p14="http://schemas.microsoft.com/office/powerpoint/2010/main" val="3628054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ABE5D-3963-53C4-5BE3-DD335C343710}"/>
              </a:ext>
            </a:extLst>
          </p:cNvPr>
          <p:cNvSpPr>
            <a:spLocks noGrp="1"/>
          </p:cNvSpPr>
          <p:nvPr>
            <p:ph type="title"/>
          </p:nvPr>
        </p:nvSpPr>
        <p:spPr>
          <a:xfrm>
            <a:off x="605449" y="116632"/>
            <a:ext cx="7494944" cy="990600"/>
          </a:xfrm>
        </p:spPr>
        <p:txBody>
          <a:bodyPr>
            <a:normAutofit fontScale="90000"/>
          </a:bodyPr>
          <a:lstStyle/>
          <a:p>
            <a:pPr>
              <a:lnSpc>
                <a:spcPts val="3500"/>
              </a:lnSpc>
            </a:pPr>
            <a:r>
              <a:rPr lang="en-GB" dirty="0"/>
              <a:t>How facial expression algorithms are trained</a:t>
            </a:r>
          </a:p>
        </p:txBody>
      </p:sp>
      <p:sp>
        <p:nvSpPr>
          <p:cNvPr id="3" name="Content Placeholder 2">
            <a:extLst>
              <a:ext uri="{FF2B5EF4-FFF2-40B4-BE49-F238E27FC236}">
                <a16:creationId xmlns:a16="http://schemas.microsoft.com/office/drawing/2014/main" id="{53BADF1D-3824-9711-2823-01F93D17AB57}"/>
              </a:ext>
            </a:extLst>
          </p:cNvPr>
          <p:cNvSpPr>
            <a:spLocks noGrp="1"/>
          </p:cNvSpPr>
          <p:nvPr>
            <p:ph sz="quarter" idx="1"/>
          </p:nvPr>
        </p:nvSpPr>
        <p:spPr>
          <a:xfrm>
            <a:off x="612648" y="1600200"/>
            <a:ext cx="4103368" cy="4349080"/>
          </a:xfrm>
        </p:spPr>
        <p:txBody>
          <a:bodyPr>
            <a:normAutofit fontScale="70000" lnSpcReduction="20000"/>
          </a:bodyPr>
          <a:lstStyle/>
          <a:p>
            <a:r>
              <a:rPr lang="en-GB" dirty="0"/>
              <a:t>Large and diverse dataset</a:t>
            </a:r>
          </a:p>
          <a:p>
            <a:pPr lvl="1"/>
            <a:r>
              <a:rPr lang="en-GB" dirty="0"/>
              <a:t>6 million faces from large number of countries (above 85)</a:t>
            </a:r>
          </a:p>
          <a:p>
            <a:pPr lvl="1"/>
            <a:r>
              <a:rPr lang="en-GB" dirty="0"/>
              <a:t>Pick 55,000 representative videos</a:t>
            </a:r>
          </a:p>
          <a:p>
            <a:r>
              <a:rPr lang="en-GB" dirty="0"/>
              <a:t>Rooted in the FACS system</a:t>
            </a:r>
          </a:p>
          <a:p>
            <a:pPr lvl="1"/>
            <a:r>
              <a:rPr lang="en-GB" dirty="0"/>
              <a:t>Coders are FACS Certified</a:t>
            </a:r>
          </a:p>
          <a:p>
            <a:r>
              <a:rPr lang="en-GB" dirty="0"/>
              <a:t>Outputs 7 core emotions</a:t>
            </a:r>
          </a:p>
          <a:p>
            <a:pPr lvl="1"/>
            <a:r>
              <a:rPr lang="en-GB" dirty="0"/>
              <a:t>Universal stand for emotion-research</a:t>
            </a:r>
          </a:p>
          <a:p>
            <a:r>
              <a:rPr lang="en-GB" dirty="0"/>
              <a:t>Each frame of video is </a:t>
            </a:r>
            <a:r>
              <a:rPr lang="en-GB" dirty="0" err="1"/>
              <a:t>analyzed</a:t>
            </a:r>
            <a:r>
              <a:rPr lang="en-GB" dirty="0"/>
              <a:t> by 3 FACS-certified human coders</a:t>
            </a:r>
          </a:p>
          <a:p>
            <a:pPr lvl="1"/>
            <a:r>
              <a:rPr lang="en-GB" dirty="0"/>
              <a:t>Frame is used as training data if:</a:t>
            </a:r>
          </a:p>
          <a:p>
            <a:pPr lvl="1"/>
            <a:r>
              <a:rPr lang="en-GB" dirty="0"/>
              <a:t>at least 2/3 coders agree on an action unit or expression</a:t>
            </a:r>
          </a:p>
          <a:p>
            <a:pPr lvl="1"/>
            <a:r>
              <a:rPr lang="en-GB" dirty="0"/>
              <a:t>3/3 detect “no expression”</a:t>
            </a:r>
          </a:p>
        </p:txBody>
      </p:sp>
      <p:pic>
        <p:nvPicPr>
          <p:cNvPr id="7" name="Picture 6" descr="Each frame of video is analyzed by 3 FACS-certified human coders&#10;Frame is used as training data if:&#10;at least 2/3 coders agree on an action unit or expression&#10;3/3 detect “no expression”">
            <a:extLst>
              <a:ext uri="{FF2B5EF4-FFF2-40B4-BE49-F238E27FC236}">
                <a16:creationId xmlns:a16="http://schemas.microsoft.com/office/drawing/2014/main" id="{5857A2B0-2ED3-1170-7509-22743636A124}"/>
              </a:ext>
            </a:extLst>
          </p:cNvPr>
          <p:cNvPicPr>
            <a:picLocks noChangeAspect="1"/>
          </p:cNvPicPr>
          <p:nvPr/>
        </p:nvPicPr>
        <p:blipFill>
          <a:blip r:embed="rId2"/>
          <a:stretch>
            <a:fillRect/>
          </a:stretch>
        </p:blipFill>
        <p:spPr>
          <a:xfrm>
            <a:off x="4557179" y="4869160"/>
            <a:ext cx="4355976" cy="1136341"/>
          </a:xfrm>
          <a:prstGeom prst="rect">
            <a:avLst/>
          </a:prstGeom>
        </p:spPr>
      </p:pic>
      <p:pic>
        <p:nvPicPr>
          <p:cNvPr id="8" name="Picture 7">
            <a:extLst>
              <a:ext uri="{FF2B5EF4-FFF2-40B4-BE49-F238E27FC236}">
                <a16:creationId xmlns:a16="http://schemas.microsoft.com/office/drawing/2014/main" id="{00E56E6E-6894-EFB6-1616-9ABC1ABEE8B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72400" y="173345"/>
            <a:ext cx="835070" cy="692171"/>
          </a:xfrm>
          <a:prstGeom prst="rect">
            <a:avLst/>
          </a:prstGeom>
        </p:spPr>
      </p:pic>
      <p:sp>
        <p:nvSpPr>
          <p:cNvPr id="9" name="Footer Placeholder 8">
            <a:extLst>
              <a:ext uri="{FF2B5EF4-FFF2-40B4-BE49-F238E27FC236}">
                <a16:creationId xmlns:a16="http://schemas.microsoft.com/office/drawing/2014/main" id="{9B93D854-AF5E-AA20-9BBB-2580EE6A42C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D1917B52-6DC8-348A-E283-FB7FB9A6E7ED}"/>
              </a:ext>
            </a:extLst>
          </p:cNvPr>
          <p:cNvSpPr>
            <a:spLocks noGrp="1"/>
          </p:cNvSpPr>
          <p:nvPr>
            <p:ph type="sldNum" sz="quarter" idx="4"/>
          </p:nvPr>
        </p:nvSpPr>
        <p:spPr/>
        <p:txBody>
          <a:bodyPr/>
          <a:lstStyle/>
          <a:p>
            <a:fld id="{9FD7ECCF-50E7-4327-B945-FA93FF7B2BEF}" type="slidenum">
              <a:rPr lang="en-US" smtClean="0"/>
              <a:pPr/>
              <a:t>16</a:t>
            </a:fld>
            <a:r>
              <a:rPr lang="en-GB"/>
              <a:t>/51</a:t>
            </a:r>
            <a:endParaRPr lang="en-US" dirty="0"/>
          </a:p>
        </p:txBody>
      </p:sp>
    </p:spTree>
    <p:extLst>
      <p:ext uri="{BB962C8B-B14F-4D97-AF65-F5344CB8AC3E}">
        <p14:creationId xmlns:p14="http://schemas.microsoft.com/office/powerpoint/2010/main" val="686703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ABE5D-3963-53C4-5BE3-DD335C343710}"/>
              </a:ext>
            </a:extLst>
          </p:cNvPr>
          <p:cNvSpPr>
            <a:spLocks noGrp="1"/>
          </p:cNvSpPr>
          <p:nvPr>
            <p:ph type="title"/>
          </p:nvPr>
        </p:nvSpPr>
        <p:spPr>
          <a:xfrm>
            <a:off x="323528" y="322803"/>
            <a:ext cx="8542741" cy="990600"/>
          </a:xfrm>
        </p:spPr>
        <p:txBody>
          <a:bodyPr>
            <a:normAutofit/>
          </a:bodyPr>
          <a:lstStyle/>
          <a:p>
            <a:pPr>
              <a:lnSpc>
                <a:spcPts val="3500"/>
              </a:lnSpc>
            </a:pPr>
            <a:r>
              <a:rPr lang="en-GB" dirty="0"/>
              <a:t>Facial expression algorithms today</a:t>
            </a:r>
          </a:p>
        </p:txBody>
      </p:sp>
      <p:sp>
        <p:nvSpPr>
          <p:cNvPr id="3" name="Content Placeholder 2">
            <a:extLst>
              <a:ext uri="{FF2B5EF4-FFF2-40B4-BE49-F238E27FC236}">
                <a16:creationId xmlns:a16="http://schemas.microsoft.com/office/drawing/2014/main" id="{53BADF1D-3824-9711-2823-01F93D17AB57}"/>
              </a:ext>
            </a:extLst>
          </p:cNvPr>
          <p:cNvSpPr>
            <a:spLocks noGrp="1"/>
          </p:cNvSpPr>
          <p:nvPr>
            <p:ph sz="quarter" idx="1"/>
          </p:nvPr>
        </p:nvSpPr>
        <p:spPr>
          <a:xfrm>
            <a:off x="179512" y="1600200"/>
            <a:ext cx="3024336" cy="4349080"/>
          </a:xfrm>
        </p:spPr>
        <p:txBody>
          <a:bodyPr>
            <a:normAutofit fontScale="70000" lnSpcReduction="20000"/>
          </a:bodyPr>
          <a:lstStyle/>
          <a:p>
            <a:r>
              <a:rPr lang="en-GB" dirty="0"/>
              <a:t>What FEA do:</a:t>
            </a:r>
          </a:p>
          <a:p>
            <a:pPr lvl="1"/>
            <a:r>
              <a:rPr lang="en-GB" dirty="0"/>
              <a:t>Detect a face</a:t>
            </a:r>
          </a:p>
          <a:p>
            <a:pPr lvl="1"/>
            <a:r>
              <a:rPr lang="en-GB" dirty="0"/>
              <a:t>Detect a facial landmark</a:t>
            </a:r>
          </a:p>
          <a:p>
            <a:pPr lvl="1"/>
            <a:r>
              <a:rPr lang="en-GB" dirty="0"/>
              <a:t>Track changes</a:t>
            </a:r>
          </a:p>
          <a:p>
            <a:r>
              <a:rPr lang="en-GB" dirty="0"/>
              <a:t>AFFECTIVA </a:t>
            </a:r>
            <a:r>
              <a:rPr lang="en-GB" dirty="0" err="1"/>
              <a:t>iMotions</a:t>
            </a:r>
            <a:endParaRPr lang="en-GB" dirty="0"/>
          </a:p>
          <a:p>
            <a:pPr lvl="1"/>
            <a:r>
              <a:rPr lang="en-GB" dirty="0"/>
              <a:t>Detect action units (AU)</a:t>
            </a:r>
          </a:p>
          <a:p>
            <a:pPr lvl="1"/>
            <a:r>
              <a:rPr lang="en-GB" dirty="0"/>
              <a:t>Use AUs to compute expressions</a:t>
            </a:r>
          </a:p>
          <a:p>
            <a:pPr lvl="1"/>
            <a:r>
              <a:rPr lang="en-GB" sz="2600" dirty="0"/>
              <a:t>Confidence Scores: Likelihood of expressed emotion (+ head position, attention, valence, engagement)</a:t>
            </a:r>
          </a:p>
          <a:p>
            <a:endParaRPr lang="en-GB" dirty="0"/>
          </a:p>
        </p:txBody>
      </p:sp>
      <p:pic>
        <p:nvPicPr>
          <p:cNvPr id="8" name="Picture 7" descr="affectiva raw data">
            <a:extLst>
              <a:ext uri="{FF2B5EF4-FFF2-40B4-BE49-F238E27FC236}">
                <a16:creationId xmlns:a16="http://schemas.microsoft.com/office/drawing/2014/main" id="{FA488A7A-3815-1522-CCD6-A785012F9929}"/>
              </a:ext>
            </a:extLst>
          </p:cNvPr>
          <p:cNvPicPr>
            <a:picLocks noChangeAspect="1"/>
          </p:cNvPicPr>
          <p:nvPr/>
        </p:nvPicPr>
        <p:blipFill>
          <a:blip r:embed="rId2"/>
          <a:stretch>
            <a:fillRect/>
          </a:stretch>
        </p:blipFill>
        <p:spPr>
          <a:xfrm>
            <a:off x="5170890" y="2268691"/>
            <a:ext cx="3672408" cy="1545332"/>
          </a:xfrm>
          <a:prstGeom prst="rect">
            <a:avLst/>
          </a:prstGeom>
        </p:spPr>
      </p:pic>
      <p:pic>
        <p:nvPicPr>
          <p:cNvPr id="10" name="Picture 9" descr="affective Aggregate data&#10;">
            <a:extLst>
              <a:ext uri="{FF2B5EF4-FFF2-40B4-BE49-F238E27FC236}">
                <a16:creationId xmlns:a16="http://schemas.microsoft.com/office/drawing/2014/main" id="{5D030422-C626-65EE-0B77-008E1C937128}"/>
              </a:ext>
            </a:extLst>
          </p:cNvPr>
          <p:cNvPicPr>
            <a:picLocks noChangeAspect="1"/>
          </p:cNvPicPr>
          <p:nvPr/>
        </p:nvPicPr>
        <p:blipFill>
          <a:blip r:embed="rId3"/>
          <a:stretch>
            <a:fillRect/>
          </a:stretch>
        </p:blipFill>
        <p:spPr>
          <a:xfrm>
            <a:off x="5170890" y="4425853"/>
            <a:ext cx="3672408" cy="1374352"/>
          </a:xfrm>
          <a:prstGeom prst="rect">
            <a:avLst/>
          </a:prstGeom>
        </p:spPr>
      </p:pic>
      <p:sp>
        <p:nvSpPr>
          <p:cNvPr id="11" name="TextBox 10">
            <a:extLst>
              <a:ext uri="{FF2B5EF4-FFF2-40B4-BE49-F238E27FC236}">
                <a16:creationId xmlns:a16="http://schemas.microsoft.com/office/drawing/2014/main" id="{58B67B71-E731-88C3-99AE-6968B52E352D}"/>
              </a:ext>
            </a:extLst>
          </p:cNvPr>
          <p:cNvSpPr txBox="1"/>
          <p:nvPr/>
        </p:nvSpPr>
        <p:spPr>
          <a:xfrm>
            <a:off x="5121212" y="1858776"/>
            <a:ext cx="1654751" cy="461665"/>
          </a:xfrm>
          <a:prstGeom prst="rect">
            <a:avLst/>
          </a:prstGeom>
          <a:noFill/>
        </p:spPr>
        <p:txBody>
          <a:bodyPr wrap="square" rtlCol="0">
            <a:spAutoFit/>
          </a:bodyPr>
          <a:lstStyle/>
          <a:p>
            <a:r>
              <a:rPr lang="en-GB" dirty="0">
                <a:latin typeface="+mn-lt"/>
              </a:rPr>
              <a:t>Raw data</a:t>
            </a:r>
          </a:p>
        </p:txBody>
      </p:sp>
      <p:sp>
        <p:nvSpPr>
          <p:cNvPr id="12" name="TextBox 11">
            <a:extLst>
              <a:ext uri="{FF2B5EF4-FFF2-40B4-BE49-F238E27FC236}">
                <a16:creationId xmlns:a16="http://schemas.microsoft.com/office/drawing/2014/main" id="{7CCB0A8E-1314-71D6-F12C-E4B2546B4516}"/>
              </a:ext>
            </a:extLst>
          </p:cNvPr>
          <p:cNvSpPr txBox="1"/>
          <p:nvPr/>
        </p:nvSpPr>
        <p:spPr>
          <a:xfrm>
            <a:off x="5120220" y="3977852"/>
            <a:ext cx="2215928" cy="461665"/>
          </a:xfrm>
          <a:prstGeom prst="rect">
            <a:avLst/>
          </a:prstGeom>
          <a:noFill/>
        </p:spPr>
        <p:txBody>
          <a:bodyPr wrap="none" rtlCol="0">
            <a:spAutoFit/>
          </a:bodyPr>
          <a:lstStyle/>
          <a:p>
            <a:r>
              <a:rPr lang="en-GB" dirty="0">
                <a:latin typeface="+mn-lt"/>
              </a:rPr>
              <a:t>Aggregate data</a:t>
            </a:r>
          </a:p>
        </p:txBody>
      </p:sp>
      <p:pic>
        <p:nvPicPr>
          <p:cNvPr id="13" name="Picture 12">
            <a:extLst>
              <a:ext uri="{FF2B5EF4-FFF2-40B4-BE49-F238E27FC236}">
                <a16:creationId xmlns:a16="http://schemas.microsoft.com/office/drawing/2014/main" id="{BB0DA941-4703-33C6-9EEE-802A5C18F46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72400" y="173345"/>
            <a:ext cx="835070" cy="692171"/>
          </a:xfrm>
          <a:prstGeom prst="rect">
            <a:avLst/>
          </a:prstGeom>
        </p:spPr>
      </p:pic>
      <p:sp>
        <p:nvSpPr>
          <p:cNvPr id="14" name="Footer Placeholder 13">
            <a:extLst>
              <a:ext uri="{FF2B5EF4-FFF2-40B4-BE49-F238E27FC236}">
                <a16:creationId xmlns:a16="http://schemas.microsoft.com/office/drawing/2014/main" id="{356D7247-9D92-BEFA-4EC4-8D2A9405057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E61467B3-9191-0D43-3E8B-A01BD37D5866}"/>
              </a:ext>
            </a:extLst>
          </p:cNvPr>
          <p:cNvSpPr>
            <a:spLocks noGrp="1"/>
          </p:cNvSpPr>
          <p:nvPr>
            <p:ph type="sldNum" sz="quarter" idx="4"/>
          </p:nvPr>
        </p:nvSpPr>
        <p:spPr/>
        <p:txBody>
          <a:bodyPr/>
          <a:lstStyle/>
          <a:p>
            <a:fld id="{9FD7ECCF-50E7-4327-B945-FA93FF7B2BEF}" type="slidenum">
              <a:rPr lang="en-US" smtClean="0"/>
              <a:pPr/>
              <a:t>17</a:t>
            </a:fld>
            <a:r>
              <a:rPr lang="en-GB"/>
              <a:t>/51</a:t>
            </a:r>
            <a:endParaRPr lang="en-US" dirty="0"/>
          </a:p>
        </p:txBody>
      </p:sp>
      <p:pic>
        <p:nvPicPr>
          <p:cNvPr id="5" name="Picture 4" descr="identifies the emotional state">
            <a:extLst>
              <a:ext uri="{FF2B5EF4-FFF2-40B4-BE49-F238E27FC236}">
                <a16:creationId xmlns:a16="http://schemas.microsoft.com/office/drawing/2014/main" id="{A8887B19-A76F-A7D1-A324-D1133A6CA7E8}"/>
              </a:ext>
            </a:extLst>
          </p:cNvPr>
          <p:cNvPicPr>
            <a:picLocks noChangeAspect="1"/>
          </p:cNvPicPr>
          <p:nvPr/>
        </p:nvPicPr>
        <p:blipFill>
          <a:blip r:embed="rId5"/>
          <a:stretch>
            <a:fillRect/>
          </a:stretch>
        </p:blipFill>
        <p:spPr>
          <a:xfrm>
            <a:off x="3203848" y="2866983"/>
            <a:ext cx="1852474" cy="1720564"/>
          </a:xfrm>
          <a:prstGeom prst="rect">
            <a:avLst/>
          </a:prstGeom>
        </p:spPr>
      </p:pic>
      <p:pic>
        <p:nvPicPr>
          <p:cNvPr id="7" name="Picture 6" descr="90% confidence for the emotional state">
            <a:extLst>
              <a:ext uri="{FF2B5EF4-FFF2-40B4-BE49-F238E27FC236}">
                <a16:creationId xmlns:a16="http://schemas.microsoft.com/office/drawing/2014/main" id="{31EA9BE2-68D6-DC9F-578B-05AE9E928FAB}"/>
              </a:ext>
            </a:extLst>
          </p:cNvPr>
          <p:cNvPicPr>
            <a:picLocks noChangeAspect="1"/>
          </p:cNvPicPr>
          <p:nvPr/>
        </p:nvPicPr>
        <p:blipFill>
          <a:blip r:embed="rId6"/>
          <a:stretch>
            <a:fillRect/>
          </a:stretch>
        </p:blipFill>
        <p:spPr>
          <a:xfrm>
            <a:off x="3419872" y="4648305"/>
            <a:ext cx="1329927" cy="1497825"/>
          </a:xfrm>
          <a:prstGeom prst="rect">
            <a:avLst/>
          </a:prstGeom>
        </p:spPr>
      </p:pic>
    </p:spTree>
    <p:extLst>
      <p:ext uri="{BB962C8B-B14F-4D97-AF65-F5344CB8AC3E}">
        <p14:creationId xmlns:p14="http://schemas.microsoft.com/office/powerpoint/2010/main" val="2688359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C4AB1-7A2A-5C61-D6F7-B6B72A154091}"/>
              </a:ext>
            </a:extLst>
          </p:cNvPr>
          <p:cNvSpPr>
            <a:spLocks noGrp="1"/>
          </p:cNvSpPr>
          <p:nvPr>
            <p:ph type="title"/>
          </p:nvPr>
        </p:nvSpPr>
        <p:spPr>
          <a:xfrm>
            <a:off x="612648" y="87794"/>
            <a:ext cx="8153400" cy="990600"/>
          </a:xfrm>
        </p:spPr>
        <p:txBody>
          <a:bodyPr>
            <a:normAutofit fontScale="90000"/>
          </a:bodyPr>
          <a:lstStyle/>
          <a:p>
            <a:pPr>
              <a:lnSpc>
                <a:spcPts val="3500"/>
              </a:lnSpc>
            </a:pPr>
            <a:r>
              <a:rPr lang="en-GB" sz="4400" dirty="0"/>
              <a:t>What do we need for a facial expressions study?</a:t>
            </a:r>
            <a:endParaRPr lang="en-GB" dirty="0"/>
          </a:p>
        </p:txBody>
      </p:sp>
      <p:sp>
        <p:nvSpPr>
          <p:cNvPr id="3" name="Content Placeholder 2">
            <a:extLst>
              <a:ext uri="{FF2B5EF4-FFF2-40B4-BE49-F238E27FC236}">
                <a16:creationId xmlns:a16="http://schemas.microsoft.com/office/drawing/2014/main" id="{06ADE53F-AF90-2F90-CB68-DB576E9FB4C3}"/>
              </a:ext>
            </a:extLst>
          </p:cNvPr>
          <p:cNvSpPr>
            <a:spLocks noGrp="1"/>
          </p:cNvSpPr>
          <p:nvPr>
            <p:ph sz="quarter" idx="1"/>
          </p:nvPr>
        </p:nvSpPr>
        <p:spPr/>
        <p:txBody>
          <a:bodyPr/>
          <a:lstStyle/>
          <a:p>
            <a:r>
              <a:rPr lang="en-GB" dirty="0"/>
              <a:t>Cameras similar to </a:t>
            </a:r>
            <a:r>
              <a:rPr lang="en-GB" dirty="0" err="1"/>
              <a:t>eyetracking</a:t>
            </a:r>
            <a:r>
              <a:rPr lang="en-GB" dirty="0"/>
              <a:t> and corresponding software</a:t>
            </a:r>
          </a:p>
        </p:txBody>
      </p:sp>
      <p:pic>
        <p:nvPicPr>
          <p:cNvPr id="6" name="Picture 5">
            <a:extLst>
              <a:ext uri="{FF2B5EF4-FFF2-40B4-BE49-F238E27FC236}">
                <a16:creationId xmlns:a16="http://schemas.microsoft.com/office/drawing/2014/main" id="{2DC18665-753A-C4A9-6FA8-FAA19C67C7C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172400" y="173345"/>
            <a:ext cx="835070" cy="692171"/>
          </a:xfrm>
          <a:prstGeom prst="rect">
            <a:avLst/>
          </a:prstGeom>
        </p:spPr>
      </p:pic>
      <p:sp>
        <p:nvSpPr>
          <p:cNvPr id="7" name="Footer Placeholder 6">
            <a:extLst>
              <a:ext uri="{FF2B5EF4-FFF2-40B4-BE49-F238E27FC236}">
                <a16:creationId xmlns:a16="http://schemas.microsoft.com/office/drawing/2014/main" id="{D0D931D3-62B8-21D6-3EEC-731471E8D89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3459B8B7-7BD8-3E56-4B64-2AA78F5F1191}"/>
              </a:ext>
            </a:extLst>
          </p:cNvPr>
          <p:cNvSpPr>
            <a:spLocks noGrp="1"/>
          </p:cNvSpPr>
          <p:nvPr>
            <p:ph type="sldNum" sz="quarter" idx="4"/>
          </p:nvPr>
        </p:nvSpPr>
        <p:spPr/>
        <p:txBody>
          <a:bodyPr/>
          <a:lstStyle/>
          <a:p>
            <a:fld id="{9FD7ECCF-50E7-4327-B945-FA93FF7B2BEF}" type="slidenum">
              <a:rPr lang="en-US" smtClean="0"/>
              <a:pPr/>
              <a:t>18</a:t>
            </a:fld>
            <a:r>
              <a:rPr lang="en-GB"/>
              <a:t>/51</a:t>
            </a:r>
            <a:endParaRPr lang="en-US" dirty="0"/>
          </a:p>
        </p:txBody>
      </p:sp>
    </p:spTree>
    <p:extLst>
      <p:ext uri="{BB962C8B-B14F-4D97-AF65-F5344CB8AC3E}">
        <p14:creationId xmlns:p14="http://schemas.microsoft.com/office/powerpoint/2010/main" val="3425426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4BB8-381C-E0D2-C0EA-3C576AD022D6}"/>
              </a:ext>
            </a:extLst>
          </p:cNvPr>
          <p:cNvSpPr>
            <a:spLocks noGrp="1"/>
          </p:cNvSpPr>
          <p:nvPr>
            <p:ph type="title"/>
          </p:nvPr>
        </p:nvSpPr>
        <p:spPr/>
        <p:txBody>
          <a:bodyPr/>
          <a:lstStyle/>
          <a:p>
            <a:r>
              <a:rPr lang="en-GB" dirty="0"/>
              <a:t>Galvanic Skin Response (GSR)</a:t>
            </a:r>
          </a:p>
        </p:txBody>
      </p:sp>
      <p:sp>
        <p:nvSpPr>
          <p:cNvPr id="3" name="Content Placeholder 2">
            <a:extLst>
              <a:ext uri="{FF2B5EF4-FFF2-40B4-BE49-F238E27FC236}">
                <a16:creationId xmlns:a16="http://schemas.microsoft.com/office/drawing/2014/main" id="{BE92BE20-F69B-EA7A-129E-F6C6B9933461}"/>
              </a:ext>
            </a:extLst>
          </p:cNvPr>
          <p:cNvSpPr>
            <a:spLocks noGrp="1"/>
          </p:cNvSpPr>
          <p:nvPr>
            <p:ph sz="quarter" idx="1"/>
          </p:nvPr>
        </p:nvSpPr>
        <p:spPr>
          <a:xfrm>
            <a:off x="612648" y="1600200"/>
            <a:ext cx="4391400" cy="4495800"/>
          </a:xfrm>
        </p:spPr>
        <p:txBody>
          <a:bodyPr>
            <a:normAutofit fontScale="85000" lnSpcReduction="10000"/>
          </a:bodyPr>
          <a:lstStyle/>
          <a:p>
            <a:pPr algn="l"/>
            <a:r>
              <a:rPr lang="en-GB" b="1" i="0" dirty="0">
                <a:solidFill>
                  <a:srgbClr val="374151"/>
                </a:solidFill>
                <a:effectLst/>
              </a:rPr>
              <a:t>Galvanic Skin </a:t>
            </a:r>
            <a:r>
              <a:rPr lang="en-GB" b="1" dirty="0">
                <a:solidFill>
                  <a:srgbClr val="374151"/>
                </a:solidFill>
              </a:rPr>
              <a:t>Response (GSR) also known as Electrodermal Activity (EDA) </a:t>
            </a:r>
            <a:r>
              <a:rPr lang="en-GB" b="0" i="0" dirty="0">
                <a:solidFill>
                  <a:srgbClr val="374151"/>
                </a:solidFill>
                <a:effectLst/>
              </a:rPr>
              <a:t>measures changes in the skin's electrical conductivity, which can indicate emotional arousal or stress levels during user </a:t>
            </a:r>
            <a:r>
              <a:rPr lang="en-GB" dirty="0">
                <a:solidFill>
                  <a:srgbClr val="374151"/>
                </a:solidFill>
              </a:rPr>
              <a:t>interactions.</a:t>
            </a:r>
          </a:p>
          <a:p>
            <a:pPr algn="l"/>
            <a:r>
              <a:rPr lang="en-GB" dirty="0">
                <a:solidFill>
                  <a:srgbClr val="374151"/>
                </a:solidFill>
              </a:rPr>
              <a:t>Our autonomic nervous system controls the activity of </a:t>
            </a:r>
            <a:r>
              <a:rPr lang="en-GB" b="1" dirty="0">
                <a:solidFill>
                  <a:srgbClr val="374151"/>
                </a:solidFill>
              </a:rPr>
              <a:t>sweat glands</a:t>
            </a:r>
            <a:r>
              <a:rPr lang="en-GB" dirty="0">
                <a:solidFill>
                  <a:srgbClr val="374151"/>
                </a:solidFill>
              </a:rPr>
              <a:t> along with our </a:t>
            </a:r>
            <a:r>
              <a:rPr lang="en-GB" b="1" dirty="0">
                <a:solidFill>
                  <a:srgbClr val="374151"/>
                </a:solidFill>
              </a:rPr>
              <a:t>heart rate</a:t>
            </a:r>
            <a:r>
              <a:rPr lang="en-GB" dirty="0">
                <a:solidFill>
                  <a:srgbClr val="374151"/>
                </a:solidFill>
              </a:rPr>
              <a:t> and </a:t>
            </a:r>
            <a:r>
              <a:rPr lang="en-GB" b="1" dirty="0">
                <a:solidFill>
                  <a:srgbClr val="374151"/>
                </a:solidFill>
              </a:rPr>
              <a:t>pupil dilation</a:t>
            </a:r>
          </a:p>
          <a:p>
            <a:endParaRPr lang="en-GB" dirty="0"/>
          </a:p>
        </p:txBody>
      </p:sp>
      <p:pic>
        <p:nvPicPr>
          <p:cNvPr id="7" name="Picture 6">
            <a:extLst>
              <a:ext uri="{FF2B5EF4-FFF2-40B4-BE49-F238E27FC236}">
                <a16:creationId xmlns:a16="http://schemas.microsoft.com/office/drawing/2014/main" id="{625B471C-08D2-9A8C-839E-7515C2D529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44408" y="76394"/>
            <a:ext cx="816690" cy="759177"/>
          </a:xfrm>
          <a:prstGeom prst="rect">
            <a:avLst/>
          </a:prstGeom>
        </p:spPr>
      </p:pic>
      <p:pic>
        <p:nvPicPr>
          <p:cNvPr id="9" name="Picture 8" descr="Our autonomic nervous system controls the activity of sweat glands along with our heart rate and pupil dilation&#10;">
            <a:hlinkClick r:id="rId4"/>
            <a:extLst>
              <a:ext uri="{FF2B5EF4-FFF2-40B4-BE49-F238E27FC236}">
                <a16:creationId xmlns:a16="http://schemas.microsoft.com/office/drawing/2014/main" id="{069F9756-2E88-E8A2-1A34-987563EB1C7E}"/>
              </a:ext>
            </a:extLst>
          </p:cNvPr>
          <p:cNvPicPr>
            <a:picLocks noChangeAspect="1"/>
          </p:cNvPicPr>
          <p:nvPr/>
        </p:nvPicPr>
        <p:blipFill>
          <a:blip r:embed="rId5"/>
          <a:stretch>
            <a:fillRect/>
          </a:stretch>
        </p:blipFill>
        <p:spPr>
          <a:xfrm>
            <a:off x="5227738" y="1703462"/>
            <a:ext cx="3841664" cy="4495800"/>
          </a:xfrm>
          <a:prstGeom prst="rect">
            <a:avLst/>
          </a:prstGeom>
        </p:spPr>
      </p:pic>
      <p:sp>
        <p:nvSpPr>
          <p:cNvPr id="10" name="TextBox 9">
            <a:hlinkClick r:id="rId4"/>
            <a:extLst>
              <a:ext uri="{FF2B5EF4-FFF2-40B4-BE49-F238E27FC236}">
                <a16:creationId xmlns:a16="http://schemas.microsoft.com/office/drawing/2014/main" id="{D5311F99-266C-3B2B-88AC-A39AC8B6A9E1}"/>
              </a:ext>
            </a:extLst>
          </p:cNvPr>
          <p:cNvSpPr txBox="1"/>
          <p:nvPr/>
        </p:nvSpPr>
        <p:spPr>
          <a:xfrm>
            <a:off x="4860032" y="5715903"/>
            <a:ext cx="1536318" cy="338554"/>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GB" sz="1600" dirty="0"/>
              <a:t>Watch the video</a:t>
            </a:r>
          </a:p>
        </p:txBody>
      </p:sp>
      <p:sp>
        <p:nvSpPr>
          <p:cNvPr id="11" name="Footer Placeholder 10">
            <a:extLst>
              <a:ext uri="{FF2B5EF4-FFF2-40B4-BE49-F238E27FC236}">
                <a16:creationId xmlns:a16="http://schemas.microsoft.com/office/drawing/2014/main" id="{2C7BB12B-E697-4F8C-5438-9B55974E84B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65294D94-6C4F-88BB-1E68-BD739DB50CA2}"/>
              </a:ext>
            </a:extLst>
          </p:cNvPr>
          <p:cNvSpPr>
            <a:spLocks noGrp="1"/>
          </p:cNvSpPr>
          <p:nvPr>
            <p:ph type="sldNum" sz="quarter" idx="4"/>
          </p:nvPr>
        </p:nvSpPr>
        <p:spPr/>
        <p:txBody>
          <a:bodyPr/>
          <a:lstStyle/>
          <a:p>
            <a:fld id="{9FD7ECCF-50E7-4327-B945-FA93FF7B2BEF}" type="slidenum">
              <a:rPr lang="en-US" smtClean="0"/>
              <a:pPr/>
              <a:t>19</a:t>
            </a:fld>
            <a:r>
              <a:rPr lang="en-GB"/>
              <a:t>/51</a:t>
            </a:r>
            <a:endParaRPr lang="en-US" dirty="0"/>
          </a:p>
        </p:txBody>
      </p:sp>
      <p:sp>
        <p:nvSpPr>
          <p:cNvPr id="4" name="Cloud 3">
            <a:extLst>
              <a:ext uri="{FF2B5EF4-FFF2-40B4-BE49-F238E27FC236}">
                <a16:creationId xmlns:a16="http://schemas.microsoft.com/office/drawing/2014/main" id="{0A90DC4F-A74B-8D07-0FB4-63BCBB060B7B}"/>
              </a:ext>
            </a:extLst>
          </p:cNvPr>
          <p:cNvSpPr/>
          <p:nvPr/>
        </p:nvSpPr>
        <p:spPr>
          <a:xfrm>
            <a:off x="1475656" y="2204864"/>
            <a:ext cx="5832648" cy="3216138"/>
          </a:xfrm>
          <a:prstGeom prst="cloud">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GB" sz="2000" b="1" i="0" u="none" strike="noStrike" baseline="0" dirty="0">
                <a:solidFill>
                  <a:schemeClr val="bg1"/>
                </a:solidFill>
                <a:effectLst>
                  <a:outerShdw blurRad="38100" dist="38100" dir="2700000" algn="tl">
                    <a:srgbClr val="000000">
                      <a:alpha val="43137"/>
                    </a:srgbClr>
                  </a:outerShdw>
                </a:effectLst>
                <a:latin typeface="Bradley Hand ITC" panose="03070402050302030203" pitchFamily="66" charset="0"/>
                <a:cs typeface="Dreaming Outloud Script Pro" panose="020F0502020204030204" pitchFamily="66" charset="0"/>
              </a:rPr>
              <a:t>Our skin is an open book!</a:t>
            </a:r>
          </a:p>
          <a:p>
            <a:pPr algn="ctr"/>
            <a:endParaRPr lang="en-GB" sz="1600" b="0" i="0" u="none" strike="noStrike" baseline="0" dirty="0">
              <a:solidFill>
                <a:schemeClr val="bg1"/>
              </a:solidFill>
              <a:latin typeface="Bradley Hand ITC" panose="03070402050302030203" pitchFamily="66" charset="0"/>
              <a:cs typeface="Dreaming Outloud Script Pro" panose="020F0502020204030204" pitchFamily="66" charset="0"/>
            </a:endParaRPr>
          </a:p>
          <a:p>
            <a:pPr algn="ctr"/>
            <a:r>
              <a:rPr lang="en-GB" sz="1600" b="0" i="0" u="none" strike="noStrike" baseline="0" dirty="0">
                <a:solidFill>
                  <a:schemeClr val="bg1"/>
                </a:solidFill>
                <a:cs typeface="Dreaming Outloud Script Pro" panose="020F0502020204030204" pitchFamily="66" charset="0"/>
              </a:rPr>
              <a:t>No matter whether we are stressed, nervous, fearful, psyched up, stoked, baffled, or surprised - whenever we are emotionally aroused, the electrical conductivity of our skin subtly changes.</a:t>
            </a:r>
            <a:endParaRPr lang="en-GB" sz="1600" dirty="0">
              <a:solidFill>
                <a:schemeClr val="bg1"/>
              </a:solidFill>
              <a:cs typeface="Dreaming Outloud Script Pro" panose="020F0502020204030204" pitchFamily="66" charset="0"/>
            </a:endParaRPr>
          </a:p>
        </p:txBody>
      </p:sp>
    </p:spTree>
    <p:extLst>
      <p:ext uri="{BB962C8B-B14F-4D97-AF65-F5344CB8AC3E}">
        <p14:creationId xmlns:p14="http://schemas.microsoft.com/office/powerpoint/2010/main" val="4222313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83DD5-E4C6-6DEF-E23F-479E9F3AC411}"/>
              </a:ext>
            </a:extLst>
          </p:cNvPr>
          <p:cNvSpPr>
            <a:spLocks noGrp="1"/>
          </p:cNvSpPr>
          <p:nvPr>
            <p:ph type="title"/>
          </p:nvPr>
        </p:nvSpPr>
        <p:spPr/>
        <p:txBody>
          <a:bodyPr/>
          <a:lstStyle/>
          <a:p>
            <a:r>
              <a:rPr lang="en-GB" dirty="0"/>
              <a:t>What do we measure</a:t>
            </a:r>
          </a:p>
        </p:txBody>
      </p:sp>
      <p:sp>
        <p:nvSpPr>
          <p:cNvPr id="3" name="Content Placeholder 2">
            <a:extLst>
              <a:ext uri="{FF2B5EF4-FFF2-40B4-BE49-F238E27FC236}">
                <a16:creationId xmlns:a16="http://schemas.microsoft.com/office/drawing/2014/main" id="{510DFB85-6B92-C098-D432-B32BEA6BA938}"/>
              </a:ext>
            </a:extLst>
          </p:cNvPr>
          <p:cNvSpPr>
            <a:spLocks noGrp="1"/>
          </p:cNvSpPr>
          <p:nvPr>
            <p:ph sz="quarter" idx="1"/>
          </p:nvPr>
        </p:nvSpPr>
        <p:spPr/>
        <p:txBody>
          <a:bodyPr>
            <a:normAutofit fontScale="92500" lnSpcReduction="20000"/>
          </a:bodyPr>
          <a:lstStyle/>
          <a:p>
            <a:pPr>
              <a:spcAft>
                <a:spcPts val="600"/>
              </a:spcAft>
            </a:pPr>
            <a:r>
              <a:rPr lang="en-GB" dirty="0"/>
              <a:t>GSR measures the </a:t>
            </a:r>
            <a:r>
              <a:rPr lang="en-GB" b="1" dirty="0"/>
              <a:t>increase in the electrical conductance of the skin</a:t>
            </a:r>
            <a:r>
              <a:rPr lang="en-GB" dirty="0"/>
              <a:t> (a decrease in resistance)</a:t>
            </a:r>
          </a:p>
          <a:p>
            <a:pPr>
              <a:spcAft>
                <a:spcPts val="600"/>
              </a:spcAft>
            </a:pPr>
            <a:r>
              <a:rPr lang="en-GB" dirty="0"/>
              <a:t>GSR signals measure internal </a:t>
            </a:r>
            <a:r>
              <a:rPr lang="en-GB" b="1" dirty="0"/>
              <a:t>arousal states towards certain types of stimuli and environments</a:t>
            </a:r>
          </a:p>
          <a:p>
            <a:pPr>
              <a:spcAft>
                <a:spcPts val="600"/>
              </a:spcAft>
            </a:pPr>
            <a:r>
              <a:rPr lang="en-GB" b="1" dirty="0"/>
              <a:t>GSR</a:t>
            </a:r>
            <a:r>
              <a:rPr lang="en-GB" dirty="0"/>
              <a:t> </a:t>
            </a:r>
            <a:r>
              <a:rPr lang="en-GB" b="1" dirty="0"/>
              <a:t>signals are slow</a:t>
            </a:r>
            <a:r>
              <a:rPr lang="en-GB" dirty="0"/>
              <a:t>! They take 1-5 seconds to be elicited. A stimulus should not be lower than that!</a:t>
            </a:r>
          </a:p>
          <a:p>
            <a:pPr>
              <a:spcAft>
                <a:spcPts val="600"/>
              </a:spcAft>
            </a:pPr>
            <a:r>
              <a:rPr lang="en-GB" b="1" dirty="0"/>
              <a:t>GSR indicates the intensity of emotional reaction and/or aroused alertness </a:t>
            </a:r>
            <a:r>
              <a:rPr lang="en-GB" dirty="0"/>
              <a:t>– not the valence</a:t>
            </a:r>
          </a:p>
          <a:p>
            <a:pPr>
              <a:spcAft>
                <a:spcPts val="600"/>
              </a:spcAft>
            </a:pPr>
            <a:r>
              <a:rPr lang="en-GB" dirty="0"/>
              <a:t>For valence, pair it with other technologies (Facial expressions, Brain activity) or based on the context. Let’s talk about it if you have specific ideas!</a:t>
            </a:r>
          </a:p>
        </p:txBody>
      </p:sp>
      <p:pic>
        <p:nvPicPr>
          <p:cNvPr id="6" name="Picture 5">
            <a:extLst>
              <a:ext uri="{FF2B5EF4-FFF2-40B4-BE49-F238E27FC236}">
                <a16:creationId xmlns:a16="http://schemas.microsoft.com/office/drawing/2014/main" id="{7C58FC3F-903B-6092-23AF-E75F79697D3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44408" y="76394"/>
            <a:ext cx="816690" cy="759177"/>
          </a:xfrm>
          <a:prstGeom prst="rect">
            <a:avLst/>
          </a:prstGeom>
        </p:spPr>
      </p:pic>
      <p:sp>
        <p:nvSpPr>
          <p:cNvPr id="7" name="Footer Placeholder 6">
            <a:extLst>
              <a:ext uri="{FF2B5EF4-FFF2-40B4-BE49-F238E27FC236}">
                <a16:creationId xmlns:a16="http://schemas.microsoft.com/office/drawing/2014/main" id="{D908548D-066D-C644-5D3D-461E92C04DB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D1FE0B6C-47C2-8DF8-F7A0-61EEC3691A6A}"/>
              </a:ext>
            </a:extLst>
          </p:cNvPr>
          <p:cNvSpPr>
            <a:spLocks noGrp="1"/>
          </p:cNvSpPr>
          <p:nvPr>
            <p:ph type="sldNum" sz="quarter" idx="4"/>
          </p:nvPr>
        </p:nvSpPr>
        <p:spPr/>
        <p:txBody>
          <a:bodyPr/>
          <a:lstStyle/>
          <a:p>
            <a:fld id="{9FD7ECCF-50E7-4327-B945-FA93FF7B2BEF}" type="slidenum">
              <a:rPr lang="en-US" smtClean="0"/>
              <a:pPr/>
              <a:t>20</a:t>
            </a:fld>
            <a:r>
              <a:rPr lang="en-GB"/>
              <a:t>/51</a:t>
            </a:r>
            <a:endParaRPr lang="en-US" dirty="0"/>
          </a:p>
        </p:txBody>
      </p:sp>
    </p:spTree>
    <p:extLst>
      <p:ext uri="{BB962C8B-B14F-4D97-AF65-F5344CB8AC3E}">
        <p14:creationId xmlns:p14="http://schemas.microsoft.com/office/powerpoint/2010/main" val="708217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625F3-F19D-505C-D052-7A7CF17FB235}"/>
              </a:ext>
            </a:extLst>
          </p:cNvPr>
          <p:cNvSpPr>
            <a:spLocks noGrp="1"/>
          </p:cNvSpPr>
          <p:nvPr>
            <p:ph type="title"/>
          </p:nvPr>
        </p:nvSpPr>
        <p:spPr/>
        <p:txBody>
          <a:bodyPr/>
          <a:lstStyle/>
          <a:p>
            <a:r>
              <a:rPr lang="en-GB" dirty="0"/>
              <a:t>How do we measure GSR</a:t>
            </a:r>
          </a:p>
        </p:txBody>
      </p:sp>
      <p:pic>
        <p:nvPicPr>
          <p:cNvPr id="7" name="Picture 6" descr="How do we measure GSR">
            <a:extLst>
              <a:ext uri="{FF2B5EF4-FFF2-40B4-BE49-F238E27FC236}">
                <a16:creationId xmlns:a16="http://schemas.microsoft.com/office/drawing/2014/main" id="{68409DC9-C70E-82CB-9D49-4AE431F23F4D}"/>
              </a:ext>
            </a:extLst>
          </p:cNvPr>
          <p:cNvPicPr>
            <a:picLocks noChangeAspect="1"/>
          </p:cNvPicPr>
          <p:nvPr/>
        </p:nvPicPr>
        <p:blipFill>
          <a:blip r:embed="rId2"/>
          <a:stretch>
            <a:fillRect/>
          </a:stretch>
        </p:blipFill>
        <p:spPr>
          <a:xfrm>
            <a:off x="86217" y="1570524"/>
            <a:ext cx="6467847" cy="2708920"/>
          </a:xfrm>
          <a:prstGeom prst="rect">
            <a:avLst/>
          </a:prstGeom>
        </p:spPr>
      </p:pic>
      <p:pic>
        <p:nvPicPr>
          <p:cNvPr id="9" name="Picture 8" descr="GSR signals are slow! &#10;The latency is around 1- 5 seconds&#10;">
            <a:extLst>
              <a:ext uri="{FF2B5EF4-FFF2-40B4-BE49-F238E27FC236}">
                <a16:creationId xmlns:a16="http://schemas.microsoft.com/office/drawing/2014/main" id="{9AFFC687-F471-C6B7-28ED-6CAE31E9CE76}"/>
              </a:ext>
            </a:extLst>
          </p:cNvPr>
          <p:cNvPicPr>
            <a:picLocks noChangeAspect="1"/>
          </p:cNvPicPr>
          <p:nvPr/>
        </p:nvPicPr>
        <p:blipFill>
          <a:blip r:embed="rId3"/>
          <a:stretch>
            <a:fillRect/>
          </a:stretch>
        </p:blipFill>
        <p:spPr>
          <a:xfrm>
            <a:off x="6444208" y="3539286"/>
            <a:ext cx="2441372" cy="2708920"/>
          </a:xfrm>
          <a:prstGeom prst="rect">
            <a:avLst/>
          </a:prstGeom>
        </p:spPr>
      </p:pic>
      <p:sp>
        <p:nvSpPr>
          <p:cNvPr id="10" name="TextBox 9">
            <a:extLst>
              <a:ext uri="{FF2B5EF4-FFF2-40B4-BE49-F238E27FC236}">
                <a16:creationId xmlns:a16="http://schemas.microsoft.com/office/drawing/2014/main" id="{6750B69F-17B5-27D0-BB22-A2C3C87D0AAE}"/>
              </a:ext>
            </a:extLst>
          </p:cNvPr>
          <p:cNvSpPr txBox="1"/>
          <p:nvPr/>
        </p:nvSpPr>
        <p:spPr>
          <a:xfrm>
            <a:off x="288958" y="4265568"/>
            <a:ext cx="4203723" cy="193899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b="0" i="0" u="none" strike="noStrike" baseline="0" dirty="0">
                <a:solidFill>
                  <a:srgbClr val="5F5F5F"/>
                </a:solidFill>
                <a:latin typeface="+mn-lt"/>
              </a:rPr>
              <a:t>GSR peak count</a:t>
            </a:r>
          </a:p>
          <a:p>
            <a:r>
              <a:rPr lang="en-GB" b="0" i="0" u="none" strike="noStrike" baseline="0" dirty="0">
                <a:solidFill>
                  <a:srgbClr val="5F5F5F"/>
                </a:solidFill>
                <a:latin typeface="+mn-lt"/>
              </a:rPr>
              <a:t>GSR peaks/min</a:t>
            </a:r>
          </a:p>
          <a:p>
            <a:r>
              <a:rPr lang="en-GB" b="0" i="0" u="none" strike="noStrike" baseline="0" dirty="0">
                <a:solidFill>
                  <a:srgbClr val="5F5F5F"/>
                </a:solidFill>
                <a:latin typeface="+mn-lt"/>
              </a:rPr>
              <a:t>GSR peak amplitude(in µSiemens)</a:t>
            </a:r>
          </a:p>
          <a:p>
            <a:r>
              <a:rPr lang="it-IT" b="0" i="0" u="none" strike="noStrike" baseline="0" dirty="0">
                <a:solidFill>
                  <a:srgbClr val="5F5F5F"/>
                </a:solidFill>
                <a:latin typeface="+mn-lt"/>
              </a:rPr>
              <a:t>GSR Signal Quality (in decibels)</a:t>
            </a:r>
          </a:p>
        </p:txBody>
      </p:sp>
      <p:sp>
        <p:nvSpPr>
          <p:cNvPr id="11" name="TextBox 10">
            <a:extLst>
              <a:ext uri="{FF2B5EF4-FFF2-40B4-BE49-F238E27FC236}">
                <a16:creationId xmlns:a16="http://schemas.microsoft.com/office/drawing/2014/main" id="{EB6D7100-373A-6B14-FE17-822CD266B885}"/>
              </a:ext>
            </a:extLst>
          </p:cNvPr>
          <p:cNvSpPr txBox="1"/>
          <p:nvPr/>
        </p:nvSpPr>
        <p:spPr>
          <a:xfrm>
            <a:off x="4932040" y="4450234"/>
            <a:ext cx="1431212" cy="1754326"/>
          </a:xfrm>
          <a:prstGeom prst="rect">
            <a:avLst/>
          </a:prstGeom>
          <a:noFill/>
        </p:spPr>
        <p:txBody>
          <a:bodyPr wrap="square" rtlCol="0">
            <a:spAutoFit/>
          </a:bodyPr>
          <a:lstStyle/>
          <a:p>
            <a:pPr algn="l"/>
            <a:endParaRPr lang="en-GB" sz="1800" b="0" i="0" u="none" strike="noStrike" baseline="0" dirty="0">
              <a:solidFill>
                <a:srgbClr val="000000"/>
              </a:solidFill>
              <a:latin typeface="+mn-lt"/>
            </a:endParaRPr>
          </a:p>
          <a:p>
            <a:r>
              <a:rPr lang="en-GB" sz="1800" b="0" i="0" u="none" strike="noStrike" baseline="0" dirty="0">
                <a:latin typeface="+mn-lt"/>
              </a:rPr>
              <a:t>GSR signals are slow! </a:t>
            </a:r>
          </a:p>
          <a:p>
            <a:r>
              <a:rPr lang="en-GB" sz="1800" b="0" i="0" u="none" strike="noStrike" baseline="0" dirty="0">
                <a:latin typeface="+mn-lt"/>
              </a:rPr>
              <a:t>The latency is around 1- 5 seconds</a:t>
            </a:r>
            <a:endParaRPr lang="en-GB" dirty="0">
              <a:latin typeface="+mn-lt"/>
            </a:endParaRPr>
          </a:p>
        </p:txBody>
      </p:sp>
      <p:pic>
        <p:nvPicPr>
          <p:cNvPr id="12" name="Picture 11" descr="GSR sensoors">
            <a:extLst>
              <a:ext uri="{FF2B5EF4-FFF2-40B4-BE49-F238E27FC236}">
                <a16:creationId xmlns:a16="http://schemas.microsoft.com/office/drawing/2014/main" id="{C1A27EBD-1A20-2D1F-3FE2-2E776A6476A6}"/>
              </a:ext>
            </a:extLst>
          </p:cNvPr>
          <p:cNvPicPr>
            <a:picLocks noChangeAspect="1"/>
          </p:cNvPicPr>
          <p:nvPr/>
        </p:nvPicPr>
        <p:blipFill>
          <a:blip r:embed="rId4"/>
          <a:stretch>
            <a:fillRect/>
          </a:stretch>
        </p:blipFill>
        <p:spPr>
          <a:xfrm>
            <a:off x="6550708" y="900742"/>
            <a:ext cx="2507075" cy="2080488"/>
          </a:xfrm>
          <a:prstGeom prst="rect">
            <a:avLst/>
          </a:prstGeom>
        </p:spPr>
      </p:pic>
      <p:pic>
        <p:nvPicPr>
          <p:cNvPr id="13" name="Picture 12">
            <a:extLst>
              <a:ext uri="{FF2B5EF4-FFF2-40B4-BE49-F238E27FC236}">
                <a16:creationId xmlns:a16="http://schemas.microsoft.com/office/drawing/2014/main" id="{DF6402E5-BED1-F450-64C7-D4618BCA1B90}"/>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44408" y="76394"/>
            <a:ext cx="816690" cy="759177"/>
          </a:xfrm>
          <a:prstGeom prst="rect">
            <a:avLst/>
          </a:prstGeom>
        </p:spPr>
      </p:pic>
      <p:sp>
        <p:nvSpPr>
          <p:cNvPr id="14" name="Footer Placeholder 13">
            <a:extLst>
              <a:ext uri="{FF2B5EF4-FFF2-40B4-BE49-F238E27FC236}">
                <a16:creationId xmlns:a16="http://schemas.microsoft.com/office/drawing/2014/main" id="{FC2DC9D4-A108-C0EB-9936-DB53A26BE08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5" name="Slide Number Placeholder 14">
            <a:extLst>
              <a:ext uri="{FF2B5EF4-FFF2-40B4-BE49-F238E27FC236}">
                <a16:creationId xmlns:a16="http://schemas.microsoft.com/office/drawing/2014/main" id="{5AFA2C7C-76B9-AC4F-5D45-146782F7AA8F}"/>
              </a:ext>
            </a:extLst>
          </p:cNvPr>
          <p:cNvSpPr>
            <a:spLocks noGrp="1"/>
          </p:cNvSpPr>
          <p:nvPr>
            <p:ph type="sldNum" sz="quarter" idx="4"/>
          </p:nvPr>
        </p:nvSpPr>
        <p:spPr/>
        <p:txBody>
          <a:bodyPr/>
          <a:lstStyle/>
          <a:p>
            <a:fld id="{9FD7ECCF-50E7-4327-B945-FA93FF7B2BEF}" type="slidenum">
              <a:rPr lang="en-US" smtClean="0"/>
              <a:pPr/>
              <a:t>21</a:t>
            </a:fld>
            <a:r>
              <a:rPr lang="en-GB"/>
              <a:t>/51</a:t>
            </a:r>
            <a:endParaRPr lang="en-US" dirty="0"/>
          </a:p>
        </p:txBody>
      </p:sp>
    </p:spTree>
    <p:extLst>
      <p:ext uri="{BB962C8B-B14F-4D97-AF65-F5344CB8AC3E}">
        <p14:creationId xmlns:p14="http://schemas.microsoft.com/office/powerpoint/2010/main" val="386933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CE3FF-8101-FF4B-B4A6-082F586989FF}"/>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68D6A786-4B2E-B88C-D615-72A9C007C482}"/>
              </a:ext>
            </a:extLst>
          </p:cNvPr>
          <p:cNvSpPr>
            <a:spLocks noGrp="1"/>
          </p:cNvSpPr>
          <p:nvPr>
            <p:ph sz="quarter" idx="1"/>
          </p:nvPr>
        </p:nvSpPr>
        <p:spPr/>
        <p:txBody>
          <a:bodyPr/>
          <a:lstStyle/>
          <a:p>
            <a:endParaRPr lang="en-GB"/>
          </a:p>
        </p:txBody>
      </p:sp>
      <p:pic>
        <p:nvPicPr>
          <p:cNvPr id="7" name="Picture 6" descr="imotions GSR raw data">
            <a:extLst>
              <a:ext uri="{FF2B5EF4-FFF2-40B4-BE49-F238E27FC236}">
                <a16:creationId xmlns:a16="http://schemas.microsoft.com/office/drawing/2014/main" id="{1ED15FF5-196E-EF0D-4E27-CBB3873B5ACB}"/>
              </a:ext>
            </a:extLst>
          </p:cNvPr>
          <p:cNvPicPr>
            <a:picLocks noChangeAspect="1"/>
          </p:cNvPicPr>
          <p:nvPr/>
        </p:nvPicPr>
        <p:blipFill>
          <a:blip r:embed="rId2"/>
          <a:stretch>
            <a:fillRect/>
          </a:stretch>
        </p:blipFill>
        <p:spPr>
          <a:xfrm>
            <a:off x="0" y="1088520"/>
            <a:ext cx="9144000" cy="5159686"/>
          </a:xfrm>
          <a:prstGeom prst="rect">
            <a:avLst/>
          </a:prstGeom>
        </p:spPr>
      </p:pic>
      <p:pic>
        <p:nvPicPr>
          <p:cNvPr id="8" name="Picture 7">
            <a:extLst>
              <a:ext uri="{FF2B5EF4-FFF2-40B4-BE49-F238E27FC236}">
                <a16:creationId xmlns:a16="http://schemas.microsoft.com/office/drawing/2014/main" id="{0E185444-5747-AA7D-49B2-D8E2B82DD84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44408" y="76394"/>
            <a:ext cx="816690" cy="759177"/>
          </a:xfrm>
          <a:prstGeom prst="rect">
            <a:avLst/>
          </a:prstGeom>
        </p:spPr>
      </p:pic>
      <p:sp>
        <p:nvSpPr>
          <p:cNvPr id="9" name="Footer Placeholder 8">
            <a:extLst>
              <a:ext uri="{FF2B5EF4-FFF2-40B4-BE49-F238E27FC236}">
                <a16:creationId xmlns:a16="http://schemas.microsoft.com/office/drawing/2014/main" id="{219CE275-FFDC-B5E3-86DD-332C7B05747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05831E9B-FCA8-95A4-8A87-961D44B26B8C}"/>
              </a:ext>
            </a:extLst>
          </p:cNvPr>
          <p:cNvSpPr>
            <a:spLocks noGrp="1"/>
          </p:cNvSpPr>
          <p:nvPr>
            <p:ph type="sldNum" sz="quarter" idx="4"/>
          </p:nvPr>
        </p:nvSpPr>
        <p:spPr/>
        <p:txBody>
          <a:bodyPr/>
          <a:lstStyle/>
          <a:p>
            <a:fld id="{9FD7ECCF-50E7-4327-B945-FA93FF7B2BEF}" type="slidenum">
              <a:rPr lang="en-US" smtClean="0"/>
              <a:pPr/>
              <a:t>22</a:t>
            </a:fld>
            <a:r>
              <a:rPr lang="en-GB"/>
              <a:t>/51</a:t>
            </a:r>
            <a:endParaRPr lang="en-US" dirty="0"/>
          </a:p>
        </p:txBody>
      </p:sp>
    </p:spTree>
    <p:extLst>
      <p:ext uri="{BB962C8B-B14F-4D97-AF65-F5344CB8AC3E}">
        <p14:creationId xmlns:p14="http://schemas.microsoft.com/office/powerpoint/2010/main" val="605243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6033D-E437-67F2-F1FF-23F407746BFD}"/>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4C2E53F3-C1C9-C392-8B7E-2E9FA698F30E}"/>
              </a:ext>
            </a:extLst>
          </p:cNvPr>
          <p:cNvSpPr>
            <a:spLocks noGrp="1"/>
          </p:cNvSpPr>
          <p:nvPr>
            <p:ph sz="quarter" idx="1"/>
          </p:nvPr>
        </p:nvSpPr>
        <p:spPr/>
        <p:txBody>
          <a:bodyPr/>
          <a:lstStyle/>
          <a:p>
            <a:endParaRPr lang="en-GB"/>
          </a:p>
        </p:txBody>
      </p:sp>
      <p:pic>
        <p:nvPicPr>
          <p:cNvPr id="7" name="Picture 6" descr="imotions GSR raw data">
            <a:extLst>
              <a:ext uri="{FF2B5EF4-FFF2-40B4-BE49-F238E27FC236}">
                <a16:creationId xmlns:a16="http://schemas.microsoft.com/office/drawing/2014/main" id="{9D2E4775-842E-F3B8-A543-FD333F881A62}"/>
              </a:ext>
            </a:extLst>
          </p:cNvPr>
          <p:cNvPicPr>
            <a:picLocks noChangeAspect="1"/>
          </p:cNvPicPr>
          <p:nvPr/>
        </p:nvPicPr>
        <p:blipFill>
          <a:blip r:embed="rId2"/>
          <a:stretch>
            <a:fillRect/>
          </a:stretch>
        </p:blipFill>
        <p:spPr>
          <a:xfrm>
            <a:off x="574976" y="1078407"/>
            <a:ext cx="7956376" cy="5185431"/>
          </a:xfrm>
          <a:prstGeom prst="rect">
            <a:avLst/>
          </a:prstGeom>
        </p:spPr>
      </p:pic>
      <p:sp>
        <p:nvSpPr>
          <p:cNvPr id="8" name="Rectangle 7">
            <a:hlinkClick r:id="rId3"/>
            <a:extLst>
              <a:ext uri="{FF2B5EF4-FFF2-40B4-BE49-F238E27FC236}">
                <a16:creationId xmlns:a16="http://schemas.microsoft.com/office/drawing/2014/main" id="{35F1F5BD-FE79-BAE7-4101-31DCC3029888}"/>
              </a:ext>
            </a:extLst>
          </p:cNvPr>
          <p:cNvSpPr/>
          <p:nvPr/>
        </p:nvSpPr>
        <p:spPr>
          <a:xfrm>
            <a:off x="4355976" y="5373216"/>
            <a:ext cx="4788024" cy="9434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a:extLst>
              <a:ext uri="{FF2B5EF4-FFF2-40B4-BE49-F238E27FC236}">
                <a16:creationId xmlns:a16="http://schemas.microsoft.com/office/drawing/2014/main" id="{C5EB3B2A-81E4-5210-0244-2DD9D2B5286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44408" y="76394"/>
            <a:ext cx="816690" cy="759177"/>
          </a:xfrm>
          <a:prstGeom prst="rect">
            <a:avLst/>
          </a:prstGeom>
        </p:spPr>
      </p:pic>
      <p:sp>
        <p:nvSpPr>
          <p:cNvPr id="10" name="Footer Placeholder 9">
            <a:extLst>
              <a:ext uri="{FF2B5EF4-FFF2-40B4-BE49-F238E27FC236}">
                <a16:creationId xmlns:a16="http://schemas.microsoft.com/office/drawing/2014/main" id="{B170B792-5C37-A381-BBA8-1918F6586C3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DFDFF64A-94D4-32FF-13A1-05694BC0E470}"/>
              </a:ext>
            </a:extLst>
          </p:cNvPr>
          <p:cNvSpPr>
            <a:spLocks noGrp="1"/>
          </p:cNvSpPr>
          <p:nvPr>
            <p:ph type="sldNum" sz="quarter" idx="4"/>
          </p:nvPr>
        </p:nvSpPr>
        <p:spPr/>
        <p:txBody>
          <a:bodyPr/>
          <a:lstStyle/>
          <a:p>
            <a:fld id="{9FD7ECCF-50E7-4327-B945-FA93FF7B2BEF}" type="slidenum">
              <a:rPr lang="en-US" smtClean="0"/>
              <a:pPr/>
              <a:t>23</a:t>
            </a:fld>
            <a:r>
              <a:rPr lang="en-GB"/>
              <a:t>/51</a:t>
            </a:r>
            <a:endParaRPr lang="en-US" dirty="0"/>
          </a:p>
        </p:txBody>
      </p:sp>
    </p:spTree>
    <p:extLst>
      <p:ext uri="{BB962C8B-B14F-4D97-AF65-F5344CB8AC3E}">
        <p14:creationId xmlns:p14="http://schemas.microsoft.com/office/powerpoint/2010/main" val="2437579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4BB8-381C-E0D2-C0EA-3C576AD022D6}"/>
              </a:ext>
            </a:extLst>
          </p:cNvPr>
          <p:cNvSpPr>
            <a:spLocks noGrp="1"/>
          </p:cNvSpPr>
          <p:nvPr>
            <p:ph type="title"/>
          </p:nvPr>
        </p:nvSpPr>
        <p:spPr/>
        <p:txBody>
          <a:bodyPr>
            <a:normAutofit/>
          </a:bodyPr>
          <a:lstStyle/>
          <a:p>
            <a:r>
              <a:rPr lang="en-GB" dirty="0"/>
              <a:t>Electrocardiography (ECG)</a:t>
            </a:r>
          </a:p>
        </p:txBody>
      </p:sp>
      <p:sp>
        <p:nvSpPr>
          <p:cNvPr id="3" name="Content Placeholder 2">
            <a:extLst>
              <a:ext uri="{FF2B5EF4-FFF2-40B4-BE49-F238E27FC236}">
                <a16:creationId xmlns:a16="http://schemas.microsoft.com/office/drawing/2014/main" id="{BE92BE20-F69B-EA7A-129E-F6C6B9933461}"/>
              </a:ext>
            </a:extLst>
          </p:cNvPr>
          <p:cNvSpPr>
            <a:spLocks noGrp="1"/>
          </p:cNvSpPr>
          <p:nvPr>
            <p:ph sz="quarter" idx="1"/>
          </p:nvPr>
        </p:nvSpPr>
        <p:spPr/>
        <p:txBody>
          <a:bodyPr>
            <a:normAutofit/>
          </a:bodyPr>
          <a:lstStyle/>
          <a:p>
            <a:pPr marL="0" lvl="1" indent="0">
              <a:buNone/>
            </a:pPr>
            <a:r>
              <a:rPr lang="en-GB" i="0" dirty="0">
                <a:solidFill>
                  <a:srgbClr val="374151"/>
                </a:solidFill>
                <a:effectLst/>
              </a:rPr>
              <a:t>Electrocardiography is the measurement of electric activity of our heart</a:t>
            </a:r>
            <a:endParaRPr lang="en-GB" dirty="0"/>
          </a:p>
        </p:txBody>
      </p:sp>
      <p:pic>
        <p:nvPicPr>
          <p:cNvPr id="7" name="Picture 6" descr="Electrocardiography is the measurement of electric activity of our heart&#10;">
            <a:extLst>
              <a:ext uri="{FF2B5EF4-FFF2-40B4-BE49-F238E27FC236}">
                <a16:creationId xmlns:a16="http://schemas.microsoft.com/office/drawing/2014/main" id="{E960999E-A15D-E0FD-7ABD-1571F9679181}"/>
              </a:ext>
            </a:extLst>
          </p:cNvPr>
          <p:cNvPicPr>
            <a:picLocks noChangeAspect="1"/>
          </p:cNvPicPr>
          <p:nvPr/>
        </p:nvPicPr>
        <p:blipFill>
          <a:blip r:embed="rId2"/>
          <a:stretch>
            <a:fillRect/>
          </a:stretch>
        </p:blipFill>
        <p:spPr>
          <a:xfrm>
            <a:off x="2483768" y="2762768"/>
            <a:ext cx="4320480" cy="2836784"/>
          </a:xfrm>
          <a:prstGeom prst="rect">
            <a:avLst/>
          </a:prstGeom>
        </p:spPr>
      </p:pic>
      <p:pic>
        <p:nvPicPr>
          <p:cNvPr id="9" name="Picture 8">
            <a:extLst>
              <a:ext uri="{FF2B5EF4-FFF2-40B4-BE49-F238E27FC236}">
                <a16:creationId xmlns:a16="http://schemas.microsoft.com/office/drawing/2014/main" id="{F93C8AA5-8F09-972A-EDA1-AC65075DB2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16416" y="117494"/>
            <a:ext cx="736429" cy="696077"/>
          </a:xfrm>
          <a:prstGeom prst="rect">
            <a:avLst/>
          </a:prstGeom>
        </p:spPr>
      </p:pic>
      <p:sp>
        <p:nvSpPr>
          <p:cNvPr id="12" name="TextBox 11">
            <a:hlinkClick r:id="rId4"/>
            <a:extLst>
              <a:ext uri="{FF2B5EF4-FFF2-40B4-BE49-F238E27FC236}">
                <a16:creationId xmlns:a16="http://schemas.microsoft.com/office/drawing/2014/main" id="{57C8DA95-980D-6458-CC97-6A2D1854ED6F}"/>
              </a:ext>
            </a:extLst>
          </p:cNvPr>
          <p:cNvSpPr txBox="1"/>
          <p:nvPr/>
        </p:nvSpPr>
        <p:spPr>
          <a:xfrm>
            <a:off x="7308304" y="5757446"/>
            <a:ext cx="1536318" cy="338554"/>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GB" sz="1600" dirty="0"/>
              <a:t>Watch the video</a:t>
            </a:r>
          </a:p>
        </p:txBody>
      </p:sp>
      <p:sp>
        <p:nvSpPr>
          <p:cNvPr id="13" name="Footer Placeholder 12">
            <a:extLst>
              <a:ext uri="{FF2B5EF4-FFF2-40B4-BE49-F238E27FC236}">
                <a16:creationId xmlns:a16="http://schemas.microsoft.com/office/drawing/2014/main" id="{29C645CD-B6AC-1DE9-8D57-12E5C973592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069FB747-1E62-31FC-A2C4-266960EA58A3}"/>
              </a:ext>
            </a:extLst>
          </p:cNvPr>
          <p:cNvSpPr>
            <a:spLocks noGrp="1"/>
          </p:cNvSpPr>
          <p:nvPr>
            <p:ph type="sldNum" sz="quarter" idx="4"/>
          </p:nvPr>
        </p:nvSpPr>
        <p:spPr/>
        <p:txBody>
          <a:bodyPr/>
          <a:lstStyle/>
          <a:p>
            <a:fld id="{9FD7ECCF-50E7-4327-B945-FA93FF7B2BEF}" type="slidenum">
              <a:rPr lang="en-US" smtClean="0"/>
              <a:pPr/>
              <a:t>24</a:t>
            </a:fld>
            <a:r>
              <a:rPr lang="en-GB"/>
              <a:t>/51</a:t>
            </a:r>
            <a:endParaRPr lang="en-US" dirty="0"/>
          </a:p>
        </p:txBody>
      </p:sp>
    </p:spTree>
    <p:extLst>
      <p:ext uri="{BB962C8B-B14F-4D97-AF65-F5344CB8AC3E}">
        <p14:creationId xmlns:p14="http://schemas.microsoft.com/office/powerpoint/2010/main" val="2951015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Heart Rate (HR) and Heart rate variability (HRV) are a measure of&#10;Stress, anxiety, arousal&#10;to determine physiological or emotional states and cognitive expenditure&#10;">
            <a:extLst>
              <a:ext uri="{FF2B5EF4-FFF2-40B4-BE49-F238E27FC236}">
                <a16:creationId xmlns:a16="http://schemas.microsoft.com/office/drawing/2014/main" id="{57AF82E9-98EA-1C4F-B2B3-0A4D7B8CF44F}"/>
              </a:ext>
            </a:extLst>
          </p:cNvPr>
          <p:cNvPicPr>
            <a:picLocks noChangeAspect="1"/>
          </p:cNvPicPr>
          <p:nvPr/>
        </p:nvPicPr>
        <p:blipFill>
          <a:blip r:embed="rId2"/>
          <a:stretch>
            <a:fillRect/>
          </a:stretch>
        </p:blipFill>
        <p:spPr>
          <a:xfrm>
            <a:off x="3045304" y="919343"/>
            <a:ext cx="5500888" cy="2527434"/>
          </a:xfrm>
          <a:prstGeom prst="rect">
            <a:avLst/>
          </a:prstGeom>
        </p:spPr>
      </p:pic>
      <p:sp>
        <p:nvSpPr>
          <p:cNvPr id="2" name="Title 1">
            <a:extLst>
              <a:ext uri="{FF2B5EF4-FFF2-40B4-BE49-F238E27FC236}">
                <a16:creationId xmlns:a16="http://schemas.microsoft.com/office/drawing/2014/main" id="{6B50E0A6-3437-36D3-0854-47B43D0D1C1D}"/>
              </a:ext>
            </a:extLst>
          </p:cNvPr>
          <p:cNvSpPr>
            <a:spLocks noGrp="1"/>
          </p:cNvSpPr>
          <p:nvPr>
            <p:ph type="title"/>
          </p:nvPr>
        </p:nvSpPr>
        <p:spPr/>
        <p:txBody>
          <a:bodyPr/>
          <a:lstStyle/>
          <a:p>
            <a:r>
              <a:rPr lang="en-GB" dirty="0"/>
              <a:t>What do we measure</a:t>
            </a:r>
          </a:p>
        </p:txBody>
      </p:sp>
      <p:sp>
        <p:nvSpPr>
          <p:cNvPr id="3" name="Content Placeholder 2">
            <a:extLst>
              <a:ext uri="{FF2B5EF4-FFF2-40B4-BE49-F238E27FC236}">
                <a16:creationId xmlns:a16="http://schemas.microsoft.com/office/drawing/2014/main" id="{953D7D27-DEBE-3AF7-CE1B-30ED6BF9CD6B}"/>
              </a:ext>
            </a:extLst>
          </p:cNvPr>
          <p:cNvSpPr>
            <a:spLocks noGrp="1"/>
          </p:cNvSpPr>
          <p:nvPr>
            <p:ph sz="quarter" idx="1"/>
          </p:nvPr>
        </p:nvSpPr>
        <p:spPr/>
        <p:txBody>
          <a:bodyPr/>
          <a:lstStyle/>
          <a:p>
            <a:r>
              <a:rPr lang="en-GB" dirty="0"/>
              <a:t>Two metrics</a:t>
            </a:r>
          </a:p>
        </p:txBody>
      </p:sp>
      <p:sp>
        <p:nvSpPr>
          <p:cNvPr id="8" name="TextBox 7">
            <a:extLst>
              <a:ext uri="{FF2B5EF4-FFF2-40B4-BE49-F238E27FC236}">
                <a16:creationId xmlns:a16="http://schemas.microsoft.com/office/drawing/2014/main" id="{E25BBB34-72E5-C424-363F-CE6342C6AD28}"/>
              </a:ext>
            </a:extLst>
          </p:cNvPr>
          <p:cNvSpPr txBox="1"/>
          <p:nvPr/>
        </p:nvSpPr>
        <p:spPr>
          <a:xfrm>
            <a:off x="377952" y="3691188"/>
            <a:ext cx="8639561" cy="1569660"/>
          </a:xfrm>
          <a:prstGeom prst="rect">
            <a:avLst/>
          </a:prstGeom>
          <a:noFill/>
        </p:spPr>
        <p:txBody>
          <a:bodyPr wrap="square" rtlCol="0">
            <a:spAutoFit/>
          </a:bodyPr>
          <a:lstStyle/>
          <a:p>
            <a:r>
              <a:rPr lang="en-GB" b="1" dirty="0">
                <a:solidFill>
                  <a:schemeClr val="accent2">
                    <a:lumMod val="75000"/>
                  </a:schemeClr>
                </a:solidFill>
                <a:latin typeface="+mn-lt"/>
              </a:rPr>
              <a:t>Heart Rate (HR) </a:t>
            </a:r>
            <a:r>
              <a:rPr lang="en-GB" dirty="0">
                <a:latin typeface="+mn-lt"/>
              </a:rPr>
              <a:t>and </a:t>
            </a:r>
            <a:r>
              <a:rPr lang="en-GB" b="1" dirty="0">
                <a:solidFill>
                  <a:schemeClr val="accent2">
                    <a:lumMod val="75000"/>
                  </a:schemeClr>
                </a:solidFill>
                <a:latin typeface="+mn-lt"/>
              </a:rPr>
              <a:t>Heart rate variability (HRV) </a:t>
            </a:r>
            <a:r>
              <a:rPr lang="en-GB" dirty="0">
                <a:latin typeface="+mn-lt"/>
              </a:rPr>
              <a:t>are a measure of</a:t>
            </a:r>
          </a:p>
          <a:p>
            <a:pPr marL="342900" indent="-342900">
              <a:buFont typeface="Arial" panose="020B0604020202020204" pitchFamily="34" charset="0"/>
              <a:buChar char="•"/>
            </a:pPr>
            <a:r>
              <a:rPr lang="en-GB" dirty="0">
                <a:latin typeface="+mn-lt"/>
              </a:rPr>
              <a:t>Stress, anxiety, arousal</a:t>
            </a:r>
          </a:p>
          <a:p>
            <a:pPr marL="342900" indent="-342900">
              <a:buFont typeface="Arial" panose="020B0604020202020204" pitchFamily="34" charset="0"/>
              <a:buChar char="•"/>
            </a:pPr>
            <a:r>
              <a:rPr lang="en-GB" dirty="0">
                <a:latin typeface="+mn-lt"/>
              </a:rPr>
              <a:t>to determine physiological or emotional states and cognitive expenditure</a:t>
            </a:r>
          </a:p>
        </p:txBody>
      </p:sp>
      <p:pic>
        <p:nvPicPr>
          <p:cNvPr id="10" name="Picture 9">
            <a:extLst>
              <a:ext uri="{FF2B5EF4-FFF2-40B4-BE49-F238E27FC236}">
                <a16:creationId xmlns:a16="http://schemas.microsoft.com/office/drawing/2014/main" id="{20439666-59A9-4DED-B9C3-772F1045BA6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5302376"/>
            <a:ext cx="9144000" cy="852847"/>
          </a:xfrm>
          <a:prstGeom prst="rect">
            <a:avLst/>
          </a:prstGeom>
        </p:spPr>
      </p:pic>
      <p:pic>
        <p:nvPicPr>
          <p:cNvPr id="11" name="Picture 10">
            <a:extLst>
              <a:ext uri="{FF2B5EF4-FFF2-40B4-BE49-F238E27FC236}">
                <a16:creationId xmlns:a16="http://schemas.microsoft.com/office/drawing/2014/main" id="{86AB783C-2F91-92E2-43DD-E3EA0F55C72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16416" y="117494"/>
            <a:ext cx="736429" cy="696077"/>
          </a:xfrm>
          <a:prstGeom prst="rect">
            <a:avLst/>
          </a:prstGeom>
        </p:spPr>
      </p:pic>
      <p:sp>
        <p:nvSpPr>
          <p:cNvPr id="12" name="Footer Placeholder 11">
            <a:extLst>
              <a:ext uri="{FF2B5EF4-FFF2-40B4-BE49-F238E27FC236}">
                <a16:creationId xmlns:a16="http://schemas.microsoft.com/office/drawing/2014/main" id="{327317B2-E62A-8D03-F42D-12D367378E3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CBC5174B-D45B-17BE-6EBE-C906572810D7}"/>
              </a:ext>
            </a:extLst>
          </p:cNvPr>
          <p:cNvSpPr>
            <a:spLocks noGrp="1"/>
          </p:cNvSpPr>
          <p:nvPr>
            <p:ph type="sldNum" sz="quarter" idx="4"/>
          </p:nvPr>
        </p:nvSpPr>
        <p:spPr/>
        <p:txBody>
          <a:bodyPr/>
          <a:lstStyle/>
          <a:p>
            <a:fld id="{9FD7ECCF-50E7-4327-B945-FA93FF7B2BEF}" type="slidenum">
              <a:rPr lang="en-US" smtClean="0"/>
              <a:pPr/>
              <a:t>25</a:t>
            </a:fld>
            <a:r>
              <a:rPr lang="en-GB"/>
              <a:t>/51</a:t>
            </a:r>
            <a:endParaRPr lang="en-US" dirty="0"/>
          </a:p>
        </p:txBody>
      </p:sp>
    </p:spTree>
    <p:extLst>
      <p:ext uri="{BB962C8B-B14F-4D97-AF65-F5344CB8AC3E}">
        <p14:creationId xmlns:p14="http://schemas.microsoft.com/office/powerpoint/2010/main" val="19835276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0585C-8C2A-18FB-66C3-FF0E6541F95E}"/>
              </a:ext>
            </a:extLst>
          </p:cNvPr>
          <p:cNvSpPr>
            <a:spLocks noGrp="1"/>
          </p:cNvSpPr>
          <p:nvPr>
            <p:ph type="title"/>
          </p:nvPr>
        </p:nvSpPr>
        <p:spPr>
          <a:xfrm>
            <a:off x="251520" y="42778"/>
            <a:ext cx="8073862" cy="990600"/>
          </a:xfrm>
        </p:spPr>
        <p:txBody>
          <a:bodyPr>
            <a:normAutofit fontScale="90000"/>
          </a:bodyPr>
          <a:lstStyle/>
          <a:p>
            <a:pPr>
              <a:lnSpc>
                <a:spcPts val="3500"/>
              </a:lnSpc>
            </a:pPr>
            <a:r>
              <a:rPr lang="en-GB" dirty="0"/>
              <a:t>What the variability of our heart looks like?</a:t>
            </a:r>
          </a:p>
        </p:txBody>
      </p:sp>
      <p:pic>
        <p:nvPicPr>
          <p:cNvPr id="7" name="Picture 6" descr="What the variability of our heart looks like?">
            <a:extLst>
              <a:ext uri="{FF2B5EF4-FFF2-40B4-BE49-F238E27FC236}">
                <a16:creationId xmlns:a16="http://schemas.microsoft.com/office/drawing/2014/main" id="{D6BCFE1E-666F-1BDD-D3FE-15EF8C4BFA33}"/>
              </a:ext>
            </a:extLst>
          </p:cNvPr>
          <p:cNvPicPr>
            <a:picLocks noChangeAspect="1"/>
          </p:cNvPicPr>
          <p:nvPr/>
        </p:nvPicPr>
        <p:blipFill>
          <a:blip r:embed="rId2"/>
          <a:stretch>
            <a:fillRect/>
          </a:stretch>
        </p:blipFill>
        <p:spPr>
          <a:xfrm>
            <a:off x="0" y="1994387"/>
            <a:ext cx="9144000" cy="3524180"/>
          </a:xfrm>
          <a:prstGeom prst="rect">
            <a:avLst/>
          </a:prstGeom>
        </p:spPr>
      </p:pic>
      <p:pic>
        <p:nvPicPr>
          <p:cNvPr id="8" name="Picture 7">
            <a:extLst>
              <a:ext uri="{FF2B5EF4-FFF2-40B4-BE49-F238E27FC236}">
                <a16:creationId xmlns:a16="http://schemas.microsoft.com/office/drawing/2014/main" id="{40ADB705-EF9A-6BD2-82D4-9B6FA7B44E8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16416" y="117494"/>
            <a:ext cx="736429" cy="696077"/>
          </a:xfrm>
          <a:prstGeom prst="rect">
            <a:avLst/>
          </a:prstGeom>
        </p:spPr>
      </p:pic>
      <p:sp>
        <p:nvSpPr>
          <p:cNvPr id="9" name="Footer Placeholder 8">
            <a:extLst>
              <a:ext uri="{FF2B5EF4-FFF2-40B4-BE49-F238E27FC236}">
                <a16:creationId xmlns:a16="http://schemas.microsoft.com/office/drawing/2014/main" id="{9620DD8A-68D2-EEDC-7010-F19DD4265B2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1C87EB3C-FE61-DB0F-4401-3A1D0AEC7EBA}"/>
              </a:ext>
            </a:extLst>
          </p:cNvPr>
          <p:cNvSpPr>
            <a:spLocks noGrp="1"/>
          </p:cNvSpPr>
          <p:nvPr>
            <p:ph type="sldNum" sz="quarter" idx="4"/>
          </p:nvPr>
        </p:nvSpPr>
        <p:spPr/>
        <p:txBody>
          <a:bodyPr/>
          <a:lstStyle/>
          <a:p>
            <a:fld id="{9FD7ECCF-50E7-4327-B945-FA93FF7B2BEF}" type="slidenum">
              <a:rPr lang="en-US" smtClean="0"/>
              <a:pPr/>
              <a:t>26</a:t>
            </a:fld>
            <a:r>
              <a:rPr lang="en-GB"/>
              <a:t>/51</a:t>
            </a:r>
            <a:endParaRPr lang="en-US" dirty="0"/>
          </a:p>
        </p:txBody>
      </p:sp>
    </p:spTree>
    <p:extLst>
      <p:ext uri="{BB962C8B-B14F-4D97-AF65-F5344CB8AC3E}">
        <p14:creationId xmlns:p14="http://schemas.microsoft.com/office/powerpoint/2010/main" val="2938701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56A1B-0084-DDCB-88D0-2683A2B5D492}"/>
              </a:ext>
            </a:extLst>
          </p:cNvPr>
          <p:cNvSpPr>
            <a:spLocks noGrp="1"/>
          </p:cNvSpPr>
          <p:nvPr>
            <p:ph type="title"/>
          </p:nvPr>
        </p:nvSpPr>
        <p:spPr>
          <a:xfrm>
            <a:off x="612648" y="116632"/>
            <a:ext cx="8153400" cy="990600"/>
          </a:xfrm>
        </p:spPr>
        <p:txBody>
          <a:bodyPr>
            <a:normAutofit fontScale="90000"/>
          </a:bodyPr>
          <a:lstStyle/>
          <a:p>
            <a:pPr>
              <a:lnSpc>
                <a:spcPts val="3500"/>
              </a:lnSpc>
            </a:pPr>
            <a:r>
              <a:rPr lang="en-GB" dirty="0"/>
              <a:t>Heart Rate Variability (HRV) is an indicator of emotional flexibility</a:t>
            </a:r>
          </a:p>
        </p:txBody>
      </p:sp>
      <p:sp>
        <p:nvSpPr>
          <p:cNvPr id="3" name="Content Placeholder 2">
            <a:extLst>
              <a:ext uri="{FF2B5EF4-FFF2-40B4-BE49-F238E27FC236}">
                <a16:creationId xmlns:a16="http://schemas.microsoft.com/office/drawing/2014/main" id="{5A7315FF-B0FD-7164-133D-3C4C8EDC5A05}"/>
              </a:ext>
            </a:extLst>
          </p:cNvPr>
          <p:cNvSpPr>
            <a:spLocks noGrp="1"/>
          </p:cNvSpPr>
          <p:nvPr>
            <p:ph sz="quarter" idx="1"/>
          </p:nvPr>
        </p:nvSpPr>
        <p:spPr>
          <a:xfrm>
            <a:off x="612648" y="1600200"/>
            <a:ext cx="4175376" cy="4781128"/>
          </a:xfrm>
        </p:spPr>
        <p:txBody>
          <a:bodyPr>
            <a:normAutofit lnSpcReduction="10000"/>
          </a:bodyPr>
          <a:lstStyle/>
          <a:p>
            <a:pPr>
              <a:lnSpc>
                <a:spcPct val="110000"/>
              </a:lnSpc>
              <a:spcBef>
                <a:spcPts val="1200"/>
              </a:spcBef>
            </a:pPr>
            <a:r>
              <a:rPr lang="en-GB" sz="2000" b="0" i="0" u="none" strike="noStrike" baseline="0" dirty="0"/>
              <a:t>Regulating emotions in everyday life requires that the nervous system </a:t>
            </a:r>
            <a:r>
              <a:rPr lang="en-GB" sz="2000" b="1" i="0" u="none" strike="noStrike" baseline="0" dirty="0"/>
              <a:t>switches between high and low arousal states </a:t>
            </a:r>
            <a:r>
              <a:rPr lang="en-GB" sz="2000" b="0" i="0" u="none" strike="noStrike" baseline="0" dirty="0"/>
              <a:t>– modulate HR –relatively quickly</a:t>
            </a:r>
          </a:p>
          <a:p>
            <a:pPr>
              <a:lnSpc>
                <a:spcPct val="110000"/>
              </a:lnSpc>
              <a:spcBef>
                <a:spcPts val="1200"/>
              </a:spcBef>
            </a:pPr>
            <a:r>
              <a:rPr lang="en-GB" sz="2000" b="0" i="0" u="none" strike="noStrike" baseline="0" dirty="0"/>
              <a:t>This switching is due to the delicate push-pull between the sympathetic &amp; parasympathetic nervous systems, and is reflected as variability in heart rate</a:t>
            </a:r>
          </a:p>
          <a:p>
            <a:pPr>
              <a:lnSpc>
                <a:spcPct val="110000"/>
              </a:lnSpc>
              <a:spcBef>
                <a:spcPts val="1200"/>
              </a:spcBef>
            </a:pPr>
            <a:r>
              <a:rPr lang="en-GB" sz="2000" b="0" i="0" u="none" strike="noStrike" baseline="0" dirty="0"/>
              <a:t>Thus, HRV is an indicator of </a:t>
            </a:r>
            <a:r>
              <a:rPr lang="en-GB" sz="2000" b="1" i="1" u="none" strike="noStrike" baseline="0" dirty="0"/>
              <a:t>emotional flexibility </a:t>
            </a:r>
            <a:r>
              <a:rPr lang="en-GB" sz="2000" b="0" i="0" u="none" strike="noStrike" baseline="0" dirty="0"/>
              <a:t>– the ability to regulate emotions on a momentary basis</a:t>
            </a:r>
          </a:p>
          <a:p>
            <a:pPr>
              <a:lnSpc>
                <a:spcPct val="110000"/>
              </a:lnSpc>
              <a:spcBef>
                <a:spcPts val="1200"/>
              </a:spcBef>
            </a:pPr>
            <a:endParaRPr lang="en-GB" sz="3200" dirty="0"/>
          </a:p>
        </p:txBody>
      </p:sp>
      <p:pic>
        <p:nvPicPr>
          <p:cNvPr id="7" name="Picture 6" descr="What the variability of our heart looks like?">
            <a:extLst>
              <a:ext uri="{FF2B5EF4-FFF2-40B4-BE49-F238E27FC236}">
                <a16:creationId xmlns:a16="http://schemas.microsoft.com/office/drawing/2014/main" id="{1FD27C7E-390B-9163-D655-4DC05BDDD5AB}"/>
              </a:ext>
            </a:extLst>
          </p:cNvPr>
          <p:cNvPicPr>
            <a:picLocks noChangeAspect="1"/>
          </p:cNvPicPr>
          <p:nvPr/>
        </p:nvPicPr>
        <p:blipFill>
          <a:blip r:embed="rId2"/>
          <a:stretch>
            <a:fillRect/>
          </a:stretch>
        </p:blipFill>
        <p:spPr>
          <a:xfrm>
            <a:off x="4860032" y="1782500"/>
            <a:ext cx="4368818" cy="4248021"/>
          </a:xfrm>
          <a:prstGeom prst="rect">
            <a:avLst/>
          </a:prstGeom>
        </p:spPr>
      </p:pic>
      <p:pic>
        <p:nvPicPr>
          <p:cNvPr id="8" name="Picture 7">
            <a:extLst>
              <a:ext uri="{FF2B5EF4-FFF2-40B4-BE49-F238E27FC236}">
                <a16:creationId xmlns:a16="http://schemas.microsoft.com/office/drawing/2014/main" id="{1C0A9CA8-64FA-4850-93E4-1DAB691924A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16416" y="117494"/>
            <a:ext cx="736429" cy="696077"/>
          </a:xfrm>
          <a:prstGeom prst="rect">
            <a:avLst/>
          </a:prstGeom>
        </p:spPr>
      </p:pic>
      <p:sp>
        <p:nvSpPr>
          <p:cNvPr id="9" name="Footer Placeholder 8">
            <a:extLst>
              <a:ext uri="{FF2B5EF4-FFF2-40B4-BE49-F238E27FC236}">
                <a16:creationId xmlns:a16="http://schemas.microsoft.com/office/drawing/2014/main" id="{302A1A5F-2CB2-80F5-3377-203DC8BB95AD}"/>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7A2B8260-0C08-E4F6-B792-5E174CD2D360}"/>
              </a:ext>
            </a:extLst>
          </p:cNvPr>
          <p:cNvSpPr>
            <a:spLocks noGrp="1"/>
          </p:cNvSpPr>
          <p:nvPr>
            <p:ph type="sldNum" sz="quarter" idx="4"/>
          </p:nvPr>
        </p:nvSpPr>
        <p:spPr/>
        <p:txBody>
          <a:bodyPr/>
          <a:lstStyle/>
          <a:p>
            <a:fld id="{9FD7ECCF-50E7-4327-B945-FA93FF7B2BEF}" type="slidenum">
              <a:rPr lang="en-US" smtClean="0"/>
              <a:pPr/>
              <a:t>27</a:t>
            </a:fld>
            <a:r>
              <a:rPr lang="en-GB"/>
              <a:t>/51</a:t>
            </a:r>
            <a:endParaRPr lang="en-US" dirty="0"/>
          </a:p>
        </p:txBody>
      </p:sp>
    </p:spTree>
    <p:extLst>
      <p:ext uri="{BB962C8B-B14F-4D97-AF65-F5344CB8AC3E}">
        <p14:creationId xmlns:p14="http://schemas.microsoft.com/office/powerpoint/2010/main" val="4262769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09490-AA76-80A2-C860-2E3316D82D7B}"/>
              </a:ext>
            </a:extLst>
          </p:cNvPr>
          <p:cNvSpPr>
            <a:spLocks noGrp="1"/>
          </p:cNvSpPr>
          <p:nvPr>
            <p:ph type="title"/>
          </p:nvPr>
        </p:nvSpPr>
        <p:spPr/>
        <p:txBody>
          <a:bodyPr/>
          <a:lstStyle/>
          <a:p>
            <a:r>
              <a:rPr lang="en-GB" dirty="0"/>
              <a:t>Drowsiness</a:t>
            </a:r>
          </a:p>
        </p:txBody>
      </p:sp>
      <p:sp>
        <p:nvSpPr>
          <p:cNvPr id="3" name="Content Placeholder 2">
            <a:extLst>
              <a:ext uri="{FF2B5EF4-FFF2-40B4-BE49-F238E27FC236}">
                <a16:creationId xmlns:a16="http://schemas.microsoft.com/office/drawing/2014/main" id="{D87664D6-53A5-2043-B48F-8664B6386EE1}"/>
              </a:ext>
            </a:extLst>
          </p:cNvPr>
          <p:cNvSpPr>
            <a:spLocks noGrp="1"/>
          </p:cNvSpPr>
          <p:nvPr>
            <p:ph sz="quarter" idx="1"/>
          </p:nvPr>
        </p:nvSpPr>
        <p:spPr>
          <a:xfrm>
            <a:off x="612648" y="1600200"/>
            <a:ext cx="8063808" cy="4781128"/>
          </a:xfrm>
        </p:spPr>
        <p:txBody>
          <a:bodyPr>
            <a:normAutofit/>
          </a:bodyPr>
          <a:lstStyle/>
          <a:p>
            <a:r>
              <a:rPr lang="en-GB" dirty="0"/>
              <a:t>HRV can also change in relation to arousal/drowsiness</a:t>
            </a:r>
          </a:p>
          <a:p>
            <a:endParaRPr lang="en-GB" dirty="0"/>
          </a:p>
          <a:p>
            <a:endParaRPr lang="en-GB" dirty="0"/>
          </a:p>
          <a:p>
            <a:endParaRPr lang="en-GB" dirty="0"/>
          </a:p>
          <a:p>
            <a:endParaRPr lang="en-GB" dirty="0"/>
          </a:p>
          <a:p>
            <a:endParaRPr lang="en-GB" dirty="0"/>
          </a:p>
          <a:p>
            <a:r>
              <a:rPr lang="en-GB" dirty="0"/>
              <a:t>Cognitive load - the </a:t>
            </a:r>
            <a:r>
              <a:rPr lang="en-GB" b="1" dirty="0"/>
              <a:t>lower the HRV </a:t>
            </a:r>
            <a:r>
              <a:rPr lang="en-GB" dirty="0"/>
              <a:t>during a period of time, the </a:t>
            </a:r>
            <a:r>
              <a:rPr lang="en-GB" b="1" dirty="0"/>
              <a:t>higher the cognitive load</a:t>
            </a:r>
          </a:p>
          <a:p>
            <a:endParaRPr lang="en-GB" dirty="0"/>
          </a:p>
        </p:txBody>
      </p:sp>
      <p:pic>
        <p:nvPicPr>
          <p:cNvPr id="7" name="Picture 6" descr="What the variability of our heart looks like?">
            <a:extLst>
              <a:ext uri="{FF2B5EF4-FFF2-40B4-BE49-F238E27FC236}">
                <a16:creationId xmlns:a16="http://schemas.microsoft.com/office/drawing/2014/main" id="{721F82A3-DEF7-B024-DECD-9856EABFCBF7}"/>
              </a:ext>
            </a:extLst>
          </p:cNvPr>
          <p:cNvPicPr>
            <a:picLocks noChangeAspect="1"/>
          </p:cNvPicPr>
          <p:nvPr/>
        </p:nvPicPr>
        <p:blipFill>
          <a:blip r:embed="rId2"/>
          <a:stretch>
            <a:fillRect/>
          </a:stretch>
        </p:blipFill>
        <p:spPr>
          <a:xfrm>
            <a:off x="4108998" y="2667953"/>
            <a:ext cx="3843369" cy="2421061"/>
          </a:xfrm>
          <a:prstGeom prst="rect">
            <a:avLst/>
          </a:prstGeom>
        </p:spPr>
      </p:pic>
      <p:pic>
        <p:nvPicPr>
          <p:cNvPr id="8" name="Picture 7">
            <a:extLst>
              <a:ext uri="{FF2B5EF4-FFF2-40B4-BE49-F238E27FC236}">
                <a16:creationId xmlns:a16="http://schemas.microsoft.com/office/drawing/2014/main" id="{038827E8-8440-0101-399F-E3C37EC0F35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16416" y="117494"/>
            <a:ext cx="736429" cy="696077"/>
          </a:xfrm>
          <a:prstGeom prst="rect">
            <a:avLst/>
          </a:prstGeom>
        </p:spPr>
      </p:pic>
      <p:sp>
        <p:nvSpPr>
          <p:cNvPr id="9" name="Footer Placeholder 8">
            <a:extLst>
              <a:ext uri="{FF2B5EF4-FFF2-40B4-BE49-F238E27FC236}">
                <a16:creationId xmlns:a16="http://schemas.microsoft.com/office/drawing/2014/main" id="{73CD9CBB-724B-0BD6-E440-5EEF4255823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45A3BD89-3E4E-8EA8-7066-D1A5C9AA3AB9}"/>
              </a:ext>
            </a:extLst>
          </p:cNvPr>
          <p:cNvSpPr>
            <a:spLocks noGrp="1"/>
          </p:cNvSpPr>
          <p:nvPr>
            <p:ph type="sldNum" sz="quarter" idx="4"/>
          </p:nvPr>
        </p:nvSpPr>
        <p:spPr/>
        <p:txBody>
          <a:bodyPr/>
          <a:lstStyle/>
          <a:p>
            <a:fld id="{9FD7ECCF-50E7-4327-B945-FA93FF7B2BEF}" type="slidenum">
              <a:rPr lang="en-US" smtClean="0"/>
              <a:pPr/>
              <a:t>28</a:t>
            </a:fld>
            <a:r>
              <a:rPr lang="en-GB"/>
              <a:t>/51</a:t>
            </a:r>
            <a:endParaRPr lang="en-US" dirty="0"/>
          </a:p>
        </p:txBody>
      </p:sp>
    </p:spTree>
    <p:extLst>
      <p:ext uri="{BB962C8B-B14F-4D97-AF65-F5344CB8AC3E}">
        <p14:creationId xmlns:p14="http://schemas.microsoft.com/office/powerpoint/2010/main" val="3622879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0C07A-BECF-2124-E279-3B5792D86E63}"/>
              </a:ext>
            </a:extLst>
          </p:cNvPr>
          <p:cNvSpPr>
            <a:spLocks noGrp="1"/>
          </p:cNvSpPr>
          <p:nvPr>
            <p:ph type="title"/>
          </p:nvPr>
        </p:nvSpPr>
        <p:spPr>
          <a:xfrm>
            <a:off x="612648" y="116632"/>
            <a:ext cx="8153400" cy="990600"/>
          </a:xfrm>
        </p:spPr>
        <p:txBody>
          <a:bodyPr>
            <a:normAutofit fontScale="90000"/>
          </a:bodyPr>
          <a:lstStyle/>
          <a:p>
            <a:pPr>
              <a:lnSpc>
                <a:spcPts val="3500"/>
              </a:lnSpc>
            </a:pPr>
            <a:r>
              <a:rPr lang="en-GB" dirty="0"/>
              <a:t>In what test conditions heart rate variability give appropriate results </a:t>
            </a:r>
          </a:p>
        </p:txBody>
      </p:sp>
      <p:sp>
        <p:nvSpPr>
          <p:cNvPr id="3" name="Content Placeholder 2">
            <a:extLst>
              <a:ext uri="{FF2B5EF4-FFF2-40B4-BE49-F238E27FC236}">
                <a16:creationId xmlns:a16="http://schemas.microsoft.com/office/drawing/2014/main" id="{44289AF2-CE1A-3228-AD54-466AB4984246}"/>
              </a:ext>
            </a:extLst>
          </p:cNvPr>
          <p:cNvSpPr>
            <a:spLocks noGrp="1"/>
          </p:cNvSpPr>
          <p:nvPr>
            <p:ph sz="quarter" idx="1"/>
          </p:nvPr>
        </p:nvSpPr>
        <p:spPr>
          <a:xfrm>
            <a:off x="612648" y="1600200"/>
            <a:ext cx="8153400" cy="4709120"/>
          </a:xfrm>
        </p:spPr>
        <p:txBody>
          <a:bodyPr>
            <a:normAutofit/>
          </a:bodyPr>
          <a:lstStyle/>
          <a:p>
            <a:pPr>
              <a:spcBef>
                <a:spcPts val="600"/>
              </a:spcBef>
              <a:spcAft>
                <a:spcPts val="600"/>
              </a:spcAft>
            </a:pPr>
            <a:r>
              <a:rPr lang="en-GB" sz="2400" b="0" i="0" u="none" strike="noStrike" baseline="0" dirty="0">
                <a:latin typeface="Open Sans" panose="020B0606030504020204" pitchFamily="34" charset="0"/>
              </a:rPr>
              <a:t>Heart rate variability is a global metric that characterizes an individual during a period of time</a:t>
            </a:r>
          </a:p>
          <a:p>
            <a:pPr algn="l">
              <a:spcBef>
                <a:spcPts val="600"/>
              </a:spcBef>
              <a:spcAft>
                <a:spcPts val="600"/>
              </a:spcAft>
            </a:pPr>
            <a:endParaRPr lang="en-GB" sz="2400" b="0" i="0" u="none" strike="noStrike" baseline="0" dirty="0">
              <a:latin typeface="Open Sans" panose="020B0606030504020204" pitchFamily="34" charset="0"/>
            </a:endParaRPr>
          </a:p>
          <a:p>
            <a:pPr>
              <a:spcBef>
                <a:spcPts val="600"/>
              </a:spcBef>
              <a:spcAft>
                <a:spcPts val="600"/>
              </a:spcAft>
            </a:pPr>
            <a:r>
              <a:rPr lang="en-GB" sz="2400" b="0" i="0" u="none" strike="noStrike" baseline="0" dirty="0">
                <a:latin typeface="Open Sans" panose="020B0606030504020204" pitchFamily="34" charset="0"/>
              </a:rPr>
              <a:t>One example: Using HRV in driving</a:t>
            </a:r>
            <a:endParaRPr lang="en-GB" sz="2400" b="0" i="0" u="none" strike="noStrike" baseline="0" dirty="0">
              <a:latin typeface="Courier New" panose="02070309020205020404" pitchFamily="49" charset="0"/>
            </a:endParaRPr>
          </a:p>
          <a:p>
            <a:pPr lvl="1">
              <a:spcBef>
                <a:spcPts val="600"/>
              </a:spcBef>
              <a:spcAft>
                <a:spcPts val="600"/>
              </a:spcAft>
            </a:pPr>
            <a:r>
              <a:rPr lang="en-GB" sz="1800" b="0" i="0" u="none" strike="noStrike" baseline="0" dirty="0">
                <a:latin typeface="Open Sans" panose="020B0606030504020204" pitchFamily="34" charset="0"/>
              </a:rPr>
              <a:t>Not applicable: Using HRV for a short test that takes </a:t>
            </a:r>
            <a:r>
              <a:rPr lang="en-GB" sz="1800" b="1" i="0" u="none" strike="noStrike" baseline="0" dirty="0">
                <a:latin typeface="Open Sans" panose="020B0606030504020204" pitchFamily="34" charset="0"/>
              </a:rPr>
              <a:t>1 minute to complete </a:t>
            </a:r>
            <a:r>
              <a:rPr lang="en-GB" sz="1800" b="0" i="0" u="none" strike="noStrike" baseline="0" dirty="0">
                <a:latin typeface="Open Sans" panose="020B0606030504020204" pitchFamily="34" charset="0"/>
              </a:rPr>
              <a:t>or to assess stress responses when getting cut off in traffic (event-based)</a:t>
            </a:r>
          </a:p>
          <a:p>
            <a:pPr lvl="1">
              <a:spcBef>
                <a:spcPts val="600"/>
              </a:spcBef>
              <a:spcAft>
                <a:spcPts val="600"/>
              </a:spcAft>
            </a:pPr>
            <a:r>
              <a:rPr lang="en-GB" sz="1800" b="0" i="0" u="none" strike="noStrike" baseline="0" dirty="0">
                <a:latin typeface="Open Sans" panose="020B0606030504020204" pitchFamily="34" charset="0"/>
              </a:rPr>
              <a:t>Applicable: Using HRV to determine the level of cognitive load during a cognitive test that takes a minimum of </a:t>
            </a:r>
            <a:r>
              <a:rPr lang="en-GB" sz="1800" b="1" i="0" u="none" strike="noStrike" baseline="0" dirty="0">
                <a:latin typeface="Open Sans" panose="020B0606030504020204" pitchFamily="34" charset="0"/>
              </a:rPr>
              <a:t>5 minutes to complete </a:t>
            </a:r>
            <a:r>
              <a:rPr lang="en-GB" sz="1800" b="0" i="0" u="none" strike="noStrike" baseline="0" dirty="0">
                <a:latin typeface="Open Sans" panose="020B0606030504020204" pitchFamily="34" charset="0"/>
              </a:rPr>
              <a:t>or to characterize drowsiness with prolonged driving (global state)</a:t>
            </a:r>
          </a:p>
        </p:txBody>
      </p:sp>
      <p:pic>
        <p:nvPicPr>
          <p:cNvPr id="6" name="Picture 5">
            <a:extLst>
              <a:ext uri="{FF2B5EF4-FFF2-40B4-BE49-F238E27FC236}">
                <a16:creationId xmlns:a16="http://schemas.microsoft.com/office/drawing/2014/main" id="{7E4A4385-D4DE-D961-0BA7-96202A3C41C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316416" y="117494"/>
            <a:ext cx="736429" cy="696077"/>
          </a:xfrm>
          <a:prstGeom prst="rect">
            <a:avLst/>
          </a:prstGeom>
        </p:spPr>
      </p:pic>
      <p:sp>
        <p:nvSpPr>
          <p:cNvPr id="7" name="Footer Placeholder 6">
            <a:extLst>
              <a:ext uri="{FF2B5EF4-FFF2-40B4-BE49-F238E27FC236}">
                <a16:creationId xmlns:a16="http://schemas.microsoft.com/office/drawing/2014/main" id="{39D91E42-D281-0364-08F4-8491D1A15AE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0C999111-EBCA-9FA6-BA9F-E68703F1166C}"/>
              </a:ext>
            </a:extLst>
          </p:cNvPr>
          <p:cNvSpPr>
            <a:spLocks noGrp="1"/>
          </p:cNvSpPr>
          <p:nvPr>
            <p:ph type="sldNum" sz="quarter" idx="4"/>
          </p:nvPr>
        </p:nvSpPr>
        <p:spPr/>
        <p:txBody>
          <a:bodyPr/>
          <a:lstStyle/>
          <a:p>
            <a:fld id="{9FD7ECCF-50E7-4327-B945-FA93FF7B2BEF}" type="slidenum">
              <a:rPr lang="en-US" smtClean="0"/>
              <a:pPr/>
              <a:t>29</a:t>
            </a:fld>
            <a:r>
              <a:rPr lang="en-GB"/>
              <a:t>/51</a:t>
            </a:r>
            <a:endParaRPr lang="en-US" dirty="0"/>
          </a:p>
        </p:txBody>
      </p:sp>
    </p:spTree>
    <p:extLst>
      <p:ext uri="{BB962C8B-B14F-4D97-AF65-F5344CB8AC3E}">
        <p14:creationId xmlns:p14="http://schemas.microsoft.com/office/powerpoint/2010/main" val="91898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0325F-5B07-2FD6-C353-D78D85E9BADA}"/>
              </a:ext>
            </a:extLst>
          </p:cNvPr>
          <p:cNvSpPr>
            <a:spLocks noGrp="1"/>
          </p:cNvSpPr>
          <p:nvPr>
            <p:ph type="title"/>
          </p:nvPr>
        </p:nvSpPr>
        <p:spPr/>
        <p:txBody>
          <a:bodyPr/>
          <a:lstStyle/>
          <a:p>
            <a:r>
              <a:rPr lang="en-GB" dirty="0"/>
              <a:t>Example VR experience of heights</a:t>
            </a:r>
          </a:p>
        </p:txBody>
      </p:sp>
      <p:sp>
        <p:nvSpPr>
          <p:cNvPr id="3" name="Content Placeholder 2">
            <a:extLst>
              <a:ext uri="{FF2B5EF4-FFF2-40B4-BE49-F238E27FC236}">
                <a16:creationId xmlns:a16="http://schemas.microsoft.com/office/drawing/2014/main" id="{E1039291-59A3-C436-FACC-335A9DEEF6D7}"/>
              </a:ext>
            </a:extLst>
          </p:cNvPr>
          <p:cNvSpPr>
            <a:spLocks noGrp="1"/>
          </p:cNvSpPr>
          <p:nvPr>
            <p:ph sz="quarter" idx="1"/>
          </p:nvPr>
        </p:nvSpPr>
        <p:spPr/>
        <p:txBody>
          <a:bodyPr/>
          <a:lstStyle/>
          <a:p>
            <a:endParaRPr lang="en-GB"/>
          </a:p>
        </p:txBody>
      </p:sp>
      <p:pic>
        <p:nvPicPr>
          <p:cNvPr id="7" name="Picture 6" descr="imotions ECG raw data">
            <a:extLst>
              <a:ext uri="{FF2B5EF4-FFF2-40B4-BE49-F238E27FC236}">
                <a16:creationId xmlns:a16="http://schemas.microsoft.com/office/drawing/2014/main" id="{6563CF32-E84D-E3DF-5131-45238CD1112A}"/>
              </a:ext>
            </a:extLst>
          </p:cNvPr>
          <p:cNvPicPr>
            <a:picLocks noChangeAspect="1"/>
          </p:cNvPicPr>
          <p:nvPr/>
        </p:nvPicPr>
        <p:blipFill>
          <a:blip r:embed="rId2"/>
          <a:stretch>
            <a:fillRect/>
          </a:stretch>
        </p:blipFill>
        <p:spPr>
          <a:xfrm>
            <a:off x="0" y="1272222"/>
            <a:ext cx="9144000" cy="5004079"/>
          </a:xfrm>
          <a:prstGeom prst="rect">
            <a:avLst/>
          </a:prstGeom>
        </p:spPr>
      </p:pic>
      <p:pic>
        <p:nvPicPr>
          <p:cNvPr id="8" name="Picture 7">
            <a:extLst>
              <a:ext uri="{FF2B5EF4-FFF2-40B4-BE49-F238E27FC236}">
                <a16:creationId xmlns:a16="http://schemas.microsoft.com/office/drawing/2014/main" id="{0A6662EB-510C-09A1-7CE5-ED0A55270BE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16416" y="117494"/>
            <a:ext cx="736429" cy="696077"/>
          </a:xfrm>
          <a:prstGeom prst="rect">
            <a:avLst/>
          </a:prstGeom>
        </p:spPr>
      </p:pic>
      <p:sp>
        <p:nvSpPr>
          <p:cNvPr id="9" name="Footer Placeholder 8">
            <a:extLst>
              <a:ext uri="{FF2B5EF4-FFF2-40B4-BE49-F238E27FC236}">
                <a16:creationId xmlns:a16="http://schemas.microsoft.com/office/drawing/2014/main" id="{DCE74A0C-45C9-2DC3-D658-757E9D4F4AB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7E459EEB-2EF2-DC17-498B-C83EE206C321}"/>
              </a:ext>
            </a:extLst>
          </p:cNvPr>
          <p:cNvSpPr>
            <a:spLocks noGrp="1"/>
          </p:cNvSpPr>
          <p:nvPr>
            <p:ph type="sldNum" sz="quarter" idx="4"/>
          </p:nvPr>
        </p:nvSpPr>
        <p:spPr/>
        <p:txBody>
          <a:bodyPr/>
          <a:lstStyle/>
          <a:p>
            <a:fld id="{9FD7ECCF-50E7-4327-B945-FA93FF7B2BEF}" type="slidenum">
              <a:rPr lang="en-US" smtClean="0"/>
              <a:pPr/>
              <a:t>30</a:t>
            </a:fld>
            <a:r>
              <a:rPr lang="en-GB"/>
              <a:t>/51</a:t>
            </a:r>
            <a:endParaRPr lang="en-US" dirty="0"/>
          </a:p>
        </p:txBody>
      </p:sp>
    </p:spTree>
    <p:extLst>
      <p:ext uri="{BB962C8B-B14F-4D97-AF65-F5344CB8AC3E}">
        <p14:creationId xmlns:p14="http://schemas.microsoft.com/office/powerpoint/2010/main" val="2328549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A1D7F-EE2B-1C5A-9FCC-1DE7ED27E2F9}"/>
              </a:ext>
            </a:extLst>
          </p:cNvPr>
          <p:cNvSpPr>
            <a:spLocks noGrp="1"/>
          </p:cNvSpPr>
          <p:nvPr>
            <p:ph type="title"/>
          </p:nvPr>
        </p:nvSpPr>
        <p:spPr/>
        <p:txBody>
          <a:bodyPr/>
          <a:lstStyle/>
          <a:p>
            <a:r>
              <a:rPr lang="en-GB" dirty="0"/>
              <a:t>Example VR experience of heights</a:t>
            </a:r>
          </a:p>
        </p:txBody>
      </p:sp>
      <p:sp>
        <p:nvSpPr>
          <p:cNvPr id="3" name="Content Placeholder 2">
            <a:extLst>
              <a:ext uri="{FF2B5EF4-FFF2-40B4-BE49-F238E27FC236}">
                <a16:creationId xmlns:a16="http://schemas.microsoft.com/office/drawing/2014/main" id="{79B75920-DDAE-189E-DD81-3F2A9E8A1CAE}"/>
              </a:ext>
            </a:extLst>
          </p:cNvPr>
          <p:cNvSpPr>
            <a:spLocks noGrp="1"/>
          </p:cNvSpPr>
          <p:nvPr>
            <p:ph sz="quarter" idx="1"/>
          </p:nvPr>
        </p:nvSpPr>
        <p:spPr/>
        <p:txBody>
          <a:bodyPr/>
          <a:lstStyle/>
          <a:p>
            <a:endParaRPr lang="en-GB"/>
          </a:p>
        </p:txBody>
      </p:sp>
      <p:pic>
        <p:nvPicPr>
          <p:cNvPr id="7" name="Picture 6" descr="imotions ECG raw data">
            <a:extLst>
              <a:ext uri="{FF2B5EF4-FFF2-40B4-BE49-F238E27FC236}">
                <a16:creationId xmlns:a16="http://schemas.microsoft.com/office/drawing/2014/main" id="{4CFB34BA-5961-7D2E-3ED0-D6EBDDDED214}"/>
              </a:ext>
            </a:extLst>
          </p:cNvPr>
          <p:cNvPicPr>
            <a:picLocks noChangeAspect="1"/>
          </p:cNvPicPr>
          <p:nvPr/>
        </p:nvPicPr>
        <p:blipFill>
          <a:blip r:embed="rId2"/>
          <a:stretch>
            <a:fillRect/>
          </a:stretch>
        </p:blipFill>
        <p:spPr>
          <a:xfrm>
            <a:off x="0" y="1145464"/>
            <a:ext cx="9144000" cy="5176479"/>
          </a:xfrm>
          <a:prstGeom prst="rect">
            <a:avLst/>
          </a:prstGeom>
        </p:spPr>
      </p:pic>
      <p:pic>
        <p:nvPicPr>
          <p:cNvPr id="8" name="Picture 7">
            <a:extLst>
              <a:ext uri="{FF2B5EF4-FFF2-40B4-BE49-F238E27FC236}">
                <a16:creationId xmlns:a16="http://schemas.microsoft.com/office/drawing/2014/main" id="{0E74D960-D1A5-08B4-2BF9-E91B38EAB16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16416" y="117494"/>
            <a:ext cx="736429" cy="696077"/>
          </a:xfrm>
          <a:prstGeom prst="rect">
            <a:avLst/>
          </a:prstGeom>
        </p:spPr>
      </p:pic>
      <p:sp>
        <p:nvSpPr>
          <p:cNvPr id="9" name="Footer Placeholder 8">
            <a:extLst>
              <a:ext uri="{FF2B5EF4-FFF2-40B4-BE49-F238E27FC236}">
                <a16:creationId xmlns:a16="http://schemas.microsoft.com/office/drawing/2014/main" id="{F93D0A76-F765-8861-CDEB-80FB88C3272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9304D585-242E-68A4-DBDD-748574C4E127}"/>
              </a:ext>
            </a:extLst>
          </p:cNvPr>
          <p:cNvSpPr>
            <a:spLocks noGrp="1"/>
          </p:cNvSpPr>
          <p:nvPr>
            <p:ph type="sldNum" sz="quarter" idx="4"/>
          </p:nvPr>
        </p:nvSpPr>
        <p:spPr/>
        <p:txBody>
          <a:bodyPr/>
          <a:lstStyle/>
          <a:p>
            <a:fld id="{9FD7ECCF-50E7-4327-B945-FA93FF7B2BEF}" type="slidenum">
              <a:rPr lang="en-US" smtClean="0"/>
              <a:pPr/>
              <a:t>31</a:t>
            </a:fld>
            <a:r>
              <a:rPr lang="en-GB"/>
              <a:t>/51</a:t>
            </a:r>
            <a:endParaRPr lang="en-US" dirty="0"/>
          </a:p>
        </p:txBody>
      </p:sp>
    </p:spTree>
    <p:extLst>
      <p:ext uri="{BB962C8B-B14F-4D97-AF65-F5344CB8AC3E}">
        <p14:creationId xmlns:p14="http://schemas.microsoft.com/office/powerpoint/2010/main" val="2841929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B9659-E7E9-0873-529F-01853CAE7812}"/>
              </a:ext>
            </a:extLst>
          </p:cNvPr>
          <p:cNvSpPr>
            <a:spLocks noGrp="1"/>
          </p:cNvSpPr>
          <p:nvPr>
            <p:ph type="title"/>
          </p:nvPr>
        </p:nvSpPr>
        <p:spPr/>
        <p:txBody>
          <a:bodyPr/>
          <a:lstStyle/>
          <a:p>
            <a:r>
              <a:rPr lang="en-GB" dirty="0"/>
              <a:t>What sensors?</a:t>
            </a:r>
          </a:p>
        </p:txBody>
      </p:sp>
      <p:sp>
        <p:nvSpPr>
          <p:cNvPr id="3" name="Content Placeholder 2">
            <a:extLst>
              <a:ext uri="{FF2B5EF4-FFF2-40B4-BE49-F238E27FC236}">
                <a16:creationId xmlns:a16="http://schemas.microsoft.com/office/drawing/2014/main" id="{AF5F1437-915E-FE5B-1E74-7F9F217F3F46}"/>
              </a:ext>
            </a:extLst>
          </p:cNvPr>
          <p:cNvSpPr>
            <a:spLocks noGrp="1"/>
          </p:cNvSpPr>
          <p:nvPr>
            <p:ph sz="quarter" idx="1"/>
          </p:nvPr>
        </p:nvSpPr>
        <p:spPr/>
        <p:txBody>
          <a:bodyPr/>
          <a:lstStyle/>
          <a:p>
            <a:endParaRPr lang="en-GB"/>
          </a:p>
        </p:txBody>
      </p:sp>
      <p:pic>
        <p:nvPicPr>
          <p:cNvPr id="7" name="Picture 6" descr="ECS sensoors">
            <a:extLst>
              <a:ext uri="{FF2B5EF4-FFF2-40B4-BE49-F238E27FC236}">
                <a16:creationId xmlns:a16="http://schemas.microsoft.com/office/drawing/2014/main" id="{E278F65C-B32D-12F8-8227-4375BA4F9C02}"/>
              </a:ext>
            </a:extLst>
          </p:cNvPr>
          <p:cNvPicPr>
            <a:picLocks noChangeAspect="1"/>
          </p:cNvPicPr>
          <p:nvPr/>
        </p:nvPicPr>
        <p:blipFill>
          <a:blip r:embed="rId2"/>
          <a:stretch>
            <a:fillRect/>
          </a:stretch>
        </p:blipFill>
        <p:spPr>
          <a:xfrm>
            <a:off x="899592" y="3139428"/>
            <a:ext cx="6588224" cy="3032675"/>
          </a:xfrm>
          <a:prstGeom prst="rect">
            <a:avLst/>
          </a:prstGeom>
        </p:spPr>
      </p:pic>
      <p:pic>
        <p:nvPicPr>
          <p:cNvPr id="9" name="Picture 8" descr="ECS sensoors">
            <a:extLst>
              <a:ext uri="{FF2B5EF4-FFF2-40B4-BE49-F238E27FC236}">
                <a16:creationId xmlns:a16="http://schemas.microsoft.com/office/drawing/2014/main" id="{D0FBECE1-FC9E-BA84-81BA-81E0A189F2C1}"/>
              </a:ext>
            </a:extLst>
          </p:cNvPr>
          <p:cNvPicPr>
            <a:picLocks noChangeAspect="1"/>
          </p:cNvPicPr>
          <p:nvPr/>
        </p:nvPicPr>
        <p:blipFill>
          <a:blip r:embed="rId3"/>
          <a:stretch>
            <a:fillRect/>
          </a:stretch>
        </p:blipFill>
        <p:spPr>
          <a:xfrm>
            <a:off x="4889592" y="1600200"/>
            <a:ext cx="4065432" cy="1458590"/>
          </a:xfrm>
          <a:prstGeom prst="rect">
            <a:avLst/>
          </a:prstGeom>
        </p:spPr>
      </p:pic>
      <p:pic>
        <p:nvPicPr>
          <p:cNvPr id="10" name="Picture 9">
            <a:extLst>
              <a:ext uri="{FF2B5EF4-FFF2-40B4-BE49-F238E27FC236}">
                <a16:creationId xmlns:a16="http://schemas.microsoft.com/office/drawing/2014/main" id="{903BB066-5B31-D3F5-EC08-2CC537B3C44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16416" y="117494"/>
            <a:ext cx="736429" cy="696077"/>
          </a:xfrm>
          <a:prstGeom prst="rect">
            <a:avLst/>
          </a:prstGeom>
        </p:spPr>
      </p:pic>
      <p:sp>
        <p:nvSpPr>
          <p:cNvPr id="11" name="Footer Placeholder 10">
            <a:extLst>
              <a:ext uri="{FF2B5EF4-FFF2-40B4-BE49-F238E27FC236}">
                <a16:creationId xmlns:a16="http://schemas.microsoft.com/office/drawing/2014/main" id="{B55B66AA-876F-0608-4E39-C8CC0459D62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5AABDEC5-A934-2CA5-5587-96A3002B969B}"/>
              </a:ext>
            </a:extLst>
          </p:cNvPr>
          <p:cNvSpPr>
            <a:spLocks noGrp="1"/>
          </p:cNvSpPr>
          <p:nvPr>
            <p:ph type="sldNum" sz="quarter" idx="4"/>
          </p:nvPr>
        </p:nvSpPr>
        <p:spPr/>
        <p:txBody>
          <a:bodyPr/>
          <a:lstStyle/>
          <a:p>
            <a:fld id="{9FD7ECCF-50E7-4327-B945-FA93FF7B2BEF}" type="slidenum">
              <a:rPr lang="en-US" smtClean="0"/>
              <a:pPr/>
              <a:t>32</a:t>
            </a:fld>
            <a:r>
              <a:rPr lang="en-GB"/>
              <a:t>/51</a:t>
            </a:r>
            <a:endParaRPr lang="en-US" dirty="0"/>
          </a:p>
        </p:txBody>
      </p:sp>
    </p:spTree>
    <p:extLst>
      <p:ext uri="{BB962C8B-B14F-4D97-AF65-F5344CB8AC3E}">
        <p14:creationId xmlns:p14="http://schemas.microsoft.com/office/powerpoint/2010/main" val="2498070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4BB8-381C-E0D2-C0EA-3C576AD022D6}"/>
              </a:ext>
            </a:extLst>
          </p:cNvPr>
          <p:cNvSpPr>
            <a:spLocks noGrp="1"/>
          </p:cNvSpPr>
          <p:nvPr>
            <p:ph type="title"/>
          </p:nvPr>
        </p:nvSpPr>
        <p:spPr/>
        <p:txBody>
          <a:bodyPr/>
          <a:lstStyle/>
          <a:p>
            <a:r>
              <a:rPr lang="en-GB" dirty="0"/>
              <a:t>Electroencephalography (EEG) </a:t>
            </a:r>
          </a:p>
        </p:txBody>
      </p:sp>
      <p:sp>
        <p:nvSpPr>
          <p:cNvPr id="3" name="Content Placeholder 2">
            <a:extLst>
              <a:ext uri="{FF2B5EF4-FFF2-40B4-BE49-F238E27FC236}">
                <a16:creationId xmlns:a16="http://schemas.microsoft.com/office/drawing/2014/main" id="{BE92BE20-F69B-EA7A-129E-F6C6B9933461}"/>
              </a:ext>
            </a:extLst>
          </p:cNvPr>
          <p:cNvSpPr>
            <a:spLocks noGrp="1"/>
          </p:cNvSpPr>
          <p:nvPr>
            <p:ph sz="quarter" idx="1"/>
          </p:nvPr>
        </p:nvSpPr>
        <p:spPr>
          <a:xfrm>
            <a:off x="499868" y="1628800"/>
            <a:ext cx="3959352" cy="4752528"/>
          </a:xfrm>
        </p:spPr>
        <p:txBody>
          <a:bodyPr>
            <a:normAutofit fontScale="92500" lnSpcReduction="20000"/>
          </a:bodyPr>
          <a:lstStyle/>
          <a:p>
            <a:pPr marL="0" lvl="1" indent="0">
              <a:buNone/>
            </a:pPr>
            <a:r>
              <a:rPr lang="en-GB" sz="2300" b="1" i="0" dirty="0">
                <a:effectLst/>
              </a:rPr>
              <a:t>Electroencephalography (EEG):</a:t>
            </a:r>
            <a:r>
              <a:rPr lang="en-GB" sz="2300" b="0" i="0" dirty="0">
                <a:effectLst/>
              </a:rPr>
              <a:t> EEG measures brain activity and helps understand </a:t>
            </a:r>
            <a:r>
              <a:rPr lang="en-GB" sz="2300" b="1" i="0" dirty="0">
                <a:effectLst/>
              </a:rPr>
              <a:t>cognitive load</a:t>
            </a:r>
            <a:r>
              <a:rPr lang="en-GB" sz="2300" b="0" i="0" dirty="0">
                <a:effectLst/>
              </a:rPr>
              <a:t>, </a:t>
            </a:r>
            <a:r>
              <a:rPr lang="en-GB" sz="2300" b="1" i="0" dirty="0">
                <a:effectLst/>
              </a:rPr>
              <a:t>attention</a:t>
            </a:r>
            <a:r>
              <a:rPr lang="en-GB" sz="2300" b="0" i="0" dirty="0">
                <a:effectLst/>
              </a:rPr>
              <a:t>, and </a:t>
            </a:r>
            <a:r>
              <a:rPr lang="en-GB" sz="2300" b="1" i="0" dirty="0">
                <a:effectLst/>
              </a:rPr>
              <a:t>emotional engagement </a:t>
            </a:r>
            <a:r>
              <a:rPr lang="en-GB" sz="2300" b="0" i="0" dirty="0">
                <a:effectLst/>
              </a:rPr>
              <a:t>while interacting with a product.</a:t>
            </a:r>
          </a:p>
          <a:p>
            <a:pPr marL="342900" lvl="1" indent="-342900">
              <a:buFont typeface="Wingdings" panose="05000000000000000000" pitchFamily="2" charset="2"/>
              <a:buChar char="q"/>
            </a:pPr>
            <a:r>
              <a:rPr lang="en-GB" sz="2300" dirty="0"/>
              <a:t>Brain activity involves electrical activity</a:t>
            </a:r>
          </a:p>
          <a:p>
            <a:pPr marL="342900" lvl="1" indent="-342900">
              <a:buFont typeface="Wingdings" panose="05000000000000000000" pitchFamily="2" charset="2"/>
              <a:buChar char="q"/>
            </a:pPr>
            <a:r>
              <a:rPr lang="en-GB" sz="2300" dirty="0"/>
              <a:t>EEG sensors consist of electrodes on the scalp, which can record brain activity</a:t>
            </a:r>
          </a:p>
          <a:p>
            <a:pPr marL="342900" lvl="1" indent="-342900">
              <a:buFont typeface="Wingdings" panose="05000000000000000000" pitchFamily="2" charset="2"/>
              <a:buChar char="q"/>
            </a:pPr>
            <a:r>
              <a:rPr lang="en-GB" sz="2300" dirty="0"/>
              <a:t>EEG electrodes measure electrical potential/voltage (in microvolts)</a:t>
            </a:r>
          </a:p>
          <a:p>
            <a:pPr marL="342900" lvl="1" indent="-342900">
              <a:buFont typeface="Wingdings" panose="05000000000000000000" pitchFamily="2" charset="2"/>
              <a:buChar char="q"/>
            </a:pPr>
            <a:r>
              <a:rPr lang="en-GB" sz="2300" dirty="0"/>
              <a:t>EEG detects voltage changes caused by brain activity</a:t>
            </a:r>
          </a:p>
          <a:p>
            <a:pPr marL="342900" lvl="1" indent="-342900">
              <a:buFont typeface="Wingdings" panose="05000000000000000000" pitchFamily="2" charset="2"/>
              <a:buChar char="q"/>
            </a:pPr>
            <a:endParaRPr lang="en-GB" sz="2300" dirty="0"/>
          </a:p>
          <a:p>
            <a:pPr marL="0" lvl="1" indent="0">
              <a:buNone/>
            </a:pPr>
            <a:endParaRPr lang="en-GB" sz="2400" dirty="0"/>
          </a:p>
          <a:p>
            <a:endParaRPr lang="en-GB" dirty="0"/>
          </a:p>
        </p:txBody>
      </p:sp>
      <p:pic>
        <p:nvPicPr>
          <p:cNvPr id="7" name="Picture 6" descr="Electroencephalography (EEG) ">
            <a:extLst>
              <a:ext uri="{FF2B5EF4-FFF2-40B4-BE49-F238E27FC236}">
                <a16:creationId xmlns:a16="http://schemas.microsoft.com/office/drawing/2014/main" id="{FC1E3D44-C25C-17C6-7546-E1E2E1FDD91E}"/>
              </a:ext>
            </a:extLst>
          </p:cNvPr>
          <p:cNvPicPr>
            <a:picLocks noChangeAspect="1"/>
          </p:cNvPicPr>
          <p:nvPr/>
        </p:nvPicPr>
        <p:blipFill>
          <a:blip r:embed="rId2"/>
          <a:stretch>
            <a:fillRect/>
          </a:stretch>
        </p:blipFill>
        <p:spPr>
          <a:xfrm>
            <a:off x="4483604" y="1163022"/>
            <a:ext cx="4681708" cy="5085184"/>
          </a:xfrm>
          <a:prstGeom prst="rect">
            <a:avLst/>
          </a:prstGeom>
        </p:spPr>
      </p:pic>
      <p:pic>
        <p:nvPicPr>
          <p:cNvPr id="9" name="Picture 8">
            <a:extLst>
              <a:ext uri="{FF2B5EF4-FFF2-40B4-BE49-F238E27FC236}">
                <a16:creationId xmlns:a16="http://schemas.microsoft.com/office/drawing/2014/main" id="{FBD1768A-8623-8BFE-700A-599107DEDA9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27300" y="70843"/>
            <a:ext cx="808104" cy="763824"/>
          </a:xfrm>
          <a:prstGeom prst="rect">
            <a:avLst/>
          </a:prstGeom>
        </p:spPr>
      </p:pic>
      <p:sp>
        <p:nvSpPr>
          <p:cNvPr id="10" name="Footer Placeholder 9">
            <a:extLst>
              <a:ext uri="{FF2B5EF4-FFF2-40B4-BE49-F238E27FC236}">
                <a16:creationId xmlns:a16="http://schemas.microsoft.com/office/drawing/2014/main" id="{20F19A21-9DCD-2701-BFE9-D44B3C59821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1" name="Slide Number Placeholder 10">
            <a:extLst>
              <a:ext uri="{FF2B5EF4-FFF2-40B4-BE49-F238E27FC236}">
                <a16:creationId xmlns:a16="http://schemas.microsoft.com/office/drawing/2014/main" id="{48F10042-5796-2C09-8455-75B567715989}"/>
              </a:ext>
            </a:extLst>
          </p:cNvPr>
          <p:cNvSpPr>
            <a:spLocks noGrp="1"/>
          </p:cNvSpPr>
          <p:nvPr>
            <p:ph type="sldNum" sz="quarter" idx="4"/>
          </p:nvPr>
        </p:nvSpPr>
        <p:spPr/>
        <p:txBody>
          <a:bodyPr/>
          <a:lstStyle/>
          <a:p>
            <a:fld id="{9FD7ECCF-50E7-4327-B945-FA93FF7B2BEF}" type="slidenum">
              <a:rPr lang="en-US" smtClean="0"/>
              <a:pPr/>
              <a:t>33</a:t>
            </a:fld>
            <a:r>
              <a:rPr lang="en-GB"/>
              <a:t>/51</a:t>
            </a:r>
            <a:endParaRPr lang="en-US" dirty="0"/>
          </a:p>
        </p:txBody>
      </p:sp>
    </p:spTree>
    <p:extLst>
      <p:ext uri="{BB962C8B-B14F-4D97-AF65-F5344CB8AC3E}">
        <p14:creationId xmlns:p14="http://schemas.microsoft.com/office/powerpoint/2010/main" val="86640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B4E74-E476-25CB-8CDA-99CD81AA3D87}"/>
              </a:ext>
            </a:extLst>
          </p:cNvPr>
          <p:cNvSpPr>
            <a:spLocks noGrp="1"/>
          </p:cNvSpPr>
          <p:nvPr>
            <p:ph type="title"/>
          </p:nvPr>
        </p:nvSpPr>
        <p:spPr>
          <a:xfrm>
            <a:off x="615360" y="318650"/>
            <a:ext cx="8153400" cy="990600"/>
          </a:xfrm>
        </p:spPr>
        <p:txBody>
          <a:bodyPr>
            <a:normAutofit/>
          </a:bodyPr>
          <a:lstStyle/>
          <a:p>
            <a:pPr>
              <a:lnSpc>
                <a:spcPts val="3500"/>
              </a:lnSpc>
            </a:pPr>
            <a:r>
              <a:rPr lang="en-GB" dirty="0"/>
              <a:t>Identify brain functions</a:t>
            </a:r>
          </a:p>
        </p:txBody>
      </p:sp>
      <p:sp>
        <p:nvSpPr>
          <p:cNvPr id="3" name="Content Placeholder 2">
            <a:extLst>
              <a:ext uri="{FF2B5EF4-FFF2-40B4-BE49-F238E27FC236}">
                <a16:creationId xmlns:a16="http://schemas.microsoft.com/office/drawing/2014/main" id="{1BC21DF7-A225-632D-1366-69DA9404ADAB}"/>
              </a:ext>
            </a:extLst>
          </p:cNvPr>
          <p:cNvSpPr>
            <a:spLocks noGrp="1"/>
          </p:cNvSpPr>
          <p:nvPr>
            <p:ph sz="quarter" idx="1"/>
          </p:nvPr>
        </p:nvSpPr>
        <p:spPr>
          <a:xfrm>
            <a:off x="612648" y="1516698"/>
            <a:ext cx="8153400" cy="4495800"/>
          </a:xfrm>
        </p:spPr>
        <p:txBody>
          <a:bodyPr/>
          <a:lstStyle/>
          <a:p>
            <a:r>
              <a:rPr lang="en-GB" dirty="0"/>
              <a:t>EEG can be used all over the brain -different areas of the brain have different functions</a:t>
            </a:r>
          </a:p>
          <a:p>
            <a:endParaRPr lang="en-GB" dirty="0"/>
          </a:p>
        </p:txBody>
      </p:sp>
      <p:pic>
        <p:nvPicPr>
          <p:cNvPr id="7" name="Picture 6" descr="EEG can be used all over the brain -different areas of the brain have different functions&#10;">
            <a:extLst>
              <a:ext uri="{FF2B5EF4-FFF2-40B4-BE49-F238E27FC236}">
                <a16:creationId xmlns:a16="http://schemas.microsoft.com/office/drawing/2014/main" id="{ACEF03F0-E129-BCA1-AD5E-A819C9DA7249}"/>
              </a:ext>
            </a:extLst>
          </p:cNvPr>
          <p:cNvPicPr>
            <a:picLocks noChangeAspect="1"/>
          </p:cNvPicPr>
          <p:nvPr/>
        </p:nvPicPr>
        <p:blipFill>
          <a:blip r:embed="rId2"/>
          <a:stretch>
            <a:fillRect/>
          </a:stretch>
        </p:blipFill>
        <p:spPr>
          <a:xfrm>
            <a:off x="1547664" y="2387043"/>
            <a:ext cx="5766741" cy="3862675"/>
          </a:xfrm>
          <a:prstGeom prst="rect">
            <a:avLst/>
          </a:prstGeom>
        </p:spPr>
      </p:pic>
      <p:pic>
        <p:nvPicPr>
          <p:cNvPr id="8" name="Picture 7">
            <a:extLst>
              <a:ext uri="{FF2B5EF4-FFF2-40B4-BE49-F238E27FC236}">
                <a16:creationId xmlns:a16="http://schemas.microsoft.com/office/drawing/2014/main" id="{71FD967B-0AD4-9F1D-109E-F96F9FD2065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27300" y="70843"/>
            <a:ext cx="808104" cy="763824"/>
          </a:xfrm>
          <a:prstGeom prst="rect">
            <a:avLst/>
          </a:prstGeom>
        </p:spPr>
      </p:pic>
      <p:sp>
        <p:nvSpPr>
          <p:cNvPr id="9" name="Footer Placeholder 8">
            <a:extLst>
              <a:ext uri="{FF2B5EF4-FFF2-40B4-BE49-F238E27FC236}">
                <a16:creationId xmlns:a16="http://schemas.microsoft.com/office/drawing/2014/main" id="{D91A997F-35A9-4723-19D0-F6907FD04F55}"/>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945D2F5A-6C63-A4D5-ADFE-83052C92B227}"/>
              </a:ext>
            </a:extLst>
          </p:cNvPr>
          <p:cNvSpPr>
            <a:spLocks noGrp="1"/>
          </p:cNvSpPr>
          <p:nvPr>
            <p:ph type="sldNum" sz="quarter" idx="4"/>
          </p:nvPr>
        </p:nvSpPr>
        <p:spPr/>
        <p:txBody>
          <a:bodyPr/>
          <a:lstStyle/>
          <a:p>
            <a:fld id="{9FD7ECCF-50E7-4327-B945-FA93FF7B2BEF}" type="slidenum">
              <a:rPr lang="en-US" smtClean="0"/>
              <a:pPr/>
              <a:t>34</a:t>
            </a:fld>
            <a:r>
              <a:rPr lang="en-GB"/>
              <a:t>/51</a:t>
            </a:r>
            <a:endParaRPr lang="en-US" dirty="0"/>
          </a:p>
        </p:txBody>
      </p:sp>
    </p:spTree>
    <p:extLst>
      <p:ext uri="{BB962C8B-B14F-4D97-AF65-F5344CB8AC3E}">
        <p14:creationId xmlns:p14="http://schemas.microsoft.com/office/powerpoint/2010/main" val="2702623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8E2CB-C2CE-2CE5-880B-19CD2D6DDCC5}"/>
              </a:ext>
            </a:extLst>
          </p:cNvPr>
          <p:cNvSpPr>
            <a:spLocks noGrp="1"/>
          </p:cNvSpPr>
          <p:nvPr>
            <p:ph type="title"/>
          </p:nvPr>
        </p:nvSpPr>
        <p:spPr/>
        <p:txBody>
          <a:bodyPr/>
          <a:lstStyle/>
          <a:p>
            <a:r>
              <a:rPr lang="en-GB" dirty="0"/>
              <a:t>Identify brain functions</a:t>
            </a:r>
          </a:p>
        </p:txBody>
      </p:sp>
      <p:sp>
        <p:nvSpPr>
          <p:cNvPr id="3" name="Content Placeholder 2">
            <a:extLst>
              <a:ext uri="{FF2B5EF4-FFF2-40B4-BE49-F238E27FC236}">
                <a16:creationId xmlns:a16="http://schemas.microsoft.com/office/drawing/2014/main" id="{20E38235-35F5-CBC7-5514-9567B21E3A4C}"/>
              </a:ext>
            </a:extLst>
          </p:cNvPr>
          <p:cNvSpPr>
            <a:spLocks noGrp="1"/>
          </p:cNvSpPr>
          <p:nvPr>
            <p:ph sz="quarter" idx="1"/>
          </p:nvPr>
        </p:nvSpPr>
        <p:spPr/>
        <p:txBody>
          <a:bodyPr/>
          <a:lstStyle/>
          <a:p>
            <a:r>
              <a:rPr lang="en-GB" dirty="0"/>
              <a:t>EEG can be used all over the brain -different areas of the brain have different functions</a:t>
            </a:r>
          </a:p>
        </p:txBody>
      </p:sp>
      <p:pic>
        <p:nvPicPr>
          <p:cNvPr id="7" name="Picture 6" descr="EEG can be used all over the brain -different areas of the brain have different functions&#10;">
            <a:extLst>
              <a:ext uri="{FF2B5EF4-FFF2-40B4-BE49-F238E27FC236}">
                <a16:creationId xmlns:a16="http://schemas.microsoft.com/office/drawing/2014/main" id="{3481D88D-227D-883D-4456-1F6D11B55569}"/>
              </a:ext>
            </a:extLst>
          </p:cNvPr>
          <p:cNvPicPr>
            <a:picLocks noChangeAspect="1"/>
          </p:cNvPicPr>
          <p:nvPr/>
        </p:nvPicPr>
        <p:blipFill>
          <a:blip r:embed="rId2"/>
          <a:stretch>
            <a:fillRect/>
          </a:stretch>
        </p:blipFill>
        <p:spPr>
          <a:xfrm>
            <a:off x="449996" y="2443646"/>
            <a:ext cx="8478704" cy="3791984"/>
          </a:xfrm>
          <a:prstGeom prst="rect">
            <a:avLst/>
          </a:prstGeom>
        </p:spPr>
      </p:pic>
      <p:pic>
        <p:nvPicPr>
          <p:cNvPr id="11" name="Picture 10">
            <a:extLst>
              <a:ext uri="{FF2B5EF4-FFF2-40B4-BE49-F238E27FC236}">
                <a16:creationId xmlns:a16="http://schemas.microsoft.com/office/drawing/2014/main" id="{9BA86085-E617-7147-DA3C-2AD919A364B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27300" y="70843"/>
            <a:ext cx="808104" cy="763824"/>
          </a:xfrm>
          <a:prstGeom prst="rect">
            <a:avLst/>
          </a:prstGeom>
        </p:spPr>
      </p:pic>
      <p:sp>
        <p:nvSpPr>
          <p:cNvPr id="12" name="Footer Placeholder 11">
            <a:extLst>
              <a:ext uri="{FF2B5EF4-FFF2-40B4-BE49-F238E27FC236}">
                <a16:creationId xmlns:a16="http://schemas.microsoft.com/office/drawing/2014/main" id="{77F726D6-EE5C-D1DE-4C84-64E6E7D86DE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624EE848-66D0-ED67-35EF-7734C537C18E}"/>
              </a:ext>
            </a:extLst>
          </p:cNvPr>
          <p:cNvSpPr>
            <a:spLocks noGrp="1"/>
          </p:cNvSpPr>
          <p:nvPr>
            <p:ph type="sldNum" sz="quarter" idx="4"/>
          </p:nvPr>
        </p:nvSpPr>
        <p:spPr/>
        <p:txBody>
          <a:bodyPr/>
          <a:lstStyle/>
          <a:p>
            <a:fld id="{9FD7ECCF-50E7-4327-B945-FA93FF7B2BEF}" type="slidenum">
              <a:rPr lang="en-US" smtClean="0"/>
              <a:pPr/>
              <a:t>35</a:t>
            </a:fld>
            <a:r>
              <a:rPr lang="en-GB"/>
              <a:t>/51</a:t>
            </a:r>
            <a:endParaRPr lang="en-US" dirty="0"/>
          </a:p>
        </p:txBody>
      </p:sp>
    </p:spTree>
    <p:extLst>
      <p:ext uri="{BB962C8B-B14F-4D97-AF65-F5344CB8AC3E}">
        <p14:creationId xmlns:p14="http://schemas.microsoft.com/office/powerpoint/2010/main" val="2696011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A6EBD-081A-47C6-362A-19B616082CF2}"/>
              </a:ext>
            </a:extLst>
          </p:cNvPr>
          <p:cNvSpPr>
            <a:spLocks noGrp="1"/>
          </p:cNvSpPr>
          <p:nvPr>
            <p:ph type="title"/>
          </p:nvPr>
        </p:nvSpPr>
        <p:spPr/>
        <p:txBody>
          <a:bodyPr/>
          <a:lstStyle/>
          <a:p>
            <a:r>
              <a:rPr lang="en-GB" dirty="0"/>
              <a:t>Frontal Alpha Asymmetry (FAA)</a:t>
            </a:r>
          </a:p>
        </p:txBody>
      </p:sp>
      <p:sp>
        <p:nvSpPr>
          <p:cNvPr id="3" name="Content Placeholder 2">
            <a:extLst>
              <a:ext uri="{FF2B5EF4-FFF2-40B4-BE49-F238E27FC236}">
                <a16:creationId xmlns:a16="http://schemas.microsoft.com/office/drawing/2014/main" id="{856B01B4-1197-4689-6FBA-8FDB4AA4A18D}"/>
              </a:ext>
            </a:extLst>
          </p:cNvPr>
          <p:cNvSpPr>
            <a:spLocks noGrp="1"/>
          </p:cNvSpPr>
          <p:nvPr>
            <p:ph sz="quarter" idx="1"/>
          </p:nvPr>
        </p:nvSpPr>
        <p:spPr>
          <a:xfrm>
            <a:off x="612648" y="1600200"/>
            <a:ext cx="8153400" cy="1108720"/>
          </a:xfrm>
        </p:spPr>
        <p:txBody>
          <a:bodyPr>
            <a:normAutofit fontScale="85000" lnSpcReduction="20000"/>
          </a:bodyPr>
          <a:lstStyle/>
          <a:p>
            <a:r>
              <a:rPr lang="en-GB" sz="2800" dirty="0"/>
              <a:t>Defined as the relative difference in alpha power (8-12Hz) between the frontal left and right hemispheres.</a:t>
            </a:r>
          </a:p>
          <a:p>
            <a:r>
              <a:rPr lang="en-GB" sz="2800" dirty="0"/>
              <a:t>Indicative of approach or avoidance motivation</a:t>
            </a:r>
          </a:p>
        </p:txBody>
      </p:sp>
      <p:pic>
        <p:nvPicPr>
          <p:cNvPr id="7" name="Picture 6" descr="Defined as the relative difference in alpha power (8-12Hz) between the frontal left and right hemispheres.&#10;Indicative of approach or avoidance motivation&#10;">
            <a:extLst>
              <a:ext uri="{FF2B5EF4-FFF2-40B4-BE49-F238E27FC236}">
                <a16:creationId xmlns:a16="http://schemas.microsoft.com/office/drawing/2014/main" id="{142FF828-12A0-ECB6-6ABD-33E6A26A04A4}"/>
              </a:ext>
            </a:extLst>
          </p:cNvPr>
          <p:cNvPicPr>
            <a:picLocks noChangeAspect="1"/>
          </p:cNvPicPr>
          <p:nvPr/>
        </p:nvPicPr>
        <p:blipFill>
          <a:blip r:embed="rId2"/>
          <a:stretch>
            <a:fillRect/>
          </a:stretch>
        </p:blipFill>
        <p:spPr>
          <a:xfrm>
            <a:off x="938519" y="2894061"/>
            <a:ext cx="7501657" cy="3333169"/>
          </a:xfrm>
          <a:prstGeom prst="rect">
            <a:avLst/>
          </a:prstGeom>
        </p:spPr>
      </p:pic>
      <p:pic>
        <p:nvPicPr>
          <p:cNvPr id="8" name="Picture 7">
            <a:extLst>
              <a:ext uri="{FF2B5EF4-FFF2-40B4-BE49-F238E27FC236}">
                <a16:creationId xmlns:a16="http://schemas.microsoft.com/office/drawing/2014/main" id="{365FC45F-10FE-703B-4FE0-5076B030C22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27300" y="70843"/>
            <a:ext cx="808104" cy="763824"/>
          </a:xfrm>
          <a:prstGeom prst="rect">
            <a:avLst/>
          </a:prstGeom>
        </p:spPr>
      </p:pic>
      <p:sp>
        <p:nvSpPr>
          <p:cNvPr id="9" name="Footer Placeholder 8">
            <a:extLst>
              <a:ext uri="{FF2B5EF4-FFF2-40B4-BE49-F238E27FC236}">
                <a16:creationId xmlns:a16="http://schemas.microsoft.com/office/drawing/2014/main" id="{BB7CCA3E-7045-CF55-B798-4E1B35DF6F9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754C544F-FBBC-C8BC-B204-C4C502F10B91}"/>
              </a:ext>
            </a:extLst>
          </p:cNvPr>
          <p:cNvSpPr>
            <a:spLocks noGrp="1"/>
          </p:cNvSpPr>
          <p:nvPr>
            <p:ph type="sldNum" sz="quarter" idx="4"/>
          </p:nvPr>
        </p:nvSpPr>
        <p:spPr/>
        <p:txBody>
          <a:bodyPr/>
          <a:lstStyle/>
          <a:p>
            <a:fld id="{9FD7ECCF-50E7-4327-B945-FA93FF7B2BEF}" type="slidenum">
              <a:rPr lang="en-US" smtClean="0"/>
              <a:pPr/>
              <a:t>36</a:t>
            </a:fld>
            <a:r>
              <a:rPr lang="en-GB"/>
              <a:t>/51</a:t>
            </a:r>
            <a:endParaRPr lang="en-US" dirty="0"/>
          </a:p>
        </p:txBody>
      </p:sp>
    </p:spTree>
    <p:extLst>
      <p:ext uri="{BB962C8B-B14F-4D97-AF65-F5344CB8AC3E}">
        <p14:creationId xmlns:p14="http://schemas.microsoft.com/office/powerpoint/2010/main" val="3783892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D9E6E-D547-F938-CD4E-FB320D5AC77F}"/>
              </a:ext>
            </a:extLst>
          </p:cNvPr>
          <p:cNvSpPr>
            <a:spLocks noGrp="1"/>
          </p:cNvSpPr>
          <p:nvPr>
            <p:ph type="title"/>
          </p:nvPr>
        </p:nvSpPr>
        <p:spPr/>
        <p:txBody>
          <a:bodyPr/>
          <a:lstStyle/>
          <a:p>
            <a:r>
              <a:rPr lang="en-GB" dirty="0"/>
              <a:t>Decoding EEG signals</a:t>
            </a:r>
          </a:p>
        </p:txBody>
      </p:sp>
      <p:sp>
        <p:nvSpPr>
          <p:cNvPr id="3" name="Content Placeholder 2">
            <a:extLst>
              <a:ext uri="{FF2B5EF4-FFF2-40B4-BE49-F238E27FC236}">
                <a16:creationId xmlns:a16="http://schemas.microsoft.com/office/drawing/2014/main" id="{C16727F4-8465-EA60-C9AA-4252697E8BE6}"/>
              </a:ext>
            </a:extLst>
          </p:cNvPr>
          <p:cNvSpPr>
            <a:spLocks noGrp="1"/>
          </p:cNvSpPr>
          <p:nvPr>
            <p:ph sz="quarter" idx="1"/>
          </p:nvPr>
        </p:nvSpPr>
        <p:spPr/>
        <p:txBody>
          <a:bodyPr/>
          <a:lstStyle/>
          <a:p>
            <a:r>
              <a:rPr lang="en-GB" dirty="0"/>
              <a:t>Breaking down the raw EEG into its frequency components</a:t>
            </a:r>
          </a:p>
        </p:txBody>
      </p:sp>
      <p:pic>
        <p:nvPicPr>
          <p:cNvPr id="7" name="Picture 6" descr="Decoding EEG signals">
            <a:extLst>
              <a:ext uri="{FF2B5EF4-FFF2-40B4-BE49-F238E27FC236}">
                <a16:creationId xmlns:a16="http://schemas.microsoft.com/office/drawing/2014/main" id="{73FB127D-0038-DC2C-D528-43C90705CCE8}"/>
              </a:ext>
            </a:extLst>
          </p:cNvPr>
          <p:cNvPicPr>
            <a:picLocks noChangeAspect="1"/>
          </p:cNvPicPr>
          <p:nvPr/>
        </p:nvPicPr>
        <p:blipFill>
          <a:blip r:embed="rId2"/>
          <a:stretch>
            <a:fillRect/>
          </a:stretch>
        </p:blipFill>
        <p:spPr>
          <a:xfrm>
            <a:off x="95264" y="1537658"/>
            <a:ext cx="8953472" cy="2043185"/>
          </a:xfrm>
          <a:prstGeom prst="rect">
            <a:avLst/>
          </a:prstGeom>
        </p:spPr>
      </p:pic>
      <p:pic>
        <p:nvPicPr>
          <p:cNvPr id="11" name="Picture 10" descr="Decoding EEG signals">
            <a:extLst>
              <a:ext uri="{FF2B5EF4-FFF2-40B4-BE49-F238E27FC236}">
                <a16:creationId xmlns:a16="http://schemas.microsoft.com/office/drawing/2014/main" id="{7CE89FBF-A088-BB5F-F330-1C3428EF1063}"/>
              </a:ext>
            </a:extLst>
          </p:cNvPr>
          <p:cNvPicPr>
            <a:picLocks noChangeAspect="1"/>
          </p:cNvPicPr>
          <p:nvPr/>
        </p:nvPicPr>
        <p:blipFill>
          <a:blip r:embed="rId3"/>
          <a:stretch>
            <a:fillRect/>
          </a:stretch>
        </p:blipFill>
        <p:spPr>
          <a:xfrm>
            <a:off x="2008044" y="3536154"/>
            <a:ext cx="4788024" cy="2756741"/>
          </a:xfrm>
          <a:prstGeom prst="rect">
            <a:avLst/>
          </a:prstGeom>
        </p:spPr>
      </p:pic>
      <p:pic>
        <p:nvPicPr>
          <p:cNvPr id="12" name="Picture 11">
            <a:extLst>
              <a:ext uri="{FF2B5EF4-FFF2-40B4-BE49-F238E27FC236}">
                <a16:creationId xmlns:a16="http://schemas.microsoft.com/office/drawing/2014/main" id="{B67C3CC5-C069-1F3F-9068-8EF553F63B8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27300" y="70843"/>
            <a:ext cx="808104" cy="763824"/>
          </a:xfrm>
          <a:prstGeom prst="rect">
            <a:avLst/>
          </a:prstGeom>
        </p:spPr>
      </p:pic>
      <p:sp>
        <p:nvSpPr>
          <p:cNvPr id="13" name="Footer Placeholder 12">
            <a:extLst>
              <a:ext uri="{FF2B5EF4-FFF2-40B4-BE49-F238E27FC236}">
                <a16:creationId xmlns:a16="http://schemas.microsoft.com/office/drawing/2014/main" id="{DED22508-2A9E-3DDA-AEB6-CD8BCF9F872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4" name="Slide Number Placeholder 13">
            <a:extLst>
              <a:ext uri="{FF2B5EF4-FFF2-40B4-BE49-F238E27FC236}">
                <a16:creationId xmlns:a16="http://schemas.microsoft.com/office/drawing/2014/main" id="{0A6DF125-B639-869A-1B81-67DEE7AAA3A4}"/>
              </a:ext>
            </a:extLst>
          </p:cNvPr>
          <p:cNvSpPr>
            <a:spLocks noGrp="1"/>
          </p:cNvSpPr>
          <p:nvPr>
            <p:ph type="sldNum" sz="quarter" idx="4"/>
          </p:nvPr>
        </p:nvSpPr>
        <p:spPr/>
        <p:txBody>
          <a:bodyPr/>
          <a:lstStyle/>
          <a:p>
            <a:fld id="{9FD7ECCF-50E7-4327-B945-FA93FF7B2BEF}" type="slidenum">
              <a:rPr lang="en-US" smtClean="0"/>
              <a:pPr/>
              <a:t>37</a:t>
            </a:fld>
            <a:r>
              <a:rPr lang="en-GB"/>
              <a:t>/51</a:t>
            </a:r>
            <a:endParaRPr lang="en-US" dirty="0"/>
          </a:p>
        </p:txBody>
      </p:sp>
    </p:spTree>
    <p:extLst>
      <p:ext uri="{BB962C8B-B14F-4D97-AF65-F5344CB8AC3E}">
        <p14:creationId xmlns:p14="http://schemas.microsoft.com/office/powerpoint/2010/main" val="176234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48F24-3739-7912-9885-2484D9253478}"/>
              </a:ext>
            </a:extLst>
          </p:cNvPr>
          <p:cNvSpPr>
            <a:spLocks noGrp="1"/>
          </p:cNvSpPr>
          <p:nvPr>
            <p:ph type="title"/>
          </p:nvPr>
        </p:nvSpPr>
        <p:spPr/>
        <p:txBody>
          <a:bodyPr/>
          <a:lstStyle/>
          <a:p>
            <a:r>
              <a:rPr lang="en-GB" dirty="0"/>
              <a:t>What sensors</a:t>
            </a:r>
          </a:p>
        </p:txBody>
      </p:sp>
      <p:sp>
        <p:nvSpPr>
          <p:cNvPr id="3" name="Content Placeholder 2">
            <a:extLst>
              <a:ext uri="{FF2B5EF4-FFF2-40B4-BE49-F238E27FC236}">
                <a16:creationId xmlns:a16="http://schemas.microsoft.com/office/drawing/2014/main" id="{3D92D777-9351-83A5-AB60-9A71BDD97249}"/>
              </a:ext>
            </a:extLst>
          </p:cNvPr>
          <p:cNvSpPr>
            <a:spLocks noGrp="1"/>
          </p:cNvSpPr>
          <p:nvPr>
            <p:ph sz="quarter" idx="1"/>
          </p:nvPr>
        </p:nvSpPr>
        <p:spPr/>
        <p:txBody>
          <a:bodyPr/>
          <a:lstStyle/>
          <a:p>
            <a:endParaRPr lang="en-GB"/>
          </a:p>
        </p:txBody>
      </p:sp>
      <p:pic>
        <p:nvPicPr>
          <p:cNvPr id="9" name="Picture 8" descr="What sensors">
            <a:extLst>
              <a:ext uri="{FF2B5EF4-FFF2-40B4-BE49-F238E27FC236}">
                <a16:creationId xmlns:a16="http://schemas.microsoft.com/office/drawing/2014/main" id="{CB334AE3-B9B3-7C67-860C-CEF20EF9C630}"/>
              </a:ext>
            </a:extLst>
          </p:cNvPr>
          <p:cNvPicPr>
            <a:picLocks noChangeAspect="1"/>
          </p:cNvPicPr>
          <p:nvPr/>
        </p:nvPicPr>
        <p:blipFill>
          <a:blip r:embed="rId2"/>
          <a:stretch>
            <a:fillRect/>
          </a:stretch>
        </p:blipFill>
        <p:spPr>
          <a:xfrm>
            <a:off x="0" y="1592952"/>
            <a:ext cx="9144000" cy="4209713"/>
          </a:xfrm>
          <a:prstGeom prst="rect">
            <a:avLst/>
          </a:prstGeom>
        </p:spPr>
      </p:pic>
      <p:pic>
        <p:nvPicPr>
          <p:cNvPr id="10" name="Picture 9">
            <a:extLst>
              <a:ext uri="{FF2B5EF4-FFF2-40B4-BE49-F238E27FC236}">
                <a16:creationId xmlns:a16="http://schemas.microsoft.com/office/drawing/2014/main" id="{CC1A4C35-119A-70FA-18DA-02BA947406B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27300" y="70843"/>
            <a:ext cx="808104" cy="763824"/>
          </a:xfrm>
          <a:prstGeom prst="rect">
            <a:avLst/>
          </a:prstGeom>
        </p:spPr>
      </p:pic>
      <p:sp>
        <p:nvSpPr>
          <p:cNvPr id="11" name="Footer Placeholder 10">
            <a:extLst>
              <a:ext uri="{FF2B5EF4-FFF2-40B4-BE49-F238E27FC236}">
                <a16:creationId xmlns:a16="http://schemas.microsoft.com/office/drawing/2014/main" id="{C7A2D105-E605-6D41-E16D-DC709BB89C4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2" name="Slide Number Placeholder 11">
            <a:extLst>
              <a:ext uri="{FF2B5EF4-FFF2-40B4-BE49-F238E27FC236}">
                <a16:creationId xmlns:a16="http://schemas.microsoft.com/office/drawing/2014/main" id="{BB7446C4-D45D-50FE-B5D9-EB01BB76A2F7}"/>
              </a:ext>
            </a:extLst>
          </p:cNvPr>
          <p:cNvSpPr>
            <a:spLocks noGrp="1"/>
          </p:cNvSpPr>
          <p:nvPr>
            <p:ph type="sldNum" sz="quarter" idx="4"/>
          </p:nvPr>
        </p:nvSpPr>
        <p:spPr/>
        <p:txBody>
          <a:bodyPr/>
          <a:lstStyle/>
          <a:p>
            <a:fld id="{9FD7ECCF-50E7-4327-B945-FA93FF7B2BEF}" type="slidenum">
              <a:rPr lang="en-US" smtClean="0"/>
              <a:pPr/>
              <a:t>38</a:t>
            </a:fld>
            <a:r>
              <a:rPr lang="en-GB"/>
              <a:t>/51</a:t>
            </a:r>
            <a:endParaRPr lang="en-US" dirty="0"/>
          </a:p>
        </p:txBody>
      </p:sp>
    </p:spTree>
    <p:extLst>
      <p:ext uri="{BB962C8B-B14F-4D97-AF65-F5344CB8AC3E}">
        <p14:creationId xmlns:p14="http://schemas.microsoft.com/office/powerpoint/2010/main" val="38966591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A69B9-62BA-66ED-855C-6EDC3D88CF5B}"/>
              </a:ext>
            </a:extLst>
          </p:cNvPr>
          <p:cNvSpPr>
            <a:spLocks noGrp="1"/>
          </p:cNvSpPr>
          <p:nvPr>
            <p:ph type="title"/>
          </p:nvPr>
        </p:nvSpPr>
        <p:spPr/>
        <p:txBody>
          <a:bodyPr>
            <a:normAutofit/>
          </a:bodyPr>
          <a:lstStyle/>
          <a:p>
            <a:r>
              <a:rPr lang="en-GB" dirty="0"/>
              <a:t>Graphs’ interpretation</a:t>
            </a:r>
          </a:p>
        </p:txBody>
      </p:sp>
      <p:sp>
        <p:nvSpPr>
          <p:cNvPr id="7" name="Text Placeholder 6">
            <a:extLst>
              <a:ext uri="{FF2B5EF4-FFF2-40B4-BE49-F238E27FC236}">
                <a16:creationId xmlns:a16="http://schemas.microsoft.com/office/drawing/2014/main" id="{411ED2A8-5D18-DB58-E362-86641E9B73A4}"/>
              </a:ext>
            </a:extLst>
          </p:cNvPr>
          <p:cNvSpPr>
            <a:spLocks noGrp="1"/>
          </p:cNvSpPr>
          <p:nvPr>
            <p:ph type="body" idx="1"/>
          </p:nvPr>
        </p:nvSpPr>
        <p:spPr/>
        <p:txBody>
          <a:bodyPr/>
          <a:lstStyle/>
          <a:p>
            <a:endParaRPr lang="en-GB"/>
          </a:p>
        </p:txBody>
      </p:sp>
      <p:sp>
        <p:nvSpPr>
          <p:cNvPr id="8" name="Date Placeholder 7">
            <a:extLst>
              <a:ext uri="{FF2B5EF4-FFF2-40B4-BE49-F238E27FC236}">
                <a16:creationId xmlns:a16="http://schemas.microsoft.com/office/drawing/2014/main" id="{E8125A87-DF7C-9B21-74DC-A74E8EC89E95}"/>
              </a:ext>
            </a:extLst>
          </p:cNvPr>
          <p:cNvSpPr>
            <a:spLocks noGrp="1"/>
          </p:cNvSpPr>
          <p:nvPr>
            <p:ph type="dt" sz="half" idx="2"/>
          </p:nvPr>
        </p:nvSpPr>
        <p:spPr/>
        <p:txBody>
          <a:bodyPr/>
          <a:lstStyle/>
          <a:p>
            <a:endParaRPr lang="en-US" dirty="0"/>
          </a:p>
        </p:txBody>
      </p:sp>
      <p:sp>
        <p:nvSpPr>
          <p:cNvPr id="9" name="Footer Placeholder 8">
            <a:extLst>
              <a:ext uri="{FF2B5EF4-FFF2-40B4-BE49-F238E27FC236}">
                <a16:creationId xmlns:a16="http://schemas.microsoft.com/office/drawing/2014/main" id="{298AD74B-F58D-25D6-0851-643BEFB71654}"/>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0" name="Slide Number Placeholder 9">
            <a:extLst>
              <a:ext uri="{FF2B5EF4-FFF2-40B4-BE49-F238E27FC236}">
                <a16:creationId xmlns:a16="http://schemas.microsoft.com/office/drawing/2014/main" id="{2A634693-707B-590A-C9A4-EC2D75F44A53}"/>
              </a:ext>
            </a:extLst>
          </p:cNvPr>
          <p:cNvSpPr>
            <a:spLocks noGrp="1"/>
          </p:cNvSpPr>
          <p:nvPr>
            <p:ph type="sldNum" sz="quarter" idx="11"/>
          </p:nvPr>
        </p:nvSpPr>
        <p:spPr/>
        <p:txBody>
          <a:bodyPr/>
          <a:lstStyle/>
          <a:p>
            <a:fld id="{4F96EDF4-259A-48E8-B98E-8CB70E21F623}" type="slidenum">
              <a:rPr lang="en-US" smtClean="0"/>
              <a:pPr/>
              <a:t>39</a:t>
            </a:fld>
            <a:r>
              <a:rPr lang="en-GB"/>
              <a:t>/51</a:t>
            </a:r>
            <a:endParaRPr lang="en-US" dirty="0"/>
          </a:p>
        </p:txBody>
      </p:sp>
    </p:spTree>
    <p:extLst>
      <p:ext uri="{BB962C8B-B14F-4D97-AF65-F5344CB8AC3E}">
        <p14:creationId xmlns:p14="http://schemas.microsoft.com/office/powerpoint/2010/main" val="29972083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07204D1-90A8-414B-40EA-4A468BEACAA7}"/>
              </a:ext>
            </a:extLst>
          </p:cNvPr>
          <p:cNvSpPr>
            <a:spLocks noGrp="1"/>
          </p:cNvSpPr>
          <p:nvPr>
            <p:ph type="title"/>
          </p:nvPr>
        </p:nvSpPr>
        <p:spPr/>
        <p:txBody>
          <a:bodyPr/>
          <a:lstStyle/>
          <a:p>
            <a:r>
              <a:rPr lang="en-GB" dirty="0"/>
              <a:t>Histogram</a:t>
            </a:r>
          </a:p>
        </p:txBody>
      </p:sp>
      <p:sp>
        <p:nvSpPr>
          <p:cNvPr id="8" name="Content Placeholder 7">
            <a:extLst>
              <a:ext uri="{FF2B5EF4-FFF2-40B4-BE49-F238E27FC236}">
                <a16:creationId xmlns:a16="http://schemas.microsoft.com/office/drawing/2014/main" id="{BDB67C70-8FD2-3A1B-ACFD-72047A8FCA39}"/>
              </a:ext>
            </a:extLst>
          </p:cNvPr>
          <p:cNvSpPr>
            <a:spLocks noGrp="1"/>
          </p:cNvSpPr>
          <p:nvPr>
            <p:ph sz="quarter" idx="1"/>
          </p:nvPr>
        </p:nvSpPr>
        <p:spPr>
          <a:xfrm>
            <a:off x="1" y="1600200"/>
            <a:ext cx="4341222" cy="4781128"/>
          </a:xfrm>
        </p:spPr>
        <p:txBody>
          <a:bodyPr>
            <a:normAutofit/>
          </a:bodyPr>
          <a:lstStyle/>
          <a:p>
            <a:pPr marL="319088" indent="-141288" algn="l">
              <a:spcBef>
                <a:spcPts val="0"/>
              </a:spcBef>
              <a:buFont typeface="Wingdings" panose="05000000000000000000" pitchFamily="2" charset="2"/>
              <a:buChar char="q"/>
            </a:pPr>
            <a:r>
              <a:rPr lang="en-GB" sz="1000" b="1" i="0" dirty="0">
                <a:solidFill>
                  <a:srgbClr val="374151"/>
                </a:solidFill>
                <a:effectLst/>
              </a:rPr>
              <a:t>The X-axis </a:t>
            </a:r>
            <a:r>
              <a:rPr lang="en-GB" sz="1000" i="0" dirty="0">
                <a:solidFill>
                  <a:srgbClr val="374151"/>
                </a:solidFill>
                <a:effectLst/>
              </a:rPr>
              <a:t>of the histogram </a:t>
            </a:r>
            <a:r>
              <a:rPr lang="en-GB" sz="1000" b="0" i="0" dirty="0">
                <a:solidFill>
                  <a:srgbClr val="374151"/>
                </a:solidFill>
                <a:effectLst/>
              </a:rPr>
              <a:t>represents the range of values of </a:t>
            </a:r>
            <a:r>
              <a:rPr lang="en-GB" sz="1000" b="1" i="0" dirty="0">
                <a:solidFill>
                  <a:srgbClr val="374151"/>
                </a:solidFill>
                <a:effectLst/>
              </a:rPr>
              <a:t>the task completion time in seconds that users spend to add an item to the basket</a:t>
            </a:r>
            <a:r>
              <a:rPr lang="en-GB" sz="1000" b="0" i="0" dirty="0">
                <a:solidFill>
                  <a:srgbClr val="374151"/>
                </a:solidFill>
                <a:effectLst/>
              </a:rPr>
              <a:t>. It's divided into intervals </a:t>
            </a:r>
            <a:r>
              <a:rPr lang="en-GB" sz="1000" b="1" i="0" dirty="0">
                <a:solidFill>
                  <a:srgbClr val="374151"/>
                </a:solidFill>
                <a:effectLst/>
              </a:rPr>
              <a:t>(bins) of 5</a:t>
            </a:r>
            <a:r>
              <a:rPr lang="en-GB" sz="1000" b="0" i="0" dirty="0">
                <a:solidFill>
                  <a:srgbClr val="374151"/>
                </a:solidFill>
                <a:effectLst/>
              </a:rPr>
              <a:t>.</a:t>
            </a:r>
          </a:p>
          <a:p>
            <a:pPr marL="319088" indent="-141288" algn="l">
              <a:spcBef>
                <a:spcPts val="0"/>
              </a:spcBef>
              <a:buFont typeface="Wingdings" panose="05000000000000000000" pitchFamily="2" charset="2"/>
              <a:buChar char="q"/>
            </a:pPr>
            <a:r>
              <a:rPr lang="en-GB" sz="1000" b="1" i="0" dirty="0">
                <a:solidFill>
                  <a:srgbClr val="374151"/>
                </a:solidFill>
                <a:effectLst/>
              </a:rPr>
              <a:t>Y-axis:</a:t>
            </a:r>
            <a:r>
              <a:rPr lang="en-GB" sz="1000" b="0" i="0" dirty="0">
                <a:solidFill>
                  <a:srgbClr val="374151"/>
                </a:solidFill>
                <a:effectLst/>
              </a:rPr>
              <a:t> Represents the </a:t>
            </a:r>
            <a:r>
              <a:rPr lang="en-GB" sz="1000" b="1" i="0" dirty="0">
                <a:solidFill>
                  <a:srgbClr val="374151"/>
                </a:solidFill>
                <a:effectLst/>
              </a:rPr>
              <a:t>frequency</a:t>
            </a:r>
            <a:r>
              <a:rPr lang="en-GB" sz="1000" b="0" i="0" dirty="0">
                <a:solidFill>
                  <a:srgbClr val="374151"/>
                </a:solidFill>
                <a:effectLst/>
              </a:rPr>
              <a:t>, count, or density of data points within each interval on the X-axis. It shows how many data points fall within each range.</a:t>
            </a:r>
          </a:p>
          <a:p>
            <a:pPr marL="319088" indent="-141288" algn="l">
              <a:spcBef>
                <a:spcPts val="0"/>
              </a:spcBef>
              <a:buFont typeface="Wingdings" panose="05000000000000000000" pitchFamily="2" charset="2"/>
              <a:buChar char="q"/>
            </a:pPr>
            <a:r>
              <a:rPr lang="en-GB" sz="1000" b="1" i="0" dirty="0">
                <a:solidFill>
                  <a:srgbClr val="374151"/>
                </a:solidFill>
                <a:effectLst/>
              </a:rPr>
              <a:t>Bars:</a:t>
            </a:r>
            <a:r>
              <a:rPr lang="en-GB" sz="1000" b="0" i="0" dirty="0">
                <a:solidFill>
                  <a:srgbClr val="374151"/>
                </a:solidFill>
                <a:effectLst/>
              </a:rPr>
              <a:t> Rectangular bars are drawn above each interval on the X-axis, with the height of each bar indicating the frequency or count of data points within that interval. The width of the bar represents the range of values covered by the interval.</a:t>
            </a:r>
          </a:p>
          <a:p>
            <a:pPr marL="319088" indent="-141288" algn="l">
              <a:spcBef>
                <a:spcPts val="0"/>
              </a:spcBef>
              <a:buFont typeface="Wingdings" panose="05000000000000000000" pitchFamily="2" charset="2"/>
              <a:buChar char="q"/>
            </a:pPr>
            <a:r>
              <a:rPr lang="en-GB" sz="1000" dirty="0">
                <a:solidFill>
                  <a:srgbClr val="333333"/>
                </a:solidFill>
              </a:rPr>
              <a:t>Some other questions you can answer based on the histogram:</a:t>
            </a:r>
          </a:p>
          <a:p>
            <a:pPr marL="639128" lvl="1" indent="-141288">
              <a:spcBef>
                <a:spcPts val="0"/>
              </a:spcBef>
              <a:buFont typeface="Wingdings" panose="05000000000000000000" pitchFamily="2" charset="2"/>
              <a:buChar char="q"/>
            </a:pPr>
            <a:r>
              <a:rPr lang="en-GB" sz="900" dirty="0">
                <a:solidFill>
                  <a:srgbClr val="333333"/>
                </a:solidFill>
              </a:rPr>
              <a:t>Where is the centre of the data? </a:t>
            </a:r>
          </a:p>
          <a:p>
            <a:pPr marL="639128" lvl="1" indent="-141288">
              <a:spcBef>
                <a:spcPts val="0"/>
              </a:spcBef>
              <a:buFont typeface="Wingdings" panose="05000000000000000000" pitchFamily="2" charset="2"/>
              <a:buChar char="q"/>
            </a:pPr>
            <a:r>
              <a:rPr lang="en-GB" sz="900" dirty="0">
                <a:solidFill>
                  <a:srgbClr val="333333"/>
                </a:solidFill>
              </a:rPr>
              <a:t>The histogram shows that the centre of the data is around 40 sec?</a:t>
            </a:r>
          </a:p>
          <a:p>
            <a:pPr marL="639128" lvl="1" indent="-141288">
              <a:spcBef>
                <a:spcPts val="0"/>
              </a:spcBef>
              <a:buFont typeface="Wingdings" panose="05000000000000000000" pitchFamily="2" charset="2"/>
              <a:buChar char="q"/>
            </a:pPr>
            <a:r>
              <a:rPr lang="en-GB" sz="900" dirty="0">
                <a:solidFill>
                  <a:srgbClr val="333333"/>
                </a:solidFill>
              </a:rPr>
              <a:t>What is the spread of the data? What is the range?</a:t>
            </a:r>
          </a:p>
          <a:p>
            <a:pPr marL="639128" lvl="1" indent="-141288">
              <a:spcBef>
                <a:spcPts val="0"/>
              </a:spcBef>
              <a:buFont typeface="Wingdings" panose="05000000000000000000" pitchFamily="2" charset="2"/>
              <a:buChar char="q"/>
            </a:pPr>
            <a:r>
              <a:rPr lang="en-GB" sz="900" dirty="0">
                <a:solidFill>
                  <a:srgbClr val="333333"/>
                </a:solidFill>
              </a:rPr>
              <a:t>The histogram shows that most of the data is concentrated between 10-55 sec</a:t>
            </a:r>
          </a:p>
          <a:p>
            <a:pPr marL="639128" lvl="1" indent="-141288">
              <a:spcBef>
                <a:spcPts val="0"/>
              </a:spcBef>
              <a:buFont typeface="Wingdings" panose="05000000000000000000" pitchFamily="2" charset="2"/>
              <a:buChar char="q"/>
            </a:pPr>
            <a:r>
              <a:rPr lang="en-GB" sz="900" dirty="0">
                <a:solidFill>
                  <a:srgbClr val="333333"/>
                </a:solidFill>
              </a:rPr>
              <a:t>What is the shape of the data? For example, is it symmetric, skewed, uniform, or bimodal?</a:t>
            </a:r>
          </a:p>
          <a:p>
            <a:pPr marL="639128" lvl="1" indent="-141288">
              <a:spcBef>
                <a:spcPts val="0"/>
              </a:spcBef>
              <a:buFont typeface="Wingdings" panose="05000000000000000000" pitchFamily="2" charset="2"/>
              <a:buChar char="q"/>
            </a:pPr>
            <a:r>
              <a:rPr lang="en-GB" sz="900" b="0" i="0" dirty="0">
                <a:solidFill>
                  <a:srgbClr val="333333"/>
                </a:solidFill>
                <a:effectLst/>
              </a:rPr>
              <a:t>The histogram shows the distribution of the </a:t>
            </a:r>
            <a:r>
              <a:rPr lang="en-GB" sz="900" b="1" i="0" dirty="0">
                <a:solidFill>
                  <a:srgbClr val="333333"/>
                </a:solidFill>
                <a:effectLst/>
              </a:rPr>
              <a:t>task completion time </a:t>
            </a:r>
            <a:r>
              <a:rPr lang="en-GB" sz="900" b="0" i="0" dirty="0">
                <a:solidFill>
                  <a:srgbClr val="333333"/>
                </a:solidFill>
                <a:effectLst/>
              </a:rPr>
              <a:t>within which users added </a:t>
            </a:r>
            <a:r>
              <a:rPr lang="en-GB" sz="900" dirty="0">
                <a:solidFill>
                  <a:srgbClr val="333333"/>
                </a:solidFill>
              </a:rPr>
              <a:t>a</a:t>
            </a:r>
            <a:r>
              <a:rPr lang="en-GB" sz="900" b="0" i="0" dirty="0">
                <a:solidFill>
                  <a:srgbClr val="333333"/>
                </a:solidFill>
                <a:effectLst/>
              </a:rPr>
              <a:t>n item to their basket is normally distributed as the </a:t>
            </a:r>
            <a:r>
              <a:rPr lang="en-GB" sz="900" dirty="0">
                <a:solidFill>
                  <a:srgbClr val="333333"/>
                </a:solidFill>
              </a:rPr>
              <a:t>shape of the normal curve looks symmetric (this can be confirmed also by the skewness and kurtosis values. </a:t>
            </a:r>
          </a:p>
          <a:p>
            <a:pPr marL="639128" lvl="1" indent="-141288">
              <a:spcBef>
                <a:spcPts val="0"/>
              </a:spcBef>
              <a:buFont typeface="Wingdings" panose="05000000000000000000" pitchFamily="2" charset="2"/>
              <a:buChar char="q"/>
            </a:pPr>
            <a:r>
              <a:rPr lang="en-GB" sz="900" dirty="0">
                <a:solidFill>
                  <a:srgbClr val="333333"/>
                </a:solidFill>
                <a:highlight>
                  <a:srgbClr val="D4FEFD"/>
                </a:highlight>
              </a:rPr>
              <a:t>As a general rule of thumb: If skewness is less than -1 or greater than 1, the distribution is highly skewed. If skewness is between -1 and -0.5 or between 0.5 and 1, the distribution is moderately skewed. If skewness is between -0.5 and 0.5, the distribution is approximately symmetric.</a:t>
            </a:r>
          </a:p>
          <a:p>
            <a:pPr marL="639128" lvl="1" indent="-141288">
              <a:spcBef>
                <a:spcPts val="0"/>
              </a:spcBef>
              <a:buFont typeface="Wingdings" panose="05000000000000000000" pitchFamily="2" charset="2"/>
              <a:buChar char="q"/>
            </a:pPr>
            <a:r>
              <a:rPr lang="en-GB" sz="900" dirty="0">
                <a:solidFill>
                  <a:srgbClr val="333333"/>
                </a:solidFill>
              </a:rPr>
              <a:t>In case we were comparing two different histograms we could talk about differences in the two (or more) data sets?</a:t>
            </a:r>
          </a:p>
          <a:p>
            <a:pPr marL="639128" lvl="1" indent="-141288">
              <a:spcBef>
                <a:spcPts val="0"/>
              </a:spcBef>
              <a:buFont typeface="Wingdings" panose="05000000000000000000" pitchFamily="2" charset="2"/>
              <a:buChar char="q"/>
            </a:pPr>
            <a:r>
              <a:rPr lang="en-GB" sz="900" dirty="0">
                <a:solidFill>
                  <a:srgbClr val="333333"/>
                </a:solidFill>
              </a:rPr>
              <a:t>Task Completion Time (M = 39.49, SD = 21.971)</a:t>
            </a:r>
            <a:endParaRPr lang="en-GB" sz="700" dirty="0">
              <a:solidFill>
                <a:srgbClr val="333333"/>
              </a:solidFill>
            </a:endParaRPr>
          </a:p>
        </p:txBody>
      </p:sp>
      <p:pic>
        <p:nvPicPr>
          <p:cNvPr id="16" name="Picture 15" descr="Histogram">
            <a:extLst>
              <a:ext uri="{FF2B5EF4-FFF2-40B4-BE49-F238E27FC236}">
                <a16:creationId xmlns:a16="http://schemas.microsoft.com/office/drawing/2014/main" id="{5C6068B3-0911-59A3-C79E-1D5641ACE010}"/>
              </a:ext>
            </a:extLst>
          </p:cNvPr>
          <p:cNvPicPr>
            <a:picLocks noChangeAspect="1"/>
          </p:cNvPicPr>
          <p:nvPr/>
        </p:nvPicPr>
        <p:blipFill>
          <a:blip r:embed="rId2"/>
          <a:stretch>
            <a:fillRect/>
          </a:stretch>
        </p:blipFill>
        <p:spPr>
          <a:xfrm>
            <a:off x="4572000" y="1700414"/>
            <a:ext cx="4309350" cy="2981126"/>
          </a:xfrm>
          <a:prstGeom prst="rect">
            <a:avLst/>
          </a:prstGeom>
        </p:spPr>
      </p:pic>
      <p:sp>
        <p:nvSpPr>
          <p:cNvPr id="17" name="Right Brace 16">
            <a:extLst>
              <a:ext uri="{FF2B5EF4-FFF2-40B4-BE49-F238E27FC236}">
                <a16:creationId xmlns:a16="http://schemas.microsoft.com/office/drawing/2014/main" id="{F66387A6-B4BF-B649-9015-3654AB754C90}"/>
              </a:ext>
            </a:extLst>
          </p:cNvPr>
          <p:cNvSpPr/>
          <p:nvPr/>
        </p:nvSpPr>
        <p:spPr>
          <a:xfrm rot="5400000">
            <a:off x="5015608" y="4477076"/>
            <a:ext cx="264912" cy="14401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8" name="TextBox 17">
            <a:extLst>
              <a:ext uri="{FF2B5EF4-FFF2-40B4-BE49-F238E27FC236}">
                <a16:creationId xmlns:a16="http://schemas.microsoft.com/office/drawing/2014/main" id="{B2A07C31-1D96-C449-17C4-B905431DF8A0}"/>
              </a:ext>
            </a:extLst>
          </p:cNvPr>
          <p:cNvSpPr txBox="1"/>
          <p:nvPr/>
        </p:nvSpPr>
        <p:spPr>
          <a:xfrm>
            <a:off x="5002273" y="4712344"/>
            <a:ext cx="361815" cy="200055"/>
          </a:xfrm>
          <a:prstGeom prst="rect">
            <a:avLst/>
          </a:prstGeom>
          <a:noFill/>
        </p:spPr>
        <p:txBody>
          <a:bodyPr wrap="square" rtlCol="0">
            <a:spAutoFit/>
          </a:bodyPr>
          <a:lstStyle/>
          <a:p>
            <a:r>
              <a:rPr lang="en-GB" sz="700" dirty="0">
                <a:latin typeface="+mn-lt"/>
              </a:rPr>
              <a:t>Bin</a:t>
            </a:r>
          </a:p>
        </p:txBody>
      </p:sp>
      <p:sp>
        <p:nvSpPr>
          <p:cNvPr id="19" name="TextBox 18">
            <a:extLst>
              <a:ext uri="{FF2B5EF4-FFF2-40B4-BE49-F238E27FC236}">
                <a16:creationId xmlns:a16="http://schemas.microsoft.com/office/drawing/2014/main" id="{868455B1-A8D0-97A8-41B3-4EFFF82E6501}"/>
              </a:ext>
            </a:extLst>
          </p:cNvPr>
          <p:cNvSpPr txBox="1"/>
          <p:nvPr/>
        </p:nvSpPr>
        <p:spPr>
          <a:xfrm>
            <a:off x="4260129" y="1633201"/>
            <a:ext cx="573833" cy="738664"/>
          </a:xfrm>
          <a:prstGeom prst="rect">
            <a:avLst/>
          </a:prstGeom>
          <a:noFill/>
        </p:spPr>
        <p:txBody>
          <a:bodyPr wrap="square" rtlCol="0">
            <a:spAutoFit/>
          </a:bodyPr>
          <a:lstStyle/>
          <a:p>
            <a:pPr algn="ctr"/>
            <a:r>
              <a:rPr lang="en-GB" sz="700" dirty="0">
                <a:latin typeface="+mn-lt"/>
              </a:rPr>
              <a:t>Frequency (or count) of values that fall into each bin</a:t>
            </a:r>
          </a:p>
        </p:txBody>
      </p:sp>
      <p:grpSp>
        <p:nvGrpSpPr>
          <p:cNvPr id="25" name="Group 24">
            <a:extLst>
              <a:ext uri="{FF2B5EF4-FFF2-40B4-BE49-F238E27FC236}">
                <a16:creationId xmlns:a16="http://schemas.microsoft.com/office/drawing/2014/main" id="{E4C37D45-B3E6-7331-5242-6CD5CAC62739}"/>
              </a:ext>
            </a:extLst>
          </p:cNvPr>
          <p:cNvGrpSpPr/>
          <p:nvPr/>
        </p:nvGrpSpPr>
        <p:grpSpPr>
          <a:xfrm>
            <a:off x="4496427" y="2456097"/>
            <a:ext cx="155160" cy="361440"/>
            <a:chOff x="4496427" y="2456097"/>
            <a:chExt cx="155160" cy="361440"/>
          </a:xfrm>
        </p:grpSpPr>
        <mc:AlternateContent xmlns:mc="http://schemas.openxmlformats.org/markup-compatibility/2006" xmlns:p14="http://schemas.microsoft.com/office/powerpoint/2010/main">
          <mc:Choice Requires="p14">
            <p:contentPart p14:bwMode="auto" r:id="rId3">
              <p14:nvContentPartPr>
                <p14:cNvPr id="23" name="Ink 22">
                  <a:extLst>
                    <a:ext uri="{FF2B5EF4-FFF2-40B4-BE49-F238E27FC236}">
                      <a16:creationId xmlns:a16="http://schemas.microsoft.com/office/drawing/2014/main" id="{1B58B66B-622B-71A0-3CAF-40BB485F61B3}"/>
                    </a:ext>
                  </a:extLst>
                </p14:cNvPr>
                <p14:cNvContentPartPr/>
                <p14:nvPr/>
              </p14:nvContentPartPr>
              <p14:xfrm>
                <a:off x="4496427" y="2456097"/>
                <a:ext cx="111240" cy="315360"/>
              </p14:xfrm>
            </p:contentPart>
          </mc:Choice>
          <mc:Fallback xmlns="">
            <p:pic>
              <p:nvPicPr>
                <p:cNvPr id="23" name="Ink 22">
                  <a:extLst>
                    <a:ext uri="{FF2B5EF4-FFF2-40B4-BE49-F238E27FC236}">
                      <a16:creationId xmlns:a16="http://schemas.microsoft.com/office/drawing/2014/main" id="{1B58B66B-622B-71A0-3CAF-40BB485F61B3}"/>
                    </a:ext>
                  </a:extLst>
                </p:cNvPr>
                <p:cNvPicPr/>
                <p:nvPr/>
              </p:nvPicPr>
              <p:blipFill>
                <a:blip r:embed="rId4"/>
                <a:stretch>
                  <a:fillRect/>
                </a:stretch>
              </p:blipFill>
              <p:spPr>
                <a:xfrm>
                  <a:off x="4492107" y="2451777"/>
                  <a:ext cx="11988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3134B31B-2CFB-755F-7811-4AC3F24C21A2}"/>
                    </a:ext>
                  </a:extLst>
                </p14:cNvPr>
                <p14:cNvContentPartPr/>
                <p14:nvPr/>
              </p14:nvContentPartPr>
              <p14:xfrm>
                <a:off x="4564827" y="2727177"/>
                <a:ext cx="86760" cy="90360"/>
              </p14:xfrm>
            </p:contentPart>
          </mc:Choice>
          <mc:Fallback xmlns="">
            <p:pic>
              <p:nvPicPr>
                <p:cNvPr id="24" name="Ink 23">
                  <a:extLst>
                    <a:ext uri="{FF2B5EF4-FFF2-40B4-BE49-F238E27FC236}">
                      <a16:creationId xmlns:a16="http://schemas.microsoft.com/office/drawing/2014/main" id="{3134B31B-2CFB-755F-7811-4AC3F24C21A2}"/>
                    </a:ext>
                  </a:extLst>
                </p:cNvPr>
                <p:cNvPicPr/>
                <p:nvPr/>
              </p:nvPicPr>
              <p:blipFill>
                <a:blip r:embed="rId6"/>
                <a:stretch>
                  <a:fillRect/>
                </a:stretch>
              </p:blipFill>
              <p:spPr>
                <a:xfrm>
                  <a:off x="4560507" y="2722857"/>
                  <a:ext cx="95400" cy="99000"/>
                </a:xfrm>
                <a:prstGeom prst="rect">
                  <a:avLst/>
                </a:prstGeom>
              </p:spPr>
            </p:pic>
          </mc:Fallback>
        </mc:AlternateContent>
      </p:grpSp>
      <p:sp>
        <p:nvSpPr>
          <p:cNvPr id="26" name="Footer Placeholder 25">
            <a:extLst>
              <a:ext uri="{FF2B5EF4-FFF2-40B4-BE49-F238E27FC236}">
                <a16:creationId xmlns:a16="http://schemas.microsoft.com/office/drawing/2014/main" id="{BA723A23-3788-E275-95F9-E66118F643C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27" name="Slide Number Placeholder 26">
            <a:extLst>
              <a:ext uri="{FF2B5EF4-FFF2-40B4-BE49-F238E27FC236}">
                <a16:creationId xmlns:a16="http://schemas.microsoft.com/office/drawing/2014/main" id="{05DB0C40-5697-291E-CCDA-048156E8AB2C}"/>
              </a:ext>
            </a:extLst>
          </p:cNvPr>
          <p:cNvSpPr>
            <a:spLocks noGrp="1"/>
          </p:cNvSpPr>
          <p:nvPr>
            <p:ph type="sldNum" sz="quarter" idx="4"/>
          </p:nvPr>
        </p:nvSpPr>
        <p:spPr/>
        <p:txBody>
          <a:bodyPr/>
          <a:lstStyle/>
          <a:p>
            <a:fld id="{9FD7ECCF-50E7-4327-B945-FA93FF7B2BEF}" type="slidenum">
              <a:rPr lang="en-US" smtClean="0"/>
              <a:pPr/>
              <a:t>40</a:t>
            </a:fld>
            <a:r>
              <a:rPr lang="en-GB"/>
              <a:t>/51</a:t>
            </a:r>
            <a:endParaRPr lang="en-US" dirty="0"/>
          </a:p>
        </p:txBody>
      </p:sp>
    </p:spTree>
    <p:extLst>
      <p:ext uri="{BB962C8B-B14F-4D97-AF65-F5344CB8AC3E}">
        <p14:creationId xmlns:p14="http://schemas.microsoft.com/office/powerpoint/2010/main" val="10080735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03BCD-A13E-0B22-D70B-18A905281F06}"/>
              </a:ext>
            </a:extLst>
          </p:cNvPr>
          <p:cNvSpPr>
            <a:spLocks noGrp="1"/>
          </p:cNvSpPr>
          <p:nvPr>
            <p:ph type="title"/>
          </p:nvPr>
        </p:nvSpPr>
        <p:spPr/>
        <p:txBody>
          <a:bodyPr/>
          <a:lstStyle/>
          <a:p>
            <a:r>
              <a:rPr lang="en-GB" dirty="0"/>
              <a:t>Line graph</a:t>
            </a:r>
          </a:p>
        </p:txBody>
      </p:sp>
      <p:sp>
        <p:nvSpPr>
          <p:cNvPr id="8" name="Content Placeholder 7">
            <a:extLst>
              <a:ext uri="{FF2B5EF4-FFF2-40B4-BE49-F238E27FC236}">
                <a16:creationId xmlns:a16="http://schemas.microsoft.com/office/drawing/2014/main" id="{D083471D-071E-036F-272D-BFD2A1096E60}"/>
              </a:ext>
            </a:extLst>
          </p:cNvPr>
          <p:cNvSpPr txBox="1">
            <a:spLocks/>
          </p:cNvSpPr>
          <p:nvPr/>
        </p:nvSpPr>
        <p:spPr>
          <a:xfrm>
            <a:off x="230778" y="1550853"/>
            <a:ext cx="4341222" cy="4781128"/>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lgn="l">
              <a:buFont typeface="+mj-lt"/>
              <a:buAutoNum type="arabicPeriod"/>
            </a:pPr>
            <a:r>
              <a:rPr lang="en-GB" sz="1050" b="1" i="0" dirty="0">
                <a:solidFill>
                  <a:srgbClr val="374151"/>
                </a:solidFill>
                <a:effectLst/>
                <a:latin typeface="Söhne"/>
              </a:rPr>
              <a:t>The line graph displays the number of errors participants made over the span of 30 minutes time.</a:t>
            </a:r>
          </a:p>
          <a:p>
            <a:pPr algn="l">
              <a:buFont typeface="+mj-lt"/>
              <a:buAutoNum type="arabicPeriod"/>
            </a:pPr>
            <a:r>
              <a:rPr lang="en-GB" sz="1050" b="1" i="0" dirty="0">
                <a:solidFill>
                  <a:srgbClr val="374151"/>
                </a:solidFill>
                <a:effectLst/>
                <a:latin typeface="Söhne"/>
              </a:rPr>
              <a:t>X-axis:</a:t>
            </a:r>
            <a:r>
              <a:rPr lang="en-GB" sz="1050" b="0" i="0" dirty="0">
                <a:solidFill>
                  <a:srgbClr val="374151"/>
                </a:solidFill>
                <a:effectLst/>
                <a:latin typeface="Söhne"/>
              </a:rPr>
              <a:t> Represents the independent variable, which is the period of time that users have been observed</a:t>
            </a:r>
          </a:p>
          <a:p>
            <a:pPr algn="l">
              <a:buFont typeface="+mj-lt"/>
              <a:buAutoNum type="arabicPeriod"/>
            </a:pPr>
            <a:r>
              <a:rPr lang="en-GB" sz="1050" b="1" i="0" dirty="0">
                <a:solidFill>
                  <a:srgbClr val="374151"/>
                </a:solidFill>
                <a:effectLst/>
                <a:latin typeface="Söhne"/>
              </a:rPr>
              <a:t>Y-axis:</a:t>
            </a:r>
            <a:r>
              <a:rPr lang="en-GB" sz="1050" b="0" i="0" dirty="0">
                <a:solidFill>
                  <a:srgbClr val="374151"/>
                </a:solidFill>
                <a:effectLst/>
                <a:latin typeface="Söhne"/>
              </a:rPr>
              <a:t> Represents the dependent variable, which is the number of errors users did over time. </a:t>
            </a:r>
          </a:p>
          <a:p>
            <a:pPr algn="l">
              <a:buFont typeface="+mj-lt"/>
              <a:buAutoNum type="arabicPeriod"/>
            </a:pPr>
            <a:r>
              <a:rPr lang="en-GB" sz="1050" b="1" i="0" dirty="0">
                <a:solidFill>
                  <a:srgbClr val="374151"/>
                </a:solidFill>
                <a:effectLst/>
                <a:latin typeface="Söhne"/>
              </a:rPr>
              <a:t>Data Points:</a:t>
            </a:r>
            <a:r>
              <a:rPr lang="en-GB" sz="1050" b="0" i="0" dirty="0">
                <a:solidFill>
                  <a:srgbClr val="374151"/>
                </a:solidFill>
                <a:effectLst/>
                <a:latin typeface="Söhne"/>
              </a:rPr>
              <a:t> Individual points plotted on the graph, usually represented by markers (dots, circles, squares) at specific coordinates corresponding to the values of the variables being measured.</a:t>
            </a:r>
          </a:p>
          <a:p>
            <a:pPr algn="l">
              <a:buFont typeface="+mj-lt"/>
              <a:buAutoNum type="arabicPeriod"/>
            </a:pPr>
            <a:r>
              <a:rPr lang="en-GB" sz="1050" b="0" i="0" dirty="0">
                <a:solidFill>
                  <a:srgbClr val="374151"/>
                </a:solidFill>
                <a:effectLst/>
                <a:latin typeface="Söhne"/>
              </a:rPr>
              <a:t>The line helps visualize the overall pattern, direction (increasing, decreasing), or any fluctuations in the data.</a:t>
            </a:r>
          </a:p>
          <a:p>
            <a:pPr algn="l"/>
            <a:r>
              <a:rPr lang="en-GB" sz="1050" b="0" i="0" dirty="0">
                <a:solidFill>
                  <a:srgbClr val="374151"/>
                </a:solidFill>
                <a:effectLst/>
                <a:latin typeface="Söhne"/>
              </a:rPr>
              <a:t>Line graphs are effective in showing trends over time or continuous data and are valuable </a:t>
            </a:r>
            <a:r>
              <a:rPr lang="en-GB" sz="1050" dirty="0">
                <a:solidFill>
                  <a:srgbClr val="374151"/>
                </a:solidFill>
                <a:latin typeface="Söhne"/>
              </a:rPr>
              <a:t>for:</a:t>
            </a:r>
          </a:p>
          <a:p>
            <a:pPr lvl="1"/>
            <a:r>
              <a:rPr lang="en-GB" sz="1050" dirty="0">
                <a:solidFill>
                  <a:srgbClr val="374151"/>
                </a:solidFill>
                <a:latin typeface="Söhne"/>
              </a:rPr>
              <a:t>Visualizing Trends: Showing how one variable changes in relation to another over a continuous range or time period.</a:t>
            </a:r>
          </a:p>
          <a:p>
            <a:pPr lvl="1"/>
            <a:r>
              <a:rPr lang="en-GB" sz="1050" dirty="0">
                <a:solidFill>
                  <a:srgbClr val="374151"/>
                </a:solidFill>
                <a:latin typeface="Söhne"/>
              </a:rPr>
              <a:t>Identifying Patterns: Revealing patterns, fluctuations, or correlations between variables.</a:t>
            </a:r>
          </a:p>
          <a:p>
            <a:pPr lvl="1"/>
            <a:r>
              <a:rPr lang="en-GB" sz="1050" dirty="0">
                <a:solidFill>
                  <a:srgbClr val="374151"/>
                </a:solidFill>
                <a:latin typeface="Söhne"/>
              </a:rPr>
              <a:t>Highlighting Changes: Highlighting shifts or changes in the data, such as increases, decreases, or trends.</a:t>
            </a:r>
          </a:p>
          <a:p>
            <a:pPr algn="l"/>
            <a:endParaRPr lang="en-GB" sz="1050" b="0" i="0" dirty="0">
              <a:solidFill>
                <a:srgbClr val="374151"/>
              </a:solidFill>
              <a:effectLst/>
              <a:latin typeface="Söhne"/>
            </a:endParaRPr>
          </a:p>
        </p:txBody>
      </p:sp>
      <p:pic>
        <p:nvPicPr>
          <p:cNvPr id="10" name="Picture 9" descr="Line graph">
            <a:extLst>
              <a:ext uri="{FF2B5EF4-FFF2-40B4-BE49-F238E27FC236}">
                <a16:creationId xmlns:a16="http://schemas.microsoft.com/office/drawing/2014/main" id="{77350CB5-170A-3D4A-6DE4-6926F8818597}"/>
              </a:ext>
            </a:extLst>
          </p:cNvPr>
          <p:cNvPicPr>
            <a:picLocks noChangeAspect="1"/>
          </p:cNvPicPr>
          <p:nvPr/>
        </p:nvPicPr>
        <p:blipFill>
          <a:blip r:embed="rId2"/>
          <a:stretch>
            <a:fillRect/>
          </a:stretch>
        </p:blipFill>
        <p:spPr>
          <a:xfrm>
            <a:off x="4689348" y="2132856"/>
            <a:ext cx="3830202" cy="2327722"/>
          </a:xfrm>
          <a:prstGeom prst="rect">
            <a:avLst/>
          </a:prstGeom>
        </p:spPr>
      </p:pic>
      <p:sp>
        <p:nvSpPr>
          <p:cNvPr id="11" name="Oval 10">
            <a:extLst>
              <a:ext uri="{FF2B5EF4-FFF2-40B4-BE49-F238E27FC236}">
                <a16:creationId xmlns:a16="http://schemas.microsoft.com/office/drawing/2014/main" id="{2A440F00-0ACF-17B6-7D32-06F753E5DD0C}"/>
              </a:ext>
            </a:extLst>
          </p:cNvPr>
          <p:cNvSpPr/>
          <p:nvPr/>
        </p:nvSpPr>
        <p:spPr>
          <a:xfrm>
            <a:off x="6948264" y="3140968"/>
            <a:ext cx="144016" cy="144016"/>
          </a:xfrm>
          <a:prstGeom prst="ellipse">
            <a:avLst/>
          </a:prstGeom>
          <a:solidFill>
            <a:srgbClr val="FFC000">
              <a:alpha val="43137"/>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ooter Placeholder 11">
            <a:extLst>
              <a:ext uri="{FF2B5EF4-FFF2-40B4-BE49-F238E27FC236}">
                <a16:creationId xmlns:a16="http://schemas.microsoft.com/office/drawing/2014/main" id="{13482BE4-7BF2-050D-F761-7B93DE0EF33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E285C364-6B8E-834E-E236-C291C81FE228}"/>
              </a:ext>
            </a:extLst>
          </p:cNvPr>
          <p:cNvSpPr>
            <a:spLocks noGrp="1"/>
          </p:cNvSpPr>
          <p:nvPr>
            <p:ph type="sldNum" sz="quarter" idx="4"/>
          </p:nvPr>
        </p:nvSpPr>
        <p:spPr/>
        <p:txBody>
          <a:bodyPr/>
          <a:lstStyle/>
          <a:p>
            <a:fld id="{9FD7ECCF-50E7-4327-B945-FA93FF7B2BEF}" type="slidenum">
              <a:rPr lang="en-US" smtClean="0"/>
              <a:pPr/>
              <a:t>41</a:t>
            </a:fld>
            <a:r>
              <a:rPr lang="en-GB"/>
              <a:t>/51</a:t>
            </a:r>
            <a:endParaRPr lang="en-US" dirty="0"/>
          </a:p>
        </p:txBody>
      </p:sp>
    </p:spTree>
    <p:extLst>
      <p:ext uri="{BB962C8B-B14F-4D97-AF65-F5344CB8AC3E}">
        <p14:creationId xmlns:p14="http://schemas.microsoft.com/office/powerpoint/2010/main" val="902813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751BC-E684-A43E-2D71-E417B3F4D559}"/>
              </a:ext>
            </a:extLst>
          </p:cNvPr>
          <p:cNvSpPr>
            <a:spLocks noGrp="1"/>
          </p:cNvSpPr>
          <p:nvPr>
            <p:ph type="title"/>
          </p:nvPr>
        </p:nvSpPr>
        <p:spPr/>
        <p:txBody>
          <a:bodyPr/>
          <a:lstStyle/>
          <a:p>
            <a:r>
              <a:rPr lang="en-GB" dirty="0"/>
              <a:t>Pie Chart</a:t>
            </a:r>
          </a:p>
        </p:txBody>
      </p:sp>
      <p:pic>
        <p:nvPicPr>
          <p:cNvPr id="9" name="Picture 8" descr="Pie Chart">
            <a:extLst>
              <a:ext uri="{FF2B5EF4-FFF2-40B4-BE49-F238E27FC236}">
                <a16:creationId xmlns:a16="http://schemas.microsoft.com/office/drawing/2014/main" id="{C0BA6176-2EBD-BE08-6533-002E252D2958}"/>
              </a:ext>
            </a:extLst>
          </p:cNvPr>
          <p:cNvPicPr>
            <a:picLocks noChangeAspect="1"/>
          </p:cNvPicPr>
          <p:nvPr/>
        </p:nvPicPr>
        <p:blipFill>
          <a:blip r:embed="rId2"/>
          <a:stretch>
            <a:fillRect/>
          </a:stretch>
        </p:blipFill>
        <p:spPr>
          <a:xfrm>
            <a:off x="4499992" y="2132856"/>
            <a:ext cx="4102928" cy="3110284"/>
          </a:xfrm>
          <a:prstGeom prst="rect">
            <a:avLst/>
          </a:prstGeom>
        </p:spPr>
      </p:pic>
      <p:sp>
        <p:nvSpPr>
          <p:cNvPr id="15" name="Content Placeholder 14">
            <a:extLst>
              <a:ext uri="{FF2B5EF4-FFF2-40B4-BE49-F238E27FC236}">
                <a16:creationId xmlns:a16="http://schemas.microsoft.com/office/drawing/2014/main" id="{CEE2895F-2EBE-2BFC-3B3E-B9918133E125}"/>
              </a:ext>
            </a:extLst>
          </p:cNvPr>
          <p:cNvSpPr>
            <a:spLocks noGrp="1"/>
          </p:cNvSpPr>
          <p:nvPr>
            <p:ph sz="quarter" idx="1"/>
          </p:nvPr>
        </p:nvSpPr>
        <p:spPr>
          <a:xfrm>
            <a:off x="612648" y="1600200"/>
            <a:ext cx="3599312" cy="4495800"/>
          </a:xfrm>
        </p:spPr>
        <p:txBody>
          <a:bodyPr>
            <a:normAutofit fontScale="40000" lnSpcReduction="20000"/>
          </a:bodyPr>
          <a:lstStyle/>
          <a:p>
            <a:pPr algn="l"/>
            <a:r>
              <a:rPr lang="en-GB" b="0" i="0" dirty="0">
                <a:solidFill>
                  <a:srgbClr val="374151"/>
                </a:solidFill>
                <a:effectLst/>
                <a:latin typeface="Söhne"/>
              </a:rPr>
              <a:t>The pie chart represents the level of </a:t>
            </a:r>
            <a:r>
              <a:rPr lang="en-GB" dirty="0">
                <a:solidFill>
                  <a:srgbClr val="374151"/>
                </a:solidFill>
                <a:latin typeface="Söhne"/>
              </a:rPr>
              <a:t>satisfaction of users using an e-commerce site ranging from "very unsatisfied" to "very satisfied“. The pie chart represents the distribution of users across these satisfaction levels.</a:t>
            </a:r>
          </a:p>
          <a:p>
            <a:pPr algn="l"/>
            <a:r>
              <a:rPr lang="en-GB" dirty="0">
                <a:solidFill>
                  <a:srgbClr val="374151"/>
                </a:solidFill>
                <a:latin typeface="Söhne"/>
              </a:rPr>
              <a:t>The entire pie represents the total number or percentage of users surveyed.</a:t>
            </a:r>
          </a:p>
          <a:p>
            <a:pPr algn="l"/>
            <a:r>
              <a:rPr lang="en-GB" dirty="0">
                <a:solidFill>
                  <a:srgbClr val="374151"/>
                </a:solidFill>
                <a:latin typeface="Söhne"/>
              </a:rPr>
              <a:t>The pie chart has five segments, each representing the respective percentages of users for each satisfaction level.</a:t>
            </a:r>
          </a:p>
          <a:p>
            <a:pPr algn="l"/>
            <a:r>
              <a:rPr lang="en-GB" dirty="0">
                <a:solidFill>
                  <a:srgbClr val="374151"/>
                </a:solidFill>
                <a:latin typeface="Söhne"/>
              </a:rPr>
              <a:t>33% of users are "very unsatisfied," 44% are " satisfied," 16% are "neutral," 5% are “unsatisfied," and 2% are "very satisfied.“</a:t>
            </a:r>
          </a:p>
          <a:p>
            <a:pPr algn="l"/>
            <a:r>
              <a:rPr lang="en-GB" dirty="0">
                <a:solidFill>
                  <a:srgbClr val="374151"/>
                </a:solidFill>
                <a:latin typeface="Söhne"/>
              </a:rPr>
              <a:t>The "satisfied" segment, being the largest, occupies the most significant portion of the pie, followed by “very satisfied," "neutral," “unsatisfied," and "very unsatisfied" segments in decreasing order of size.</a:t>
            </a:r>
          </a:p>
          <a:p>
            <a:r>
              <a:rPr lang="en-GB" b="0" i="0" dirty="0">
                <a:solidFill>
                  <a:srgbClr val="374151"/>
                </a:solidFill>
                <a:effectLst/>
                <a:latin typeface="Söhne"/>
              </a:rPr>
              <a:t>This visualization helps quickly understand the distribution of user satisfaction levels within the surveyed population, highlighting that most of the users were satisfied with the features of the e-commerce site. </a:t>
            </a:r>
            <a:endParaRPr lang="en-GB" dirty="0"/>
          </a:p>
        </p:txBody>
      </p:sp>
      <p:sp>
        <p:nvSpPr>
          <p:cNvPr id="16" name="Footer Placeholder 15">
            <a:extLst>
              <a:ext uri="{FF2B5EF4-FFF2-40B4-BE49-F238E27FC236}">
                <a16:creationId xmlns:a16="http://schemas.microsoft.com/office/drawing/2014/main" id="{7024180C-C00D-C857-0E9A-02A85CD16EC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7" name="Slide Number Placeholder 16">
            <a:extLst>
              <a:ext uri="{FF2B5EF4-FFF2-40B4-BE49-F238E27FC236}">
                <a16:creationId xmlns:a16="http://schemas.microsoft.com/office/drawing/2014/main" id="{8821EF44-5B72-A1CF-9101-19AE4C6814D9}"/>
              </a:ext>
            </a:extLst>
          </p:cNvPr>
          <p:cNvSpPr>
            <a:spLocks noGrp="1"/>
          </p:cNvSpPr>
          <p:nvPr>
            <p:ph type="sldNum" sz="quarter" idx="4"/>
          </p:nvPr>
        </p:nvSpPr>
        <p:spPr/>
        <p:txBody>
          <a:bodyPr/>
          <a:lstStyle/>
          <a:p>
            <a:fld id="{9FD7ECCF-50E7-4327-B945-FA93FF7B2BEF}" type="slidenum">
              <a:rPr lang="en-US" smtClean="0"/>
              <a:pPr/>
              <a:t>42</a:t>
            </a:fld>
            <a:r>
              <a:rPr lang="en-GB"/>
              <a:t>/51</a:t>
            </a:r>
            <a:endParaRPr lang="en-US" dirty="0"/>
          </a:p>
        </p:txBody>
      </p:sp>
    </p:spTree>
    <p:extLst>
      <p:ext uri="{BB962C8B-B14F-4D97-AF65-F5344CB8AC3E}">
        <p14:creationId xmlns:p14="http://schemas.microsoft.com/office/powerpoint/2010/main" val="3669292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90E59-0CA6-4C40-0C6B-4F220184BE1B}"/>
              </a:ext>
            </a:extLst>
          </p:cNvPr>
          <p:cNvSpPr>
            <a:spLocks noGrp="1"/>
          </p:cNvSpPr>
          <p:nvPr>
            <p:ph type="title"/>
          </p:nvPr>
        </p:nvSpPr>
        <p:spPr/>
        <p:txBody>
          <a:bodyPr/>
          <a:lstStyle/>
          <a:p>
            <a:r>
              <a:rPr lang="en-GB" dirty="0"/>
              <a:t>Box plot</a:t>
            </a:r>
          </a:p>
        </p:txBody>
      </p:sp>
      <p:sp>
        <p:nvSpPr>
          <p:cNvPr id="3" name="Content Placeholder 2">
            <a:extLst>
              <a:ext uri="{FF2B5EF4-FFF2-40B4-BE49-F238E27FC236}">
                <a16:creationId xmlns:a16="http://schemas.microsoft.com/office/drawing/2014/main" id="{A9CFF237-2ACE-52B1-0B82-38DB88574E97}"/>
              </a:ext>
            </a:extLst>
          </p:cNvPr>
          <p:cNvSpPr>
            <a:spLocks noGrp="1"/>
          </p:cNvSpPr>
          <p:nvPr>
            <p:ph sz="quarter" idx="1"/>
          </p:nvPr>
        </p:nvSpPr>
        <p:spPr>
          <a:xfrm>
            <a:off x="612648" y="1600200"/>
            <a:ext cx="3959352" cy="4495800"/>
          </a:xfrm>
        </p:spPr>
        <p:txBody>
          <a:bodyPr>
            <a:normAutofit fontScale="47500" lnSpcReduction="20000"/>
          </a:bodyPr>
          <a:lstStyle/>
          <a:p>
            <a:pPr>
              <a:spcBef>
                <a:spcPts val="600"/>
              </a:spcBef>
            </a:pPr>
            <a:r>
              <a:rPr lang="en-GB" sz="3200" dirty="0">
                <a:solidFill>
                  <a:srgbClr val="000000"/>
                </a:solidFill>
              </a:rPr>
              <a:t>The boxplot enables us to study the distributional characteristics of the number of errors among male and female users over a period of time using software.</a:t>
            </a:r>
          </a:p>
          <a:p>
            <a:pPr>
              <a:spcBef>
                <a:spcPts val="600"/>
              </a:spcBef>
            </a:pPr>
            <a:r>
              <a:rPr lang="en-GB" sz="3200" dirty="0">
                <a:solidFill>
                  <a:srgbClr val="000000"/>
                </a:solidFill>
              </a:rPr>
              <a:t>In both groups (male and female) there is a large distance between the upper quartile and the upper whisker, which suggests that the main concentration of errors was towards the lower range.</a:t>
            </a:r>
          </a:p>
          <a:p>
            <a:pPr>
              <a:spcBef>
                <a:spcPts val="600"/>
              </a:spcBef>
            </a:pPr>
            <a:r>
              <a:rPr lang="en-GB" sz="3200" dirty="0">
                <a:solidFill>
                  <a:srgbClr val="000000"/>
                </a:solidFill>
              </a:rPr>
              <a:t>The female group box is comparatively short (this suggests that the variance of the number of errors is small). While the male group box is larger (this suggests a larger variance between the upper and lower quartile). </a:t>
            </a:r>
          </a:p>
          <a:p>
            <a:pPr>
              <a:spcBef>
                <a:spcPts val="600"/>
              </a:spcBef>
            </a:pPr>
            <a:r>
              <a:rPr lang="en-GB" sz="3200" dirty="0">
                <a:solidFill>
                  <a:srgbClr val="000000"/>
                </a:solidFill>
              </a:rPr>
              <a:t>The male box is even in size compared to the female group. Meaning that the median is in the middle between the upper and lower quartile.</a:t>
            </a:r>
          </a:p>
          <a:p>
            <a:pPr>
              <a:spcBef>
                <a:spcPts val="600"/>
              </a:spcBef>
            </a:pPr>
            <a:r>
              <a:rPr lang="en-GB" sz="3200" dirty="0">
                <a:solidFill>
                  <a:srgbClr val="000000"/>
                </a:solidFill>
              </a:rPr>
              <a:t>In the female box the median is closer to the lower quartile, indicating a possible positive skewness of the data.</a:t>
            </a:r>
          </a:p>
        </p:txBody>
      </p:sp>
      <p:pic>
        <p:nvPicPr>
          <p:cNvPr id="9" name="Picture 8" descr="Boxplot interpretation graph">
            <a:extLst>
              <a:ext uri="{FF2B5EF4-FFF2-40B4-BE49-F238E27FC236}">
                <a16:creationId xmlns:a16="http://schemas.microsoft.com/office/drawing/2014/main" id="{B6CF79E3-5E6E-F6F3-C4C1-84CB6DA3100E}"/>
              </a:ext>
            </a:extLst>
          </p:cNvPr>
          <p:cNvPicPr>
            <a:picLocks noChangeAspect="1"/>
          </p:cNvPicPr>
          <p:nvPr/>
        </p:nvPicPr>
        <p:blipFill>
          <a:blip r:embed="rId2"/>
          <a:stretch>
            <a:fillRect/>
          </a:stretch>
        </p:blipFill>
        <p:spPr>
          <a:xfrm>
            <a:off x="5884676" y="100308"/>
            <a:ext cx="3076346" cy="2762044"/>
          </a:xfrm>
          <a:prstGeom prst="rect">
            <a:avLst/>
          </a:prstGeom>
        </p:spPr>
      </p:pic>
      <p:pic>
        <p:nvPicPr>
          <p:cNvPr id="11" name="Picture 10" descr="Box plot">
            <a:extLst>
              <a:ext uri="{FF2B5EF4-FFF2-40B4-BE49-F238E27FC236}">
                <a16:creationId xmlns:a16="http://schemas.microsoft.com/office/drawing/2014/main" id="{D3CB4F65-D24A-1A03-2948-6E8C5D3A5036}"/>
              </a:ext>
            </a:extLst>
          </p:cNvPr>
          <p:cNvPicPr>
            <a:picLocks noChangeAspect="1"/>
          </p:cNvPicPr>
          <p:nvPr/>
        </p:nvPicPr>
        <p:blipFill>
          <a:blip r:embed="rId3"/>
          <a:stretch>
            <a:fillRect/>
          </a:stretch>
        </p:blipFill>
        <p:spPr>
          <a:xfrm>
            <a:off x="5076056" y="3187580"/>
            <a:ext cx="3827138" cy="2251521"/>
          </a:xfrm>
          <a:prstGeom prst="rect">
            <a:avLst/>
          </a:prstGeom>
        </p:spPr>
      </p:pic>
      <p:sp>
        <p:nvSpPr>
          <p:cNvPr id="12" name="Footer Placeholder 11">
            <a:extLst>
              <a:ext uri="{FF2B5EF4-FFF2-40B4-BE49-F238E27FC236}">
                <a16:creationId xmlns:a16="http://schemas.microsoft.com/office/drawing/2014/main" id="{8B15BE11-5326-2DAE-0BA6-C0D84E7D081F}"/>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1EC46B4E-A467-F16E-BC76-EFE48695BC39}"/>
              </a:ext>
            </a:extLst>
          </p:cNvPr>
          <p:cNvSpPr>
            <a:spLocks noGrp="1"/>
          </p:cNvSpPr>
          <p:nvPr>
            <p:ph type="sldNum" sz="quarter" idx="4"/>
          </p:nvPr>
        </p:nvSpPr>
        <p:spPr/>
        <p:txBody>
          <a:bodyPr/>
          <a:lstStyle/>
          <a:p>
            <a:fld id="{9FD7ECCF-50E7-4327-B945-FA93FF7B2BEF}" type="slidenum">
              <a:rPr lang="en-US" smtClean="0"/>
              <a:pPr/>
              <a:t>43</a:t>
            </a:fld>
            <a:r>
              <a:rPr lang="en-GB"/>
              <a:t>/51</a:t>
            </a:r>
            <a:endParaRPr lang="en-US" dirty="0"/>
          </a:p>
        </p:txBody>
      </p:sp>
    </p:spTree>
    <p:extLst>
      <p:ext uri="{BB962C8B-B14F-4D97-AF65-F5344CB8AC3E}">
        <p14:creationId xmlns:p14="http://schemas.microsoft.com/office/powerpoint/2010/main" val="4012407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C7214-2A95-7E28-9824-CC6729CE631C}"/>
              </a:ext>
            </a:extLst>
          </p:cNvPr>
          <p:cNvSpPr>
            <a:spLocks noGrp="1"/>
          </p:cNvSpPr>
          <p:nvPr>
            <p:ph type="title"/>
          </p:nvPr>
        </p:nvSpPr>
        <p:spPr/>
        <p:txBody>
          <a:bodyPr/>
          <a:lstStyle/>
          <a:p>
            <a:r>
              <a:rPr lang="en-GB" dirty="0"/>
              <a:t>Scatter Plot</a:t>
            </a:r>
          </a:p>
        </p:txBody>
      </p:sp>
      <p:sp>
        <p:nvSpPr>
          <p:cNvPr id="3" name="Content Placeholder 2">
            <a:extLst>
              <a:ext uri="{FF2B5EF4-FFF2-40B4-BE49-F238E27FC236}">
                <a16:creationId xmlns:a16="http://schemas.microsoft.com/office/drawing/2014/main" id="{3C9C238F-E61E-E41F-2773-DAABD625F8FE}"/>
              </a:ext>
            </a:extLst>
          </p:cNvPr>
          <p:cNvSpPr>
            <a:spLocks noGrp="1"/>
          </p:cNvSpPr>
          <p:nvPr>
            <p:ph sz="quarter" idx="1"/>
          </p:nvPr>
        </p:nvSpPr>
        <p:spPr>
          <a:xfrm>
            <a:off x="612648" y="1600200"/>
            <a:ext cx="3311280" cy="4495800"/>
          </a:xfrm>
        </p:spPr>
        <p:txBody>
          <a:bodyPr>
            <a:normAutofit fontScale="32500" lnSpcReduction="20000"/>
          </a:bodyPr>
          <a:lstStyle/>
          <a:p>
            <a:pPr marL="177800" indent="-177800" algn="l"/>
            <a:r>
              <a:rPr lang="en-GB" b="0" i="0" dirty="0">
                <a:solidFill>
                  <a:srgbClr val="374151"/>
                </a:solidFill>
                <a:effectLst/>
              </a:rPr>
              <a:t>A scatter plot is a graphical representation used to display the relationship or correlation between two continuous variables. Each data point on the plot represents both the x-coordinate (time completion of a task) and the y-coordinate (level of user satisfaction).</a:t>
            </a:r>
          </a:p>
          <a:p>
            <a:pPr marL="177800" indent="-177800" algn="l"/>
            <a:r>
              <a:rPr lang="en-GB" b="0" i="0" dirty="0">
                <a:solidFill>
                  <a:srgbClr val="374151"/>
                </a:solidFill>
                <a:effectLst/>
              </a:rPr>
              <a:t>This scatter Plot demonstrates that as the time completion of a task completion increases, the level of user satisfaction decreases:</a:t>
            </a:r>
          </a:p>
          <a:p>
            <a:pPr marL="177800" indent="-177800" algn="l"/>
            <a:r>
              <a:rPr lang="en-GB" b="0" i="0" dirty="0">
                <a:solidFill>
                  <a:srgbClr val="374151"/>
                </a:solidFill>
                <a:effectLst/>
              </a:rPr>
              <a:t>The x-axis represents the level of user satisfaction, typically ranging from low satisfaction on the left part of the axis to high satisfaction on the right.</a:t>
            </a:r>
          </a:p>
          <a:p>
            <a:pPr marL="177800" indent="-177800" algn="l"/>
            <a:r>
              <a:rPr lang="en-GB" b="0" i="0" dirty="0">
                <a:solidFill>
                  <a:srgbClr val="374151"/>
                </a:solidFill>
                <a:effectLst/>
              </a:rPr>
              <a:t>The y-axis represents the </a:t>
            </a:r>
            <a:r>
              <a:rPr lang="en-GB" dirty="0">
                <a:solidFill>
                  <a:srgbClr val="374151"/>
                </a:solidFill>
              </a:rPr>
              <a:t>time taken to complete a task, with values increasing as you move along the axis (e.g., shorter completion times towards the bottom, longer times towards the top).</a:t>
            </a:r>
          </a:p>
          <a:p>
            <a:pPr marL="177800" indent="-177800" algn="l"/>
            <a:r>
              <a:rPr lang="en-GB" b="0" i="0" dirty="0">
                <a:solidFill>
                  <a:srgbClr val="374151"/>
                </a:solidFill>
                <a:effectLst/>
              </a:rPr>
              <a:t>The scatter plot shows individual data points for each task completion time and corresponding user satisfaction level. As the completion time increases, the satisfaction level decreases.</a:t>
            </a:r>
          </a:p>
          <a:p>
            <a:pPr marL="177800" indent="-177800" algn="l"/>
            <a:r>
              <a:rPr lang="en-GB" b="0" i="0" dirty="0">
                <a:solidFill>
                  <a:srgbClr val="374151"/>
                </a:solidFill>
                <a:effectLst/>
              </a:rPr>
              <a:t>The scatterplot shows a visible trend where:</a:t>
            </a:r>
          </a:p>
          <a:p>
            <a:pPr marL="177800" indent="-177800" algn="l"/>
            <a:r>
              <a:rPr lang="en-GB" b="0" i="0" dirty="0">
                <a:solidFill>
                  <a:srgbClr val="374151"/>
                </a:solidFill>
                <a:effectLst/>
              </a:rPr>
              <a:t>Data points cluster more towards the left (shorter completion times) with higher levels of satisfaction.</a:t>
            </a:r>
          </a:p>
          <a:p>
            <a:pPr marL="177800" indent="-177800" algn="l"/>
            <a:r>
              <a:rPr lang="en-GB" b="0" i="0" dirty="0">
                <a:solidFill>
                  <a:srgbClr val="374151"/>
                </a:solidFill>
                <a:effectLst/>
              </a:rPr>
              <a:t>As completion time increases (moving towards the right on the x-axis), the data points scatter downwards, indicating a decrease in user satisfaction.</a:t>
            </a:r>
          </a:p>
          <a:p>
            <a:pPr marL="177800" indent="-177800" algn="l"/>
            <a:r>
              <a:rPr lang="en-GB" b="0" i="0" dirty="0">
                <a:solidFill>
                  <a:srgbClr val="374151"/>
                </a:solidFill>
                <a:effectLst/>
              </a:rPr>
              <a:t>The general trend represented by the scatter plot visually demonstrates a negative correlation between the time taken to complete a task and the level of user satisfaction, highlighting that longer completion times tend to result in lower satisfaction levels among users.</a:t>
            </a:r>
          </a:p>
        </p:txBody>
      </p:sp>
      <p:pic>
        <p:nvPicPr>
          <p:cNvPr id="7" name="Picture 6" descr="Scatter Plot">
            <a:extLst>
              <a:ext uri="{FF2B5EF4-FFF2-40B4-BE49-F238E27FC236}">
                <a16:creationId xmlns:a16="http://schemas.microsoft.com/office/drawing/2014/main" id="{2FCFEEBA-35EF-88E2-E8A1-327A16AC48D9}"/>
              </a:ext>
            </a:extLst>
          </p:cNvPr>
          <p:cNvPicPr>
            <a:picLocks noChangeAspect="1"/>
          </p:cNvPicPr>
          <p:nvPr/>
        </p:nvPicPr>
        <p:blipFill>
          <a:blip r:embed="rId2"/>
          <a:stretch>
            <a:fillRect/>
          </a:stretch>
        </p:blipFill>
        <p:spPr>
          <a:xfrm>
            <a:off x="3858712" y="2420888"/>
            <a:ext cx="5285288" cy="3077585"/>
          </a:xfrm>
          <a:prstGeom prst="rect">
            <a:avLst/>
          </a:prstGeom>
        </p:spPr>
      </p:pic>
      <p:cxnSp>
        <p:nvCxnSpPr>
          <p:cNvPr id="9" name="Straight Connector 8">
            <a:extLst>
              <a:ext uri="{FF2B5EF4-FFF2-40B4-BE49-F238E27FC236}">
                <a16:creationId xmlns:a16="http://schemas.microsoft.com/office/drawing/2014/main" id="{BCC93D3A-8197-2181-D58B-211EF258A9E0}"/>
              </a:ext>
            </a:extLst>
          </p:cNvPr>
          <p:cNvCxnSpPr>
            <a:cxnSpLocks/>
          </p:cNvCxnSpPr>
          <p:nvPr/>
        </p:nvCxnSpPr>
        <p:spPr>
          <a:xfrm>
            <a:off x="4355976" y="3068960"/>
            <a:ext cx="4248472" cy="1872208"/>
          </a:xfrm>
          <a:prstGeom prst="line">
            <a:avLst/>
          </a:prstGeom>
        </p:spPr>
        <p:style>
          <a:lnRef idx="1">
            <a:schemeClr val="accent1"/>
          </a:lnRef>
          <a:fillRef idx="0">
            <a:schemeClr val="accent1"/>
          </a:fillRef>
          <a:effectRef idx="0">
            <a:schemeClr val="accent1"/>
          </a:effectRef>
          <a:fontRef idx="minor">
            <a:schemeClr val="tx1"/>
          </a:fontRef>
        </p:style>
      </p:cxnSp>
      <p:sp>
        <p:nvSpPr>
          <p:cNvPr id="12" name="Footer Placeholder 11">
            <a:extLst>
              <a:ext uri="{FF2B5EF4-FFF2-40B4-BE49-F238E27FC236}">
                <a16:creationId xmlns:a16="http://schemas.microsoft.com/office/drawing/2014/main" id="{EAD2CE01-9759-0D71-8345-DD605A48DCA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13" name="Slide Number Placeholder 12">
            <a:extLst>
              <a:ext uri="{FF2B5EF4-FFF2-40B4-BE49-F238E27FC236}">
                <a16:creationId xmlns:a16="http://schemas.microsoft.com/office/drawing/2014/main" id="{FDBB2BFE-D228-90A5-A48B-E8ACD2FF1D9F}"/>
              </a:ext>
            </a:extLst>
          </p:cNvPr>
          <p:cNvSpPr>
            <a:spLocks noGrp="1"/>
          </p:cNvSpPr>
          <p:nvPr>
            <p:ph type="sldNum" sz="quarter" idx="4"/>
          </p:nvPr>
        </p:nvSpPr>
        <p:spPr/>
        <p:txBody>
          <a:bodyPr/>
          <a:lstStyle/>
          <a:p>
            <a:fld id="{9FD7ECCF-50E7-4327-B945-FA93FF7B2BEF}" type="slidenum">
              <a:rPr lang="en-US" smtClean="0"/>
              <a:pPr/>
              <a:t>44</a:t>
            </a:fld>
            <a:r>
              <a:rPr lang="en-GB"/>
              <a:t>/51</a:t>
            </a:r>
            <a:endParaRPr lang="en-US" dirty="0"/>
          </a:p>
        </p:txBody>
      </p:sp>
    </p:spTree>
    <p:extLst>
      <p:ext uri="{BB962C8B-B14F-4D97-AF65-F5344CB8AC3E}">
        <p14:creationId xmlns:p14="http://schemas.microsoft.com/office/powerpoint/2010/main" val="1969507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19AEB-6B39-3169-979D-843F6E7EB023}"/>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D98B5927-F834-FD56-62FD-858CE24C70C3}"/>
              </a:ext>
            </a:extLst>
          </p:cNvPr>
          <p:cNvSpPr>
            <a:spLocks noGrp="1"/>
          </p:cNvSpPr>
          <p:nvPr>
            <p:ph sz="quarter" idx="1"/>
          </p:nvPr>
        </p:nvSpPr>
        <p:spPr/>
        <p:txBody>
          <a:bodyPr>
            <a:normAutofit fontScale="92500" lnSpcReduction="10000"/>
          </a:bodyPr>
          <a:lstStyle/>
          <a:p>
            <a:pPr lvl="1">
              <a:buFont typeface="Wingdings" panose="05000000000000000000" pitchFamily="2" charset="2"/>
              <a:buChar char="q"/>
            </a:pPr>
            <a:r>
              <a:rPr lang="en-GB" sz="2100" dirty="0">
                <a:latin typeface="Calibri" panose="020F0502020204030204" pitchFamily="34" charset="0"/>
                <a:cs typeface="Times New Roman" panose="02020603050405020304" pitchFamily="18" charset="0"/>
              </a:rPr>
              <a:t>We covered ways of capturing user emotions</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Eye Tracking</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Gaze Tracking</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Facial Expression Analysis</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Galvanic Skin Response (GSR)</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Heart Rate Monitoring</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Electroencephalography (EEG)</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Verbal Expressions</a:t>
            </a:r>
          </a:p>
          <a:p>
            <a:pPr lvl="1">
              <a:buFont typeface="Wingdings" panose="05000000000000000000" pitchFamily="2" charset="2"/>
              <a:buChar char="q"/>
            </a:pPr>
            <a:r>
              <a:rPr lang="en-GB" sz="2100" dirty="0">
                <a:latin typeface="Calibri" panose="020F0502020204030204" pitchFamily="34" charset="0"/>
                <a:cs typeface="Times New Roman" panose="02020603050405020304" pitchFamily="18" charset="0"/>
              </a:rPr>
              <a:t>Graph interpretation for</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Histograms</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Line graph</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Pie chart</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Box plot</a:t>
            </a:r>
          </a:p>
          <a:p>
            <a:pPr lvl="2">
              <a:buFont typeface="Wingdings" panose="05000000000000000000" pitchFamily="2" charset="2"/>
              <a:buChar char="q"/>
            </a:pPr>
            <a:r>
              <a:rPr lang="en-GB" sz="1800" dirty="0">
                <a:latin typeface="Calibri" panose="020F0502020204030204" pitchFamily="34" charset="0"/>
                <a:cs typeface="Times New Roman" panose="02020603050405020304" pitchFamily="18" charset="0"/>
              </a:rPr>
              <a:t>Scatter plot</a:t>
            </a:r>
          </a:p>
          <a:p>
            <a:pPr lvl="1">
              <a:buFont typeface="+mj-lt"/>
              <a:buAutoNum type="arabicPeriod"/>
            </a:pPr>
            <a:endParaRPr lang="en-GB" sz="2400" b="1" i="0" dirty="0">
              <a:solidFill>
                <a:srgbClr val="374151"/>
              </a:solidFill>
              <a:effectLst/>
              <a:latin typeface="Söhne"/>
            </a:endParaRPr>
          </a:p>
          <a:p>
            <a:endParaRPr lang="en-GB" dirty="0"/>
          </a:p>
        </p:txBody>
      </p:sp>
      <p:sp>
        <p:nvSpPr>
          <p:cNvPr id="7" name="Footer Placeholder 6">
            <a:extLst>
              <a:ext uri="{FF2B5EF4-FFF2-40B4-BE49-F238E27FC236}">
                <a16:creationId xmlns:a16="http://schemas.microsoft.com/office/drawing/2014/main" id="{68FE970E-201E-0F31-8B7E-1189306944A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5BA9EEEA-50F0-31F1-EAD1-DEE04039C42D}"/>
              </a:ext>
            </a:extLst>
          </p:cNvPr>
          <p:cNvSpPr>
            <a:spLocks noGrp="1"/>
          </p:cNvSpPr>
          <p:nvPr>
            <p:ph type="sldNum" sz="quarter" idx="4"/>
          </p:nvPr>
        </p:nvSpPr>
        <p:spPr/>
        <p:txBody>
          <a:bodyPr/>
          <a:lstStyle/>
          <a:p>
            <a:fld id="{9FD7ECCF-50E7-4327-B945-FA93FF7B2BEF}" type="slidenum">
              <a:rPr lang="en-US" smtClean="0"/>
              <a:pPr/>
              <a:t>45</a:t>
            </a:fld>
            <a:r>
              <a:rPr lang="en-GB"/>
              <a:t>/51</a:t>
            </a:r>
            <a:endParaRPr lang="en-US" dirty="0"/>
          </a:p>
        </p:txBody>
      </p:sp>
    </p:spTree>
    <p:extLst>
      <p:ext uri="{BB962C8B-B14F-4D97-AF65-F5344CB8AC3E}">
        <p14:creationId xmlns:p14="http://schemas.microsoft.com/office/powerpoint/2010/main" val="27947722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55D9-03B7-6735-E4EA-9CDF79CCBBCC}"/>
              </a:ext>
            </a:extLst>
          </p:cNvPr>
          <p:cNvSpPr>
            <a:spLocks noGrp="1"/>
          </p:cNvSpPr>
          <p:nvPr>
            <p:ph type="title"/>
          </p:nvPr>
        </p:nvSpPr>
        <p:spPr/>
        <p:txBody>
          <a:bodyPr/>
          <a:lstStyle/>
          <a:p>
            <a:r>
              <a:rPr lang="en-GB" dirty="0"/>
              <a:t>Test your understanding</a:t>
            </a:r>
          </a:p>
        </p:txBody>
      </p:sp>
      <p:sp>
        <p:nvSpPr>
          <p:cNvPr id="3" name="Content Placeholder 2">
            <a:extLst>
              <a:ext uri="{FF2B5EF4-FFF2-40B4-BE49-F238E27FC236}">
                <a16:creationId xmlns:a16="http://schemas.microsoft.com/office/drawing/2014/main" id="{2C69F99F-A699-D3F6-AAD3-A9DBE9A177F1}"/>
              </a:ext>
            </a:extLst>
          </p:cNvPr>
          <p:cNvSpPr>
            <a:spLocks noGrp="1"/>
          </p:cNvSpPr>
          <p:nvPr>
            <p:ph sz="quarter" idx="1"/>
          </p:nvPr>
        </p:nvSpPr>
        <p:spPr/>
        <p:txBody>
          <a:bodyPr>
            <a:normAutofit fontScale="92500" lnSpcReduction="10000"/>
          </a:bodyPr>
          <a:lstStyle/>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When to use any of the following techniques to measure emotions?</a:t>
            </a:r>
          </a:p>
          <a:p>
            <a:pPr>
              <a:lnSpc>
                <a:spcPct val="107000"/>
              </a:lnSpc>
              <a:spcAft>
                <a:spcPts val="800"/>
              </a:spcAft>
            </a:pPr>
            <a:r>
              <a:rPr lang="en-GB" sz="1800" dirty="0">
                <a:latin typeface="Calibri" panose="020F0502020204030204" pitchFamily="34" charset="0"/>
                <a:ea typeface="Calibri" panose="020F0502020204030204" pitchFamily="34" charset="0"/>
                <a:cs typeface="Times New Roman" panose="02020603050405020304" pitchFamily="18" charset="0"/>
              </a:rPr>
              <a:t>What sensors do we need</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type of data we collect</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are the implications</a:t>
            </a:r>
          </a:p>
          <a:p>
            <a:pPr lvl="1">
              <a:lnSpc>
                <a:spcPct val="107000"/>
              </a:lnSpc>
              <a:spcAft>
                <a:spcPts val="800"/>
              </a:spcAft>
            </a:pPr>
            <a:r>
              <a:rPr lang="en-GB" sz="1500" dirty="0">
                <a:effectLst/>
                <a:latin typeface="Calibri" panose="020F0502020204030204" pitchFamily="34" charset="0"/>
                <a:ea typeface="Calibri" panose="020F0502020204030204" pitchFamily="34" charset="0"/>
                <a:cs typeface="Times New Roman" panose="02020603050405020304" pitchFamily="18" charset="0"/>
              </a:rPr>
              <a:t>Eye Tracking</a:t>
            </a:r>
          </a:p>
          <a:p>
            <a:pPr lvl="1">
              <a:lnSpc>
                <a:spcPct val="107000"/>
              </a:lnSpc>
              <a:spcAft>
                <a:spcPts val="800"/>
              </a:spcAft>
            </a:pPr>
            <a:r>
              <a:rPr lang="en-GB" sz="1500" dirty="0">
                <a:effectLst/>
                <a:latin typeface="Calibri" panose="020F0502020204030204" pitchFamily="34" charset="0"/>
                <a:ea typeface="Calibri" panose="020F0502020204030204" pitchFamily="34" charset="0"/>
                <a:cs typeface="Times New Roman" panose="02020603050405020304" pitchFamily="18" charset="0"/>
              </a:rPr>
              <a:t>Gaze Tracking</a:t>
            </a:r>
          </a:p>
          <a:p>
            <a:pPr lvl="1">
              <a:lnSpc>
                <a:spcPct val="107000"/>
              </a:lnSpc>
              <a:spcAft>
                <a:spcPts val="800"/>
              </a:spcAft>
            </a:pPr>
            <a:r>
              <a:rPr lang="en-GB" sz="1500" dirty="0">
                <a:effectLst/>
                <a:latin typeface="Calibri" panose="020F0502020204030204" pitchFamily="34" charset="0"/>
                <a:ea typeface="Calibri" panose="020F0502020204030204" pitchFamily="34" charset="0"/>
                <a:cs typeface="Times New Roman" panose="02020603050405020304" pitchFamily="18" charset="0"/>
              </a:rPr>
              <a:t>Facial Expression Analysis</a:t>
            </a:r>
          </a:p>
          <a:p>
            <a:pPr lvl="1">
              <a:lnSpc>
                <a:spcPct val="107000"/>
              </a:lnSpc>
              <a:spcAft>
                <a:spcPts val="800"/>
              </a:spcAft>
            </a:pPr>
            <a:r>
              <a:rPr lang="en-GB" sz="1500" dirty="0">
                <a:effectLst/>
                <a:latin typeface="Calibri" panose="020F0502020204030204" pitchFamily="34" charset="0"/>
                <a:ea typeface="Calibri" panose="020F0502020204030204" pitchFamily="34" charset="0"/>
                <a:cs typeface="Times New Roman" panose="02020603050405020304" pitchFamily="18" charset="0"/>
              </a:rPr>
              <a:t>Galvanic Skin Response (GSR)</a:t>
            </a:r>
          </a:p>
          <a:p>
            <a:pPr lvl="1">
              <a:lnSpc>
                <a:spcPct val="107000"/>
              </a:lnSpc>
              <a:spcAft>
                <a:spcPts val="800"/>
              </a:spcAft>
            </a:pPr>
            <a:r>
              <a:rPr lang="en-GB" sz="1500" dirty="0">
                <a:effectLst/>
                <a:latin typeface="Calibri" panose="020F0502020204030204" pitchFamily="34" charset="0"/>
                <a:ea typeface="Calibri" panose="020F0502020204030204" pitchFamily="34" charset="0"/>
                <a:cs typeface="Times New Roman" panose="02020603050405020304" pitchFamily="18" charset="0"/>
              </a:rPr>
              <a:t>Heart Rate Monitoring</a:t>
            </a:r>
          </a:p>
          <a:p>
            <a:pPr lvl="1">
              <a:lnSpc>
                <a:spcPct val="107000"/>
              </a:lnSpc>
              <a:spcAft>
                <a:spcPts val="800"/>
              </a:spcAft>
            </a:pPr>
            <a:r>
              <a:rPr lang="en-GB" sz="1500" dirty="0">
                <a:effectLst/>
                <a:latin typeface="Calibri" panose="020F0502020204030204" pitchFamily="34" charset="0"/>
                <a:ea typeface="Calibri" panose="020F0502020204030204" pitchFamily="34" charset="0"/>
                <a:cs typeface="Times New Roman" panose="02020603050405020304" pitchFamily="18" charset="0"/>
              </a:rPr>
              <a:t>Electroencephalography (EEG)</a:t>
            </a:r>
          </a:p>
          <a:p>
            <a:pPr lvl="1">
              <a:lnSpc>
                <a:spcPct val="107000"/>
              </a:lnSpc>
              <a:spcAft>
                <a:spcPts val="800"/>
              </a:spcAft>
            </a:pPr>
            <a:r>
              <a:rPr lang="en-GB" sz="1500" dirty="0">
                <a:effectLst/>
                <a:latin typeface="Calibri" panose="020F0502020204030204" pitchFamily="34" charset="0"/>
                <a:ea typeface="Calibri" panose="020F0502020204030204" pitchFamily="34" charset="0"/>
                <a:cs typeface="Times New Roman" panose="02020603050405020304" pitchFamily="18" charset="0"/>
              </a:rPr>
              <a:t>Verbal Expressions</a:t>
            </a:r>
          </a:p>
        </p:txBody>
      </p:sp>
      <p:sp>
        <p:nvSpPr>
          <p:cNvPr id="6" name="Footer Placeholder 5">
            <a:extLst>
              <a:ext uri="{FF2B5EF4-FFF2-40B4-BE49-F238E27FC236}">
                <a16:creationId xmlns:a16="http://schemas.microsoft.com/office/drawing/2014/main" id="{6A3182DA-CE25-5E32-A184-A5FC88E22348}"/>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7" name="Slide Number Placeholder 6">
            <a:extLst>
              <a:ext uri="{FF2B5EF4-FFF2-40B4-BE49-F238E27FC236}">
                <a16:creationId xmlns:a16="http://schemas.microsoft.com/office/drawing/2014/main" id="{CA7218F7-798E-E066-3394-023BF961F9A7}"/>
              </a:ext>
            </a:extLst>
          </p:cNvPr>
          <p:cNvSpPr>
            <a:spLocks noGrp="1"/>
          </p:cNvSpPr>
          <p:nvPr>
            <p:ph type="sldNum" sz="quarter" idx="4"/>
          </p:nvPr>
        </p:nvSpPr>
        <p:spPr/>
        <p:txBody>
          <a:bodyPr/>
          <a:lstStyle/>
          <a:p>
            <a:fld id="{9FD7ECCF-50E7-4327-B945-FA93FF7B2BEF}" type="slidenum">
              <a:rPr lang="en-US" smtClean="0"/>
              <a:pPr/>
              <a:t>46</a:t>
            </a:fld>
            <a:r>
              <a:rPr lang="en-GB"/>
              <a:t>/51</a:t>
            </a:r>
            <a:endParaRPr lang="en-US" dirty="0"/>
          </a:p>
        </p:txBody>
      </p:sp>
    </p:spTree>
    <p:extLst>
      <p:ext uri="{BB962C8B-B14F-4D97-AF65-F5344CB8AC3E}">
        <p14:creationId xmlns:p14="http://schemas.microsoft.com/office/powerpoint/2010/main" val="1393113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GB" dirty="0"/>
              <a:t>Reading</a:t>
            </a:r>
            <a:endParaRPr lang="en-US" dirty="0"/>
          </a:p>
        </p:txBody>
      </p:sp>
      <p:sp>
        <p:nvSpPr>
          <p:cNvPr id="223235" name="Rectangle 3"/>
          <p:cNvSpPr>
            <a:spLocks noGrp="1" noChangeArrowheads="1"/>
          </p:cNvSpPr>
          <p:nvPr>
            <p:ph sz="quarter" idx="1"/>
          </p:nvPr>
        </p:nvSpPr>
        <p:spPr>
          <a:xfrm>
            <a:off x="685800" y="1571612"/>
            <a:ext cx="8229600" cy="5286388"/>
          </a:xfrm>
        </p:spPr>
        <p:txBody>
          <a:bodyPr>
            <a:noAutofit/>
          </a:bodyPr>
          <a:lstStyle/>
          <a:p>
            <a:pPr marL="342900" indent="-342900" algn="just">
              <a:spcBef>
                <a:spcPts val="300"/>
              </a:spcBef>
            </a:pPr>
            <a:r>
              <a:rPr lang="en-GB" sz="1200" i="1" dirty="0">
                <a:cs typeface="Times New Roman" pitchFamily="18" charset="0"/>
              </a:rPr>
              <a:t>Tullis, T. (Thomas) et al. (2013) Measuring the user experience : collecting, </a:t>
            </a:r>
            <a:r>
              <a:rPr lang="en-GB" sz="1200" i="1" dirty="0" err="1">
                <a:cs typeface="Times New Roman" pitchFamily="18" charset="0"/>
              </a:rPr>
              <a:t>analyzing</a:t>
            </a:r>
            <a:r>
              <a:rPr lang="en-GB" sz="1200" i="1" dirty="0">
                <a:cs typeface="Times New Roman" pitchFamily="18" charset="0"/>
              </a:rPr>
              <a:t>, and presenting usability metrics. 2nd ed. Amsterdam, Netherlands: Elsevier.</a:t>
            </a:r>
          </a:p>
          <a:p>
            <a:pPr lvl="1" algn="just">
              <a:spcBef>
                <a:spcPts val="300"/>
              </a:spcBef>
            </a:pPr>
            <a:r>
              <a:rPr lang="en-GB" sz="1200" i="1" dirty="0">
                <a:solidFill>
                  <a:schemeClr val="accent1">
                    <a:lumMod val="50000"/>
                  </a:schemeClr>
                </a:solidFill>
              </a:rPr>
              <a:t>Chapter 2 Background (graphs)</a:t>
            </a:r>
          </a:p>
          <a:p>
            <a:pPr lvl="1" algn="just">
              <a:spcBef>
                <a:spcPts val="300"/>
              </a:spcBef>
            </a:pPr>
            <a:r>
              <a:rPr lang="en-GB" sz="1200" i="1" dirty="0">
                <a:solidFill>
                  <a:schemeClr val="accent1">
                    <a:lumMod val="50000"/>
                  </a:schemeClr>
                </a:solidFill>
              </a:rPr>
              <a:t>Chapter 7 Eye tracking</a:t>
            </a:r>
          </a:p>
          <a:p>
            <a:pPr lvl="1" algn="just">
              <a:spcBef>
                <a:spcPts val="300"/>
              </a:spcBef>
            </a:pPr>
            <a:r>
              <a:rPr lang="en-GB" sz="1200" i="1" dirty="0">
                <a:solidFill>
                  <a:schemeClr val="accent1">
                    <a:lumMod val="50000"/>
                  </a:schemeClr>
                </a:solidFill>
              </a:rPr>
              <a:t>Chapter 8 Measuring Emotion</a:t>
            </a:r>
          </a:p>
          <a:p>
            <a:pPr lvl="1" algn="just">
              <a:spcBef>
                <a:spcPts val="300"/>
              </a:spcBef>
            </a:pPr>
            <a:endParaRPr lang="en-GB" sz="1200" i="1" dirty="0">
              <a:solidFill>
                <a:schemeClr val="accent1">
                  <a:lumMod val="50000"/>
                </a:schemeClr>
              </a:solidFill>
            </a:endParaRPr>
          </a:p>
          <a:p>
            <a:pPr marL="45720" indent="0" algn="just">
              <a:spcBef>
                <a:spcPts val="0"/>
              </a:spcBef>
              <a:buNone/>
            </a:pPr>
            <a:endParaRPr lang="en-GB" sz="1200" i="1" dirty="0">
              <a:solidFill>
                <a:schemeClr val="accent1">
                  <a:lumMod val="50000"/>
                </a:schemeClr>
              </a:solidFill>
            </a:endParaRPr>
          </a:p>
          <a:p>
            <a:pPr marL="342900" indent="-342900" algn="just">
              <a:spcBef>
                <a:spcPts val="0"/>
              </a:spcBef>
            </a:pPr>
            <a:endParaRPr lang="en-US" sz="1200" b="0" i="0" dirty="0">
              <a:solidFill>
                <a:srgbClr val="333333"/>
              </a:solidFill>
              <a:effectLst/>
            </a:endParaRPr>
          </a:p>
        </p:txBody>
      </p:sp>
      <p:sp>
        <p:nvSpPr>
          <p:cNvPr id="2" name="Footer Placeholder 1">
            <a:extLst>
              <a:ext uri="{FF2B5EF4-FFF2-40B4-BE49-F238E27FC236}">
                <a16:creationId xmlns:a16="http://schemas.microsoft.com/office/drawing/2014/main" id="{7BE2820C-353A-DCE0-313F-66AE6CDE889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D9DCDB91-DDE6-84F4-C075-682153BC986C}"/>
              </a:ext>
            </a:extLst>
          </p:cNvPr>
          <p:cNvSpPr>
            <a:spLocks noGrp="1"/>
          </p:cNvSpPr>
          <p:nvPr>
            <p:ph type="sldNum" sz="quarter" idx="4"/>
          </p:nvPr>
        </p:nvSpPr>
        <p:spPr/>
        <p:txBody>
          <a:bodyPr/>
          <a:lstStyle/>
          <a:p>
            <a:fld id="{9FD7ECCF-50E7-4327-B945-FA93FF7B2BEF}" type="slidenum">
              <a:rPr lang="en-US" smtClean="0"/>
              <a:pPr/>
              <a:t>47</a:t>
            </a:fld>
            <a:r>
              <a:rPr lang="en-GB"/>
              <a:t>/51</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18791</TotalTime>
  <Words>4063</Words>
  <Application>Microsoft Office PowerPoint</Application>
  <PresentationFormat>On-screen Show (4:3)</PresentationFormat>
  <Paragraphs>435</Paragraphs>
  <Slides>47</Slides>
  <Notes>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47</vt:i4>
      </vt:variant>
    </vt:vector>
  </HeadingPairs>
  <TitlesOfParts>
    <vt:vector size="61" baseType="lpstr">
      <vt:lpstr>OpenSans-Bold</vt:lpstr>
      <vt:lpstr>Arial</vt:lpstr>
      <vt:lpstr>Wingdings</vt:lpstr>
      <vt:lpstr>Times New Roman</vt:lpstr>
      <vt:lpstr>Tw Cen MT</vt:lpstr>
      <vt:lpstr>Dreaming Outloud Script Pro</vt:lpstr>
      <vt:lpstr>OpenSans-Light</vt:lpstr>
      <vt:lpstr>Calibri</vt:lpstr>
      <vt:lpstr>Open Sans</vt:lpstr>
      <vt:lpstr>Bradley Hand ITC</vt:lpstr>
      <vt:lpstr>Söhne</vt:lpstr>
      <vt:lpstr>Wingdings 2</vt:lpstr>
      <vt:lpstr>Courier New</vt:lpstr>
      <vt:lpstr>Median</vt:lpstr>
      <vt:lpstr>Biometric UX Interpret Graphs </vt:lpstr>
      <vt:lpstr>Recap</vt:lpstr>
      <vt:lpstr>How can we study emotions in UX</vt:lpstr>
      <vt:lpstr>What data to collect related to emotions/how can we collect it?</vt:lpstr>
      <vt:lpstr>Two aspects of emotions</vt:lpstr>
      <vt:lpstr>Biometric UX</vt:lpstr>
      <vt:lpstr>Eye Tracking</vt:lpstr>
      <vt:lpstr>Eye tracking in UX</vt:lpstr>
      <vt:lpstr>Scanpaths and heatmaps</vt:lpstr>
      <vt:lpstr>Eye tracking metrics</vt:lpstr>
      <vt:lpstr>Quantifying eye tracking data through AOIs</vt:lpstr>
      <vt:lpstr>In which fields we use eye tracking</vt:lpstr>
      <vt:lpstr>What do we need for an eye-tracking study</vt:lpstr>
      <vt:lpstr>Facial Expression Analysis (FEA)</vt:lpstr>
      <vt:lpstr>Facial Action Coding System (FACS)</vt:lpstr>
      <vt:lpstr>How facial expression algorithms are trained</vt:lpstr>
      <vt:lpstr>Facial expression algorithms today</vt:lpstr>
      <vt:lpstr>What do we need for a facial expressions study?</vt:lpstr>
      <vt:lpstr>Galvanic Skin Response (GSR)</vt:lpstr>
      <vt:lpstr>What do we measure</vt:lpstr>
      <vt:lpstr>How do we measure GSR</vt:lpstr>
      <vt:lpstr>Example</vt:lpstr>
      <vt:lpstr>Example</vt:lpstr>
      <vt:lpstr>Electrocardiography (ECG)</vt:lpstr>
      <vt:lpstr>What do we measure</vt:lpstr>
      <vt:lpstr>What the variability of our heart looks like?</vt:lpstr>
      <vt:lpstr>Heart Rate Variability (HRV) is an indicator of emotional flexibility</vt:lpstr>
      <vt:lpstr>Drowsiness</vt:lpstr>
      <vt:lpstr>In what test conditions heart rate variability give appropriate results </vt:lpstr>
      <vt:lpstr>Example VR experience of heights</vt:lpstr>
      <vt:lpstr>Example VR experience of heights</vt:lpstr>
      <vt:lpstr>What sensors?</vt:lpstr>
      <vt:lpstr>Electroencephalography (EEG) </vt:lpstr>
      <vt:lpstr>Identify brain functions</vt:lpstr>
      <vt:lpstr>Identify brain functions</vt:lpstr>
      <vt:lpstr>Frontal Alpha Asymmetry (FAA)</vt:lpstr>
      <vt:lpstr>Decoding EEG signals</vt:lpstr>
      <vt:lpstr>What sensors</vt:lpstr>
      <vt:lpstr>Graphs’ interpretation</vt:lpstr>
      <vt:lpstr>Histogram</vt:lpstr>
      <vt:lpstr>Line graph</vt:lpstr>
      <vt:lpstr>Pie Chart</vt:lpstr>
      <vt:lpstr>Box plot</vt:lpstr>
      <vt:lpstr>Scatter Plot</vt:lpstr>
      <vt:lpstr>Summary</vt:lpstr>
      <vt:lpstr>Test your understanding</vt:lpstr>
      <vt:lpstr>Reading</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Daphne Economou</cp:lastModifiedBy>
  <cp:revision>812</cp:revision>
  <cp:lastPrinted>1601-01-01T00:00:00Z</cp:lastPrinted>
  <dcterms:created xsi:type="dcterms:W3CDTF">2003-07-23T09:11:55Z</dcterms:created>
  <dcterms:modified xsi:type="dcterms:W3CDTF">2024-12-09T19:47:29Z</dcterms:modified>
</cp:coreProperties>
</file>