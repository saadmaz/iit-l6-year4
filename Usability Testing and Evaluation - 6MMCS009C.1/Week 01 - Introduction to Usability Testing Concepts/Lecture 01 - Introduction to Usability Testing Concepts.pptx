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notesSlides/notesSlide12.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notesSlides/notesSlide13.xml" ContentType="application/vnd.openxmlformats-officedocument.presentationml.notesSlide+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notesSlides/notesSlide14.xml" ContentType="application/vnd.openxmlformats-officedocument.presentationml.notesSlide+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notesSlides/notesSlide15.xml" ContentType="application/vnd.openxmlformats-officedocument.presentationml.notesSlide+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notesSlides/notesSlide16.xml" ContentType="application/vnd.openxmlformats-officedocument.presentationml.notesSlide+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notesSlides/notesSlide17.xml" ContentType="application/vnd.openxmlformats-officedocument.presentationml.notesSlide+xml"/>
  <Override PartName="/ppt/ink/ink55.xml" ContentType="application/inkml+xml"/>
  <Override PartName="/ppt/notesSlides/notesSlide18.xml" ContentType="application/vnd.openxmlformats-officedocument.presentationml.notesSlide+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notesMasterIdLst>
    <p:notesMasterId r:id="rId52"/>
  </p:notesMasterIdLst>
  <p:handoutMasterIdLst>
    <p:handoutMasterId r:id="rId53"/>
  </p:handoutMasterIdLst>
  <p:sldIdLst>
    <p:sldId id="381" r:id="rId2"/>
    <p:sldId id="365" r:id="rId3"/>
    <p:sldId id="408" r:id="rId4"/>
    <p:sldId id="431" r:id="rId5"/>
    <p:sldId id="430" r:id="rId6"/>
    <p:sldId id="432" r:id="rId7"/>
    <p:sldId id="452" r:id="rId8"/>
    <p:sldId id="434" r:id="rId9"/>
    <p:sldId id="436" r:id="rId10"/>
    <p:sldId id="437" r:id="rId11"/>
    <p:sldId id="439" r:id="rId12"/>
    <p:sldId id="438" r:id="rId13"/>
    <p:sldId id="440" r:id="rId14"/>
    <p:sldId id="442" r:id="rId15"/>
    <p:sldId id="443" r:id="rId16"/>
    <p:sldId id="409" r:id="rId17"/>
    <p:sldId id="309" r:id="rId18"/>
    <p:sldId id="385" r:id="rId19"/>
    <p:sldId id="441" r:id="rId20"/>
    <p:sldId id="453" r:id="rId21"/>
    <p:sldId id="445" r:id="rId22"/>
    <p:sldId id="425" r:id="rId23"/>
    <p:sldId id="448" r:id="rId24"/>
    <p:sldId id="423" r:id="rId25"/>
    <p:sldId id="388" r:id="rId26"/>
    <p:sldId id="426" r:id="rId27"/>
    <p:sldId id="449" r:id="rId28"/>
    <p:sldId id="417" r:id="rId29"/>
    <p:sldId id="455" r:id="rId30"/>
    <p:sldId id="459" r:id="rId31"/>
    <p:sldId id="451" r:id="rId32"/>
    <p:sldId id="421" r:id="rId33"/>
    <p:sldId id="460" r:id="rId34"/>
    <p:sldId id="458" r:id="rId35"/>
    <p:sldId id="450" r:id="rId36"/>
    <p:sldId id="316" r:id="rId37"/>
    <p:sldId id="419" r:id="rId38"/>
    <p:sldId id="311" r:id="rId39"/>
    <p:sldId id="313" r:id="rId40"/>
    <p:sldId id="418" r:id="rId41"/>
    <p:sldId id="394" r:id="rId42"/>
    <p:sldId id="395" r:id="rId43"/>
    <p:sldId id="446" r:id="rId44"/>
    <p:sldId id="398" r:id="rId45"/>
    <p:sldId id="399" r:id="rId46"/>
    <p:sldId id="427" r:id="rId47"/>
    <p:sldId id="400" r:id="rId48"/>
    <p:sldId id="329" r:id="rId49"/>
    <p:sldId id="447" r:id="rId50"/>
    <p:sldId id="358" r:id="rId51"/>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92D050"/>
    <a:srgbClr val="FF0000"/>
    <a:srgbClr val="292929"/>
    <a:srgbClr val="777777"/>
    <a:srgbClr val="B2B2B2"/>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7CC77E-0068-4E2C-B79A-76849F2F2A81}" v="193" dt="2024-09-22T11:15:37.7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22" autoAdjust="0"/>
    <p:restoredTop sz="92510" autoAdjust="0"/>
  </p:normalViewPr>
  <p:slideViewPr>
    <p:cSldViewPr>
      <p:cViewPr varScale="1">
        <p:scale>
          <a:sx n="126" d="100"/>
          <a:sy n="126" d="100"/>
        </p:scale>
        <p:origin x="816" y="82"/>
      </p:cViewPr>
      <p:guideLst>
        <p:guide orient="horz" pos="2160"/>
        <p:guide pos="2880"/>
      </p:guideLst>
    </p:cSldViewPr>
  </p:slideViewPr>
  <p:outlineViewPr>
    <p:cViewPr>
      <p:scale>
        <a:sx n="33" d="100"/>
        <a:sy n="33" d="100"/>
      </p:scale>
      <p:origin x="0" y="-16037"/>
    </p:cViewPr>
  </p:outlineViewPr>
  <p:notesTextViewPr>
    <p:cViewPr>
      <p:scale>
        <a:sx n="100" d="100"/>
        <a:sy n="100" d="100"/>
      </p:scale>
      <p:origin x="0" y="0"/>
    </p:cViewPr>
  </p:notesTextViewPr>
  <p:sorterViewPr>
    <p:cViewPr>
      <p:scale>
        <a:sx n="66" d="100"/>
        <a:sy n="66" d="100"/>
      </p:scale>
      <p:origin x="0" y="73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phne Economou" userId="d065a339-36cf-4937-af08-41751becbd81" providerId="ADAL" clId="{0D7CC77E-0068-4E2C-B79A-76849F2F2A81}"/>
    <pc:docChg chg="undo custSel addSld delSld modSld sldOrd modMainMaster">
      <pc:chgData name="Daphne Economou" userId="d065a339-36cf-4937-af08-41751becbd81" providerId="ADAL" clId="{0D7CC77E-0068-4E2C-B79A-76849F2F2A81}" dt="2024-09-22T11:18:22.521" v="1693" actId="962"/>
      <pc:docMkLst>
        <pc:docMk/>
      </pc:docMkLst>
      <pc:sldChg chg="modSp">
        <pc:chgData name="Daphne Economou" userId="d065a339-36cf-4937-af08-41751becbd81" providerId="ADAL" clId="{0D7CC77E-0068-4E2C-B79A-76849F2F2A81}" dt="2024-09-22T10:38:47.768" v="1248"/>
        <pc:sldMkLst>
          <pc:docMk/>
          <pc:sldMk cId="0" sldId="309"/>
        </pc:sldMkLst>
        <pc:spChg chg="mod">
          <ac:chgData name="Daphne Economou" userId="d065a339-36cf-4937-af08-41751becbd81" providerId="ADAL" clId="{0D7CC77E-0068-4E2C-B79A-76849F2F2A81}" dt="2024-09-22T10:38:47.768" v="1248"/>
          <ac:spMkLst>
            <pc:docMk/>
            <pc:sldMk cId="0" sldId="309"/>
            <ac:spMk id="2" creationId="{CCD0D2FD-EBBA-452C-8D07-A56A35FE5E9F}"/>
          </ac:spMkLst>
        </pc:spChg>
        <pc:spChg chg="mod">
          <ac:chgData name="Daphne Economou" userId="d065a339-36cf-4937-af08-41751becbd81" providerId="ADAL" clId="{0D7CC77E-0068-4E2C-B79A-76849F2F2A81}" dt="2024-09-22T10:38:47.768" v="1248"/>
          <ac:spMkLst>
            <pc:docMk/>
            <pc:sldMk cId="0" sldId="309"/>
            <ac:spMk id="3" creationId="{323FDA17-7119-4FCA-B50A-AC7073B99A92}"/>
          </ac:spMkLst>
        </pc:spChg>
        <pc:spChg chg="mod">
          <ac:chgData name="Daphne Economou" userId="d065a339-36cf-4937-af08-41751becbd81" providerId="ADAL" clId="{0D7CC77E-0068-4E2C-B79A-76849F2F2A81}" dt="2024-09-22T10:38:47.768" v="1248"/>
          <ac:spMkLst>
            <pc:docMk/>
            <pc:sldMk cId="0" sldId="309"/>
            <ac:spMk id="4" creationId="{2915D731-C67D-438F-96F8-CF8E808B234E}"/>
          </ac:spMkLst>
        </pc:spChg>
        <pc:spChg chg="mod">
          <ac:chgData name="Daphne Economou" userId="d065a339-36cf-4937-af08-41751becbd81" providerId="ADAL" clId="{0D7CC77E-0068-4E2C-B79A-76849F2F2A81}" dt="2024-09-22T10:38:47.768" v="1248"/>
          <ac:spMkLst>
            <pc:docMk/>
            <pc:sldMk cId="0" sldId="309"/>
            <ac:spMk id="112642" creationId="{00000000-0000-0000-0000-000000000000}"/>
          </ac:spMkLst>
        </pc:spChg>
      </pc:sldChg>
      <pc:sldChg chg="addSp delSp modSp mod">
        <pc:chgData name="Daphne Economou" userId="d065a339-36cf-4937-af08-41751becbd81" providerId="ADAL" clId="{0D7CC77E-0068-4E2C-B79A-76849F2F2A81}" dt="2024-09-22T10:47:05.234" v="1344" actId="207"/>
        <pc:sldMkLst>
          <pc:docMk/>
          <pc:sldMk cId="0" sldId="311"/>
        </pc:sldMkLst>
        <pc:spChg chg="mod">
          <ac:chgData name="Daphne Economou" userId="d065a339-36cf-4937-af08-41751becbd81" providerId="ADAL" clId="{0D7CC77E-0068-4E2C-B79A-76849F2F2A81}" dt="2024-09-22T10:38:47.768" v="1248"/>
          <ac:spMkLst>
            <pc:docMk/>
            <pc:sldMk cId="0" sldId="311"/>
            <ac:spMk id="2" creationId="{68FB0763-C5D4-4D33-B357-2BF6018F9B65}"/>
          </ac:spMkLst>
        </pc:spChg>
        <pc:spChg chg="mod">
          <ac:chgData name="Daphne Economou" userId="d065a339-36cf-4937-af08-41751becbd81" providerId="ADAL" clId="{0D7CC77E-0068-4E2C-B79A-76849F2F2A81}" dt="2024-09-22T10:38:47.768" v="1248"/>
          <ac:spMkLst>
            <pc:docMk/>
            <pc:sldMk cId="0" sldId="311"/>
            <ac:spMk id="3" creationId="{DE5CB0F7-3A72-409A-B381-E55978A63BAA}"/>
          </ac:spMkLst>
        </pc:spChg>
        <pc:spChg chg="mod">
          <ac:chgData name="Daphne Economou" userId="d065a339-36cf-4937-af08-41751becbd81" providerId="ADAL" clId="{0D7CC77E-0068-4E2C-B79A-76849F2F2A81}" dt="2024-09-22T10:38:47.768" v="1248"/>
          <ac:spMkLst>
            <pc:docMk/>
            <pc:sldMk cId="0" sldId="311"/>
            <ac:spMk id="4" creationId="{0FF90DEE-DB07-46B6-A627-CE1ECB80CC49}"/>
          </ac:spMkLst>
        </pc:spChg>
        <pc:spChg chg="mod">
          <ac:chgData name="Daphne Economou" userId="d065a339-36cf-4937-af08-41751becbd81" providerId="ADAL" clId="{0D7CC77E-0068-4E2C-B79A-76849F2F2A81}" dt="2024-09-22T10:47:05.234" v="1344" actId="207"/>
          <ac:spMkLst>
            <pc:docMk/>
            <pc:sldMk cId="0" sldId="311"/>
            <ac:spMk id="116738" creationId="{00000000-0000-0000-0000-000000000000}"/>
          </ac:spMkLst>
        </pc:spChg>
        <pc:spChg chg="mod">
          <ac:chgData name="Daphne Economou" userId="d065a339-36cf-4937-af08-41751becbd81" providerId="ADAL" clId="{0D7CC77E-0068-4E2C-B79A-76849F2F2A81}" dt="2024-09-22T10:44:08.554" v="1308" actId="207"/>
          <ac:spMkLst>
            <pc:docMk/>
            <pc:sldMk cId="0" sldId="311"/>
            <ac:spMk id="116739" creationId="{00000000-0000-0000-0000-000000000000}"/>
          </ac:spMkLst>
        </pc:spChg>
        <pc:inkChg chg="add del mod">
          <ac:chgData name="Daphne Economou" userId="d065a339-36cf-4937-af08-41751becbd81" providerId="ADAL" clId="{0D7CC77E-0068-4E2C-B79A-76849F2F2A81}" dt="2024-09-22T10:41:16.038" v="1272" actId="478"/>
          <ac:inkMkLst>
            <pc:docMk/>
            <pc:sldMk cId="0" sldId="311"/>
            <ac:inkMk id="5" creationId="{CE1EC12A-2E5E-00F4-B0A4-330E5EE36C53}"/>
          </ac:inkMkLst>
        </pc:inkChg>
        <pc:inkChg chg="add mod">
          <ac:chgData name="Daphne Economou" userId="d065a339-36cf-4937-af08-41751becbd81" providerId="ADAL" clId="{0D7CC77E-0068-4E2C-B79A-76849F2F2A81}" dt="2024-09-22T10:41:20.365" v="1274" actId="1076"/>
          <ac:inkMkLst>
            <pc:docMk/>
            <pc:sldMk cId="0" sldId="311"/>
            <ac:inkMk id="6" creationId="{7E9E01E5-116D-C21B-88B1-2B7A18B9BF95}"/>
          </ac:inkMkLst>
        </pc:inkChg>
      </pc:sldChg>
      <pc:sldChg chg="modSp mod">
        <pc:chgData name="Daphne Economou" userId="d065a339-36cf-4937-af08-41751becbd81" providerId="ADAL" clId="{0D7CC77E-0068-4E2C-B79A-76849F2F2A81}" dt="2024-09-22T10:44:46.895" v="1316" actId="1076"/>
        <pc:sldMkLst>
          <pc:docMk/>
          <pc:sldMk cId="3875007805" sldId="313"/>
        </pc:sldMkLst>
        <pc:spChg chg="mod">
          <ac:chgData name="Daphne Economou" userId="d065a339-36cf-4937-af08-41751becbd81" providerId="ADAL" clId="{0D7CC77E-0068-4E2C-B79A-76849F2F2A81}" dt="2024-09-22T10:38:47.768" v="1248"/>
          <ac:spMkLst>
            <pc:docMk/>
            <pc:sldMk cId="3875007805" sldId="313"/>
            <ac:spMk id="2" creationId="{F4C95A6F-5FA6-4DD6-9070-0A0302BFE6FC}"/>
          </ac:spMkLst>
        </pc:spChg>
        <pc:spChg chg="mod">
          <ac:chgData name="Daphne Economou" userId="d065a339-36cf-4937-af08-41751becbd81" providerId="ADAL" clId="{0D7CC77E-0068-4E2C-B79A-76849F2F2A81}" dt="2024-09-22T10:38:47.768" v="1248"/>
          <ac:spMkLst>
            <pc:docMk/>
            <pc:sldMk cId="3875007805" sldId="313"/>
            <ac:spMk id="3" creationId="{BFB1913A-4D66-45B5-969A-AEBB493AEB32}"/>
          </ac:spMkLst>
        </pc:spChg>
        <pc:spChg chg="mod">
          <ac:chgData name="Daphne Economou" userId="d065a339-36cf-4937-af08-41751becbd81" providerId="ADAL" clId="{0D7CC77E-0068-4E2C-B79A-76849F2F2A81}" dt="2024-09-22T10:38:47.768" v="1248"/>
          <ac:spMkLst>
            <pc:docMk/>
            <pc:sldMk cId="3875007805" sldId="313"/>
            <ac:spMk id="4" creationId="{83A1C313-E92E-4833-9015-FC8CEE460C49}"/>
          </ac:spMkLst>
        </pc:spChg>
        <pc:spChg chg="mod">
          <ac:chgData name="Daphne Economou" userId="d065a339-36cf-4937-af08-41751becbd81" providerId="ADAL" clId="{0D7CC77E-0068-4E2C-B79A-76849F2F2A81}" dt="2024-09-22T10:44:46.895" v="1316" actId="1076"/>
          <ac:spMkLst>
            <pc:docMk/>
            <pc:sldMk cId="3875007805" sldId="313"/>
            <ac:spMk id="13" creationId="{C020CA1A-7909-4C43-B62F-0CA6966A324E}"/>
          </ac:spMkLst>
        </pc:spChg>
        <pc:spChg chg="mod">
          <ac:chgData name="Daphne Economou" userId="d065a339-36cf-4937-af08-41751becbd81" providerId="ADAL" clId="{0D7CC77E-0068-4E2C-B79A-76849F2F2A81}" dt="2024-09-22T10:38:47.768" v="1248"/>
          <ac:spMkLst>
            <pc:docMk/>
            <pc:sldMk cId="3875007805" sldId="313"/>
            <ac:spMk id="120834" creationId="{00000000-0000-0000-0000-000000000000}"/>
          </ac:spMkLst>
        </pc:spChg>
        <pc:spChg chg="mod">
          <ac:chgData name="Daphne Economou" userId="d065a339-36cf-4937-af08-41751becbd81" providerId="ADAL" clId="{0D7CC77E-0068-4E2C-B79A-76849F2F2A81}" dt="2024-09-22T10:44:28.835" v="1311" actId="27636"/>
          <ac:spMkLst>
            <pc:docMk/>
            <pc:sldMk cId="3875007805" sldId="313"/>
            <ac:spMk id="120835" creationId="{00000000-0000-0000-0000-000000000000}"/>
          </ac:spMkLst>
        </pc:spChg>
        <pc:spChg chg="mod">
          <ac:chgData name="Daphne Economou" userId="d065a339-36cf-4937-af08-41751becbd81" providerId="ADAL" clId="{0D7CC77E-0068-4E2C-B79A-76849F2F2A81}" dt="2024-09-22T10:44:42.814" v="1314" actId="1076"/>
          <ac:spMkLst>
            <pc:docMk/>
            <pc:sldMk cId="3875007805" sldId="313"/>
            <ac:spMk id="120894" creationId="{00000000-0000-0000-0000-000000000000}"/>
          </ac:spMkLst>
        </pc:spChg>
        <pc:spChg chg="mod">
          <ac:chgData name="Daphne Economou" userId="d065a339-36cf-4937-af08-41751becbd81" providerId="ADAL" clId="{0D7CC77E-0068-4E2C-B79A-76849F2F2A81}" dt="2024-09-22T10:44:42.814" v="1314" actId="1076"/>
          <ac:spMkLst>
            <pc:docMk/>
            <pc:sldMk cId="3875007805" sldId="313"/>
            <ac:spMk id="120895" creationId="{00000000-0000-0000-0000-000000000000}"/>
          </ac:spMkLst>
        </pc:spChg>
        <pc:spChg chg="mod">
          <ac:chgData name="Daphne Economou" userId="d065a339-36cf-4937-af08-41751becbd81" providerId="ADAL" clId="{0D7CC77E-0068-4E2C-B79A-76849F2F2A81}" dt="2024-09-22T10:44:42.814" v="1314" actId="1076"/>
          <ac:spMkLst>
            <pc:docMk/>
            <pc:sldMk cId="3875007805" sldId="313"/>
            <ac:spMk id="120896" creationId="{00000000-0000-0000-0000-000000000000}"/>
          </ac:spMkLst>
        </pc:spChg>
        <pc:spChg chg="mod">
          <ac:chgData name="Daphne Economou" userId="d065a339-36cf-4937-af08-41751becbd81" providerId="ADAL" clId="{0D7CC77E-0068-4E2C-B79A-76849F2F2A81}" dt="2024-09-22T10:44:42.814" v="1314" actId="1076"/>
          <ac:spMkLst>
            <pc:docMk/>
            <pc:sldMk cId="3875007805" sldId="313"/>
            <ac:spMk id="120897" creationId="{00000000-0000-0000-0000-000000000000}"/>
          </ac:spMkLst>
        </pc:spChg>
        <pc:spChg chg="mod">
          <ac:chgData name="Daphne Economou" userId="d065a339-36cf-4937-af08-41751becbd81" providerId="ADAL" clId="{0D7CC77E-0068-4E2C-B79A-76849F2F2A81}" dt="2024-09-22T10:44:42.814" v="1314" actId="1076"/>
          <ac:spMkLst>
            <pc:docMk/>
            <pc:sldMk cId="3875007805" sldId="313"/>
            <ac:spMk id="120898" creationId="{00000000-0000-0000-0000-000000000000}"/>
          </ac:spMkLst>
        </pc:spChg>
        <pc:spChg chg="mod">
          <ac:chgData name="Daphne Economou" userId="d065a339-36cf-4937-af08-41751becbd81" providerId="ADAL" clId="{0D7CC77E-0068-4E2C-B79A-76849F2F2A81}" dt="2024-09-22T10:44:42.814" v="1314" actId="1076"/>
          <ac:spMkLst>
            <pc:docMk/>
            <pc:sldMk cId="3875007805" sldId="313"/>
            <ac:spMk id="120899" creationId="{00000000-0000-0000-0000-000000000000}"/>
          </ac:spMkLst>
        </pc:spChg>
      </pc:sldChg>
      <pc:sldChg chg="modSp mod">
        <pc:chgData name="Daphne Economou" userId="d065a339-36cf-4937-af08-41751becbd81" providerId="ADAL" clId="{0D7CC77E-0068-4E2C-B79A-76849F2F2A81}" dt="2024-09-22T10:47:12.030" v="1345" actId="179"/>
        <pc:sldMkLst>
          <pc:docMk/>
          <pc:sldMk cId="717463835" sldId="316"/>
        </pc:sldMkLst>
        <pc:spChg chg="mod">
          <ac:chgData name="Daphne Economou" userId="d065a339-36cf-4937-af08-41751becbd81" providerId="ADAL" clId="{0D7CC77E-0068-4E2C-B79A-76849F2F2A81}" dt="2024-09-22T10:38:47.768" v="1248"/>
          <ac:spMkLst>
            <pc:docMk/>
            <pc:sldMk cId="717463835" sldId="316"/>
            <ac:spMk id="2" creationId="{C698D587-8A47-4B49-8C46-D8CBBA6694DC}"/>
          </ac:spMkLst>
        </pc:spChg>
        <pc:spChg chg="mod">
          <ac:chgData name="Daphne Economou" userId="d065a339-36cf-4937-af08-41751becbd81" providerId="ADAL" clId="{0D7CC77E-0068-4E2C-B79A-76849F2F2A81}" dt="2024-09-22T10:38:47.768" v="1248"/>
          <ac:spMkLst>
            <pc:docMk/>
            <pc:sldMk cId="717463835" sldId="316"/>
            <ac:spMk id="3" creationId="{714F3C75-AC4B-4086-ACC2-A4152F284ECE}"/>
          </ac:spMkLst>
        </pc:spChg>
        <pc:spChg chg="mod">
          <ac:chgData name="Daphne Economou" userId="d065a339-36cf-4937-af08-41751becbd81" providerId="ADAL" clId="{0D7CC77E-0068-4E2C-B79A-76849F2F2A81}" dt="2024-09-22T10:38:47.768" v="1248"/>
          <ac:spMkLst>
            <pc:docMk/>
            <pc:sldMk cId="717463835" sldId="316"/>
            <ac:spMk id="4" creationId="{DF843FE5-0651-4300-BDA3-3EF4E641C622}"/>
          </ac:spMkLst>
        </pc:spChg>
        <pc:spChg chg="mod">
          <ac:chgData name="Daphne Economou" userId="d065a339-36cf-4937-af08-41751becbd81" providerId="ADAL" clId="{0D7CC77E-0068-4E2C-B79A-76849F2F2A81}" dt="2024-09-22T10:35:09.246" v="1196" actId="1076"/>
          <ac:spMkLst>
            <pc:docMk/>
            <pc:sldMk cId="717463835" sldId="316"/>
            <ac:spMk id="8" creationId="{779CB7DD-9592-4FC7-90DD-AC9361E640EB}"/>
          </ac:spMkLst>
        </pc:spChg>
        <pc:spChg chg="mod">
          <ac:chgData name="Daphne Economou" userId="d065a339-36cf-4937-af08-41751becbd81" providerId="ADAL" clId="{0D7CC77E-0068-4E2C-B79A-76849F2F2A81}" dt="2024-09-22T10:47:12.030" v="1345" actId="179"/>
          <ac:spMkLst>
            <pc:docMk/>
            <pc:sldMk cId="717463835" sldId="316"/>
            <ac:spMk id="129026" creationId="{00000000-0000-0000-0000-000000000000}"/>
          </ac:spMkLst>
        </pc:spChg>
        <pc:spChg chg="mod">
          <ac:chgData name="Daphne Economou" userId="d065a339-36cf-4937-af08-41751becbd81" providerId="ADAL" clId="{0D7CC77E-0068-4E2C-B79A-76849F2F2A81}" dt="2024-09-22T10:34:18.464" v="1195" actId="948"/>
          <ac:spMkLst>
            <pc:docMk/>
            <pc:sldMk cId="717463835" sldId="316"/>
            <ac:spMk id="129027" creationId="{00000000-0000-0000-0000-000000000000}"/>
          </ac:spMkLst>
        </pc:spChg>
      </pc:sldChg>
      <pc:sldChg chg="modSp">
        <pc:chgData name="Daphne Economou" userId="d065a339-36cf-4937-af08-41751becbd81" providerId="ADAL" clId="{0D7CC77E-0068-4E2C-B79A-76849F2F2A81}" dt="2024-09-22T10:38:47.768" v="1248"/>
        <pc:sldMkLst>
          <pc:docMk/>
          <pc:sldMk cId="0" sldId="329"/>
        </pc:sldMkLst>
        <pc:spChg chg="mod">
          <ac:chgData name="Daphne Economou" userId="d065a339-36cf-4937-af08-41751becbd81" providerId="ADAL" clId="{0D7CC77E-0068-4E2C-B79A-76849F2F2A81}" dt="2024-09-22T10:38:47.768" v="1248"/>
          <ac:spMkLst>
            <pc:docMk/>
            <pc:sldMk cId="0" sldId="329"/>
            <ac:spMk id="2" creationId="{F017784C-11DB-4BA8-BF51-FBDEA545BBD7}"/>
          </ac:spMkLst>
        </pc:spChg>
        <pc:spChg chg="mod">
          <ac:chgData name="Daphne Economou" userId="d065a339-36cf-4937-af08-41751becbd81" providerId="ADAL" clId="{0D7CC77E-0068-4E2C-B79A-76849F2F2A81}" dt="2024-09-22T10:38:47.768" v="1248"/>
          <ac:spMkLst>
            <pc:docMk/>
            <pc:sldMk cId="0" sldId="329"/>
            <ac:spMk id="3" creationId="{86F87A7A-6D48-4FF9-9016-D7B205D34F79}"/>
          </ac:spMkLst>
        </pc:spChg>
        <pc:spChg chg="mod">
          <ac:chgData name="Daphne Economou" userId="d065a339-36cf-4937-af08-41751becbd81" providerId="ADAL" clId="{0D7CC77E-0068-4E2C-B79A-76849F2F2A81}" dt="2024-09-22T10:38:47.768" v="1248"/>
          <ac:spMkLst>
            <pc:docMk/>
            <pc:sldMk cId="0" sldId="329"/>
            <ac:spMk id="4" creationId="{2BE6F95B-3606-47A8-B1C1-5C32A81286A5}"/>
          </ac:spMkLst>
        </pc:spChg>
        <pc:spChg chg="mod">
          <ac:chgData name="Daphne Economou" userId="d065a339-36cf-4937-af08-41751becbd81" providerId="ADAL" clId="{0D7CC77E-0068-4E2C-B79A-76849F2F2A81}" dt="2024-09-22T10:38:47.768" v="1248"/>
          <ac:spMkLst>
            <pc:docMk/>
            <pc:sldMk cId="0" sldId="329"/>
            <ac:spMk id="157698" creationId="{00000000-0000-0000-0000-000000000000}"/>
          </ac:spMkLst>
        </pc:spChg>
        <pc:spChg chg="mod">
          <ac:chgData name="Daphne Economou" userId="d065a339-36cf-4937-af08-41751becbd81" providerId="ADAL" clId="{0D7CC77E-0068-4E2C-B79A-76849F2F2A81}" dt="2024-09-22T10:38:47.768" v="1248"/>
          <ac:spMkLst>
            <pc:docMk/>
            <pc:sldMk cId="0" sldId="329"/>
            <ac:spMk id="157699" creationId="{00000000-0000-0000-0000-000000000000}"/>
          </ac:spMkLst>
        </pc:spChg>
      </pc:sldChg>
      <pc:sldChg chg="modSp mod">
        <pc:chgData name="Daphne Economou" userId="d065a339-36cf-4937-af08-41751becbd81" providerId="ADAL" clId="{0D7CC77E-0068-4E2C-B79A-76849F2F2A81}" dt="2024-09-22T11:09:40.078" v="1628" actId="108"/>
        <pc:sldMkLst>
          <pc:docMk/>
          <pc:sldMk cId="0" sldId="358"/>
        </pc:sldMkLst>
        <pc:spChg chg="mod">
          <ac:chgData name="Daphne Economou" userId="d065a339-36cf-4937-af08-41751becbd81" providerId="ADAL" clId="{0D7CC77E-0068-4E2C-B79A-76849F2F2A81}" dt="2024-09-22T10:38:47.768" v="1248"/>
          <ac:spMkLst>
            <pc:docMk/>
            <pc:sldMk cId="0" sldId="358"/>
            <ac:spMk id="5" creationId="{97B3E27D-5061-9041-FE1F-6011B85A464E}"/>
          </ac:spMkLst>
        </pc:spChg>
        <pc:spChg chg="mod">
          <ac:chgData name="Daphne Economou" userId="d065a339-36cf-4937-af08-41751becbd81" providerId="ADAL" clId="{0D7CC77E-0068-4E2C-B79A-76849F2F2A81}" dt="2024-09-22T10:38:47.768" v="1248"/>
          <ac:spMkLst>
            <pc:docMk/>
            <pc:sldMk cId="0" sldId="358"/>
            <ac:spMk id="6" creationId="{B0E9EB82-B7A9-6F24-EE7F-53C221385510}"/>
          </ac:spMkLst>
        </pc:spChg>
        <pc:spChg chg="mod">
          <ac:chgData name="Daphne Economou" userId="d065a339-36cf-4937-af08-41751becbd81" providerId="ADAL" clId="{0D7CC77E-0068-4E2C-B79A-76849F2F2A81}" dt="2024-09-22T10:38:47.768" v="1248"/>
          <ac:spMkLst>
            <pc:docMk/>
            <pc:sldMk cId="0" sldId="358"/>
            <ac:spMk id="7" creationId="{DFB30F3C-9DE7-9F38-C979-BE0FA4AC0FEF}"/>
          </ac:spMkLst>
        </pc:spChg>
        <pc:spChg chg="mod">
          <ac:chgData name="Daphne Economou" userId="d065a339-36cf-4937-af08-41751becbd81" providerId="ADAL" clId="{0D7CC77E-0068-4E2C-B79A-76849F2F2A81}" dt="2024-09-22T10:38:47.768" v="1248"/>
          <ac:spMkLst>
            <pc:docMk/>
            <pc:sldMk cId="0" sldId="358"/>
            <ac:spMk id="223234" creationId="{00000000-0000-0000-0000-000000000000}"/>
          </ac:spMkLst>
        </pc:spChg>
        <pc:spChg chg="mod">
          <ac:chgData name="Daphne Economou" userId="d065a339-36cf-4937-af08-41751becbd81" providerId="ADAL" clId="{0D7CC77E-0068-4E2C-B79A-76849F2F2A81}" dt="2024-09-22T11:09:40.078" v="1628" actId="108"/>
          <ac:spMkLst>
            <pc:docMk/>
            <pc:sldMk cId="0" sldId="358"/>
            <ac:spMk id="223235" creationId="{00000000-0000-0000-0000-000000000000}"/>
          </ac:spMkLst>
        </pc:spChg>
      </pc:sldChg>
      <pc:sldChg chg="modSp">
        <pc:chgData name="Daphne Economou" userId="d065a339-36cf-4937-af08-41751becbd81" providerId="ADAL" clId="{0D7CC77E-0068-4E2C-B79A-76849F2F2A81}" dt="2024-09-22T10:38:47.768" v="1248"/>
        <pc:sldMkLst>
          <pc:docMk/>
          <pc:sldMk cId="0" sldId="365"/>
        </pc:sldMkLst>
        <pc:spChg chg="mod">
          <ac:chgData name="Daphne Economou" userId="d065a339-36cf-4937-af08-41751becbd81" providerId="ADAL" clId="{0D7CC77E-0068-4E2C-B79A-76849F2F2A81}" dt="2024-09-22T10:38:47.768" v="1248"/>
          <ac:spMkLst>
            <pc:docMk/>
            <pc:sldMk cId="0" sldId="365"/>
            <ac:spMk id="9" creationId="{0EDEE2EA-1843-44CA-AA5E-2FF0A1E0D371}"/>
          </ac:spMkLst>
        </pc:spChg>
        <pc:spChg chg="mod">
          <ac:chgData name="Daphne Economou" userId="d065a339-36cf-4937-af08-41751becbd81" providerId="ADAL" clId="{0D7CC77E-0068-4E2C-B79A-76849F2F2A81}" dt="2024-09-22T10:38:47.768" v="1248"/>
          <ac:spMkLst>
            <pc:docMk/>
            <pc:sldMk cId="0" sldId="365"/>
            <ac:spMk id="10" creationId="{034E61AF-D205-4B1B-90D3-9469C1192940}"/>
          </ac:spMkLst>
        </pc:spChg>
        <pc:spChg chg="mod">
          <ac:chgData name="Daphne Economou" userId="d065a339-36cf-4937-af08-41751becbd81" providerId="ADAL" clId="{0D7CC77E-0068-4E2C-B79A-76849F2F2A81}" dt="2024-09-22T10:38:47.768" v="1248"/>
          <ac:spMkLst>
            <pc:docMk/>
            <pc:sldMk cId="0" sldId="365"/>
            <ac:spMk id="11" creationId="{48023CE5-C148-424F-937B-29827182DA18}"/>
          </ac:spMkLst>
        </pc:spChg>
        <pc:spChg chg="mod">
          <ac:chgData name="Daphne Economou" userId="d065a339-36cf-4937-af08-41751becbd81" providerId="ADAL" clId="{0D7CC77E-0068-4E2C-B79A-76849F2F2A81}" dt="2024-09-22T10:38:47.768" v="1248"/>
          <ac:spMkLst>
            <pc:docMk/>
            <pc:sldMk cId="0" sldId="365"/>
            <ac:spMk id="237570" creationId="{00000000-0000-0000-0000-000000000000}"/>
          </ac:spMkLst>
        </pc:spChg>
      </pc:sldChg>
      <pc:sldChg chg="modSp mod">
        <pc:chgData name="Daphne Economou" userId="d065a339-36cf-4937-af08-41751becbd81" providerId="ADAL" clId="{0D7CC77E-0068-4E2C-B79A-76849F2F2A81}" dt="2024-09-22T11:13:26.679" v="1657" actId="20577"/>
        <pc:sldMkLst>
          <pc:docMk/>
          <pc:sldMk cId="0" sldId="381"/>
        </pc:sldMkLst>
        <pc:spChg chg="mod">
          <ac:chgData name="Daphne Economou" userId="d065a339-36cf-4937-af08-41751becbd81" providerId="ADAL" clId="{0D7CC77E-0068-4E2C-B79A-76849F2F2A81}" dt="2024-09-22T10:38:47.768" v="1248"/>
          <ac:spMkLst>
            <pc:docMk/>
            <pc:sldMk cId="0" sldId="381"/>
            <ac:spMk id="2" creationId="{00000000-0000-0000-0000-000000000000}"/>
          </ac:spMkLst>
        </pc:spChg>
        <pc:spChg chg="mod">
          <ac:chgData name="Daphne Economou" userId="d065a339-36cf-4937-af08-41751becbd81" providerId="ADAL" clId="{0D7CC77E-0068-4E2C-B79A-76849F2F2A81}" dt="2024-09-22T10:38:47.768" v="1248"/>
          <ac:spMkLst>
            <pc:docMk/>
            <pc:sldMk cId="0" sldId="381"/>
            <ac:spMk id="3" creationId="{00000000-0000-0000-0000-000000000000}"/>
          </ac:spMkLst>
        </pc:spChg>
        <pc:spChg chg="mod">
          <ac:chgData name="Daphne Economou" userId="d065a339-36cf-4937-af08-41751becbd81" providerId="ADAL" clId="{0D7CC77E-0068-4E2C-B79A-76849F2F2A81}" dt="2024-09-22T10:38:47.768" v="1248"/>
          <ac:spMkLst>
            <pc:docMk/>
            <pc:sldMk cId="0" sldId="381"/>
            <ac:spMk id="4" creationId="{938844CC-666B-43EF-A265-4FC86B53FE46}"/>
          </ac:spMkLst>
        </pc:spChg>
        <pc:spChg chg="mod">
          <ac:chgData name="Daphne Economou" userId="d065a339-36cf-4937-af08-41751becbd81" providerId="ADAL" clId="{0D7CC77E-0068-4E2C-B79A-76849F2F2A81}" dt="2024-09-22T10:38:47.768" v="1248"/>
          <ac:spMkLst>
            <pc:docMk/>
            <pc:sldMk cId="0" sldId="381"/>
            <ac:spMk id="5" creationId="{9B45C3D2-6FE3-42C3-A16B-1E17BF25F252}"/>
          </ac:spMkLst>
        </pc:spChg>
        <pc:spChg chg="mod">
          <ac:chgData name="Daphne Economou" userId="d065a339-36cf-4937-af08-41751becbd81" providerId="ADAL" clId="{0D7CC77E-0068-4E2C-B79A-76849F2F2A81}" dt="2024-09-22T10:38:47.768" v="1248"/>
          <ac:spMkLst>
            <pc:docMk/>
            <pc:sldMk cId="0" sldId="381"/>
            <ac:spMk id="7" creationId="{A865CB4A-3872-4C63-A2F2-B119009D2913}"/>
          </ac:spMkLst>
        </pc:spChg>
        <pc:spChg chg="mod">
          <ac:chgData name="Daphne Economou" userId="d065a339-36cf-4937-af08-41751becbd81" providerId="ADAL" clId="{0D7CC77E-0068-4E2C-B79A-76849F2F2A81}" dt="2024-09-22T11:13:26.679" v="1657" actId="20577"/>
          <ac:spMkLst>
            <pc:docMk/>
            <pc:sldMk cId="0" sldId="381"/>
            <ac:spMk id="13" creationId="{590E10E3-906F-1004-C471-D8867D777ABD}"/>
          </ac:spMkLst>
        </pc:spChg>
      </pc:sldChg>
      <pc:sldChg chg="modSp">
        <pc:chgData name="Daphne Economou" userId="d065a339-36cf-4937-af08-41751becbd81" providerId="ADAL" clId="{0D7CC77E-0068-4E2C-B79A-76849F2F2A81}" dt="2024-09-22T10:38:47.768" v="1248"/>
        <pc:sldMkLst>
          <pc:docMk/>
          <pc:sldMk cId="0" sldId="385"/>
        </pc:sldMkLst>
        <pc:spChg chg="mod">
          <ac:chgData name="Daphne Economou" userId="d065a339-36cf-4937-af08-41751becbd81" providerId="ADAL" clId="{0D7CC77E-0068-4E2C-B79A-76849F2F2A81}" dt="2024-09-22T10:38:47.768" v="1248"/>
          <ac:spMkLst>
            <pc:docMk/>
            <pc:sldMk cId="0" sldId="385"/>
            <ac:spMk id="2" creationId="{00000000-0000-0000-0000-000000000000}"/>
          </ac:spMkLst>
        </pc:spChg>
        <pc:spChg chg="mod">
          <ac:chgData name="Daphne Economou" userId="d065a339-36cf-4937-af08-41751becbd81" providerId="ADAL" clId="{0D7CC77E-0068-4E2C-B79A-76849F2F2A81}" dt="2024-09-22T10:38:47.768" v="1248"/>
          <ac:spMkLst>
            <pc:docMk/>
            <pc:sldMk cId="0" sldId="385"/>
            <ac:spMk id="4" creationId="{6FE18F62-6953-4EB7-980C-770350D5552C}"/>
          </ac:spMkLst>
        </pc:spChg>
        <pc:spChg chg="mod">
          <ac:chgData name="Daphne Economou" userId="d065a339-36cf-4937-af08-41751becbd81" providerId="ADAL" clId="{0D7CC77E-0068-4E2C-B79A-76849F2F2A81}" dt="2024-09-22T10:38:47.768" v="1248"/>
          <ac:spMkLst>
            <pc:docMk/>
            <pc:sldMk cId="0" sldId="385"/>
            <ac:spMk id="5" creationId="{CB4CB3F9-4AF4-4FAA-92E7-D0D8B1F22263}"/>
          </ac:spMkLst>
        </pc:spChg>
        <pc:spChg chg="mod">
          <ac:chgData name="Daphne Economou" userId="d065a339-36cf-4937-af08-41751becbd81" providerId="ADAL" clId="{0D7CC77E-0068-4E2C-B79A-76849F2F2A81}" dt="2024-09-22T10:38:47.768" v="1248"/>
          <ac:spMkLst>
            <pc:docMk/>
            <pc:sldMk cId="0" sldId="385"/>
            <ac:spMk id="6" creationId="{B2629B1E-139B-4A27-9DDC-E8D1B6812612}"/>
          </ac:spMkLst>
        </pc:spChg>
      </pc:sldChg>
      <pc:sldChg chg="modSp">
        <pc:chgData name="Daphne Economou" userId="d065a339-36cf-4937-af08-41751becbd81" providerId="ADAL" clId="{0D7CC77E-0068-4E2C-B79A-76849F2F2A81}" dt="2024-09-22T10:38:47.768" v="1248"/>
        <pc:sldMkLst>
          <pc:docMk/>
          <pc:sldMk cId="3995149150" sldId="388"/>
        </pc:sldMkLst>
        <pc:spChg chg="mod">
          <ac:chgData name="Daphne Economou" userId="d065a339-36cf-4937-af08-41751becbd81" providerId="ADAL" clId="{0D7CC77E-0068-4E2C-B79A-76849F2F2A81}" dt="2024-09-22T10:38:47.768" v="1248"/>
          <ac:spMkLst>
            <pc:docMk/>
            <pc:sldMk cId="3995149150" sldId="388"/>
            <ac:spMk id="2" creationId="{00000000-0000-0000-0000-000000000000}"/>
          </ac:spMkLst>
        </pc:spChg>
        <pc:spChg chg="mod">
          <ac:chgData name="Daphne Economou" userId="d065a339-36cf-4937-af08-41751becbd81" providerId="ADAL" clId="{0D7CC77E-0068-4E2C-B79A-76849F2F2A81}" dt="2024-09-22T10:38:47.768" v="1248"/>
          <ac:spMkLst>
            <pc:docMk/>
            <pc:sldMk cId="3995149150" sldId="388"/>
            <ac:spMk id="4" creationId="{B2105344-E5F5-4431-87C0-708DD52C06BF}"/>
          </ac:spMkLst>
        </pc:spChg>
        <pc:spChg chg="mod">
          <ac:chgData name="Daphne Economou" userId="d065a339-36cf-4937-af08-41751becbd81" providerId="ADAL" clId="{0D7CC77E-0068-4E2C-B79A-76849F2F2A81}" dt="2024-09-22T10:38:47.768" v="1248"/>
          <ac:spMkLst>
            <pc:docMk/>
            <pc:sldMk cId="3995149150" sldId="388"/>
            <ac:spMk id="5" creationId="{50194E56-D391-411B-86D5-E05C86F6C7F9}"/>
          </ac:spMkLst>
        </pc:spChg>
        <pc:spChg chg="mod">
          <ac:chgData name="Daphne Economou" userId="d065a339-36cf-4937-af08-41751becbd81" providerId="ADAL" clId="{0D7CC77E-0068-4E2C-B79A-76849F2F2A81}" dt="2024-09-22T10:38:47.768" v="1248"/>
          <ac:spMkLst>
            <pc:docMk/>
            <pc:sldMk cId="3995149150" sldId="388"/>
            <ac:spMk id="6" creationId="{6ECC9185-2CDA-45A5-BE2D-26BD99E630D9}"/>
          </ac:spMkLst>
        </pc:spChg>
      </pc:sldChg>
      <pc:sldChg chg="modSp mod">
        <pc:chgData name="Daphne Economou" userId="d065a339-36cf-4937-af08-41751becbd81" providerId="ADAL" clId="{0D7CC77E-0068-4E2C-B79A-76849F2F2A81}" dt="2024-09-22T10:50:57.945" v="1399" actId="27636"/>
        <pc:sldMkLst>
          <pc:docMk/>
          <pc:sldMk cId="0" sldId="394"/>
        </pc:sldMkLst>
        <pc:spChg chg="mod">
          <ac:chgData name="Daphne Economou" userId="d065a339-36cf-4937-af08-41751becbd81" providerId="ADAL" clId="{0D7CC77E-0068-4E2C-B79A-76849F2F2A81}" dt="2024-09-22T10:38:47.768" v="1248"/>
          <ac:spMkLst>
            <pc:docMk/>
            <pc:sldMk cId="0" sldId="394"/>
            <ac:spMk id="2" creationId="{6DD19F49-76CA-41F8-B127-C56FCF17EAA0}"/>
          </ac:spMkLst>
        </pc:spChg>
        <pc:spChg chg="mod">
          <ac:chgData name="Daphne Economou" userId="d065a339-36cf-4937-af08-41751becbd81" providerId="ADAL" clId="{0D7CC77E-0068-4E2C-B79A-76849F2F2A81}" dt="2024-09-22T10:38:47.768" v="1248"/>
          <ac:spMkLst>
            <pc:docMk/>
            <pc:sldMk cId="0" sldId="394"/>
            <ac:spMk id="3" creationId="{4E6473F4-5ABB-4440-91EC-2DEAA6D3C9B4}"/>
          </ac:spMkLst>
        </pc:spChg>
        <pc:spChg chg="mod">
          <ac:chgData name="Daphne Economou" userId="d065a339-36cf-4937-af08-41751becbd81" providerId="ADAL" clId="{0D7CC77E-0068-4E2C-B79A-76849F2F2A81}" dt="2024-09-22T10:38:47.768" v="1248"/>
          <ac:spMkLst>
            <pc:docMk/>
            <pc:sldMk cId="0" sldId="394"/>
            <ac:spMk id="4" creationId="{FB9DF10D-8A38-4109-8A1C-7BBDE6D2FC30}"/>
          </ac:spMkLst>
        </pc:spChg>
        <pc:spChg chg="mod">
          <ac:chgData name="Daphne Economou" userId="d065a339-36cf-4937-af08-41751becbd81" providerId="ADAL" clId="{0D7CC77E-0068-4E2C-B79A-76849F2F2A81}" dt="2024-09-22T10:50:57.945" v="1399" actId="27636"/>
          <ac:spMkLst>
            <pc:docMk/>
            <pc:sldMk cId="0" sldId="394"/>
            <ac:spMk id="133123" creationId="{00000000-0000-0000-0000-000000000000}"/>
          </ac:spMkLst>
        </pc:spChg>
      </pc:sldChg>
      <pc:sldChg chg="modSp mod">
        <pc:chgData name="Daphne Economou" userId="d065a339-36cf-4937-af08-41751becbd81" providerId="ADAL" clId="{0D7CC77E-0068-4E2C-B79A-76849F2F2A81}" dt="2024-09-22T10:51:13.316" v="1401" actId="255"/>
        <pc:sldMkLst>
          <pc:docMk/>
          <pc:sldMk cId="0" sldId="395"/>
        </pc:sldMkLst>
        <pc:spChg chg="mod">
          <ac:chgData name="Daphne Economou" userId="d065a339-36cf-4937-af08-41751becbd81" providerId="ADAL" clId="{0D7CC77E-0068-4E2C-B79A-76849F2F2A81}" dt="2024-09-22T10:38:47.768" v="1248"/>
          <ac:spMkLst>
            <pc:docMk/>
            <pc:sldMk cId="0" sldId="395"/>
            <ac:spMk id="2" creationId="{528AD3FE-29AE-4B62-AA76-A1EFA31AEDB4}"/>
          </ac:spMkLst>
        </pc:spChg>
        <pc:spChg chg="mod">
          <ac:chgData name="Daphne Economou" userId="d065a339-36cf-4937-af08-41751becbd81" providerId="ADAL" clId="{0D7CC77E-0068-4E2C-B79A-76849F2F2A81}" dt="2024-09-22T10:38:47.768" v="1248"/>
          <ac:spMkLst>
            <pc:docMk/>
            <pc:sldMk cId="0" sldId="395"/>
            <ac:spMk id="3" creationId="{DDAF0F0A-C69A-4737-94D4-43B78019F5DA}"/>
          </ac:spMkLst>
        </pc:spChg>
        <pc:spChg chg="mod">
          <ac:chgData name="Daphne Economou" userId="d065a339-36cf-4937-af08-41751becbd81" providerId="ADAL" clId="{0D7CC77E-0068-4E2C-B79A-76849F2F2A81}" dt="2024-09-22T10:38:47.768" v="1248"/>
          <ac:spMkLst>
            <pc:docMk/>
            <pc:sldMk cId="0" sldId="395"/>
            <ac:spMk id="4" creationId="{5CBF8CB1-A701-40B5-A04B-28FD9875402D}"/>
          </ac:spMkLst>
        </pc:spChg>
        <pc:spChg chg="mod">
          <ac:chgData name="Daphne Economou" userId="d065a339-36cf-4937-af08-41751becbd81" providerId="ADAL" clId="{0D7CC77E-0068-4E2C-B79A-76849F2F2A81}" dt="2024-09-22T10:38:47.768" v="1248"/>
          <ac:spMkLst>
            <pc:docMk/>
            <pc:sldMk cId="0" sldId="395"/>
            <ac:spMk id="135170" creationId="{00000000-0000-0000-0000-000000000000}"/>
          </ac:spMkLst>
        </pc:spChg>
        <pc:spChg chg="mod">
          <ac:chgData name="Daphne Economou" userId="d065a339-36cf-4937-af08-41751becbd81" providerId="ADAL" clId="{0D7CC77E-0068-4E2C-B79A-76849F2F2A81}" dt="2024-09-22T10:51:13.316" v="1401" actId="255"/>
          <ac:spMkLst>
            <pc:docMk/>
            <pc:sldMk cId="0" sldId="395"/>
            <ac:spMk id="135171" creationId="{00000000-0000-0000-0000-000000000000}"/>
          </ac:spMkLst>
        </pc:spChg>
      </pc:sldChg>
      <pc:sldChg chg="modSp mod">
        <pc:chgData name="Daphne Economou" userId="d065a339-36cf-4937-af08-41751becbd81" providerId="ADAL" clId="{0D7CC77E-0068-4E2C-B79A-76849F2F2A81}" dt="2024-09-22T10:52:23.703" v="1406" actId="113"/>
        <pc:sldMkLst>
          <pc:docMk/>
          <pc:sldMk cId="0" sldId="398"/>
        </pc:sldMkLst>
        <pc:spChg chg="mod">
          <ac:chgData name="Daphne Economou" userId="d065a339-36cf-4937-af08-41751becbd81" providerId="ADAL" clId="{0D7CC77E-0068-4E2C-B79A-76849F2F2A81}" dt="2024-09-22T10:38:47.768" v="1248"/>
          <ac:spMkLst>
            <pc:docMk/>
            <pc:sldMk cId="0" sldId="398"/>
            <ac:spMk id="2" creationId="{00000000-0000-0000-0000-000000000000}"/>
          </ac:spMkLst>
        </pc:spChg>
        <pc:spChg chg="mod">
          <ac:chgData name="Daphne Economou" userId="d065a339-36cf-4937-af08-41751becbd81" providerId="ADAL" clId="{0D7CC77E-0068-4E2C-B79A-76849F2F2A81}" dt="2024-09-22T10:52:23.703" v="1406" actId="113"/>
          <ac:spMkLst>
            <pc:docMk/>
            <pc:sldMk cId="0" sldId="398"/>
            <ac:spMk id="3" creationId="{00000000-0000-0000-0000-000000000000}"/>
          </ac:spMkLst>
        </pc:spChg>
        <pc:spChg chg="mod">
          <ac:chgData name="Daphne Economou" userId="d065a339-36cf-4937-af08-41751becbd81" providerId="ADAL" clId="{0D7CC77E-0068-4E2C-B79A-76849F2F2A81}" dt="2024-09-22T10:38:47.768" v="1248"/>
          <ac:spMkLst>
            <pc:docMk/>
            <pc:sldMk cId="0" sldId="398"/>
            <ac:spMk id="4" creationId="{606F7C27-AD91-490B-889E-B96ED6579DEF}"/>
          </ac:spMkLst>
        </pc:spChg>
        <pc:spChg chg="mod">
          <ac:chgData name="Daphne Economou" userId="d065a339-36cf-4937-af08-41751becbd81" providerId="ADAL" clId="{0D7CC77E-0068-4E2C-B79A-76849F2F2A81}" dt="2024-09-22T10:38:47.768" v="1248"/>
          <ac:spMkLst>
            <pc:docMk/>
            <pc:sldMk cId="0" sldId="398"/>
            <ac:spMk id="5" creationId="{510DF270-F30E-41DD-A064-20164359BB67}"/>
          </ac:spMkLst>
        </pc:spChg>
        <pc:spChg chg="mod">
          <ac:chgData name="Daphne Economou" userId="d065a339-36cf-4937-af08-41751becbd81" providerId="ADAL" clId="{0D7CC77E-0068-4E2C-B79A-76849F2F2A81}" dt="2024-09-22T10:38:47.768" v="1248"/>
          <ac:spMkLst>
            <pc:docMk/>
            <pc:sldMk cId="0" sldId="398"/>
            <ac:spMk id="6" creationId="{9727A894-1130-4B65-83ED-1DFAAADADE5F}"/>
          </ac:spMkLst>
        </pc:spChg>
      </pc:sldChg>
      <pc:sldChg chg="modSp mod">
        <pc:chgData name="Daphne Economou" userId="d065a339-36cf-4937-af08-41751becbd81" providerId="ADAL" clId="{0D7CC77E-0068-4E2C-B79A-76849F2F2A81}" dt="2024-09-22T10:52:30.531" v="1409" actId="113"/>
        <pc:sldMkLst>
          <pc:docMk/>
          <pc:sldMk cId="0" sldId="399"/>
        </pc:sldMkLst>
        <pc:spChg chg="mod">
          <ac:chgData name="Daphne Economou" userId="d065a339-36cf-4937-af08-41751becbd81" providerId="ADAL" clId="{0D7CC77E-0068-4E2C-B79A-76849F2F2A81}" dt="2024-09-22T10:38:47.768" v="1248"/>
          <ac:spMkLst>
            <pc:docMk/>
            <pc:sldMk cId="0" sldId="399"/>
            <ac:spMk id="2" creationId="{00000000-0000-0000-0000-000000000000}"/>
          </ac:spMkLst>
        </pc:spChg>
        <pc:spChg chg="mod">
          <ac:chgData name="Daphne Economou" userId="d065a339-36cf-4937-af08-41751becbd81" providerId="ADAL" clId="{0D7CC77E-0068-4E2C-B79A-76849F2F2A81}" dt="2024-09-22T10:52:30.531" v="1409" actId="113"/>
          <ac:spMkLst>
            <pc:docMk/>
            <pc:sldMk cId="0" sldId="399"/>
            <ac:spMk id="3" creationId="{00000000-0000-0000-0000-000000000000}"/>
          </ac:spMkLst>
        </pc:spChg>
        <pc:spChg chg="mod">
          <ac:chgData name="Daphne Economou" userId="d065a339-36cf-4937-af08-41751becbd81" providerId="ADAL" clId="{0D7CC77E-0068-4E2C-B79A-76849F2F2A81}" dt="2024-09-22T10:38:47.768" v="1248"/>
          <ac:spMkLst>
            <pc:docMk/>
            <pc:sldMk cId="0" sldId="399"/>
            <ac:spMk id="4" creationId="{2B0F53AA-0C39-4B72-A2C3-E29EC96EA82C}"/>
          </ac:spMkLst>
        </pc:spChg>
        <pc:spChg chg="mod">
          <ac:chgData name="Daphne Economou" userId="d065a339-36cf-4937-af08-41751becbd81" providerId="ADAL" clId="{0D7CC77E-0068-4E2C-B79A-76849F2F2A81}" dt="2024-09-22T10:38:47.768" v="1248"/>
          <ac:spMkLst>
            <pc:docMk/>
            <pc:sldMk cId="0" sldId="399"/>
            <ac:spMk id="5" creationId="{C1F3C2FD-5D71-4EA4-8691-91DDC82BC4C8}"/>
          </ac:spMkLst>
        </pc:spChg>
        <pc:spChg chg="mod">
          <ac:chgData name="Daphne Economou" userId="d065a339-36cf-4937-af08-41751becbd81" providerId="ADAL" clId="{0D7CC77E-0068-4E2C-B79A-76849F2F2A81}" dt="2024-09-22T10:38:47.768" v="1248"/>
          <ac:spMkLst>
            <pc:docMk/>
            <pc:sldMk cId="0" sldId="399"/>
            <ac:spMk id="6" creationId="{E96C16FA-58E2-4765-9D15-F7AEBE0DD591}"/>
          </ac:spMkLst>
        </pc:spChg>
      </pc:sldChg>
      <pc:sldChg chg="modSp mod">
        <pc:chgData name="Daphne Economou" userId="d065a339-36cf-4937-af08-41751becbd81" providerId="ADAL" clId="{0D7CC77E-0068-4E2C-B79A-76849F2F2A81}" dt="2024-09-22T10:54:11.221" v="1415" actId="207"/>
        <pc:sldMkLst>
          <pc:docMk/>
          <pc:sldMk cId="0" sldId="400"/>
        </pc:sldMkLst>
        <pc:spChg chg="mod">
          <ac:chgData name="Daphne Economou" userId="d065a339-36cf-4937-af08-41751becbd81" providerId="ADAL" clId="{0D7CC77E-0068-4E2C-B79A-76849F2F2A81}" dt="2024-09-22T10:38:47.768" v="1248"/>
          <ac:spMkLst>
            <pc:docMk/>
            <pc:sldMk cId="0" sldId="400"/>
            <ac:spMk id="2" creationId="{00000000-0000-0000-0000-000000000000}"/>
          </ac:spMkLst>
        </pc:spChg>
        <pc:spChg chg="mod">
          <ac:chgData name="Daphne Economou" userId="d065a339-36cf-4937-af08-41751becbd81" providerId="ADAL" clId="{0D7CC77E-0068-4E2C-B79A-76849F2F2A81}" dt="2024-09-22T10:54:11.221" v="1415" actId="207"/>
          <ac:spMkLst>
            <pc:docMk/>
            <pc:sldMk cId="0" sldId="400"/>
            <ac:spMk id="3" creationId="{00000000-0000-0000-0000-000000000000}"/>
          </ac:spMkLst>
        </pc:spChg>
        <pc:spChg chg="mod">
          <ac:chgData name="Daphne Economou" userId="d065a339-36cf-4937-af08-41751becbd81" providerId="ADAL" clId="{0D7CC77E-0068-4E2C-B79A-76849F2F2A81}" dt="2024-09-22T10:38:47.768" v="1248"/>
          <ac:spMkLst>
            <pc:docMk/>
            <pc:sldMk cId="0" sldId="400"/>
            <ac:spMk id="4" creationId="{F18FD393-94D4-41C3-9C59-6C046185E387}"/>
          </ac:spMkLst>
        </pc:spChg>
        <pc:spChg chg="mod">
          <ac:chgData name="Daphne Economou" userId="d065a339-36cf-4937-af08-41751becbd81" providerId="ADAL" clId="{0D7CC77E-0068-4E2C-B79A-76849F2F2A81}" dt="2024-09-22T10:38:47.768" v="1248"/>
          <ac:spMkLst>
            <pc:docMk/>
            <pc:sldMk cId="0" sldId="400"/>
            <ac:spMk id="5" creationId="{23F194F9-B4B6-45DD-B8F7-23EA286A65DB}"/>
          </ac:spMkLst>
        </pc:spChg>
        <pc:spChg chg="mod">
          <ac:chgData name="Daphne Economou" userId="d065a339-36cf-4937-af08-41751becbd81" providerId="ADAL" clId="{0D7CC77E-0068-4E2C-B79A-76849F2F2A81}" dt="2024-09-22T10:38:47.768" v="1248"/>
          <ac:spMkLst>
            <pc:docMk/>
            <pc:sldMk cId="0" sldId="400"/>
            <ac:spMk id="6" creationId="{1501A566-E419-4131-9D3A-72D6CE30BF06}"/>
          </ac:spMkLst>
        </pc:spChg>
      </pc:sldChg>
      <pc:sldChg chg="modSp">
        <pc:chgData name="Daphne Economou" userId="d065a339-36cf-4937-af08-41751becbd81" providerId="ADAL" clId="{0D7CC77E-0068-4E2C-B79A-76849F2F2A81}" dt="2024-09-22T10:38:47.768" v="1248"/>
        <pc:sldMkLst>
          <pc:docMk/>
          <pc:sldMk cId="1671842658" sldId="408"/>
        </pc:sldMkLst>
        <pc:spChg chg="mod">
          <ac:chgData name="Daphne Economou" userId="d065a339-36cf-4937-af08-41751becbd81" providerId="ADAL" clId="{0D7CC77E-0068-4E2C-B79A-76849F2F2A81}" dt="2024-09-22T10:38:47.768" v="1248"/>
          <ac:spMkLst>
            <pc:docMk/>
            <pc:sldMk cId="1671842658" sldId="408"/>
            <ac:spMk id="13" creationId="{F71F53D0-7CF5-412D-B9FC-4B7ABF45F67B}"/>
          </ac:spMkLst>
        </pc:spChg>
        <pc:spChg chg="mod">
          <ac:chgData name="Daphne Economou" userId="d065a339-36cf-4937-af08-41751becbd81" providerId="ADAL" clId="{0D7CC77E-0068-4E2C-B79A-76849F2F2A81}" dt="2024-09-22T10:38:47.768" v="1248"/>
          <ac:spMkLst>
            <pc:docMk/>
            <pc:sldMk cId="1671842658" sldId="408"/>
            <ac:spMk id="14" creationId="{A55AEE06-7F5E-450C-A890-9A37CCD6B8B0}"/>
          </ac:spMkLst>
        </pc:spChg>
        <pc:spChg chg="mod">
          <ac:chgData name="Daphne Economou" userId="d065a339-36cf-4937-af08-41751becbd81" providerId="ADAL" clId="{0D7CC77E-0068-4E2C-B79A-76849F2F2A81}" dt="2024-09-22T10:38:47.768" v="1248"/>
          <ac:spMkLst>
            <pc:docMk/>
            <pc:sldMk cId="1671842658" sldId="408"/>
            <ac:spMk id="15" creationId="{B3DB36D9-C40D-4148-BFA3-D49EF3C0196A}"/>
          </ac:spMkLst>
        </pc:spChg>
      </pc:sldChg>
      <pc:sldChg chg="addSp delSp modSp mod">
        <pc:chgData name="Daphne Economou" userId="d065a339-36cf-4937-af08-41751becbd81" providerId="ADAL" clId="{0D7CC77E-0068-4E2C-B79A-76849F2F2A81}" dt="2024-09-22T11:16:27.264" v="1681" actId="1076"/>
        <pc:sldMkLst>
          <pc:docMk/>
          <pc:sldMk cId="4244810924" sldId="409"/>
        </pc:sldMkLst>
        <pc:spChg chg="mod">
          <ac:chgData name="Daphne Economou" userId="d065a339-36cf-4937-af08-41751becbd81" providerId="ADAL" clId="{0D7CC77E-0068-4E2C-B79A-76849F2F2A81}" dt="2024-09-22T10:38:47.768" v="1248"/>
          <ac:spMkLst>
            <pc:docMk/>
            <pc:sldMk cId="4244810924" sldId="409"/>
            <ac:spMk id="2" creationId="{0A2FF4DA-BE4B-433F-86C8-53D7D46E8E1E}"/>
          </ac:spMkLst>
        </pc:spChg>
        <pc:spChg chg="mod">
          <ac:chgData name="Daphne Economou" userId="d065a339-36cf-4937-af08-41751becbd81" providerId="ADAL" clId="{0D7CC77E-0068-4E2C-B79A-76849F2F2A81}" dt="2024-09-22T11:16:17.015" v="1679" actId="114"/>
          <ac:spMkLst>
            <pc:docMk/>
            <pc:sldMk cId="4244810924" sldId="409"/>
            <ac:spMk id="3" creationId="{BEB75187-8FCD-45AF-9C07-EDE64D99D578}"/>
          </ac:spMkLst>
        </pc:spChg>
        <pc:spChg chg="add mod">
          <ac:chgData name="Daphne Economou" userId="d065a339-36cf-4937-af08-41751becbd81" providerId="ADAL" clId="{0D7CC77E-0068-4E2C-B79A-76849F2F2A81}" dt="2024-09-22T11:15:37.750" v="1676" actId="164"/>
          <ac:spMkLst>
            <pc:docMk/>
            <pc:sldMk cId="4244810924" sldId="409"/>
            <ac:spMk id="5" creationId="{AA975957-6FFA-959D-ED36-7588892F8005}"/>
          </ac:spMkLst>
        </pc:spChg>
        <pc:spChg chg="add del mod">
          <ac:chgData name="Daphne Economou" userId="d065a339-36cf-4937-af08-41751becbd81" providerId="ADAL" clId="{0D7CC77E-0068-4E2C-B79A-76849F2F2A81}" dt="2024-09-21T11:25:54.199" v="61" actId="478"/>
          <ac:spMkLst>
            <pc:docMk/>
            <pc:sldMk cId="4244810924" sldId="409"/>
            <ac:spMk id="8" creationId="{506B38DD-21FA-D4E5-BB77-1BC0470B522C}"/>
          </ac:spMkLst>
        </pc:spChg>
        <pc:spChg chg="mod">
          <ac:chgData name="Daphne Economou" userId="d065a339-36cf-4937-af08-41751becbd81" providerId="ADAL" clId="{0D7CC77E-0068-4E2C-B79A-76849F2F2A81}" dt="2024-09-22T11:16:27.264" v="1681" actId="1076"/>
          <ac:spMkLst>
            <pc:docMk/>
            <pc:sldMk cId="4244810924" sldId="409"/>
            <ac:spMk id="10" creationId="{FE6E8EE5-8182-4942-AE01-1BA8281AE4E2}"/>
          </ac:spMkLst>
        </pc:spChg>
        <pc:spChg chg="mod">
          <ac:chgData name="Daphne Economou" userId="d065a339-36cf-4937-af08-41751becbd81" providerId="ADAL" clId="{0D7CC77E-0068-4E2C-B79A-76849F2F2A81}" dt="2024-09-22T10:38:47.768" v="1248"/>
          <ac:spMkLst>
            <pc:docMk/>
            <pc:sldMk cId="4244810924" sldId="409"/>
            <ac:spMk id="11" creationId="{888B7D3B-9BA0-42D3-A4BA-9F4B174D9B37}"/>
          </ac:spMkLst>
        </pc:spChg>
        <pc:spChg chg="mod">
          <ac:chgData name="Daphne Economou" userId="d065a339-36cf-4937-af08-41751becbd81" providerId="ADAL" clId="{0D7CC77E-0068-4E2C-B79A-76849F2F2A81}" dt="2024-09-22T10:38:47.768" v="1248"/>
          <ac:spMkLst>
            <pc:docMk/>
            <pc:sldMk cId="4244810924" sldId="409"/>
            <ac:spMk id="12" creationId="{AAFD2B5F-9890-4366-8139-53DF81FBACF3}"/>
          </ac:spMkLst>
        </pc:spChg>
        <pc:spChg chg="mod">
          <ac:chgData name="Daphne Economou" userId="d065a339-36cf-4937-af08-41751becbd81" providerId="ADAL" clId="{0D7CC77E-0068-4E2C-B79A-76849F2F2A81}" dt="2024-09-22T10:38:47.768" v="1248"/>
          <ac:spMkLst>
            <pc:docMk/>
            <pc:sldMk cId="4244810924" sldId="409"/>
            <ac:spMk id="13" creationId="{67A10A46-3EFC-46D2-8A0B-3BC148D9B2A1}"/>
          </ac:spMkLst>
        </pc:spChg>
        <pc:grpChg chg="add mod">
          <ac:chgData name="Daphne Economou" userId="d065a339-36cf-4937-af08-41751becbd81" providerId="ADAL" clId="{0D7CC77E-0068-4E2C-B79A-76849F2F2A81}" dt="2024-09-22T11:15:37.750" v="1676" actId="164"/>
          <ac:grpSpMkLst>
            <pc:docMk/>
            <pc:sldMk cId="4244810924" sldId="409"/>
            <ac:grpSpMk id="24" creationId="{965124DA-6E12-8E33-6798-DBB6168E3427}"/>
          </ac:grpSpMkLst>
        </pc:grpChg>
        <pc:graphicFrameChg chg="mod">
          <ac:chgData name="Daphne Economou" userId="d065a339-36cf-4937-af08-41751becbd81" providerId="ADAL" clId="{0D7CC77E-0068-4E2C-B79A-76849F2F2A81}" dt="2024-09-22T11:16:23.039" v="1680" actId="1076"/>
          <ac:graphicFrameMkLst>
            <pc:docMk/>
            <pc:sldMk cId="4244810924" sldId="409"/>
            <ac:graphicFrameMk id="9" creationId="{6F12743E-0F2E-496C-80C2-9D4C5531D9F7}"/>
          </ac:graphicFrameMkLst>
        </pc:graphicFrameChg>
        <pc:picChg chg="add mod">
          <ac:chgData name="Daphne Economou" userId="d065a339-36cf-4937-af08-41751becbd81" providerId="ADAL" clId="{0D7CC77E-0068-4E2C-B79A-76849F2F2A81}" dt="2024-09-22T11:15:37.750" v="1676" actId="164"/>
          <ac:picMkLst>
            <pc:docMk/>
            <pc:sldMk cId="4244810924" sldId="409"/>
            <ac:picMk id="4" creationId="{3D7D1CF0-133C-C90D-397C-AABFB2B8486F}"/>
          </ac:picMkLst>
        </pc:picChg>
        <pc:picChg chg="add del mod">
          <ac:chgData name="Daphne Economou" userId="d065a339-36cf-4937-af08-41751becbd81" providerId="ADAL" clId="{0D7CC77E-0068-4E2C-B79A-76849F2F2A81}" dt="2024-09-21T11:25:54.199" v="61" actId="478"/>
          <ac:picMkLst>
            <pc:docMk/>
            <pc:sldMk cId="4244810924" sldId="409"/>
            <ac:picMk id="6" creationId="{67C5F2D6-BA1C-5772-4740-80303BDFCDF8}"/>
          </ac:picMkLst>
        </pc:picChg>
        <pc:picChg chg="add mod">
          <ac:chgData name="Daphne Economou" userId="d065a339-36cf-4937-af08-41751becbd81" providerId="ADAL" clId="{0D7CC77E-0068-4E2C-B79A-76849F2F2A81}" dt="2024-09-22T11:15:37.750" v="1676" actId="164"/>
          <ac:picMkLst>
            <pc:docMk/>
            <pc:sldMk cId="4244810924" sldId="409"/>
            <ac:picMk id="7" creationId="{7E3711A4-0C12-9C44-4AE6-BB6A57F65503}"/>
          </ac:picMkLst>
        </pc:picChg>
      </pc:sldChg>
      <pc:sldChg chg="addSp delSp modSp mod modNotesTx">
        <pc:chgData name="Daphne Economou" userId="d065a339-36cf-4937-af08-41751becbd81" providerId="ADAL" clId="{0D7CC77E-0068-4E2C-B79A-76849F2F2A81}" dt="2024-09-22T10:40:06.915" v="1255" actId="9405"/>
        <pc:sldMkLst>
          <pc:docMk/>
          <pc:sldMk cId="3965713290" sldId="417"/>
        </pc:sldMkLst>
        <pc:spChg chg="mod">
          <ac:chgData name="Daphne Economou" userId="d065a339-36cf-4937-af08-41751becbd81" providerId="ADAL" clId="{0D7CC77E-0068-4E2C-B79A-76849F2F2A81}" dt="2024-09-22T10:08:07.405" v="846" actId="179"/>
          <ac:spMkLst>
            <pc:docMk/>
            <pc:sldMk cId="3965713290" sldId="417"/>
            <ac:spMk id="2" creationId="{AF886E24-03D3-44A7-9683-7EAD69AD1871}"/>
          </ac:spMkLst>
        </pc:spChg>
        <pc:spChg chg="mod">
          <ac:chgData name="Daphne Economou" userId="d065a339-36cf-4937-af08-41751becbd81" providerId="ADAL" clId="{0D7CC77E-0068-4E2C-B79A-76849F2F2A81}" dt="2024-09-22T10:03:13.705" v="785" actId="15"/>
          <ac:spMkLst>
            <pc:docMk/>
            <pc:sldMk cId="3965713290" sldId="417"/>
            <ac:spMk id="3" creationId="{0E6E2E5B-5FFD-427B-8550-10E75A576AF2}"/>
          </ac:spMkLst>
        </pc:spChg>
        <pc:spChg chg="del mod">
          <ac:chgData name="Daphne Economou" userId="d065a339-36cf-4937-af08-41751becbd81" providerId="ADAL" clId="{0D7CC77E-0068-4E2C-B79A-76849F2F2A81}" dt="2024-09-22T10:03:16.208" v="786" actId="478"/>
          <ac:spMkLst>
            <pc:docMk/>
            <pc:sldMk cId="3965713290" sldId="417"/>
            <ac:spMk id="5" creationId="{6AB2FB34-8556-6BC8-E009-6132E1BE6D9C}"/>
          </ac:spMkLst>
        </pc:spChg>
        <pc:spChg chg="mod">
          <ac:chgData name="Daphne Economou" userId="d065a339-36cf-4937-af08-41751becbd81" providerId="ADAL" clId="{0D7CC77E-0068-4E2C-B79A-76849F2F2A81}" dt="2024-09-22T10:03:40.555" v="789" actId="255"/>
          <ac:spMkLst>
            <pc:docMk/>
            <pc:sldMk cId="3965713290" sldId="417"/>
            <ac:spMk id="6" creationId="{CF459CCC-3DFF-BD8D-B392-DA6AB262221F}"/>
          </ac:spMkLst>
        </pc:spChg>
        <pc:spChg chg="mod">
          <ac:chgData name="Daphne Economou" userId="d065a339-36cf-4937-af08-41751becbd81" providerId="ADAL" clId="{0D7CC77E-0068-4E2C-B79A-76849F2F2A81}" dt="2024-09-22T10:38:47.768" v="1248"/>
          <ac:spMkLst>
            <pc:docMk/>
            <pc:sldMk cId="3965713290" sldId="417"/>
            <ac:spMk id="9" creationId="{C995B022-BCD4-4693-B300-3566EE27C4C8}"/>
          </ac:spMkLst>
        </pc:spChg>
        <pc:spChg chg="mod">
          <ac:chgData name="Daphne Economou" userId="d065a339-36cf-4937-af08-41751becbd81" providerId="ADAL" clId="{0D7CC77E-0068-4E2C-B79A-76849F2F2A81}" dt="2024-09-22T10:38:47.768" v="1248"/>
          <ac:spMkLst>
            <pc:docMk/>
            <pc:sldMk cId="3965713290" sldId="417"/>
            <ac:spMk id="10" creationId="{ACFDEBA2-CAC8-4406-BF40-F70C533464BB}"/>
          </ac:spMkLst>
        </pc:spChg>
        <pc:spChg chg="mod">
          <ac:chgData name="Daphne Economou" userId="d065a339-36cf-4937-af08-41751becbd81" providerId="ADAL" clId="{0D7CC77E-0068-4E2C-B79A-76849F2F2A81}" dt="2024-09-22T10:38:47.768" v="1248"/>
          <ac:spMkLst>
            <pc:docMk/>
            <pc:sldMk cId="3965713290" sldId="417"/>
            <ac:spMk id="11" creationId="{AEE3A0DB-062C-4A13-9945-0051AEC013B6}"/>
          </ac:spMkLst>
        </pc:spChg>
        <pc:grpChg chg="mod">
          <ac:chgData name="Daphne Economou" userId="d065a339-36cf-4937-af08-41751becbd81" providerId="ADAL" clId="{0D7CC77E-0068-4E2C-B79A-76849F2F2A81}" dt="2024-09-22T10:03:19.115" v="787" actId="1076"/>
          <ac:grpSpMkLst>
            <pc:docMk/>
            <pc:sldMk cId="3965713290" sldId="417"/>
            <ac:grpSpMk id="13" creationId="{E22EC307-7310-E7E9-A4B6-904884892426}"/>
          </ac:grpSpMkLst>
        </pc:grpChg>
        <pc:grpChg chg="del mod">
          <ac:chgData name="Daphne Economou" userId="d065a339-36cf-4937-af08-41751becbd81" providerId="ADAL" clId="{0D7CC77E-0068-4E2C-B79A-76849F2F2A81}" dt="2024-09-22T09:38:01.209" v="555" actId="478"/>
          <ac:grpSpMkLst>
            <pc:docMk/>
            <pc:sldMk cId="3965713290" sldId="417"/>
            <ac:grpSpMk id="17" creationId="{09526CCC-9DDA-E876-0271-F1F8551E5C56}"/>
          </ac:grpSpMkLst>
        </pc:grpChg>
        <pc:grpChg chg="del mod">
          <ac:chgData name="Daphne Economou" userId="d065a339-36cf-4937-af08-41751becbd81" providerId="ADAL" clId="{0D7CC77E-0068-4E2C-B79A-76849F2F2A81}" dt="2024-09-22T09:46:53.099" v="662" actId="478"/>
          <ac:grpSpMkLst>
            <pc:docMk/>
            <pc:sldMk cId="3965713290" sldId="417"/>
            <ac:grpSpMk id="20" creationId="{CE77428C-D6AE-7EFC-CFC9-B16FB0F1566D}"/>
          </ac:grpSpMkLst>
        </pc:grpChg>
        <pc:grpChg chg="del mod">
          <ac:chgData name="Daphne Economou" userId="d065a339-36cf-4937-af08-41751becbd81" providerId="ADAL" clId="{0D7CC77E-0068-4E2C-B79A-76849F2F2A81}" dt="2024-09-22T09:51:20.532" v="696" actId="478"/>
          <ac:grpSpMkLst>
            <pc:docMk/>
            <pc:sldMk cId="3965713290" sldId="417"/>
            <ac:grpSpMk id="24" creationId="{6E7D12C0-15EA-D62A-40F7-2A980FC5DDEC}"/>
          </ac:grpSpMkLst>
        </pc:grpChg>
        <pc:inkChg chg="add del">
          <ac:chgData name="Daphne Economou" userId="d065a339-36cf-4937-af08-41751becbd81" providerId="ADAL" clId="{0D7CC77E-0068-4E2C-B79A-76849F2F2A81}" dt="2024-09-22T09:33:27.390" v="525" actId="9405"/>
          <ac:inkMkLst>
            <pc:docMk/>
            <pc:sldMk cId="3965713290" sldId="417"/>
            <ac:inkMk id="7" creationId="{0EF6210A-AB1D-C8CA-5E75-108A403A88EF}"/>
          </ac:inkMkLst>
        </pc:inkChg>
        <pc:inkChg chg="add mod">
          <ac:chgData name="Daphne Economou" userId="d065a339-36cf-4937-af08-41751becbd81" providerId="ADAL" clId="{0D7CC77E-0068-4E2C-B79A-76849F2F2A81}" dt="2024-09-22T09:33:31.369" v="528"/>
          <ac:inkMkLst>
            <pc:docMk/>
            <pc:sldMk cId="3965713290" sldId="417"/>
            <ac:inkMk id="8" creationId="{73731347-68D2-395F-0A98-B3B87857A773}"/>
          </ac:inkMkLst>
        </pc:inkChg>
        <pc:inkChg chg="add mod">
          <ac:chgData name="Daphne Economou" userId="d065a339-36cf-4937-af08-41751becbd81" providerId="ADAL" clId="{0D7CC77E-0068-4E2C-B79A-76849F2F2A81}" dt="2024-09-22T09:33:31.369" v="528"/>
          <ac:inkMkLst>
            <pc:docMk/>
            <pc:sldMk cId="3965713290" sldId="417"/>
            <ac:inkMk id="12" creationId="{0F556FD9-1B89-8CFC-7EB6-FEC43966E6BE}"/>
          </ac:inkMkLst>
        </pc:inkChg>
        <pc:inkChg chg="add del">
          <ac:chgData name="Daphne Economou" userId="d065a339-36cf-4937-af08-41751becbd81" providerId="ADAL" clId="{0D7CC77E-0068-4E2C-B79A-76849F2F2A81}" dt="2024-09-22T09:33:34.999" v="530" actId="9405"/>
          <ac:inkMkLst>
            <pc:docMk/>
            <pc:sldMk cId="3965713290" sldId="417"/>
            <ac:inkMk id="14" creationId="{8154C574-139F-1A3A-DA91-867756C7CC7F}"/>
          </ac:inkMkLst>
        </pc:inkChg>
        <pc:inkChg chg="add mod">
          <ac:chgData name="Daphne Economou" userId="d065a339-36cf-4937-af08-41751becbd81" providerId="ADAL" clId="{0D7CC77E-0068-4E2C-B79A-76849F2F2A81}" dt="2024-09-22T09:33:38.711" v="533"/>
          <ac:inkMkLst>
            <pc:docMk/>
            <pc:sldMk cId="3965713290" sldId="417"/>
            <ac:inkMk id="15" creationId="{3B4CE094-99F3-CD76-BED1-26EA7282ACF3}"/>
          </ac:inkMkLst>
        </pc:inkChg>
        <pc:inkChg chg="add mod">
          <ac:chgData name="Daphne Economou" userId="d065a339-36cf-4937-af08-41751becbd81" providerId="ADAL" clId="{0D7CC77E-0068-4E2C-B79A-76849F2F2A81}" dt="2024-09-22T09:33:38.711" v="533"/>
          <ac:inkMkLst>
            <pc:docMk/>
            <pc:sldMk cId="3965713290" sldId="417"/>
            <ac:inkMk id="16" creationId="{7A0E2045-EE36-17E3-E284-6BBF258C6C2A}"/>
          </ac:inkMkLst>
        </pc:inkChg>
        <pc:inkChg chg="add mod">
          <ac:chgData name="Daphne Economou" userId="d065a339-36cf-4937-af08-41751becbd81" providerId="ADAL" clId="{0D7CC77E-0068-4E2C-B79A-76849F2F2A81}" dt="2024-09-22T09:33:46.467" v="536"/>
          <ac:inkMkLst>
            <pc:docMk/>
            <pc:sldMk cId="3965713290" sldId="417"/>
            <ac:inkMk id="18" creationId="{326E5272-D534-6831-A109-CDEC443188B0}"/>
          </ac:inkMkLst>
        </pc:inkChg>
        <pc:inkChg chg="add mod">
          <ac:chgData name="Daphne Economou" userId="d065a339-36cf-4937-af08-41751becbd81" providerId="ADAL" clId="{0D7CC77E-0068-4E2C-B79A-76849F2F2A81}" dt="2024-09-22T09:33:46.467" v="536"/>
          <ac:inkMkLst>
            <pc:docMk/>
            <pc:sldMk cId="3965713290" sldId="417"/>
            <ac:inkMk id="19" creationId="{662608C7-523C-D84C-E992-9FEA2B9D60F1}"/>
          </ac:inkMkLst>
        </pc:inkChg>
        <pc:inkChg chg="add mod">
          <ac:chgData name="Daphne Economou" userId="d065a339-36cf-4937-af08-41751becbd81" providerId="ADAL" clId="{0D7CC77E-0068-4E2C-B79A-76849F2F2A81}" dt="2024-09-22T09:38:07.683" v="558"/>
          <ac:inkMkLst>
            <pc:docMk/>
            <pc:sldMk cId="3965713290" sldId="417"/>
            <ac:inkMk id="21" creationId="{DFDCED1F-6ADD-0DA6-A720-B02041342654}"/>
          </ac:inkMkLst>
        </pc:inkChg>
        <pc:inkChg chg="add mod">
          <ac:chgData name="Daphne Economou" userId="d065a339-36cf-4937-af08-41751becbd81" providerId="ADAL" clId="{0D7CC77E-0068-4E2C-B79A-76849F2F2A81}" dt="2024-09-22T09:38:07.683" v="558"/>
          <ac:inkMkLst>
            <pc:docMk/>
            <pc:sldMk cId="3965713290" sldId="417"/>
            <ac:inkMk id="22" creationId="{50BEAB72-DECA-961D-67A6-F50031056149}"/>
          </ac:inkMkLst>
        </pc:inkChg>
        <pc:inkChg chg="add del">
          <ac:chgData name="Daphne Economou" userId="d065a339-36cf-4937-af08-41751becbd81" providerId="ADAL" clId="{0D7CC77E-0068-4E2C-B79A-76849F2F2A81}" dt="2024-09-22T10:37:04.367" v="1220" actId="9405"/>
          <ac:inkMkLst>
            <pc:docMk/>
            <pc:sldMk cId="3965713290" sldId="417"/>
            <ac:inkMk id="25" creationId="{033E9C23-1145-73CB-9FC5-B00DF863E966}"/>
          </ac:inkMkLst>
        </pc:inkChg>
        <pc:inkChg chg="add del">
          <ac:chgData name="Daphne Economou" userId="d065a339-36cf-4937-af08-41751becbd81" providerId="ADAL" clId="{0D7CC77E-0068-4E2C-B79A-76849F2F2A81}" dt="2024-09-22T10:37:07.322" v="1222" actId="9405"/>
          <ac:inkMkLst>
            <pc:docMk/>
            <pc:sldMk cId="3965713290" sldId="417"/>
            <ac:inkMk id="26" creationId="{F8633B53-F954-DC41-B373-1B060EA14D21}"/>
          </ac:inkMkLst>
        </pc:inkChg>
        <pc:inkChg chg="add del">
          <ac:chgData name="Daphne Economou" userId="d065a339-36cf-4937-af08-41751becbd81" providerId="ADAL" clId="{0D7CC77E-0068-4E2C-B79A-76849F2F2A81}" dt="2024-09-22T10:37:12.681" v="1224" actId="9405"/>
          <ac:inkMkLst>
            <pc:docMk/>
            <pc:sldMk cId="3965713290" sldId="417"/>
            <ac:inkMk id="27" creationId="{902483EA-991A-371C-A56C-28C60AB64A5D}"/>
          </ac:inkMkLst>
        </pc:inkChg>
        <pc:inkChg chg="add del">
          <ac:chgData name="Daphne Economou" userId="d065a339-36cf-4937-af08-41751becbd81" providerId="ADAL" clId="{0D7CC77E-0068-4E2C-B79A-76849F2F2A81}" dt="2024-09-22T10:37:19.015" v="1226" actId="9405"/>
          <ac:inkMkLst>
            <pc:docMk/>
            <pc:sldMk cId="3965713290" sldId="417"/>
            <ac:inkMk id="28" creationId="{BE44DF93-BFC2-D9B3-2CF7-12394C76A1E0}"/>
          </ac:inkMkLst>
        </pc:inkChg>
        <pc:inkChg chg="add del">
          <ac:chgData name="Daphne Economou" userId="d065a339-36cf-4937-af08-41751becbd81" providerId="ADAL" clId="{0D7CC77E-0068-4E2C-B79A-76849F2F2A81}" dt="2024-09-22T10:37:24.927" v="1228" actId="9405"/>
          <ac:inkMkLst>
            <pc:docMk/>
            <pc:sldMk cId="3965713290" sldId="417"/>
            <ac:inkMk id="29" creationId="{C6931E97-5DDC-433E-D6A4-6C85BCB522B4}"/>
          </ac:inkMkLst>
        </pc:inkChg>
        <pc:inkChg chg="add del">
          <ac:chgData name="Daphne Economou" userId="d065a339-36cf-4937-af08-41751becbd81" providerId="ADAL" clId="{0D7CC77E-0068-4E2C-B79A-76849F2F2A81}" dt="2024-09-22T10:37:31.822" v="1230" actId="9405"/>
          <ac:inkMkLst>
            <pc:docMk/>
            <pc:sldMk cId="3965713290" sldId="417"/>
            <ac:inkMk id="30" creationId="{AA5C720C-F236-7EA4-609C-B2774BCDA1F8}"/>
          </ac:inkMkLst>
        </pc:inkChg>
        <pc:inkChg chg="add del">
          <ac:chgData name="Daphne Economou" userId="d065a339-36cf-4937-af08-41751becbd81" providerId="ADAL" clId="{0D7CC77E-0068-4E2C-B79A-76849F2F2A81}" dt="2024-09-22T10:39:49.783" v="1252" actId="478"/>
          <ac:inkMkLst>
            <pc:docMk/>
            <pc:sldMk cId="3965713290" sldId="417"/>
            <ac:inkMk id="31" creationId="{A5952EB0-7F98-BA0B-A372-28FDE4443A26}"/>
          </ac:inkMkLst>
        </pc:inkChg>
        <pc:inkChg chg="add del">
          <ac:chgData name="Daphne Economou" userId="d065a339-36cf-4937-af08-41751becbd81" providerId="ADAL" clId="{0D7CC77E-0068-4E2C-B79A-76849F2F2A81}" dt="2024-09-22T10:40:00.685" v="1254" actId="9405"/>
          <ac:inkMkLst>
            <pc:docMk/>
            <pc:sldMk cId="3965713290" sldId="417"/>
            <ac:inkMk id="32" creationId="{77A078F9-F0B2-A00D-662A-49E6DC3FAA07}"/>
          </ac:inkMkLst>
        </pc:inkChg>
        <pc:inkChg chg="add">
          <ac:chgData name="Daphne Economou" userId="d065a339-36cf-4937-af08-41751becbd81" providerId="ADAL" clId="{0D7CC77E-0068-4E2C-B79A-76849F2F2A81}" dt="2024-09-22T10:40:06.915" v="1255" actId="9405"/>
          <ac:inkMkLst>
            <pc:docMk/>
            <pc:sldMk cId="3965713290" sldId="417"/>
            <ac:inkMk id="33" creationId="{BB2A6936-DF14-EBBE-1467-622ABF82EFD5}"/>
          </ac:inkMkLst>
        </pc:inkChg>
      </pc:sldChg>
      <pc:sldChg chg="addSp delSp modSp mod">
        <pc:chgData name="Daphne Economou" userId="d065a339-36cf-4937-af08-41751becbd81" providerId="ADAL" clId="{0D7CC77E-0068-4E2C-B79A-76849F2F2A81}" dt="2024-09-22T10:50:37.385" v="1397"/>
        <pc:sldMkLst>
          <pc:docMk/>
          <pc:sldMk cId="1398551097" sldId="418"/>
        </pc:sldMkLst>
        <pc:spChg chg="mod">
          <ac:chgData name="Daphne Economou" userId="d065a339-36cf-4937-af08-41751becbd81" providerId="ADAL" clId="{0D7CC77E-0068-4E2C-B79A-76849F2F2A81}" dt="2024-09-22T10:47:47.585" v="1346" actId="255"/>
          <ac:spMkLst>
            <pc:docMk/>
            <pc:sldMk cId="1398551097" sldId="418"/>
            <ac:spMk id="3" creationId="{0E6E2E5B-5FFD-427B-8550-10E75A576AF2}"/>
          </ac:spMkLst>
        </pc:spChg>
        <pc:spChg chg="mod">
          <ac:chgData name="Daphne Economou" userId="d065a339-36cf-4937-af08-41751becbd81" providerId="ADAL" clId="{0D7CC77E-0068-4E2C-B79A-76849F2F2A81}" dt="2024-09-22T10:47:57.142" v="1349" actId="14100"/>
          <ac:spMkLst>
            <pc:docMk/>
            <pc:sldMk cId="1398551097" sldId="418"/>
            <ac:spMk id="5" creationId="{C206932D-A731-4C7A-D99B-3451610E2549}"/>
          </ac:spMkLst>
        </pc:spChg>
        <pc:spChg chg="mod">
          <ac:chgData name="Daphne Economou" userId="d065a339-36cf-4937-af08-41751becbd81" providerId="ADAL" clId="{0D7CC77E-0068-4E2C-B79A-76849F2F2A81}" dt="2024-09-22T10:49:14.770" v="1375" actId="6549"/>
          <ac:spMkLst>
            <pc:docMk/>
            <pc:sldMk cId="1398551097" sldId="418"/>
            <ac:spMk id="6" creationId="{9623810F-63F5-C961-CC81-DDA36DA13D08}"/>
          </ac:spMkLst>
        </pc:spChg>
        <pc:spChg chg="mod">
          <ac:chgData name="Daphne Economou" userId="d065a339-36cf-4937-af08-41751becbd81" providerId="ADAL" clId="{0D7CC77E-0068-4E2C-B79A-76849F2F2A81}" dt="2024-09-22T10:38:47.768" v="1248"/>
          <ac:spMkLst>
            <pc:docMk/>
            <pc:sldMk cId="1398551097" sldId="418"/>
            <ac:spMk id="10" creationId="{8ED58628-2D0D-4857-812B-FD0BC64D8615}"/>
          </ac:spMkLst>
        </pc:spChg>
        <pc:spChg chg="mod">
          <ac:chgData name="Daphne Economou" userId="d065a339-36cf-4937-af08-41751becbd81" providerId="ADAL" clId="{0D7CC77E-0068-4E2C-B79A-76849F2F2A81}" dt="2024-09-22T10:38:47.768" v="1248"/>
          <ac:spMkLst>
            <pc:docMk/>
            <pc:sldMk cId="1398551097" sldId="418"/>
            <ac:spMk id="11" creationId="{36F5B992-EBB0-48DC-BA5F-60A0CA416DD5}"/>
          </ac:spMkLst>
        </pc:spChg>
        <pc:spChg chg="mod">
          <ac:chgData name="Daphne Economou" userId="d065a339-36cf-4937-af08-41751becbd81" providerId="ADAL" clId="{0D7CC77E-0068-4E2C-B79A-76849F2F2A81}" dt="2024-09-22T10:38:47.768" v="1248"/>
          <ac:spMkLst>
            <pc:docMk/>
            <pc:sldMk cId="1398551097" sldId="418"/>
            <ac:spMk id="12" creationId="{8E488CB0-4250-4293-B510-698ED6E4AABD}"/>
          </ac:spMkLst>
        </pc:spChg>
        <pc:grpChg chg="del mod">
          <ac:chgData name="Daphne Economou" userId="d065a339-36cf-4937-af08-41751becbd81" providerId="ADAL" clId="{0D7CC77E-0068-4E2C-B79A-76849F2F2A81}" dt="2024-09-22T10:50:21.955" v="1386" actId="478"/>
          <ac:grpSpMkLst>
            <pc:docMk/>
            <pc:sldMk cId="1398551097" sldId="418"/>
            <ac:grpSpMk id="17" creationId="{8E1262A3-059A-D2EC-279F-39DF4ABC2B96}"/>
          </ac:grpSpMkLst>
        </pc:grpChg>
        <pc:grpChg chg="del mod">
          <ac:chgData name="Daphne Economou" userId="d065a339-36cf-4937-af08-41751becbd81" providerId="ADAL" clId="{0D7CC77E-0068-4E2C-B79A-76849F2F2A81}" dt="2024-09-22T10:49:22.758" v="1378" actId="478"/>
          <ac:grpSpMkLst>
            <pc:docMk/>
            <pc:sldMk cId="1398551097" sldId="418"/>
            <ac:grpSpMk id="20" creationId="{1AE163C7-11B6-EAF3-2C3C-25BD9CAE8DFA}"/>
          </ac:grpSpMkLst>
        </pc:grpChg>
        <pc:grpChg chg="mod">
          <ac:chgData name="Daphne Economou" userId="d065a339-36cf-4937-af08-41751becbd81" providerId="ADAL" clId="{0D7CC77E-0068-4E2C-B79A-76849F2F2A81}" dt="2024-09-22T10:48:45.282" v="1363"/>
          <ac:grpSpMkLst>
            <pc:docMk/>
            <pc:sldMk cId="1398551097" sldId="418"/>
            <ac:grpSpMk id="23" creationId="{2F85C0A4-9E88-E37E-DC11-AA29E7342FA8}"/>
          </ac:grpSpMkLst>
        </pc:grpChg>
        <pc:grpChg chg="del mod">
          <ac:chgData name="Daphne Economou" userId="d065a339-36cf-4937-af08-41751becbd81" providerId="ADAL" clId="{0D7CC77E-0068-4E2C-B79A-76849F2F2A81}" dt="2024-09-22T10:49:05.140" v="1371" actId="478"/>
          <ac:grpSpMkLst>
            <pc:docMk/>
            <pc:sldMk cId="1398551097" sldId="418"/>
            <ac:grpSpMk id="27" creationId="{237B63BC-4093-AD6C-8EBD-29A260E3E790}"/>
          </ac:grpSpMkLst>
        </pc:grpChg>
        <pc:grpChg chg="del mod">
          <ac:chgData name="Daphne Economou" userId="d065a339-36cf-4937-af08-41751becbd81" providerId="ADAL" clId="{0D7CC77E-0068-4E2C-B79A-76849F2F2A81}" dt="2024-09-22T10:50:21.955" v="1386" actId="478"/>
          <ac:grpSpMkLst>
            <pc:docMk/>
            <pc:sldMk cId="1398551097" sldId="418"/>
            <ac:grpSpMk id="31" creationId="{85BDDC76-C468-E9E1-87AE-2C67B445BF05}"/>
          </ac:grpSpMkLst>
        </pc:grpChg>
        <pc:grpChg chg="del mod">
          <ac:chgData name="Daphne Economou" userId="d065a339-36cf-4937-af08-41751becbd81" providerId="ADAL" clId="{0D7CC77E-0068-4E2C-B79A-76849F2F2A81}" dt="2024-09-22T10:50:21.955" v="1386" actId="478"/>
          <ac:grpSpMkLst>
            <pc:docMk/>
            <pc:sldMk cId="1398551097" sldId="418"/>
            <ac:grpSpMk id="35" creationId="{3D634CF8-ECB7-81BD-81A8-B6DF95CB68F7}"/>
          </ac:grpSpMkLst>
        </pc:grpChg>
        <pc:grpChg chg="mod">
          <ac:chgData name="Daphne Economou" userId="d065a339-36cf-4937-af08-41751becbd81" providerId="ADAL" clId="{0D7CC77E-0068-4E2C-B79A-76849F2F2A81}" dt="2024-09-22T10:50:31.251" v="1389"/>
          <ac:grpSpMkLst>
            <pc:docMk/>
            <pc:sldMk cId="1398551097" sldId="418"/>
            <ac:grpSpMk id="38" creationId="{6E87912F-C625-BF0C-31BF-33DD3E7F4B45}"/>
          </ac:grpSpMkLst>
        </pc:grpChg>
        <pc:grpChg chg="mod">
          <ac:chgData name="Daphne Economou" userId="d065a339-36cf-4937-af08-41751becbd81" providerId="ADAL" clId="{0D7CC77E-0068-4E2C-B79A-76849F2F2A81}" dt="2024-09-22T10:50:33.923" v="1392"/>
          <ac:grpSpMkLst>
            <pc:docMk/>
            <pc:sldMk cId="1398551097" sldId="418"/>
            <ac:grpSpMk id="41" creationId="{4764456C-1E50-C13D-F6A7-77B75B98D289}"/>
          </ac:grpSpMkLst>
        </pc:grpChg>
        <pc:grpChg chg="del mod">
          <ac:chgData name="Daphne Economou" userId="d065a339-36cf-4937-af08-41751becbd81" providerId="ADAL" clId="{0D7CC77E-0068-4E2C-B79A-76849F2F2A81}" dt="2024-09-22T10:50:37.385" v="1397"/>
          <ac:grpSpMkLst>
            <pc:docMk/>
            <pc:sldMk cId="1398551097" sldId="418"/>
            <ac:grpSpMk id="44" creationId="{ACB19E48-446F-06FF-A4F0-B31B129008BB}"/>
          </ac:grpSpMkLst>
        </pc:grpChg>
        <pc:grpChg chg="mod">
          <ac:chgData name="Daphne Economou" userId="d065a339-36cf-4937-af08-41751becbd81" providerId="ADAL" clId="{0D7CC77E-0068-4E2C-B79A-76849F2F2A81}" dt="2024-09-22T10:50:37.385" v="1397"/>
          <ac:grpSpMkLst>
            <pc:docMk/>
            <pc:sldMk cId="1398551097" sldId="418"/>
            <ac:grpSpMk id="46" creationId="{A66648FD-2658-56A2-1491-EC0368AEC65D}"/>
          </ac:grpSpMkLst>
        </pc:grpChg>
        <pc:inkChg chg="add del">
          <ac:chgData name="Daphne Economou" userId="d065a339-36cf-4937-af08-41751becbd81" providerId="ADAL" clId="{0D7CC77E-0068-4E2C-B79A-76849F2F2A81}" dt="2024-09-22T10:41:25.174" v="1275" actId="478"/>
          <ac:inkMkLst>
            <pc:docMk/>
            <pc:sldMk cId="1398551097" sldId="418"/>
            <ac:inkMk id="7" creationId="{B76F3EB6-C531-AAC6-44BB-B62DA756C2F7}"/>
          </ac:inkMkLst>
        </pc:inkChg>
        <pc:inkChg chg="add del">
          <ac:chgData name="Daphne Economou" userId="d065a339-36cf-4937-af08-41751becbd81" providerId="ADAL" clId="{0D7CC77E-0068-4E2C-B79A-76849F2F2A81}" dt="2024-09-22T10:41:29.700" v="1277" actId="9405"/>
          <ac:inkMkLst>
            <pc:docMk/>
            <pc:sldMk cId="1398551097" sldId="418"/>
            <ac:inkMk id="8" creationId="{8401CAC2-32E4-F0BA-CDCF-E636A6DEA195}"/>
          </ac:inkMkLst>
        </pc:inkChg>
        <pc:inkChg chg="add del">
          <ac:chgData name="Daphne Economou" userId="d065a339-36cf-4937-af08-41751becbd81" providerId="ADAL" clId="{0D7CC77E-0068-4E2C-B79A-76849F2F2A81}" dt="2024-09-22T10:41:36.740" v="1279" actId="478"/>
          <ac:inkMkLst>
            <pc:docMk/>
            <pc:sldMk cId="1398551097" sldId="418"/>
            <ac:inkMk id="13" creationId="{2DC706F4-7505-CCFE-F9A9-F259639B7C56}"/>
          </ac:inkMkLst>
        </pc:inkChg>
        <pc:inkChg chg="add">
          <ac:chgData name="Daphne Economou" userId="d065a339-36cf-4937-af08-41751becbd81" providerId="ADAL" clId="{0D7CC77E-0068-4E2C-B79A-76849F2F2A81}" dt="2024-09-22T10:41:40.943" v="1280" actId="9405"/>
          <ac:inkMkLst>
            <pc:docMk/>
            <pc:sldMk cId="1398551097" sldId="418"/>
            <ac:inkMk id="14" creationId="{4427FDC1-2C92-2632-659B-A8D2200064DB}"/>
          </ac:inkMkLst>
        </pc:inkChg>
        <pc:inkChg chg="add mod">
          <ac:chgData name="Daphne Economou" userId="d065a339-36cf-4937-af08-41751becbd81" providerId="ADAL" clId="{0D7CC77E-0068-4E2C-B79A-76849F2F2A81}" dt="2024-09-22T10:48:25.304" v="1355"/>
          <ac:inkMkLst>
            <pc:docMk/>
            <pc:sldMk cId="1398551097" sldId="418"/>
            <ac:inkMk id="15" creationId="{6515DFBB-A7D7-F0CC-6214-5B53CB9724DD}"/>
          </ac:inkMkLst>
        </pc:inkChg>
        <pc:inkChg chg="add mod">
          <ac:chgData name="Daphne Economou" userId="d065a339-36cf-4937-af08-41751becbd81" providerId="ADAL" clId="{0D7CC77E-0068-4E2C-B79A-76849F2F2A81}" dt="2024-09-22T10:48:25.304" v="1355"/>
          <ac:inkMkLst>
            <pc:docMk/>
            <pc:sldMk cId="1398551097" sldId="418"/>
            <ac:inkMk id="16" creationId="{42EA879A-A0F7-28AA-2697-1917EB9F3F3C}"/>
          </ac:inkMkLst>
        </pc:inkChg>
        <pc:inkChg chg="add mod">
          <ac:chgData name="Daphne Economou" userId="d065a339-36cf-4937-af08-41751becbd81" providerId="ADAL" clId="{0D7CC77E-0068-4E2C-B79A-76849F2F2A81}" dt="2024-09-22T10:48:29.178" v="1358"/>
          <ac:inkMkLst>
            <pc:docMk/>
            <pc:sldMk cId="1398551097" sldId="418"/>
            <ac:inkMk id="18" creationId="{07E60C27-4897-D20B-2CE4-339993146CF3}"/>
          </ac:inkMkLst>
        </pc:inkChg>
        <pc:inkChg chg="add mod">
          <ac:chgData name="Daphne Economou" userId="d065a339-36cf-4937-af08-41751becbd81" providerId="ADAL" clId="{0D7CC77E-0068-4E2C-B79A-76849F2F2A81}" dt="2024-09-22T10:48:29.178" v="1358"/>
          <ac:inkMkLst>
            <pc:docMk/>
            <pc:sldMk cId="1398551097" sldId="418"/>
            <ac:inkMk id="19" creationId="{127CEFCF-C1DB-5300-75A6-168FCD014154}"/>
          </ac:inkMkLst>
        </pc:inkChg>
        <pc:inkChg chg="add del mod">
          <ac:chgData name="Daphne Economou" userId="d065a339-36cf-4937-af08-41751becbd81" providerId="ADAL" clId="{0D7CC77E-0068-4E2C-B79A-76849F2F2A81}" dt="2024-09-22T10:48:45.699" v="1364" actId="9405"/>
          <ac:inkMkLst>
            <pc:docMk/>
            <pc:sldMk cId="1398551097" sldId="418"/>
            <ac:inkMk id="21" creationId="{891D9E10-80A2-1969-B336-33C8D2C99C7F}"/>
          </ac:inkMkLst>
        </pc:inkChg>
        <pc:inkChg chg="add del mod">
          <ac:chgData name="Daphne Economou" userId="d065a339-36cf-4937-af08-41751becbd81" providerId="ADAL" clId="{0D7CC77E-0068-4E2C-B79A-76849F2F2A81}" dt="2024-09-22T10:48:45.282" v="1363"/>
          <ac:inkMkLst>
            <pc:docMk/>
            <pc:sldMk cId="1398551097" sldId="418"/>
            <ac:inkMk id="22" creationId="{1BD7E66F-4C91-CA06-A795-067D77D3538C}"/>
          </ac:inkMkLst>
        </pc:inkChg>
        <pc:inkChg chg="add mod">
          <ac:chgData name="Daphne Economou" userId="d065a339-36cf-4937-af08-41751becbd81" providerId="ADAL" clId="{0D7CC77E-0068-4E2C-B79A-76849F2F2A81}" dt="2024-09-22T10:48:50.009" v="1368"/>
          <ac:inkMkLst>
            <pc:docMk/>
            <pc:sldMk cId="1398551097" sldId="418"/>
            <ac:inkMk id="24" creationId="{0915006D-26FB-2ABA-FB06-90CD9ADE0FFF}"/>
          </ac:inkMkLst>
        </pc:inkChg>
        <pc:inkChg chg="add mod">
          <ac:chgData name="Daphne Economou" userId="d065a339-36cf-4937-af08-41751becbd81" providerId="ADAL" clId="{0D7CC77E-0068-4E2C-B79A-76849F2F2A81}" dt="2024-09-22T10:48:50.009" v="1368"/>
          <ac:inkMkLst>
            <pc:docMk/>
            <pc:sldMk cId="1398551097" sldId="418"/>
            <ac:inkMk id="25" creationId="{2950C852-F62F-1B3D-F256-70EB32FECBF6}"/>
          </ac:inkMkLst>
        </pc:inkChg>
        <pc:inkChg chg="add mod">
          <ac:chgData name="Daphne Economou" userId="d065a339-36cf-4937-af08-41751becbd81" providerId="ADAL" clId="{0D7CC77E-0068-4E2C-B79A-76849F2F2A81}" dt="2024-09-22T10:48:50.009" v="1368"/>
          <ac:inkMkLst>
            <pc:docMk/>
            <pc:sldMk cId="1398551097" sldId="418"/>
            <ac:inkMk id="26" creationId="{3989CE2D-E559-003B-8D7A-B4C105D97FD7}"/>
          </ac:inkMkLst>
        </pc:inkChg>
        <pc:inkChg chg="add del">
          <ac:chgData name="Daphne Economou" userId="d065a339-36cf-4937-af08-41751becbd81" providerId="ADAL" clId="{0D7CC77E-0068-4E2C-B79A-76849F2F2A81}" dt="2024-09-22T10:49:04.438" v="1370" actId="478"/>
          <ac:inkMkLst>
            <pc:docMk/>
            <pc:sldMk cId="1398551097" sldId="418"/>
            <ac:inkMk id="28" creationId="{DAD48834-B28A-E7A1-B543-1383D8C15426}"/>
          </ac:inkMkLst>
        </pc:inkChg>
        <pc:inkChg chg="add mod">
          <ac:chgData name="Daphne Economou" userId="d065a339-36cf-4937-af08-41751becbd81" providerId="ADAL" clId="{0D7CC77E-0068-4E2C-B79A-76849F2F2A81}" dt="2024-09-22T10:49:28.324" v="1381"/>
          <ac:inkMkLst>
            <pc:docMk/>
            <pc:sldMk cId="1398551097" sldId="418"/>
            <ac:inkMk id="29" creationId="{A961885C-44DE-05CD-D79D-A730FFD83807}"/>
          </ac:inkMkLst>
        </pc:inkChg>
        <pc:inkChg chg="add mod">
          <ac:chgData name="Daphne Economou" userId="d065a339-36cf-4937-af08-41751becbd81" providerId="ADAL" clId="{0D7CC77E-0068-4E2C-B79A-76849F2F2A81}" dt="2024-09-22T10:49:28.324" v="1381"/>
          <ac:inkMkLst>
            <pc:docMk/>
            <pc:sldMk cId="1398551097" sldId="418"/>
            <ac:inkMk id="30" creationId="{1C729AA7-BE1C-8C84-F626-1E7D5ED50D45}"/>
          </ac:inkMkLst>
        </pc:inkChg>
        <pc:inkChg chg="add mod">
          <ac:chgData name="Daphne Economou" userId="d065a339-36cf-4937-af08-41751becbd81" providerId="ADAL" clId="{0D7CC77E-0068-4E2C-B79A-76849F2F2A81}" dt="2024-09-22T10:49:31.245" v="1385"/>
          <ac:inkMkLst>
            <pc:docMk/>
            <pc:sldMk cId="1398551097" sldId="418"/>
            <ac:inkMk id="32" creationId="{006C921C-AA01-996B-DFFC-F0E27A32124B}"/>
          </ac:inkMkLst>
        </pc:inkChg>
        <pc:inkChg chg="add mod">
          <ac:chgData name="Daphne Economou" userId="d065a339-36cf-4937-af08-41751becbd81" providerId="ADAL" clId="{0D7CC77E-0068-4E2C-B79A-76849F2F2A81}" dt="2024-09-22T10:49:31.245" v="1385"/>
          <ac:inkMkLst>
            <pc:docMk/>
            <pc:sldMk cId="1398551097" sldId="418"/>
            <ac:inkMk id="33" creationId="{D19E55AD-0821-C463-1643-5708DE064656}"/>
          </ac:inkMkLst>
        </pc:inkChg>
        <pc:inkChg chg="add mod">
          <ac:chgData name="Daphne Economou" userId="d065a339-36cf-4937-af08-41751becbd81" providerId="ADAL" clId="{0D7CC77E-0068-4E2C-B79A-76849F2F2A81}" dt="2024-09-22T10:49:31.245" v="1385"/>
          <ac:inkMkLst>
            <pc:docMk/>
            <pc:sldMk cId="1398551097" sldId="418"/>
            <ac:inkMk id="34" creationId="{A563E319-8AF7-6457-E0EC-221DCF3E6F40}"/>
          </ac:inkMkLst>
        </pc:inkChg>
        <pc:inkChg chg="add mod">
          <ac:chgData name="Daphne Economou" userId="d065a339-36cf-4937-af08-41751becbd81" providerId="ADAL" clId="{0D7CC77E-0068-4E2C-B79A-76849F2F2A81}" dt="2024-09-22T10:50:31.251" v="1389"/>
          <ac:inkMkLst>
            <pc:docMk/>
            <pc:sldMk cId="1398551097" sldId="418"/>
            <ac:inkMk id="36" creationId="{86868219-C9B8-328F-F294-F471A1E8C085}"/>
          </ac:inkMkLst>
        </pc:inkChg>
        <pc:inkChg chg="add mod">
          <ac:chgData name="Daphne Economou" userId="d065a339-36cf-4937-af08-41751becbd81" providerId="ADAL" clId="{0D7CC77E-0068-4E2C-B79A-76849F2F2A81}" dt="2024-09-22T10:50:31.251" v="1389"/>
          <ac:inkMkLst>
            <pc:docMk/>
            <pc:sldMk cId="1398551097" sldId="418"/>
            <ac:inkMk id="37" creationId="{ABA14E16-9B41-A29D-FBD7-BACF511CE259}"/>
          </ac:inkMkLst>
        </pc:inkChg>
        <pc:inkChg chg="add mod">
          <ac:chgData name="Daphne Economou" userId="d065a339-36cf-4937-af08-41751becbd81" providerId="ADAL" clId="{0D7CC77E-0068-4E2C-B79A-76849F2F2A81}" dt="2024-09-22T10:50:33.923" v="1392"/>
          <ac:inkMkLst>
            <pc:docMk/>
            <pc:sldMk cId="1398551097" sldId="418"/>
            <ac:inkMk id="39" creationId="{5E649ECE-4CB0-6BE2-34C2-C16208D8E038}"/>
          </ac:inkMkLst>
        </pc:inkChg>
        <pc:inkChg chg="add mod">
          <ac:chgData name="Daphne Economou" userId="d065a339-36cf-4937-af08-41751becbd81" providerId="ADAL" clId="{0D7CC77E-0068-4E2C-B79A-76849F2F2A81}" dt="2024-09-22T10:50:33.923" v="1392"/>
          <ac:inkMkLst>
            <pc:docMk/>
            <pc:sldMk cId="1398551097" sldId="418"/>
            <ac:inkMk id="40" creationId="{AEA9E367-6181-3326-8824-C945009E192E}"/>
          </ac:inkMkLst>
        </pc:inkChg>
        <pc:inkChg chg="add mod">
          <ac:chgData name="Daphne Economou" userId="d065a339-36cf-4937-af08-41751becbd81" providerId="ADAL" clId="{0D7CC77E-0068-4E2C-B79A-76849F2F2A81}" dt="2024-09-22T10:50:37.385" v="1397"/>
          <ac:inkMkLst>
            <pc:docMk/>
            <pc:sldMk cId="1398551097" sldId="418"/>
            <ac:inkMk id="42" creationId="{48450A7D-B157-530A-6D23-0B8A773001BA}"/>
          </ac:inkMkLst>
        </pc:inkChg>
        <pc:inkChg chg="add mod">
          <ac:chgData name="Daphne Economou" userId="d065a339-36cf-4937-af08-41751becbd81" providerId="ADAL" clId="{0D7CC77E-0068-4E2C-B79A-76849F2F2A81}" dt="2024-09-22T10:50:37.385" v="1397"/>
          <ac:inkMkLst>
            <pc:docMk/>
            <pc:sldMk cId="1398551097" sldId="418"/>
            <ac:inkMk id="43" creationId="{2CF87DBB-ABCA-2F43-8BF8-998D503E2775}"/>
          </ac:inkMkLst>
        </pc:inkChg>
        <pc:inkChg chg="add mod">
          <ac:chgData name="Daphne Economou" userId="d065a339-36cf-4937-af08-41751becbd81" providerId="ADAL" clId="{0D7CC77E-0068-4E2C-B79A-76849F2F2A81}" dt="2024-09-22T10:50:37.385" v="1397"/>
          <ac:inkMkLst>
            <pc:docMk/>
            <pc:sldMk cId="1398551097" sldId="418"/>
            <ac:inkMk id="45" creationId="{ED0542E5-31A2-4F1B-58E2-BF702FD0A59D}"/>
          </ac:inkMkLst>
        </pc:inkChg>
      </pc:sldChg>
      <pc:sldChg chg="addSp delSp modSp mod">
        <pc:chgData name="Daphne Economou" userId="d065a339-36cf-4937-af08-41751becbd81" providerId="ADAL" clId="{0D7CC77E-0068-4E2C-B79A-76849F2F2A81}" dt="2024-09-22T10:46:51.279" v="1338" actId="207"/>
        <pc:sldMkLst>
          <pc:docMk/>
          <pc:sldMk cId="2010880983" sldId="419"/>
        </pc:sldMkLst>
        <pc:spChg chg="mod">
          <ac:chgData name="Daphne Economou" userId="d065a339-36cf-4937-af08-41751becbd81" providerId="ADAL" clId="{0D7CC77E-0068-4E2C-B79A-76849F2F2A81}" dt="2024-09-22T10:46:51.279" v="1338" actId="207"/>
          <ac:spMkLst>
            <pc:docMk/>
            <pc:sldMk cId="2010880983" sldId="419"/>
            <ac:spMk id="2" creationId="{AF886E24-03D3-44A7-9683-7EAD69AD1871}"/>
          </ac:spMkLst>
        </pc:spChg>
        <pc:spChg chg="mod">
          <ac:chgData name="Daphne Economou" userId="d065a339-36cf-4937-af08-41751becbd81" providerId="ADAL" clId="{0D7CC77E-0068-4E2C-B79A-76849F2F2A81}" dt="2024-09-22T10:36:02.846" v="1200" actId="255"/>
          <ac:spMkLst>
            <pc:docMk/>
            <pc:sldMk cId="2010880983" sldId="419"/>
            <ac:spMk id="6" creationId="{97734060-13C0-C795-01D1-6FB4DA75F177}"/>
          </ac:spMkLst>
        </pc:spChg>
        <pc:spChg chg="mod">
          <ac:chgData name="Daphne Economou" userId="d065a339-36cf-4937-af08-41751becbd81" providerId="ADAL" clId="{0D7CC77E-0068-4E2C-B79A-76849F2F2A81}" dt="2024-09-22T10:36:09.786" v="1201" actId="255"/>
          <ac:spMkLst>
            <pc:docMk/>
            <pc:sldMk cId="2010880983" sldId="419"/>
            <ac:spMk id="7" creationId="{93C02181-7E44-D30B-78E4-9AF4684BF346}"/>
          </ac:spMkLst>
        </pc:spChg>
        <pc:spChg chg="mod">
          <ac:chgData name="Daphne Economou" userId="d065a339-36cf-4937-af08-41751becbd81" providerId="ADAL" clId="{0D7CC77E-0068-4E2C-B79A-76849F2F2A81}" dt="2024-09-22T10:38:47.768" v="1248"/>
          <ac:spMkLst>
            <pc:docMk/>
            <pc:sldMk cId="2010880983" sldId="419"/>
            <ac:spMk id="10" creationId="{365F5DC4-0978-4B20-BB58-A0BC23A28F1C}"/>
          </ac:spMkLst>
        </pc:spChg>
        <pc:spChg chg="mod">
          <ac:chgData name="Daphne Economou" userId="d065a339-36cf-4937-af08-41751becbd81" providerId="ADAL" clId="{0D7CC77E-0068-4E2C-B79A-76849F2F2A81}" dt="2024-09-22T10:38:47.768" v="1248"/>
          <ac:spMkLst>
            <pc:docMk/>
            <pc:sldMk cId="2010880983" sldId="419"/>
            <ac:spMk id="11" creationId="{650DC146-B5A2-4805-8B6E-C3ABC3836054}"/>
          </ac:spMkLst>
        </pc:spChg>
        <pc:spChg chg="mod">
          <ac:chgData name="Daphne Economou" userId="d065a339-36cf-4937-af08-41751becbd81" providerId="ADAL" clId="{0D7CC77E-0068-4E2C-B79A-76849F2F2A81}" dt="2024-09-22T10:38:47.768" v="1248"/>
          <ac:spMkLst>
            <pc:docMk/>
            <pc:sldMk cId="2010880983" sldId="419"/>
            <ac:spMk id="12" creationId="{9442A428-9BEB-4391-AA52-0A8A939A5399}"/>
          </ac:spMkLst>
        </pc:spChg>
        <pc:grpChg chg="mod">
          <ac:chgData name="Daphne Economou" userId="d065a339-36cf-4937-af08-41751becbd81" providerId="ADAL" clId="{0D7CC77E-0068-4E2C-B79A-76849F2F2A81}" dt="2024-09-22T10:36:28.781" v="1206"/>
          <ac:grpSpMkLst>
            <pc:docMk/>
            <pc:sldMk cId="2010880983" sldId="419"/>
            <ac:grpSpMk id="13" creationId="{F16CD698-76AE-F6D0-83E1-B206769FA80B}"/>
          </ac:grpSpMkLst>
        </pc:grpChg>
        <pc:grpChg chg="mod">
          <ac:chgData name="Daphne Economou" userId="d065a339-36cf-4937-af08-41751becbd81" providerId="ADAL" clId="{0D7CC77E-0068-4E2C-B79A-76849F2F2A81}" dt="2024-09-22T10:36:35.202" v="1210"/>
          <ac:grpSpMkLst>
            <pc:docMk/>
            <pc:sldMk cId="2010880983" sldId="419"/>
            <ac:grpSpMk id="16" creationId="{BFE989D3-E43B-AE6D-837B-14E08970FA4F}"/>
          </ac:grpSpMkLst>
        </pc:grpChg>
        <pc:grpChg chg="mod">
          <ac:chgData name="Daphne Economou" userId="d065a339-36cf-4937-af08-41751becbd81" providerId="ADAL" clId="{0D7CC77E-0068-4E2C-B79A-76849F2F2A81}" dt="2024-09-22T10:36:38.210" v="1213"/>
          <ac:grpSpMkLst>
            <pc:docMk/>
            <pc:sldMk cId="2010880983" sldId="419"/>
            <ac:grpSpMk id="19" creationId="{1D503E6E-F35E-520B-4237-2BF9E6228BA1}"/>
          </ac:grpSpMkLst>
        </pc:grpChg>
        <pc:grpChg chg="mod">
          <ac:chgData name="Daphne Economou" userId="d065a339-36cf-4937-af08-41751becbd81" providerId="ADAL" clId="{0D7CC77E-0068-4E2C-B79A-76849F2F2A81}" dt="2024-09-22T10:36:41.781" v="1216"/>
          <ac:grpSpMkLst>
            <pc:docMk/>
            <pc:sldMk cId="2010880983" sldId="419"/>
            <ac:grpSpMk id="22" creationId="{8B0180A3-2FFB-1E06-3024-11B8BB200910}"/>
          </ac:grpSpMkLst>
        </pc:grpChg>
        <pc:inkChg chg="add del mod">
          <ac:chgData name="Daphne Economou" userId="d065a339-36cf-4937-af08-41751becbd81" providerId="ADAL" clId="{0D7CC77E-0068-4E2C-B79A-76849F2F2A81}" dt="2024-09-22T10:36:28.981" v="1207" actId="9405"/>
          <ac:inkMkLst>
            <pc:docMk/>
            <pc:sldMk cId="2010880983" sldId="419"/>
            <ac:inkMk id="8" creationId="{91749845-637B-042C-8765-6DD44D969CF5}"/>
          </ac:inkMkLst>
        </pc:inkChg>
        <pc:inkChg chg="add del mod">
          <ac:chgData name="Daphne Economou" userId="d065a339-36cf-4937-af08-41751becbd81" providerId="ADAL" clId="{0D7CC77E-0068-4E2C-B79A-76849F2F2A81}" dt="2024-09-22T10:36:28.781" v="1206"/>
          <ac:inkMkLst>
            <pc:docMk/>
            <pc:sldMk cId="2010880983" sldId="419"/>
            <ac:inkMk id="9" creationId="{56EE7ED6-5266-4067-C5AF-6D175021250C}"/>
          </ac:inkMkLst>
        </pc:inkChg>
        <pc:inkChg chg="add mod">
          <ac:chgData name="Daphne Economou" userId="d065a339-36cf-4937-af08-41751becbd81" providerId="ADAL" clId="{0D7CC77E-0068-4E2C-B79A-76849F2F2A81}" dt="2024-09-22T10:36:35.202" v="1210"/>
          <ac:inkMkLst>
            <pc:docMk/>
            <pc:sldMk cId="2010880983" sldId="419"/>
            <ac:inkMk id="14" creationId="{4FA778D0-788B-4477-0E3B-CFC7ADDC81D8}"/>
          </ac:inkMkLst>
        </pc:inkChg>
        <pc:inkChg chg="add mod">
          <ac:chgData name="Daphne Economou" userId="d065a339-36cf-4937-af08-41751becbd81" providerId="ADAL" clId="{0D7CC77E-0068-4E2C-B79A-76849F2F2A81}" dt="2024-09-22T10:36:35.202" v="1210"/>
          <ac:inkMkLst>
            <pc:docMk/>
            <pc:sldMk cId="2010880983" sldId="419"/>
            <ac:inkMk id="15" creationId="{E29F6742-E3CA-E94E-26B3-EEB3DF66F48D}"/>
          </ac:inkMkLst>
        </pc:inkChg>
        <pc:inkChg chg="add mod">
          <ac:chgData name="Daphne Economou" userId="d065a339-36cf-4937-af08-41751becbd81" providerId="ADAL" clId="{0D7CC77E-0068-4E2C-B79A-76849F2F2A81}" dt="2024-09-22T10:36:38.210" v="1213"/>
          <ac:inkMkLst>
            <pc:docMk/>
            <pc:sldMk cId="2010880983" sldId="419"/>
            <ac:inkMk id="17" creationId="{712598D1-AAD0-B2E5-AFED-C9693D6E5DE4}"/>
          </ac:inkMkLst>
        </pc:inkChg>
        <pc:inkChg chg="add mod">
          <ac:chgData name="Daphne Economou" userId="d065a339-36cf-4937-af08-41751becbd81" providerId="ADAL" clId="{0D7CC77E-0068-4E2C-B79A-76849F2F2A81}" dt="2024-09-22T10:36:38.210" v="1213"/>
          <ac:inkMkLst>
            <pc:docMk/>
            <pc:sldMk cId="2010880983" sldId="419"/>
            <ac:inkMk id="18" creationId="{21426F61-C398-E946-5428-333E6FFEB227}"/>
          </ac:inkMkLst>
        </pc:inkChg>
        <pc:inkChg chg="add mod">
          <ac:chgData name="Daphne Economou" userId="d065a339-36cf-4937-af08-41751becbd81" providerId="ADAL" clId="{0D7CC77E-0068-4E2C-B79A-76849F2F2A81}" dt="2024-09-22T10:36:41.781" v="1216"/>
          <ac:inkMkLst>
            <pc:docMk/>
            <pc:sldMk cId="2010880983" sldId="419"/>
            <ac:inkMk id="20" creationId="{9C41CCB5-0A33-CC59-F4D9-5EE829A67A8A}"/>
          </ac:inkMkLst>
        </pc:inkChg>
        <pc:inkChg chg="add mod">
          <ac:chgData name="Daphne Economou" userId="d065a339-36cf-4937-af08-41751becbd81" providerId="ADAL" clId="{0D7CC77E-0068-4E2C-B79A-76849F2F2A81}" dt="2024-09-22T10:36:41.781" v="1216"/>
          <ac:inkMkLst>
            <pc:docMk/>
            <pc:sldMk cId="2010880983" sldId="419"/>
            <ac:inkMk id="21" creationId="{182112E5-C608-EE86-6333-561ED14213D9}"/>
          </ac:inkMkLst>
        </pc:inkChg>
        <pc:inkChg chg="add del">
          <ac:chgData name="Daphne Economou" userId="d065a339-36cf-4937-af08-41751becbd81" providerId="ADAL" clId="{0D7CC77E-0068-4E2C-B79A-76849F2F2A81}" dt="2024-09-22T10:36:46.201" v="1218" actId="9405"/>
          <ac:inkMkLst>
            <pc:docMk/>
            <pc:sldMk cId="2010880983" sldId="419"/>
            <ac:inkMk id="23" creationId="{742B41B0-041A-FBC5-D379-D83F08AF2C7F}"/>
          </ac:inkMkLst>
        </pc:inkChg>
        <pc:inkChg chg="add del">
          <ac:chgData name="Daphne Economou" userId="d065a339-36cf-4937-af08-41751becbd81" providerId="ADAL" clId="{0D7CC77E-0068-4E2C-B79A-76849F2F2A81}" dt="2024-09-22T10:41:03.787" v="1270" actId="478"/>
          <ac:inkMkLst>
            <pc:docMk/>
            <pc:sldMk cId="2010880983" sldId="419"/>
            <ac:inkMk id="24" creationId="{A3F30681-8F4E-E139-10B6-BD0263EC93C2}"/>
          </ac:inkMkLst>
        </pc:inkChg>
        <pc:inkChg chg="add">
          <ac:chgData name="Daphne Economou" userId="d065a339-36cf-4937-af08-41751becbd81" providerId="ADAL" clId="{0D7CC77E-0068-4E2C-B79A-76849F2F2A81}" dt="2024-09-22T10:41:07.457" v="1271" actId="9405"/>
          <ac:inkMkLst>
            <pc:docMk/>
            <pc:sldMk cId="2010880983" sldId="419"/>
            <ac:inkMk id="25" creationId="{81B8A0CE-E7A8-5849-AED0-9D1517F03911}"/>
          </ac:inkMkLst>
        </pc:inkChg>
      </pc:sldChg>
      <pc:sldChg chg="addSp delSp modSp mod">
        <pc:chgData name="Daphne Economou" userId="d065a339-36cf-4937-af08-41751becbd81" providerId="ADAL" clId="{0D7CC77E-0068-4E2C-B79A-76849F2F2A81}" dt="2024-09-22T10:40:35.153" v="1263" actId="9405"/>
        <pc:sldMkLst>
          <pc:docMk/>
          <pc:sldMk cId="103301357" sldId="421"/>
        </pc:sldMkLst>
        <pc:spChg chg="mod">
          <ac:chgData name="Daphne Economou" userId="d065a339-36cf-4937-af08-41751becbd81" providerId="ADAL" clId="{0D7CC77E-0068-4E2C-B79A-76849F2F2A81}" dt="2024-09-22T10:13:42.148" v="896" actId="207"/>
          <ac:spMkLst>
            <pc:docMk/>
            <pc:sldMk cId="103301357" sldId="421"/>
            <ac:spMk id="2" creationId="{AF886E24-03D3-44A7-9683-7EAD69AD1871}"/>
          </ac:spMkLst>
        </pc:spChg>
        <pc:spChg chg="mod">
          <ac:chgData name="Daphne Economou" userId="d065a339-36cf-4937-af08-41751becbd81" providerId="ADAL" clId="{0D7CC77E-0068-4E2C-B79A-76849F2F2A81}" dt="2024-09-22T10:13:13.291" v="886" actId="14100"/>
          <ac:spMkLst>
            <pc:docMk/>
            <pc:sldMk cId="103301357" sldId="421"/>
            <ac:spMk id="3" creationId="{0E6E2E5B-5FFD-427B-8550-10E75A576AF2}"/>
          </ac:spMkLst>
        </pc:spChg>
        <pc:spChg chg="mod">
          <ac:chgData name="Daphne Economou" userId="d065a339-36cf-4937-af08-41751becbd81" providerId="ADAL" clId="{0D7CC77E-0068-4E2C-B79A-76849F2F2A81}" dt="2024-09-22T10:27:30.648" v="1043" actId="404"/>
          <ac:spMkLst>
            <pc:docMk/>
            <pc:sldMk cId="103301357" sldId="421"/>
            <ac:spMk id="5" creationId="{65B6EAEE-4DA7-58AE-A3F7-0A1B096DCB45}"/>
          </ac:spMkLst>
        </pc:spChg>
        <pc:spChg chg="mod">
          <ac:chgData name="Daphne Economou" userId="d065a339-36cf-4937-af08-41751becbd81" providerId="ADAL" clId="{0D7CC77E-0068-4E2C-B79A-76849F2F2A81}" dt="2024-09-22T10:28:33.727" v="1055" actId="113"/>
          <ac:spMkLst>
            <pc:docMk/>
            <pc:sldMk cId="103301357" sldId="421"/>
            <ac:spMk id="6" creationId="{9868D614-8AA2-666D-06C6-505760A95DB2}"/>
          </ac:spMkLst>
        </pc:spChg>
        <pc:spChg chg="mod">
          <ac:chgData name="Daphne Economou" userId="d065a339-36cf-4937-af08-41751becbd81" providerId="ADAL" clId="{0D7CC77E-0068-4E2C-B79A-76849F2F2A81}" dt="2024-09-22T10:38:47.768" v="1248"/>
          <ac:spMkLst>
            <pc:docMk/>
            <pc:sldMk cId="103301357" sldId="421"/>
            <ac:spMk id="11" creationId="{8CEC68AF-2B53-48CD-8902-7D42FF4D5602}"/>
          </ac:spMkLst>
        </pc:spChg>
        <pc:spChg chg="mod">
          <ac:chgData name="Daphne Economou" userId="d065a339-36cf-4937-af08-41751becbd81" providerId="ADAL" clId="{0D7CC77E-0068-4E2C-B79A-76849F2F2A81}" dt="2024-09-22T10:38:47.768" v="1248"/>
          <ac:spMkLst>
            <pc:docMk/>
            <pc:sldMk cId="103301357" sldId="421"/>
            <ac:spMk id="12" creationId="{F2E8BCA5-E3D5-4200-8A2C-BAB7FE38015A}"/>
          </ac:spMkLst>
        </pc:spChg>
        <pc:spChg chg="mod">
          <ac:chgData name="Daphne Economou" userId="d065a339-36cf-4937-af08-41751becbd81" providerId="ADAL" clId="{0D7CC77E-0068-4E2C-B79A-76849F2F2A81}" dt="2024-09-22T10:38:47.768" v="1248"/>
          <ac:spMkLst>
            <pc:docMk/>
            <pc:sldMk cId="103301357" sldId="421"/>
            <ac:spMk id="13" creationId="{7AAEC02C-EE7B-4B47-8D99-1DDD77B81B66}"/>
          </ac:spMkLst>
        </pc:spChg>
        <pc:grpChg chg="del mod">
          <ac:chgData name="Daphne Economou" userId="d065a339-36cf-4937-af08-41751becbd81" providerId="ADAL" clId="{0D7CC77E-0068-4E2C-B79A-76849F2F2A81}" dt="2024-09-22T09:31:41.769" v="499" actId="478"/>
          <ac:grpSpMkLst>
            <pc:docMk/>
            <pc:sldMk cId="103301357" sldId="421"/>
            <ac:grpSpMk id="17" creationId="{C7D5C6B5-9DAD-2AEA-73FC-D4B0AAD1DF0C}"/>
          </ac:grpSpMkLst>
        </pc:grpChg>
        <pc:grpChg chg="add del mod">
          <ac:chgData name="Daphne Economou" userId="d065a339-36cf-4937-af08-41751becbd81" providerId="ADAL" clId="{0D7CC77E-0068-4E2C-B79A-76849F2F2A81}" dt="2024-09-22T09:32:05.331" v="509"/>
          <ac:grpSpMkLst>
            <pc:docMk/>
            <pc:sldMk cId="103301357" sldId="421"/>
            <ac:grpSpMk id="20" creationId="{ED798CF9-EB84-666F-CF43-F752DED161E1}"/>
          </ac:grpSpMkLst>
        </pc:grpChg>
        <pc:grpChg chg="mod">
          <ac:chgData name="Daphne Economou" userId="d065a339-36cf-4937-af08-41751becbd81" providerId="ADAL" clId="{0D7CC77E-0068-4E2C-B79A-76849F2F2A81}" dt="2024-09-22T09:32:00.393" v="506"/>
          <ac:grpSpMkLst>
            <pc:docMk/>
            <pc:sldMk cId="103301357" sldId="421"/>
            <ac:grpSpMk id="22" creationId="{91A65A36-043E-DDCF-1EE1-50684801299A}"/>
          </ac:grpSpMkLst>
        </pc:grpChg>
        <pc:grpChg chg="del mod">
          <ac:chgData name="Daphne Economou" userId="d065a339-36cf-4937-af08-41751becbd81" providerId="ADAL" clId="{0D7CC77E-0068-4E2C-B79A-76849F2F2A81}" dt="2024-09-22T09:32:08.568" v="511"/>
          <ac:grpSpMkLst>
            <pc:docMk/>
            <pc:sldMk cId="103301357" sldId="421"/>
            <ac:grpSpMk id="25" creationId="{1DA5CA1C-9B77-6982-9250-1F694726A658}"/>
          </ac:grpSpMkLst>
        </pc:grpChg>
        <pc:grpChg chg="del mod">
          <ac:chgData name="Daphne Economou" userId="d065a339-36cf-4937-af08-41751becbd81" providerId="ADAL" clId="{0D7CC77E-0068-4E2C-B79A-76849F2F2A81}" dt="2024-09-22T09:32:10.483" v="513"/>
          <ac:grpSpMkLst>
            <pc:docMk/>
            <pc:sldMk cId="103301357" sldId="421"/>
            <ac:grpSpMk id="27" creationId="{D174BE5F-E21F-6C7F-6682-2F91BAAF55BC}"/>
          </ac:grpSpMkLst>
        </pc:grpChg>
        <pc:grpChg chg="add del mod">
          <ac:chgData name="Daphne Economou" userId="d065a339-36cf-4937-af08-41751becbd81" providerId="ADAL" clId="{0D7CC77E-0068-4E2C-B79A-76849F2F2A81}" dt="2024-09-22T09:59:26.515" v="745" actId="478"/>
          <ac:grpSpMkLst>
            <pc:docMk/>
            <pc:sldMk cId="103301357" sldId="421"/>
            <ac:grpSpMk id="29" creationId="{2FD5991B-C796-D35A-8FBA-C99C34BF5751}"/>
          </ac:grpSpMkLst>
        </pc:grpChg>
        <pc:grpChg chg="mod">
          <ac:chgData name="Daphne Economou" userId="d065a339-36cf-4937-af08-41751becbd81" providerId="ADAL" clId="{0D7CC77E-0068-4E2C-B79A-76849F2F2A81}" dt="2024-09-22T10:13:28.485" v="890" actId="1076"/>
          <ac:grpSpMkLst>
            <pc:docMk/>
            <pc:sldMk cId="103301357" sldId="421"/>
            <ac:grpSpMk id="32" creationId="{F0BC024D-5584-D75A-DFF6-9FBC34DFA87B}"/>
          </ac:grpSpMkLst>
        </pc:grpChg>
        <pc:inkChg chg="add mod">
          <ac:chgData name="Daphne Economou" userId="d065a339-36cf-4937-af08-41751becbd81" providerId="ADAL" clId="{0D7CC77E-0068-4E2C-B79A-76849F2F2A81}" dt="2024-09-22T09:31:37.640" v="498"/>
          <ac:inkMkLst>
            <pc:docMk/>
            <pc:sldMk cId="103301357" sldId="421"/>
            <ac:inkMk id="7" creationId="{90BBD61E-0E54-7A48-5A24-41D10C7018F9}"/>
          </ac:inkMkLst>
        </pc:inkChg>
        <pc:inkChg chg="add mod">
          <ac:chgData name="Daphne Economou" userId="d065a339-36cf-4937-af08-41751becbd81" providerId="ADAL" clId="{0D7CC77E-0068-4E2C-B79A-76849F2F2A81}" dt="2024-09-22T09:31:37.640" v="498"/>
          <ac:inkMkLst>
            <pc:docMk/>
            <pc:sldMk cId="103301357" sldId="421"/>
            <ac:inkMk id="9" creationId="{B7F15665-C736-5DE8-66A5-989B2CFADA93}"/>
          </ac:inkMkLst>
        </pc:inkChg>
        <pc:inkChg chg="add mod">
          <ac:chgData name="Daphne Economou" userId="d065a339-36cf-4937-af08-41751becbd81" providerId="ADAL" clId="{0D7CC77E-0068-4E2C-B79A-76849F2F2A81}" dt="2024-09-22T09:31:37.640" v="498"/>
          <ac:inkMkLst>
            <pc:docMk/>
            <pc:sldMk cId="103301357" sldId="421"/>
            <ac:inkMk id="10" creationId="{8768E3D8-CCEC-2E08-6623-D2C6B306E984}"/>
          </ac:inkMkLst>
        </pc:inkChg>
        <pc:inkChg chg="add mod">
          <ac:chgData name="Daphne Economou" userId="d065a339-36cf-4937-af08-41751becbd81" providerId="ADAL" clId="{0D7CC77E-0068-4E2C-B79A-76849F2F2A81}" dt="2024-09-22T09:31:37.640" v="498"/>
          <ac:inkMkLst>
            <pc:docMk/>
            <pc:sldMk cId="103301357" sldId="421"/>
            <ac:inkMk id="14" creationId="{6946C388-73A9-0D54-8966-D48170B1174E}"/>
          </ac:inkMkLst>
        </pc:inkChg>
        <pc:inkChg chg="add mod">
          <ac:chgData name="Daphne Economou" userId="d065a339-36cf-4937-af08-41751becbd81" providerId="ADAL" clId="{0D7CC77E-0068-4E2C-B79A-76849F2F2A81}" dt="2024-09-22T09:31:37.640" v="498"/>
          <ac:inkMkLst>
            <pc:docMk/>
            <pc:sldMk cId="103301357" sldId="421"/>
            <ac:inkMk id="15" creationId="{C6924984-6B44-97E7-9903-6106A7836472}"/>
          </ac:inkMkLst>
        </pc:inkChg>
        <pc:inkChg chg="add mod">
          <ac:chgData name="Daphne Economou" userId="d065a339-36cf-4937-af08-41751becbd81" providerId="ADAL" clId="{0D7CC77E-0068-4E2C-B79A-76849F2F2A81}" dt="2024-09-22T09:31:37.640" v="498"/>
          <ac:inkMkLst>
            <pc:docMk/>
            <pc:sldMk cId="103301357" sldId="421"/>
            <ac:inkMk id="16" creationId="{51039176-FEB8-AFBA-AC73-1D6510F1C461}"/>
          </ac:inkMkLst>
        </pc:inkChg>
        <pc:inkChg chg="add mod">
          <ac:chgData name="Daphne Economou" userId="d065a339-36cf-4937-af08-41751becbd81" providerId="ADAL" clId="{0D7CC77E-0068-4E2C-B79A-76849F2F2A81}" dt="2024-09-22T09:32:10.483" v="513"/>
          <ac:inkMkLst>
            <pc:docMk/>
            <pc:sldMk cId="103301357" sldId="421"/>
            <ac:inkMk id="18" creationId="{5AC89175-3DAE-1D97-510A-C8A12442C39F}"/>
          </ac:inkMkLst>
        </pc:inkChg>
        <pc:inkChg chg="add mod">
          <ac:chgData name="Daphne Economou" userId="d065a339-36cf-4937-af08-41751becbd81" providerId="ADAL" clId="{0D7CC77E-0068-4E2C-B79A-76849F2F2A81}" dt="2024-09-22T09:32:10.483" v="513"/>
          <ac:inkMkLst>
            <pc:docMk/>
            <pc:sldMk cId="103301357" sldId="421"/>
            <ac:inkMk id="19" creationId="{0F928100-FD01-F26E-E82C-5F7BD4571CB7}"/>
          </ac:inkMkLst>
        </pc:inkChg>
        <pc:inkChg chg="add del mod">
          <ac:chgData name="Daphne Economou" userId="d065a339-36cf-4937-af08-41751becbd81" providerId="ADAL" clId="{0D7CC77E-0068-4E2C-B79A-76849F2F2A81}" dt="2024-09-22T09:32:00.393" v="506"/>
          <ac:inkMkLst>
            <pc:docMk/>
            <pc:sldMk cId="103301357" sldId="421"/>
            <ac:inkMk id="21" creationId="{8F8378E2-DA06-6B6B-B49F-E2EAB3AE6664}"/>
          </ac:inkMkLst>
        </pc:inkChg>
        <pc:inkChg chg="add mod">
          <ac:chgData name="Daphne Economou" userId="d065a339-36cf-4937-af08-41751becbd81" providerId="ADAL" clId="{0D7CC77E-0068-4E2C-B79A-76849F2F2A81}" dt="2024-09-22T09:32:10.483" v="513"/>
          <ac:inkMkLst>
            <pc:docMk/>
            <pc:sldMk cId="103301357" sldId="421"/>
            <ac:inkMk id="23" creationId="{DE2D571E-DFAC-F5AD-3563-47030D53DD48}"/>
          </ac:inkMkLst>
        </pc:inkChg>
        <pc:inkChg chg="add mod">
          <ac:chgData name="Daphne Economou" userId="d065a339-36cf-4937-af08-41751becbd81" providerId="ADAL" clId="{0D7CC77E-0068-4E2C-B79A-76849F2F2A81}" dt="2024-09-22T09:32:10.483" v="513"/>
          <ac:inkMkLst>
            <pc:docMk/>
            <pc:sldMk cId="103301357" sldId="421"/>
            <ac:inkMk id="24" creationId="{F10A670B-A7C6-A521-3B9F-F0823B49581B}"/>
          </ac:inkMkLst>
        </pc:inkChg>
        <pc:inkChg chg="add mod">
          <ac:chgData name="Daphne Economou" userId="d065a339-36cf-4937-af08-41751becbd81" providerId="ADAL" clId="{0D7CC77E-0068-4E2C-B79A-76849F2F2A81}" dt="2024-09-22T09:32:10.483" v="513"/>
          <ac:inkMkLst>
            <pc:docMk/>
            <pc:sldMk cId="103301357" sldId="421"/>
            <ac:inkMk id="26" creationId="{A3A1DF78-12D6-BBEA-804B-650FCF1FCF5D}"/>
          </ac:inkMkLst>
        </pc:inkChg>
        <pc:inkChg chg="add mod">
          <ac:chgData name="Daphne Economou" userId="d065a339-36cf-4937-af08-41751becbd81" providerId="ADAL" clId="{0D7CC77E-0068-4E2C-B79A-76849F2F2A81}" dt="2024-09-22T09:32:10.483" v="513"/>
          <ac:inkMkLst>
            <pc:docMk/>
            <pc:sldMk cId="103301357" sldId="421"/>
            <ac:inkMk id="28" creationId="{A5300E30-9465-5CB8-76BA-5950103B5CE1}"/>
          </ac:inkMkLst>
        </pc:inkChg>
        <pc:inkChg chg="add mod">
          <ac:chgData name="Daphne Economou" userId="d065a339-36cf-4937-af08-41751becbd81" providerId="ADAL" clId="{0D7CC77E-0068-4E2C-B79A-76849F2F2A81}" dt="2024-09-22T09:59:33.001" v="748"/>
          <ac:inkMkLst>
            <pc:docMk/>
            <pc:sldMk cId="103301357" sldId="421"/>
            <ac:inkMk id="30" creationId="{CF25E54B-AD31-E2CE-E12A-6012915D41B9}"/>
          </ac:inkMkLst>
        </pc:inkChg>
        <pc:inkChg chg="add mod">
          <ac:chgData name="Daphne Economou" userId="d065a339-36cf-4937-af08-41751becbd81" providerId="ADAL" clId="{0D7CC77E-0068-4E2C-B79A-76849F2F2A81}" dt="2024-09-22T09:59:33.001" v="748"/>
          <ac:inkMkLst>
            <pc:docMk/>
            <pc:sldMk cId="103301357" sldId="421"/>
            <ac:inkMk id="31" creationId="{D41477DE-AC0A-1C11-A6EF-2D76F4E86E83}"/>
          </ac:inkMkLst>
        </pc:inkChg>
        <pc:inkChg chg="add del">
          <ac:chgData name="Daphne Economou" userId="d065a339-36cf-4937-af08-41751becbd81" providerId="ADAL" clId="{0D7CC77E-0068-4E2C-B79A-76849F2F2A81}" dt="2024-09-22T09:59:36.059" v="750" actId="9405"/>
          <ac:inkMkLst>
            <pc:docMk/>
            <pc:sldMk cId="103301357" sldId="421"/>
            <ac:inkMk id="33" creationId="{A0D86415-FFE6-7458-8876-118C5242B52B}"/>
          </ac:inkMkLst>
        </pc:inkChg>
        <pc:inkChg chg="add del">
          <ac:chgData name="Daphne Economou" userId="d065a339-36cf-4937-af08-41751becbd81" providerId="ADAL" clId="{0D7CC77E-0068-4E2C-B79A-76849F2F2A81}" dt="2024-09-22T10:40:31.499" v="1262" actId="478"/>
          <ac:inkMkLst>
            <pc:docMk/>
            <pc:sldMk cId="103301357" sldId="421"/>
            <ac:inkMk id="34" creationId="{9EF42A23-DB6A-6362-FA68-0B2CDB38F36D}"/>
          </ac:inkMkLst>
        </pc:inkChg>
        <pc:inkChg chg="add">
          <ac:chgData name="Daphne Economou" userId="d065a339-36cf-4937-af08-41751becbd81" providerId="ADAL" clId="{0D7CC77E-0068-4E2C-B79A-76849F2F2A81}" dt="2024-09-22T10:40:35.153" v="1263" actId="9405"/>
          <ac:inkMkLst>
            <pc:docMk/>
            <pc:sldMk cId="103301357" sldId="421"/>
            <ac:inkMk id="35" creationId="{42285573-0E6A-8FB6-A580-FC5EBB476094}"/>
          </ac:inkMkLst>
        </pc:inkChg>
      </pc:sldChg>
      <pc:sldChg chg="modSp">
        <pc:chgData name="Daphne Economou" userId="d065a339-36cf-4937-af08-41751becbd81" providerId="ADAL" clId="{0D7CC77E-0068-4E2C-B79A-76849F2F2A81}" dt="2024-09-22T10:38:47.768" v="1248"/>
        <pc:sldMkLst>
          <pc:docMk/>
          <pc:sldMk cId="2282375958" sldId="423"/>
        </pc:sldMkLst>
        <pc:spChg chg="mod">
          <ac:chgData name="Daphne Economou" userId="d065a339-36cf-4937-af08-41751becbd81" providerId="ADAL" clId="{0D7CC77E-0068-4E2C-B79A-76849F2F2A81}" dt="2024-09-22T10:38:47.768" v="1248"/>
          <ac:spMkLst>
            <pc:docMk/>
            <pc:sldMk cId="2282375958" sldId="423"/>
            <ac:spMk id="2" creationId="{7179DDEF-B4CB-4834-9C6E-8FDB3683BF8A}"/>
          </ac:spMkLst>
        </pc:spChg>
        <pc:spChg chg="mod">
          <ac:chgData name="Daphne Economou" userId="d065a339-36cf-4937-af08-41751becbd81" providerId="ADAL" clId="{0D7CC77E-0068-4E2C-B79A-76849F2F2A81}" dt="2024-09-22T10:38:47.768" v="1248"/>
          <ac:spMkLst>
            <pc:docMk/>
            <pc:sldMk cId="2282375958" sldId="423"/>
            <ac:spMk id="11" creationId="{AFB81EEB-BAC3-4DDB-92AD-41DF573A82F1}"/>
          </ac:spMkLst>
        </pc:spChg>
        <pc:spChg chg="mod">
          <ac:chgData name="Daphne Economou" userId="d065a339-36cf-4937-af08-41751becbd81" providerId="ADAL" clId="{0D7CC77E-0068-4E2C-B79A-76849F2F2A81}" dt="2024-09-22T10:38:47.768" v="1248"/>
          <ac:spMkLst>
            <pc:docMk/>
            <pc:sldMk cId="2282375958" sldId="423"/>
            <ac:spMk id="12" creationId="{BE6E7C8E-BA53-4B95-82BF-E50A895508A2}"/>
          </ac:spMkLst>
        </pc:spChg>
        <pc:spChg chg="mod">
          <ac:chgData name="Daphne Economou" userId="d065a339-36cf-4937-af08-41751becbd81" providerId="ADAL" clId="{0D7CC77E-0068-4E2C-B79A-76849F2F2A81}" dt="2024-09-22T10:38:47.768" v="1248"/>
          <ac:spMkLst>
            <pc:docMk/>
            <pc:sldMk cId="2282375958" sldId="423"/>
            <ac:spMk id="13" creationId="{F653B39D-5060-47E0-947E-08136FE8FEC1}"/>
          </ac:spMkLst>
        </pc:spChg>
      </pc:sldChg>
      <pc:sldChg chg="addSp modSp mod">
        <pc:chgData name="Daphne Economou" userId="d065a339-36cf-4937-af08-41751becbd81" providerId="ADAL" clId="{0D7CC77E-0068-4E2C-B79A-76849F2F2A81}" dt="2024-09-22T10:38:47.768" v="1248"/>
        <pc:sldMkLst>
          <pc:docMk/>
          <pc:sldMk cId="547077194" sldId="425"/>
        </pc:sldMkLst>
        <pc:spChg chg="mod">
          <ac:chgData name="Daphne Economou" userId="d065a339-36cf-4937-af08-41751becbd81" providerId="ADAL" clId="{0D7CC77E-0068-4E2C-B79A-76849F2F2A81}" dt="2024-09-22T10:38:47.768" v="1248"/>
          <ac:spMkLst>
            <pc:docMk/>
            <pc:sldMk cId="547077194" sldId="425"/>
            <ac:spMk id="2" creationId="{00000000-0000-0000-0000-000000000000}"/>
          </ac:spMkLst>
        </pc:spChg>
        <pc:spChg chg="mod">
          <ac:chgData name="Daphne Economou" userId="d065a339-36cf-4937-af08-41751becbd81" providerId="ADAL" clId="{0D7CC77E-0068-4E2C-B79A-76849F2F2A81}" dt="2024-09-22T09:24:03.809" v="336" actId="14100"/>
          <ac:spMkLst>
            <pc:docMk/>
            <pc:sldMk cId="547077194" sldId="425"/>
            <ac:spMk id="3" creationId="{00000000-0000-0000-0000-000000000000}"/>
          </ac:spMkLst>
        </pc:spChg>
        <pc:spChg chg="add mod">
          <ac:chgData name="Daphne Economou" userId="d065a339-36cf-4937-af08-41751becbd81" providerId="ADAL" clId="{0D7CC77E-0068-4E2C-B79A-76849F2F2A81}" dt="2024-09-22T09:24:38.353" v="342" actId="207"/>
          <ac:spMkLst>
            <pc:docMk/>
            <pc:sldMk cId="547077194" sldId="425"/>
            <ac:spMk id="4" creationId="{DF032E22-96E3-DC3F-B2AB-256426CCBB25}"/>
          </ac:spMkLst>
        </pc:spChg>
        <pc:spChg chg="mod">
          <ac:chgData name="Daphne Economou" userId="d065a339-36cf-4937-af08-41751becbd81" providerId="ADAL" clId="{0D7CC77E-0068-4E2C-B79A-76849F2F2A81}" dt="2024-09-22T10:38:47.768" v="1248"/>
          <ac:spMkLst>
            <pc:docMk/>
            <pc:sldMk cId="547077194" sldId="425"/>
            <ac:spMk id="5" creationId="{B8A3C7B2-3CC2-4CBD-A8CC-B031B42A982E}"/>
          </ac:spMkLst>
        </pc:spChg>
        <pc:spChg chg="mod">
          <ac:chgData name="Daphne Economou" userId="d065a339-36cf-4937-af08-41751becbd81" providerId="ADAL" clId="{0D7CC77E-0068-4E2C-B79A-76849F2F2A81}" dt="2024-09-22T10:38:47.768" v="1248"/>
          <ac:spMkLst>
            <pc:docMk/>
            <pc:sldMk cId="547077194" sldId="425"/>
            <ac:spMk id="6" creationId="{05447521-6AF7-410E-8705-8E3FECE390BE}"/>
          </ac:spMkLst>
        </pc:spChg>
        <pc:spChg chg="mod">
          <ac:chgData name="Daphne Economou" userId="d065a339-36cf-4937-af08-41751becbd81" providerId="ADAL" clId="{0D7CC77E-0068-4E2C-B79A-76849F2F2A81}" dt="2024-09-22T10:38:47.768" v="1248"/>
          <ac:spMkLst>
            <pc:docMk/>
            <pc:sldMk cId="547077194" sldId="425"/>
            <ac:spMk id="15" creationId="{4EB9E7FD-362D-4C76-8448-DFD43611E495}"/>
          </ac:spMkLst>
        </pc:spChg>
        <pc:picChg chg="mod">
          <ac:chgData name="Daphne Economou" userId="d065a339-36cf-4937-af08-41751becbd81" providerId="ADAL" clId="{0D7CC77E-0068-4E2C-B79A-76849F2F2A81}" dt="2024-09-22T09:24:45.796" v="343" actId="1076"/>
          <ac:picMkLst>
            <pc:docMk/>
            <pc:sldMk cId="547077194" sldId="425"/>
            <ac:picMk id="14" creationId="{68DE0379-0590-404E-A29E-B2DAF757F73D}"/>
          </ac:picMkLst>
        </pc:picChg>
        <pc:inkChg chg="add">
          <ac:chgData name="Daphne Economou" userId="d065a339-36cf-4937-af08-41751becbd81" providerId="ADAL" clId="{0D7CC77E-0068-4E2C-B79A-76849F2F2A81}" dt="2024-09-22T09:24:23.313" v="340" actId="9405"/>
          <ac:inkMkLst>
            <pc:docMk/>
            <pc:sldMk cId="547077194" sldId="425"/>
            <ac:inkMk id="7" creationId="{3AE4701A-FE28-DD79-445D-751B1B9A4A9B}"/>
          </ac:inkMkLst>
        </pc:inkChg>
      </pc:sldChg>
      <pc:sldChg chg="addSp delSp modSp mod">
        <pc:chgData name="Daphne Economou" userId="d065a339-36cf-4937-af08-41751becbd81" providerId="ADAL" clId="{0D7CC77E-0068-4E2C-B79A-76849F2F2A81}" dt="2024-09-22T10:38:47.768" v="1248"/>
        <pc:sldMkLst>
          <pc:docMk/>
          <pc:sldMk cId="219239104" sldId="426"/>
        </pc:sldMkLst>
        <pc:spChg chg="mod">
          <ac:chgData name="Daphne Economou" userId="d065a339-36cf-4937-af08-41751becbd81" providerId="ADAL" clId="{0D7CC77E-0068-4E2C-B79A-76849F2F2A81}" dt="2024-09-22T10:38:47.768" v="1248"/>
          <ac:spMkLst>
            <pc:docMk/>
            <pc:sldMk cId="219239104" sldId="426"/>
            <ac:spMk id="2" creationId="{00000000-0000-0000-0000-000000000000}"/>
          </ac:spMkLst>
        </pc:spChg>
        <pc:spChg chg="del">
          <ac:chgData name="Daphne Economou" userId="d065a339-36cf-4937-af08-41751becbd81" providerId="ADAL" clId="{0D7CC77E-0068-4E2C-B79A-76849F2F2A81}" dt="2024-09-22T09:25:36.615" v="344" actId="478"/>
          <ac:spMkLst>
            <pc:docMk/>
            <pc:sldMk cId="219239104" sldId="426"/>
            <ac:spMk id="4" creationId="{3921382B-9F4E-4D67-8359-FA93A8EEC99E}"/>
          </ac:spMkLst>
        </pc:spChg>
        <pc:spChg chg="mod">
          <ac:chgData name="Daphne Economou" userId="d065a339-36cf-4937-af08-41751becbd81" providerId="ADAL" clId="{0D7CC77E-0068-4E2C-B79A-76849F2F2A81}" dt="2024-09-22T09:26:53.477" v="374" actId="20577"/>
          <ac:spMkLst>
            <pc:docMk/>
            <pc:sldMk cId="219239104" sldId="426"/>
            <ac:spMk id="11" creationId="{229B3376-EA4C-4F1F-8F69-FF807C9C98BF}"/>
          </ac:spMkLst>
        </pc:spChg>
        <pc:spChg chg="mod">
          <ac:chgData name="Daphne Economou" userId="d065a339-36cf-4937-af08-41751becbd81" providerId="ADAL" clId="{0D7CC77E-0068-4E2C-B79A-76849F2F2A81}" dt="2024-09-22T10:38:47.768" v="1248"/>
          <ac:spMkLst>
            <pc:docMk/>
            <pc:sldMk cId="219239104" sldId="426"/>
            <ac:spMk id="15" creationId="{32B9FE95-ECB8-4BCB-990B-1DC33B53D450}"/>
          </ac:spMkLst>
        </pc:spChg>
        <pc:spChg chg="mod">
          <ac:chgData name="Daphne Economou" userId="d065a339-36cf-4937-af08-41751becbd81" providerId="ADAL" clId="{0D7CC77E-0068-4E2C-B79A-76849F2F2A81}" dt="2024-09-22T10:38:47.768" v="1248"/>
          <ac:spMkLst>
            <pc:docMk/>
            <pc:sldMk cId="219239104" sldId="426"/>
            <ac:spMk id="16" creationId="{70197783-822C-44B7-8DD5-835D0AE37B28}"/>
          </ac:spMkLst>
        </pc:spChg>
        <pc:spChg chg="mod">
          <ac:chgData name="Daphne Economou" userId="d065a339-36cf-4937-af08-41751becbd81" providerId="ADAL" clId="{0D7CC77E-0068-4E2C-B79A-76849F2F2A81}" dt="2024-09-22T10:38:47.768" v="1248"/>
          <ac:spMkLst>
            <pc:docMk/>
            <pc:sldMk cId="219239104" sldId="426"/>
            <ac:spMk id="17" creationId="{74E5C23E-AAF7-4B09-98DF-A3327599E408}"/>
          </ac:spMkLst>
        </pc:spChg>
        <pc:grpChg chg="mod">
          <ac:chgData name="Daphne Economou" userId="d065a339-36cf-4937-af08-41751becbd81" providerId="ADAL" clId="{0D7CC77E-0068-4E2C-B79A-76849F2F2A81}" dt="2024-09-22T09:25:44.759" v="349"/>
          <ac:grpSpMkLst>
            <pc:docMk/>
            <pc:sldMk cId="219239104" sldId="426"/>
            <ac:grpSpMk id="6" creationId="{5EFA1419-E078-53E2-43EE-9173AEBD457D}"/>
          </ac:grpSpMkLst>
        </pc:grpChg>
        <pc:grpChg chg="mod">
          <ac:chgData name="Daphne Economou" userId="d065a339-36cf-4937-af08-41751becbd81" providerId="ADAL" clId="{0D7CC77E-0068-4E2C-B79A-76849F2F2A81}" dt="2024-09-22T09:26:06.310" v="355"/>
          <ac:grpSpMkLst>
            <pc:docMk/>
            <pc:sldMk cId="219239104" sldId="426"/>
            <ac:grpSpMk id="9" creationId="{C878D243-ABDB-8E8F-D45B-E8622E2EDABA}"/>
          </ac:grpSpMkLst>
        </pc:grpChg>
        <pc:grpChg chg="mod">
          <ac:chgData name="Daphne Economou" userId="d065a339-36cf-4937-af08-41751becbd81" providerId="ADAL" clId="{0D7CC77E-0068-4E2C-B79A-76849F2F2A81}" dt="2024-09-22T09:26:31.492" v="361"/>
          <ac:grpSpMkLst>
            <pc:docMk/>
            <pc:sldMk cId="219239104" sldId="426"/>
            <ac:grpSpMk id="20" creationId="{BFCAFE8B-A47E-0D4A-5250-5D3B1D2B4045}"/>
          </ac:grpSpMkLst>
        </pc:grpChg>
        <pc:grpChg chg="mod">
          <ac:chgData name="Daphne Economou" userId="d065a339-36cf-4937-af08-41751becbd81" providerId="ADAL" clId="{0D7CC77E-0068-4E2C-B79A-76849F2F2A81}" dt="2024-09-22T09:26:38.912" v="367"/>
          <ac:grpSpMkLst>
            <pc:docMk/>
            <pc:sldMk cId="219239104" sldId="426"/>
            <ac:grpSpMk id="23" creationId="{62F2DC67-9E12-FDB3-27CA-C9A03C929A79}"/>
          </ac:grpSpMkLst>
        </pc:grpChg>
        <pc:grpChg chg="del mod">
          <ac:chgData name="Daphne Economou" userId="d065a339-36cf-4937-af08-41751becbd81" providerId="ADAL" clId="{0D7CC77E-0068-4E2C-B79A-76849F2F2A81}" dt="2024-09-22T09:26:57.433" v="376" actId="478"/>
          <ac:grpSpMkLst>
            <pc:docMk/>
            <pc:sldMk cId="219239104" sldId="426"/>
            <ac:grpSpMk id="26" creationId="{791717DF-95FD-1D3A-0CB2-8328A6801E9F}"/>
          </ac:grpSpMkLst>
        </pc:grpChg>
        <pc:grpChg chg="mod">
          <ac:chgData name="Daphne Economou" userId="d065a339-36cf-4937-af08-41751becbd81" providerId="ADAL" clId="{0D7CC77E-0068-4E2C-B79A-76849F2F2A81}" dt="2024-09-22T09:27:03.068" v="379"/>
          <ac:grpSpMkLst>
            <pc:docMk/>
            <pc:sldMk cId="219239104" sldId="426"/>
            <ac:grpSpMk id="29" creationId="{CC5B8165-7218-47FD-03B6-330475BF81A5}"/>
          </ac:grpSpMkLst>
        </pc:grpChg>
        <pc:inkChg chg="add del mod">
          <ac:chgData name="Daphne Economou" userId="d065a339-36cf-4937-af08-41751becbd81" providerId="ADAL" clId="{0D7CC77E-0068-4E2C-B79A-76849F2F2A81}" dt="2024-09-22T09:25:45.149" v="350" actId="9405"/>
          <ac:inkMkLst>
            <pc:docMk/>
            <pc:sldMk cId="219239104" sldId="426"/>
            <ac:inkMk id="3" creationId="{63FC1C56-73A6-B0EB-0E2D-DE4FF0EAE3F1}"/>
          </ac:inkMkLst>
        </pc:inkChg>
        <pc:inkChg chg="add del mod">
          <ac:chgData name="Daphne Economou" userId="d065a339-36cf-4937-af08-41751becbd81" providerId="ADAL" clId="{0D7CC77E-0068-4E2C-B79A-76849F2F2A81}" dt="2024-09-22T09:25:44.759" v="349"/>
          <ac:inkMkLst>
            <pc:docMk/>
            <pc:sldMk cId="219239104" sldId="426"/>
            <ac:inkMk id="5" creationId="{7EAE6961-E8BF-ED38-E499-A7B424BE793C}"/>
          </ac:inkMkLst>
        </pc:inkChg>
        <pc:inkChg chg="add del mod">
          <ac:chgData name="Daphne Economou" userId="d065a339-36cf-4937-af08-41751becbd81" providerId="ADAL" clId="{0D7CC77E-0068-4E2C-B79A-76849F2F2A81}" dt="2024-09-22T09:26:06.726" v="356" actId="9405"/>
          <ac:inkMkLst>
            <pc:docMk/>
            <pc:sldMk cId="219239104" sldId="426"/>
            <ac:inkMk id="7" creationId="{1B5D6DBC-B470-2768-2B9A-737069ADF9EF}"/>
          </ac:inkMkLst>
        </pc:inkChg>
        <pc:inkChg chg="add del mod">
          <ac:chgData name="Daphne Economou" userId="d065a339-36cf-4937-af08-41751becbd81" providerId="ADAL" clId="{0D7CC77E-0068-4E2C-B79A-76849F2F2A81}" dt="2024-09-22T09:26:06.310" v="355"/>
          <ac:inkMkLst>
            <pc:docMk/>
            <pc:sldMk cId="219239104" sldId="426"/>
            <ac:inkMk id="8" creationId="{59DD89A6-E159-757D-A967-CFB4A5D3F696}"/>
          </ac:inkMkLst>
        </pc:inkChg>
        <pc:inkChg chg="add del mod">
          <ac:chgData name="Daphne Economou" userId="d065a339-36cf-4937-af08-41751becbd81" providerId="ADAL" clId="{0D7CC77E-0068-4E2C-B79A-76849F2F2A81}" dt="2024-09-22T09:26:31.942" v="362" actId="9405"/>
          <ac:inkMkLst>
            <pc:docMk/>
            <pc:sldMk cId="219239104" sldId="426"/>
            <ac:inkMk id="18" creationId="{42ED62E9-2B47-A5DF-660D-CF1DACD0A548}"/>
          </ac:inkMkLst>
        </pc:inkChg>
        <pc:inkChg chg="add del mod">
          <ac:chgData name="Daphne Economou" userId="d065a339-36cf-4937-af08-41751becbd81" providerId="ADAL" clId="{0D7CC77E-0068-4E2C-B79A-76849F2F2A81}" dt="2024-09-22T09:26:31.492" v="361"/>
          <ac:inkMkLst>
            <pc:docMk/>
            <pc:sldMk cId="219239104" sldId="426"/>
            <ac:inkMk id="19" creationId="{3B322B02-26A0-5B37-47E3-AE1A6EBBA901}"/>
          </ac:inkMkLst>
        </pc:inkChg>
        <pc:inkChg chg="add del mod">
          <ac:chgData name="Daphne Economou" userId="d065a339-36cf-4937-af08-41751becbd81" providerId="ADAL" clId="{0D7CC77E-0068-4E2C-B79A-76849F2F2A81}" dt="2024-09-22T09:26:39.242" v="368" actId="9405"/>
          <ac:inkMkLst>
            <pc:docMk/>
            <pc:sldMk cId="219239104" sldId="426"/>
            <ac:inkMk id="21" creationId="{8992638F-F3A2-3049-52A6-2223CBCF7FB3}"/>
          </ac:inkMkLst>
        </pc:inkChg>
        <pc:inkChg chg="add del mod">
          <ac:chgData name="Daphne Economou" userId="d065a339-36cf-4937-af08-41751becbd81" providerId="ADAL" clId="{0D7CC77E-0068-4E2C-B79A-76849F2F2A81}" dt="2024-09-22T09:26:38.912" v="367"/>
          <ac:inkMkLst>
            <pc:docMk/>
            <pc:sldMk cId="219239104" sldId="426"/>
            <ac:inkMk id="22" creationId="{438AC2CF-191C-C5A4-C2C3-D0688F87AF8C}"/>
          </ac:inkMkLst>
        </pc:inkChg>
        <pc:inkChg chg="add mod">
          <ac:chgData name="Daphne Economou" userId="d065a339-36cf-4937-af08-41751becbd81" providerId="ADAL" clId="{0D7CC77E-0068-4E2C-B79A-76849F2F2A81}" dt="2024-09-22T09:26:42.348" v="371"/>
          <ac:inkMkLst>
            <pc:docMk/>
            <pc:sldMk cId="219239104" sldId="426"/>
            <ac:inkMk id="24" creationId="{792FD29E-C145-8FB9-EDB6-596EC6AEBB8A}"/>
          </ac:inkMkLst>
        </pc:inkChg>
        <pc:inkChg chg="add mod">
          <ac:chgData name="Daphne Economou" userId="d065a339-36cf-4937-af08-41751becbd81" providerId="ADAL" clId="{0D7CC77E-0068-4E2C-B79A-76849F2F2A81}" dt="2024-09-22T09:26:42.348" v="371"/>
          <ac:inkMkLst>
            <pc:docMk/>
            <pc:sldMk cId="219239104" sldId="426"/>
            <ac:inkMk id="25" creationId="{5283B253-F31E-BC71-13AD-96DCA12820E6}"/>
          </ac:inkMkLst>
        </pc:inkChg>
        <pc:inkChg chg="add mod">
          <ac:chgData name="Daphne Economou" userId="d065a339-36cf-4937-af08-41751becbd81" providerId="ADAL" clId="{0D7CC77E-0068-4E2C-B79A-76849F2F2A81}" dt="2024-09-22T09:27:03.068" v="379"/>
          <ac:inkMkLst>
            <pc:docMk/>
            <pc:sldMk cId="219239104" sldId="426"/>
            <ac:inkMk id="27" creationId="{AFF8B9ED-7F9C-E53E-A02D-0C33298CB691}"/>
          </ac:inkMkLst>
        </pc:inkChg>
        <pc:inkChg chg="add mod">
          <ac:chgData name="Daphne Economou" userId="d065a339-36cf-4937-af08-41751becbd81" providerId="ADAL" clId="{0D7CC77E-0068-4E2C-B79A-76849F2F2A81}" dt="2024-09-22T09:27:03.068" v="379"/>
          <ac:inkMkLst>
            <pc:docMk/>
            <pc:sldMk cId="219239104" sldId="426"/>
            <ac:inkMk id="28" creationId="{9AD9179C-868B-05B9-23E4-0CE24E168B62}"/>
          </ac:inkMkLst>
        </pc:inkChg>
      </pc:sldChg>
      <pc:sldChg chg="modSp mod">
        <pc:chgData name="Daphne Economou" userId="d065a339-36cf-4937-af08-41751becbd81" providerId="ADAL" clId="{0D7CC77E-0068-4E2C-B79A-76849F2F2A81}" dt="2024-09-22T10:53:38.773" v="1413" actId="115"/>
        <pc:sldMkLst>
          <pc:docMk/>
          <pc:sldMk cId="1922892454" sldId="427"/>
        </pc:sldMkLst>
        <pc:spChg chg="mod">
          <ac:chgData name="Daphne Economou" userId="d065a339-36cf-4937-af08-41751becbd81" providerId="ADAL" clId="{0D7CC77E-0068-4E2C-B79A-76849F2F2A81}" dt="2024-09-22T10:38:47.768" v="1248"/>
          <ac:spMkLst>
            <pc:docMk/>
            <pc:sldMk cId="1922892454" sldId="427"/>
            <ac:spMk id="2" creationId="{00000000-0000-0000-0000-000000000000}"/>
          </ac:spMkLst>
        </pc:spChg>
        <pc:spChg chg="mod">
          <ac:chgData name="Daphne Economou" userId="d065a339-36cf-4937-af08-41751becbd81" providerId="ADAL" clId="{0D7CC77E-0068-4E2C-B79A-76849F2F2A81}" dt="2024-09-22T10:53:38.773" v="1413" actId="115"/>
          <ac:spMkLst>
            <pc:docMk/>
            <pc:sldMk cId="1922892454" sldId="427"/>
            <ac:spMk id="3" creationId="{00000000-0000-0000-0000-000000000000}"/>
          </ac:spMkLst>
        </pc:spChg>
        <pc:spChg chg="mod">
          <ac:chgData name="Daphne Economou" userId="d065a339-36cf-4937-af08-41751becbd81" providerId="ADAL" clId="{0D7CC77E-0068-4E2C-B79A-76849F2F2A81}" dt="2024-09-22T10:38:47.768" v="1248"/>
          <ac:spMkLst>
            <pc:docMk/>
            <pc:sldMk cId="1922892454" sldId="427"/>
            <ac:spMk id="4" creationId="{110F1CB4-695A-4B56-A13B-61B9C968E324}"/>
          </ac:spMkLst>
        </pc:spChg>
        <pc:spChg chg="mod">
          <ac:chgData name="Daphne Economou" userId="d065a339-36cf-4937-af08-41751becbd81" providerId="ADAL" clId="{0D7CC77E-0068-4E2C-B79A-76849F2F2A81}" dt="2024-09-22T10:38:47.768" v="1248"/>
          <ac:spMkLst>
            <pc:docMk/>
            <pc:sldMk cId="1922892454" sldId="427"/>
            <ac:spMk id="5" creationId="{2887EA0E-278D-4C92-97A8-845C17C88E8F}"/>
          </ac:spMkLst>
        </pc:spChg>
        <pc:spChg chg="mod">
          <ac:chgData name="Daphne Economou" userId="d065a339-36cf-4937-af08-41751becbd81" providerId="ADAL" clId="{0D7CC77E-0068-4E2C-B79A-76849F2F2A81}" dt="2024-09-22T10:38:47.768" v="1248"/>
          <ac:spMkLst>
            <pc:docMk/>
            <pc:sldMk cId="1922892454" sldId="427"/>
            <ac:spMk id="6" creationId="{07C60C03-8753-43EA-A90E-EE53A67FF4D3}"/>
          </ac:spMkLst>
        </pc:spChg>
      </pc:sldChg>
      <pc:sldChg chg="modSp">
        <pc:chgData name="Daphne Economou" userId="d065a339-36cf-4937-af08-41751becbd81" providerId="ADAL" clId="{0D7CC77E-0068-4E2C-B79A-76849F2F2A81}" dt="2024-09-22T10:38:47.768" v="1248"/>
        <pc:sldMkLst>
          <pc:docMk/>
          <pc:sldMk cId="1869753484" sldId="430"/>
        </pc:sldMkLst>
        <pc:spChg chg="mod">
          <ac:chgData name="Daphne Economou" userId="d065a339-36cf-4937-af08-41751becbd81" providerId="ADAL" clId="{0D7CC77E-0068-4E2C-B79A-76849F2F2A81}" dt="2024-09-22T10:38:47.768" v="1248"/>
          <ac:spMkLst>
            <pc:docMk/>
            <pc:sldMk cId="1869753484" sldId="430"/>
            <ac:spMk id="13" creationId="{F71F53D0-7CF5-412D-B9FC-4B7ABF45F67B}"/>
          </ac:spMkLst>
        </pc:spChg>
        <pc:spChg chg="mod">
          <ac:chgData name="Daphne Economou" userId="d065a339-36cf-4937-af08-41751becbd81" providerId="ADAL" clId="{0D7CC77E-0068-4E2C-B79A-76849F2F2A81}" dt="2024-09-22T10:38:47.768" v="1248"/>
          <ac:spMkLst>
            <pc:docMk/>
            <pc:sldMk cId="1869753484" sldId="430"/>
            <ac:spMk id="14" creationId="{A55AEE06-7F5E-450C-A890-9A37CCD6B8B0}"/>
          </ac:spMkLst>
        </pc:spChg>
        <pc:spChg chg="mod">
          <ac:chgData name="Daphne Economou" userId="d065a339-36cf-4937-af08-41751becbd81" providerId="ADAL" clId="{0D7CC77E-0068-4E2C-B79A-76849F2F2A81}" dt="2024-09-22T10:38:47.768" v="1248"/>
          <ac:spMkLst>
            <pc:docMk/>
            <pc:sldMk cId="1869753484" sldId="430"/>
            <ac:spMk id="15" creationId="{B3DB36D9-C40D-4148-BFA3-D49EF3C0196A}"/>
          </ac:spMkLst>
        </pc:spChg>
      </pc:sldChg>
      <pc:sldChg chg="modSp">
        <pc:chgData name="Daphne Economou" userId="d065a339-36cf-4937-af08-41751becbd81" providerId="ADAL" clId="{0D7CC77E-0068-4E2C-B79A-76849F2F2A81}" dt="2024-09-22T10:38:47.768" v="1248"/>
        <pc:sldMkLst>
          <pc:docMk/>
          <pc:sldMk cId="1670306749" sldId="431"/>
        </pc:sldMkLst>
        <pc:spChg chg="mod">
          <ac:chgData name="Daphne Economou" userId="d065a339-36cf-4937-af08-41751becbd81" providerId="ADAL" clId="{0D7CC77E-0068-4E2C-B79A-76849F2F2A81}" dt="2024-09-22T10:38:47.768" v="1248"/>
          <ac:spMkLst>
            <pc:docMk/>
            <pc:sldMk cId="1670306749" sldId="431"/>
            <ac:spMk id="13" creationId="{F71F53D0-7CF5-412D-B9FC-4B7ABF45F67B}"/>
          </ac:spMkLst>
        </pc:spChg>
        <pc:spChg chg="mod">
          <ac:chgData name="Daphne Economou" userId="d065a339-36cf-4937-af08-41751becbd81" providerId="ADAL" clId="{0D7CC77E-0068-4E2C-B79A-76849F2F2A81}" dt="2024-09-22T10:38:47.768" v="1248"/>
          <ac:spMkLst>
            <pc:docMk/>
            <pc:sldMk cId="1670306749" sldId="431"/>
            <ac:spMk id="14" creationId="{A55AEE06-7F5E-450C-A890-9A37CCD6B8B0}"/>
          </ac:spMkLst>
        </pc:spChg>
        <pc:spChg chg="mod">
          <ac:chgData name="Daphne Economou" userId="d065a339-36cf-4937-af08-41751becbd81" providerId="ADAL" clId="{0D7CC77E-0068-4E2C-B79A-76849F2F2A81}" dt="2024-09-22T10:38:47.768" v="1248"/>
          <ac:spMkLst>
            <pc:docMk/>
            <pc:sldMk cId="1670306749" sldId="431"/>
            <ac:spMk id="15" creationId="{B3DB36D9-C40D-4148-BFA3-D49EF3C0196A}"/>
          </ac:spMkLst>
        </pc:spChg>
      </pc:sldChg>
      <pc:sldChg chg="modSp mod">
        <pc:chgData name="Daphne Economou" userId="d065a339-36cf-4937-af08-41751becbd81" providerId="ADAL" clId="{0D7CC77E-0068-4E2C-B79A-76849F2F2A81}" dt="2024-09-22T11:18:22.521" v="1693" actId="962"/>
        <pc:sldMkLst>
          <pc:docMk/>
          <pc:sldMk cId="2982767162" sldId="432"/>
        </pc:sldMkLst>
        <pc:spChg chg="mod">
          <ac:chgData name="Daphne Economou" userId="d065a339-36cf-4937-af08-41751becbd81" providerId="ADAL" clId="{0D7CC77E-0068-4E2C-B79A-76849F2F2A81}" dt="2024-09-22T10:38:47.768" v="1248"/>
          <ac:spMkLst>
            <pc:docMk/>
            <pc:sldMk cId="2982767162" sldId="432"/>
            <ac:spMk id="2" creationId="{0A2FF4DA-BE4B-433F-86C8-53D7D46E8E1E}"/>
          </ac:spMkLst>
        </pc:spChg>
        <pc:spChg chg="mod">
          <ac:chgData name="Daphne Economou" userId="d065a339-36cf-4937-af08-41751becbd81" providerId="ADAL" clId="{0D7CC77E-0068-4E2C-B79A-76849F2F2A81}" dt="2024-09-22T10:38:47.768" v="1248"/>
          <ac:spMkLst>
            <pc:docMk/>
            <pc:sldMk cId="2982767162" sldId="432"/>
            <ac:spMk id="11" creationId="{888B7D3B-9BA0-42D3-A4BA-9F4B174D9B37}"/>
          </ac:spMkLst>
        </pc:spChg>
        <pc:spChg chg="mod">
          <ac:chgData name="Daphne Economou" userId="d065a339-36cf-4937-af08-41751becbd81" providerId="ADAL" clId="{0D7CC77E-0068-4E2C-B79A-76849F2F2A81}" dt="2024-09-22T10:38:47.768" v="1248"/>
          <ac:spMkLst>
            <pc:docMk/>
            <pc:sldMk cId="2982767162" sldId="432"/>
            <ac:spMk id="12" creationId="{AAFD2B5F-9890-4366-8139-53DF81FBACF3}"/>
          </ac:spMkLst>
        </pc:spChg>
        <pc:spChg chg="mod">
          <ac:chgData name="Daphne Economou" userId="d065a339-36cf-4937-af08-41751becbd81" providerId="ADAL" clId="{0D7CC77E-0068-4E2C-B79A-76849F2F2A81}" dt="2024-09-22T10:38:47.768" v="1248"/>
          <ac:spMkLst>
            <pc:docMk/>
            <pc:sldMk cId="2982767162" sldId="432"/>
            <ac:spMk id="13" creationId="{67A10A46-3EFC-46D2-8A0B-3BC148D9B2A1}"/>
          </ac:spMkLst>
        </pc:spChg>
        <pc:picChg chg="mod">
          <ac:chgData name="Daphne Economou" userId="d065a339-36cf-4937-af08-41751becbd81" providerId="ADAL" clId="{0D7CC77E-0068-4E2C-B79A-76849F2F2A81}" dt="2024-09-22T11:18:22.521" v="1693" actId="962"/>
          <ac:picMkLst>
            <pc:docMk/>
            <pc:sldMk cId="2982767162" sldId="432"/>
            <ac:picMk id="16" creationId="{6FE2B64B-6DD6-AC77-F1B5-F6B0BB14986E}"/>
          </ac:picMkLst>
        </pc:picChg>
      </pc:sldChg>
      <pc:sldChg chg="modSp">
        <pc:chgData name="Daphne Economou" userId="d065a339-36cf-4937-af08-41751becbd81" providerId="ADAL" clId="{0D7CC77E-0068-4E2C-B79A-76849F2F2A81}" dt="2024-09-22T10:38:47.768" v="1248"/>
        <pc:sldMkLst>
          <pc:docMk/>
          <pc:sldMk cId="1976262221" sldId="434"/>
        </pc:sldMkLst>
        <pc:spChg chg="mod">
          <ac:chgData name="Daphne Economou" userId="d065a339-36cf-4937-af08-41751becbd81" providerId="ADAL" clId="{0D7CC77E-0068-4E2C-B79A-76849F2F2A81}" dt="2024-09-22T10:38:47.768" v="1248"/>
          <ac:spMkLst>
            <pc:docMk/>
            <pc:sldMk cId="1976262221" sldId="434"/>
            <ac:spMk id="4" creationId="{616F6740-7D00-2C59-14F9-16BA4C9CC76D}"/>
          </ac:spMkLst>
        </pc:spChg>
        <pc:spChg chg="mod">
          <ac:chgData name="Daphne Economou" userId="d065a339-36cf-4937-af08-41751becbd81" providerId="ADAL" clId="{0D7CC77E-0068-4E2C-B79A-76849F2F2A81}" dt="2024-09-22T10:38:47.768" v="1248"/>
          <ac:spMkLst>
            <pc:docMk/>
            <pc:sldMk cId="1976262221" sldId="434"/>
            <ac:spMk id="5" creationId="{2CCD7B7A-2EB7-859F-6421-79EC81EA2BCC}"/>
          </ac:spMkLst>
        </pc:spChg>
        <pc:spChg chg="mod">
          <ac:chgData name="Daphne Economou" userId="d065a339-36cf-4937-af08-41751becbd81" providerId="ADAL" clId="{0D7CC77E-0068-4E2C-B79A-76849F2F2A81}" dt="2024-09-22T10:38:47.768" v="1248"/>
          <ac:spMkLst>
            <pc:docMk/>
            <pc:sldMk cId="1976262221" sldId="434"/>
            <ac:spMk id="6" creationId="{1DDBFBB8-AB1C-6793-E372-A6EA02E93DEA}"/>
          </ac:spMkLst>
        </pc:spChg>
        <pc:spChg chg="mod">
          <ac:chgData name="Daphne Economou" userId="d065a339-36cf-4937-af08-41751becbd81" providerId="ADAL" clId="{0D7CC77E-0068-4E2C-B79A-76849F2F2A81}" dt="2024-09-22T10:38:47.768" v="1248"/>
          <ac:spMkLst>
            <pc:docMk/>
            <pc:sldMk cId="1976262221" sldId="434"/>
            <ac:spMk id="7" creationId="{ECDFB320-7ADD-7EAB-146D-BB325E9E2F1D}"/>
          </ac:spMkLst>
        </pc:spChg>
      </pc:sldChg>
      <pc:sldChg chg="modSp mod">
        <pc:chgData name="Daphne Economou" userId="d065a339-36cf-4937-af08-41751becbd81" providerId="ADAL" clId="{0D7CC77E-0068-4E2C-B79A-76849F2F2A81}" dt="2024-09-22T10:38:47.768" v="1248"/>
        <pc:sldMkLst>
          <pc:docMk/>
          <pc:sldMk cId="3233231359" sldId="436"/>
        </pc:sldMkLst>
        <pc:spChg chg="mod">
          <ac:chgData name="Daphne Economou" userId="d065a339-36cf-4937-af08-41751becbd81" providerId="ADAL" clId="{0D7CC77E-0068-4E2C-B79A-76849F2F2A81}" dt="2024-09-22T10:38:47.768" v="1248"/>
          <ac:spMkLst>
            <pc:docMk/>
            <pc:sldMk cId="3233231359" sldId="436"/>
            <ac:spMk id="4" creationId="{0EC2B034-37AF-20B7-59E0-42DDF30DD864}"/>
          </ac:spMkLst>
        </pc:spChg>
        <pc:spChg chg="mod">
          <ac:chgData name="Daphne Economou" userId="d065a339-36cf-4937-af08-41751becbd81" providerId="ADAL" clId="{0D7CC77E-0068-4E2C-B79A-76849F2F2A81}" dt="2024-09-22T10:38:47.768" v="1248"/>
          <ac:spMkLst>
            <pc:docMk/>
            <pc:sldMk cId="3233231359" sldId="436"/>
            <ac:spMk id="5" creationId="{D0F9078E-A0B1-81C2-18DB-D97AC07DDBB8}"/>
          </ac:spMkLst>
        </pc:spChg>
        <pc:spChg chg="mod">
          <ac:chgData name="Daphne Economou" userId="d065a339-36cf-4937-af08-41751becbd81" providerId="ADAL" clId="{0D7CC77E-0068-4E2C-B79A-76849F2F2A81}" dt="2024-09-22T10:38:47.768" v="1248"/>
          <ac:spMkLst>
            <pc:docMk/>
            <pc:sldMk cId="3233231359" sldId="436"/>
            <ac:spMk id="6" creationId="{F5443A21-2F59-2CF1-69CD-947CE5929F35}"/>
          </ac:spMkLst>
        </pc:spChg>
        <pc:spChg chg="mod">
          <ac:chgData name="Daphne Economou" userId="d065a339-36cf-4937-af08-41751becbd81" providerId="ADAL" clId="{0D7CC77E-0068-4E2C-B79A-76849F2F2A81}" dt="2024-09-22T10:38:47.768" v="1248"/>
          <ac:spMkLst>
            <pc:docMk/>
            <pc:sldMk cId="3233231359" sldId="436"/>
            <ac:spMk id="9" creationId="{CF99E0E1-5B6B-C8D5-1CBA-4EC3BD18AED7}"/>
          </ac:spMkLst>
        </pc:spChg>
        <pc:spChg chg="mod">
          <ac:chgData name="Daphne Economou" userId="d065a339-36cf-4937-af08-41751becbd81" providerId="ADAL" clId="{0D7CC77E-0068-4E2C-B79A-76849F2F2A81}" dt="2024-09-21T11:12:48.708" v="47" actId="1076"/>
          <ac:spMkLst>
            <pc:docMk/>
            <pc:sldMk cId="3233231359" sldId="436"/>
            <ac:spMk id="13" creationId="{30450559-5370-C710-7A03-042890546D28}"/>
          </ac:spMkLst>
        </pc:spChg>
      </pc:sldChg>
      <pc:sldChg chg="modSp">
        <pc:chgData name="Daphne Economou" userId="d065a339-36cf-4937-af08-41751becbd81" providerId="ADAL" clId="{0D7CC77E-0068-4E2C-B79A-76849F2F2A81}" dt="2024-09-22T10:38:47.768" v="1248"/>
        <pc:sldMkLst>
          <pc:docMk/>
          <pc:sldMk cId="437394209" sldId="437"/>
        </pc:sldMkLst>
        <pc:spChg chg="mod">
          <ac:chgData name="Daphne Economou" userId="d065a339-36cf-4937-af08-41751becbd81" providerId="ADAL" clId="{0D7CC77E-0068-4E2C-B79A-76849F2F2A81}" dt="2024-09-22T10:38:47.768" v="1248"/>
          <ac:spMkLst>
            <pc:docMk/>
            <pc:sldMk cId="437394209" sldId="437"/>
            <ac:spMk id="3" creationId="{7410E377-E880-516A-175B-ED02B09EEDD5}"/>
          </ac:spMkLst>
        </pc:spChg>
        <pc:spChg chg="mod">
          <ac:chgData name="Daphne Economou" userId="d065a339-36cf-4937-af08-41751becbd81" providerId="ADAL" clId="{0D7CC77E-0068-4E2C-B79A-76849F2F2A81}" dt="2024-09-22T10:38:47.768" v="1248"/>
          <ac:spMkLst>
            <pc:docMk/>
            <pc:sldMk cId="437394209" sldId="437"/>
            <ac:spMk id="4" creationId="{60D2E6C3-2EB5-3427-C5D7-20205FC56D88}"/>
          </ac:spMkLst>
        </pc:spChg>
        <pc:spChg chg="mod">
          <ac:chgData name="Daphne Economou" userId="d065a339-36cf-4937-af08-41751becbd81" providerId="ADAL" clId="{0D7CC77E-0068-4E2C-B79A-76849F2F2A81}" dt="2024-09-22T10:38:47.768" v="1248"/>
          <ac:spMkLst>
            <pc:docMk/>
            <pc:sldMk cId="437394209" sldId="437"/>
            <ac:spMk id="5" creationId="{12DFC99A-B01C-6B97-81F7-783CA84F060B}"/>
          </ac:spMkLst>
        </pc:spChg>
        <pc:spChg chg="mod">
          <ac:chgData name="Daphne Economou" userId="d065a339-36cf-4937-af08-41751becbd81" providerId="ADAL" clId="{0D7CC77E-0068-4E2C-B79A-76849F2F2A81}" dt="2024-09-22T10:38:47.768" v="1248"/>
          <ac:spMkLst>
            <pc:docMk/>
            <pc:sldMk cId="437394209" sldId="437"/>
            <ac:spMk id="6" creationId="{190D406A-5653-DDAF-55D3-DEB4CFC0A847}"/>
          </ac:spMkLst>
        </pc:spChg>
      </pc:sldChg>
      <pc:sldChg chg="modSp">
        <pc:chgData name="Daphne Economou" userId="d065a339-36cf-4937-af08-41751becbd81" providerId="ADAL" clId="{0D7CC77E-0068-4E2C-B79A-76849F2F2A81}" dt="2024-09-22T10:38:47.768" v="1248"/>
        <pc:sldMkLst>
          <pc:docMk/>
          <pc:sldMk cId="2049362077" sldId="438"/>
        </pc:sldMkLst>
        <pc:spChg chg="mod">
          <ac:chgData name="Daphne Economou" userId="d065a339-36cf-4937-af08-41751becbd81" providerId="ADAL" clId="{0D7CC77E-0068-4E2C-B79A-76849F2F2A81}" dt="2024-09-22T10:38:47.768" v="1248"/>
          <ac:spMkLst>
            <pc:docMk/>
            <pc:sldMk cId="2049362077" sldId="438"/>
            <ac:spMk id="3" creationId="{7410E377-E880-516A-175B-ED02B09EEDD5}"/>
          </ac:spMkLst>
        </pc:spChg>
        <pc:spChg chg="mod">
          <ac:chgData name="Daphne Economou" userId="d065a339-36cf-4937-af08-41751becbd81" providerId="ADAL" clId="{0D7CC77E-0068-4E2C-B79A-76849F2F2A81}" dt="2024-09-22T10:38:47.768" v="1248"/>
          <ac:spMkLst>
            <pc:docMk/>
            <pc:sldMk cId="2049362077" sldId="438"/>
            <ac:spMk id="4" creationId="{60D2E6C3-2EB5-3427-C5D7-20205FC56D88}"/>
          </ac:spMkLst>
        </pc:spChg>
        <pc:spChg chg="mod">
          <ac:chgData name="Daphne Economou" userId="d065a339-36cf-4937-af08-41751becbd81" providerId="ADAL" clId="{0D7CC77E-0068-4E2C-B79A-76849F2F2A81}" dt="2024-09-22T10:38:47.768" v="1248"/>
          <ac:spMkLst>
            <pc:docMk/>
            <pc:sldMk cId="2049362077" sldId="438"/>
            <ac:spMk id="5" creationId="{12DFC99A-B01C-6B97-81F7-783CA84F060B}"/>
          </ac:spMkLst>
        </pc:spChg>
        <pc:spChg chg="mod">
          <ac:chgData name="Daphne Economou" userId="d065a339-36cf-4937-af08-41751becbd81" providerId="ADAL" clId="{0D7CC77E-0068-4E2C-B79A-76849F2F2A81}" dt="2024-09-22T10:38:47.768" v="1248"/>
          <ac:spMkLst>
            <pc:docMk/>
            <pc:sldMk cId="2049362077" sldId="438"/>
            <ac:spMk id="6" creationId="{190D406A-5653-DDAF-55D3-DEB4CFC0A847}"/>
          </ac:spMkLst>
        </pc:spChg>
      </pc:sldChg>
      <pc:sldChg chg="modSp">
        <pc:chgData name="Daphne Economou" userId="d065a339-36cf-4937-af08-41751becbd81" providerId="ADAL" clId="{0D7CC77E-0068-4E2C-B79A-76849F2F2A81}" dt="2024-09-22T10:38:47.768" v="1248"/>
        <pc:sldMkLst>
          <pc:docMk/>
          <pc:sldMk cId="1610215794" sldId="439"/>
        </pc:sldMkLst>
        <pc:spChg chg="mod">
          <ac:chgData name="Daphne Economou" userId="d065a339-36cf-4937-af08-41751becbd81" providerId="ADAL" clId="{0D7CC77E-0068-4E2C-B79A-76849F2F2A81}" dt="2024-09-22T10:38:47.768" v="1248"/>
          <ac:spMkLst>
            <pc:docMk/>
            <pc:sldMk cId="1610215794" sldId="439"/>
            <ac:spMk id="2" creationId="{74971A7C-7F8F-458A-B032-1358BAA7D5D6}"/>
          </ac:spMkLst>
        </pc:spChg>
        <pc:spChg chg="mod">
          <ac:chgData name="Daphne Economou" userId="d065a339-36cf-4937-af08-41751becbd81" providerId="ADAL" clId="{0D7CC77E-0068-4E2C-B79A-76849F2F2A81}" dt="2024-09-22T10:38:47.768" v="1248"/>
          <ac:spMkLst>
            <pc:docMk/>
            <pc:sldMk cId="1610215794" sldId="439"/>
            <ac:spMk id="4" creationId="{08E9A90C-DC90-662D-0F65-93002DD93F9C}"/>
          </ac:spMkLst>
        </pc:spChg>
        <pc:spChg chg="mod">
          <ac:chgData name="Daphne Economou" userId="d065a339-36cf-4937-af08-41751becbd81" providerId="ADAL" clId="{0D7CC77E-0068-4E2C-B79A-76849F2F2A81}" dt="2024-09-22T10:38:47.768" v="1248"/>
          <ac:spMkLst>
            <pc:docMk/>
            <pc:sldMk cId="1610215794" sldId="439"/>
            <ac:spMk id="5" creationId="{BFACF79F-0976-B336-CB58-155CD22317ED}"/>
          </ac:spMkLst>
        </pc:spChg>
        <pc:spChg chg="mod">
          <ac:chgData name="Daphne Economou" userId="d065a339-36cf-4937-af08-41751becbd81" providerId="ADAL" clId="{0D7CC77E-0068-4E2C-B79A-76849F2F2A81}" dt="2024-09-22T10:38:47.768" v="1248"/>
          <ac:spMkLst>
            <pc:docMk/>
            <pc:sldMk cId="1610215794" sldId="439"/>
            <ac:spMk id="6" creationId="{0246409C-5C3D-0175-0FE4-92C3DB30EF74}"/>
          </ac:spMkLst>
        </pc:spChg>
      </pc:sldChg>
      <pc:sldChg chg="modSp">
        <pc:chgData name="Daphne Economou" userId="d065a339-36cf-4937-af08-41751becbd81" providerId="ADAL" clId="{0D7CC77E-0068-4E2C-B79A-76849F2F2A81}" dt="2024-09-22T10:38:47.768" v="1248"/>
        <pc:sldMkLst>
          <pc:docMk/>
          <pc:sldMk cId="684014965" sldId="440"/>
        </pc:sldMkLst>
        <pc:spChg chg="mod">
          <ac:chgData name="Daphne Economou" userId="d065a339-36cf-4937-af08-41751becbd81" providerId="ADAL" clId="{0D7CC77E-0068-4E2C-B79A-76849F2F2A81}" dt="2024-09-22T10:38:47.768" v="1248"/>
          <ac:spMkLst>
            <pc:docMk/>
            <pc:sldMk cId="684014965" sldId="440"/>
            <ac:spMk id="2" creationId="{74971A7C-7F8F-458A-B032-1358BAA7D5D6}"/>
          </ac:spMkLst>
        </pc:spChg>
        <pc:spChg chg="mod">
          <ac:chgData name="Daphne Economou" userId="d065a339-36cf-4937-af08-41751becbd81" providerId="ADAL" clId="{0D7CC77E-0068-4E2C-B79A-76849F2F2A81}" dt="2024-09-22T10:38:47.768" v="1248"/>
          <ac:spMkLst>
            <pc:docMk/>
            <pc:sldMk cId="684014965" sldId="440"/>
            <ac:spMk id="4" creationId="{08E9A90C-DC90-662D-0F65-93002DD93F9C}"/>
          </ac:spMkLst>
        </pc:spChg>
        <pc:spChg chg="mod">
          <ac:chgData name="Daphne Economou" userId="d065a339-36cf-4937-af08-41751becbd81" providerId="ADAL" clId="{0D7CC77E-0068-4E2C-B79A-76849F2F2A81}" dt="2024-09-22T10:38:47.768" v="1248"/>
          <ac:spMkLst>
            <pc:docMk/>
            <pc:sldMk cId="684014965" sldId="440"/>
            <ac:spMk id="5" creationId="{BFACF79F-0976-B336-CB58-155CD22317ED}"/>
          </ac:spMkLst>
        </pc:spChg>
        <pc:spChg chg="mod">
          <ac:chgData name="Daphne Economou" userId="d065a339-36cf-4937-af08-41751becbd81" providerId="ADAL" clId="{0D7CC77E-0068-4E2C-B79A-76849F2F2A81}" dt="2024-09-22T10:38:47.768" v="1248"/>
          <ac:spMkLst>
            <pc:docMk/>
            <pc:sldMk cId="684014965" sldId="440"/>
            <ac:spMk id="6" creationId="{0246409C-5C3D-0175-0FE4-92C3DB30EF74}"/>
          </ac:spMkLst>
        </pc:spChg>
      </pc:sldChg>
      <pc:sldChg chg="addSp modSp mod modAnim">
        <pc:chgData name="Daphne Economou" userId="d065a339-36cf-4937-af08-41751becbd81" providerId="ADAL" clId="{0D7CC77E-0068-4E2C-B79A-76849F2F2A81}" dt="2024-09-22T10:38:47.768" v="1248"/>
        <pc:sldMkLst>
          <pc:docMk/>
          <pc:sldMk cId="2031599003" sldId="441"/>
        </pc:sldMkLst>
        <pc:spChg chg="add mod">
          <ac:chgData name="Daphne Economou" userId="d065a339-36cf-4937-af08-41751becbd81" providerId="ADAL" clId="{0D7CC77E-0068-4E2C-B79A-76849F2F2A81}" dt="2024-09-21T11:40:13.555" v="130" actId="164"/>
          <ac:spMkLst>
            <pc:docMk/>
            <pc:sldMk cId="2031599003" sldId="441"/>
            <ac:spMk id="2" creationId="{AF0DA78E-1A81-802F-00C8-F83E547C622C}"/>
          </ac:spMkLst>
        </pc:spChg>
        <pc:spChg chg="add mod">
          <ac:chgData name="Daphne Economou" userId="d065a339-36cf-4937-af08-41751becbd81" providerId="ADAL" clId="{0D7CC77E-0068-4E2C-B79A-76849F2F2A81}" dt="2024-09-21T11:40:13.555" v="130" actId="164"/>
          <ac:spMkLst>
            <pc:docMk/>
            <pc:sldMk cId="2031599003" sldId="441"/>
            <ac:spMk id="3" creationId="{9C45CBFD-322A-D6A6-CEA7-8D2BD9811386}"/>
          </ac:spMkLst>
        </pc:spChg>
        <pc:spChg chg="mod">
          <ac:chgData name="Daphne Economou" userId="d065a339-36cf-4937-af08-41751becbd81" providerId="ADAL" clId="{0D7CC77E-0068-4E2C-B79A-76849F2F2A81}" dt="2024-09-22T10:38:47.768" v="1248"/>
          <ac:spMkLst>
            <pc:docMk/>
            <pc:sldMk cId="2031599003" sldId="441"/>
            <ac:spMk id="4" creationId="{616F6740-7D00-2C59-14F9-16BA4C9CC76D}"/>
          </ac:spMkLst>
        </pc:spChg>
        <pc:spChg chg="mod">
          <ac:chgData name="Daphne Economou" userId="d065a339-36cf-4937-af08-41751becbd81" providerId="ADAL" clId="{0D7CC77E-0068-4E2C-B79A-76849F2F2A81}" dt="2024-09-22T10:38:47.768" v="1248"/>
          <ac:spMkLst>
            <pc:docMk/>
            <pc:sldMk cId="2031599003" sldId="441"/>
            <ac:spMk id="5" creationId="{2CCD7B7A-2EB7-859F-6421-79EC81EA2BCC}"/>
          </ac:spMkLst>
        </pc:spChg>
        <pc:spChg chg="mod">
          <ac:chgData name="Daphne Economou" userId="d065a339-36cf-4937-af08-41751becbd81" providerId="ADAL" clId="{0D7CC77E-0068-4E2C-B79A-76849F2F2A81}" dt="2024-09-22T10:38:47.768" v="1248"/>
          <ac:spMkLst>
            <pc:docMk/>
            <pc:sldMk cId="2031599003" sldId="441"/>
            <ac:spMk id="6" creationId="{1DDBFBB8-AB1C-6793-E372-A6EA02E93DEA}"/>
          </ac:spMkLst>
        </pc:spChg>
        <pc:spChg chg="mod">
          <ac:chgData name="Daphne Economou" userId="d065a339-36cf-4937-af08-41751becbd81" providerId="ADAL" clId="{0D7CC77E-0068-4E2C-B79A-76849F2F2A81}" dt="2024-09-22T10:38:47.768" v="1248"/>
          <ac:spMkLst>
            <pc:docMk/>
            <pc:sldMk cId="2031599003" sldId="441"/>
            <ac:spMk id="7" creationId="{ECDFB320-7ADD-7EAB-146D-BB325E9E2F1D}"/>
          </ac:spMkLst>
        </pc:spChg>
        <pc:spChg chg="add mod">
          <ac:chgData name="Daphne Economou" userId="d065a339-36cf-4937-af08-41751becbd81" providerId="ADAL" clId="{0D7CC77E-0068-4E2C-B79A-76849F2F2A81}" dt="2024-09-21T11:40:13.555" v="130" actId="164"/>
          <ac:spMkLst>
            <pc:docMk/>
            <pc:sldMk cId="2031599003" sldId="441"/>
            <ac:spMk id="18" creationId="{98D1659E-8EBB-32CC-6BAA-AA47F1D628BD}"/>
          </ac:spMkLst>
        </pc:spChg>
        <pc:grpChg chg="add mod">
          <ac:chgData name="Daphne Economou" userId="d065a339-36cf-4937-af08-41751becbd81" providerId="ADAL" clId="{0D7CC77E-0068-4E2C-B79A-76849F2F2A81}" dt="2024-09-21T11:40:16.084" v="131" actId="1076"/>
          <ac:grpSpMkLst>
            <pc:docMk/>
            <pc:sldMk cId="2031599003" sldId="441"/>
            <ac:grpSpMk id="20" creationId="{A0BD57B5-8F27-D54C-B2FA-8BA560BDB92A}"/>
          </ac:grpSpMkLst>
        </pc:grpChg>
        <pc:picChg chg="add mod">
          <ac:chgData name="Daphne Economou" userId="d065a339-36cf-4937-af08-41751becbd81" providerId="ADAL" clId="{0D7CC77E-0068-4E2C-B79A-76849F2F2A81}" dt="2024-09-21T11:40:19.206" v="132" actId="1076"/>
          <ac:picMkLst>
            <pc:docMk/>
            <pc:sldMk cId="2031599003" sldId="441"/>
            <ac:picMk id="19" creationId="{8BDEE2E8-E785-9CBD-EA3E-D1A616791EB4}"/>
          </ac:picMkLst>
        </pc:picChg>
      </pc:sldChg>
      <pc:sldChg chg="modSp">
        <pc:chgData name="Daphne Economou" userId="d065a339-36cf-4937-af08-41751becbd81" providerId="ADAL" clId="{0D7CC77E-0068-4E2C-B79A-76849F2F2A81}" dt="2024-09-22T10:38:47.768" v="1248"/>
        <pc:sldMkLst>
          <pc:docMk/>
          <pc:sldMk cId="662085378" sldId="442"/>
        </pc:sldMkLst>
        <pc:spChg chg="mod">
          <ac:chgData name="Daphne Economou" userId="d065a339-36cf-4937-af08-41751becbd81" providerId="ADAL" clId="{0D7CC77E-0068-4E2C-B79A-76849F2F2A81}" dt="2024-09-22T10:38:47.768" v="1248"/>
          <ac:spMkLst>
            <pc:docMk/>
            <pc:sldMk cId="662085378" sldId="442"/>
            <ac:spMk id="2" creationId="{E805A646-03B9-86AF-F6B7-8C1FF074A911}"/>
          </ac:spMkLst>
        </pc:spChg>
        <pc:spChg chg="mod">
          <ac:chgData name="Daphne Economou" userId="d065a339-36cf-4937-af08-41751becbd81" providerId="ADAL" clId="{0D7CC77E-0068-4E2C-B79A-76849F2F2A81}" dt="2024-09-22T10:38:47.768" v="1248"/>
          <ac:spMkLst>
            <pc:docMk/>
            <pc:sldMk cId="662085378" sldId="442"/>
            <ac:spMk id="3" creationId="{EEB15B4B-CA19-F71E-F026-4E10A49F9920}"/>
          </ac:spMkLst>
        </pc:spChg>
        <pc:spChg chg="mod">
          <ac:chgData name="Daphne Economou" userId="d065a339-36cf-4937-af08-41751becbd81" providerId="ADAL" clId="{0D7CC77E-0068-4E2C-B79A-76849F2F2A81}" dt="2024-09-22T10:38:47.768" v="1248"/>
          <ac:spMkLst>
            <pc:docMk/>
            <pc:sldMk cId="662085378" sldId="442"/>
            <ac:spMk id="4" creationId="{93206541-59C5-27FA-476A-66512DC8F66A}"/>
          </ac:spMkLst>
        </pc:spChg>
        <pc:spChg chg="mod">
          <ac:chgData name="Daphne Economou" userId="d065a339-36cf-4937-af08-41751becbd81" providerId="ADAL" clId="{0D7CC77E-0068-4E2C-B79A-76849F2F2A81}" dt="2024-09-22T10:38:47.768" v="1248"/>
          <ac:spMkLst>
            <pc:docMk/>
            <pc:sldMk cId="662085378" sldId="442"/>
            <ac:spMk id="5" creationId="{A6A95737-6F5F-7AB3-D926-8D185E1D586A}"/>
          </ac:spMkLst>
        </pc:spChg>
        <pc:spChg chg="mod">
          <ac:chgData name="Daphne Economou" userId="d065a339-36cf-4937-af08-41751becbd81" providerId="ADAL" clId="{0D7CC77E-0068-4E2C-B79A-76849F2F2A81}" dt="2024-09-22T10:38:47.768" v="1248"/>
          <ac:spMkLst>
            <pc:docMk/>
            <pc:sldMk cId="662085378" sldId="442"/>
            <ac:spMk id="6" creationId="{75F57697-E832-D9FA-3B89-150D848FF52D}"/>
          </ac:spMkLst>
        </pc:spChg>
      </pc:sldChg>
      <pc:sldChg chg="modSp mod">
        <pc:chgData name="Daphne Economou" userId="d065a339-36cf-4937-af08-41751becbd81" providerId="ADAL" clId="{0D7CC77E-0068-4E2C-B79A-76849F2F2A81}" dt="2024-09-22T10:38:47.768" v="1248"/>
        <pc:sldMkLst>
          <pc:docMk/>
          <pc:sldMk cId="2232883847" sldId="443"/>
        </pc:sldMkLst>
        <pc:spChg chg="mod">
          <ac:chgData name="Daphne Economou" userId="d065a339-36cf-4937-af08-41751becbd81" providerId="ADAL" clId="{0D7CC77E-0068-4E2C-B79A-76849F2F2A81}" dt="2024-09-22T10:38:47.768" v="1248"/>
          <ac:spMkLst>
            <pc:docMk/>
            <pc:sldMk cId="2232883847" sldId="443"/>
            <ac:spMk id="2" creationId="{A0169908-D135-4D53-A47F-0CA979532D46}"/>
          </ac:spMkLst>
        </pc:spChg>
        <pc:spChg chg="mod">
          <ac:chgData name="Daphne Economou" userId="d065a339-36cf-4937-af08-41751becbd81" providerId="ADAL" clId="{0D7CC77E-0068-4E2C-B79A-76849F2F2A81}" dt="2024-09-22T10:38:47.768" v="1248"/>
          <ac:spMkLst>
            <pc:docMk/>
            <pc:sldMk cId="2232883847" sldId="443"/>
            <ac:spMk id="3" creationId="{9F658607-69A4-406F-91A0-88D8E5F1AE66}"/>
          </ac:spMkLst>
        </pc:spChg>
        <pc:spChg chg="mod">
          <ac:chgData name="Daphne Economou" userId="d065a339-36cf-4937-af08-41751becbd81" providerId="ADAL" clId="{0D7CC77E-0068-4E2C-B79A-76849F2F2A81}" dt="2024-09-22T10:38:47.768" v="1248"/>
          <ac:spMkLst>
            <pc:docMk/>
            <pc:sldMk cId="2232883847" sldId="443"/>
            <ac:spMk id="4" creationId="{3882534D-F236-4C3D-B44C-AE75E437323B}"/>
          </ac:spMkLst>
        </pc:spChg>
        <pc:spChg chg="mod">
          <ac:chgData name="Daphne Economou" userId="d065a339-36cf-4937-af08-41751becbd81" providerId="ADAL" clId="{0D7CC77E-0068-4E2C-B79A-76849F2F2A81}" dt="2024-09-21T11:24:27.027" v="58" actId="115"/>
          <ac:spMkLst>
            <pc:docMk/>
            <pc:sldMk cId="2232883847" sldId="443"/>
            <ac:spMk id="122883" creationId="{00000000-0000-0000-0000-000000000000}"/>
          </ac:spMkLst>
        </pc:spChg>
      </pc:sldChg>
      <pc:sldChg chg="modSp del mod">
        <pc:chgData name="Daphne Economou" userId="d065a339-36cf-4937-af08-41751becbd81" providerId="ADAL" clId="{0D7CC77E-0068-4E2C-B79A-76849F2F2A81}" dt="2024-09-21T11:54:39.299" v="191" actId="47"/>
        <pc:sldMkLst>
          <pc:docMk/>
          <pc:sldMk cId="3082535714" sldId="444"/>
        </pc:sldMkLst>
        <pc:spChg chg="mod">
          <ac:chgData name="Daphne Economou" userId="d065a339-36cf-4937-af08-41751becbd81" providerId="ADAL" clId="{0D7CC77E-0068-4E2C-B79A-76849F2F2A81}" dt="2024-09-21T11:40:41.589" v="144" actId="20577"/>
          <ac:spMkLst>
            <pc:docMk/>
            <pc:sldMk cId="3082535714" sldId="444"/>
            <ac:spMk id="2" creationId="{45AF7D75-30AC-74FC-CBAA-C7ABE0CA7165}"/>
          </ac:spMkLst>
        </pc:spChg>
        <pc:spChg chg="mod">
          <ac:chgData name="Daphne Economou" userId="d065a339-36cf-4937-af08-41751becbd81" providerId="ADAL" clId="{0D7CC77E-0068-4E2C-B79A-76849F2F2A81}" dt="2024-09-21T11:52:47.839" v="190" actId="20577"/>
          <ac:spMkLst>
            <pc:docMk/>
            <pc:sldMk cId="3082535714" sldId="444"/>
            <ac:spMk id="6" creationId="{F26394F6-AECD-4C54-2459-0795B0F86E85}"/>
          </ac:spMkLst>
        </pc:spChg>
      </pc:sldChg>
      <pc:sldChg chg="modSp">
        <pc:chgData name="Daphne Economou" userId="d065a339-36cf-4937-af08-41751becbd81" providerId="ADAL" clId="{0D7CC77E-0068-4E2C-B79A-76849F2F2A81}" dt="2024-09-22T10:38:47.768" v="1248"/>
        <pc:sldMkLst>
          <pc:docMk/>
          <pc:sldMk cId="3353159012" sldId="445"/>
        </pc:sldMkLst>
        <pc:spChg chg="mod">
          <ac:chgData name="Daphne Economou" userId="d065a339-36cf-4937-af08-41751becbd81" providerId="ADAL" clId="{0D7CC77E-0068-4E2C-B79A-76849F2F2A81}" dt="2024-09-22T10:38:47.768" v="1248"/>
          <ac:spMkLst>
            <pc:docMk/>
            <pc:sldMk cId="3353159012" sldId="445"/>
            <ac:spMk id="2" creationId="{56E34F29-9B6A-9879-C13D-3E6BA9980A76}"/>
          </ac:spMkLst>
        </pc:spChg>
        <pc:spChg chg="mod">
          <ac:chgData name="Daphne Economou" userId="d065a339-36cf-4937-af08-41751becbd81" providerId="ADAL" clId="{0D7CC77E-0068-4E2C-B79A-76849F2F2A81}" dt="2024-09-22T10:38:47.768" v="1248"/>
          <ac:spMkLst>
            <pc:docMk/>
            <pc:sldMk cId="3353159012" sldId="445"/>
            <ac:spMk id="3" creationId="{F6562DE2-4C33-8B6A-DC30-B7A0F609092E}"/>
          </ac:spMkLst>
        </pc:spChg>
        <pc:spChg chg="mod">
          <ac:chgData name="Daphne Economou" userId="d065a339-36cf-4937-af08-41751becbd81" providerId="ADAL" clId="{0D7CC77E-0068-4E2C-B79A-76849F2F2A81}" dt="2024-09-22T10:38:47.768" v="1248"/>
          <ac:spMkLst>
            <pc:docMk/>
            <pc:sldMk cId="3353159012" sldId="445"/>
            <ac:spMk id="4" creationId="{139D889B-1783-BC49-F382-FEBD80FFFD50}"/>
          </ac:spMkLst>
        </pc:spChg>
        <pc:spChg chg="mod">
          <ac:chgData name="Daphne Economou" userId="d065a339-36cf-4937-af08-41751becbd81" providerId="ADAL" clId="{0D7CC77E-0068-4E2C-B79A-76849F2F2A81}" dt="2024-09-22T10:38:47.768" v="1248"/>
          <ac:spMkLst>
            <pc:docMk/>
            <pc:sldMk cId="3353159012" sldId="445"/>
            <ac:spMk id="5" creationId="{46943444-1952-C831-D770-11137D0EC3C9}"/>
          </ac:spMkLst>
        </pc:spChg>
        <pc:spChg chg="mod">
          <ac:chgData name="Daphne Economou" userId="d065a339-36cf-4937-af08-41751becbd81" providerId="ADAL" clId="{0D7CC77E-0068-4E2C-B79A-76849F2F2A81}" dt="2024-09-22T10:38:47.768" v="1248"/>
          <ac:spMkLst>
            <pc:docMk/>
            <pc:sldMk cId="3353159012" sldId="445"/>
            <ac:spMk id="6" creationId="{D90A8090-4105-B179-E921-949859EE4AAF}"/>
          </ac:spMkLst>
        </pc:spChg>
      </pc:sldChg>
      <pc:sldChg chg="modSp">
        <pc:chgData name="Daphne Economou" userId="d065a339-36cf-4937-af08-41751becbd81" providerId="ADAL" clId="{0D7CC77E-0068-4E2C-B79A-76849F2F2A81}" dt="2024-09-22T10:38:47.768" v="1248"/>
        <pc:sldMkLst>
          <pc:docMk/>
          <pc:sldMk cId="3419332818" sldId="446"/>
        </pc:sldMkLst>
        <pc:spChg chg="mod">
          <ac:chgData name="Daphne Economou" userId="d065a339-36cf-4937-af08-41751becbd81" providerId="ADAL" clId="{0D7CC77E-0068-4E2C-B79A-76849F2F2A81}" dt="2024-09-22T10:38:47.768" v="1248"/>
          <ac:spMkLst>
            <pc:docMk/>
            <pc:sldMk cId="3419332818" sldId="446"/>
            <ac:spMk id="4" creationId="{EEFBAF1F-928F-D67A-CCF6-3015E9477B8A}"/>
          </ac:spMkLst>
        </pc:spChg>
        <pc:spChg chg="mod">
          <ac:chgData name="Daphne Economou" userId="d065a339-36cf-4937-af08-41751becbd81" providerId="ADAL" clId="{0D7CC77E-0068-4E2C-B79A-76849F2F2A81}" dt="2024-09-22T10:38:47.768" v="1248"/>
          <ac:spMkLst>
            <pc:docMk/>
            <pc:sldMk cId="3419332818" sldId="446"/>
            <ac:spMk id="5" creationId="{C90EBD22-3621-E084-1BBB-CC984F205EE8}"/>
          </ac:spMkLst>
        </pc:spChg>
        <pc:spChg chg="mod">
          <ac:chgData name="Daphne Economou" userId="d065a339-36cf-4937-af08-41751becbd81" providerId="ADAL" clId="{0D7CC77E-0068-4E2C-B79A-76849F2F2A81}" dt="2024-09-22T10:38:47.768" v="1248"/>
          <ac:spMkLst>
            <pc:docMk/>
            <pc:sldMk cId="3419332818" sldId="446"/>
            <ac:spMk id="6" creationId="{AF0A0A9F-CC22-C26F-7A65-FBC1F5E8D93E}"/>
          </ac:spMkLst>
        </pc:spChg>
        <pc:spChg chg="mod">
          <ac:chgData name="Daphne Economou" userId="d065a339-36cf-4937-af08-41751becbd81" providerId="ADAL" clId="{0D7CC77E-0068-4E2C-B79A-76849F2F2A81}" dt="2024-09-22T10:38:47.768" v="1248"/>
          <ac:spMkLst>
            <pc:docMk/>
            <pc:sldMk cId="3419332818" sldId="446"/>
            <ac:spMk id="7" creationId="{2D1A413A-D587-B527-0866-093B88838DA2}"/>
          </ac:spMkLst>
        </pc:spChg>
        <pc:spChg chg="mod">
          <ac:chgData name="Daphne Economou" userId="d065a339-36cf-4937-af08-41751becbd81" providerId="ADAL" clId="{0D7CC77E-0068-4E2C-B79A-76849F2F2A81}" dt="2024-09-22T10:38:47.768" v="1248"/>
          <ac:spMkLst>
            <pc:docMk/>
            <pc:sldMk cId="3419332818" sldId="446"/>
            <ac:spMk id="8" creationId="{00418FE7-713D-9DAD-CB21-13E178872852}"/>
          </ac:spMkLst>
        </pc:spChg>
      </pc:sldChg>
      <pc:sldChg chg="modSp mod">
        <pc:chgData name="Daphne Economou" userId="d065a339-36cf-4937-af08-41751becbd81" providerId="ADAL" clId="{0D7CC77E-0068-4E2C-B79A-76849F2F2A81}" dt="2024-09-22T10:55:24.651" v="1579" actId="20577"/>
        <pc:sldMkLst>
          <pc:docMk/>
          <pc:sldMk cId="1393113354" sldId="447"/>
        </pc:sldMkLst>
        <pc:spChg chg="mod">
          <ac:chgData name="Daphne Economou" userId="d065a339-36cf-4937-af08-41751becbd81" providerId="ADAL" clId="{0D7CC77E-0068-4E2C-B79A-76849F2F2A81}" dt="2024-09-22T10:38:47.768" v="1248"/>
          <ac:spMkLst>
            <pc:docMk/>
            <pc:sldMk cId="1393113354" sldId="447"/>
            <ac:spMk id="2" creationId="{756C55D9-03B7-6735-E4EA-9CDF79CCBBCC}"/>
          </ac:spMkLst>
        </pc:spChg>
        <pc:spChg chg="mod">
          <ac:chgData name="Daphne Economou" userId="d065a339-36cf-4937-af08-41751becbd81" providerId="ADAL" clId="{0D7CC77E-0068-4E2C-B79A-76849F2F2A81}" dt="2024-09-22T10:55:24.651" v="1579" actId="20577"/>
          <ac:spMkLst>
            <pc:docMk/>
            <pc:sldMk cId="1393113354" sldId="447"/>
            <ac:spMk id="3" creationId="{2C69F99F-A699-D3F6-AAD3-A9DBE9A177F1}"/>
          </ac:spMkLst>
        </pc:spChg>
        <pc:spChg chg="mod">
          <ac:chgData name="Daphne Economou" userId="d065a339-36cf-4937-af08-41751becbd81" providerId="ADAL" clId="{0D7CC77E-0068-4E2C-B79A-76849F2F2A81}" dt="2024-09-22T10:38:47.768" v="1248"/>
          <ac:spMkLst>
            <pc:docMk/>
            <pc:sldMk cId="1393113354" sldId="447"/>
            <ac:spMk id="4" creationId="{C124C8EF-00F3-F68F-2540-3391F70780C7}"/>
          </ac:spMkLst>
        </pc:spChg>
        <pc:spChg chg="mod">
          <ac:chgData name="Daphne Economou" userId="d065a339-36cf-4937-af08-41751becbd81" providerId="ADAL" clId="{0D7CC77E-0068-4E2C-B79A-76849F2F2A81}" dt="2024-09-22T10:38:47.768" v="1248"/>
          <ac:spMkLst>
            <pc:docMk/>
            <pc:sldMk cId="1393113354" sldId="447"/>
            <ac:spMk id="5" creationId="{34104D1D-51DA-6961-B9A8-84D6CF896DB8}"/>
          </ac:spMkLst>
        </pc:spChg>
        <pc:spChg chg="mod">
          <ac:chgData name="Daphne Economou" userId="d065a339-36cf-4937-af08-41751becbd81" providerId="ADAL" clId="{0D7CC77E-0068-4E2C-B79A-76849F2F2A81}" dt="2024-09-22T10:38:47.768" v="1248"/>
          <ac:spMkLst>
            <pc:docMk/>
            <pc:sldMk cId="1393113354" sldId="447"/>
            <ac:spMk id="6" creationId="{9A3198D8-82CE-2459-AF5B-E9BC6BDC539D}"/>
          </ac:spMkLst>
        </pc:spChg>
      </pc:sldChg>
      <pc:sldChg chg="modSp">
        <pc:chgData name="Daphne Economou" userId="d065a339-36cf-4937-af08-41751becbd81" providerId="ADAL" clId="{0D7CC77E-0068-4E2C-B79A-76849F2F2A81}" dt="2024-09-22T10:38:47.768" v="1248"/>
        <pc:sldMkLst>
          <pc:docMk/>
          <pc:sldMk cId="1955820960" sldId="448"/>
        </pc:sldMkLst>
        <pc:spChg chg="mod">
          <ac:chgData name="Daphne Economou" userId="d065a339-36cf-4937-af08-41751becbd81" providerId="ADAL" clId="{0D7CC77E-0068-4E2C-B79A-76849F2F2A81}" dt="2024-09-22T10:38:47.768" v="1248"/>
          <ac:spMkLst>
            <pc:docMk/>
            <pc:sldMk cId="1955820960" sldId="448"/>
            <ac:spMk id="2" creationId="{5D60EA92-D5A2-2E62-68E5-361DA6BD9687}"/>
          </ac:spMkLst>
        </pc:spChg>
        <pc:spChg chg="mod">
          <ac:chgData name="Daphne Economou" userId="d065a339-36cf-4937-af08-41751becbd81" providerId="ADAL" clId="{0D7CC77E-0068-4E2C-B79A-76849F2F2A81}" dt="2024-09-22T10:38:47.768" v="1248"/>
          <ac:spMkLst>
            <pc:docMk/>
            <pc:sldMk cId="1955820960" sldId="448"/>
            <ac:spMk id="4" creationId="{FCE2F64E-337C-9722-13AA-EE7CDA12FD40}"/>
          </ac:spMkLst>
        </pc:spChg>
        <pc:spChg chg="mod">
          <ac:chgData name="Daphne Economou" userId="d065a339-36cf-4937-af08-41751becbd81" providerId="ADAL" clId="{0D7CC77E-0068-4E2C-B79A-76849F2F2A81}" dt="2024-09-22T10:38:47.768" v="1248"/>
          <ac:spMkLst>
            <pc:docMk/>
            <pc:sldMk cId="1955820960" sldId="448"/>
            <ac:spMk id="5" creationId="{A509CF23-255B-3543-3350-6D9C70D93246}"/>
          </ac:spMkLst>
        </pc:spChg>
        <pc:spChg chg="mod">
          <ac:chgData name="Daphne Economou" userId="d065a339-36cf-4937-af08-41751becbd81" providerId="ADAL" clId="{0D7CC77E-0068-4E2C-B79A-76849F2F2A81}" dt="2024-09-22T10:38:47.768" v="1248"/>
          <ac:spMkLst>
            <pc:docMk/>
            <pc:sldMk cId="1955820960" sldId="448"/>
            <ac:spMk id="6" creationId="{E164C011-8826-92C2-EC66-8849AD4251EE}"/>
          </ac:spMkLst>
        </pc:spChg>
      </pc:sldChg>
      <pc:sldChg chg="modSp">
        <pc:chgData name="Daphne Economou" userId="d065a339-36cf-4937-af08-41751becbd81" providerId="ADAL" clId="{0D7CC77E-0068-4E2C-B79A-76849F2F2A81}" dt="2024-09-22T10:38:47.768" v="1248"/>
        <pc:sldMkLst>
          <pc:docMk/>
          <pc:sldMk cId="88882051" sldId="449"/>
        </pc:sldMkLst>
        <pc:spChg chg="mod">
          <ac:chgData name="Daphne Economou" userId="d065a339-36cf-4937-af08-41751becbd81" providerId="ADAL" clId="{0D7CC77E-0068-4E2C-B79A-76849F2F2A81}" dt="2024-09-22T10:38:47.768" v="1248"/>
          <ac:spMkLst>
            <pc:docMk/>
            <pc:sldMk cId="88882051" sldId="449"/>
            <ac:spMk id="10" creationId="{C70A23F3-9B51-416E-9484-2A2C8BF7322A}"/>
          </ac:spMkLst>
        </pc:spChg>
        <pc:spChg chg="mod">
          <ac:chgData name="Daphne Economou" userId="d065a339-36cf-4937-af08-41751becbd81" providerId="ADAL" clId="{0D7CC77E-0068-4E2C-B79A-76849F2F2A81}" dt="2024-09-22T10:38:47.768" v="1248"/>
          <ac:spMkLst>
            <pc:docMk/>
            <pc:sldMk cId="88882051" sldId="449"/>
            <ac:spMk id="11" creationId="{B20A6D0E-AAEE-40C7-849C-AA579C6763FB}"/>
          </ac:spMkLst>
        </pc:spChg>
        <pc:spChg chg="mod">
          <ac:chgData name="Daphne Economou" userId="d065a339-36cf-4937-af08-41751becbd81" providerId="ADAL" clId="{0D7CC77E-0068-4E2C-B79A-76849F2F2A81}" dt="2024-09-22T10:38:47.768" v="1248"/>
          <ac:spMkLst>
            <pc:docMk/>
            <pc:sldMk cId="88882051" sldId="449"/>
            <ac:spMk id="14" creationId="{069ED726-950F-43C6-9CC3-9C71DD5EE372}"/>
          </ac:spMkLst>
        </pc:spChg>
      </pc:sldChg>
      <pc:sldChg chg="addSp delSp modSp mod">
        <pc:chgData name="Daphne Economou" userId="d065a339-36cf-4937-af08-41751becbd81" providerId="ADAL" clId="{0D7CC77E-0068-4E2C-B79A-76849F2F2A81}" dt="2024-09-22T10:46:05.581" v="1331" actId="179"/>
        <pc:sldMkLst>
          <pc:docMk/>
          <pc:sldMk cId="3097270569" sldId="450"/>
        </pc:sldMkLst>
        <pc:spChg chg="mod">
          <ac:chgData name="Daphne Economou" userId="d065a339-36cf-4937-af08-41751becbd81" providerId="ADAL" clId="{0D7CC77E-0068-4E2C-B79A-76849F2F2A81}" dt="2024-09-22T10:46:05.581" v="1331" actId="179"/>
          <ac:spMkLst>
            <pc:docMk/>
            <pc:sldMk cId="3097270569" sldId="450"/>
            <ac:spMk id="2" creationId="{AF886E24-03D3-44A7-9683-7EAD69AD1871}"/>
          </ac:spMkLst>
        </pc:spChg>
        <pc:spChg chg="mod">
          <ac:chgData name="Daphne Economou" userId="d065a339-36cf-4937-af08-41751becbd81" providerId="ADAL" clId="{0D7CC77E-0068-4E2C-B79A-76849F2F2A81}" dt="2024-09-22T10:29:20.988" v="1061" actId="255"/>
          <ac:spMkLst>
            <pc:docMk/>
            <pc:sldMk cId="3097270569" sldId="450"/>
            <ac:spMk id="3" creationId="{0E6E2E5B-5FFD-427B-8550-10E75A576AF2}"/>
          </ac:spMkLst>
        </pc:spChg>
        <pc:spChg chg="mod">
          <ac:chgData name="Daphne Economou" userId="d065a339-36cf-4937-af08-41751becbd81" providerId="ADAL" clId="{0D7CC77E-0068-4E2C-B79A-76849F2F2A81}" dt="2024-09-22T10:30:36.708" v="1070" actId="14100"/>
          <ac:spMkLst>
            <pc:docMk/>
            <pc:sldMk cId="3097270569" sldId="450"/>
            <ac:spMk id="5" creationId="{9D9598C3-0FAC-20E2-096D-6812FD621174}"/>
          </ac:spMkLst>
        </pc:spChg>
        <pc:spChg chg="mod">
          <ac:chgData name="Daphne Economou" userId="d065a339-36cf-4937-af08-41751becbd81" providerId="ADAL" clId="{0D7CC77E-0068-4E2C-B79A-76849F2F2A81}" dt="2024-09-22T10:33:03.180" v="1159" actId="948"/>
          <ac:spMkLst>
            <pc:docMk/>
            <pc:sldMk cId="3097270569" sldId="450"/>
            <ac:spMk id="6" creationId="{B08A1912-C2E8-3600-48CA-C7274C34C4CE}"/>
          </ac:spMkLst>
        </pc:spChg>
        <pc:spChg chg="mod">
          <ac:chgData name="Daphne Economou" userId="d065a339-36cf-4937-af08-41751becbd81" providerId="ADAL" clId="{0D7CC77E-0068-4E2C-B79A-76849F2F2A81}" dt="2024-09-22T10:38:47.768" v="1248"/>
          <ac:spMkLst>
            <pc:docMk/>
            <pc:sldMk cId="3097270569" sldId="450"/>
            <ac:spMk id="11" creationId="{8CEC68AF-2B53-48CD-8902-7D42FF4D5602}"/>
          </ac:spMkLst>
        </pc:spChg>
        <pc:spChg chg="mod">
          <ac:chgData name="Daphne Economou" userId="d065a339-36cf-4937-af08-41751becbd81" providerId="ADAL" clId="{0D7CC77E-0068-4E2C-B79A-76849F2F2A81}" dt="2024-09-22T10:38:47.768" v="1248"/>
          <ac:spMkLst>
            <pc:docMk/>
            <pc:sldMk cId="3097270569" sldId="450"/>
            <ac:spMk id="12" creationId="{F2E8BCA5-E3D5-4200-8A2C-BAB7FE38015A}"/>
          </ac:spMkLst>
        </pc:spChg>
        <pc:spChg chg="mod">
          <ac:chgData name="Daphne Economou" userId="d065a339-36cf-4937-af08-41751becbd81" providerId="ADAL" clId="{0D7CC77E-0068-4E2C-B79A-76849F2F2A81}" dt="2024-09-22T10:38:47.768" v="1248"/>
          <ac:spMkLst>
            <pc:docMk/>
            <pc:sldMk cId="3097270569" sldId="450"/>
            <ac:spMk id="13" creationId="{7AAEC02C-EE7B-4B47-8D99-1DDD77B81B66}"/>
          </ac:spMkLst>
        </pc:spChg>
        <pc:grpChg chg="del mod">
          <ac:chgData name="Daphne Economou" userId="d065a339-36cf-4937-af08-41751becbd81" providerId="ADAL" clId="{0D7CC77E-0068-4E2C-B79A-76849F2F2A81}" dt="2024-09-22T10:31:30.491" v="1113" actId="478"/>
          <ac:grpSpMkLst>
            <pc:docMk/>
            <pc:sldMk cId="3097270569" sldId="450"/>
            <ac:grpSpMk id="10" creationId="{6E1DD44D-956A-1A25-917F-6F4AF7E301B5}"/>
          </ac:grpSpMkLst>
        </pc:grpChg>
        <pc:grpChg chg="mod">
          <ac:chgData name="Daphne Economou" userId="d065a339-36cf-4937-af08-41751becbd81" providerId="ADAL" clId="{0D7CC77E-0068-4E2C-B79A-76849F2F2A81}" dt="2024-09-22T10:30:49.068" v="1078"/>
          <ac:grpSpMkLst>
            <pc:docMk/>
            <pc:sldMk cId="3097270569" sldId="450"/>
            <ac:grpSpMk id="16" creationId="{16F62A41-ADC5-B27C-99E3-9F82E4353B51}"/>
          </ac:grpSpMkLst>
        </pc:grpChg>
        <pc:grpChg chg="mod">
          <ac:chgData name="Daphne Economou" userId="d065a339-36cf-4937-af08-41751becbd81" providerId="ADAL" clId="{0D7CC77E-0068-4E2C-B79A-76849F2F2A81}" dt="2024-09-22T10:31:22.691" v="1110"/>
          <ac:grpSpMkLst>
            <pc:docMk/>
            <pc:sldMk cId="3097270569" sldId="450"/>
            <ac:grpSpMk id="22" creationId="{2E843BE6-7D33-324E-31B6-8AC3A8FAE82A}"/>
          </ac:grpSpMkLst>
        </pc:grpChg>
        <pc:grpChg chg="mod">
          <ac:chgData name="Daphne Economou" userId="d065a339-36cf-4937-af08-41751becbd81" providerId="ADAL" clId="{0D7CC77E-0068-4E2C-B79A-76849F2F2A81}" dt="2024-09-22T10:31:21.994" v="1107"/>
          <ac:grpSpMkLst>
            <pc:docMk/>
            <pc:sldMk cId="3097270569" sldId="450"/>
            <ac:grpSpMk id="25" creationId="{284984C7-74CA-7E0E-F4A2-2910E075CF57}"/>
          </ac:grpSpMkLst>
        </pc:grpChg>
        <pc:grpChg chg="mod">
          <ac:chgData name="Daphne Economou" userId="d065a339-36cf-4937-af08-41751becbd81" providerId="ADAL" clId="{0D7CC77E-0068-4E2C-B79A-76849F2F2A81}" dt="2024-09-22T10:31:21.405" v="1104"/>
          <ac:grpSpMkLst>
            <pc:docMk/>
            <pc:sldMk cId="3097270569" sldId="450"/>
            <ac:grpSpMk id="28" creationId="{C982C3B0-B638-C94C-26E1-883422E3E317}"/>
          </ac:grpSpMkLst>
        </pc:grpChg>
        <pc:grpChg chg="mod">
          <ac:chgData name="Daphne Economou" userId="d065a339-36cf-4937-af08-41751becbd81" providerId="ADAL" clId="{0D7CC77E-0068-4E2C-B79A-76849F2F2A81}" dt="2024-09-22T10:31:20.734" v="1101"/>
          <ac:grpSpMkLst>
            <pc:docMk/>
            <pc:sldMk cId="3097270569" sldId="450"/>
            <ac:grpSpMk id="31" creationId="{E1005D5E-2820-CF00-5EB8-F995CC55BB29}"/>
          </ac:grpSpMkLst>
        </pc:grpChg>
        <pc:grpChg chg="del mod">
          <ac:chgData name="Daphne Economou" userId="d065a339-36cf-4937-af08-41751becbd81" providerId="ADAL" clId="{0D7CC77E-0068-4E2C-B79A-76849F2F2A81}" dt="2024-09-22T10:32:16.452" v="1136" actId="478"/>
          <ac:grpSpMkLst>
            <pc:docMk/>
            <pc:sldMk cId="3097270569" sldId="450"/>
            <ac:grpSpMk id="34" creationId="{CD06DCC6-ADB3-2EB5-18EE-C1B3CE913C10}"/>
          </ac:grpSpMkLst>
        </pc:grpChg>
        <pc:grpChg chg="del mod">
          <ac:chgData name="Daphne Economou" userId="d065a339-36cf-4937-af08-41751becbd81" providerId="ADAL" clId="{0D7CC77E-0068-4E2C-B79A-76849F2F2A81}" dt="2024-09-22T10:32:16.452" v="1136" actId="478"/>
          <ac:grpSpMkLst>
            <pc:docMk/>
            <pc:sldMk cId="3097270569" sldId="450"/>
            <ac:grpSpMk id="38" creationId="{076CA392-3FE4-0F3C-D539-8883F27A21A8}"/>
          </ac:grpSpMkLst>
        </pc:grpChg>
        <pc:grpChg chg="del mod">
          <ac:chgData name="Daphne Economou" userId="d065a339-36cf-4937-af08-41751becbd81" providerId="ADAL" clId="{0D7CC77E-0068-4E2C-B79A-76849F2F2A81}" dt="2024-09-22T10:32:16.452" v="1136" actId="478"/>
          <ac:grpSpMkLst>
            <pc:docMk/>
            <pc:sldMk cId="3097270569" sldId="450"/>
            <ac:grpSpMk id="41" creationId="{0E2D4EE9-2ACB-0ED3-A69D-79607DECC75B}"/>
          </ac:grpSpMkLst>
        </pc:grpChg>
        <pc:grpChg chg="add del mod">
          <ac:chgData name="Daphne Economou" userId="d065a339-36cf-4937-af08-41751becbd81" providerId="ADAL" clId="{0D7CC77E-0068-4E2C-B79A-76849F2F2A81}" dt="2024-09-22T10:32:01.784" v="1129" actId="478"/>
          <ac:grpSpMkLst>
            <pc:docMk/>
            <pc:sldMk cId="3097270569" sldId="450"/>
            <ac:grpSpMk id="42" creationId="{F8D632D1-D00B-5026-AE77-4E1EB3D2A50D}"/>
          </ac:grpSpMkLst>
        </pc:grpChg>
        <pc:grpChg chg="del mod">
          <ac:chgData name="Daphne Economou" userId="d065a339-36cf-4937-af08-41751becbd81" providerId="ADAL" clId="{0D7CC77E-0068-4E2C-B79A-76849F2F2A81}" dt="2024-09-22T10:32:16.452" v="1136" actId="478"/>
          <ac:grpSpMkLst>
            <pc:docMk/>
            <pc:sldMk cId="3097270569" sldId="450"/>
            <ac:grpSpMk id="47" creationId="{68EEA7EF-6A66-111B-E526-C537E7E2D9A6}"/>
          </ac:grpSpMkLst>
        </pc:grpChg>
        <pc:grpChg chg="del mod">
          <ac:chgData name="Daphne Economou" userId="d065a339-36cf-4937-af08-41751becbd81" providerId="ADAL" clId="{0D7CC77E-0068-4E2C-B79A-76849F2F2A81}" dt="2024-09-22T10:32:16.452" v="1136" actId="478"/>
          <ac:grpSpMkLst>
            <pc:docMk/>
            <pc:sldMk cId="3097270569" sldId="450"/>
            <ac:grpSpMk id="50" creationId="{592EDCAA-D60B-7FFF-1449-08D92DBD4EDE}"/>
          </ac:grpSpMkLst>
        </pc:grpChg>
        <pc:grpChg chg="mod">
          <ac:chgData name="Daphne Economou" userId="d065a339-36cf-4937-af08-41751becbd81" providerId="ADAL" clId="{0D7CC77E-0068-4E2C-B79A-76849F2F2A81}" dt="2024-09-22T10:33:10.065" v="1161" actId="688"/>
          <ac:grpSpMkLst>
            <pc:docMk/>
            <pc:sldMk cId="3097270569" sldId="450"/>
            <ac:grpSpMk id="55" creationId="{B94F0C30-BB13-78F1-977A-8D9590B65E48}"/>
          </ac:grpSpMkLst>
        </pc:grpChg>
        <pc:grpChg chg="mod">
          <ac:chgData name="Daphne Economou" userId="d065a339-36cf-4937-af08-41751becbd81" providerId="ADAL" clId="{0D7CC77E-0068-4E2C-B79A-76849F2F2A81}" dt="2024-09-22T10:32:26.198" v="1141"/>
          <ac:grpSpMkLst>
            <pc:docMk/>
            <pc:sldMk cId="3097270569" sldId="450"/>
            <ac:grpSpMk id="56" creationId="{FC09BD46-25D9-DA58-B9C7-564956A50AF3}"/>
          </ac:grpSpMkLst>
        </pc:grpChg>
        <pc:grpChg chg="del mod">
          <ac:chgData name="Daphne Economou" userId="d065a339-36cf-4937-af08-41751becbd81" providerId="ADAL" clId="{0D7CC77E-0068-4E2C-B79A-76849F2F2A81}" dt="2024-09-22T10:33:25.357" v="1171" actId="478"/>
          <ac:grpSpMkLst>
            <pc:docMk/>
            <pc:sldMk cId="3097270569" sldId="450"/>
            <ac:grpSpMk id="59" creationId="{4530CD1F-E138-8EAB-FE62-5FD5FF0A9FEE}"/>
          </ac:grpSpMkLst>
        </pc:grpChg>
        <pc:grpChg chg="mod">
          <ac:chgData name="Daphne Economou" userId="d065a339-36cf-4937-af08-41751becbd81" providerId="ADAL" clId="{0D7CC77E-0068-4E2C-B79A-76849F2F2A81}" dt="2024-09-22T10:32:32.880" v="1151"/>
          <ac:grpSpMkLst>
            <pc:docMk/>
            <pc:sldMk cId="3097270569" sldId="450"/>
            <ac:grpSpMk id="64" creationId="{074573D4-12F1-A56E-14A0-9FC19DB6B45D}"/>
          </ac:grpSpMkLst>
        </pc:grpChg>
        <pc:grpChg chg="mod">
          <ac:chgData name="Daphne Economou" userId="d065a339-36cf-4937-af08-41751becbd81" providerId="ADAL" clId="{0D7CC77E-0068-4E2C-B79A-76849F2F2A81}" dt="2024-09-22T10:32:32.880" v="1151"/>
          <ac:grpSpMkLst>
            <pc:docMk/>
            <pc:sldMk cId="3097270569" sldId="450"/>
            <ac:grpSpMk id="65" creationId="{B6E90970-16A1-4754-5144-83DA7EF09121}"/>
          </ac:grpSpMkLst>
        </pc:grpChg>
        <pc:grpChg chg="mod">
          <ac:chgData name="Daphne Economou" userId="d065a339-36cf-4937-af08-41751becbd81" providerId="ADAL" clId="{0D7CC77E-0068-4E2C-B79A-76849F2F2A81}" dt="2024-09-22T10:33:34.912" v="1176"/>
          <ac:grpSpMkLst>
            <pc:docMk/>
            <pc:sldMk cId="3097270569" sldId="450"/>
            <ac:grpSpMk id="71" creationId="{416B8120-404A-AF78-7596-8B7D64CC53B2}"/>
          </ac:grpSpMkLst>
        </pc:grpChg>
        <pc:grpChg chg="mod">
          <ac:chgData name="Daphne Economou" userId="d065a339-36cf-4937-af08-41751becbd81" providerId="ADAL" clId="{0D7CC77E-0068-4E2C-B79A-76849F2F2A81}" dt="2024-09-22T10:33:39.324" v="1180"/>
          <ac:grpSpMkLst>
            <pc:docMk/>
            <pc:sldMk cId="3097270569" sldId="450"/>
            <ac:grpSpMk id="74" creationId="{BDFF4C66-F371-3D84-2306-B5416844FFE6}"/>
          </ac:grpSpMkLst>
        </pc:grpChg>
        <pc:grpChg chg="mod">
          <ac:chgData name="Daphne Economou" userId="d065a339-36cf-4937-af08-41751becbd81" providerId="ADAL" clId="{0D7CC77E-0068-4E2C-B79A-76849F2F2A81}" dt="2024-09-22T10:33:52.618" v="1191"/>
          <ac:grpSpMkLst>
            <pc:docMk/>
            <pc:sldMk cId="3097270569" sldId="450"/>
            <ac:grpSpMk id="81" creationId="{B497D53E-1156-2F60-F263-5CBACD6C2E44}"/>
          </ac:grpSpMkLst>
        </pc:grpChg>
        <pc:inkChg chg="add mod">
          <ac:chgData name="Daphne Economou" userId="d065a339-36cf-4937-af08-41751becbd81" providerId="ADAL" clId="{0D7CC77E-0068-4E2C-B79A-76849F2F2A81}" dt="2024-09-22T10:30:46.079" v="1073"/>
          <ac:inkMkLst>
            <pc:docMk/>
            <pc:sldMk cId="3097270569" sldId="450"/>
            <ac:inkMk id="7" creationId="{56F942A8-373A-86B9-6EB6-2B945F976BD6}"/>
          </ac:inkMkLst>
        </pc:inkChg>
        <pc:inkChg chg="add mod">
          <ac:chgData name="Daphne Economou" userId="d065a339-36cf-4937-af08-41751becbd81" providerId="ADAL" clId="{0D7CC77E-0068-4E2C-B79A-76849F2F2A81}" dt="2024-09-22T10:30:46.079" v="1073"/>
          <ac:inkMkLst>
            <pc:docMk/>
            <pc:sldMk cId="3097270569" sldId="450"/>
            <ac:inkMk id="9" creationId="{E977CBF2-BED3-7A0B-9259-D9BA9D4EA831}"/>
          </ac:inkMkLst>
        </pc:inkChg>
        <pc:inkChg chg="add del mod">
          <ac:chgData name="Daphne Economou" userId="d065a339-36cf-4937-af08-41751becbd81" providerId="ADAL" clId="{0D7CC77E-0068-4E2C-B79A-76849F2F2A81}" dt="2024-09-22T10:30:49.353" v="1079" actId="9405"/>
          <ac:inkMkLst>
            <pc:docMk/>
            <pc:sldMk cId="3097270569" sldId="450"/>
            <ac:inkMk id="14" creationId="{DB5CADAD-81B9-9B08-4154-E634D6C06A79}"/>
          </ac:inkMkLst>
        </pc:inkChg>
        <pc:inkChg chg="add del mod">
          <ac:chgData name="Daphne Economou" userId="d065a339-36cf-4937-af08-41751becbd81" providerId="ADAL" clId="{0D7CC77E-0068-4E2C-B79A-76849F2F2A81}" dt="2024-09-22T10:30:49.068" v="1078"/>
          <ac:inkMkLst>
            <pc:docMk/>
            <pc:sldMk cId="3097270569" sldId="450"/>
            <ac:inkMk id="15" creationId="{4599280B-A513-FCE1-7061-BB2992C5B4EA}"/>
          </ac:inkMkLst>
        </pc:inkChg>
        <pc:inkChg chg="add del">
          <ac:chgData name="Daphne Economou" userId="d065a339-36cf-4937-af08-41751becbd81" providerId="ADAL" clId="{0D7CC77E-0068-4E2C-B79A-76849F2F2A81}" dt="2024-09-22T10:30:53.169" v="1083" actId="9405"/>
          <ac:inkMkLst>
            <pc:docMk/>
            <pc:sldMk cId="3097270569" sldId="450"/>
            <ac:inkMk id="17" creationId="{2B639BC1-E8CE-A1D4-A330-133E72470325}"/>
          </ac:inkMkLst>
        </pc:inkChg>
        <pc:inkChg chg="add del">
          <ac:chgData name="Daphne Economou" userId="d065a339-36cf-4937-af08-41751becbd81" providerId="ADAL" clId="{0D7CC77E-0068-4E2C-B79A-76849F2F2A81}" dt="2024-09-22T10:30:52.890" v="1082" actId="9405"/>
          <ac:inkMkLst>
            <pc:docMk/>
            <pc:sldMk cId="3097270569" sldId="450"/>
            <ac:inkMk id="18" creationId="{C27E7DD1-0726-CD63-27F2-703E4EFD6517}"/>
          </ac:inkMkLst>
        </pc:inkChg>
        <pc:inkChg chg="add del">
          <ac:chgData name="Daphne Economou" userId="d065a339-36cf-4937-af08-41751becbd81" providerId="ADAL" clId="{0D7CC77E-0068-4E2C-B79A-76849F2F2A81}" dt="2024-09-22T10:31:02.363" v="1087" actId="9405"/>
          <ac:inkMkLst>
            <pc:docMk/>
            <pc:sldMk cId="3097270569" sldId="450"/>
            <ac:inkMk id="19" creationId="{C2C35C6D-EEBC-524E-5F1A-A462922849E7}"/>
          </ac:inkMkLst>
        </pc:inkChg>
        <pc:inkChg chg="add del mod">
          <ac:chgData name="Daphne Economou" userId="d065a339-36cf-4937-af08-41751becbd81" providerId="ADAL" clId="{0D7CC77E-0068-4E2C-B79A-76849F2F2A81}" dt="2024-09-22T10:31:23.039" v="1111" actId="9405"/>
          <ac:inkMkLst>
            <pc:docMk/>
            <pc:sldMk cId="3097270569" sldId="450"/>
            <ac:inkMk id="20" creationId="{48D1B687-B710-BD0D-E9B8-417D61AD19D7}"/>
          </ac:inkMkLst>
        </pc:inkChg>
        <pc:inkChg chg="add del mod">
          <ac:chgData name="Daphne Economou" userId="d065a339-36cf-4937-af08-41751becbd81" providerId="ADAL" clId="{0D7CC77E-0068-4E2C-B79A-76849F2F2A81}" dt="2024-09-22T10:31:22.691" v="1110"/>
          <ac:inkMkLst>
            <pc:docMk/>
            <pc:sldMk cId="3097270569" sldId="450"/>
            <ac:inkMk id="21" creationId="{1D0E0928-F731-FE2A-8193-0D7AB425277F}"/>
          </ac:inkMkLst>
        </pc:inkChg>
        <pc:inkChg chg="add del mod">
          <ac:chgData name="Daphne Economou" userId="d065a339-36cf-4937-af08-41751becbd81" providerId="ADAL" clId="{0D7CC77E-0068-4E2C-B79A-76849F2F2A81}" dt="2024-09-22T10:31:22.338" v="1108" actId="9405"/>
          <ac:inkMkLst>
            <pc:docMk/>
            <pc:sldMk cId="3097270569" sldId="450"/>
            <ac:inkMk id="23" creationId="{E246D5BB-C0E2-B93B-D933-E88436E70E35}"/>
          </ac:inkMkLst>
        </pc:inkChg>
        <pc:inkChg chg="add del mod">
          <ac:chgData name="Daphne Economou" userId="d065a339-36cf-4937-af08-41751becbd81" providerId="ADAL" clId="{0D7CC77E-0068-4E2C-B79A-76849F2F2A81}" dt="2024-09-22T10:31:21.994" v="1107"/>
          <ac:inkMkLst>
            <pc:docMk/>
            <pc:sldMk cId="3097270569" sldId="450"/>
            <ac:inkMk id="24" creationId="{FE27F13A-FE4B-71D7-9CAD-089B6A2BB362}"/>
          </ac:inkMkLst>
        </pc:inkChg>
        <pc:inkChg chg="add del mod">
          <ac:chgData name="Daphne Economou" userId="d065a339-36cf-4937-af08-41751becbd81" providerId="ADAL" clId="{0D7CC77E-0068-4E2C-B79A-76849F2F2A81}" dt="2024-09-22T10:31:21.689" v="1105" actId="9405"/>
          <ac:inkMkLst>
            <pc:docMk/>
            <pc:sldMk cId="3097270569" sldId="450"/>
            <ac:inkMk id="26" creationId="{F99DBE68-FBFE-6BF8-B8F9-2A3A833C9655}"/>
          </ac:inkMkLst>
        </pc:inkChg>
        <pc:inkChg chg="add del mod">
          <ac:chgData name="Daphne Economou" userId="d065a339-36cf-4937-af08-41751becbd81" providerId="ADAL" clId="{0D7CC77E-0068-4E2C-B79A-76849F2F2A81}" dt="2024-09-22T10:31:21.405" v="1104"/>
          <ac:inkMkLst>
            <pc:docMk/>
            <pc:sldMk cId="3097270569" sldId="450"/>
            <ac:inkMk id="27" creationId="{86CF1096-9022-9B26-28DF-3AE45A79A991}"/>
          </ac:inkMkLst>
        </pc:inkChg>
        <pc:inkChg chg="add del mod">
          <ac:chgData name="Daphne Economou" userId="d065a339-36cf-4937-af08-41751becbd81" providerId="ADAL" clId="{0D7CC77E-0068-4E2C-B79A-76849F2F2A81}" dt="2024-09-22T10:31:21.104" v="1102" actId="9405"/>
          <ac:inkMkLst>
            <pc:docMk/>
            <pc:sldMk cId="3097270569" sldId="450"/>
            <ac:inkMk id="29" creationId="{3EBE6C06-40FB-70F8-26A5-CCFEF261F88F}"/>
          </ac:inkMkLst>
        </pc:inkChg>
        <pc:inkChg chg="add del mod">
          <ac:chgData name="Daphne Economou" userId="d065a339-36cf-4937-af08-41751becbd81" providerId="ADAL" clId="{0D7CC77E-0068-4E2C-B79A-76849F2F2A81}" dt="2024-09-22T10:31:20.734" v="1101"/>
          <ac:inkMkLst>
            <pc:docMk/>
            <pc:sldMk cId="3097270569" sldId="450"/>
            <ac:inkMk id="30" creationId="{3862CFD1-FDE9-0502-DC20-343C170CFB89}"/>
          </ac:inkMkLst>
        </pc:inkChg>
        <pc:inkChg chg="add mod">
          <ac:chgData name="Daphne Economou" userId="d065a339-36cf-4937-af08-41751becbd81" providerId="ADAL" clId="{0D7CC77E-0068-4E2C-B79A-76849F2F2A81}" dt="2024-09-22T10:31:37.917" v="1117"/>
          <ac:inkMkLst>
            <pc:docMk/>
            <pc:sldMk cId="3097270569" sldId="450"/>
            <ac:inkMk id="32" creationId="{444E4DAB-8EB0-D40A-E92F-6AD041E37EB3}"/>
          </ac:inkMkLst>
        </pc:inkChg>
        <pc:inkChg chg="add mod">
          <ac:chgData name="Daphne Economou" userId="d065a339-36cf-4937-af08-41751becbd81" providerId="ADAL" clId="{0D7CC77E-0068-4E2C-B79A-76849F2F2A81}" dt="2024-09-22T10:31:37.917" v="1117"/>
          <ac:inkMkLst>
            <pc:docMk/>
            <pc:sldMk cId="3097270569" sldId="450"/>
            <ac:inkMk id="33" creationId="{8CFD19D0-1FB3-C702-A3AC-1E8F87E9CCCE}"/>
          </ac:inkMkLst>
        </pc:inkChg>
        <pc:inkChg chg="add del">
          <ac:chgData name="Daphne Economou" userId="d065a339-36cf-4937-af08-41751becbd81" providerId="ADAL" clId="{0D7CC77E-0068-4E2C-B79A-76849F2F2A81}" dt="2024-09-22T10:31:41.249" v="1119" actId="9405"/>
          <ac:inkMkLst>
            <pc:docMk/>
            <pc:sldMk cId="3097270569" sldId="450"/>
            <ac:inkMk id="35" creationId="{7B368054-B0D4-318C-1E99-3821144B9C23}"/>
          </ac:inkMkLst>
        </pc:inkChg>
        <pc:inkChg chg="add mod">
          <ac:chgData name="Daphne Economou" userId="d065a339-36cf-4937-af08-41751becbd81" providerId="ADAL" clId="{0D7CC77E-0068-4E2C-B79A-76849F2F2A81}" dt="2024-09-22T10:31:45.114" v="1122"/>
          <ac:inkMkLst>
            <pc:docMk/>
            <pc:sldMk cId="3097270569" sldId="450"/>
            <ac:inkMk id="36" creationId="{C4B34578-366D-80E2-9181-5BB0A2BB89A1}"/>
          </ac:inkMkLst>
        </pc:inkChg>
        <pc:inkChg chg="add mod">
          <ac:chgData name="Daphne Economou" userId="d065a339-36cf-4937-af08-41751becbd81" providerId="ADAL" clId="{0D7CC77E-0068-4E2C-B79A-76849F2F2A81}" dt="2024-09-22T10:31:45.114" v="1122"/>
          <ac:inkMkLst>
            <pc:docMk/>
            <pc:sldMk cId="3097270569" sldId="450"/>
            <ac:inkMk id="37" creationId="{16AD4CE2-1665-401D-52AA-13A8C0765136}"/>
          </ac:inkMkLst>
        </pc:inkChg>
        <pc:inkChg chg="add mod">
          <ac:chgData name="Daphne Economou" userId="d065a339-36cf-4937-af08-41751becbd81" providerId="ADAL" clId="{0D7CC77E-0068-4E2C-B79A-76849F2F2A81}" dt="2024-09-22T10:31:48.481" v="1125"/>
          <ac:inkMkLst>
            <pc:docMk/>
            <pc:sldMk cId="3097270569" sldId="450"/>
            <ac:inkMk id="39" creationId="{7053617B-ADE7-5378-9C55-D3C10C1D5167}"/>
          </ac:inkMkLst>
        </pc:inkChg>
        <pc:inkChg chg="add mod">
          <ac:chgData name="Daphne Economou" userId="d065a339-36cf-4937-af08-41751becbd81" providerId="ADAL" clId="{0D7CC77E-0068-4E2C-B79A-76849F2F2A81}" dt="2024-09-22T10:31:48.481" v="1125"/>
          <ac:inkMkLst>
            <pc:docMk/>
            <pc:sldMk cId="3097270569" sldId="450"/>
            <ac:inkMk id="40" creationId="{1188F09E-E5B1-2BAD-2B65-8B9A64201339}"/>
          </ac:inkMkLst>
        </pc:inkChg>
        <pc:inkChg chg="mod">
          <ac:chgData name="Daphne Economou" userId="d065a339-36cf-4937-af08-41751becbd81" providerId="ADAL" clId="{0D7CC77E-0068-4E2C-B79A-76849F2F2A81}" dt="2024-09-22T10:31:52.384" v="1126"/>
          <ac:inkMkLst>
            <pc:docMk/>
            <pc:sldMk cId="3097270569" sldId="450"/>
            <ac:inkMk id="43" creationId="{625D7D67-0CB2-A5F6-4724-06EC9D469F67}"/>
          </ac:inkMkLst>
        </pc:inkChg>
        <pc:inkChg chg="mod">
          <ac:chgData name="Daphne Economou" userId="d065a339-36cf-4937-af08-41751becbd81" providerId="ADAL" clId="{0D7CC77E-0068-4E2C-B79A-76849F2F2A81}" dt="2024-09-22T10:31:52.384" v="1126"/>
          <ac:inkMkLst>
            <pc:docMk/>
            <pc:sldMk cId="3097270569" sldId="450"/>
            <ac:inkMk id="44" creationId="{23FC844E-D5D6-7DCE-DBB6-BB9B0AD705CB}"/>
          </ac:inkMkLst>
        </pc:inkChg>
        <pc:inkChg chg="add mod">
          <ac:chgData name="Daphne Economou" userId="d065a339-36cf-4937-af08-41751becbd81" providerId="ADAL" clId="{0D7CC77E-0068-4E2C-B79A-76849F2F2A81}" dt="2024-09-22T10:32:08.448" v="1132"/>
          <ac:inkMkLst>
            <pc:docMk/>
            <pc:sldMk cId="3097270569" sldId="450"/>
            <ac:inkMk id="45" creationId="{85894A37-A2C3-477C-D81B-E72E347C98A9}"/>
          </ac:inkMkLst>
        </pc:inkChg>
        <pc:inkChg chg="add mod">
          <ac:chgData name="Daphne Economou" userId="d065a339-36cf-4937-af08-41751becbd81" providerId="ADAL" clId="{0D7CC77E-0068-4E2C-B79A-76849F2F2A81}" dt="2024-09-22T10:32:08.448" v="1132"/>
          <ac:inkMkLst>
            <pc:docMk/>
            <pc:sldMk cId="3097270569" sldId="450"/>
            <ac:inkMk id="46" creationId="{D027B451-AC71-FEC2-ADCA-A2B44C77C909}"/>
          </ac:inkMkLst>
        </pc:inkChg>
        <pc:inkChg chg="add mod">
          <ac:chgData name="Daphne Economou" userId="d065a339-36cf-4937-af08-41751becbd81" providerId="ADAL" clId="{0D7CC77E-0068-4E2C-B79A-76849F2F2A81}" dt="2024-09-22T10:32:11.216" v="1135"/>
          <ac:inkMkLst>
            <pc:docMk/>
            <pc:sldMk cId="3097270569" sldId="450"/>
            <ac:inkMk id="48" creationId="{C6D40B29-E0C4-6B94-B469-0F532464B2BA}"/>
          </ac:inkMkLst>
        </pc:inkChg>
        <pc:inkChg chg="add mod">
          <ac:chgData name="Daphne Economou" userId="d065a339-36cf-4937-af08-41751becbd81" providerId="ADAL" clId="{0D7CC77E-0068-4E2C-B79A-76849F2F2A81}" dt="2024-09-22T10:32:11.216" v="1135"/>
          <ac:inkMkLst>
            <pc:docMk/>
            <pc:sldMk cId="3097270569" sldId="450"/>
            <ac:inkMk id="49" creationId="{3FCEEFCE-689B-F3D4-ECAB-F1D1C93D8138}"/>
          </ac:inkMkLst>
        </pc:inkChg>
        <pc:inkChg chg="add mod">
          <ac:chgData name="Daphne Economou" userId="d065a339-36cf-4937-af08-41751becbd81" providerId="ADAL" clId="{0D7CC77E-0068-4E2C-B79A-76849F2F2A81}" dt="2024-09-22T10:32:26.198" v="1141"/>
          <ac:inkMkLst>
            <pc:docMk/>
            <pc:sldMk cId="3097270569" sldId="450"/>
            <ac:inkMk id="51" creationId="{D9D7C5BC-5720-26AA-931C-E4E64523174D}"/>
          </ac:inkMkLst>
        </pc:inkChg>
        <pc:inkChg chg="add mod">
          <ac:chgData name="Daphne Economou" userId="d065a339-36cf-4937-af08-41751becbd81" providerId="ADAL" clId="{0D7CC77E-0068-4E2C-B79A-76849F2F2A81}" dt="2024-09-22T10:32:26.198" v="1141"/>
          <ac:inkMkLst>
            <pc:docMk/>
            <pc:sldMk cId="3097270569" sldId="450"/>
            <ac:inkMk id="52" creationId="{0B9F1408-9904-AB3D-049F-D1C2BE622B87}"/>
          </ac:inkMkLst>
        </pc:inkChg>
        <pc:inkChg chg="add mod">
          <ac:chgData name="Daphne Economou" userId="d065a339-36cf-4937-af08-41751becbd81" providerId="ADAL" clId="{0D7CC77E-0068-4E2C-B79A-76849F2F2A81}" dt="2024-09-22T10:32:26.198" v="1141"/>
          <ac:inkMkLst>
            <pc:docMk/>
            <pc:sldMk cId="3097270569" sldId="450"/>
            <ac:inkMk id="53" creationId="{DA037E30-3E10-01A1-2AA6-2167E913278F}"/>
          </ac:inkMkLst>
        </pc:inkChg>
        <pc:inkChg chg="add mod">
          <ac:chgData name="Daphne Economou" userId="d065a339-36cf-4937-af08-41751becbd81" providerId="ADAL" clId="{0D7CC77E-0068-4E2C-B79A-76849F2F2A81}" dt="2024-09-22T10:32:26.198" v="1141"/>
          <ac:inkMkLst>
            <pc:docMk/>
            <pc:sldMk cId="3097270569" sldId="450"/>
            <ac:inkMk id="54" creationId="{A7062B19-FE70-7FE8-C91E-BDAF6A9E94F1}"/>
          </ac:inkMkLst>
        </pc:inkChg>
        <pc:inkChg chg="add mod">
          <ac:chgData name="Daphne Economou" userId="d065a339-36cf-4937-af08-41751becbd81" providerId="ADAL" clId="{0D7CC77E-0068-4E2C-B79A-76849F2F2A81}" dt="2024-09-22T10:32:28.456" v="1144"/>
          <ac:inkMkLst>
            <pc:docMk/>
            <pc:sldMk cId="3097270569" sldId="450"/>
            <ac:inkMk id="57" creationId="{4FC84541-7F84-910E-F247-0D20B170D7FB}"/>
          </ac:inkMkLst>
        </pc:inkChg>
        <pc:inkChg chg="add mod">
          <ac:chgData name="Daphne Economou" userId="d065a339-36cf-4937-af08-41751becbd81" providerId="ADAL" clId="{0D7CC77E-0068-4E2C-B79A-76849F2F2A81}" dt="2024-09-22T10:32:28.456" v="1144"/>
          <ac:inkMkLst>
            <pc:docMk/>
            <pc:sldMk cId="3097270569" sldId="450"/>
            <ac:inkMk id="58" creationId="{52C2138F-DBD8-FD76-C238-999A3834C832}"/>
          </ac:inkMkLst>
        </pc:inkChg>
        <pc:inkChg chg="add del mod">
          <ac:chgData name="Daphne Economou" userId="d065a339-36cf-4937-af08-41751becbd81" providerId="ADAL" clId="{0D7CC77E-0068-4E2C-B79A-76849F2F2A81}" dt="2024-09-22T10:33:23.716" v="1169" actId="478"/>
          <ac:inkMkLst>
            <pc:docMk/>
            <pc:sldMk cId="3097270569" sldId="450"/>
            <ac:inkMk id="60" creationId="{B5CA566B-CBF8-193B-6ECA-4BE67F4723B1}"/>
          </ac:inkMkLst>
        </pc:inkChg>
        <pc:inkChg chg="add del mod">
          <ac:chgData name="Daphne Economou" userId="d065a339-36cf-4937-af08-41751becbd81" providerId="ADAL" clId="{0D7CC77E-0068-4E2C-B79A-76849F2F2A81}" dt="2024-09-22T10:33:24.718" v="1170" actId="478"/>
          <ac:inkMkLst>
            <pc:docMk/>
            <pc:sldMk cId="3097270569" sldId="450"/>
            <ac:inkMk id="61" creationId="{B70345E5-9B9D-CF49-0FC9-C7AE698E71D5}"/>
          </ac:inkMkLst>
        </pc:inkChg>
        <pc:inkChg chg="add mod">
          <ac:chgData name="Daphne Economou" userId="d065a339-36cf-4937-af08-41751becbd81" providerId="ADAL" clId="{0D7CC77E-0068-4E2C-B79A-76849F2F2A81}" dt="2024-09-22T10:32:32.880" v="1151"/>
          <ac:inkMkLst>
            <pc:docMk/>
            <pc:sldMk cId="3097270569" sldId="450"/>
            <ac:inkMk id="62" creationId="{A368C826-1F51-3B1E-B75B-92E8E2C0DC06}"/>
          </ac:inkMkLst>
        </pc:inkChg>
        <pc:inkChg chg="add del mod">
          <ac:chgData name="Daphne Economou" userId="d065a339-36cf-4937-af08-41751becbd81" providerId="ADAL" clId="{0D7CC77E-0068-4E2C-B79A-76849F2F2A81}" dt="2024-09-22T10:32:32.880" v="1151"/>
          <ac:inkMkLst>
            <pc:docMk/>
            <pc:sldMk cId="3097270569" sldId="450"/>
            <ac:inkMk id="63" creationId="{142AC104-165B-C838-823C-06258F5F3AAB}"/>
          </ac:inkMkLst>
        </pc:inkChg>
        <pc:inkChg chg="add del">
          <ac:chgData name="Daphne Economou" userId="d065a339-36cf-4937-af08-41751becbd81" providerId="ADAL" clId="{0D7CC77E-0068-4E2C-B79A-76849F2F2A81}" dt="2024-09-22T10:32:35.407" v="1153" actId="9405"/>
          <ac:inkMkLst>
            <pc:docMk/>
            <pc:sldMk cId="3097270569" sldId="450"/>
            <ac:inkMk id="66" creationId="{F3AB62C6-C3EC-9746-F754-4E55A0C9E2AC}"/>
          </ac:inkMkLst>
        </pc:inkChg>
        <pc:inkChg chg="add del">
          <ac:chgData name="Daphne Economou" userId="d065a339-36cf-4937-af08-41751becbd81" providerId="ADAL" clId="{0D7CC77E-0068-4E2C-B79A-76849F2F2A81}" dt="2024-09-22T10:32:37.959" v="1155" actId="9405"/>
          <ac:inkMkLst>
            <pc:docMk/>
            <pc:sldMk cId="3097270569" sldId="450"/>
            <ac:inkMk id="67" creationId="{1EDCCF41-02B3-BA43-DB59-5D6CA77163E4}"/>
          </ac:inkMkLst>
        </pc:inkChg>
        <pc:inkChg chg="add">
          <ac:chgData name="Daphne Economou" userId="d065a339-36cf-4937-af08-41751becbd81" providerId="ADAL" clId="{0D7CC77E-0068-4E2C-B79A-76849F2F2A81}" dt="2024-09-22T10:32:40.348" v="1156" actId="9405"/>
          <ac:inkMkLst>
            <pc:docMk/>
            <pc:sldMk cId="3097270569" sldId="450"/>
            <ac:inkMk id="68" creationId="{1F590A37-101C-5478-3C0B-01318BAA062D}"/>
          </ac:inkMkLst>
        </pc:inkChg>
        <pc:inkChg chg="add del mod">
          <ac:chgData name="Daphne Economou" userId="d065a339-36cf-4937-af08-41751becbd81" providerId="ADAL" clId="{0D7CC77E-0068-4E2C-B79A-76849F2F2A81}" dt="2024-09-22T10:33:35.330" v="1177" actId="9405"/>
          <ac:inkMkLst>
            <pc:docMk/>
            <pc:sldMk cId="3097270569" sldId="450"/>
            <ac:inkMk id="69" creationId="{7228B9CD-10A6-105B-0B95-BBA333A6B134}"/>
          </ac:inkMkLst>
        </pc:inkChg>
        <pc:inkChg chg="add del mod">
          <ac:chgData name="Daphne Economou" userId="d065a339-36cf-4937-af08-41751becbd81" providerId="ADAL" clId="{0D7CC77E-0068-4E2C-B79A-76849F2F2A81}" dt="2024-09-22T10:33:34.912" v="1176"/>
          <ac:inkMkLst>
            <pc:docMk/>
            <pc:sldMk cId="3097270569" sldId="450"/>
            <ac:inkMk id="70" creationId="{61983664-06BF-8EF3-154B-16153847C1DF}"/>
          </ac:inkMkLst>
        </pc:inkChg>
        <pc:inkChg chg="add mod">
          <ac:chgData name="Daphne Economou" userId="d065a339-36cf-4937-af08-41751becbd81" providerId="ADAL" clId="{0D7CC77E-0068-4E2C-B79A-76849F2F2A81}" dt="2024-09-22T10:33:39.324" v="1180"/>
          <ac:inkMkLst>
            <pc:docMk/>
            <pc:sldMk cId="3097270569" sldId="450"/>
            <ac:inkMk id="72" creationId="{FDF0C396-CC6E-EA53-57F0-7ED3DABAA54E}"/>
          </ac:inkMkLst>
        </pc:inkChg>
        <pc:inkChg chg="add mod">
          <ac:chgData name="Daphne Economou" userId="d065a339-36cf-4937-af08-41751becbd81" providerId="ADAL" clId="{0D7CC77E-0068-4E2C-B79A-76849F2F2A81}" dt="2024-09-22T10:33:39.324" v="1180"/>
          <ac:inkMkLst>
            <pc:docMk/>
            <pc:sldMk cId="3097270569" sldId="450"/>
            <ac:inkMk id="73" creationId="{BDE6177C-6945-2BA3-4F16-777C331998EA}"/>
          </ac:inkMkLst>
        </pc:inkChg>
        <pc:inkChg chg="add del">
          <ac:chgData name="Daphne Economou" userId="d065a339-36cf-4937-af08-41751becbd81" providerId="ADAL" clId="{0D7CC77E-0068-4E2C-B79A-76849F2F2A81}" dt="2024-09-22T10:33:44.102" v="1184" actId="9405"/>
          <ac:inkMkLst>
            <pc:docMk/>
            <pc:sldMk cId="3097270569" sldId="450"/>
            <ac:inkMk id="75" creationId="{F2BD6316-02C5-A97B-17AD-B55B5D18B67E}"/>
          </ac:inkMkLst>
        </pc:inkChg>
        <pc:inkChg chg="add del">
          <ac:chgData name="Daphne Economou" userId="d065a339-36cf-4937-af08-41751becbd81" providerId="ADAL" clId="{0D7CC77E-0068-4E2C-B79A-76849F2F2A81}" dt="2024-09-22T10:33:43.632" v="1183" actId="9405"/>
          <ac:inkMkLst>
            <pc:docMk/>
            <pc:sldMk cId="3097270569" sldId="450"/>
            <ac:inkMk id="76" creationId="{29B4EFE1-E14C-10D1-2C7A-07FAC98ADF09}"/>
          </ac:inkMkLst>
        </pc:inkChg>
        <pc:inkChg chg="add del">
          <ac:chgData name="Daphne Economou" userId="d065a339-36cf-4937-af08-41751becbd81" providerId="ADAL" clId="{0D7CC77E-0068-4E2C-B79A-76849F2F2A81}" dt="2024-09-22T10:33:47.512" v="1188" actId="9405"/>
          <ac:inkMkLst>
            <pc:docMk/>
            <pc:sldMk cId="3097270569" sldId="450"/>
            <ac:inkMk id="77" creationId="{5AC56F75-D9CD-6386-9782-993D8734DFE7}"/>
          </ac:inkMkLst>
        </pc:inkChg>
        <pc:inkChg chg="add del">
          <ac:chgData name="Daphne Economou" userId="d065a339-36cf-4937-af08-41751becbd81" providerId="ADAL" clId="{0D7CC77E-0068-4E2C-B79A-76849F2F2A81}" dt="2024-09-22T10:33:47.138" v="1187" actId="9405"/>
          <ac:inkMkLst>
            <pc:docMk/>
            <pc:sldMk cId="3097270569" sldId="450"/>
            <ac:inkMk id="78" creationId="{913879DE-7978-FCBC-CFF1-584BF227C4B0}"/>
          </ac:inkMkLst>
        </pc:inkChg>
        <pc:inkChg chg="add mod">
          <ac:chgData name="Daphne Economou" userId="d065a339-36cf-4937-af08-41751becbd81" providerId="ADAL" clId="{0D7CC77E-0068-4E2C-B79A-76849F2F2A81}" dt="2024-09-22T10:33:52.618" v="1191"/>
          <ac:inkMkLst>
            <pc:docMk/>
            <pc:sldMk cId="3097270569" sldId="450"/>
            <ac:inkMk id="79" creationId="{281B8B47-CF58-EABF-BF4C-69660BDE4B4B}"/>
          </ac:inkMkLst>
        </pc:inkChg>
        <pc:inkChg chg="add mod">
          <ac:chgData name="Daphne Economou" userId="d065a339-36cf-4937-af08-41751becbd81" providerId="ADAL" clId="{0D7CC77E-0068-4E2C-B79A-76849F2F2A81}" dt="2024-09-22T10:33:52.618" v="1191"/>
          <ac:inkMkLst>
            <pc:docMk/>
            <pc:sldMk cId="3097270569" sldId="450"/>
            <ac:inkMk id="80" creationId="{B19ACFD6-12A9-3236-42EF-4D6342DF962D}"/>
          </ac:inkMkLst>
        </pc:inkChg>
        <pc:inkChg chg="add del">
          <ac:chgData name="Daphne Economou" userId="d065a339-36cf-4937-af08-41751becbd81" providerId="ADAL" clId="{0D7CC77E-0068-4E2C-B79A-76849F2F2A81}" dt="2024-09-22T10:38:27.875" v="1243" actId="9405"/>
          <ac:inkMkLst>
            <pc:docMk/>
            <pc:sldMk cId="3097270569" sldId="450"/>
            <ac:inkMk id="82" creationId="{80A28F55-9D0D-A2F5-EF2F-365A02E916FF}"/>
          </ac:inkMkLst>
        </pc:inkChg>
        <pc:inkChg chg="add del">
          <ac:chgData name="Daphne Economou" userId="d065a339-36cf-4937-af08-41751becbd81" providerId="ADAL" clId="{0D7CC77E-0068-4E2C-B79A-76849F2F2A81}" dt="2024-09-22T10:38:33.006" v="1245" actId="9405"/>
          <ac:inkMkLst>
            <pc:docMk/>
            <pc:sldMk cId="3097270569" sldId="450"/>
            <ac:inkMk id="83" creationId="{932D4331-A548-7DD0-9F6C-5E50160A0087}"/>
          </ac:inkMkLst>
        </pc:inkChg>
        <pc:inkChg chg="add del">
          <ac:chgData name="Daphne Economou" userId="d065a339-36cf-4937-af08-41751becbd81" providerId="ADAL" clId="{0D7CC77E-0068-4E2C-B79A-76849F2F2A81}" dt="2024-09-22T10:40:49.409" v="1268" actId="478"/>
          <ac:inkMkLst>
            <pc:docMk/>
            <pc:sldMk cId="3097270569" sldId="450"/>
            <ac:inkMk id="84" creationId="{25AD41D0-DB40-0514-A74F-016EA4253D35}"/>
          </ac:inkMkLst>
        </pc:inkChg>
        <pc:inkChg chg="add">
          <ac:chgData name="Daphne Economou" userId="d065a339-36cf-4937-af08-41751becbd81" providerId="ADAL" clId="{0D7CC77E-0068-4E2C-B79A-76849F2F2A81}" dt="2024-09-22T10:40:53.087" v="1269" actId="9405"/>
          <ac:inkMkLst>
            <pc:docMk/>
            <pc:sldMk cId="3097270569" sldId="450"/>
            <ac:inkMk id="85" creationId="{0DB27C55-C662-A34C-17A7-0138045BD155}"/>
          </ac:inkMkLst>
        </pc:inkChg>
      </pc:sldChg>
      <pc:sldChg chg="addSp delSp modSp mod">
        <pc:chgData name="Daphne Economou" userId="d065a339-36cf-4937-af08-41751becbd81" providerId="ADAL" clId="{0D7CC77E-0068-4E2C-B79A-76849F2F2A81}" dt="2024-09-22T10:40:27.579" v="1261"/>
        <pc:sldMkLst>
          <pc:docMk/>
          <pc:sldMk cId="312953705" sldId="451"/>
        </pc:sldMkLst>
        <pc:spChg chg="mod">
          <ac:chgData name="Daphne Economou" userId="d065a339-36cf-4937-af08-41751becbd81" providerId="ADAL" clId="{0D7CC77E-0068-4E2C-B79A-76849F2F2A81}" dt="2024-09-22T10:09:18.331" v="852" actId="255"/>
          <ac:spMkLst>
            <pc:docMk/>
            <pc:sldMk cId="312953705" sldId="451"/>
            <ac:spMk id="3" creationId="{0E6E2E5B-5FFD-427B-8550-10E75A576AF2}"/>
          </ac:spMkLst>
        </pc:spChg>
        <pc:spChg chg="mod">
          <ac:chgData name="Daphne Economou" userId="d065a339-36cf-4937-af08-41751becbd81" providerId="ADAL" clId="{0D7CC77E-0068-4E2C-B79A-76849F2F2A81}" dt="2024-09-22T10:09:58.270" v="856" actId="14100"/>
          <ac:spMkLst>
            <pc:docMk/>
            <pc:sldMk cId="312953705" sldId="451"/>
            <ac:spMk id="4" creationId="{6D4E5046-429A-041F-4F19-C0CCA4D1F601}"/>
          </ac:spMkLst>
        </pc:spChg>
        <pc:spChg chg="mod">
          <ac:chgData name="Daphne Economou" userId="d065a339-36cf-4937-af08-41751becbd81" providerId="ADAL" clId="{0D7CC77E-0068-4E2C-B79A-76849F2F2A81}" dt="2024-09-22T10:10:53.783" v="871" actId="1076"/>
          <ac:spMkLst>
            <pc:docMk/>
            <pc:sldMk cId="312953705" sldId="451"/>
            <ac:spMk id="6" creationId="{653C4A4C-E573-4AF2-08F8-FC96D6D73D1B}"/>
          </ac:spMkLst>
        </pc:spChg>
        <pc:spChg chg="mod">
          <ac:chgData name="Daphne Economou" userId="d065a339-36cf-4937-af08-41751becbd81" providerId="ADAL" clId="{0D7CC77E-0068-4E2C-B79A-76849F2F2A81}" dt="2024-09-22T10:38:47.768" v="1248"/>
          <ac:spMkLst>
            <pc:docMk/>
            <pc:sldMk cId="312953705" sldId="451"/>
            <ac:spMk id="9" creationId="{C995B022-BCD4-4693-B300-3566EE27C4C8}"/>
          </ac:spMkLst>
        </pc:spChg>
        <pc:spChg chg="mod">
          <ac:chgData name="Daphne Economou" userId="d065a339-36cf-4937-af08-41751becbd81" providerId="ADAL" clId="{0D7CC77E-0068-4E2C-B79A-76849F2F2A81}" dt="2024-09-22T10:38:47.768" v="1248"/>
          <ac:spMkLst>
            <pc:docMk/>
            <pc:sldMk cId="312953705" sldId="451"/>
            <ac:spMk id="10" creationId="{ACFDEBA2-CAC8-4406-BF40-F70C533464BB}"/>
          </ac:spMkLst>
        </pc:spChg>
        <pc:spChg chg="mod">
          <ac:chgData name="Daphne Economou" userId="d065a339-36cf-4937-af08-41751becbd81" providerId="ADAL" clId="{0D7CC77E-0068-4E2C-B79A-76849F2F2A81}" dt="2024-09-22T10:38:47.768" v="1248"/>
          <ac:spMkLst>
            <pc:docMk/>
            <pc:sldMk cId="312953705" sldId="451"/>
            <ac:spMk id="11" creationId="{AEE3A0DB-062C-4A13-9945-0051AEC013B6}"/>
          </ac:spMkLst>
        </pc:spChg>
        <pc:grpChg chg="mod">
          <ac:chgData name="Daphne Economou" userId="d065a339-36cf-4937-af08-41751becbd81" providerId="ADAL" clId="{0D7CC77E-0068-4E2C-B79A-76849F2F2A81}" dt="2024-09-22T09:52:39.290" v="704"/>
          <ac:grpSpMkLst>
            <pc:docMk/>
            <pc:sldMk cId="312953705" sldId="451"/>
            <ac:grpSpMk id="13" creationId="{B6E8F7A3-3F1A-8310-5838-97A922D5E7CD}"/>
          </ac:grpSpMkLst>
        </pc:grpChg>
        <pc:grpChg chg="mod">
          <ac:chgData name="Daphne Economou" userId="d065a339-36cf-4937-af08-41751becbd81" providerId="ADAL" clId="{0D7CC77E-0068-4E2C-B79A-76849F2F2A81}" dt="2024-09-22T10:10:18.256" v="862" actId="1076"/>
          <ac:grpSpMkLst>
            <pc:docMk/>
            <pc:sldMk cId="312953705" sldId="451"/>
            <ac:grpSpMk id="17" creationId="{FEAB13CC-05EB-36BA-95DC-C6017E22B880}"/>
          </ac:grpSpMkLst>
        </pc:grpChg>
        <pc:grpChg chg="mod">
          <ac:chgData name="Daphne Economou" userId="d065a339-36cf-4937-af08-41751becbd81" providerId="ADAL" clId="{0D7CC77E-0068-4E2C-B79A-76849F2F2A81}" dt="2024-09-22T10:10:59.629" v="873" actId="1076"/>
          <ac:grpSpMkLst>
            <pc:docMk/>
            <pc:sldMk cId="312953705" sldId="451"/>
            <ac:grpSpMk id="20" creationId="{119548D6-5A46-2B41-8D14-11DB70A51334}"/>
          </ac:grpSpMkLst>
        </pc:grpChg>
        <pc:grpChg chg="mod">
          <ac:chgData name="Daphne Economou" userId="d065a339-36cf-4937-af08-41751becbd81" providerId="ADAL" clId="{0D7CC77E-0068-4E2C-B79A-76849F2F2A81}" dt="2024-09-22T10:10:58.092" v="872" actId="1076"/>
          <ac:grpSpMkLst>
            <pc:docMk/>
            <pc:sldMk cId="312953705" sldId="451"/>
            <ac:grpSpMk id="24" creationId="{63BFFC24-AEC3-A5D1-A9D5-8E00B64CB43B}"/>
          </ac:grpSpMkLst>
        </pc:grpChg>
        <pc:inkChg chg="add del mod">
          <ac:chgData name="Daphne Economou" userId="d065a339-36cf-4937-af08-41751becbd81" providerId="ADAL" clId="{0D7CC77E-0068-4E2C-B79A-76849F2F2A81}" dt="2024-09-22T10:10:15.088" v="861" actId="478"/>
          <ac:inkMkLst>
            <pc:docMk/>
            <pc:sldMk cId="312953705" sldId="451"/>
            <ac:inkMk id="7" creationId="{0CFAE15F-D532-8216-3968-5621C9A6E8AB}"/>
          </ac:inkMkLst>
        </pc:inkChg>
        <pc:inkChg chg="add del mod">
          <ac:chgData name="Daphne Economou" userId="d065a339-36cf-4937-af08-41751becbd81" providerId="ADAL" clId="{0D7CC77E-0068-4E2C-B79A-76849F2F2A81}" dt="2024-09-22T09:52:39.290" v="704"/>
          <ac:inkMkLst>
            <pc:docMk/>
            <pc:sldMk cId="312953705" sldId="451"/>
            <ac:inkMk id="12" creationId="{5C0AC81E-C7B3-850E-EA5D-1F365160E033}"/>
          </ac:inkMkLst>
        </pc:inkChg>
        <pc:inkChg chg="add del">
          <ac:chgData name="Daphne Economou" userId="d065a339-36cf-4937-af08-41751becbd81" providerId="ADAL" clId="{0D7CC77E-0068-4E2C-B79A-76849F2F2A81}" dt="2024-09-22T10:10:15.088" v="861" actId="478"/>
          <ac:inkMkLst>
            <pc:docMk/>
            <pc:sldMk cId="312953705" sldId="451"/>
            <ac:inkMk id="14" creationId="{14BEB4D5-85FE-427B-460D-778FD13C1114}"/>
          </ac:inkMkLst>
        </pc:inkChg>
        <pc:inkChg chg="add mod">
          <ac:chgData name="Daphne Economou" userId="d065a339-36cf-4937-af08-41751becbd81" providerId="ADAL" clId="{0D7CC77E-0068-4E2C-B79A-76849F2F2A81}" dt="2024-09-22T09:52:46.151" v="708"/>
          <ac:inkMkLst>
            <pc:docMk/>
            <pc:sldMk cId="312953705" sldId="451"/>
            <ac:inkMk id="15" creationId="{EB41ED34-3584-70FD-21E9-D80FAFD23859}"/>
          </ac:inkMkLst>
        </pc:inkChg>
        <pc:inkChg chg="add mod">
          <ac:chgData name="Daphne Economou" userId="d065a339-36cf-4937-af08-41751becbd81" providerId="ADAL" clId="{0D7CC77E-0068-4E2C-B79A-76849F2F2A81}" dt="2024-09-22T09:52:46.151" v="708"/>
          <ac:inkMkLst>
            <pc:docMk/>
            <pc:sldMk cId="312953705" sldId="451"/>
            <ac:inkMk id="16" creationId="{7C9E509C-65F6-2518-AF9E-B0F4E4A5A5F8}"/>
          </ac:inkMkLst>
        </pc:inkChg>
        <pc:inkChg chg="add mod">
          <ac:chgData name="Daphne Economou" userId="d065a339-36cf-4937-af08-41751becbd81" providerId="ADAL" clId="{0D7CC77E-0068-4E2C-B79A-76849F2F2A81}" dt="2024-09-22T09:52:49.885" v="711"/>
          <ac:inkMkLst>
            <pc:docMk/>
            <pc:sldMk cId="312953705" sldId="451"/>
            <ac:inkMk id="18" creationId="{15C52C3F-5E97-3731-3004-AF8EF1A45B6A}"/>
          </ac:inkMkLst>
        </pc:inkChg>
        <pc:inkChg chg="add mod">
          <ac:chgData name="Daphne Economou" userId="d065a339-36cf-4937-af08-41751becbd81" providerId="ADAL" clId="{0D7CC77E-0068-4E2C-B79A-76849F2F2A81}" dt="2024-09-22T09:52:49.885" v="711"/>
          <ac:inkMkLst>
            <pc:docMk/>
            <pc:sldMk cId="312953705" sldId="451"/>
            <ac:inkMk id="19" creationId="{F166EF79-C7BC-1338-069E-8A3E0F6DBA1E}"/>
          </ac:inkMkLst>
        </pc:inkChg>
        <pc:inkChg chg="add del">
          <ac:chgData name="Daphne Economou" userId="d065a339-36cf-4937-af08-41751becbd81" providerId="ADAL" clId="{0D7CC77E-0068-4E2C-B79A-76849F2F2A81}" dt="2024-09-22T10:10:41.553" v="867" actId="9405"/>
          <ac:inkMkLst>
            <pc:docMk/>
            <pc:sldMk cId="312953705" sldId="451"/>
            <ac:inkMk id="21" creationId="{05E891D6-EF10-9E7A-4674-C1B38233B437}"/>
          </ac:inkMkLst>
        </pc:inkChg>
        <pc:inkChg chg="add mod">
          <ac:chgData name="Daphne Economou" userId="d065a339-36cf-4937-af08-41751becbd81" providerId="ADAL" clId="{0D7CC77E-0068-4E2C-B79A-76849F2F2A81}" dt="2024-09-22T10:10:45.094" v="870"/>
          <ac:inkMkLst>
            <pc:docMk/>
            <pc:sldMk cId="312953705" sldId="451"/>
            <ac:inkMk id="22" creationId="{4B777C10-D83A-C8A1-B02B-8AA4F61A1A10}"/>
          </ac:inkMkLst>
        </pc:inkChg>
        <pc:inkChg chg="add mod">
          <ac:chgData name="Daphne Economou" userId="d065a339-36cf-4937-af08-41751becbd81" providerId="ADAL" clId="{0D7CC77E-0068-4E2C-B79A-76849F2F2A81}" dt="2024-09-22T10:10:45.094" v="870"/>
          <ac:inkMkLst>
            <pc:docMk/>
            <pc:sldMk cId="312953705" sldId="451"/>
            <ac:inkMk id="23" creationId="{1F0D6F62-7342-21FA-8B07-D3D28050C936}"/>
          </ac:inkMkLst>
        </pc:inkChg>
        <pc:inkChg chg="add del mod">
          <ac:chgData name="Daphne Economou" userId="d065a339-36cf-4937-af08-41751becbd81" providerId="ADAL" clId="{0D7CC77E-0068-4E2C-B79A-76849F2F2A81}" dt="2024-09-22T10:40:27.277" v="1260" actId="478"/>
          <ac:inkMkLst>
            <pc:docMk/>
            <pc:sldMk cId="312953705" sldId="451"/>
            <ac:inkMk id="25" creationId="{E4471326-5FA9-ECCD-4076-F6A76E496A9A}"/>
          </ac:inkMkLst>
        </pc:inkChg>
        <pc:inkChg chg="add mod">
          <ac:chgData name="Daphne Economou" userId="d065a339-36cf-4937-af08-41751becbd81" providerId="ADAL" clId="{0D7CC77E-0068-4E2C-B79A-76849F2F2A81}" dt="2024-09-22T10:40:27.579" v="1261"/>
          <ac:inkMkLst>
            <pc:docMk/>
            <pc:sldMk cId="312953705" sldId="451"/>
            <ac:inkMk id="26" creationId="{6D3ADC07-03CE-C48B-8A3C-570A02F735C4}"/>
          </ac:inkMkLst>
        </pc:inkChg>
      </pc:sldChg>
      <pc:sldChg chg="modSp">
        <pc:chgData name="Daphne Economou" userId="d065a339-36cf-4937-af08-41751becbd81" providerId="ADAL" clId="{0D7CC77E-0068-4E2C-B79A-76849F2F2A81}" dt="2024-09-22T10:38:47.768" v="1248"/>
        <pc:sldMkLst>
          <pc:docMk/>
          <pc:sldMk cId="2396461014" sldId="452"/>
        </pc:sldMkLst>
        <pc:spChg chg="mod">
          <ac:chgData name="Daphne Economou" userId="d065a339-36cf-4937-af08-41751becbd81" providerId="ADAL" clId="{0D7CC77E-0068-4E2C-B79A-76849F2F2A81}" dt="2024-09-22T10:38:47.768" v="1248"/>
          <ac:spMkLst>
            <pc:docMk/>
            <pc:sldMk cId="2396461014" sldId="452"/>
            <ac:spMk id="2" creationId="{A6AE7CF6-CEB9-B2BC-687E-3D9DF78F1D86}"/>
          </ac:spMkLst>
        </pc:spChg>
        <pc:spChg chg="mod">
          <ac:chgData name="Daphne Economou" userId="d065a339-36cf-4937-af08-41751becbd81" providerId="ADAL" clId="{0D7CC77E-0068-4E2C-B79A-76849F2F2A81}" dt="2024-09-22T10:38:47.768" v="1248"/>
          <ac:spMkLst>
            <pc:docMk/>
            <pc:sldMk cId="2396461014" sldId="452"/>
            <ac:spMk id="3" creationId="{1870EB8A-2527-0648-92B7-B359C3E79821}"/>
          </ac:spMkLst>
        </pc:spChg>
        <pc:spChg chg="mod">
          <ac:chgData name="Daphne Economou" userId="d065a339-36cf-4937-af08-41751becbd81" providerId="ADAL" clId="{0D7CC77E-0068-4E2C-B79A-76849F2F2A81}" dt="2024-09-22T10:38:47.768" v="1248"/>
          <ac:spMkLst>
            <pc:docMk/>
            <pc:sldMk cId="2396461014" sldId="452"/>
            <ac:spMk id="4" creationId="{29DD08A1-EA99-E87B-BE30-18B1EE1A7A0F}"/>
          </ac:spMkLst>
        </pc:spChg>
        <pc:spChg chg="mod">
          <ac:chgData name="Daphne Economou" userId="d065a339-36cf-4937-af08-41751becbd81" providerId="ADAL" clId="{0D7CC77E-0068-4E2C-B79A-76849F2F2A81}" dt="2024-09-22T10:38:47.768" v="1248"/>
          <ac:spMkLst>
            <pc:docMk/>
            <pc:sldMk cId="2396461014" sldId="452"/>
            <ac:spMk id="5" creationId="{66EC917B-4718-03C6-AEAD-545755C64ABB}"/>
          </ac:spMkLst>
        </pc:spChg>
        <pc:spChg chg="mod">
          <ac:chgData name="Daphne Economou" userId="d065a339-36cf-4937-af08-41751becbd81" providerId="ADAL" clId="{0D7CC77E-0068-4E2C-B79A-76849F2F2A81}" dt="2024-09-22T10:38:47.768" v="1248"/>
          <ac:spMkLst>
            <pc:docMk/>
            <pc:sldMk cId="2396461014" sldId="452"/>
            <ac:spMk id="6" creationId="{1AF53B09-84CE-01D5-315A-8A87050AE5B0}"/>
          </ac:spMkLst>
        </pc:spChg>
      </pc:sldChg>
      <pc:sldChg chg="addSp modSp add mod modNotesTx">
        <pc:chgData name="Daphne Economou" userId="d065a339-36cf-4937-af08-41751becbd81" providerId="ADAL" clId="{0D7CC77E-0068-4E2C-B79A-76849F2F2A81}" dt="2024-09-22T10:38:47.768" v="1248"/>
        <pc:sldMkLst>
          <pc:docMk/>
          <pc:sldMk cId="3146594801" sldId="453"/>
        </pc:sldMkLst>
        <pc:spChg chg="mod">
          <ac:chgData name="Daphne Economou" userId="d065a339-36cf-4937-af08-41751becbd81" providerId="ADAL" clId="{0D7CC77E-0068-4E2C-B79A-76849F2F2A81}" dt="2024-09-22T10:38:47.768" v="1248"/>
          <ac:spMkLst>
            <pc:docMk/>
            <pc:sldMk cId="3146594801" sldId="453"/>
            <ac:spMk id="2" creationId="{45AF7D75-30AC-74FC-CBAA-C7ABE0CA7165}"/>
          </ac:spMkLst>
        </pc:spChg>
        <pc:spChg chg="mod">
          <ac:chgData name="Daphne Economou" userId="d065a339-36cf-4937-af08-41751becbd81" providerId="ADAL" clId="{0D7CC77E-0068-4E2C-B79A-76849F2F2A81}" dt="2024-09-22T10:38:47.768" v="1248"/>
          <ac:spMkLst>
            <pc:docMk/>
            <pc:sldMk cId="3146594801" sldId="453"/>
            <ac:spMk id="3" creationId="{07B7E0C9-EE43-67E5-14D3-572F41193675}"/>
          </ac:spMkLst>
        </pc:spChg>
        <pc:spChg chg="mod">
          <ac:chgData name="Daphne Economou" userId="d065a339-36cf-4937-af08-41751becbd81" providerId="ADAL" clId="{0D7CC77E-0068-4E2C-B79A-76849F2F2A81}" dt="2024-09-22T10:38:47.768" v="1248"/>
          <ac:spMkLst>
            <pc:docMk/>
            <pc:sldMk cId="3146594801" sldId="453"/>
            <ac:spMk id="4" creationId="{55C31BE9-0803-A139-40BA-3D82E8E67841}"/>
          </ac:spMkLst>
        </pc:spChg>
        <pc:spChg chg="mod">
          <ac:chgData name="Daphne Economou" userId="d065a339-36cf-4937-af08-41751becbd81" providerId="ADAL" clId="{0D7CC77E-0068-4E2C-B79A-76849F2F2A81}" dt="2024-09-22T10:38:47.768" v="1248"/>
          <ac:spMkLst>
            <pc:docMk/>
            <pc:sldMk cId="3146594801" sldId="453"/>
            <ac:spMk id="5" creationId="{DAC36B93-4ED1-B67C-4841-71B463720569}"/>
          </ac:spMkLst>
        </pc:spChg>
        <pc:spChg chg="mod">
          <ac:chgData name="Daphne Economou" userId="d065a339-36cf-4937-af08-41751becbd81" providerId="ADAL" clId="{0D7CC77E-0068-4E2C-B79A-76849F2F2A81}" dt="2024-09-21T12:05:32.831" v="317" actId="6549"/>
          <ac:spMkLst>
            <pc:docMk/>
            <pc:sldMk cId="3146594801" sldId="453"/>
            <ac:spMk id="6" creationId="{F26394F6-AECD-4C54-2459-0795B0F86E85}"/>
          </ac:spMkLst>
        </pc:spChg>
        <pc:picChg chg="add mod">
          <ac:chgData name="Daphne Economou" userId="d065a339-36cf-4937-af08-41751becbd81" providerId="ADAL" clId="{0D7CC77E-0068-4E2C-B79A-76849F2F2A81}" dt="2024-09-21T12:00:54.386" v="218" actId="1076"/>
          <ac:picMkLst>
            <pc:docMk/>
            <pc:sldMk cId="3146594801" sldId="453"/>
            <ac:picMk id="7" creationId="{A5BB9087-0948-A704-7B44-30BADE854933}"/>
          </ac:picMkLst>
        </pc:picChg>
      </pc:sldChg>
      <pc:sldChg chg="delSp modSp add del mod">
        <pc:chgData name="Daphne Economou" userId="d065a339-36cf-4937-af08-41751becbd81" providerId="ADAL" clId="{0D7CC77E-0068-4E2C-B79A-76849F2F2A81}" dt="2024-09-22T10:06:50.116" v="831" actId="47"/>
        <pc:sldMkLst>
          <pc:docMk/>
          <pc:sldMk cId="227396302" sldId="454"/>
        </pc:sldMkLst>
        <pc:spChg chg="mod">
          <ac:chgData name="Daphne Economou" userId="d065a339-36cf-4937-af08-41751becbd81" providerId="ADAL" clId="{0D7CC77E-0068-4E2C-B79A-76849F2F2A81}" dt="2024-09-22T09:50:37.981" v="689" actId="20577"/>
          <ac:spMkLst>
            <pc:docMk/>
            <pc:sldMk cId="227396302" sldId="454"/>
            <ac:spMk id="2" creationId="{AF886E24-03D3-44A7-9683-7EAD69AD1871}"/>
          </ac:spMkLst>
        </pc:spChg>
        <pc:spChg chg="mod">
          <ac:chgData name="Daphne Economou" userId="d065a339-36cf-4937-af08-41751becbd81" providerId="ADAL" clId="{0D7CC77E-0068-4E2C-B79A-76849F2F2A81}" dt="2024-09-22T09:47:06.390" v="668" actId="6549"/>
          <ac:spMkLst>
            <pc:docMk/>
            <pc:sldMk cId="227396302" sldId="454"/>
            <ac:spMk id="5" creationId="{6AB2FB34-8556-6BC8-E009-6132E1BE6D9C}"/>
          </ac:spMkLst>
        </pc:spChg>
        <pc:spChg chg="mod">
          <ac:chgData name="Daphne Economou" userId="d065a339-36cf-4937-af08-41751becbd81" providerId="ADAL" clId="{0D7CC77E-0068-4E2C-B79A-76849F2F2A81}" dt="2024-09-22T09:50:16.066" v="685" actId="21"/>
          <ac:spMkLst>
            <pc:docMk/>
            <pc:sldMk cId="227396302" sldId="454"/>
            <ac:spMk id="6" creationId="{CF459CCC-3DFF-BD8D-B392-DA6AB262221F}"/>
          </ac:spMkLst>
        </pc:spChg>
        <pc:grpChg chg="del">
          <ac:chgData name="Daphne Economou" userId="d065a339-36cf-4937-af08-41751becbd81" providerId="ADAL" clId="{0D7CC77E-0068-4E2C-B79A-76849F2F2A81}" dt="2024-09-22T09:47:01.182" v="665" actId="478"/>
          <ac:grpSpMkLst>
            <pc:docMk/>
            <pc:sldMk cId="227396302" sldId="454"/>
            <ac:grpSpMk id="13" creationId="{E22EC307-7310-E7E9-A4B6-904884892426}"/>
          </ac:grpSpMkLst>
        </pc:grpChg>
        <pc:grpChg chg="mod">
          <ac:chgData name="Daphne Economou" userId="d065a339-36cf-4937-af08-41751becbd81" providerId="ADAL" clId="{0D7CC77E-0068-4E2C-B79A-76849F2F2A81}" dt="2024-09-22T09:47:10.015" v="669" actId="1076"/>
          <ac:grpSpMkLst>
            <pc:docMk/>
            <pc:sldMk cId="227396302" sldId="454"/>
            <ac:grpSpMk id="20" creationId="{CE77428C-D6AE-7EFC-CFC9-B16FB0F1566D}"/>
          </ac:grpSpMkLst>
        </pc:grpChg>
        <pc:grpChg chg="del">
          <ac:chgData name="Daphne Economou" userId="d065a339-36cf-4937-af08-41751becbd81" providerId="ADAL" clId="{0D7CC77E-0068-4E2C-B79A-76849F2F2A81}" dt="2024-09-22T09:47:00.614" v="664" actId="478"/>
          <ac:grpSpMkLst>
            <pc:docMk/>
            <pc:sldMk cId="227396302" sldId="454"/>
            <ac:grpSpMk id="24" creationId="{6E7D12C0-15EA-D62A-40F7-2A980FC5DDEC}"/>
          </ac:grpSpMkLst>
        </pc:grpChg>
      </pc:sldChg>
      <pc:sldChg chg="modSp add del mod">
        <pc:chgData name="Daphne Economou" userId="d065a339-36cf-4937-af08-41751becbd81" providerId="ADAL" clId="{0D7CC77E-0068-4E2C-B79A-76849F2F2A81}" dt="2024-09-21T12:00:17.420" v="211" actId="47"/>
        <pc:sldMkLst>
          <pc:docMk/>
          <pc:sldMk cId="1270077801" sldId="454"/>
        </pc:sldMkLst>
        <pc:spChg chg="mod">
          <ac:chgData name="Daphne Economou" userId="d065a339-36cf-4937-af08-41751becbd81" providerId="ADAL" clId="{0D7CC77E-0068-4E2C-B79A-76849F2F2A81}" dt="2024-09-21T11:59:10.333" v="210" actId="20577"/>
          <ac:spMkLst>
            <pc:docMk/>
            <pc:sldMk cId="1270077801" sldId="454"/>
            <ac:spMk id="6" creationId="{F26394F6-AECD-4C54-2459-0795B0F86E85}"/>
          </ac:spMkLst>
        </pc:spChg>
      </pc:sldChg>
      <pc:sldChg chg="addSp delSp modSp add mod setBg modNotesTx">
        <pc:chgData name="Daphne Economou" userId="d065a339-36cf-4937-af08-41751becbd81" providerId="ADAL" clId="{0D7CC77E-0068-4E2C-B79A-76849F2F2A81}" dt="2024-09-22T10:42:24.484" v="1286" actId="1076"/>
        <pc:sldMkLst>
          <pc:docMk/>
          <pc:sldMk cId="3935718791" sldId="455"/>
        </pc:sldMkLst>
        <pc:spChg chg="mod">
          <ac:chgData name="Daphne Economou" userId="d065a339-36cf-4937-af08-41751becbd81" providerId="ADAL" clId="{0D7CC77E-0068-4E2C-B79A-76849F2F2A81}" dt="2024-09-22T10:08:01.221" v="845" actId="20577"/>
          <ac:spMkLst>
            <pc:docMk/>
            <pc:sldMk cId="3935718791" sldId="455"/>
            <ac:spMk id="2" creationId="{AF886E24-03D3-44A7-9683-7EAD69AD1871}"/>
          </ac:spMkLst>
        </pc:spChg>
        <pc:spChg chg="mod">
          <ac:chgData name="Daphne Economou" userId="d065a339-36cf-4937-af08-41751becbd81" providerId="ADAL" clId="{0D7CC77E-0068-4E2C-B79A-76849F2F2A81}" dt="2024-09-22T10:26:17.563" v="1022" actId="20577"/>
          <ac:spMkLst>
            <pc:docMk/>
            <pc:sldMk cId="3935718791" sldId="455"/>
            <ac:spMk id="3" creationId="{0E6E2E5B-5FFD-427B-8550-10E75A576AF2}"/>
          </ac:spMkLst>
        </pc:spChg>
        <pc:spChg chg="del mod">
          <ac:chgData name="Daphne Economou" userId="d065a339-36cf-4937-af08-41751becbd81" providerId="ADAL" clId="{0D7CC77E-0068-4E2C-B79A-76849F2F2A81}" dt="2024-09-22T10:04:26.213" v="805" actId="478"/>
          <ac:spMkLst>
            <pc:docMk/>
            <pc:sldMk cId="3935718791" sldId="455"/>
            <ac:spMk id="5" creationId="{6AB2FB34-8556-6BC8-E009-6132E1BE6D9C}"/>
          </ac:spMkLst>
        </pc:spChg>
        <pc:spChg chg="mod">
          <ac:chgData name="Daphne Economou" userId="d065a339-36cf-4937-af08-41751becbd81" providerId="ADAL" clId="{0D7CC77E-0068-4E2C-B79A-76849F2F2A81}" dt="2024-09-22T10:26:49.690" v="1041" actId="6549"/>
          <ac:spMkLst>
            <pc:docMk/>
            <pc:sldMk cId="3935718791" sldId="455"/>
            <ac:spMk id="6" creationId="{CF459CCC-3DFF-BD8D-B392-DA6AB262221F}"/>
          </ac:spMkLst>
        </pc:spChg>
        <pc:spChg chg="add mod">
          <ac:chgData name="Daphne Economou" userId="d065a339-36cf-4937-af08-41751becbd81" providerId="ADAL" clId="{0D7CC77E-0068-4E2C-B79A-76849F2F2A81}" dt="2024-09-22T10:42:24.484" v="1286" actId="1076"/>
          <ac:spMkLst>
            <pc:docMk/>
            <pc:sldMk cId="3935718791" sldId="455"/>
            <ac:spMk id="7" creationId="{AB64535A-9A34-171C-F26E-07C4E0A8E874}"/>
          </ac:spMkLst>
        </pc:spChg>
        <pc:spChg chg="mod">
          <ac:chgData name="Daphne Economou" userId="d065a339-36cf-4937-af08-41751becbd81" providerId="ADAL" clId="{0D7CC77E-0068-4E2C-B79A-76849F2F2A81}" dt="2024-09-22T10:38:47.768" v="1248"/>
          <ac:spMkLst>
            <pc:docMk/>
            <pc:sldMk cId="3935718791" sldId="455"/>
            <ac:spMk id="9" creationId="{C995B022-BCD4-4693-B300-3566EE27C4C8}"/>
          </ac:spMkLst>
        </pc:spChg>
        <pc:spChg chg="mod">
          <ac:chgData name="Daphne Economou" userId="d065a339-36cf-4937-af08-41751becbd81" providerId="ADAL" clId="{0D7CC77E-0068-4E2C-B79A-76849F2F2A81}" dt="2024-09-22T10:38:47.768" v="1248"/>
          <ac:spMkLst>
            <pc:docMk/>
            <pc:sldMk cId="3935718791" sldId="455"/>
            <ac:spMk id="10" creationId="{ACFDEBA2-CAC8-4406-BF40-F70C533464BB}"/>
          </ac:spMkLst>
        </pc:spChg>
        <pc:spChg chg="mod">
          <ac:chgData name="Daphne Economou" userId="d065a339-36cf-4937-af08-41751becbd81" providerId="ADAL" clId="{0D7CC77E-0068-4E2C-B79A-76849F2F2A81}" dt="2024-09-22T10:38:47.768" v="1248"/>
          <ac:spMkLst>
            <pc:docMk/>
            <pc:sldMk cId="3935718791" sldId="455"/>
            <ac:spMk id="11" creationId="{AEE3A0DB-062C-4A13-9945-0051AEC013B6}"/>
          </ac:spMkLst>
        </pc:spChg>
        <pc:spChg chg="add del mod">
          <ac:chgData name="Daphne Economou" userId="d065a339-36cf-4937-af08-41751becbd81" providerId="ADAL" clId="{0D7CC77E-0068-4E2C-B79A-76849F2F2A81}" dt="2024-09-22T10:25:39.833" v="1012" actId="478"/>
          <ac:spMkLst>
            <pc:docMk/>
            <pc:sldMk cId="3935718791" sldId="455"/>
            <ac:spMk id="14" creationId="{5A79C205-8479-D174-8B8A-CED454EF28C7}"/>
          </ac:spMkLst>
        </pc:spChg>
        <pc:grpChg chg="del">
          <ac:chgData name="Daphne Economou" userId="d065a339-36cf-4937-af08-41751becbd81" providerId="ADAL" clId="{0D7CC77E-0068-4E2C-B79A-76849F2F2A81}" dt="2024-09-22T09:50:49.268" v="691" actId="478"/>
          <ac:grpSpMkLst>
            <pc:docMk/>
            <pc:sldMk cId="3935718791" sldId="455"/>
            <ac:grpSpMk id="13" creationId="{E22EC307-7310-E7E9-A4B6-904884892426}"/>
          </ac:grpSpMkLst>
        </pc:grpChg>
        <pc:grpChg chg="mod">
          <ac:chgData name="Daphne Economou" userId="d065a339-36cf-4937-af08-41751becbd81" providerId="ADAL" clId="{0D7CC77E-0068-4E2C-B79A-76849F2F2A81}" dt="2024-09-22T10:26:28.206" v="1029"/>
          <ac:grpSpMkLst>
            <pc:docMk/>
            <pc:sldMk cId="3935718791" sldId="455"/>
            <ac:grpSpMk id="18" creationId="{3147AAD7-5C97-238C-54BF-0EDF2B358EC3}"/>
          </ac:grpSpMkLst>
        </pc:grpChg>
        <pc:grpChg chg="del mod">
          <ac:chgData name="Daphne Economou" userId="d065a339-36cf-4937-af08-41751becbd81" providerId="ADAL" clId="{0D7CC77E-0068-4E2C-B79A-76849F2F2A81}" dt="2024-09-22T10:25:44.736" v="1013" actId="478"/>
          <ac:grpSpMkLst>
            <pc:docMk/>
            <pc:sldMk cId="3935718791" sldId="455"/>
            <ac:grpSpMk id="24" creationId="{6E7D12C0-15EA-D62A-40F7-2A980FC5DDEC}"/>
          </ac:grpSpMkLst>
        </pc:grpChg>
        <pc:grpChg chg="mod">
          <ac:chgData name="Daphne Economou" userId="d065a339-36cf-4937-af08-41751becbd81" providerId="ADAL" clId="{0D7CC77E-0068-4E2C-B79A-76849F2F2A81}" dt="2024-09-22T10:26:34.455" v="1033"/>
          <ac:grpSpMkLst>
            <pc:docMk/>
            <pc:sldMk cId="3935718791" sldId="455"/>
            <ac:grpSpMk id="26" creationId="{28213406-1B0B-0024-6508-4C5981EDA5CF}"/>
          </ac:grpSpMkLst>
        </pc:grpChg>
        <pc:grpChg chg="del mod">
          <ac:chgData name="Daphne Economou" userId="d065a339-36cf-4937-af08-41751becbd81" providerId="ADAL" clId="{0D7CC77E-0068-4E2C-B79A-76849F2F2A81}" dt="2024-09-22T10:42:18.069" v="1285"/>
          <ac:grpSpMkLst>
            <pc:docMk/>
            <pc:sldMk cId="3935718791" sldId="455"/>
            <ac:grpSpMk id="31" creationId="{46BAF709-8E48-FAF3-6705-DB51B8FF1CE5}"/>
          </ac:grpSpMkLst>
        </pc:grpChg>
        <pc:grpChg chg="mod">
          <ac:chgData name="Daphne Economou" userId="d065a339-36cf-4937-af08-41751becbd81" providerId="ADAL" clId="{0D7CC77E-0068-4E2C-B79A-76849F2F2A81}" dt="2024-09-22T10:42:18.069" v="1285"/>
          <ac:grpSpMkLst>
            <pc:docMk/>
            <pc:sldMk cId="3935718791" sldId="455"/>
            <ac:grpSpMk id="33" creationId="{3C1A90AC-631F-285E-A41D-03EDA9472CFD}"/>
          </ac:grpSpMkLst>
        </pc:grpChg>
        <pc:inkChg chg="add del">
          <ac:chgData name="Daphne Economou" userId="d065a339-36cf-4937-af08-41751becbd81" providerId="ADAL" clId="{0D7CC77E-0068-4E2C-B79A-76849F2F2A81}" dt="2024-09-22T10:26:24.343" v="1024" actId="9405"/>
          <ac:inkMkLst>
            <pc:docMk/>
            <pc:sldMk cId="3935718791" sldId="455"/>
            <ac:inkMk id="15" creationId="{FD38655C-D96C-2C12-2689-E1E18E61CA11}"/>
          </ac:inkMkLst>
        </pc:inkChg>
        <pc:inkChg chg="add mod">
          <ac:chgData name="Daphne Economou" userId="d065a339-36cf-4937-af08-41751becbd81" providerId="ADAL" clId="{0D7CC77E-0068-4E2C-B79A-76849F2F2A81}" dt="2024-09-22T10:26:28.206" v="1029"/>
          <ac:inkMkLst>
            <pc:docMk/>
            <pc:sldMk cId="3935718791" sldId="455"/>
            <ac:inkMk id="16" creationId="{786DBCE4-F296-F64B-6095-A7DC35F06980}"/>
          </ac:inkMkLst>
        </pc:inkChg>
        <pc:inkChg chg="add del mod">
          <ac:chgData name="Daphne Economou" userId="d065a339-36cf-4937-af08-41751becbd81" providerId="ADAL" clId="{0D7CC77E-0068-4E2C-B79A-76849F2F2A81}" dt="2024-09-22T10:26:28.206" v="1029"/>
          <ac:inkMkLst>
            <pc:docMk/>
            <pc:sldMk cId="3935718791" sldId="455"/>
            <ac:inkMk id="17" creationId="{0F752A74-AEF2-2C09-9D79-78F674145F3C}"/>
          </ac:inkMkLst>
        </pc:inkChg>
        <pc:inkChg chg="add mod">
          <ac:chgData name="Daphne Economou" userId="d065a339-36cf-4937-af08-41751becbd81" providerId="ADAL" clId="{0D7CC77E-0068-4E2C-B79A-76849F2F2A81}" dt="2024-09-22T10:26:34.455" v="1033"/>
          <ac:inkMkLst>
            <pc:docMk/>
            <pc:sldMk cId="3935718791" sldId="455"/>
            <ac:inkMk id="19" creationId="{0672F067-8953-3978-0A85-5BF35E5D7788}"/>
          </ac:inkMkLst>
        </pc:inkChg>
        <pc:inkChg chg="add mod">
          <ac:chgData name="Daphne Economou" userId="d065a339-36cf-4937-af08-41751becbd81" providerId="ADAL" clId="{0D7CC77E-0068-4E2C-B79A-76849F2F2A81}" dt="2024-09-22T10:26:34.455" v="1033"/>
          <ac:inkMkLst>
            <pc:docMk/>
            <pc:sldMk cId="3935718791" sldId="455"/>
            <ac:inkMk id="20" creationId="{C3B56576-F39A-83E5-5372-AE506BF9362B}"/>
          </ac:inkMkLst>
        </pc:inkChg>
        <pc:inkChg chg="add mod">
          <ac:chgData name="Daphne Economou" userId="d065a339-36cf-4937-af08-41751becbd81" providerId="ADAL" clId="{0D7CC77E-0068-4E2C-B79A-76849F2F2A81}" dt="2024-09-22T10:26:34.455" v="1033"/>
          <ac:inkMkLst>
            <pc:docMk/>
            <pc:sldMk cId="3935718791" sldId="455"/>
            <ac:inkMk id="25" creationId="{2D88E8CC-BC41-62D2-4580-9AEB79ECC7B0}"/>
          </ac:inkMkLst>
        </pc:inkChg>
        <pc:inkChg chg="add del mod">
          <ac:chgData name="Daphne Economou" userId="d065a339-36cf-4937-af08-41751becbd81" providerId="ADAL" clId="{0D7CC77E-0068-4E2C-B79A-76849F2F2A81}" dt="2024-09-22T10:40:16.369" v="1256" actId="478"/>
          <ac:inkMkLst>
            <pc:docMk/>
            <pc:sldMk cId="3935718791" sldId="455"/>
            <ac:inkMk id="27" creationId="{AF164042-C603-2886-9082-C57112AC7E36}"/>
          </ac:inkMkLst>
        </pc:inkChg>
        <pc:inkChg chg="add mod">
          <ac:chgData name="Daphne Economou" userId="d065a339-36cf-4937-af08-41751becbd81" providerId="ADAL" clId="{0D7CC77E-0068-4E2C-B79A-76849F2F2A81}" dt="2024-09-22T10:40:17.587" v="1257"/>
          <ac:inkMkLst>
            <pc:docMk/>
            <pc:sldMk cId="3935718791" sldId="455"/>
            <ac:inkMk id="28" creationId="{270BB5F3-0F21-E738-A99C-ED06CF4019E8}"/>
          </ac:inkMkLst>
        </pc:inkChg>
        <pc:inkChg chg="add mod">
          <ac:chgData name="Daphne Economou" userId="d065a339-36cf-4937-af08-41751becbd81" providerId="ADAL" clId="{0D7CC77E-0068-4E2C-B79A-76849F2F2A81}" dt="2024-09-22T10:42:18.069" v="1285"/>
          <ac:inkMkLst>
            <pc:docMk/>
            <pc:sldMk cId="3935718791" sldId="455"/>
            <ac:inkMk id="29" creationId="{76896284-480C-4616-82BD-56ECE371D038}"/>
          </ac:inkMkLst>
        </pc:inkChg>
        <pc:inkChg chg="add mod">
          <ac:chgData name="Daphne Economou" userId="d065a339-36cf-4937-af08-41751becbd81" providerId="ADAL" clId="{0D7CC77E-0068-4E2C-B79A-76849F2F2A81}" dt="2024-09-22T10:42:18.069" v="1285"/>
          <ac:inkMkLst>
            <pc:docMk/>
            <pc:sldMk cId="3935718791" sldId="455"/>
            <ac:inkMk id="30" creationId="{7587CF1E-EAE9-9558-B819-2710C5B4FFE8}"/>
          </ac:inkMkLst>
        </pc:inkChg>
        <pc:inkChg chg="add mod">
          <ac:chgData name="Daphne Economou" userId="d065a339-36cf-4937-af08-41751becbd81" providerId="ADAL" clId="{0D7CC77E-0068-4E2C-B79A-76849F2F2A81}" dt="2024-09-22T10:42:18.069" v="1285"/>
          <ac:inkMkLst>
            <pc:docMk/>
            <pc:sldMk cId="3935718791" sldId="455"/>
            <ac:inkMk id="32" creationId="{DB3293A9-7868-E4A4-E8D3-C91C415134DD}"/>
          </ac:inkMkLst>
        </pc:inkChg>
      </pc:sldChg>
      <pc:sldChg chg="addSp delSp modSp add del mod ord">
        <pc:chgData name="Daphne Economou" userId="d065a339-36cf-4937-af08-41751becbd81" providerId="ADAL" clId="{0D7CC77E-0068-4E2C-B79A-76849F2F2A81}" dt="2024-09-22T10:01:01.094" v="760" actId="47"/>
        <pc:sldMkLst>
          <pc:docMk/>
          <pc:sldMk cId="2981331889" sldId="456"/>
        </pc:sldMkLst>
        <pc:spChg chg="mod">
          <ac:chgData name="Daphne Economou" userId="d065a339-36cf-4937-af08-41751becbd81" providerId="ADAL" clId="{0D7CC77E-0068-4E2C-B79A-76849F2F2A81}" dt="2024-09-22T09:57:45.776" v="728" actId="14100"/>
          <ac:spMkLst>
            <pc:docMk/>
            <pc:sldMk cId="2981331889" sldId="456"/>
            <ac:spMk id="5" creationId="{65B6EAEE-4DA7-58AE-A3F7-0A1B096DCB45}"/>
          </ac:spMkLst>
        </pc:spChg>
        <pc:spChg chg="mod">
          <ac:chgData name="Daphne Economou" userId="d065a339-36cf-4937-af08-41751becbd81" providerId="ADAL" clId="{0D7CC77E-0068-4E2C-B79A-76849F2F2A81}" dt="2024-09-22T10:00:50.947" v="758" actId="21"/>
          <ac:spMkLst>
            <pc:docMk/>
            <pc:sldMk cId="2981331889" sldId="456"/>
            <ac:spMk id="6" creationId="{9868D614-8AA2-666D-06C6-505760A95DB2}"/>
          </ac:spMkLst>
        </pc:spChg>
        <pc:spChg chg="add">
          <ac:chgData name="Daphne Economou" userId="d065a339-36cf-4937-af08-41751becbd81" providerId="ADAL" clId="{0D7CC77E-0068-4E2C-B79A-76849F2F2A81}" dt="2024-09-22T09:57:09.457" v="723"/>
          <ac:spMkLst>
            <pc:docMk/>
            <pc:sldMk cId="2981331889" sldId="456"/>
            <ac:spMk id="7" creationId="{D7D735C3-6E8B-8350-91D5-C5FE4A97BB47}"/>
          </ac:spMkLst>
        </pc:spChg>
        <pc:spChg chg="add">
          <ac:chgData name="Daphne Economou" userId="d065a339-36cf-4937-af08-41751becbd81" providerId="ADAL" clId="{0D7CC77E-0068-4E2C-B79A-76849F2F2A81}" dt="2024-09-22T09:57:13.792" v="725"/>
          <ac:spMkLst>
            <pc:docMk/>
            <pc:sldMk cId="2981331889" sldId="456"/>
            <ac:spMk id="9" creationId="{855215DF-4EA2-11D7-6D04-ABB4026C99D9}"/>
          </ac:spMkLst>
        </pc:spChg>
        <pc:grpChg chg="del">
          <ac:chgData name="Daphne Economou" userId="d065a339-36cf-4937-af08-41751becbd81" providerId="ADAL" clId="{0D7CC77E-0068-4E2C-B79A-76849F2F2A81}" dt="2024-09-22T09:57:30.813" v="727" actId="478"/>
          <ac:grpSpMkLst>
            <pc:docMk/>
            <pc:sldMk cId="2981331889" sldId="456"/>
            <ac:grpSpMk id="29" creationId="{2FD5991B-C796-D35A-8FBA-C99C34BF5751}"/>
          </ac:grpSpMkLst>
        </pc:grpChg>
      </pc:sldChg>
      <pc:sldChg chg="modSp add del mod">
        <pc:chgData name="Daphne Economou" userId="d065a339-36cf-4937-af08-41751becbd81" providerId="ADAL" clId="{0D7CC77E-0068-4E2C-B79A-76849F2F2A81}" dt="2024-09-22T10:18:00.585" v="976" actId="47"/>
        <pc:sldMkLst>
          <pc:docMk/>
          <pc:sldMk cId="2385159615" sldId="457"/>
        </pc:sldMkLst>
        <pc:spChg chg="mod">
          <ac:chgData name="Daphne Economou" userId="d065a339-36cf-4937-af08-41751becbd81" providerId="ADAL" clId="{0D7CC77E-0068-4E2C-B79A-76849F2F2A81}" dt="2024-09-22T09:59:58.583" v="752" actId="20577"/>
          <ac:spMkLst>
            <pc:docMk/>
            <pc:sldMk cId="2385159615" sldId="457"/>
            <ac:spMk id="5" creationId="{65B6EAEE-4DA7-58AE-A3F7-0A1B096DCB45}"/>
          </ac:spMkLst>
        </pc:spChg>
        <pc:spChg chg="mod">
          <ac:chgData name="Daphne Economou" userId="d065a339-36cf-4937-af08-41751becbd81" providerId="ADAL" clId="{0D7CC77E-0068-4E2C-B79A-76849F2F2A81}" dt="2024-09-22T10:02:36.343" v="776" actId="1076"/>
          <ac:spMkLst>
            <pc:docMk/>
            <pc:sldMk cId="2385159615" sldId="457"/>
            <ac:spMk id="6" creationId="{9868D614-8AA2-666D-06C6-505760A95DB2}"/>
          </ac:spMkLst>
        </pc:spChg>
      </pc:sldChg>
      <pc:sldChg chg="addSp delSp modSp add mod">
        <pc:chgData name="Daphne Economou" userId="d065a339-36cf-4937-af08-41751becbd81" providerId="ADAL" clId="{0D7CC77E-0068-4E2C-B79A-76849F2F2A81}" dt="2024-09-22T10:40:45.753" v="1267"/>
        <pc:sldMkLst>
          <pc:docMk/>
          <pc:sldMk cId="4055183592" sldId="458"/>
        </pc:sldMkLst>
        <pc:spChg chg="mod">
          <ac:chgData name="Daphne Economou" userId="d065a339-36cf-4937-af08-41751becbd81" providerId="ADAL" clId="{0D7CC77E-0068-4E2C-B79A-76849F2F2A81}" dt="2024-09-22T10:29:02.277" v="1060" actId="207"/>
          <ac:spMkLst>
            <pc:docMk/>
            <pc:sldMk cId="4055183592" sldId="458"/>
            <ac:spMk id="2" creationId="{AF886E24-03D3-44A7-9683-7EAD69AD1871}"/>
          </ac:spMkLst>
        </pc:spChg>
        <pc:spChg chg="mod">
          <ac:chgData name="Daphne Economou" userId="d065a339-36cf-4937-af08-41751becbd81" providerId="ADAL" clId="{0D7CC77E-0068-4E2C-B79A-76849F2F2A81}" dt="2024-09-22T10:30:08.023" v="1068" actId="27636"/>
          <ac:spMkLst>
            <pc:docMk/>
            <pc:sldMk cId="4055183592" sldId="458"/>
            <ac:spMk id="3" creationId="{0E6E2E5B-5FFD-427B-8550-10E75A576AF2}"/>
          </ac:spMkLst>
        </pc:spChg>
        <pc:spChg chg="mod">
          <ac:chgData name="Daphne Economou" userId="d065a339-36cf-4937-af08-41751becbd81" providerId="ADAL" clId="{0D7CC77E-0068-4E2C-B79A-76849F2F2A81}" dt="2024-09-22T10:30:13.119" v="1069" actId="255"/>
          <ac:spMkLst>
            <pc:docMk/>
            <pc:sldMk cId="4055183592" sldId="458"/>
            <ac:spMk id="5" creationId="{65B6EAEE-4DA7-58AE-A3F7-0A1B096DCB45}"/>
          </ac:spMkLst>
        </pc:spChg>
        <pc:spChg chg="mod">
          <ac:chgData name="Daphne Economou" userId="d065a339-36cf-4937-af08-41751becbd81" providerId="ADAL" clId="{0D7CC77E-0068-4E2C-B79A-76849F2F2A81}" dt="2024-09-22T10:30:01.077" v="1066" actId="255"/>
          <ac:spMkLst>
            <pc:docMk/>
            <pc:sldMk cId="4055183592" sldId="458"/>
            <ac:spMk id="6" creationId="{9868D614-8AA2-666D-06C6-505760A95DB2}"/>
          </ac:spMkLst>
        </pc:spChg>
        <pc:spChg chg="mod">
          <ac:chgData name="Daphne Economou" userId="d065a339-36cf-4937-af08-41751becbd81" providerId="ADAL" clId="{0D7CC77E-0068-4E2C-B79A-76849F2F2A81}" dt="2024-09-22T10:38:47.768" v="1248"/>
          <ac:spMkLst>
            <pc:docMk/>
            <pc:sldMk cId="4055183592" sldId="458"/>
            <ac:spMk id="11" creationId="{8CEC68AF-2B53-48CD-8902-7D42FF4D5602}"/>
          </ac:spMkLst>
        </pc:spChg>
        <pc:spChg chg="mod">
          <ac:chgData name="Daphne Economou" userId="d065a339-36cf-4937-af08-41751becbd81" providerId="ADAL" clId="{0D7CC77E-0068-4E2C-B79A-76849F2F2A81}" dt="2024-09-22T10:38:47.768" v="1248"/>
          <ac:spMkLst>
            <pc:docMk/>
            <pc:sldMk cId="4055183592" sldId="458"/>
            <ac:spMk id="12" creationId="{F2E8BCA5-E3D5-4200-8A2C-BAB7FE38015A}"/>
          </ac:spMkLst>
        </pc:spChg>
        <pc:spChg chg="mod">
          <ac:chgData name="Daphne Economou" userId="d065a339-36cf-4937-af08-41751becbd81" providerId="ADAL" clId="{0D7CC77E-0068-4E2C-B79A-76849F2F2A81}" dt="2024-09-22T10:38:47.768" v="1248"/>
          <ac:spMkLst>
            <pc:docMk/>
            <pc:sldMk cId="4055183592" sldId="458"/>
            <ac:spMk id="13" creationId="{7AAEC02C-EE7B-4B47-8D99-1DDD77B81B66}"/>
          </ac:spMkLst>
        </pc:spChg>
        <pc:inkChg chg="add del mod">
          <ac:chgData name="Daphne Economou" userId="d065a339-36cf-4937-af08-41751becbd81" providerId="ADAL" clId="{0D7CC77E-0068-4E2C-B79A-76849F2F2A81}" dt="2024-09-22T10:40:45.491" v="1266" actId="478"/>
          <ac:inkMkLst>
            <pc:docMk/>
            <pc:sldMk cId="4055183592" sldId="458"/>
            <ac:inkMk id="7" creationId="{25B8E6AF-380E-286E-EB46-7D5024879379}"/>
          </ac:inkMkLst>
        </pc:inkChg>
        <pc:inkChg chg="add mod">
          <ac:chgData name="Daphne Economou" userId="d065a339-36cf-4937-af08-41751becbd81" providerId="ADAL" clId="{0D7CC77E-0068-4E2C-B79A-76849F2F2A81}" dt="2024-09-22T10:40:45.753" v="1267"/>
          <ac:inkMkLst>
            <pc:docMk/>
            <pc:sldMk cId="4055183592" sldId="458"/>
            <ac:inkMk id="9" creationId="{5E697607-AA56-C087-CB7D-7CF622485C4E}"/>
          </ac:inkMkLst>
        </pc:inkChg>
      </pc:sldChg>
      <pc:sldChg chg="addSp delSp modSp add mod modNotesTx">
        <pc:chgData name="Daphne Economou" userId="d065a339-36cf-4937-af08-41751becbd81" providerId="ADAL" clId="{0D7CC77E-0068-4E2C-B79A-76849F2F2A81}" dt="2024-09-22T10:40:23.420" v="1259"/>
        <pc:sldMkLst>
          <pc:docMk/>
          <pc:sldMk cId="967452883" sldId="459"/>
        </pc:sldMkLst>
        <pc:spChg chg="mod">
          <ac:chgData name="Daphne Economou" userId="d065a339-36cf-4937-af08-41751becbd81" providerId="ADAL" clId="{0D7CC77E-0068-4E2C-B79A-76849F2F2A81}" dt="2024-09-22T10:08:19.737" v="848" actId="20577"/>
          <ac:spMkLst>
            <pc:docMk/>
            <pc:sldMk cId="967452883" sldId="459"/>
            <ac:spMk id="2" creationId="{AF886E24-03D3-44A7-9683-7EAD69AD1871}"/>
          </ac:spMkLst>
        </pc:spChg>
        <pc:spChg chg="mod">
          <ac:chgData name="Daphne Economou" userId="d065a339-36cf-4937-af08-41751becbd81" providerId="ADAL" clId="{0D7CC77E-0068-4E2C-B79A-76849F2F2A81}" dt="2024-09-22T10:06:32.510" v="829" actId="20577"/>
          <ac:spMkLst>
            <pc:docMk/>
            <pc:sldMk cId="967452883" sldId="459"/>
            <ac:spMk id="3" creationId="{0E6E2E5B-5FFD-427B-8550-10E75A576AF2}"/>
          </ac:spMkLst>
        </pc:spChg>
        <pc:spChg chg="mod">
          <ac:chgData name="Daphne Economou" userId="d065a339-36cf-4937-af08-41751becbd81" providerId="ADAL" clId="{0D7CC77E-0068-4E2C-B79A-76849F2F2A81}" dt="2024-09-22T10:06:45.178" v="830"/>
          <ac:spMkLst>
            <pc:docMk/>
            <pc:sldMk cId="967452883" sldId="459"/>
            <ac:spMk id="6" creationId="{CF459CCC-3DFF-BD8D-B392-DA6AB262221F}"/>
          </ac:spMkLst>
        </pc:spChg>
        <pc:spChg chg="mod">
          <ac:chgData name="Daphne Economou" userId="d065a339-36cf-4937-af08-41751becbd81" providerId="ADAL" clId="{0D7CC77E-0068-4E2C-B79A-76849F2F2A81}" dt="2024-09-22T10:38:47.768" v="1248"/>
          <ac:spMkLst>
            <pc:docMk/>
            <pc:sldMk cId="967452883" sldId="459"/>
            <ac:spMk id="9" creationId="{C995B022-BCD4-4693-B300-3566EE27C4C8}"/>
          </ac:spMkLst>
        </pc:spChg>
        <pc:spChg chg="mod">
          <ac:chgData name="Daphne Economou" userId="d065a339-36cf-4937-af08-41751becbd81" providerId="ADAL" clId="{0D7CC77E-0068-4E2C-B79A-76849F2F2A81}" dt="2024-09-22T10:38:47.768" v="1248"/>
          <ac:spMkLst>
            <pc:docMk/>
            <pc:sldMk cId="967452883" sldId="459"/>
            <ac:spMk id="10" creationId="{ACFDEBA2-CAC8-4406-BF40-F70C533464BB}"/>
          </ac:spMkLst>
        </pc:spChg>
        <pc:spChg chg="mod">
          <ac:chgData name="Daphne Economou" userId="d065a339-36cf-4937-af08-41751becbd81" providerId="ADAL" clId="{0D7CC77E-0068-4E2C-B79A-76849F2F2A81}" dt="2024-09-22T10:38:47.768" v="1248"/>
          <ac:spMkLst>
            <pc:docMk/>
            <pc:sldMk cId="967452883" sldId="459"/>
            <ac:spMk id="11" creationId="{AEE3A0DB-062C-4A13-9945-0051AEC013B6}"/>
          </ac:spMkLst>
        </pc:spChg>
        <pc:inkChg chg="add del mod">
          <ac:chgData name="Daphne Economou" userId="d065a339-36cf-4937-af08-41751becbd81" providerId="ADAL" clId="{0D7CC77E-0068-4E2C-B79A-76849F2F2A81}" dt="2024-09-22T10:40:22.231" v="1258" actId="478"/>
          <ac:inkMkLst>
            <pc:docMk/>
            <pc:sldMk cId="967452883" sldId="459"/>
            <ac:inkMk id="5" creationId="{E9773A11-461D-3A30-7374-701DA9359B80}"/>
          </ac:inkMkLst>
        </pc:inkChg>
        <pc:inkChg chg="add mod">
          <ac:chgData name="Daphne Economou" userId="d065a339-36cf-4937-af08-41751becbd81" providerId="ADAL" clId="{0D7CC77E-0068-4E2C-B79A-76849F2F2A81}" dt="2024-09-22T10:40:23.420" v="1259"/>
          <ac:inkMkLst>
            <pc:docMk/>
            <pc:sldMk cId="967452883" sldId="459"/>
            <ac:inkMk id="7" creationId="{B12AF75B-2014-0586-91ED-A9458D991841}"/>
          </ac:inkMkLst>
        </pc:inkChg>
      </pc:sldChg>
      <pc:sldChg chg="addSp delSp modSp add mod modNotesTx">
        <pc:chgData name="Daphne Economou" userId="d065a339-36cf-4937-af08-41751becbd81" providerId="ADAL" clId="{0D7CC77E-0068-4E2C-B79A-76849F2F2A81}" dt="2024-09-22T10:43:14.875" v="1303"/>
        <pc:sldMkLst>
          <pc:docMk/>
          <pc:sldMk cId="2926706170" sldId="460"/>
        </pc:sldMkLst>
        <pc:spChg chg="mod">
          <ac:chgData name="Daphne Economou" userId="d065a339-36cf-4937-af08-41751becbd81" providerId="ADAL" clId="{0D7CC77E-0068-4E2C-B79A-76849F2F2A81}" dt="2024-09-22T10:13:50.365" v="901" actId="207"/>
          <ac:spMkLst>
            <pc:docMk/>
            <pc:sldMk cId="2926706170" sldId="460"/>
            <ac:spMk id="2" creationId="{AF886E24-03D3-44A7-9683-7EAD69AD1871}"/>
          </ac:spMkLst>
        </pc:spChg>
        <pc:spChg chg="mod">
          <ac:chgData name="Daphne Economou" userId="d065a339-36cf-4937-af08-41751becbd81" providerId="ADAL" clId="{0D7CC77E-0068-4E2C-B79A-76849F2F2A81}" dt="2024-09-22T10:14:10.324" v="902" actId="20577"/>
          <ac:spMkLst>
            <pc:docMk/>
            <pc:sldMk cId="2926706170" sldId="460"/>
            <ac:spMk id="5" creationId="{65B6EAEE-4DA7-58AE-A3F7-0A1B096DCB45}"/>
          </ac:spMkLst>
        </pc:spChg>
        <pc:spChg chg="mod">
          <ac:chgData name="Daphne Economou" userId="d065a339-36cf-4937-af08-41751becbd81" providerId="ADAL" clId="{0D7CC77E-0068-4E2C-B79A-76849F2F2A81}" dt="2024-09-22T10:42:37.093" v="1287" actId="14100"/>
          <ac:spMkLst>
            <pc:docMk/>
            <pc:sldMk cId="2926706170" sldId="460"/>
            <ac:spMk id="6" creationId="{9868D614-8AA2-666D-06C6-505760A95DB2}"/>
          </ac:spMkLst>
        </pc:spChg>
        <pc:spChg chg="add mod">
          <ac:chgData name="Daphne Economou" userId="d065a339-36cf-4937-af08-41751becbd81" providerId="ADAL" clId="{0D7CC77E-0068-4E2C-B79A-76849F2F2A81}" dt="2024-09-22T10:17:02.643" v="975" actId="20577"/>
          <ac:spMkLst>
            <pc:docMk/>
            <pc:sldMk cId="2926706170" sldId="460"/>
            <ac:spMk id="7" creationId="{BBADDA58-3AE4-1226-BF83-3311D689728F}"/>
          </ac:spMkLst>
        </pc:spChg>
        <pc:spChg chg="mod">
          <ac:chgData name="Daphne Economou" userId="d065a339-36cf-4937-af08-41751becbd81" providerId="ADAL" clId="{0D7CC77E-0068-4E2C-B79A-76849F2F2A81}" dt="2024-09-22T10:38:47.768" v="1248"/>
          <ac:spMkLst>
            <pc:docMk/>
            <pc:sldMk cId="2926706170" sldId="460"/>
            <ac:spMk id="11" creationId="{8CEC68AF-2B53-48CD-8902-7D42FF4D5602}"/>
          </ac:spMkLst>
        </pc:spChg>
        <pc:spChg chg="mod">
          <ac:chgData name="Daphne Economou" userId="d065a339-36cf-4937-af08-41751becbd81" providerId="ADAL" clId="{0D7CC77E-0068-4E2C-B79A-76849F2F2A81}" dt="2024-09-22T10:38:47.768" v="1248"/>
          <ac:spMkLst>
            <pc:docMk/>
            <pc:sldMk cId="2926706170" sldId="460"/>
            <ac:spMk id="12" creationId="{F2E8BCA5-E3D5-4200-8A2C-BAB7FE38015A}"/>
          </ac:spMkLst>
        </pc:spChg>
        <pc:spChg chg="mod">
          <ac:chgData name="Daphne Economou" userId="d065a339-36cf-4937-af08-41751becbd81" providerId="ADAL" clId="{0D7CC77E-0068-4E2C-B79A-76849F2F2A81}" dt="2024-09-22T10:38:47.768" v="1248"/>
          <ac:spMkLst>
            <pc:docMk/>
            <pc:sldMk cId="2926706170" sldId="460"/>
            <ac:spMk id="13" creationId="{7AAEC02C-EE7B-4B47-8D99-1DDD77B81B66}"/>
          </ac:spMkLst>
        </pc:spChg>
        <pc:grpChg chg="del mod">
          <ac:chgData name="Daphne Economou" userId="d065a339-36cf-4937-af08-41751becbd81" providerId="ADAL" clId="{0D7CC77E-0068-4E2C-B79A-76849F2F2A81}" dt="2024-09-22T10:42:53.683" v="1292" actId="478"/>
          <ac:grpSpMkLst>
            <pc:docMk/>
            <pc:sldMk cId="2926706170" sldId="460"/>
            <ac:grpSpMk id="17" creationId="{2EEB79BB-27F6-85DE-3899-8685E938AB1A}"/>
          </ac:grpSpMkLst>
        </pc:grpChg>
        <pc:grpChg chg="mod">
          <ac:chgData name="Daphne Economou" userId="d065a339-36cf-4937-af08-41751becbd81" providerId="ADAL" clId="{0D7CC77E-0068-4E2C-B79A-76849F2F2A81}" dt="2024-09-22T10:43:07.107" v="1299"/>
          <ac:grpSpMkLst>
            <pc:docMk/>
            <pc:sldMk cId="2926706170" sldId="460"/>
            <ac:grpSpMk id="21" creationId="{A94165AD-712B-DDAF-0F73-E94C2E8ACD59}"/>
          </ac:grpSpMkLst>
        </pc:grpChg>
        <pc:grpChg chg="mod">
          <ac:chgData name="Daphne Economou" userId="d065a339-36cf-4937-af08-41751becbd81" providerId="ADAL" clId="{0D7CC77E-0068-4E2C-B79A-76849F2F2A81}" dt="2024-09-22T10:43:14.875" v="1303"/>
          <ac:grpSpMkLst>
            <pc:docMk/>
            <pc:sldMk cId="2926706170" sldId="460"/>
            <ac:grpSpMk id="24" creationId="{38FC0C81-9035-E7A7-1E7E-C98889BA0AC3}"/>
          </ac:grpSpMkLst>
        </pc:grpChg>
        <pc:inkChg chg="add del mod">
          <ac:chgData name="Daphne Economou" userId="d065a339-36cf-4937-af08-41751becbd81" providerId="ADAL" clId="{0D7CC77E-0068-4E2C-B79A-76849F2F2A81}" dt="2024-09-22T10:40:41.814" v="1264" actId="478"/>
          <ac:inkMkLst>
            <pc:docMk/>
            <pc:sldMk cId="2926706170" sldId="460"/>
            <ac:inkMk id="9" creationId="{30B0051A-F7E5-F6C1-49FC-D901E23C8642}"/>
          </ac:inkMkLst>
        </pc:inkChg>
        <pc:inkChg chg="add mod">
          <ac:chgData name="Daphne Economou" userId="d065a339-36cf-4937-af08-41751becbd81" providerId="ADAL" clId="{0D7CC77E-0068-4E2C-B79A-76849F2F2A81}" dt="2024-09-22T10:40:42.158" v="1265"/>
          <ac:inkMkLst>
            <pc:docMk/>
            <pc:sldMk cId="2926706170" sldId="460"/>
            <ac:inkMk id="10" creationId="{B110AC41-F742-3963-16A8-02CD181CD76E}"/>
          </ac:inkMkLst>
        </pc:inkChg>
        <pc:inkChg chg="add">
          <ac:chgData name="Daphne Economou" userId="d065a339-36cf-4937-af08-41751becbd81" providerId="ADAL" clId="{0D7CC77E-0068-4E2C-B79A-76849F2F2A81}" dt="2024-09-22T10:42:44.115" v="1288" actId="9405"/>
          <ac:inkMkLst>
            <pc:docMk/>
            <pc:sldMk cId="2926706170" sldId="460"/>
            <ac:inkMk id="14" creationId="{8E5F92F2-D858-7562-974C-4034291E932E}"/>
          </ac:inkMkLst>
        </pc:inkChg>
        <pc:inkChg chg="add mod">
          <ac:chgData name="Daphne Economou" userId="d065a339-36cf-4937-af08-41751becbd81" providerId="ADAL" clId="{0D7CC77E-0068-4E2C-B79A-76849F2F2A81}" dt="2024-09-22T10:42:47.705" v="1291"/>
          <ac:inkMkLst>
            <pc:docMk/>
            <pc:sldMk cId="2926706170" sldId="460"/>
            <ac:inkMk id="15" creationId="{DBD48AFD-2C4B-3403-CA80-4C3FAC070E05}"/>
          </ac:inkMkLst>
        </pc:inkChg>
        <pc:inkChg chg="add mod">
          <ac:chgData name="Daphne Economou" userId="d065a339-36cf-4937-af08-41751becbd81" providerId="ADAL" clId="{0D7CC77E-0068-4E2C-B79A-76849F2F2A81}" dt="2024-09-22T10:42:47.705" v="1291"/>
          <ac:inkMkLst>
            <pc:docMk/>
            <pc:sldMk cId="2926706170" sldId="460"/>
            <ac:inkMk id="16" creationId="{4EB7E4EF-CC30-C25C-424F-32A502305BCF}"/>
          </ac:inkMkLst>
        </pc:inkChg>
        <pc:inkChg chg="add del">
          <ac:chgData name="Daphne Economou" userId="d065a339-36cf-4937-af08-41751becbd81" providerId="ADAL" clId="{0D7CC77E-0068-4E2C-B79A-76849F2F2A81}" dt="2024-09-22T10:42:59.337" v="1294" actId="9405"/>
          <ac:inkMkLst>
            <pc:docMk/>
            <pc:sldMk cId="2926706170" sldId="460"/>
            <ac:inkMk id="18" creationId="{0469CC97-73ED-C8C9-3F1D-3CD524DB9299}"/>
          </ac:inkMkLst>
        </pc:inkChg>
        <pc:inkChg chg="add del mod">
          <ac:chgData name="Daphne Economou" userId="d065a339-36cf-4937-af08-41751becbd81" providerId="ADAL" clId="{0D7CC77E-0068-4E2C-B79A-76849F2F2A81}" dt="2024-09-22T10:43:07.455" v="1300" actId="9405"/>
          <ac:inkMkLst>
            <pc:docMk/>
            <pc:sldMk cId="2926706170" sldId="460"/>
            <ac:inkMk id="19" creationId="{00FAD131-8D57-68A6-063B-FD19B50E9CFC}"/>
          </ac:inkMkLst>
        </pc:inkChg>
        <pc:inkChg chg="add del mod">
          <ac:chgData name="Daphne Economou" userId="d065a339-36cf-4937-af08-41751becbd81" providerId="ADAL" clId="{0D7CC77E-0068-4E2C-B79A-76849F2F2A81}" dt="2024-09-22T10:43:07.107" v="1299"/>
          <ac:inkMkLst>
            <pc:docMk/>
            <pc:sldMk cId="2926706170" sldId="460"/>
            <ac:inkMk id="20" creationId="{44DC8451-B033-6FB0-9193-FB3A135E3B3F}"/>
          </ac:inkMkLst>
        </pc:inkChg>
        <pc:inkChg chg="add mod">
          <ac:chgData name="Daphne Economou" userId="d065a339-36cf-4937-af08-41751becbd81" providerId="ADAL" clId="{0D7CC77E-0068-4E2C-B79A-76849F2F2A81}" dt="2024-09-22T10:43:14.875" v="1303"/>
          <ac:inkMkLst>
            <pc:docMk/>
            <pc:sldMk cId="2926706170" sldId="460"/>
            <ac:inkMk id="22" creationId="{02CF993E-D4C4-6FB9-1EC0-1A91B190B770}"/>
          </ac:inkMkLst>
        </pc:inkChg>
        <pc:inkChg chg="add mod">
          <ac:chgData name="Daphne Economou" userId="d065a339-36cf-4937-af08-41751becbd81" providerId="ADAL" clId="{0D7CC77E-0068-4E2C-B79A-76849F2F2A81}" dt="2024-09-22T10:43:14.875" v="1303"/>
          <ac:inkMkLst>
            <pc:docMk/>
            <pc:sldMk cId="2926706170" sldId="460"/>
            <ac:inkMk id="23" creationId="{5A92D280-1EC8-6389-55E6-A6E7444ECE31}"/>
          </ac:inkMkLst>
        </pc:inkChg>
      </pc:sldChg>
      <pc:sldChg chg="add del setBg">
        <pc:chgData name="Daphne Economou" userId="d065a339-36cf-4937-af08-41751becbd81" providerId="ADAL" clId="{0D7CC77E-0068-4E2C-B79A-76849F2F2A81}" dt="2024-09-22T10:37:49.824" v="1235"/>
        <pc:sldMkLst>
          <pc:docMk/>
          <pc:sldMk cId="102308073" sldId="461"/>
        </pc:sldMkLst>
      </pc:sldChg>
      <pc:sldMasterChg chg="modSp mod modSldLayout">
        <pc:chgData name="Daphne Economou" userId="d065a339-36cf-4937-af08-41751becbd81" providerId="ADAL" clId="{0D7CC77E-0068-4E2C-B79A-76849F2F2A81}" dt="2024-09-22T11:14:34.520" v="1675" actId="20577"/>
        <pc:sldMasterMkLst>
          <pc:docMk/>
          <pc:sldMasterMk cId="0" sldId="2147483768"/>
        </pc:sldMasterMkLst>
        <pc:spChg chg="mod">
          <ac:chgData name="Daphne Economou" userId="d065a339-36cf-4937-af08-41751becbd81" providerId="ADAL" clId="{0D7CC77E-0068-4E2C-B79A-76849F2F2A81}" dt="2024-09-22T11:12:11.737" v="1641" actId="20577"/>
          <ac:spMkLst>
            <pc:docMk/>
            <pc:sldMasterMk cId="0" sldId="2147483768"/>
            <ac:spMk id="14" creationId="{00000000-0000-0000-0000-000000000000}"/>
          </ac:spMkLst>
        </pc:spChg>
        <pc:spChg chg="mod">
          <ac:chgData name="Daphne Economou" userId="d065a339-36cf-4937-af08-41751becbd81" providerId="ADAL" clId="{0D7CC77E-0068-4E2C-B79A-76849F2F2A81}" dt="2024-09-22T11:14:00.412" v="1663" actId="20577"/>
          <ac:spMkLst>
            <pc:docMk/>
            <pc:sldMasterMk cId="0" sldId="2147483768"/>
            <ac:spMk id="23" creationId="{00000000-0000-0000-0000-000000000000}"/>
          </ac:spMkLst>
        </pc:spChg>
        <pc:sldLayoutChg chg="modSp mod">
          <pc:chgData name="Daphne Economou" userId="d065a339-36cf-4937-af08-41751becbd81" providerId="ADAL" clId="{0D7CC77E-0068-4E2C-B79A-76849F2F2A81}" dt="2024-09-22T11:14:03.856" v="1665" actId="20577"/>
          <pc:sldLayoutMkLst>
            <pc:docMk/>
            <pc:sldMasterMk cId="0" sldId="2147483768"/>
            <pc:sldLayoutMk cId="0" sldId="2147483769"/>
          </pc:sldLayoutMkLst>
          <pc:spChg chg="mod">
            <ac:chgData name="Daphne Economou" userId="d065a339-36cf-4937-af08-41751becbd81" providerId="ADAL" clId="{0D7CC77E-0068-4E2C-B79A-76849F2F2A81}" dt="2024-09-22T11:12:19.216" v="1643" actId="20577"/>
            <ac:spMkLst>
              <pc:docMk/>
              <pc:sldMasterMk cId="0" sldId="2147483768"/>
              <pc:sldLayoutMk cId="0" sldId="2147483769"/>
              <ac:spMk id="28" creationId="{00000000-0000-0000-0000-000000000000}"/>
            </ac:spMkLst>
          </pc:spChg>
          <pc:spChg chg="mod">
            <ac:chgData name="Daphne Economou" userId="d065a339-36cf-4937-af08-41751becbd81" providerId="ADAL" clId="{0D7CC77E-0068-4E2C-B79A-76849F2F2A81}" dt="2024-09-22T11:14:03.856" v="1665" actId="20577"/>
            <ac:spMkLst>
              <pc:docMk/>
              <pc:sldMasterMk cId="0" sldId="2147483768"/>
              <pc:sldLayoutMk cId="0" sldId="2147483769"/>
              <ac:spMk id="29" creationId="{00000000-0000-0000-0000-000000000000}"/>
            </ac:spMkLst>
          </pc:spChg>
        </pc:sldLayoutChg>
        <pc:sldLayoutChg chg="modSp mod">
          <pc:chgData name="Daphne Economou" userId="d065a339-36cf-4937-af08-41751becbd81" providerId="ADAL" clId="{0D7CC77E-0068-4E2C-B79A-76849F2F2A81}" dt="2024-09-22T11:12:22.343" v="1644"/>
          <pc:sldLayoutMkLst>
            <pc:docMk/>
            <pc:sldMasterMk cId="0" sldId="2147483768"/>
            <pc:sldLayoutMk cId="0" sldId="2147483770"/>
          </pc:sldLayoutMkLst>
          <pc:spChg chg="mod">
            <ac:chgData name="Daphne Economou" userId="d065a339-36cf-4937-af08-41751becbd81" providerId="ADAL" clId="{0D7CC77E-0068-4E2C-B79A-76849F2F2A81}" dt="2024-09-22T11:12:22.343" v="1644"/>
            <ac:spMkLst>
              <pc:docMk/>
              <pc:sldMasterMk cId="0" sldId="2147483768"/>
              <pc:sldLayoutMk cId="0" sldId="2147483770"/>
              <ac:spMk id="7" creationId="{00000000-0000-0000-0000-000000000000}"/>
            </ac:spMkLst>
          </pc:spChg>
          <pc:spChg chg="mod">
            <ac:chgData name="Daphne Economou" userId="d065a339-36cf-4937-af08-41751becbd81" providerId="ADAL" clId="{0D7CC77E-0068-4E2C-B79A-76849F2F2A81}" dt="2024-09-22T11:10:46.725" v="1630" actId="20577"/>
            <ac:spMkLst>
              <pc:docMk/>
              <pc:sldMasterMk cId="0" sldId="2147483768"/>
              <pc:sldLayoutMk cId="0" sldId="2147483770"/>
              <ac:spMk id="10" creationId="{00000000-0000-0000-0000-000000000000}"/>
            </ac:spMkLst>
          </pc:spChg>
        </pc:sldLayoutChg>
        <pc:sldLayoutChg chg="modSp mod">
          <pc:chgData name="Daphne Economou" userId="d065a339-36cf-4937-af08-41751becbd81" providerId="ADAL" clId="{0D7CC77E-0068-4E2C-B79A-76849F2F2A81}" dt="2024-09-22T11:12:25.742" v="1645"/>
          <pc:sldLayoutMkLst>
            <pc:docMk/>
            <pc:sldMasterMk cId="0" sldId="2147483768"/>
            <pc:sldLayoutMk cId="0" sldId="2147483771"/>
          </pc:sldLayoutMkLst>
          <pc:spChg chg="mod">
            <ac:chgData name="Daphne Economou" userId="d065a339-36cf-4937-af08-41751becbd81" providerId="ADAL" clId="{0D7CC77E-0068-4E2C-B79A-76849F2F2A81}" dt="2024-09-22T11:12:25.742" v="1645"/>
            <ac:spMkLst>
              <pc:docMk/>
              <pc:sldMasterMk cId="0" sldId="2147483768"/>
              <pc:sldLayoutMk cId="0" sldId="2147483771"/>
              <ac:spMk id="10" creationId="{00000000-0000-0000-0000-000000000000}"/>
            </ac:spMkLst>
          </pc:spChg>
          <pc:spChg chg="mod">
            <ac:chgData name="Daphne Economou" userId="d065a339-36cf-4937-af08-41751becbd81" providerId="ADAL" clId="{0D7CC77E-0068-4E2C-B79A-76849F2F2A81}" dt="2024-09-22T11:10:50.719" v="1632" actId="20577"/>
            <ac:spMkLst>
              <pc:docMk/>
              <pc:sldMasterMk cId="0" sldId="2147483768"/>
              <pc:sldLayoutMk cId="0" sldId="2147483771"/>
              <ac:spMk id="13" creationId="{00000000-0000-0000-0000-000000000000}"/>
            </ac:spMkLst>
          </pc:spChg>
        </pc:sldLayoutChg>
        <pc:sldLayoutChg chg="modSp mod">
          <pc:chgData name="Daphne Economou" userId="d065a339-36cf-4937-af08-41751becbd81" providerId="ADAL" clId="{0D7CC77E-0068-4E2C-B79A-76849F2F2A81}" dt="2024-09-22T11:13:55.021" v="1661" actId="20577"/>
          <pc:sldLayoutMkLst>
            <pc:docMk/>
            <pc:sldMasterMk cId="0" sldId="2147483768"/>
            <pc:sldLayoutMk cId="0" sldId="2147483772"/>
          </pc:sldLayoutMkLst>
          <pc:spChg chg="mod">
            <ac:chgData name="Daphne Economou" userId="d065a339-36cf-4937-af08-41751becbd81" providerId="ADAL" clId="{0D7CC77E-0068-4E2C-B79A-76849F2F2A81}" dt="2024-09-22T11:12:31.212" v="1646"/>
            <ac:spMkLst>
              <pc:docMk/>
              <pc:sldMasterMk cId="0" sldId="2147483768"/>
              <pc:sldLayoutMk cId="0" sldId="2147483772"/>
              <ac:spMk id="16" creationId="{00000000-0000-0000-0000-000000000000}"/>
            </ac:spMkLst>
          </pc:spChg>
          <pc:spChg chg="mod">
            <ac:chgData name="Daphne Economou" userId="d065a339-36cf-4937-af08-41751becbd81" providerId="ADAL" clId="{0D7CC77E-0068-4E2C-B79A-76849F2F2A81}" dt="2024-09-22T11:13:55.021" v="1661" actId="20577"/>
            <ac:spMkLst>
              <pc:docMk/>
              <pc:sldMasterMk cId="0" sldId="2147483768"/>
              <pc:sldLayoutMk cId="0" sldId="2147483772"/>
              <ac:spMk id="18" creationId="{00000000-0000-0000-0000-000000000000}"/>
            </ac:spMkLst>
          </pc:spChg>
        </pc:sldLayoutChg>
        <pc:sldLayoutChg chg="modSp mod">
          <pc:chgData name="Daphne Economou" userId="d065a339-36cf-4937-af08-41751becbd81" providerId="ADAL" clId="{0D7CC77E-0068-4E2C-B79A-76849F2F2A81}" dt="2024-09-22T11:13:47.642" v="1659" actId="20577"/>
          <pc:sldLayoutMkLst>
            <pc:docMk/>
            <pc:sldMasterMk cId="0" sldId="2147483768"/>
            <pc:sldLayoutMk cId="0" sldId="2147483773"/>
          </pc:sldLayoutMkLst>
          <pc:spChg chg="mod">
            <ac:chgData name="Daphne Economou" userId="d065a339-36cf-4937-af08-41751becbd81" providerId="ADAL" clId="{0D7CC77E-0068-4E2C-B79A-76849F2F2A81}" dt="2024-09-22T11:12:34.858" v="1647"/>
            <ac:spMkLst>
              <pc:docMk/>
              <pc:sldMasterMk cId="0" sldId="2147483768"/>
              <pc:sldLayoutMk cId="0" sldId="2147483773"/>
              <ac:spMk id="17" creationId="{00000000-0000-0000-0000-000000000000}"/>
            </ac:spMkLst>
          </pc:spChg>
          <pc:spChg chg="mod">
            <ac:chgData name="Daphne Economou" userId="d065a339-36cf-4937-af08-41751becbd81" providerId="ADAL" clId="{0D7CC77E-0068-4E2C-B79A-76849F2F2A81}" dt="2024-09-22T11:13:47.642" v="1659" actId="20577"/>
            <ac:spMkLst>
              <pc:docMk/>
              <pc:sldMasterMk cId="0" sldId="2147483768"/>
              <pc:sldLayoutMk cId="0" sldId="2147483773"/>
              <ac:spMk id="19" creationId="{00000000-0000-0000-0000-000000000000}"/>
            </ac:spMkLst>
          </pc:spChg>
        </pc:sldLayoutChg>
        <pc:sldLayoutChg chg="modSp mod">
          <pc:chgData name="Daphne Economou" userId="d065a339-36cf-4937-af08-41751becbd81" providerId="ADAL" clId="{0D7CC77E-0068-4E2C-B79A-76849F2F2A81}" dt="2024-09-22T11:12:38.628" v="1648"/>
          <pc:sldLayoutMkLst>
            <pc:docMk/>
            <pc:sldMasterMk cId="0" sldId="2147483768"/>
            <pc:sldLayoutMk cId="0" sldId="2147483774"/>
          </pc:sldLayoutMkLst>
          <pc:spChg chg="mod">
            <ac:chgData name="Daphne Economou" userId="d065a339-36cf-4937-af08-41751becbd81" providerId="ADAL" clId="{0D7CC77E-0068-4E2C-B79A-76849F2F2A81}" dt="2024-09-22T11:12:38.628" v="1648"/>
            <ac:spMkLst>
              <pc:docMk/>
              <pc:sldMasterMk cId="0" sldId="2147483768"/>
              <pc:sldLayoutMk cId="0" sldId="2147483774"/>
              <ac:spMk id="6" creationId="{00000000-0000-0000-0000-000000000000}"/>
            </ac:spMkLst>
          </pc:spChg>
          <pc:spChg chg="mod">
            <ac:chgData name="Daphne Economou" userId="d065a339-36cf-4937-af08-41751becbd81" providerId="ADAL" clId="{0D7CC77E-0068-4E2C-B79A-76849F2F2A81}" dt="2024-09-22T11:10:55.907" v="1634" actId="20577"/>
            <ac:spMkLst>
              <pc:docMk/>
              <pc:sldMasterMk cId="0" sldId="2147483768"/>
              <pc:sldLayoutMk cId="0" sldId="2147483774"/>
              <ac:spMk id="8" creationId="{00000000-0000-0000-0000-000000000000}"/>
            </ac:spMkLst>
          </pc:spChg>
        </pc:sldLayoutChg>
        <pc:sldLayoutChg chg="modSp mod">
          <pc:chgData name="Daphne Economou" userId="d065a339-36cf-4937-af08-41751becbd81" providerId="ADAL" clId="{0D7CC77E-0068-4E2C-B79A-76849F2F2A81}" dt="2024-09-22T11:14:14.460" v="1667" actId="20577"/>
          <pc:sldLayoutMkLst>
            <pc:docMk/>
            <pc:sldMasterMk cId="0" sldId="2147483768"/>
            <pc:sldLayoutMk cId="0" sldId="2147483775"/>
          </pc:sldLayoutMkLst>
          <pc:spChg chg="mod">
            <ac:chgData name="Daphne Economou" userId="d065a339-36cf-4937-af08-41751becbd81" providerId="ADAL" clId="{0D7CC77E-0068-4E2C-B79A-76849F2F2A81}" dt="2024-09-22T11:14:14.460" v="1667" actId="20577"/>
            <ac:spMkLst>
              <pc:docMk/>
              <pc:sldMasterMk cId="0" sldId="2147483768"/>
              <pc:sldLayoutMk cId="0" sldId="2147483775"/>
              <ac:spMk id="4" creationId="{00000000-0000-0000-0000-000000000000}"/>
            </ac:spMkLst>
          </pc:spChg>
          <pc:spChg chg="mod">
            <ac:chgData name="Daphne Economou" userId="d065a339-36cf-4937-af08-41751becbd81" providerId="ADAL" clId="{0D7CC77E-0068-4E2C-B79A-76849F2F2A81}" dt="2024-09-22T11:12:41.697" v="1649"/>
            <ac:spMkLst>
              <pc:docMk/>
              <pc:sldMasterMk cId="0" sldId="2147483768"/>
              <pc:sldLayoutMk cId="0" sldId="2147483775"/>
              <ac:spMk id="5" creationId="{00000000-0000-0000-0000-000000000000}"/>
            </ac:spMkLst>
          </pc:spChg>
        </pc:sldLayoutChg>
        <pc:sldLayoutChg chg="modSp mod">
          <pc:chgData name="Daphne Economou" userId="d065a339-36cf-4937-af08-41751becbd81" providerId="ADAL" clId="{0D7CC77E-0068-4E2C-B79A-76849F2F2A81}" dt="2024-09-22T11:14:18.557" v="1669" actId="20577"/>
          <pc:sldLayoutMkLst>
            <pc:docMk/>
            <pc:sldMasterMk cId="0" sldId="2147483768"/>
            <pc:sldLayoutMk cId="0" sldId="2147483776"/>
          </pc:sldLayoutMkLst>
          <pc:spChg chg="mod">
            <ac:chgData name="Daphne Economou" userId="d065a339-36cf-4937-af08-41751becbd81" providerId="ADAL" clId="{0D7CC77E-0068-4E2C-B79A-76849F2F2A81}" dt="2024-09-22T11:12:45.853" v="1650"/>
            <ac:spMkLst>
              <pc:docMk/>
              <pc:sldMasterMk cId="0" sldId="2147483768"/>
              <pc:sldLayoutMk cId="0" sldId="2147483776"/>
              <ac:spMk id="8" creationId="{00000000-0000-0000-0000-000000000000}"/>
            </ac:spMkLst>
          </pc:spChg>
          <pc:spChg chg="mod">
            <ac:chgData name="Daphne Economou" userId="d065a339-36cf-4937-af08-41751becbd81" providerId="ADAL" clId="{0D7CC77E-0068-4E2C-B79A-76849F2F2A81}" dt="2024-09-22T11:14:18.557" v="1669" actId="20577"/>
            <ac:spMkLst>
              <pc:docMk/>
              <pc:sldMasterMk cId="0" sldId="2147483768"/>
              <pc:sldLayoutMk cId="0" sldId="2147483776"/>
              <ac:spMk id="11" creationId="{00000000-0000-0000-0000-000000000000}"/>
            </ac:spMkLst>
          </pc:spChg>
        </pc:sldLayoutChg>
        <pc:sldLayoutChg chg="modSp mod">
          <pc:chgData name="Daphne Economou" userId="d065a339-36cf-4937-af08-41751becbd81" providerId="ADAL" clId="{0D7CC77E-0068-4E2C-B79A-76849F2F2A81}" dt="2024-09-22T11:14:22.387" v="1671" actId="20577"/>
          <pc:sldLayoutMkLst>
            <pc:docMk/>
            <pc:sldMasterMk cId="0" sldId="2147483768"/>
            <pc:sldLayoutMk cId="0" sldId="2147483777"/>
          </pc:sldLayoutMkLst>
          <pc:spChg chg="mod">
            <ac:chgData name="Daphne Economou" userId="d065a339-36cf-4937-af08-41751becbd81" providerId="ADAL" clId="{0D7CC77E-0068-4E2C-B79A-76849F2F2A81}" dt="2024-09-22T11:14:22.387" v="1671" actId="20577"/>
            <ac:spMkLst>
              <pc:docMk/>
              <pc:sldMasterMk cId="0" sldId="2147483768"/>
              <pc:sldLayoutMk cId="0" sldId="2147483777"/>
              <ac:spMk id="13" creationId="{00000000-0000-0000-0000-000000000000}"/>
            </ac:spMkLst>
          </pc:spChg>
          <pc:spChg chg="mod">
            <ac:chgData name="Daphne Economou" userId="d065a339-36cf-4937-af08-41751becbd81" providerId="ADAL" clId="{0D7CC77E-0068-4E2C-B79A-76849F2F2A81}" dt="2024-09-22T11:12:48.740" v="1651"/>
            <ac:spMkLst>
              <pc:docMk/>
              <pc:sldMasterMk cId="0" sldId="2147483768"/>
              <pc:sldLayoutMk cId="0" sldId="2147483777"/>
              <ac:spMk id="15" creationId="{00000000-0000-0000-0000-000000000000}"/>
            </ac:spMkLst>
          </pc:spChg>
        </pc:sldLayoutChg>
        <pc:sldLayoutChg chg="modSp mod">
          <pc:chgData name="Daphne Economou" userId="d065a339-36cf-4937-af08-41751becbd81" providerId="ADAL" clId="{0D7CC77E-0068-4E2C-B79A-76849F2F2A81}" dt="2024-09-22T11:14:28.386" v="1673" actId="20577"/>
          <pc:sldLayoutMkLst>
            <pc:docMk/>
            <pc:sldMasterMk cId="0" sldId="2147483768"/>
            <pc:sldLayoutMk cId="0" sldId="2147483778"/>
          </pc:sldLayoutMkLst>
          <pc:spChg chg="mod">
            <ac:chgData name="Daphne Economou" userId="d065a339-36cf-4937-af08-41751becbd81" providerId="ADAL" clId="{0D7CC77E-0068-4E2C-B79A-76849F2F2A81}" dt="2024-09-22T11:12:52.077" v="1652"/>
            <ac:spMkLst>
              <pc:docMk/>
              <pc:sldMasterMk cId="0" sldId="2147483768"/>
              <pc:sldLayoutMk cId="0" sldId="2147483778"/>
              <ac:spMk id="7" creationId="{00000000-0000-0000-0000-000000000000}"/>
            </ac:spMkLst>
          </pc:spChg>
          <pc:spChg chg="mod">
            <ac:chgData name="Daphne Economou" userId="d065a339-36cf-4937-af08-41751becbd81" providerId="ADAL" clId="{0D7CC77E-0068-4E2C-B79A-76849F2F2A81}" dt="2024-09-22T11:14:28.386" v="1673" actId="20577"/>
            <ac:spMkLst>
              <pc:docMk/>
              <pc:sldMasterMk cId="0" sldId="2147483768"/>
              <pc:sldLayoutMk cId="0" sldId="2147483778"/>
              <ac:spMk id="9" creationId="{00000000-0000-0000-0000-000000000000}"/>
            </ac:spMkLst>
          </pc:spChg>
        </pc:sldLayoutChg>
        <pc:sldLayoutChg chg="modSp mod">
          <pc:chgData name="Daphne Economou" userId="d065a339-36cf-4937-af08-41751becbd81" providerId="ADAL" clId="{0D7CC77E-0068-4E2C-B79A-76849F2F2A81}" dt="2024-09-22T11:14:34.520" v="1675" actId="20577"/>
          <pc:sldLayoutMkLst>
            <pc:docMk/>
            <pc:sldMasterMk cId="0" sldId="2147483768"/>
            <pc:sldLayoutMk cId="0" sldId="2147483779"/>
          </pc:sldLayoutMkLst>
          <pc:spChg chg="mod">
            <ac:chgData name="Daphne Economou" userId="d065a339-36cf-4937-af08-41751becbd81" providerId="ADAL" clId="{0D7CC77E-0068-4E2C-B79A-76849F2F2A81}" dt="2024-09-22T11:14:34.520" v="1675" actId="20577"/>
            <ac:spMkLst>
              <pc:docMk/>
              <pc:sldMasterMk cId="0" sldId="2147483768"/>
              <pc:sldLayoutMk cId="0" sldId="2147483779"/>
              <ac:spMk id="6" creationId="{00000000-0000-0000-0000-000000000000}"/>
            </ac:spMkLst>
          </pc:spChg>
          <pc:spChg chg="mod">
            <ac:chgData name="Daphne Economou" userId="d065a339-36cf-4937-af08-41751becbd81" providerId="ADAL" clId="{0D7CC77E-0068-4E2C-B79A-76849F2F2A81}" dt="2024-09-22T11:12:56.322" v="1653"/>
            <ac:spMkLst>
              <pc:docMk/>
              <pc:sldMasterMk cId="0" sldId="2147483768"/>
              <pc:sldLayoutMk cId="0" sldId="2147483779"/>
              <ac:spMk id="10" creationId="{00000000-0000-0000-0000-000000000000}"/>
            </ac:spMkLst>
          </pc:spChg>
        </pc:sldLayoutChg>
      </pc:sldMasterChg>
    </pc:docChg>
  </pc:docChgLst>
  <pc:docChgLst>
    <pc:chgData name="Daphne Economou" userId="d065a339-36cf-4937-af08-41751becbd81" providerId="ADAL" clId="{33A52B97-CC74-4D45-A74F-9E10BE5B97F7}"/>
    <pc:docChg chg="undo custSel addSld delSld modSld sldOrd">
      <pc:chgData name="Daphne Economou" userId="d065a339-36cf-4937-af08-41751becbd81" providerId="ADAL" clId="{33A52B97-CC74-4D45-A74F-9E10BE5B97F7}" dt="2023-09-11T22:15:11.197" v="668"/>
      <pc:docMkLst>
        <pc:docMk/>
      </pc:docMkLst>
      <pc:sldChg chg="addSp delSp modSp mod ord">
        <pc:chgData name="Daphne Economou" userId="d065a339-36cf-4937-af08-41751becbd81" providerId="ADAL" clId="{33A52B97-CC74-4D45-A74F-9E10BE5B97F7}" dt="2023-09-11T22:15:11.197" v="668"/>
        <pc:sldMkLst>
          <pc:docMk/>
          <pc:sldMk cId="0" sldId="311"/>
        </pc:sldMkLst>
        <pc:spChg chg="add del mod">
          <ac:chgData name="Daphne Economou" userId="d065a339-36cf-4937-af08-41751becbd81" providerId="ADAL" clId="{33A52B97-CC74-4D45-A74F-9E10BE5B97F7}" dt="2023-09-11T22:15:08.142" v="666" actId="478"/>
          <ac:spMkLst>
            <pc:docMk/>
            <pc:sldMk cId="0" sldId="311"/>
            <ac:spMk id="6" creationId="{667C7F26-11FD-12BF-EEE9-6A84175157C9}"/>
          </ac:spMkLst>
        </pc:spChg>
        <pc:spChg chg="mod">
          <ac:chgData name="Daphne Economou" userId="d065a339-36cf-4937-af08-41751becbd81" providerId="ADAL" clId="{33A52B97-CC74-4D45-A74F-9E10BE5B97F7}" dt="2023-09-11T18:54:55.240" v="535" actId="27636"/>
          <ac:spMkLst>
            <pc:docMk/>
            <pc:sldMk cId="0" sldId="311"/>
            <ac:spMk id="116739" creationId="{00000000-0000-0000-0000-000000000000}"/>
          </ac:spMkLst>
        </pc:spChg>
        <pc:picChg chg="add del mod">
          <ac:chgData name="Daphne Economou" userId="d065a339-36cf-4937-af08-41751becbd81" providerId="ADAL" clId="{33A52B97-CC74-4D45-A74F-9E10BE5B97F7}" dt="2023-09-11T22:15:09.836" v="667" actId="478"/>
          <ac:picMkLst>
            <pc:docMk/>
            <pc:sldMk cId="0" sldId="311"/>
            <ac:picMk id="5" creationId="{678CCC02-1C89-E30D-9A58-040E968DAD2A}"/>
          </ac:picMkLst>
        </pc:picChg>
        <pc:picChg chg="add mod">
          <ac:chgData name="Daphne Economou" userId="d065a339-36cf-4937-af08-41751becbd81" providerId="ADAL" clId="{33A52B97-CC74-4D45-A74F-9E10BE5B97F7}" dt="2023-09-11T22:15:11.197" v="668"/>
          <ac:picMkLst>
            <pc:docMk/>
            <pc:sldMk cId="0" sldId="311"/>
            <ac:picMk id="7" creationId="{64F8FE44-92F5-724C-6F37-3A3D9A3E8B16}"/>
          </ac:picMkLst>
        </pc:picChg>
      </pc:sldChg>
      <pc:sldChg chg="addSp delSp modSp del mod">
        <pc:chgData name="Daphne Economou" userId="d065a339-36cf-4937-af08-41751becbd81" providerId="ADAL" clId="{33A52B97-CC74-4D45-A74F-9E10BE5B97F7}" dt="2023-09-11T18:44:42.480" v="341" actId="47"/>
        <pc:sldMkLst>
          <pc:docMk/>
          <pc:sldMk cId="0" sldId="384"/>
        </pc:sldMkLst>
        <pc:spChg chg="mod">
          <ac:chgData name="Daphne Economou" userId="d065a339-36cf-4937-af08-41751becbd81" providerId="ADAL" clId="{33A52B97-CC74-4D45-A74F-9E10BE5B97F7}" dt="2023-09-11T18:39:35.504" v="265" actId="20577"/>
          <ac:spMkLst>
            <pc:docMk/>
            <pc:sldMk cId="0" sldId="384"/>
            <ac:spMk id="112642" creationId="{00000000-0000-0000-0000-000000000000}"/>
          </ac:spMkLst>
        </pc:spChg>
        <pc:graphicFrameChg chg="add del mod modGraphic">
          <ac:chgData name="Daphne Economou" userId="d065a339-36cf-4937-af08-41751becbd81" providerId="ADAL" clId="{33A52B97-CC74-4D45-A74F-9E10BE5B97F7}" dt="2023-09-11T18:40:48.117" v="269" actId="478"/>
          <ac:graphicFrameMkLst>
            <pc:docMk/>
            <pc:sldMk cId="0" sldId="384"/>
            <ac:graphicFrameMk id="3" creationId="{E9264C62-D260-CAB5-36F0-0F70253338D4}"/>
          </ac:graphicFrameMkLst>
        </pc:graphicFrameChg>
      </pc:sldChg>
      <pc:sldChg chg="modSp mod">
        <pc:chgData name="Daphne Economou" userId="d065a339-36cf-4937-af08-41751becbd81" providerId="ADAL" clId="{33A52B97-CC74-4D45-A74F-9E10BE5B97F7}" dt="2023-09-11T22:08:52.604" v="602" actId="20577"/>
        <pc:sldMkLst>
          <pc:docMk/>
          <pc:sldMk cId="3995149150" sldId="388"/>
        </pc:sldMkLst>
        <pc:spChg chg="mod">
          <ac:chgData name="Daphne Economou" userId="d065a339-36cf-4937-af08-41751becbd81" providerId="ADAL" clId="{33A52B97-CC74-4D45-A74F-9E10BE5B97F7}" dt="2023-09-11T22:08:52.604" v="602" actId="20577"/>
          <ac:spMkLst>
            <pc:docMk/>
            <pc:sldMk cId="3995149150" sldId="388"/>
            <ac:spMk id="3" creationId="{00000000-0000-0000-0000-000000000000}"/>
          </ac:spMkLst>
        </pc:spChg>
      </pc:sldChg>
      <pc:sldChg chg="modSp del mod">
        <pc:chgData name="Daphne Economou" userId="d065a339-36cf-4937-af08-41751becbd81" providerId="ADAL" clId="{33A52B97-CC74-4D45-A74F-9E10BE5B97F7}" dt="2023-09-11T18:48:39.676" v="450" actId="47"/>
        <pc:sldMkLst>
          <pc:docMk/>
          <pc:sldMk cId="2313196888" sldId="415"/>
        </pc:sldMkLst>
        <pc:spChg chg="mod">
          <ac:chgData name="Daphne Economou" userId="d065a339-36cf-4937-af08-41751becbd81" providerId="ADAL" clId="{33A52B97-CC74-4D45-A74F-9E10BE5B97F7}" dt="2023-09-11T17:52:08.293" v="250" actId="27636"/>
          <ac:spMkLst>
            <pc:docMk/>
            <pc:sldMk cId="2313196888" sldId="415"/>
            <ac:spMk id="3" creationId="{0E6E2E5B-5FFD-427B-8550-10E75A576AF2}"/>
          </ac:spMkLst>
        </pc:spChg>
        <pc:picChg chg="mod">
          <ac:chgData name="Daphne Economou" userId="d065a339-36cf-4937-af08-41751becbd81" providerId="ADAL" clId="{33A52B97-CC74-4D45-A74F-9E10BE5B97F7}" dt="2023-09-11T17:48:49.555" v="114" actId="1076"/>
          <ac:picMkLst>
            <pc:docMk/>
            <pc:sldMk cId="2313196888" sldId="415"/>
            <ac:picMk id="7" creationId="{2CC7B485-6224-47A8-B40B-0D96C0440733}"/>
          </ac:picMkLst>
        </pc:picChg>
      </pc:sldChg>
      <pc:sldChg chg="addSp delSp modSp mod">
        <pc:chgData name="Daphne Economou" userId="d065a339-36cf-4937-af08-41751becbd81" providerId="ADAL" clId="{33A52B97-CC74-4D45-A74F-9E10BE5B97F7}" dt="2023-09-11T22:10:01.943" v="608" actId="14100"/>
        <pc:sldMkLst>
          <pc:docMk/>
          <pc:sldMk cId="3965713290" sldId="417"/>
        </pc:sldMkLst>
        <pc:spChg chg="mod">
          <ac:chgData name="Daphne Economou" userId="d065a339-36cf-4937-af08-41751becbd81" providerId="ADAL" clId="{33A52B97-CC74-4D45-A74F-9E10BE5B97F7}" dt="2023-09-11T18:46:07.755" v="377" actId="20577"/>
          <ac:spMkLst>
            <pc:docMk/>
            <pc:sldMk cId="3965713290" sldId="417"/>
            <ac:spMk id="2" creationId="{AF886E24-03D3-44A7-9683-7EAD69AD1871}"/>
          </ac:spMkLst>
        </pc:spChg>
        <pc:spChg chg="mod">
          <ac:chgData name="Daphne Economou" userId="d065a339-36cf-4937-af08-41751becbd81" providerId="ADAL" clId="{33A52B97-CC74-4D45-A74F-9E10BE5B97F7}" dt="2023-09-11T18:47:57.574" v="443" actId="20577"/>
          <ac:spMkLst>
            <pc:docMk/>
            <pc:sldMk cId="3965713290" sldId="417"/>
            <ac:spMk id="3" creationId="{0E6E2E5B-5FFD-427B-8550-10E75A576AF2}"/>
          </ac:spMkLst>
        </pc:spChg>
        <pc:spChg chg="add del mod">
          <ac:chgData name="Daphne Economou" userId="d065a339-36cf-4937-af08-41751becbd81" providerId="ADAL" clId="{33A52B97-CC74-4D45-A74F-9E10BE5B97F7}" dt="2023-09-11T19:37:07.784" v="554" actId="478"/>
          <ac:spMkLst>
            <pc:docMk/>
            <pc:sldMk cId="3965713290" sldId="417"/>
            <ac:spMk id="6" creationId="{27E1559B-6D20-459B-DF86-E028F58FE762}"/>
          </ac:spMkLst>
        </pc:spChg>
        <pc:picChg chg="add mod">
          <ac:chgData name="Daphne Economou" userId="d065a339-36cf-4937-af08-41751becbd81" providerId="ADAL" clId="{33A52B97-CC74-4D45-A74F-9E10BE5B97F7}" dt="2023-09-11T18:48:35.132" v="449" actId="1076"/>
          <ac:picMkLst>
            <pc:docMk/>
            <pc:sldMk cId="3965713290" sldId="417"/>
            <ac:picMk id="4" creationId="{B1C15BA4-0E1E-99FD-0650-D2020BFE821A}"/>
          </ac:picMkLst>
        </pc:picChg>
        <pc:picChg chg="add del mod">
          <ac:chgData name="Daphne Economou" userId="d065a339-36cf-4937-af08-41751becbd81" providerId="ADAL" clId="{33A52B97-CC74-4D45-A74F-9E10BE5B97F7}" dt="2023-09-11T19:37:05.658" v="553" actId="478"/>
          <ac:picMkLst>
            <pc:docMk/>
            <pc:sldMk cId="3965713290" sldId="417"/>
            <ac:picMk id="5" creationId="{E9D119BD-3FFE-195F-2C3C-D2D93FB9A692}"/>
          </ac:picMkLst>
        </pc:picChg>
        <pc:picChg chg="mod ord">
          <ac:chgData name="Daphne Economou" userId="d065a339-36cf-4937-af08-41751becbd81" providerId="ADAL" clId="{33A52B97-CC74-4D45-A74F-9E10BE5B97F7}" dt="2023-09-11T18:48:33.340" v="448" actId="1076"/>
          <ac:picMkLst>
            <pc:docMk/>
            <pc:sldMk cId="3965713290" sldId="417"/>
            <ac:picMk id="8" creationId="{34EC36EE-196C-4DA5-A9EC-04604D7DD108}"/>
          </ac:picMkLst>
        </pc:picChg>
        <pc:picChg chg="add mod ord">
          <ac:chgData name="Daphne Economou" userId="d065a339-36cf-4937-af08-41751becbd81" providerId="ADAL" clId="{33A52B97-CC74-4D45-A74F-9E10BE5B97F7}" dt="2023-09-11T22:10:01.943" v="608" actId="14100"/>
          <ac:picMkLst>
            <pc:docMk/>
            <pc:sldMk cId="3965713290" sldId="417"/>
            <ac:picMk id="12" creationId="{54422CBC-85E7-97CE-D9FE-3A373FB8C109}"/>
          </ac:picMkLst>
        </pc:picChg>
        <pc:picChg chg="add del mod">
          <ac:chgData name="Daphne Economou" userId="d065a339-36cf-4937-af08-41751becbd81" providerId="ADAL" clId="{33A52B97-CC74-4D45-A74F-9E10BE5B97F7}" dt="2023-09-11T19:44:17.468" v="596" actId="478"/>
          <ac:picMkLst>
            <pc:docMk/>
            <pc:sldMk cId="3965713290" sldId="417"/>
            <ac:picMk id="14" creationId="{CCC1A084-9E59-F6A8-E473-A47BC22DF6CB}"/>
          </ac:picMkLst>
        </pc:picChg>
      </pc:sldChg>
      <pc:sldChg chg="addSp delSp modSp mod">
        <pc:chgData name="Daphne Economou" userId="d065a339-36cf-4937-af08-41751becbd81" providerId="ADAL" clId="{33A52B97-CC74-4D45-A74F-9E10BE5B97F7}" dt="2023-09-11T22:12:42.773" v="643" actId="478"/>
        <pc:sldMkLst>
          <pc:docMk/>
          <pc:sldMk cId="1398551097" sldId="418"/>
        </pc:sldMkLst>
        <pc:spChg chg="mod">
          <ac:chgData name="Daphne Economou" userId="d065a339-36cf-4937-af08-41751becbd81" providerId="ADAL" clId="{33A52B97-CC74-4D45-A74F-9E10BE5B97F7}" dt="2023-09-11T18:49:16.766" v="459" actId="20577"/>
          <ac:spMkLst>
            <pc:docMk/>
            <pc:sldMk cId="1398551097" sldId="418"/>
            <ac:spMk id="2" creationId="{AF886E24-03D3-44A7-9683-7EAD69AD1871}"/>
          </ac:spMkLst>
        </pc:spChg>
        <pc:spChg chg="mod">
          <ac:chgData name="Daphne Economou" userId="d065a339-36cf-4937-af08-41751becbd81" providerId="ADAL" clId="{33A52B97-CC74-4D45-A74F-9E10BE5B97F7}" dt="2023-09-11T17:51:38.936" v="239" actId="20577"/>
          <ac:spMkLst>
            <pc:docMk/>
            <pc:sldMk cId="1398551097" sldId="418"/>
            <ac:spMk id="3" creationId="{0E6E2E5B-5FFD-427B-8550-10E75A576AF2}"/>
          </ac:spMkLst>
        </pc:spChg>
        <pc:spChg chg="add del mod">
          <ac:chgData name="Daphne Economou" userId="d065a339-36cf-4937-af08-41751becbd81" providerId="ADAL" clId="{33A52B97-CC74-4D45-A74F-9E10BE5B97F7}" dt="2023-09-11T19:43:58.401" v="589" actId="478"/>
          <ac:spMkLst>
            <pc:docMk/>
            <pc:sldMk cId="1398551097" sldId="418"/>
            <ac:spMk id="5" creationId="{3CF29E48-948B-95B3-6EE6-41CA26452FCF}"/>
          </ac:spMkLst>
        </pc:spChg>
        <pc:picChg chg="add del mod">
          <ac:chgData name="Daphne Economou" userId="d065a339-36cf-4937-af08-41751becbd81" providerId="ADAL" clId="{33A52B97-CC74-4D45-A74F-9E10BE5B97F7}" dt="2023-09-11T19:43:58.854" v="590" actId="478"/>
          <ac:picMkLst>
            <pc:docMk/>
            <pc:sldMk cId="1398551097" sldId="418"/>
            <ac:picMk id="4" creationId="{EA3431DC-731F-5E0B-5634-A0E75261BF65}"/>
          </ac:picMkLst>
        </pc:picChg>
        <pc:picChg chg="add mod ord">
          <ac:chgData name="Daphne Economou" userId="d065a339-36cf-4937-af08-41751becbd81" providerId="ADAL" clId="{33A52B97-CC74-4D45-A74F-9E10BE5B97F7}" dt="2023-09-11T22:12:40.112" v="642" actId="167"/>
          <ac:picMkLst>
            <pc:docMk/>
            <pc:sldMk cId="1398551097" sldId="418"/>
            <ac:picMk id="7" creationId="{4DD1B042-9D63-E3F7-AD32-8BE4FD4D9EBF}"/>
          </ac:picMkLst>
        </pc:picChg>
        <pc:picChg chg="add del mod ord">
          <ac:chgData name="Daphne Economou" userId="d065a339-36cf-4937-af08-41751becbd81" providerId="ADAL" clId="{33A52B97-CC74-4D45-A74F-9E10BE5B97F7}" dt="2023-09-11T22:12:42.773" v="643" actId="478"/>
          <ac:picMkLst>
            <pc:docMk/>
            <pc:sldMk cId="1398551097" sldId="418"/>
            <ac:picMk id="8" creationId="{41AB560C-9D52-8CB3-B39C-52A9B4CB5C73}"/>
          </ac:picMkLst>
        </pc:picChg>
        <pc:picChg chg="mod">
          <ac:chgData name="Daphne Economou" userId="d065a339-36cf-4937-af08-41751becbd81" providerId="ADAL" clId="{33A52B97-CC74-4D45-A74F-9E10BE5B97F7}" dt="2023-09-11T17:49:58.147" v="210" actId="1076"/>
          <ac:picMkLst>
            <pc:docMk/>
            <pc:sldMk cId="1398551097" sldId="418"/>
            <ac:picMk id="9" creationId="{7E03033F-C6FD-4C41-8DAA-0BED6BD024B0}"/>
          </ac:picMkLst>
        </pc:picChg>
      </pc:sldChg>
      <pc:sldChg chg="addSp delSp modSp mod ord">
        <pc:chgData name="Daphne Economou" userId="d065a339-36cf-4937-af08-41751becbd81" providerId="ADAL" clId="{33A52B97-CC74-4D45-A74F-9E10BE5B97F7}" dt="2023-09-11T22:11:35.022" v="631" actId="478"/>
        <pc:sldMkLst>
          <pc:docMk/>
          <pc:sldMk cId="2010880983" sldId="419"/>
        </pc:sldMkLst>
        <pc:spChg chg="add del mod">
          <ac:chgData name="Daphne Economou" userId="d065a339-36cf-4937-af08-41751becbd81" providerId="ADAL" clId="{33A52B97-CC74-4D45-A74F-9E10BE5B97F7}" dt="2023-09-11T19:42:33.020" v="583" actId="478"/>
          <ac:spMkLst>
            <pc:docMk/>
            <pc:sldMk cId="2010880983" sldId="419"/>
            <ac:spMk id="5" creationId="{5D190959-842E-5B5C-F1AA-D8364E1CC792}"/>
          </ac:spMkLst>
        </pc:spChg>
        <pc:picChg chg="add del mod">
          <ac:chgData name="Daphne Economou" userId="d065a339-36cf-4937-af08-41751becbd81" providerId="ADAL" clId="{33A52B97-CC74-4D45-A74F-9E10BE5B97F7}" dt="2023-09-11T19:42:33.503" v="584" actId="478"/>
          <ac:picMkLst>
            <pc:docMk/>
            <pc:sldMk cId="2010880983" sldId="419"/>
            <ac:picMk id="4" creationId="{C4C60422-C8DF-73F4-E5F8-B0A1924D7AD1}"/>
          </ac:picMkLst>
        </pc:picChg>
        <pc:picChg chg="add mod ord">
          <ac:chgData name="Daphne Economou" userId="d065a339-36cf-4937-af08-41751becbd81" providerId="ADAL" clId="{33A52B97-CC74-4D45-A74F-9E10BE5B97F7}" dt="2023-09-11T22:11:32.208" v="630" actId="167"/>
          <ac:picMkLst>
            <pc:docMk/>
            <pc:sldMk cId="2010880983" sldId="419"/>
            <ac:picMk id="7" creationId="{105F9357-76BD-BEC9-07D6-3A4C759BF2F5}"/>
          </ac:picMkLst>
        </pc:picChg>
        <pc:picChg chg="add del mod ord">
          <ac:chgData name="Daphne Economou" userId="d065a339-36cf-4937-af08-41751becbd81" providerId="ADAL" clId="{33A52B97-CC74-4D45-A74F-9E10BE5B97F7}" dt="2023-09-11T22:11:35.022" v="631" actId="478"/>
          <ac:picMkLst>
            <pc:docMk/>
            <pc:sldMk cId="2010880983" sldId="419"/>
            <ac:picMk id="9" creationId="{D485033D-6242-FF9C-F665-B04FE1111807}"/>
          </ac:picMkLst>
        </pc:picChg>
      </pc:sldChg>
      <pc:sldChg chg="addSp delSp modSp mod ord">
        <pc:chgData name="Daphne Economou" userId="d065a339-36cf-4937-af08-41751becbd81" providerId="ADAL" clId="{33A52B97-CC74-4D45-A74F-9E10BE5B97F7}" dt="2023-09-11T22:11:08.359" v="624" actId="478"/>
        <pc:sldMkLst>
          <pc:docMk/>
          <pc:sldMk cId="103301357" sldId="421"/>
        </pc:sldMkLst>
        <pc:spChg chg="add del mod">
          <ac:chgData name="Daphne Economou" userId="d065a339-36cf-4937-af08-41751becbd81" providerId="ADAL" clId="{33A52B97-CC74-4D45-A74F-9E10BE5B97F7}" dt="2023-09-11T19:39:55.188" v="568" actId="478"/>
          <ac:spMkLst>
            <pc:docMk/>
            <pc:sldMk cId="103301357" sldId="421"/>
            <ac:spMk id="5" creationId="{3DD2E6D0-7CB7-36A0-5A1D-7824C71963A7}"/>
          </ac:spMkLst>
        </pc:spChg>
        <pc:spChg chg="mod">
          <ac:chgData name="Daphne Economou" userId="d065a339-36cf-4937-af08-41751becbd81" providerId="ADAL" clId="{33A52B97-CC74-4D45-A74F-9E10BE5B97F7}" dt="2023-09-11T18:53:59.908" v="524" actId="20577"/>
          <ac:spMkLst>
            <pc:docMk/>
            <pc:sldMk cId="103301357" sldId="421"/>
            <ac:spMk id="10" creationId="{C2472A56-B4DF-4D69-9E3D-B8DA444B0D4B}"/>
          </ac:spMkLst>
        </pc:spChg>
        <pc:picChg chg="add del mod">
          <ac:chgData name="Daphne Economou" userId="d065a339-36cf-4937-af08-41751becbd81" providerId="ADAL" clId="{33A52B97-CC74-4D45-A74F-9E10BE5B97F7}" dt="2023-09-11T18:53:37.481" v="515" actId="478"/>
          <ac:picMkLst>
            <pc:docMk/>
            <pc:sldMk cId="103301357" sldId="421"/>
            <ac:picMk id="4" creationId="{EF9727FC-6F67-70B5-2351-D24AB8F05EC6}"/>
          </ac:picMkLst>
        </pc:picChg>
        <pc:picChg chg="add del mod ord">
          <ac:chgData name="Daphne Economou" userId="d065a339-36cf-4937-af08-41751becbd81" providerId="ADAL" clId="{33A52B97-CC74-4D45-A74F-9E10BE5B97F7}" dt="2023-09-11T19:39:55.714" v="569" actId="478"/>
          <ac:picMkLst>
            <pc:docMk/>
            <pc:sldMk cId="103301357" sldId="421"/>
            <ac:picMk id="6" creationId="{92370AF0-DA2A-3891-991F-B2B7E4E59F3D}"/>
          </ac:picMkLst>
        </pc:picChg>
        <pc:picChg chg="mod">
          <ac:chgData name="Daphne Economou" userId="d065a339-36cf-4937-af08-41751becbd81" providerId="ADAL" clId="{33A52B97-CC74-4D45-A74F-9E10BE5B97F7}" dt="2023-09-11T18:53:52.110" v="522" actId="1076"/>
          <ac:picMkLst>
            <pc:docMk/>
            <pc:sldMk cId="103301357" sldId="421"/>
            <ac:picMk id="8" creationId="{BA917FC8-2D4B-4BF0-A1B0-A9100B124CFC}"/>
          </ac:picMkLst>
        </pc:picChg>
        <pc:picChg chg="add mod ord">
          <ac:chgData name="Daphne Economou" userId="d065a339-36cf-4937-af08-41751becbd81" providerId="ADAL" clId="{33A52B97-CC74-4D45-A74F-9E10BE5B97F7}" dt="2023-09-11T22:11:05.893" v="623" actId="167"/>
          <ac:picMkLst>
            <pc:docMk/>
            <pc:sldMk cId="103301357" sldId="421"/>
            <ac:picMk id="9" creationId="{5AF9916B-C5F9-937A-C0CE-8EDB85A0BA5E}"/>
          </ac:picMkLst>
        </pc:picChg>
        <pc:picChg chg="add del mod ord">
          <ac:chgData name="Daphne Economou" userId="d065a339-36cf-4937-af08-41751becbd81" providerId="ADAL" clId="{33A52B97-CC74-4D45-A74F-9E10BE5B97F7}" dt="2023-09-11T22:11:08.359" v="624" actId="478"/>
          <ac:picMkLst>
            <pc:docMk/>
            <pc:sldMk cId="103301357" sldId="421"/>
            <ac:picMk id="14" creationId="{7B3BB8E1-CA43-9611-0279-0840984FB31E}"/>
          </ac:picMkLst>
        </pc:picChg>
      </pc:sldChg>
      <pc:sldChg chg="modSp mod">
        <pc:chgData name="Daphne Economou" userId="d065a339-36cf-4937-af08-41751becbd81" providerId="ADAL" clId="{33A52B97-CC74-4D45-A74F-9E10BE5B97F7}" dt="2023-09-11T17:37:38.276" v="12" actId="20577"/>
        <pc:sldMkLst>
          <pc:docMk/>
          <pc:sldMk cId="2232883847" sldId="443"/>
        </pc:sldMkLst>
        <pc:spChg chg="mod">
          <ac:chgData name="Daphne Economou" userId="d065a339-36cf-4937-af08-41751becbd81" providerId="ADAL" clId="{33A52B97-CC74-4D45-A74F-9E10BE5B97F7}" dt="2023-09-11T17:37:38.276" v="12" actId="20577"/>
          <ac:spMkLst>
            <pc:docMk/>
            <pc:sldMk cId="2232883847" sldId="443"/>
            <ac:spMk id="122883" creationId="{00000000-0000-0000-0000-000000000000}"/>
          </ac:spMkLst>
        </pc:spChg>
      </pc:sldChg>
      <pc:sldChg chg="addSp delSp modSp add mod setBg">
        <pc:chgData name="Daphne Economou" userId="d065a339-36cf-4937-af08-41751becbd81" providerId="ADAL" clId="{33A52B97-CC74-4D45-A74F-9E10BE5B97F7}" dt="2023-09-11T19:33:19.757" v="552" actId="1076"/>
        <pc:sldMkLst>
          <pc:docMk/>
          <pc:sldMk cId="88882051" sldId="449"/>
        </pc:sldMkLst>
        <pc:spChg chg="add del mod">
          <ac:chgData name="Daphne Economou" userId="d065a339-36cf-4937-af08-41751becbd81" providerId="ADAL" clId="{33A52B97-CC74-4D45-A74F-9E10BE5B97F7}" dt="2023-09-11T18:41:56.624" v="330" actId="478"/>
          <ac:spMkLst>
            <pc:docMk/>
            <pc:sldMk cId="88882051" sldId="449"/>
            <ac:spMk id="5" creationId="{B7B494BE-8B64-C1BD-292A-B397C304E79B}"/>
          </ac:spMkLst>
        </pc:spChg>
        <pc:spChg chg="del">
          <ac:chgData name="Daphne Economou" userId="d065a339-36cf-4937-af08-41751becbd81" providerId="ADAL" clId="{33A52B97-CC74-4D45-A74F-9E10BE5B97F7}" dt="2023-09-11T18:40:53.906" v="270" actId="478"/>
          <ac:spMkLst>
            <pc:docMk/>
            <pc:sldMk cId="88882051" sldId="449"/>
            <ac:spMk id="9" creationId="{6FFC8F14-1A01-46A9-BCF4-A4B25F21B2DE}"/>
          </ac:spMkLst>
        </pc:spChg>
        <pc:spChg chg="add del">
          <ac:chgData name="Daphne Economou" userId="d065a339-36cf-4937-af08-41751becbd81" providerId="ADAL" clId="{33A52B97-CC74-4D45-A74F-9E10BE5B97F7}" dt="2023-09-11T18:43:37.239" v="337" actId="478"/>
          <ac:spMkLst>
            <pc:docMk/>
            <pc:sldMk cId="88882051" sldId="449"/>
            <ac:spMk id="12" creationId="{DF32185B-2D5D-4B78-BEF6-7662D2EDC8E3}"/>
          </ac:spMkLst>
        </pc:spChg>
        <pc:spChg chg="add del mod">
          <ac:chgData name="Daphne Economou" userId="d065a339-36cf-4937-af08-41751becbd81" providerId="ADAL" clId="{33A52B97-CC74-4D45-A74F-9E10BE5B97F7}" dt="2023-09-11T18:43:38.883" v="338" actId="478"/>
          <ac:spMkLst>
            <pc:docMk/>
            <pc:sldMk cId="88882051" sldId="449"/>
            <ac:spMk id="13" creationId="{B209821B-1404-43F4-FDA6-1A5C273597DD}"/>
          </ac:spMkLst>
        </pc:spChg>
        <pc:graphicFrameChg chg="del">
          <ac:chgData name="Daphne Economou" userId="d065a339-36cf-4937-af08-41751becbd81" providerId="ADAL" clId="{33A52B97-CC74-4D45-A74F-9E10BE5B97F7}" dt="2023-09-11T18:40:57.567" v="271" actId="478"/>
          <ac:graphicFrameMkLst>
            <pc:docMk/>
            <pc:sldMk cId="88882051" sldId="449"/>
            <ac:graphicFrameMk id="2" creationId="{CBCBD1A8-15D2-4852-B13B-B7A4AAB55C2F}"/>
          </ac:graphicFrameMkLst>
        </pc:graphicFrameChg>
        <pc:graphicFrameChg chg="del mod">
          <ac:chgData name="Daphne Economou" userId="d065a339-36cf-4937-af08-41751becbd81" providerId="ADAL" clId="{33A52B97-CC74-4D45-A74F-9E10BE5B97F7}" dt="2023-09-11T18:42:00.627" v="331" actId="478"/>
          <ac:graphicFrameMkLst>
            <pc:docMk/>
            <pc:sldMk cId="88882051" sldId="449"/>
            <ac:graphicFrameMk id="3" creationId="{E9264C62-D260-CAB5-36F0-0F70253338D4}"/>
          </ac:graphicFrameMkLst>
        </pc:graphicFrameChg>
        <pc:picChg chg="add del mod">
          <ac:chgData name="Daphne Economou" userId="d065a339-36cf-4937-af08-41751becbd81" providerId="ADAL" clId="{33A52B97-CC74-4D45-A74F-9E10BE5B97F7}" dt="2023-09-11T19:20:58.608" v="541" actId="478"/>
          <ac:picMkLst>
            <pc:docMk/>
            <pc:sldMk cId="88882051" sldId="449"/>
            <ac:picMk id="7" creationId="{5B2B5F0E-6594-B967-FD3F-9D32444CCAF7}"/>
          </ac:picMkLst>
        </pc:picChg>
        <pc:picChg chg="add del mod">
          <ac:chgData name="Daphne Economou" userId="d065a339-36cf-4937-af08-41751becbd81" providerId="ADAL" clId="{33A52B97-CC74-4D45-A74F-9E10BE5B97F7}" dt="2023-09-11T19:33:01.114" v="547" actId="478"/>
          <ac:picMkLst>
            <pc:docMk/>
            <pc:sldMk cId="88882051" sldId="449"/>
            <ac:picMk id="16" creationId="{AA9F4017-F9F8-EFF5-5F29-66BB4BC7B2A0}"/>
          </ac:picMkLst>
        </pc:picChg>
        <pc:picChg chg="add mod ord">
          <ac:chgData name="Daphne Economou" userId="d065a339-36cf-4937-af08-41751becbd81" providerId="ADAL" clId="{33A52B97-CC74-4D45-A74F-9E10BE5B97F7}" dt="2023-09-11T19:33:19.757" v="552" actId="1076"/>
          <ac:picMkLst>
            <pc:docMk/>
            <pc:sldMk cId="88882051" sldId="449"/>
            <ac:picMk id="18" creationId="{89C127D7-7A1E-631E-0492-14A8F87F50FA}"/>
          </ac:picMkLst>
        </pc:picChg>
      </pc:sldChg>
      <pc:sldChg chg="addSp delSp modSp add mod ord">
        <pc:chgData name="Daphne Economou" userId="d065a339-36cf-4937-af08-41751becbd81" providerId="ADAL" clId="{33A52B97-CC74-4D45-A74F-9E10BE5B97F7}" dt="2023-09-11T22:14:48.414" v="665" actId="478"/>
        <pc:sldMkLst>
          <pc:docMk/>
          <pc:sldMk cId="3097270569" sldId="450"/>
        </pc:sldMkLst>
        <pc:spChg chg="del mod">
          <ac:chgData name="Daphne Economou" userId="d065a339-36cf-4937-af08-41751becbd81" providerId="ADAL" clId="{33A52B97-CC74-4D45-A74F-9E10BE5B97F7}" dt="2023-09-11T19:41:15.264" v="575" actId="478"/>
          <ac:spMkLst>
            <pc:docMk/>
            <pc:sldMk cId="3097270569" sldId="450"/>
            <ac:spMk id="5" creationId="{3DD2E6D0-7CB7-36A0-5A1D-7824C71963A7}"/>
          </ac:spMkLst>
        </pc:spChg>
        <pc:picChg chg="del">
          <ac:chgData name="Daphne Economou" userId="d065a339-36cf-4937-af08-41751becbd81" providerId="ADAL" clId="{33A52B97-CC74-4D45-A74F-9E10BE5B97F7}" dt="2023-09-11T19:41:14.365" v="574" actId="478"/>
          <ac:picMkLst>
            <pc:docMk/>
            <pc:sldMk cId="3097270569" sldId="450"/>
            <ac:picMk id="6" creationId="{92370AF0-DA2A-3891-991F-B2B7E4E59F3D}"/>
          </ac:picMkLst>
        </pc:picChg>
        <pc:picChg chg="add mod ord">
          <ac:chgData name="Daphne Economou" userId="d065a339-36cf-4937-af08-41751becbd81" providerId="ADAL" clId="{33A52B97-CC74-4D45-A74F-9E10BE5B97F7}" dt="2023-09-11T22:14:46.267" v="664" actId="167"/>
          <ac:picMkLst>
            <pc:docMk/>
            <pc:sldMk cId="3097270569" sldId="450"/>
            <ac:picMk id="7" creationId="{4C16AB48-1AFF-9FA6-8936-602EE1CD05F3}"/>
          </ac:picMkLst>
        </pc:picChg>
        <pc:picChg chg="add del mod ord">
          <ac:chgData name="Daphne Economou" userId="d065a339-36cf-4937-af08-41751becbd81" providerId="ADAL" clId="{33A52B97-CC74-4D45-A74F-9E10BE5B97F7}" dt="2023-09-11T22:13:25.873" v="653" actId="478"/>
          <ac:picMkLst>
            <pc:docMk/>
            <pc:sldMk cId="3097270569" sldId="450"/>
            <ac:picMk id="9" creationId="{D06A76AF-F734-569E-B5E1-6F1A53166BAF}"/>
          </ac:picMkLst>
        </pc:picChg>
        <pc:picChg chg="add del mod ord">
          <ac:chgData name="Daphne Economou" userId="d065a339-36cf-4937-af08-41751becbd81" providerId="ADAL" clId="{33A52B97-CC74-4D45-A74F-9E10BE5B97F7}" dt="2023-09-11T22:14:48.414" v="665" actId="478"/>
          <ac:picMkLst>
            <pc:docMk/>
            <pc:sldMk cId="3097270569" sldId="450"/>
            <ac:picMk id="14" creationId="{7F0E40E0-3F90-B40F-1A16-B748AC23A18D}"/>
          </ac:picMkLst>
        </pc:picChg>
      </pc:sldChg>
      <pc:sldChg chg="addSp delSp modSp add mod">
        <pc:chgData name="Daphne Economou" userId="d065a339-36cf-4937-af08-41751becbd81" providerId="ADAL" clId="{33A52B97-CC74-4D45-A74F-9E10BE5B97F7}" dt="2023-09-11T22:10:27.797" v="615" actId="478"/>
        <pc:sldMkLst>
          <pc:docMk/>
          <pc:sldMk cId="312953705" sldId="451"/>
        </pc:sldMkLst>
        <pc:picChg chg="add del mod ord">
          <ac:chgData name="Daphne Economou" userId="d065a339-36cf-4937-af08-41751becbd81" providerId="ADAL" clId="{33A52B97-CC74-4D45-A74F-9E10BE5B97F7}" dt="2023-09-11T22:10:27.797" v="615" actId="478"/>
          <ac:picMkLst>
            <pc:docMk/>
            <pc:sldMk cId="312953705" sldId="451"/>
            <ac:picMk id="5" creationId="{EDD88E7B-DCFA-F773-ACAA-FC4DD775EACB}"/>
          </ac:picMkLst>
        </pc:picChg>
        <pc:picChg chg="del">
          <ac:chgData name="Daphne Economou" userId="d065a339-36cf-4937-af08-41751becbd81" providerId="ADAL" clId="{33A52B97-CC74-4D45-A74F-9E10BE5B97F7}" dt="2023-09-11T19:44:29.397" v="599" actId="478"/>
          <ac:picMkLst>
            <pc:docMk/>
            <pc:sldMk cId="312953705" sldId="451"/>
            <ac:picMk id="12" creationId="{54422CBC-85E7-97CE-D9FE-3A373FB8C109}"/>
          </ac:picMkLst>
        </pc:picChg>
        <pc:picChg chg="mod ord">
          <ac:chgData name="Daphne Economou" userId="d065a339-36cf-4937-af08-41751becbd81" providerId="ADAL" clId="{33A52B97-CC74-4D45-A74F-9E10BE5B97F7}" dt="2023-09-11T22:10:24.658" v="614" actId="167"/>
          <ac:picMkLst>
            <pc:docMk/>
            <pc:sldMk cId="312953705" sldId="451"/>
            <ac:picMk id="14" creationId="{CCC1A084-9E59-F6A8-E473-A47BC22DF6CB}"/>
          </ac:picMkLst>
        </pc:picChg>
      </pc:sldChg>
    </pc:docChg>
  </pc:docChgLst>
  <pc:docChgLst>
    <pc:chgData name="Daphne Economou" userId="d065a339-36cf-4937-af08-41751becbd81" providerId="ADAL" clId="{E7ED7854-C6CB-4929-B612-8CAFDB5B6466}"/>
    <pc:docChg chg="undo custSel addSld delSld modSld sldOrd">
      <pc:chgData name="Daphne Economou" userId="d065a339-36cf-4937-af08-41751becbd81" providerId="ADAL" clId="{E7ED7854-C6CB-4929-B612-8CAFDB5B6466}" dt="2023-09-12T21:25:20.060" v="2244" actId="1076"/>
      <pc:docMkLst>
        <pc:docMk/>
      </pc:docMkLst>
      <pc:sldChg chg="addSp delSp modSp mod">
        <pc:chgData name="Daphne Economou" userId="d065a339-36cf-4937-af08-41751becbd81" providerId="ADAL" clId="{E7ED7854-C6CB-4929-B612-8CAFDB5B6466}" dt="2023-09-12T19:55:30.291" v="996" actId="20577"/>
        <pc:sldMkLst>
          <pc:docMk/>
          <pc:sldMk cId="0" sldId="311"/>
        </pc:sldMkLst>
        <pc:spChg chg="mod">
          <ac:chgData name="Daphne Economou" userId="d065a339-36cf-4937-af08-41751becbd81" providerId="ADAL" clId="{E7ED7854-C6CB-4929-B612-8CAFDB5B6466}" dt="2023-09-12T19:55:30.291" v="996" actId="20577"/>
          <ac:spMkLst>
            <pc:docMk/>
            <pc:sldMk cId="0" sldId="311"/>
            <ac:spMk id="116738" creationId="{00000000-0000-0000-0000-000000000000}"/>
          </ac:spMkLst>
        </pc:spChg>
        <pc:spChg chg="mod">
          <ac:chgData name="Daphne Economou" userId="d065a339-36cf-4937-af08-41751becbd81" providerId="ADAL" clId="{E7ED7854-C6CB-4929-B612-8CAFDB5B6466}" dt="2023-09-12T17:21:00.645" v="377" actId="14100"/>
          <ac:spMkLst>
            <pc:docMk/>
            <pc:sldMk cId="0" sldId="311"/>
            <ac:spMk id="116739" creationId="{00000000-0000-0000-0000-000000000000}"/>
          </ac:spMkLst>
        </pc:spChg>
        <pc:picChg chg="add del mod">
          <ac:chgData name="Daphne Economou" userId="d065a339-36cf-4937-af08-41751becbd81" providerId="ADAL" clId="{E7ED7854-C6CB-4929-B612-8CAFDB5B6466}" dt="2023-09-12T17:56:23.586" v="740" actId="21"/>
          <ac:picMkLst>
            <pc:docMk/>
            <pc:sldMk cId="0" sldId="311"/>
            <ac:picMk id="6" creationId="{F7FB3A04-9059-505E-B239-47DC7CE16D94}"/>
          </ac:picMkLst>
        </pc:picChg>
        <pc:picChg chg="add mod">
          <ac:chgData name="Daphne Economou" userId="d065a339-36cf-4937-af08-41751becbd81" providerId="ADAL" clId="{E7ED7854-C6CB-4929-B612-8CAFDB5B6466}" dt="2023-09-12T17:56:30.127" v="742" actId="1076"/>
          <ac:picMkLst>
            <pc:docMk/>
            <pc:sldMk cId="0" sldId="311"/>
            <ac:picMk id="8" creationId="{4B6B5F24-CA31-FB57-65D5-2D35AA2CA9F5}"/>
          </ac:picMkLst>
        </pc:picChg>
      </pc:sldChg>
      <pc:sldChg chg="del">
        <pc:chgData name="Daphne Economou" userId="d065a339-36cf-4937-af08-41751becbd81" providerId="ADAL" clId="{E7ED7854-C6CB-4929-B612-8CAFDB5B6466}" dt="2023-09-12T17:58:14.685" v="784" actId="2696"/>
        <pc:sldMkLst>
          <pc:docMk/>
          <pc:sldMk cId="3875007805" sldId="313"/>
        </pc:sldMkLst>
        <pc:spChg chg="mod">
          <ac:chgData name="Daphne Economou" userId="d065a339-36cf-4937-af08-41751becbd81" providerId="ADAL" clId="{E7ED7854-C6CB-4929-B612-8CAFDB5B6466}" dt="2023-09-12T19:55:33.251" v="997" actId="20577"/>
          <ac:spMkLst>
            <pc:docMk/>
            <pc:sldMk cId="3875007805" sldId="313"/>
            <ac:spMk id="120834" creationId="{00000000-0000-0000-0000-000000000000}"/>
          </ac:spMkLst>
        </pc:spChg>
      </pc:sldChg>
      <pc:sldChg chg="modSp add mod">
        <pc:chgData name="Daphne Economou" userId="d065a339-36cf-4937-af08-41751becbd81" providerId="ADAL" clId="{E7ED7854-C6CB-4929-B612-8CAFDB5B6466}" dt="2023-09-12T19:55:24.381" v="994" actId="20577"/>
        <pc:sldMkLst>
          <pc:docMk/>
          <pc:sldMk cId="717463835" sldId="316"/>
        </pc:sldMkLst>
        <pc:spChg chg="mod">
          <ac:chgData name="Daphne Economou" userId="d065a339-36cf-4937-af08-41751becbd81" providerId="ADAL" clId="{E7ED7854-C6CB-4929-B612-8CAFDB5B6466}" dt="2023-09-12T18:00:19.866" v="801" actId="20577"/>
          <ac:spMkLst>
            <pc:docMk/>
            <pc:sldMk cId="717463835" sldId="316"/>
            <ac:spMk id="8" creationId="{779CB7DD-9592-4FC7-90DD-AC9361E640EB}"/>
          </ac:spMkLst>
        </pc:spChg>
        <pc:spChg chg="mod">
          <ac:chgData name="Daphne Economou" userId="d065a339-36cf-4937-af08-41751becbd81" providerId="ADAL" clId="{E7ED7854-C6CB-4929-B612-8CAFDB5B6466}" dt="2023-09-12T19:55:24.381" v="994" actId="20577"/>
          <ac:spMkLst>
            <pc:docMk/>
            <pc:sldMk cId="717463835" sldId="316"/>
            <ac:spMk id="129026" creationId="{00000000-0000-0000-0000-000000000000}"/>
          </ac:spMkLst>
        </pc:spChg>
        <pc:spChg chg="mod">
          <ac:chgData name="Daphne Economou" userId="d065a339-36cf-4937-af08-41751becbd81" providerId="ADAL" clId="{E7ED7854-C6CB-4929-B612-8CAFDB5B6466}" dt="2023-09-12T17:59:45.252" v="796" actId="27636"/>
          <ac:spMkLst>
            <pc:docMk/>
            <pc:sldMk cId="717463835" sldId="316"/>
            <ac:spMk id="129027" creationId="{00000000-0000-0000-0000-000000000000}"/>
          </ac:spMkLst>
        </pc:spChg>
      </pc:sldChg>
      <pc:sldChg chg="modSp mod">
        <pc:chgData name="Daphne Economou" userId="d065a339-36cf-4937-af08-41751becbd81" providerId="ADAL" clId="{E7ED7854-C6CB-4929-B612-8CAFDB5B6466}" dt="2023-09-12T21:25:20.060" v="2244" actId="1076"/>
        <pc:sldMkLst>
          <pc:docMk/>
          <pc:sldMk cId="4244810924" sldId="409"/>
        </pc:sldMkLst>
        <pc:graphicFrameChg chg="mod modGraphic">
          <ac:chgData name="Daphne Economou" userId="d065a339-36cf-4937-af08-41751becbd81" providerId="ADAL" clId="{E7ED7854-C6CB-4929-B612-8CAFDB5B6466}" dt="2023-09-12T21:25:20.060" v="2244" actId="1076"/>
          <ac:graphicFrameMkLst>
            <pc:docMk/>
            <pc:sldMk cId="4244810924" sldId="409"/>
            <ac:graphicFrameMk id="9" creationId="{6F12743E-0F2E-496C-80C2-9D4C5531D9F7}"/>
          </ac:graphicFrameMkLst>
        </pc:graphicFrameChg>
      </pc:sldChg>
      <pc:sldChg chg="addSp delSp modSp mod">
        <pc:chgData name="Daphne Economou" userId="d065a339-36cf-4937-af08-41751becbd81" providerId="ADAL" clId="{E7ED7854-C6CB-4929-B612-8CAFDB5B6466}" dt="2023-09-12T21:08:04.174" v="1798" actId="20577"/>
        <pc:sldMkLst>
          <pc:docMk/>
          <pc:sldMk cId="3965713290" sldId="417"/>
        </pc:sldMkLst>
        <pc:spChg chg="mod">
          <ac:chgData name="Daphne Economou" userId="d065a339-36cf-4937-af08-41751becbd81" providerId="ADAL" clId="{E7ED7854-C6CB-4929-B612-8CAFDB5B6466}" dt="2023-09-12T19:55:10.762" v="988" actId="20577"/>
          <ac:spMkLst>
            <pc:docMk/>
            <pc:sldMk cId="3965713290" sldId="417"/>
            <ac:spMk id="2" creationId="{AF886E24-03D3-44A7-9683-7EAD69AD1871}"/>
          </ac:spMkLst>
        </pc:spChg>
        <pc:spChg chg="mod">
          <ac:chgData name="Daphne Economou" userId="d065a339-36cf-4937-af08-41751becbd81" providerId="ADAL" clId="{E7ED7854-C6CB-4929-B612-8CAFDB5B6466}" dt="2023-09-12T20:57:22.438" v="1482" actId="27636"/>
          <ac:spMkLst>
            <pc:docMk/>
            <pc:sldMk cId="3965713290" sldId="417"/>
            <ac:spMk id="3" creationId="{0E6E2E5B-5FFD-427B-8550-10E75A576AF2}"/>
          </ac:spMkLst>
        </pc:spChg>
        <pc:spChg chg="add mod">
          <ac:chgData name="Daphne Economou" userId="d065a339-36cf-4937-af08-41751becbd81" providerId="ADAL" clId="{E7ED7854-C6CB-4929-B612-8CAFDB5B6466}" dt="2023-09-12T21:01:59.979" v="1661" actId="20577"/>
          <ac:spMkLst>
            <pc:docMk/>
            <pc:sldMk cId="3965713290" sldId="417"/>
            <ac:spMk id="5" creationId="{6AB2FB34-8556-6BC8-E009-6132E1BE6D9C}"/>
          </ac:spMkLst>
        </pc:spChg>
        <pc:spChg chg="add mod">
          <ac:chgData name="Daphne Economou" userId="d065a339-36cf-4937-af08-41751becbd81" providerId="ADAL" clId="{E7ED7854-C6CB-4929-B612-8CAFDB5B6466}" dt="2023-09-12T21:08:04.174" v="1798" actId="20577"/>
          <ac:spMkLst>
            <pc:docMk/>
            <pc:sldMk cId="3965713290" sldId="417"/>
            <ac:spMk id="6" creationId="{CF459CCC-3DFF-BD8D-B392-DA6AB262221F}"/>
          </ac:spMkLst>
        </pc:spChg>
        <pc:picChg chg="mod">
          <ac:chgData name="Daphne Economou" userId="d065a339-36cf-4937-af08-41751becbd81" providerId="ADAL" clId="{E7ED7854-C6CB-4929-B612-8CAFDB5B6466}" dt="2023-09-12T18:08:18.198" v="885" actId="1076"/>
          <ac:picMkLst>
            <pc:docMk/>
            <pc:sldMk cId="3965713290" sldId="417"/>
            <ac:picMk id="4" creationId="{B1C15BA4-0E1E-99FD-0650-D2020BFE821A}"/>
          </ac:picMkLst>
        </pc:picChg>
        <pc:picChg chg="add del mod">
          <ac:chgData name="Daphne Economou" userId="d065a339-36cf-4937-af08-41751becbd81" providerId="ADAL" clId="{E7ED7854-C6CB-4929-B612-8CAFDB5B6466}" dt="2023-09-12T15:56:55.255" v="348" actId="478"/>
          <ac:picMkLst>
            <pc:docMk/>
            <pc:sldMk cId="3965713290" sldId="417"/>
            <ac:picMk id="6" creationId="{6E7CAF0E-C8FF-57F3-E39A-F19DA6382900}"/>
          </ac:picMkLst>
        </pc:picChg>
        <pc:picChg chg="del mod">
          <ac:chgData name="Daphne Economou" userId="d065a339-36cf-4937-af08-41751becbd81" providerId="ADAL" clId="{E7ED7854-C6CB-4929-B612-8CAFDB5B6466}" dt="2023-09-12T09:57:12.208" v="216" actId="478"/>
          <ac:picMkLst>
            <pc:docMk/>
            <pc:sldMk cId="3965713290" sldId="417"/>
            <ac:picMk id="8" creationId="{34EC36EE-196C-4DA5-A9EC-04604D7DD108}"/>
          </ac:picMkLst>
        </pc:picChg>
        <pc:picChg chg="del">
          <ac:chgData name="Daphne Economou" userId="d065a339-36cf-4937-af08-41751becbd81" providerId="ADAL" clId="{E7ED7854-C6CB-4929-B612-8CAFDB5B6466}" dt="2023-09-12T15:49:33.784" v="329" actId="478"/>
          <ac:picMkLst>
            <pc:docMk/>
            <pc:sldMk cId="3965713290" sldId="417"/>
            <ac:picMk id="12" creationId="{54422CBC-85E7-97CE-D9FE-3A373FB8C109}"/>
          </ac:picMkLst>
        </pc:picChg>
        <pc:picChg chg="add del mod">
          <ac:chgData name="Daphne Economou" userId="d065a339-36cf-4937-af08-41751becbd81" providerId="ADAL" clId="{E7ED7854-C6CB-4929-B612-8CAFDB5B6466}" dt="2023-09-12T15:56:55.255" v="348" actId="478"/>
          <ac:picMkLst>
            <pc:docMk/>
            <pc:sldMk cId="3965713290" sldId="417"/>
            <ac:picMk id="13" creationId="{F89329E8-5063-F53F-A36E-2D3028E504E2}"/>
          </ac:picMkLst>
        </pc:picChg>
        <pc:picChg chg="add del mod">
          <ac:chgData name="Daphne Economou" userId="d065a339-36cf-4937-af08-41751becbd81" providerId="ADAL" clId="{E7ED7854-C6CB-4929-B612-8CAFDB5B6466}" dt="2023-09-12T15:56:55.255" v="348" actId="478"/>
          <ac:picMkLst>
            <pc:docMk/>
            <pc:sldMk cId="3965713290" sldId="417"/>
            <ac:picMk id="15" creationId="{C2987F75-BED0-4F3C-454B-18E49CC6B0FE}"/>
          </ac:picMkLst>
        </pc:picChg>
        <pc:picChg chg="add del mod">
          <ac:chgData name="Daphne Economou" userId="d065a339-36cf-4937-af08-41751becbd81" providerId="ADAL" clId="{E7ED7854-C6CB-4929-B612-8CAFDB5B6466}" dt="2023-09-12T15:56:55.255" v="348" actId="478"/>
          <ac:picMkLst>
            <pc:docMk/>
            <pc:sldMk cId="3965713290" sldId="417"/>
            <ac:picMk id="17" creationId="{73C4A0C0-3F81-8C6E-4FB1-141AB69E5930}"/>
          </ac:picMkLst>
        </pc:picChg>
        <pc:picChg chg="add del mod">
          <ac:chgData name="Daphne Economou" userId="d065a339-36cf-4937-af08-41751becbd81" providerId="ADAL" clId="{E7ED7854-C6CB-4929-B612-8CAFDB5B6466}" dt="2023-09-12T15:56:55.255" v="348" actId="478"/>
          <ac:picMkLst>
            <pc:docMk/>
            <pc:sldMk cId="3965713290" sldId="417"/>
            <ac:picMk id="19" creationId="{A526D243-D52F-A58D-C1D4-DE47707E58FF}"/>
          </ac:picMkLst>
        </pc:picChg>
        <pc:picChg chg="add del mod">
          <ac:chgData name="Daphne Economou" userId="d065a339-36cf-4937-af08-41751becbd81" providerId="ADAL" clId="{E7ED7854-C6CB-4929-B612-8CAFDB5B6466}" dt="2023-09-12T15:59:08.123" v="350" actId="931"/>
          <ac:picMkLst>
            <pc:docMk/>
            <pc:sldMk cId="3965713290" sldId="417"/>
            <ac:picMk id="21" creationId="{F33DA3CC-9BBD-9A8B-06BD-6ABFF77677E0}"/>
          </ac:picMkLst>
        </pc:picChg>
        <pc:picChg chg="add mod">
          <ac:chgData name="Daphne Economou" userId="d065a339-36cf-4937-af08-41751becbd81" providerId="ADAL" clId="{E7ED7854-C6CB-4929-B612-8CAFDB5B6466}" dt="2023-09-12T17:19:10.879" v="356" actId="1076"/>
          <ac:picMkLst>
            <pc:docMk/>
            <pc:sldMk cId="3965713290" sldId="417"/>
            <ac:picMk id="23" creationId="{2985D4ED-0420-3D0C-CC31-5EF50FE05F81}"/>
          </ac:picMkLst>
        </pc:picChg>
        <pc:picChg chg="add del mod">
          <ac:chgData name="Daphne Economou" userId="d065a339-36cf-4937-af08-41751becbd81" providerId="ADAL" clId="{E7ED7854-C6CB-4929-B612-8CAFDB5B6466}" dt="2023-09-12T17:19:54.605" v="366" actId="21"/>
          <ac:picMkLst>
            <pc:docMk/>
            <pc:sldMk cId="3965713290" sldId="417"/>
            <ac:picMk id="25" creationId="{895C99D7-AE57-3ED1-6F97-24CFF234D5A7}"/>
          </ac:picMkLst>
        </pc:picChg>
        <pc:picChg chg="add del mod">
          <ac:chgData name="Daphne Economou" userId="d065a339-36cf-4937-af08-41751becbd81" providerId="ADAL" clId="{E7ED7854-C6CB-4929-B612-8CAFDB5B6466}" dt="2023-09-12T17:19:43.912" v="363" actId="21"/>
          <ac:picMkLst>
            <pc:docMk/>
            <pc:sldMk cId="3965713290" sldId="417"/>
            <ac:picMk id="27" creationId="{71359459-C76E-8515-DEB5-D4879A04BD7E}"/>
          </ac:picMkLst>
        </pc:picChg>
        <pc:picChg chg="add del mod">
          <ac:chgData name="Daphne Economou" userId="d065a339-36cf-4937-af08-41751becbd81" providerId="ADAL" clId="{E7ED7854-C6CB-4929-B612-8CAFDB5B6466}" dt="2023-09-12T17:19:33.470" v="360" actId="21"/>
          <ac:picMkLst>
            <pc:docMk/>
            <pc:sldMk cId="3965713290" sldId="417"/>
            <ac:picMk id="29" creationId="{86F77183-42B4-1435-6F44-F9321EACD2D9}"/>
          </ac:picMkLst>
        </pc:picChg>
        <pc:picChg chg="add del mod">
          <ac:chgData name="Daphne Economou" userId="d065a339-36cf-4937-af08-41751becbd81" providerId="ADAL" clId="{E7ED7854-C6CB-4929-B612-8CAFDB5B6466}" dt="2023-09-12T17:19:31.485" v="359" actId="478"/>
          <ac:picMkLst>
            <pc:docMk/>
            <pc:sldMk cId="3965713290" sldId="417"/>
            <ac:picMk id="31" creationId="{2733AD1F-739B-3724-EE1C-2253D715A7A4}"/>
          </ac:picMkLst>
        </pc:picChg>
      </pc:sldChg>
      <pc:sldChg chg="addSp delSp modSp mod">
        <pc:chgData name="Daphne Economou" userId="d065a339-36cf-4937-af08-41751becbd81" providerId="ADAL" clId="{E7ED7854-C6CB-4929-B612-8CAFDB5B6466}" dt="2023-09-12T21:23:09.032" v="2215" actId="255"/>
        <pc:sldMkLst>
          <pc:docMk/>
          <pc:sldMk cId="1398551097" sldId="418"/>
        </pc:sldMkLst>
        <pc:spChg chg="mod">
          <ac:chgData name="Daphne Economou" userId="d065a339-36cf-4937-af08-41751becbd81" providerId="ADAL" clId="{E7ED7854-C6CB-4929-B612-8CAFDB5B6466}" dt="2023-09-12T19:55:35.773" v="999" actId="27636"/>
          <ac:spMkLst>
            <pc:docMk/>
            <pc:sldMk cId="1398551097" sldId="418"/>
            <ac:spMk id="2" creationId="{AF886E24-03D3-44A7-9683-7EAD69AD1871}"/>
          </ac:spMkLst>
        </pc:spChg>
        <pc:spChg chg="mod">
          <ac:chgData name="Daphne Economou" userId="d065a339-36cf-4937-af08-41751becbd81" providerId="ADAL" clId="{E7ED7854-C6CB-4929-B612-8CAFDB5B6466}" dt="2023-09-12T21:21:56.027" v="2175" actId="21"/>
          <ac:spMkLst>
            <pc:docMk/>
            <pc:sldMk cId="1398551097" sldId="418"/>
            <ac:spMk id="3" creationId="{0E6E2E5B-5FFD-427B-8550-10E75A576AF2}"/>
          </ac:spMkLst>
        </pc:spChg>
        <pc:spChg chg="add mod">
          <ac:chgData name="Daphne Economou" userId="d065a339-36cf-4937-af08-41751becbd81" providerId="ADAL" clId="{E7ED7854-C6CB-4929-B612-8CAFDB5B6466}" dt="2023-09-12T21:22:01.365" v="2176"/>
          <ac:spMkLst>
            <pc:docMk/>
            <pc:sldMk cId="1398551097" sldId="418"/>
            <ac:spMk id="5" creationId="{C206932D-A731-4C7A-D99B-3451610E2549}"/>
          </ac:spMkLst>
        </pc:spChg>
        <pc:spChg chg="add mod">
          <ac:chgData name="Daphne Economou" userId="d065a339-36cf-4937-af08-41751becbd81" providerId="ADAL" clId="{E7ED7854-C6CB-4929-B612-8CAFDB5B6466}" dt="2023-09-12T21:23:09.032" v="2215" actId="255"/>
          <ac:spMkLst>
            <pc:docMk/>
            <pc:sldMk cId="1398551097" sldId="418"/>
            <ac:spMk id="6" creationId="{9623810F-63F5-C961-CC81-DDA36DA13D08}"/>
          </ac:spMkLst>
        </pc:spChg>
        <pc:picChg chg="add mod">
          <ac:chgData name="Daphne Economou" userId="d065a339-36cf-4937-af08-41751becbd81" providerId="ADAL" clId="{E7ED7854-C6CB-4929-B612-8CAFDB5B6466}" dt="2023-09-12T17:19:22.396" v="358"/>
          <ac:picMkLst>
            <pc:docMk/>
            <pc:sldMk cId="1398551097" sldId="418"/>
            <ac:picMk id="4" creationId="{7DC87C39-0298-D65C-10C5-08D40E5C9A86}"/>
          </ac:picMkLst>
        </pc:picChg>
        <pc:picChg chg="del">
          <ac:chgData name="Daphne Economou" userId="d065a339-36cf-4937-af08-41751becbd81" providerId="ADAL" clId="{E7ED7854-C6CB-4929-B612-8CAFDB5B6466}" dt="2023-09-12T17:19:21.724" v="357" actId="478"/>
          <ac:picMkLst>
            <pc:docMk/>
            <pc:sldMk cId="1398551097" sldId="418"/>
            <ac:picMk id="7" creationId="{4DD1B042-9D63-E3F7-AD32-8BE4FD4D9EBF}"/>
          </ac:picMkLst>
        </pc:picChg>
        <pc:picChg chg="mod">
          <ac:chgData name="Daphne Economou" userId="d065a339-36cf-4937-af08-41751becbd81" providerId="ADAL" clId="{E7ED7854-C6CB-4929-B612-8CAFDB5B6466}" dt="2023-09-12T17:21:11.923" v="379" actId="1076"/>
          <ac:picMkLst>
            <pc:docMk/>
            <pc:sldMk cId="1398551097" sldId="418"/>
            <ac:picMk id="9" creationId="{7E03033F-C6FD-4C41-8DAA-0BED6BD024B0}"/>
          </ac:picMkLst>
        </pc:picChg>
      </pc:sldChg>
      <pc:sldChg chg="addSp delSp modSp mod">
        <pc:chgData name="Daphne Economou" userId="d065a339-36cf-4937-af08-41751becbd81" providerId="ADAL" clId="{E7ED7854-C6CB-4929-B612-8CAFDB5B6466}" dt="2023-09-12T21:21:43.822" v="2173" actId="20577"/>
        <pc:sldMkLst>
          <pc:docMk/>
          <pc:sldMk cId="2010880983" sldId="419"/>
        </pc:sldMkLst>
        <pc:spChg chg="mod">
          <ac:chgData name="Daphne Economou" userId="d065a339-36cf-4937-af08-41751becbd81" providerId="ADAL" clId="{E7ED7854-C6CB-4929-B612-8CAFDB5B6466}" dt="2023-09-12T19:55:27.405" v="995" actId="20577"/>
          <ac:spMkLst>
            <pc:docMk/>
            <pc:sldMk cId="2010880983" sldId="419"/>
            <ac:spMk id="2" creationId="{AF886E24-03D3-44A7-9683-7EAD69AD1871}"/>
          </ac:spMkLst>
        </pc:spChg>
        <pc:spChg chg="mod">
          <ac:chgData name="Daphne Economou" userId="d065a339-36cf-4937-af08-41751becbd81" providerId="ADAL" clId="{E7ED7854-C6CB-4929-B612-8CAFDB5B6466}" dt="2023-09-12T21:21:43.822" v="2173" actId="20577"/>
          <ac:spMkLst>
            <pc:docMk/>
            <pc:sldMk cId="2010880983" sldId="419"/>
            <ac:spMk id="3" creationId="{0E6E2E5B-5FFD-427B-8550-10E75A576AF2}"/>
          </ac:spMkLst>
        </pc:spChg>
        <pc:spChg chg="add mod">
          <ac:chgData name="Daphne Economou" userId="d065a339-36cf-4937-af08-41751becbd81" providerId="ADAL" clId="{E7ED7854-C6CB-4929-B612-8CAFDB5B6466}" dt="2023-09-12T21:20:56.488" v="2155" actId="1076"/>
          <ac:spMkLst>
            <pc:docMk/>
            <pc:sldMk cId="2010880983" sldId="419"/>
            <ac:spMk id="6" creationId="{97734060-13C0-C795-01D1-6FB4DA75F177}"/>
          </ac:spMkLst>
        </pc:spChg>
        <pc:spChg chg="add mod">
          <ac:chgData name="Daphne Economou" userId="d065a339-36cf-4937-af08-41751becbd81" providerId="ADAL" clId="{E7ED7854-C6CB-4929-B612-8CAFDB5B6466}" dt="2023-09-12T21:20:56.488" v="2155" actId="1076"/>
          <ac:spMkLst>
            <pc:docMk/>
            <pc:sldMk cId="2010880983" sldId="419"/>
            <ac:spMk id="7" creationId="{93C02181-7E44-D30B-78E4-9AF4684BF346}"/>
          </ac:spMkLst>
        </pc:spChg>
        <pc:picChg chg="add mod">
          <ac:chgData name="Daphne Economou" userId="d065a339-36cf-4937-af08-41751becbd81" providerId="ADAL" clId="{E7ED7854-C6CB-4929-B612-8CAFDB5B6466}" dt="2023-09-12T17:19:59.791" v="368"/>
          <ac:picMkLst>
            <pc:docMk/>
            <pc:sldMk cId="2010880983" sldId="419"/>
            <ac:picMk id="4" creationId="{89FF5AE5-3ED1-7A77-BB23-9208D2A34791}"/>
          </ac:picMkLst>
        </pc:picChg>
        <pc:picChg chg="add mod">
          <ac:chgData name="Daphne Economou" userId="d065a339-36cf-4937-af08-41751becbd81" providerId="ADAL" clId="{E7ED7854-C6CB-4929-B612-8CAFDB5B6466}" dt="2023-09-12T17:56:35.348" v="743" actId="1076"/>
          <ac:picMkLst>
            <pc:docMk/>
            <pc:sldMk cId="2010880983" sldId="419"/>
            <ac:picMk id="5" creationId="{F0AA1E81-0257-EA72-AB19-5CD8A3F1CD35}"/>
          </ac:picMkLst>
        </pc:picChg>
        <pc:picChg chg="del">
          <ac:chgData name="Daphne Economou" userId="d065a339-36cf-4937-af08-41751becbd81" providerId="ADAL" clId="{E7ED7854-C6CB-4929-B612-8CAFDB5B6466}" dt="2023-09-12T17:19:59.369" v="367" actId="478"/>
          <ac:picMkLst>
            <pc:docMk/>
            <pc:sldMk cId="2010880983" sldId="419"/>
            <ac:picMk id="7" creationId="{105F9357-76BD-BEC9-07D6-3A4C759BF2F5}"/>
          </ac:picMkLst>
        </pc:picChg>
        <pc:picChg chg="del mod">
          <ac:chgData name="Daphne Economou" userId="d065a339-36cf-4937-af08-41751becbd81" providerId="ADAL" clId="{E7ED7854-C6CB-4929-B612-8CAFDB5B6466}" dt="2023-09-12T17:56:18.348" v="737" actId="21"/>
          <ac:picMkLst>
            <pc:docMk/>
            <pc:sldMk cId="2010880983" sldId="419"/>
            <ac:picMk id="8" creationId="{DCBF0B9C-08FA-46F9-B543-0E54C34F0828}"/>
          </ac:picMkLst>
        </pc:picChg>
      </pc:sldChg>
      <pc:sldChg chg="addSp delSp modSp mod">
        <pc:chgData name="Daphne Economou" userId="d065a339-36cf-4937-af08-41751becbd81" providerId="ADAL" clId="{E7ED7854-C6CB-4929-B612-8CAFDB5B6466}" dt="2023-09-12T21:08:53.868" v="1814" actId="1076"/>
        <pc:sldMkLst>
          <pc:docMk/>
          <pc:sldMk cId="103301357" sldId="421"/>
        </pc:sldMkLst>
        <pc:spChg chg="mod">
          <ac:chgData name="Daphne Economou" userId="d065a339-36cf-4937-af08-41751becbd81" providerId="ADAL" clId="{E7ED7854-C6CB-4929-B612-8CAFDB5B6466}" dt="2023-09-12T19:55:17.167" v="991" actId="27636"/>
          <ac:spMkLst>
            <pc:docMk/>
            <pc:sldMk cId="103301357" sldId="421"/>
            <ac:spMk id="2" creationId="{AF886E24-03D3-44A7-9683-7EAD69AD1871}"/>
          </ac:spMkLst>
        </pc:spChg>
        <pc:spChg chg="mod">
          <ac:chgData name="Daphne Economou" userId="d065a339-36cf-4937-af08-41751becbd81" providerId="ADAL" clId="{E7ED7854-C6CB-4929-B612-8CAFDB5B6466}" dt="2023-09-12T21:08:28.597" v="1809" actId="27636"/>
          <ac:spMkLst>
            <pc:docMk/>
            <pc:sldMk cId="103301357" sldId="421"/>
            <ac:spMk id="3" creationId="{0E6E2E5B-5FFD-427B-8550-10E75A576AF2}"/>
          </ac:spMkLst>
        </pc:spChg>
        <pc:spChg chg="add mod">
          <ac:chgData name="Daphne Economou" userId="d065a339-36cf-4937-af08-41751becbd81" providerId="ADAL" clId="{E7ED7854-C6CB-4929-B612-8CAFDB5B6466}" dt="2023-09-12T21:08:44.822" v="1813" actId="1076"/>
          <ac:spMkLst>
            <pc:docMk/>
            <pc:sldMk cId="103301357" sldId="421"/>
            <ac:spMk id="5" creationId="{65B6EAEE-4DA7-58AE-A3F7-0A1B096DCB45}"/>
          </ac:spMkLst>
        </pc:spChg>
        <pc:spChg chg="add mod">
          <ac:chgData name="Daphne Economou" userId="d065a339-36cf-4937-af08-41751becbd81" providerId="ADAL" clId="{E7ED7854-C6CB-4929-B612-8CAFDB5B6466}" dt="2023-09-12T21:08:53.868" v="1814" actId="1076"/>
          <ac:spMkLst>
            <pc:docMk/>
            <pc:sldMk cId="103301357" sldId="421"/>
            <ac:spMk id="6" creationId="{9868D614-8AA2-666D-06C6-505760A95DB2}"/>
          </ac:spMkLst>
        </pc:spChg>
        <pc:spChg chg="del mod">
          <ac:chgData name="Daphne Economou" userId="d065a339-36cf-4937-af08-41751becbd81" providerId="ADAL" clId="{E7ED7854-C6CB-4929-B612-8CAFDB5B6466}" dt="2023-09-12T21:07:51.533" v="1797" actId="478"/>
          <ac:spMkLst>
            <pc:docMk/>
            <pc:sldMk cId="103301357" sldId="421"/>
            <ac:spMk id="10" creationId="{C2472A56-B4DF-4D69-9E3D-B8DA444B0D4B}"/>
          </ac:spMkLst>
        </pc:spChg>
        <pc:picChg chg="add mod">
          <ac:chgData name="Daphne Economou" userId="d065a339-36cf-4937-af08-41751becbd81" providerId="ADAL" clId="{E7ED7854-C6CB-4929-B612-8CAFDB5B6466}" dt="2023-09-12T17:19:48.750" v="365"/>
          <ac:picMkLst>
            <pc:docMk/>
            <pc:sldMk cId="103301357" sldId="421"/>
            <ac:picMk id="4" creationId="{A1EFA26A-89B5-FAC2-50BD-52EADEE4B1EA}"/>
          </ac:picMkLst>
        </pc:picChg>
        <pc:picChg chg="mod">
          <ac:chgData name="Daphne Economou" userId="d065a339-36cf-4937-af08-41751becbd81" providerId="ADAL" clId="{E7ED7854-C6CB-4929-B612-8CAFDB5B6466}" dt="2023-09-12T17:20:33.812" v="371" actId="1076"/>
          <ac:picMkLst>
            <pc:docMk/>
            <pc:sldMk cId="103301357" sldId="421"/>
            <ac:picMk id="8" creationId="{BA917FC8-2D4B-4BF0-A1B0-A9100B124CFC}"/>
          </ac:picMkLst>
        </pc:picChg>
        <pc:picChg chg="del">
          <ac:chgData name="Daphne Economou" userId="d065a339-36cf-4937-af08-41751becbd81" providerId="ADAL" clId="{E7ED7854-C6CB-4929-B612-8CAFDB5B6466}" dt="2023-09-12T17:19:48.251" v="364" actId="478"/>
          <ac:picMkLst>
            <pc:docMk/>
            <pc:sldMk cId="103301357" sldId="421"/>
            <ac:picMk id="9" creationId="{5AF9916B-C5F9-937A-C0CE-8EDB85A0BA5E}"/>
          </ac:picMkLst>
        </pc:picChg>
      </pc:sldChg>
      <pc:sldChg chg="modSp del mod ord">
        <pc:chgData name="Daphne Economou" userId="d065a339-36cf-4937-af08-41751becbd81" providerId="ADAL" clId="{E7ED7854-C6CB-4929-B612-8CAFDB5B6466}" dt="2023-09-12T09:54:23.443" v="169" actId="2696"/>
        <pc:sldMkLst>
          <pc:docMk/>
          <pc:sldMk cId="419709603" sldId="429"/>
        </pc:sldMkLst>
        <pc:spChg chg="mod">
          <ac:chgData name="Daphne Economou" userId="d065a339-36cf-4937-af08-41751becbd81" providerId="ADAL" clId="{E7ED7854-C6CB-4929-B612-8CAFDB5B6466}" dt="2023-09-12T09:49:46.890" v="70" actId="20577"/>
          <ac:spMkLst>
            <pc:docMk/>
            <pc:sldMk cId="419709603" sldId="429"/>
            <ac:spMk id="2" creationId="{8841B871-66F3-49F6-8CD5-9977C75C73D9}"/>
          </ac:spMkLst>
        </pc:spChg>
        <pc:spChg chg="mod">
          <ac:chgData name="Daphne Economou" userId="d065a339-36cf-4937-af08-41751becbd81" providerId="ADAL" clId="{E7ED7854-C6CB-4929-B612-8CAFDB5B6466}" dt="2023-09-12T09:52:44.762" v="165" actId="113"/>
          <ac:spMkLst>
            <pc:docMk/>
            <pc:sldMk cId="419709603" sldId="429"/>
            <ac:spMk id="3" creationId="{3ABB3F89-36A1-42A9-A88F-D08C02DCE307}"/>
          </ac:spMkLst>
        </pc:spChg>
      </pc:sldChg>
      <pc:sldChg chg="modSp add del mod">
        <pc:chgData name="Daphne Economou" userId="d065a339-36cf-4937-af08-41751becbd81" providerId="ADAL" clId="{E7ED7854-C6CB-4929-B612-8CAFDB5B6466}" dt="2023-09-12T18:06:06.486" v="841" actId="47"/>
        <pc:sldMkLst>
          <pc:docMk/>
          <pc:sldMk cId="3548254633" sldId="429"/>
        </pc:sldMkLst>
        <pc:spChg chg="mod">
          <ac:chgData name="Daphne Economou" userId="d065a339-36cf-4937-af08-41751becbd81" providerId="ADAL" clId="{E7ED7854-C6CB-4929-B612-8CAFDB5B6466}" dt="2023-09-12T18:03:58.165" v="808" actId="20577"/>
          <ac:spMkLst>
            <pc:docMk/>
            <pc:sldMk cId="3548254633" sldId="429"/>
            <ac:spMk id="2" creationId="{8841B871-66F3-49F6-8CD5-9977C75C73D9}"/>
          </ac:spMkLst>
        </pc:spChg>
        <pc:spChg chg="mod">
          <ac:chgData name="Daphne Economou" userId="d065a339-36cf-4937-af08-41751becbd81" providerId="ADAL" clId="{E7ED7854-C6CB-4929-B612-8CAFDB5B6466}" dt="2023-09-12T18:05:53.137" v="840" actId="20577"/>
          <ac:spMkLst>
            <pc:docMk/>
            <pc:sldMk cId="3548254633" sldId="429"/>
            <ac:spMk id="3" creationId="{3ABB3F89-36A1-42A9-A88F-D08C02DCE307}"/>
          </ac:spMkLst>
        </pc:spChg>
      </pc:sldChg>
      <pc:sldChg chg="addSp modSp mod modAnim">
        <pc:chgData name="Daphne Economou" userId="d065a339-36cf-4937-af08-41751becbd81" providerId="ADAL" clId="{E7ED7854-C6CB-4929-B612-8CAFDB5B6466}" dt="2023-09-12T20:16:34.465" v="1317"/>
        <pc:sldMkLst>
          <pc:docMk/>
          <pc:sldMk cId="1976262221" sldId="434"/>
        </pc:sldMkLst>
        <pc:spChg chg="mod">
          <ac:chgData name="Daphne Economou" userId="d065a339-36cf-4937-af08-41751becbd81" providerId="ADAL" clId="{E7ED7854-C6CB-4929-B612-8CAFDB5B6466}" dt="2023-09-12T09:42:40.336" v="18" actId="20577"/>
          <ac:spMkLst>
            <pc:docMk/>
            <pc:sldMk cId="1976262221" sldId="434"/>
            <ac:spMk id="7" creationId="{ECDFB320-7ADD-7EAB-146D-BB325E9E2F1D}"/>
          </ac:spMkLst>
        </pc:spChg>
        <pc:spChg chg="add mod">
          <ac:chgData name="Daphne Economou" userId="d065a339-36cf-4937-af08-41751becbd81" providerId="ADAL" clId="{E7ED7854-C6CB-4929-B612-8CAFDB5B6466}" dt="2023-09-12T09:43:50.175" v="40" actId="207"/>
          <ac:spMkLst>
            <pc:docMk/>
            <pc:sldMk cId="1976262221" sldId="434"/>
            <ac:spMk id="8" creationId="{2C8FAB82-0B9E-89EE-A52E-BFC56813446F}"/>
          </ac:spMkLst>
        </pc:spChg>
        <pc:spChg chg="mod">
          <ac:chgData name="Daphne Economou" userId="d065a339-36cf-4937-af08-41751becbd81" providerId="ADAL" clId="{E7ED7854-C6CB-4929-B612-8CAFDB5B6466}" dt="2023-09-12T09:43:59.900" v="43" actId="1076"/>
          <ac:spMkLst>
            <pc:docMk/>
            <pc:sldMk cId="1976262221" sldId="434"/>
            <ac:spMk id="12" creationId="{B1062DEC-306C-1128-FC58-A012BB840FED}"/>
          </ac:spMkLst>
        </pc:spChg>
        <pc:spChg chg="mod">
          <ac:chgData name="Daphne Economou" userId="d065a339-36cf-4937-af08-41751becbd81" providerId="ADAL" clId="{E7ED7854-C6CB-4929-B612-8CAFDB5B6466}" dt="2023-09-12T09:43:57.168" v="42" actId="1076"/>
          <ac:spMkLst>
            <pc:docMk/>
            <pc:sldMk cId="1976262221" sldId="434"/>
            <ac:spMk id="13" creationId="{25391568-F142-CE3F-CD31-675AD9EC584B}"/>
          </ac:spMkLst>
        </pc:spChg>
        <pc:spChg chg="mod">
          <ac:chgData name="Daphne Economou" userId="d065a339-36cf-4937-af08-41751becbd81" providerId="ADAL" clId="{E7ED7854-C6CB-4929-B612-8CAFDB5B6466}" dt="2023-09-12T09:43:53.816" v="41" actId="1076"/>
          <ac:spMkLst>
            <pc:docMk/>
            <pc:sldMk cId="1976262221" sldId="434"/>
            <ac:spMk id="14" creationId="{C451216A-CDF4-C7F4-0EC3-ECA258082CCB}"/>
          </ac:spMkLst>
        </pc:spChg>
        <pc:picChg chg="add mod">
          <ac:chgData name="Daphne Economou" userId="d065a339-36cf-4937-af08-41751becbd81" providerId="ADAL" clId="{E7ED7854-C6CB-4929-B612-8CAFDB5B6466}" dt="2023-09-12T09:44:58.120" v="48" actId="1076"/>
          <ac:picMkLst>
            <pc:docMk/>
            <pc:sldMk cId="1976262221" sldId="434"/>
            <ac:picMk id="3" creationId="{0EC6113B-26F7-692E-B4BC-DE70A28F6A5C}"/>
          </ac:picMkLst>
        </pc:picChg>
      </pc:sldChg>
      <pc:sldChg chg="modSp mod modAnim">
        <pc:chgData name="Daphne Economou" userId="d065a339-36cf-4937-af08-41751becbd81" providerId="ADAL" clId="{E7ED7854-C6CB-4929-B612-8CAFDB5B6466}" dt="2023-09-12T20:22:54.409" v="1457" actId="14100"/>
        <pc:sldMkLst>
          <pc:docMk/>
          <pc:sldMk cId="3233231359" sldId="436"/>
        </pc:sldMkLst>
        <pc:spChg chg="mod">
          <ac:chgData name="Daphne Economou" userId="d065a339-36cf-4937-af08-41751becbd81" providerId="ADAL" clId="{E7ED7854-C6CB-4929-B612-8CAFDB5B6466}" dt="2023-09-12T20:22:43.570" v="1456" actId="20577"/>
          <ac:spMkLst>
            <pc:docMk/>
            <pc:sldMk cId="3233231359" sldId="436"/>
            <ac:spMk id="13" creationId="{30450559-5370-C710-7A03-042890546D28}"/>
          </ac:spMkLst>
        </pc:spChg>
        <pc:spChg chg="mod">
          <ac:chgData name="Daphne Economou" userId="d065a339-36cf-4937-af08-41751becbd81" providerId="ADAL" clId="{E7ED7854-C6CB-4929-B612-8CAFDB5B6466}" dt="2023-09-12T20:21:57.920" v="1448" actId="1076"/>
          <ac:spMkLst>
            <pc:docMk/>
            <pc:sldMk cId="3233231359" sldId="436"/>
            <ac:spMk id="14" creationId="{476AC275-E263-75B7-CD12-F6143E4F0281}"/>
          </ac:spMkLst>
        </pc:spChg>
        <pc:picChg chg="mod">
          <ac:chgData name="Daphne Economou" userId="d065a339-36cf-4937-af08-41751becbd81" providerId="ADAL" clId="{E7ED7854-C6CB-4929-B612-8CAFDB5B6466}" dt="2023-09-12T20:22:08.137" v="1450" actId="1076"/>
          <ac:picMkLst>
            <pc:docMk/>
            <pc:sldMk cId="3233231359" sldId="436"/>
            <ac:picMk id="12" creationId="{829DC635-783D-C60D-9D4D-5A3131FC9E6F}"/>
          </ac:picMkLst>
        </pc:picChg>
        <pc:cxnChg chg="mod">
          <ac:chgData name="Daphne Economou" userId="d065a339-36cf-4937-af08-41751becbd81" providerId="ADAL" clId="{E7ED7854-C6CB-4929-B612-8CAFDB5B6466}" dt="2023-09-12T20:21:57.920" v="1448" actId="1076"/>
          <ac:cxnSpMkLst>
            <pc:docMk/>
            <pc:sldMk cId="3233231359" sldId="436"/>
            <ac:cxnSpMk id="16" creationId="{434467B2-C023-6247-16F0-2E736728C147}"/>
          </ac:cxnSpMkLst>
        </pc:cxnChg>
        <pc:cxnChg chg="mod">
          <ac:chgData name="Daphne Economou" userId="d065a339-36cf-4937-af08-41751becbd81" providerId="ADAL" clId="{E7ED7854-C6CB-4929-B612-8CAFDB5B6466}" dt="2023-09-12T20:22:54.409" v="1457" actId="14100"/>
          <ac:cxnSpMkLst>
            <pc:docMk/>
            <pc:sldMk cId="3233231359" sldId="436"/>
            <ac:cxnSpMk id="17" creationId="{649409CC-2E14-160B-5A0A-F8FCE0987A24}"/>
          </ac:cxnSpMkLst>
        </pc:cxnChg>
      </pc:sldChg>
      <pc:sldChg chg="addSp modSp mod">
        <pc:chgData name="Daphne Economou" userId="d065a339-36cf-4937-af08-41751becbd81" providerId="ADAL" clId="{E7ED7854-C6CB-4929-B612-8CAFDB5B6466}" dt="2023-09-12T09:48:51.685" v="68" actId="1076"/>
        <pc:sldMkLst>
          <pc:docMk/>
          <pc:sldMk cId="437394209" sldId="437"/>
        </pc:sldMkLst>
        <pc:spChg chg="mod">
          <ac:chgData name="Daphne Economou" userId="d065a339-36cf-4937-af08-41751becbd81" providerId="ADAL" clId="{E7ED7854-C6CB-4929-B612-8CAFDB5B6466}" dt="2023-09-12T09:48:36.310" v="65" actId="27636"/>
          <ac:spMkLst>
            <pc:docMk/>
            <pc:sldMk cId="437394209" sldId="437"/>
            <ac:spMk id="2" creationId="{08F9AF12-B80E-982D-2CDA-DF676D6CA7DF}"/>
          </ac:spMkLst>
        </pc:spChg>
        <pc:spChg chg="mod">
          <ac:chgData name="Daphne Economou" userId="d065a339-36cf-4937-af08-41751becbd81" providerId="ADAL" clId="{E7ED7854-C6CB-4929-B612-8CAFDB5B6466}" dt="2023-09-12T09:46:11.273" v="53" actId="20577"/>
          <ac:spMkLst>
            <pc:docMk/>
            <pc:sldMk cId="437394209" sldId="437"/>
            <ac:spMk id="3" creationId="{7410E377-E880-516A-175B-ED02B09EEDD5}"/>
          </ac:spMkLst>
        </pc:spChg>
        <pc:spChg chg="add mod">
          <ac:chgData name="Daphne Economou" userId="d065a339-36cf-4937-af08-41751becbd81" providerId="ADAL" clId="{E7ED7854-C6CB-4929-B612-8CAFDB5B6466}" dt="2023-09-12T09:48:51.685" v="68" actId="1076"/>
          <ac:spMkLst>
            <pc:docMk/>
            <pc:sldMk cId="437394209" sldId="437"/>
            <ac:spMk id="8" creationId="{4359A5C3-6943-303D-EEA4-E372BEB99681}"/>
          </ac:spMkLst>
        </pc:spChg>
        <pc:spChg chg="mod">
          <ac:chgData name="Daphne Economou" userId="d065a339-36cf-4937-af08-41751becbd81" providerId="ADAL" clId="{E7ED7854-C6CB-4929-B612-8CAFDB5B6466}" dt="2023-09-12T09:47:33.740" v="56" actId="1076"/>
          <ac:spMkLst>
            <pc:docMk/>
            <pc:sldMk cId="437394209" sldId="437"/>
            <ac:spMk id="12" creationId="{A2351E65-99B3-1B14-6B6A-615F2607A534}"/>
          </ac:spMkLst>
        </pc:spChg>
        <pc:picChg chg="add mod">
          <ac:chgData name="Daphne Economou" userId="d065a339-36cf-4937-af08-41751becbd81" providerId="ADAL" clId="{E7ED7854-C6CB-4929-B612-8CAFDB5B6466}" dt="2023-09-12T09:47:27.337" v="55" actId="1076"/>
          <ac:picMkLst>
            <pc:docMk/>
            <pc:sldMk cId="437394209" sldId="437"/>
            <ac:picMk id="7" creationId="{75568C14-8804-D038-25A3-C086094FFD15}"/>
          </ac:picMkLst>
        </pc:picChg>
      </pc:sldChg>
      <pc:sldChg chg="addSp modSp mod">
        <pc:chgData name="Daphne Economou" userId="d065a339-36cf-4937-af08-41751becbd81" providerId="ADAL" clId="{E7ED7854-C6CB-4929-B612-8CAFDB5B6466}" dt="2023-09-12T09:48:46.077" v="67" actId="14100"/>
        <pc:sldMkLst>
          <pc:docMk/>
          <pc:sldMk cId="2049362077" sldId="438"/>
        </pc:sldMkLst>
        <pc:spChg chg="mod">
          <ac:chgData name="Daphne Economou" userId="d065a339-36cf-4937-af08-41751becbd81" providerId="ADAL" clId="{E7ED7854-C6CB-4929-B612-8CAFDB5B6466}" dt="2023-09-12T09:48:46.077" v="67" actId="14100"/>
          <ac:spMkLst>
            <pc:docMk/>
            <pc:sldMk cId="2049362077" sldId="438"/>
            <ac:spMk id="2" creationId="{08F9AF12-B80E-982D-2CDA-DF676D6CA7DF}"/>
          </ac:spMkLst>
        </pc:spChg>
        <pc:spChg chg="add mod">
          <ac:chgData name="Daphne Economou" userId="d065a339-36cf-4937-af08-41751becbd81" providerId="ADAL" clId="{E7ED7854-C6CB-4929-B612-8CAFDB5B6466}" dt="2023-09-12T09:48:43.849" v="66" actId="1076"/>
          <ac:spMkLst>
            <pc:docMk/>
            <pc:sldMk cId="2049362077" sldId="438"/>
            <ac:spMk id="7" creationId="{675DFC08-1546-F92C-2C21-02BC61247FD8}"/>
          </ac:spMkLst>
        </pc:spChg>
        <pc:spChg chg="mod">
          <ac:chgData name="Daphne Economou" userId="d065a339-36cf-4937-af08-41751becbd81" providerId="ADAL" clId="{E7ED7854-C6CB-4929-B612-8CAFDB5B6466}" dt="2023-09-12T09:47:46.813" v="57" actId="1076"/>
          <ac:spMkLst>
            <pc:docMk/>
            <pc:sldMk cId="2049362077" sldId="438"/>
            <ac:spMk id="12" creationId="{A2351E65-99B3-1B14-6B6A-615F2607A534}"/>
          </ac:spMkLst>
        </pc:spChg>
      </pc:sldChg>
      <pc:sldChg chg="modSp mod">
        <pc:chgData name="Daphne Economou" userId="d065a339-36cf-4937-af08-41751becbd81" providerId="ADAL" clId="{E7ED7854-C6CB-4929-B612-8CAFDB5B6466}" dt="2023-09-12T09:49:10.014" v="69" actId="1076"/>
        <pc:sldMkLst>
          <pc:docMk/>
          <pc:sldMk cId="2232883847" sldId="443"/>
        </pc:sldMkLst>
        <pc:spChg chg="mod">
          <ac:chgData name="Daphne Economou" userId="d065a339-36cf-4937-af08-41751becbd81" providerId="ADAL" clId="{E7ED7854-C6CB-4929-B612-8CAFDB5B6466}" dt="2023-09-12T09:49:10.014" v="69" actId="1076"/>
          <ac:spMkLst>
            <pc:docMk/>
            <pc:sldMk cId="2232883847" sldId="443"/>
            <ac:spMk id="122882" creationId="{00000000-0000-0000-0000-000000000000}"/>
          </ac:spMkLst>
        </pc:spChg>
      </pc:sldChg>
      <pc:sldChg chg="modSp mod">
        <pc:chgData name="Daphne Economou" userId="d065a339-36cf-4937-af08-41751becbd81" providerId="ADAL" clId="{E7ED7854-C6CB-4929-B612-8CAFDB5B6466}" dt="2023-09-12T20:24:45.434" v="1467" actId="27636"/>
        <pc:sldMkLst>
          <pc:docMk/>
          <pc:sldMk cId="1393113354" sldId="447"/>
        </pc:sldMkLst>
        <pc:spChg chg="mod">
          <ac:chgData name="Daphne Economou" userId="d065a339-36cf-4937-af08-41751becbd81" providerId="ADAL" clId="{E7ED7854-C6CB-4929-B612-8CAFDB5B6466}" dt="2023-09-12T20:24:45.434" v="1467" actId="27636"/>
          <ac:spMkLst>
            <pc:docMk/>
            <pc:sldMk cId="1393113354" sldId="447"/>
            <ac:spMk id="3" creationId="{2C69F99F-A699-D3F6-AAD3-A9DBE9A177F1}"/>
          </ac:spMkLst>
        </pc:spChg>
      </pc:sldChg>
      <pc:sldChg chg="addSp delSp modSp mod">
        <pc:chgData name="Daphne Economou" userId="d065a339-36cf-4937-af08-41751becbd81" providerId="ADAL" clId="{E7ED7854-C6CB-4929-B612-8CAFDB5B6466}" dt="2023-09-12T19:55:02.178" v="987" actId="20577"/>
        <pc:sldMkLst>
          <pc:docMk/>
          <pc:sldMk cId="88882051" sldId="449"/>
        </pc:sldMkLst>
        <pc:spChg chg="add del mod">
          <ac:chgData name="Daphne Economou" userId="d065a339-36cf-4937-af08-41751becbd81" providerId="ADAL" clId="{E7ED7854-C6CB-4929-B612-8CAFDB5B6466}" dt="2023-09-12T18:06:46.829" v="843" actId="478"/>
          <ac:spMkLst>
            <pc:docMk/>
            <pc:sldMk cId="88882051" sldId="449"/>
            <ac:spMk id="2" creationId="{D2857EBC-53C3-8857-A037-A1E1278F9FF0}"/>
          </ac:spMkLst>
        </pc:spChg>
        <pc:spChg chg="add del mod">
          <ac:chgData name="Daphne Economou" userId="d065a339-36cf-4937-af08-41751becbd81" providerId="ADAL" clId="{E7ED7854-C6CB-4929-B612-8CAFDB5B6466}" dt="2023-09-12T18:06:49.268" v="844" actId="478"/>
          <ac:spMkLst>
            <pc:docMk/>
            <pc:sldMk cId="88882051" sldId="449"/>
            <ac:spMk id="9" creationId="{E4804977-31A2-9545-63BB-E45436AABD71}"/>
          </ac:spMkLst>
        </pc:spChg>
        <pc:spChg chg="add mod">
          <ac:chgData name="Daphne Economou" userId="d065a339-36cf-4937-af08-41751becbd81" providerId="ADAL" clId="{E7ED7854-C6CB-4929-B612-8CAFDB5B6466}" dt="2023-09-12T19:54:33.591" v="974" actId="20577"/>
          <ac:spMkLst>
            <pc:docMk/>
            <pc:sldMk cId="88882051" sldId="449"/>
            <ac:spMk id="12" creationId="{C1655FC2-3C34-A6CB-B23A-988AEFBC4916}"/>
          </ac:spMkLst>
        </pc:spChg>
        <pc:spChg chg="mod">
          <ac:chgData name="Daphne Economou" userId="d065a339-36cf-4937-af08-41751becbd81" providerId="ADAL" clId="{E7ED7854-C6CB-4929-B612-8CAFDB5B6466}" dt="2023-09-12T19:55:02.178" v="987" actId="20577"/>
          <ac:spMkLst>
            <pc:docMk/>
            <pc:sldMk cId="88882051" sldId="449"/>
            <ac:spMk id="112642" creationId="{00000000-0000-0000-0000-000000000000}"/>
          </ac:spMkLst>
        </pc:spChg>
        <pc:picChg chg="add del mod ord">
          <ac:chgData name="Daphne Economou" userId="d065a339-36cf-4937-af08-41751becbd81" providerId="ADAL" clId="{E7ED7854-C6CB-4929-B612-8CAFDB5B6466}" dt="2023-09-12T15:48:24.520" v="321" actId="478"/>
          <ac:picMkLst>
            <pc:docMk/>
            <pc:sldMk cId="88882051" sldId="449"/>
            <ac:picMk id="4" creationId="{C026E52F-63E3-0F9E-0392-7B1B51F7B080}"/>
          </ac:picMkLst>
        </pc:picChg>
        <pc:picChg chg="add mod ord">
          <ac:chgData name="Daphne Economou" userId="d065a339-36cf-4937-af08-41751becbd81" providerId="ADAL" clId="{E7ED7854-C6CB-4929-B612-8CAFDB5B6466}" dt="2023-09-12T19:53:21.091" v="886" actId="1076"/>
          <ac:picMkLst>
            <pc:docMk/>
            <pc:sldMk cId="88882051" sldId="449"/>
            <ac:picMk id="6" creationId="{3A06A177-39AF-D0E8-D765-48E9254CC56D}"/>
          </ac:picMkLst>
        </pc:picChg>
        <pc:picChg chg="add mod">
          <ac:chgData name="Daphne Economou" userId="d065a339-36cf-4937-af08-41751becbd81" providerId="ADAL" clId="{E7ED7854-C6CB-4929-B612-8CAFDB5B6466}" dt="2023-09-12T18:03:32.638" v="807"/>
          <ac:picMkLst>
            <pc:docMk/>
            <pc:sldMk cId="88882051" sldId="449"/>
            <ac:picMk id="7" creationId="{33961C20-8E5B-8CDF-3BF8-964B6A23F9E5}"/>
          </ac:picMkLst>
        </pc:picChg>
        <pc:picChg chg="del mod">
          <ac:chgData name="Daphne Economou" userId="d065a339-36cf-4937-af08-41751becbd81" providerId="ADAL" clId="{E7ED7854-C6CB-4929-B612-8CAFDB5B6466}" dt="2023-09-12T15:46:58.619" v="312" actId="478"/>
          <ac:picMkLst>
            <pc:docMk/>
            <pc:sldMk cId="88882051" sldId="449"/>
            <ac:picMk id="18" creationId="{89C127D7-7A1E-631E-0492-14A8F87F50FA}"/>
          </ac:picMkLst>
        </pc:picChg>
      </pc:sldChg>
      <pc:sldChg chg="addSp delSp modSp mod">
        <pc:chgData name="Daphne Economou" userId="d065a339-36cf-4937-af08-41751becbd81" providerId="ADAL" clId="{E7ED7854-C6CB-4929-B612-8CAFDB5B6466}" dt="2023-09-12T21:18:22.325" v="2086" actId="27636"/>
        <pc:sldMkLst>
          <pc:docMk/>
          <pc:sldMk cId="3097270569" sldId="450"/>
        </pc:sldMkLst>
        <pc:spChg chg="mod">
          <ac:chgData name="Daphne Economou" userId="d065a339-36cf-4937-af08-41751becbd81" providerId="ADAL" clId="{E7ED7854-C6CB-4929-B612-8CAFDB5B6466}" dt="2023-09-12T19:55:20.414" v="992" actId="20577"/>
          <ac:spMkLst>
            <pc:docMk/>
            <pc:sldMk cId="3097270569" sldId="450"/>
            <ac:spMk id="2" creationId="{AF886E24-03D3-44A7-9683-7EAD69AD1871}"/>
          </ac:spMkLst>
        </pc:spChg>
        <pc:spChg chg="mod">
          <ac:chgData name="Daphne Economou" userId="d065a339-36cf-4937-af08-41751becbd81" providerId="ADAL" clId="{E7ED7854-C6CB-4929-B612-8CAFDB5B6466}" dt="2023-09-12T21:18:22.325" v="2086" actId="27636"/>
          <ac:spMkLst>
            <pc:docMk/>
            <pc:sldMk cId="3097270569" sldId="450"/>
            <ac:spMk id="3" creationId="{0E6E2E5B-5FFD-427B-8550-10E75A576AF2}"/>
          </ac:spMkLst>
        </pc:spChg>
        <pc:spChg chg="add mod">
          <ac:chgData name="Daphne Economou" userId="d065a339-36cf-4937-af08-41751becbd81" providerId="ADAL" clId="{E7ED7854-C6CB-4929-B612-8CAFDB5B6466}" dt="2023-09-12T21:11:24.753" v="1861" actId="1076"/>
          <ac:spMkLst>
            <pc:docMk/>
            <pc:sldMk cId="3097270569" sldId="450"/>
            <ac:spMk id="5" creationId="{9D9598C3-0FAC-20E2-096D-6812FD621174}"/>
          </ac:spMkLst>
        </pc:spChg>
        <pc:spChg chg="add mod">
          <ac:chgData name="Daphne Economou" userId="d065a339-36cf-4937-af08-41751becbd81" providerId="ADAL" clId="{E7ED7854-C6CB-4929-B612-8CAFDB5B6466}" dt="2023-09-12T21:14:56.222" v="2035" actId="14100"/>
          <ac:spMkLst>
            <pc:docMk/>
            <pc:sldMk cId="3097270569" sldId="450"/>
            <ac:spMk id="6" creationId="{B08A1912-C2E8-3600-48CA-C7274C34C4CE}"/>
          </ac:spMkLst>
        </pc:spChg>
        <pc:spChg chg="del mod">
          <ac:chgData name="Daphne Economou" userId="d065a339-36cf-4937-af08-41751becbd81" providerId="ADAL" clId="{E7ED7854-C6CB-4929-B612-8CAFDB5B6466}" dt="2023-09-12T21:13:37.539" v="2025" actId="478"/>
          <ac:spMkLst>
            <pc:docMk/>
            <pc:sldMk cId="3097270569" sldId="450"/>
            <ac:spMk id="10" creationId="{C2472A56-B4DF-4D69-9E3D-B8DA444B0D4B}"/>
          </ac:spMkLst>
        </pc:spChg>
        <pc:picChg chg="add mod">
          <ac:chgData name="Daphne Economou" userId="d065a339-36cf-4937-af08-41751becbd81" providerId="ADAL" clId="{E7ED7854-C6CB-4929-B612-8CAFDB5B6466}" dt="2023-09-12T17:19:37.822" v="362"/>
          <ac:picMkLst>
            <pc:docMk/>
            <pc:sldMk cId="3097270569" sldId="450"/>
            <ac:picMk id="4" creationId="{962A68EC-97CF-9F58-20B2-CC9101BB9BC7}"/>
          </ac:picMkLst>
        </pc:picChg>
        <pc:picChg chg="del">
          <ac:chgData name="Daphne Economou" userId="d065a339-36cf-4937-af08-41751becbd81" providerId="ADAL" clId="{E7ED7854-C6CB-4929-B612-8CAFDB5B6466}" dt="2023-09-12T17:19:37.278" v="361" actId="478"/>
          <ac:picMkLst>
            <pc:docMk/>
            <pc:sldMk cId="3097270569" sldId="450"/>
            <ac:picMk id="7" creationId="{4C16AB48-1AFF-9FA6-8936-602EE1CD05F3}"/>
          </ac:picMkLst>
        </pc:picChg>
        <pc:picChg chg="mod ord">
          <ac:chgData name="Daphne Economou" userId="d065a339-36cf-4937-af08-41751becbd81" providerId="ADAL" clId="{E7ED7854-C6CB-4929-B612-8CAFDB5B6466}" dt="2023-09-12T21:15:43.784" v="2045" actId="167"/>
          <ac:picMkLst>
            <pc:docMk/>
            <pc:sldMk cId="3097270569" sldId="450"/>
            <ac:picMk id="8" creationId="{BA917FC8-2D4B-4BF0-A1B0-A9100B124CFC}"/>
          </ac:picMkLst>
        </pc:picChg>
      </pc:sldChg>
      <pc:sldChg chg="addSp delSp modSp mod">
        <pc:chgData name="Daphne Economou" userId="d065a339-36cf-4937-af08-41751becbd81" providerId="ADAL" clId="{E7ED7854-C6CB-4929-B612-8CAFDB5B6466}" dt="2023-09-12T21:08:07.613" v="1799" actId="20577"/>
        <pc:sldMkLst>
          <pc:docMk/>
          <pc:sldMk cId="312953705" sldId="451"/>
        </pc:sldMkLst>
        <pc:spChg chg="mod">
          <ac:chgData name="Daphne Economou" userId="d065a339-36cf-4937-af08-41751becbd81" providerId="ADAL" clId="{E7ED7854-C6CB-4929-B612-8CAFDB5B6466}" dt="2023-09-12T19:55:13.886" v="989" actId="20577"/>
          <ac:spMkLst>
            <pc:docMk/>
            <pc:sldMk cId="312953705" sldId="451"/>
            <ac:spMk id="2" creationId="{AF886E24-03D3-44A7-9683-7EAD69AD1871}"/>
          </ac:spMkLst>
        </pc:spChg>
        <pc:spChg chg="mod">
          <ac:chgData name="Daphne Economou" userId="d065a339-36cf-4937-af08-41751becbd81" providerId="ADAL" clId="{E7ED7854-C6CB-4929-B612-8CAFDB5B6466}" dt="2023-09-12T21:01:52.140" v="1648" actId="27636"/>
          <ac:spMkLst>
            <pc:docMk/>
            <pc:sldMk cId="312953705" sldId="451"/>
            <ac:spMk id="3" creationId="{0E6E2E5B-5FFD-427B-8550-10E75A576AF2}"/>
          </ac:spMkLst>
        </pc:spChg>
        <pc:spChg chg="add mod">
          <ac:chgData name="Daphne Economou" userId="d065a339-36cf-4937-af08-41751becbd81" providerId="ADAL" clId="{E7ED7854-C6CB-4929-B612-8CAFDB5B6466}" dt="2023-09-12T21:02:21.576" v="1667" actId="20577"/>
          <ac:spMkLst>
            <pc:docMk/>
            <pc:sldMk cId="312953705" sldId="451"/>
            <ac:spMk id="4" creationId="{6D4E5046-429A-041F-4F19-C0CCA4D1F601}"/>
          </ac:spMkLst>
        </pc:spChg>
        <pc:spChg chg="add mod">
          <ac:chgData name="Daphne Economou" userId="d065a339-36cf-4937-af08-41751becbd81" providerId="ADAL" clId="{E7ED7854-C6CB-4929-B612-8CAFDB5B6466}" dt="2023-09-12T21:08:07.613" v="1799" actId="20577"/>
          <ac:spMkLst>
            <pc:docMk/>
            <pc:sldMk cId="312953705" sldId="451"/>
            <ac:spMk id="6" creationId="{653C4A4C-E573-4AF2-08F8-FC96D6D73D1B}"/>
          </ac:spMkLst>
        </pc:spChg>
        <pc:picChg chg="del">
          <ac:chgData name="Daphne Economou" userId="d065a339-36cf-4937-af08-41751becbd81" providerId="ADAL" clId="{E7ED7854-C6CB-4929-B612-8CAFDB5B6466}" dt="2023-09-12T15:06:27.986" v="254" actId="478"/>
          <ac:picMkLst>
            <pc:docMk/>
            <pc:sldMk cId="312953705" sldId="451"/>
            <ac:picMk id="4" creationId="{B1C15BA4-0E1E-99FD-0650-D2020BFE821A}"/>
          </ac:picMkLst>
        </pc:picChg>
        <pc:picChg chg="add mod">
          <ac:chgData name="Daphne Economou" userId="d065a339-36cf-4937-af08-41751becbd81" providerId="ADAL" clId="{E7ED7854-C6CB-4929-B612-8CAFDB5B6466}" dt="2023-09-12T17:20:14.251" v="370"/>
          <ac:picMkLst>
            <pc:docMk/>
            <pc:sldMk cId="312953705" sldId="451"/>
            <ac:picMk id="5" creationId="{4A81C897-C41F-7131-79B7-F271E7A33F9F}"/>
          </ac:picMkLst>
        </pc:picChg>
        <pc:picChg chg="mod">
          <ac:chgData name="Daphne Economou" userId="d065a339-36cf-4937-af08-41751becbd81" providerId="ADAL" clId="{E7ED7854-C6CB-4929-B612-8CAFDB5B6466}" dt="2023-09-12T18:08:11.690" v="884" actId="1076"/>
          <ac:picMkLst>
            <pc:docMk/>
            <pc:sldMk cId="312953705" sldId="451"/>
            <ac:picMk id="8" creationId="{34EC36EE-196C-4DA5-A9EC-04604D7DD108}"/>
          </ac:picMkLst>
        </pc:picChg>
        <pc:picChg chg="del">
          <ac:chgData name="Daphne Economou" userId="d065a339-36cf-4937-af08-41751becbd81" providerId="ADAL" clId="{E7ED7854-C6CB-4929-B612-8CAFDB5B6466}" dt="2023-09-12T17:20:13.816" v="369" actId="478"/>
          <ac:picMkLst>
            <pc:docMk/>
            <pc:sldMk cId="312953705" sldId="451"/>
            <ac:picMk id="14" creationId="{CCC1A084-9E59-F6A8-E473-A47BC22DF6CB}"/>
          </ac:picMkLst>
        </pc:picChg>
      </pc:sldChg>
      <pc:sldChg chg="addSp modSp new mod modAnim">
        <pc:chgData name="Daphne Economou" userId="d065a339-36cf-4937-af08-41751becbd81" providerId="ADAL" clId="{E7ED7854-C6CB-4929-B612-8CAFDB5B6466}" dt="2023-09-12T20:16:07.538" v="1314" actId="1076"/>
        <pc:sldMkLst>
          <pc:docMk/>
          <pc:sldMk cId="2396461014" sldId="452"/>
        </pc:sldMkLst>
        <pc:spChg chg="mod">
          <ac:chgData name="Daphne Economou" userId="d065a339-36cf-4937-af08-41751becbd81" providerId="ADAL" clId="{E7ED7854-C6CB-4929-B612-8CAFDB5B6466}" dt="2023-09-12T19:59:48.621" v="1111" actId="20577"/>
          <ac:spMkLst>
            <pc:docMk/>
            <pc:sldMk cId="2396461014" sldId="452"/>
            <ac:spMk id="2" creationId="{A6AE7CF6-CEB9-B2BC-687E-3D9DF78F1D86}"/>
          </ac:spMkLst>
        </pc:spChg>
        <pc:spChg chg="mod">
          <ac:chgData name="Daphne Economou" userId="d065a339-36cf-4937-af08-41751becbd81" providerId="ADAL" clId="{E7ED7854-C6CB-4929-B612-8CAFDB5B6466}" dt="2023-09-12T20:15:32.726" v="1306" actId="20578"/>
          <ac:spMkLst>
            <pc:docMk/>
            <pc:sldMk cId="2396461014" sldId="452"/>
            <ac:spMk id="3" creationId="{1870EB8A-2527-0648-92B7-B359C3E79821}"/>
          </ac:spMkLst>
        </pc:spChg>
        <pc:picChg chg="add mod ord">
          <ac:chgData name="Daphne Economou" userId="d065a339-36cf-4937-af08-41751becbd81" providerId="ADAL" clId="{E7ED7854-C6CB-4929-B612-8CAFDB5B6466}" dt="2023-09-12T20:15:41.972" v="1310" actId="1076"/>
          <ac:picMkLst>
            <pc:docMk/>
            <pc:sldMk cId="2396461014" sldId="452"/>
            <ac:picMk id="8" creationId="{7B9D821C-5A96-BB2D-5F63-05CE53035A70}"/>
          </ac:picMkLst>
        </pc:picChg>
        <pc:picChg chg="add mod">
          <ac:chgData name="Daphne Economou" userId="d065a339-36cf-4937-af08-41751becbd81" providerId="ADAL" clId="{E7ED7854-C6CB-4929-B612-8CAFDB5B6466}" dt="2023-09-12T20:16:07.538" v="1314" actId="1076"/>
          <ac:picMkLst>
            <pc:docMk/>
            <pc:sldMk cId="2396461014" sldId="452"/>
            <ac:picMk id="10" creationId="{5A0F7BD3-5ECC-1271-EE16-83DE9C8E5777}"/>
          </ac:picMkLst>
        </pc:picChg>
      </pc:sldChg>
      <pc:sldChg chg="new del">
        <pc:chgData name="Daphne Economou" userId="d065a339-36cf-4937-af08-41751becbd81" providerId="ADAL" clId="{E7ED7854-C6CB-4929-B612-8CAFDB5B6466}" dt="2023-09-12T20:14:02.434" v="1205" actId="47"/>
        <pc:sldMkLst>
          <pc:docMk/>
          <pc:sldMk cId="32147131" sldId="453"/>
        </pc:sldMkLst>
      </pc:sldChg>
    </pc:docChg>
  </pc:docChgLst>
  <pc:docChgLst>
    <pc:chgData name="Daphne Economou" userId="d065a339-36cf-4937-af08-41751becbd81" providerId="ADAL" clId="{2B0252DF-68DA-4286-BD90-BCBB5C95D44C}"/>
    <pc:docChg chg="modSld">
      <pc:chgData name="Daphne Economou" userId="d065a339-36cf-4937-af08-41751becbd81" providerId="ADAL" clId="{2B0252DF-68DA-4286-BD90-BCBB5C95D44C}" dt="2023-10-20T19:11:52.764" v="773" actId="962"/>
      <pc:docMkLst>
        <pc:docMk/>
      </pc:docMkLst>
      <pc:sldChg chg="modSp mod">
        <pc:chgData name="Daphne Economou" userId="d065a339-36cf-4937-af08-41751becbd81" providerId="ADAL" clId="{2B0252DF-68DA-4286-BD90-BCBB5C95D44C}" dt="2023-10-20T19:07:46.398" v="23" actId="962"/>
        <pc:sldMkLst>
          <pc:docMk/>
          <pc:sldMk cId="0" sldId="365"/>
        </pc:sldMkLst>
        <pc:picChg chg="mod">
          <ac:chgData name="Daphne Economou" userId="d065a339-36cf-4937-af08-41751becbd81" providerId="ADAL" clId="{2B0252DF-68DA-4286-BD90-BCBB5C95D44C}" dt="2023-10-20T19:07:46.398" v="23" actId="962"/>
          <ac:picMkLst>
            <pc:docMk/>
            <pc:sldMk cId="0" sldId="365"/>
            <ac:picMk id="8" creationId="{C6EC0C37-BA0D-4949-87B8-AB4FD098928D}"/>
          </ac:picMkLst>
        </pc:picChg>
      </pc:sldChg>
      <pc:sldChg chg="modSp mod">
        <pc:chgData name="Daphne Economou" userId="d065a339-36cf-4937-af08-41751becbd81" providerId="ADAL" clId="{2B0252DF-68DA-4286-BD90-BCBB5C95D44C}" dt="2023-10-20T19:08:05.773" v="63" actId="962"/>
        <pc:sldMkLst>
          <pc:docMk/>
          <pc:sldMk cId="1671842658" sldId="408"/>
        </pc:sldMkLst>
        <pc:picChg chg="mod">
          <ac:chgData name="Daphne Economou" userId="d065a339-36cf-4937-af08-41751becbd81" providerId="ADAL" clId="{2B0252DF-68DA-4286-BD90-BCBB5C95D44C}" dt="2023-10-20T19:08:05.773" v="63" actId="962"/>
          <ac:picMkLst>
            <pc:docMk/>
            <pc:sldMk cId="1671842658" sldId="408"/>
            <ac:picMk id="24" creationId="{2901FBA5-8895-8D2B-4B71-277348C01D8B}"/>
          </ac:picMkLst>
        </pc:picChg>
      </pc:sldChg>
      <pc:sldChg chg="modSp mod">
        <pc:chgData name="Daphne Economou" userId="d065a339-36cf-4937-af08-41751becbd81" providerId="ADAL" clId="{2B0252DF-68DA-4286-BD90-BCBB5C95D44C}" dt="2023-10-20T19:11:52.764" v="773" actId="962"/>
        <pc:sldMkLst>
          <pc:docMk/>
          <pc:sldMk cId="2282375958" sldId="423"/>
        </pc:sldMkLst>
        <pc:picChg chg="mod">
          <ac:chgData name="Daphne Economou" userId="d065a339-36cf-4937-af08-41751becbd81" providerId="ADAL" clId="{2B0252DF-68DA-4286-BD90-BCBB5C95D44C}" dt="2023-10-20T19:11:52.764" v="773" actId="962"/>
          <ac:picMkLst>
            <pc:docMk/>
            <pc:sldMk cId="2282375958" sldId="423"/>
            <ac:picMk id="8" creationId="{C115EAC1-1839-45F0-8372-6E0952CC673C}"/>
          </ac:picMkLst>
        </pc:picChg>
      </pc:sldChg>
      <pc:sldChg chg="modSp mod">
        <pc:chgData name="Daphne Economou" userId="d065a339-36cf-4937-af08-41751becbd81" providerId="ADAL" clId="{2B0252DF-68DA-4286-BD90-BCBB5C95D44C}" dt="2023-10-20T19:11:31.282" v="651" actId="962"/>
        <pc:sldMkLst>
          <pc:docMk/>
          <pc:sldMk cId="547077194" sldId="425"/>
        </pc:sldMkLst>
        <pc:picChg chg="mod">
          <ac:chgData name="Daphne Economou" userId="d065a339-36cf-4937-af08-41751becbd81" providerId="ADAL" clId="{2B0252DF-68DA-4286-BD90-BCBB5C95D44C}" dt="2023-10-20T19:11:31.282" v="651" actId="962"/>
          <ac:picMkLst>
            <pc:docMk/>
            <pc:sldMk cId="547077194" sldId="425"/>
            <ac:picMk id="14" creationId="{68DE0379-0590-404E-A29E-B2DAF757F73D}"/>
          </ac:picMkLst>
        </pc:picChg>
      </pc:sldChg>
      <pc:sldChg chg="modSp mod">
        <pc:chgData name="Daphne Economou" userId="d065a339-36cf-4937-af08-41751becbd81" providerId="ADAL" clId="{2B0252DF-68DA-4286-BD90-BCBB5C95D44C}" dt="2023-10-20T19:08:28.575" v="145" actId="962"/>
        <pc:sldMkLst>
          <pc:docMk/>
          <pc:sldMk cId="1670306749" sldId="431"/>
        </pc:sldMkLst>
        <pc:picChg chg="mod">
          <ac:chgData name="Daphne Economou" userId="d065a339-36cf-4937-af08-41751becbd81" providerId="ADAL" clId="{2B0252DF-68DA-4286-BD90-BCBB5C95D44C}" dt="2023-10-20T19:08:28.575" v="145" actId="962"/>
          <ac:picMkLst>
            <pc:docMk/>
            <pc:sldMk cId="1670306749" sldId="431"/>
            <ac:picMk id="3" creationId="{14CD1D42-73D6-DCF4-FDD3-96BCB3A3F6E5}"/>
          </ac:picMkLst>
        </pc:picChg>
        <pc:picChg chg="mod">
          <ac:chgData name="Daphne Economou" userId="d065a339-36cf-4937-af08-41751becbd81" providerId="ADAL" clId="{2B0252DF-68DA-4286-BD90-BCBB5C95D44C}" dt="2023-10-20T19:08:19.271" v="89" actId="962"/>
          <ac:picMkLst>
            <pc:docMk/>
            <pc:sldMk cId="1670306749" sldId="431"/>
            <ac:picMk id="5" creationId="{01B305CD-CE46-4664-E7CA-764B9A8370AB}"/>
          </ac:picMkLst>
        </pc:picChg>
      </pc:sldChg>
      <pc:sldChg chg="modSp mod">
        <pc:chgData name="Daphne Economou" userId="d065a339-36cf-4937-af08-41751becbd81" providerId="ADAL" clId="{2B0252DF-68DA-4286-BD90-BCBB5C95D44C}" dt="2023-10-20T19:08:51.119" v="227" actId="962"/>
        <pc:sldMkLst>
          <pc:docMk/>
          <pc:sldMk cId="2982767162" sldId="432"/>
        </pc:sldMkLst>
        <pc:spChg chg="mod">
          <ac:chgData name="Daphne Economou" userId="d065a339-36cf-4937-af08-41751becbd81" providerId="ADAL" clId="{2B0252DF-68DA-4286-BD90-BCBB5C95D44C}" dt="2023-10-20T19:08:51.119" v="227" actId="962"/>
          <ac:spMkLst>
            <pc:docMk/>
            <pc:sldMk cId="2982767162" sldId="432"/>
            <ac:spMk id="2" creationId="{0A2FF4DA-BE4B-433F-86C8-53D7D46E8E1E}"/>
          </ac:spMkLst>
        </pc:spChg>
      </pc:sldChg>
      <pc:sldChg chg="modSp mod">
        <pc:chgData name="Daphne Economou" userId="d065a339-36cf-4937-af08-41751becbd81" providerId="ADAL" clId="{2B0252DF-68DA-4286-BD90-BCBB5C95D44C}" dt="2023-10-20T19:09:06.087" v="259" actId="962"/>
        <pc:sldMkLst>
          <pc:docMk/>
          <pc:sldMk cId="1976262221" sldId="434"/>
        </pc:sldMkLst>
        <pc:picChg chg="mod">
          <ac:chgData name="Daphne Economou" userId="d065a339-36cf-4937-af08-41751becbd81" providerId="ADAL" clId="{2B0252DF-68DA-4286-BD90-BCBB5C95D44C}" dt="2023-10-20T19:09:06.087" v="259" actId="962"/>
          <ac:picMkLst>
            <pc:docMk/>
            <pc:sldMk cId="1976262221" sldId="434"/>
            <ac:picMk id="3" creationId="{0EC6113B-26F7-692E-B4BC-DE70A28F6A5C}"/>
          </ac:picMkLst>
        </pc:picChg>
      </pc:sldChg>
      <pc:sldChg chg="modSp mod">
        <pc:chgData name="Daphne Economou" userId="d065a339-36cf-4937-af08-41751becbd81" providerId="ADAL" clId="{2B0252DF-68DA-4286-BD90-BCBB5C95D44C}" dt="2023-10-20T19:09:24.253" v="317" actId="962"/>
        <pc:sldMkLst>
          <pc:docMk/>
          <pc:sldMk cId="3233231359" sldId="436"/>
        </pc:sldMkLst>
        <pc:picChg chg="mod">
          <ac:chgData name="Daphne Economou" userId="d065a339-36cf-4937-af08-41751becbd81" providerId="ADAL" clId="{2B0252DF-68DA-4286-BD90-BCBB5C95D44C}" dt="2023-10-20T19:09:24.253" v="317" actId="962"/>
          <ac:picMkLst>
            <pc:docMk/>
            <pc:sldMk cId="3233231359" sldId="436"/>
            <ac:picMk id="12" creationId="{829DC635-783D-C60D-9D4D-5A3131FC9E6F}"/>
          </ac:picMkLst>
        </pc:picChg>
      </pc:sldChg>
      <pc:sldChg chg="modSp mod">
        <pc:chgData name="Daphne Economou" userId="d065a339-36cf-4937-af08-41751becbd81" providerId="ADAL" clId="{2B0252DF-68DA-4286-BD90-BCBB5C95D44C}" dt="2023-10-20T19:09:33.152" v="341" actId="962"/>
        <pc:sldMkLst>
          <pc:docMk/>
          <pc:sldMk cId="437394209" sldId="437"/>
        </pc:sldMkLst>
        <pc:picChg chg="mod">
          <ac:chgData name="Daphne Economou" userId="d065a339-36cf-4937-af08-41751becbd81" providerId="ADAL" clId="{2B0252DF-68DA-4286-BD90-BCBB5C95D44C}" dt="2023-10-20T19:09:33.152" v="341" actId="962"/>
          <ac:picMkLst>
            <pc:docMk/>
            <pc:sldMk cId="437394209" sldId="437"/>
            <ac:picMk id="7" creationId="{75568C14-8804-D038-25A3-C086094FFD15}"/>
          </ac:picMkLst>
        </pc:picChg>
      </pc:sldChg>
      <pc:sldChg chg="modSp mod">
        <pc:chgData name="Daphne Economou" userId="d065a339-36cf-4937-af08-41751becbd81" providerId="ADAL" clId="{2B0252DF-68DA-4286-BD90-BCBB5C95D44C}" dt="2023-10-20T19:09:53.292" v="397" actId="962"/>
        <pc:sldMkLst>
          <pc:docMk/>
          <pc:sldMk cId="1610215794" sldId="439"/>
        </pc:sldMkLst>
        <pc:picChg chg="mod">
          <ac:chgData name="Daphne Economou" userId="d065a339-36cf-4937-af08-41751becbd81" providerId="ADAL" clId="{2B0252DF-68DA-4286-BD90-BCBB5C95D44C}" dt="2023-10-20T19:09:53.292" v="397" actId="962"/>
          <ac:picMkLst>
            <pc:docMk/>
            <pc:sldMk cId="1610215794" sldId="439"/>
            <ac:picMk id="12" creationId="{A56C080D-6F7A-F12C-539F-022444910293}"/>
          </ac:picMkLst>
        </pc:picChg>
      </pc:sldChg>
      <pc:sldChg chg="modSp mod">
        <pc:chgData name="Daphne Economou" userId="d065a339-36cf-4937-af08-41751becbd81" providerId="ADAL" clId="{2B0252DF-68DA-4286-BD90-BCBB5C95D44C}" dt="2023-10-20T19:10:04.641" v="417" actId="962"/>
        <pc:sldMkLst>
          <pc:docMk/>
          <pc:sldMk cId="684014965" sldId="440"/>
        </pc:sldMkLst>
        <pc:picChg chg="mod">
          <ac:chgData name="Daphne Economou" userId="d065a339-36cf-4937-af08-41751becbd81" providerId="ADAL" clId="{2B0252DF-68DA-4286-BD90-BCBB5C95D44C}" dt="2023-10-20T19:10:04.641" v="417" actId="962"/>
          <ac:picMkLst>
            <pc:docMk/>
            <pc:sldMk cId="684014965" sldId="440"/>
            <ac:picMk id="10" creationId="{B231CDB8-A8CA-0CE6-90C4-51E0FC7D1426}"/>
          </ac:picMkLst>
        </pc:picChg>
      </pc:sldChg>
      <pc:sldChg chg="modSp mod">
        <pc:chgData name="Daphne Economou" userId="d065a339-36cf-4937-af08-41751becbd81" providerId="ADAL" clId="{2B0252DF-68DA-4286-BD90-BCBB5C95D44C}" dt="2023-10-20T19:11:07.584" v="573" actId="962"/>
        <pc:sldMkLst>
          <pc:docMk/>
          <pc:sldMk cId="2031599003" sldId="441"/>
        </pc:sldMkLst>
        <pc:picChg chg="mod">
          <ac:chgData name="Daphne Economou" userId="d065a339-36cf-4937-af08-41751becbd81" providerId="ADAL" clId="{2B0252DF-68DA-4286-BD90-BCBB5C95D44C}" dt="2023-10-20T19:10:58.841" v="559" actId="962"/>
          <ac:picMkLst>
            <pc:docMk/>
            <pc:sldMk cId="2031599003" sldId="441"/>
            <ac:picMk id="8" creationId="{774C6C5F-85E9-4393-C6F5-15E894F93C89}"/>
          </ac:picMkLst>
        </pc:picChg>
        <pc:picChg chg="mod">
          <ac:chgData name="Daphne Economou" userId="d065a339-36cf-4937-af08-41751becbd81" providerId="ADAL" clId="{2B0252DF-68DA-4286-BD90-BCBB5C95D44C}" dt="2023-10-20T19:11:07.584" v="573" actId="962"/>
          <ac:picMkLst>
            <pc:docMk/>
            <pc:sldMk cId="2031599003" sldId="441"/>
            <ac:picMk id="21" creationId="{1B91B659-9541-04BC-192C-0DFD1CC3B677}"/>
          </ac:picMkLst>
        </pc:picChg>
        <pc:picChg chg="mod">
          <ac:chgData name="Daphne Economou" userId="d065a339-36cf-4937-af08-41751becbd81" providerId="ADAL" clId="{2B0252DF-68DA-4286-BD90-BCBB5C95D44C}" dt="2023-10-20T19:11:03.414" v="561" actId="962"/>
          <ac:picMkLst>
            <pc:docMk/>
            <pc:sldMk cId="2031599003" sldId="441"/>
            <ac:picMk id="22" creationId="{2572F791-3256-BCF1-D4B9-D3DE6C6EB614}"/>
          </ac:picMkLst>
        </pc:picChg>
      </pc:sldChg>
      <pc:sldChg chg="modSp">
        <pc:chgData name="Daphne Economou" userId="d065a339-36cf-4937-af08-41751becbd81" providerId="ADAL" clId="{2B0252DF-68DA-4286-BD90-BCBB5C95D44C}" dt="2023-10-20T19:10:17.333" v="485" actId="962"/>
        <pc:sldMkLst>
          <pc:docMk/>
          <pc:sldMk cId="662085378" sldId="442"/>
        </pc:sldMkLst>
        <pc:picChg chg="mod">
          <ac:chgData name="Daphne Economou" userId="d065a339-36cf-4937-af08-41751becbd81" providerId="ADAL" clId="{2B0252DF-68DA-4286-BD90-BCBB5C95D44C}" dt="2023-10-20T19:10:17.333" v="485" actId="962"/>
          <ac:picMkLst>
            <pc:docMk/>
            <pc:sldMk cId="662085378" sldId="442"/>
            <ac:picMk id="8" creationId="{0DF9B886-EC24-EE5E-A504-438B58240A32}"/>
          </ac:picMkLst>
        </pc:picChg>
      </pc:sldChg>
      <pc:sldChg chg="modSp mod">
        <pc:chgData name="Daphne Economou" userId="d065a339-36cf-4937-af08-41751becbd81" providerId="ADAL" clId="{2B0252DF-68DA-4286-BD90-BCBB5C95D44C}" dt="2023-10-20T19:11:16.144" v="587" actId="962"/>
        <pc:sldMkLst>
          <pc:docMk/>
          <pc:sldMk cId="3353159012" sldId="445"/>
        </pc:sldMkLst>
        <pc:picChg chg="mod">
          <ac:chgData name="Daphne Economou" userId="d065a339-36cf-4937-af08-41751becbd81" providerId="ADAL" clId="{2B0252DF-68DA-4286-BD90-BCBB5C95D44C}" dt="2023-10-20T19:11:12.297" v="575" actId="962"/>
          <ac:picMkLst>
            <pc:docMk/>
            <pc:sldMk cId="3353159012" sldId="445"/>
            <ac:picMk id="7" creationId="{BC0E0B83-5373-72BC-924C-56C3303DC66E}"/>
          </ac:picMkLst>
        </pc:picChg>
        <pc:picChg chg="mod">
          <ac:chgData name="Daphne Economou" userId="d065a339-36cf-4937-af08-41751becbd81" providerId="ADAL" clId="{2B0252DF-68DA-4286-BD90-BCBB5C95D44C}" dt="2023-10-20T19:11:16.144" v="587" actId="962"/>
          <ac:picMkLst>
            <pc:docMk/>
            <pc:sldMk cId="3353159012" sldId="445"/>
            <ac:picMk id="8" creationId="{1F66CED5-9EDC-A8DC-B209-EA54C5F30842}"/>
          </ac:picMkLst>
        </pc:picChg>
      </pc:sldChg>
      <pc:sldChg chg="modSp mod">
        <pc:chgData name="Daphne Economou" userId="d065a339-36cf-4937-af08-41751becbd81" providerId="ADAL" clId="{2B0252DF-68DA-4286-BD90-BCBB5C95D44C}" dt="2023-10-20T19:11:43.206" v="729" actId="962"/>
        <pc:sldMkLst>
          <pc:docMk/>
          <pc:sldMk cId="1955820960" sldId="448"/>
        </pc:sldMkLst>
        <pc:picChg chg="mod">
          <ac:chgData name="Daphne Economou" userId="d065a339-36cf-4937-af08-41751becbd81" providerId="ADAL" clId="{2B0252DF-68DA-4286-BD90-BCBB5C95D44C}" dt="2023-10-20T19:11:43.206" v="729" actId="962"/>
          <ac:picMkLst>
            <pc:docMk/>
            <pc:sldMk cId="1955820960" sldId="448"/>
            <ac:picMk id="8" creationId="{191D2A29-A305-6A01-DD31-DE58633C55CF}"/>
          </ac:picMkLst>
        </pc:picChg>
      </pc:sldChg>
      <pc:sldChg chg="modSp mod">
        <pc:chgData name="Daphne Economou" userId="d065a339-36cf-4937-af08-41751becbd81" providerId="ADAL" clId="{2B0252DF-68DA-4286-BD90-BCBB5C95D44C}" dt="2023-10-20T19:08:59.756" v="247" actId="962"/>
        <pc:sldMkLst>
          <pc:docMk/>
          <pc:sldMk cId="2396461014" sldId="452"/>
        </pc:sldMkLst>
        <pc:picChg chg="mod">
          <ac:chgData name="Daphne Economou" userId="d065a339-36cf-4937-af08-41751becbd81" providerId="ADAL" clId="{2B0252DF-68DA-4286-BD90-BCBB5C95D44C}" dt="2023-10-20T19:08:59.756" v="247" actId="962"/>
          <ac:picMkLst>
            <pc:docMk/>
            <pc:sldMk cId="2396461014" sldId="452"/>
            <ac:picMk id="10" creationId="{5A0F7BD3-5ECC-1271-EE16-83DE9C8E5777}"/>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B27D27-C944-4D0B-972B-516DA1A20F56}"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GB"/>
        </a:p>
      </dgm:t>
    </dgm:pt>
    <dgm:pt modelId="{4DCC4CA2-4800-49E1-8770-E574DA348ACF}">
      <dgm:prSet phldrT="[Text]" custT="1"/>
      <dgm:spPr/>
      <dgm:t>
        <a:bodyPr/>
        <a:lstStyle/>
        <a:p>
          <a:r>
            <a:rPr lang="en-GB" sz="2000" spc="-150" dirty="0"/>
            <a:t>Utility</a:t>
          </a:r>
        </a:p>
      </dgm:t>
    </dgm:pt>
    <dgm:pt modelId="{CFE57D60-3D86-4B04-A7D2-C8434F7B8B75}" type="parTrans" cxnId="{FB78095B-E5B4-470F-B095-260222253C60}">
      <dgm:prSet/>
      <dgm:spPr/>
      <dgm:t>
        <a:bodyPr/>
        <a:lstStyle/>
        <a:p>
          <a:endParaRPr lang="en-GB" sz="2400" spc="-150"/>
        </a:p>
      </dgm:t>
    </dgm:pt>
    <dgm:pt modelId="{B6BD4F0E-A020-4CCC-9AE6-69BD5B85F10E}" type="sibTrans" cxnId="{FB78095B-E5B4-470F-B095-260222253C60}">
      <dgm:prSet/>
      <dgm:spPr/>
      <dgm:t>
        <a:bodyPr/>
        <a:lstStyle/>
        <a:p>
          <a:endParaRPr lang="en-GB" sz="2400" spc="-150"/>
        </a:p>
      </dgm:t>
    </dgm:pt>
    <dgm:pt modelId="{75782456-610E-4FA7-8087-9BFD8182578F}">
      <dgm:prSet phldrT="[Text]" custT="1">
        <dgm:style>
          <a:lnRef idx="3">
            <a:schemeClr val="lt1"/>
          </a:lnRef>
          <a:fillRef idx="1">
            <a:schemeClr val="accent2"/>
          </a:fillRef>
          <a:effectRef idx="1">
            <a:schemeClr val="accent2"/>
          </a:effectRef>
          <a:fontRef idx="minor">
            <a:schemeClr val="lt1"/>
          </a:fontRef>
        </dgm:style>
      </dgm:prSet>
      <dgm:spPr/>
      <dgm:t>
        <a:bodyPr/>
        <a:lstStyle/>
        <a:p>
          <a:r>
            <a:rPr lang="en-GB" sz="2000" spc="-150" dirty="0"/>
            <a:t>Usability</a:t>
          </a:r>
        </a:p>
      </dgm:t>
    </dgm:pt>
    <dgm:pt modelId="{86782AF2-98FF-4786-839E-61E05525EF13}" type="parTrans" cxnId="{B0706752-24BD-4DCB-A2B9-3A040B147F15}">
      <dgm:prSet/>
      <dgm:spPr/>
      <dgm:t>
        <a:bodyPr/>
        <a:lstStyle/>
        <a:p>
          <a:endParaRPr lang="en-GB" sz="2400" spc="-150"/>
        </a:p>
      </dgm:t>
    </dgm:pt>
    <dgm:pt modelId="{D0FCDF19-2084-4EE6-9380-2CECAE05C79B}" type="sibTrans" cxnId="{B0706752-24BD-4DCB-A2B9-3A040B147F15}">
      <dgm:prSet/>
      <dgm:spPr/>
      <dgm:t>
        <a:bodyPr/>
        <a:lstStyle/>
        <a:p>
          <a:endParaRPr lang="en-GB" sz="2400" spc="-150"/>
        </a:p>
      </dgm:t>
    </dgm:pt>
    <dgm:pt modelId="{710A51AC-89E0-4737-965A-C22BD040ED5A}">
      <dgm:prSet phldrT="[Text]" custT="1"/>
      <dgm:spPr/>
      <dgm:t>
        <a:bodyPr/>
        <a:lstStyle/>
        <a:p>
          <a:r>
            <a:rPr lang="en-GB" sz="2000" spc="-150" dirty="0"/>
            <a:t>Desirability</a:t>
          </a:r>
        </a:p>
      </dgm:t>
    </dgm:pt>
    <dgm:pt modelId="{6BAE035F-24C5-459F-8CDF-A9731B1CD36D}" type="parTrans" cxnId="{B008CF14-BC0E-4607-A5E4-CBDE6F4530D5}">
      <dgm:prSet/>
      <dgm:spPr/>
      <dgm:t>
        <a:bodyPr/>
        <a:lstStyle/>
        <a:p>
          <a:endParaRPr lang="en-GB" sz="2400" spc="-150"/>
        </a:p>
      </dgm:t>
    </dgm:pt>
    <dgm:pt modelId="{892918BB-78D6-4107-AC8B-27EA3AD065B8}" type="sibTrans" cxnId="{B008CF14-BC0E-4607-A5E4-CBDE6F4530D5}">
      <dgm:prSet/>
      <dgm:spPr/>
      <dgm:t>
        <a:bodyPr/>
        <a:lstStyle/>
        <a:p>
          <a:endParaRPr lang="en-GB" sz="2400" spc="-150"/>
        </a:p>
      </dgm:t>
    </dgm:pt>
    <dgm:pt modelId="{F1924E21-8816-458D-92E4-523A50585A0E}" type="pres">
      <dgm:prSet presAssocID="{D2B27D27-C944-4D0B-972B-516DA1A20F56}" presName="Name0" presStyleCnt="0">
        <dgm:presLayoutVars>
          <dgm:chMax val="11"/>
          <dgm:chPref val="11"/>
          <dgm:dir/>
          <dgm:resizeHandles/>
        </dgm:presLayoutVars>
      </dgm:prSet>
      <dgm:spPr/>
    </dgm:pt>
    <dgm:pt modelId="{8B2A7947-A56A-4421-880B-072B4E17DFDB}" type="pres">
      <dgm:prSet presAssocID="{710A51AC-89E0-4737-965A-C22BD040ED5A}" presName="Accent3" presStyleCnt="0"/>
      <dgm:spPr/>
    </dgm:pt>
    <dgm:pt modelId="{5F610098-4A9D-4637-B863-7C2C9398D704}" type="pres">
      <dgm:prSet presAssocID="{710A51AC-89E0-4737-965A-C22BD040ED5A}" presName="Accent" presStyleLbl="node1" presStyleIdx="0" presStyleCnt="3"/>
      <dgm:spPr/>
    </dgm:pt>
    <dgm:pt modelId="{0647508D-9A17-42DD-9216-D6EE77C5649F}" type="pres">
      <dgm:prSet presAssocID="{710A51AC-89E0-4737-965A-C22BD040ED5A}" presName="ParentBackground3" presStyleCnt="0"/>
      <dgm:spPr/>
    </dgm:pt>
    <dgm:pt modelId="{BA5D11A9-779F-4742-A98E-54529471502D}" type="pres">
      <dgm:prSet presAssocID="{710A51AC-89E0-4737-965A-C22BD040ED5A}" presName="ParentBackground" presStyleLbl="fgAcc1" presStyleIdx="0" presStyleCnt="3"/>
      <dgm:spPr/>
    </dgm:pt>
    <dgm:pt modelId="{B758103A-4AFF-470B-BD8E-24B5EBC692B0}" type="pres">
      <dgm:prSet presAssocID="{710A51AC-89E0-4737-965A-C22BD040ED5A}" presName="Parent3" presStyleLbl="revTx" presStyleIdx="0" presStyleCnt="0">
        <dgm:presLayoutVars>
          <dgm:chMax val="1"/>
          <dgm:chPref val="1"/>
          <dgm:bulletEnabled val="1"/>
        </dgm:presLayoutVars>
      </dgm:prSet>
      <dgm:spPr/>
    </dgm:pt>
    <dgm:pt modelId="{CB622846-D425-4159-9DEC-4D8F9EBAC70C}" type="pres">
      <dgm:prSet presAssocID="{75782456-610E-4FA7-8087-9BFD8182578F}" presName="Accent2" presStyleCnt="0"/>
      <dgm:spPr/>
    </dgm:pt>
    <dgm:pt modelId="{D7EDA138-134E-4944-8FED-83D64D7C169C}" type="pres">
      <dgm:prSet presAssocID="{75782456-610E-4FA7-8087-9BFD8182578F}" presName="Accent" presStyleLbl="node1" presStyleIdx="1" presStyleCnt="3"/>
      <dgm:spPr/>
    </dgm:pt>
    <dgm:pt modelId="{61D1EBC2-BA65-41F4-8C60-92E8EB134A8C}" type="pres">
      <dgm:prSet presAssocID="{75782456-610E-4FA7-8087-9BFD8182578F}" presName="ParentBackground2" presStyleCnt="0"/>
      <dgm:spPr/>
    </dgm:pt>
    <dgm:pt modelId="{52BBC033-DBD9-43F6-A858-0DCE284F9B89}" type="pres">
      <dgm:prSet presAssocID="{75782456-610E-4FA7-8087-9BFD8182578F}" presName="ParentBackground" presStyleLbl="fgAcc1" presStyleIdx="1" presStyleCnt="3"/>
      <dgm:spPr/>
    </dgm:pt>
    <dgm:pt modelId="{DAFA4E29-36A7-4FBF-B0AF-8425FC622658}" type="pres">
      <dgm:prSet presAssocID="{75782456-610E-4FA7-8087-9BFD8182578F}" presName="Parent2" presStyleLbl="revTx" presStyleIdx="0" presStyleCnt="0">
        <dgm:presLayoutVars>
          <dgm:chMax val="1"/>
          <dgm:chPref val="1"/>
          <dgm:bulletEnabled val="1"/>
        </dgm:presLayoutVars>
      </dgm:prSet>
      <dgm:spPr/>
    </dgm:pt>
    <dgm:pt modelId="{F93D6936-CEDE-46E1-A90E-FA4470D40463}" type="pres">
      <dgm:prSet presAssocID="{4DCC4CA2-4800-49E1-8770-E574DA348ACF}" presName="Accent1" presStyleCnt="0"/>
      <dgm:spPr/>
    </dgm:pt>
    <dgm:pt modelId="{1B0A1C13-2360-49DC-8619-872F5C3F414B}" type="pres">
      <dgm:prSet presAssocID="{4DCC4CA2-4800-49E1-8770-E574DA348ACF}" presName="Accent" presStyleLbl="node1" presStyleIdx="2" presStyleCnt="3"/>
      <dgm:spPr/>
    </dgm:pt>
    <dgm:pt modelId="{4FDD4AF8-BEE7-4F8E-9D82-54B21080FD04}" type="pres">
      <dgm:prSet presAssocID="{4DCC4CA2-4800-49E1-8770-E574DA348ACF}" presName="ParentBackground1" presStyleCnt="0"/>
      <dgm:spPr/>
    </dgm:pt>
    <dgm:pt modelId="{7F9FE51F-3D41-4819-9B17-33FE96D2D990}" type="pres">
      <dgm:prSet presAssocID="{4DCC4CA2-4800-49E1-8770-E574DA348ACF}" presName="ParentBackground" presStyleLbl="fgAcc1" presStyleIdx="2" presStyleCnt="3"/>
      <dgm:spPr/>
    </dgm:pt>
    <dgm:pt modelId="{A56C5E6D-BE65-4026-A0DD-EA43F83C564B}" type="pres">
      <dgm:prSet presAssocID="{4DCC4CA2-4800-49E1-8770-E574DA348ACF}" presName="Parent1" presStyleLbl="revTx" presStyleIdx="0" presStyleCnt="0">
        <dgm:presLayoutVars>
          <dgm:chMax val="1"/>
          <dgm:chPref val="1"/>
          <dgm:bulletEnabled val="1"/>
        </dgm:presLayoutVars>
      </dgm:prSet>
      <dgm:spPr/>
    </dgm:pt>
  </dgm:ptLst>
  <dgm:cxnLst>
    <dgm:cxn modelId="{B008CF14-BC0E-4607-A5E4-CBDE6F4530D5}" srcId="{D2B27D27-C944-4D0B-972B-516DA1A20F56}" destId="{710A51AC-89E0-4737-965A-C22BD040ED5A}" srcOrd="2" destOrd="0" parTransId="{6BAE035F-24C5-459F-8CDF-A9731B1CD36D}" sibTransId="{892918BB-78D6-4107-AC8B-27EA3AD065B8}"/>
    <dgm:cxn modelId="{806C4B36-E438-4657-95A5-4C30D348BC03}" type="presOf" srcId="{75782456-610E-4FA7-8087-9BFD8182578F}" destId="{DAFA4E29-36A7-4FBF-B0AF-8425FC622658}" srcOrd="1" destOrd="0" presId="urn:microsoft.com/office/officeart/2011/layout/CircleProcess"/>
    <dgm:cxn modelId="{FB78095B-E5B4-470F-B095-260222253C60}" srcId="{D2B27D27-C944-4D0B-972B-516DA1A20F56}" destId="{4DCC4CA2-4800-49E1-8770-E574DA348ACF}" srcOrd="0" destOrd="0" parTransId="{CFE57D60-3D86-4B04-A7D2-C8434F7B8B75}" sibTransId="{B6BD4F0E-A020-4CCC-9AE6-69BD5B85F10E}"/>
    <dgm:cxn modelId="{674B4642-A609-4C19-BAA3-4B04545A7863}" type="presOf" srcId="{710A51AC-89E0-4737-965A-C22BD040ED5A}" destId="{BA5D11A9-779F-4742-A98E-54529471502D}" srcOrd="0" destOrd="0" presId="urn:microsoft.com/office/officeart/2011/layout/CircleProcess"/>
    <dgm:cxn modelId="{AC1F2467-E631-4609-BBE5-FADF0F918BE1}" type="presOf" srcId="{75782456-610E-4FA7-8087-9BFD8182578F}" destId="{52BBC033-DBD9-43F6-A858-0DCE284F9B89}" srcOrd="0" destOrd="0" presId="urn:microsoft.com/office/officeart/2011/layout/CircleProcess"/>
    <dgm:cxn modelId="{CC956A6A-6770-406C-AFA8-72A6BB892B58}" type="presOf" srcId="{D2B27D27-C944-4D0B-972B-516DA1A20F56}" destId="{F1924E21-8816-458D-92E4-523A50585A0E}" srcOrd="0" destOrd="0" presId="urn:microsoft.com/office/officeart/2011/layout/CircleProcess"/>
    <dgm:cxn modelId="{F757854C-D420-4969-9BB9-CFA2252CD786}" type="presOf" srcId="{4DCC4CA2-4800-49E1-8770-E574DA348ACF}" destId="{A56C5E6D-BE65-4026-A0DD-EA43F83C564B}" srcOrd="1" destOrd="0" presId="urn:microsoft.com/office/officeart/2011/layout/CircleProcess"/>
    <dgm:cxn modelId="{B0706752-24BD-4DCB-A2B9-3A040B147F15}" srcId="{D2B27D27-C944-4D0B-972B-516DA1A20F56}" destId="{75782456-610E-4FA7-8087-9BFD8182578F}" srcOrd="1" destOrd="0" parTransId="{86782AF2-98FF-4786-839E-61E05525EF13}" sibTransId="{D0FCDF19-2084-4EE6-9380-2CECAE05C79B}"/>
    <dgm:cxn modelId="{EDAD7DB2-5D46-4981-9F77-4108C7A17474}" type="presOf" srcId="{710A51AC-89E0-4737-965A-C22BD040ED5A}" destId="{B758103A-4AFF-470B-BD8E-24B5EBC692B0}" srcOrd="1" destOrd="0" presId="urn:microsoft.com/office/officeart/2011/layout/CircleProcess"/>
    <dgm:cxn modelId="{8E68EDED-07B5-4E42-A676-F82401C38AD2}" type="presOf" srcId="{4DCC4CA2-4800-49E1-8770-E574DA348ACF}" destId="{7F9FE51F-3D41-4819-9B17-33FE96D2D990}" srcOrd="0" destOrd="0" presId="urn:microsoft.com/office/officeart/2011/layout/CircleProcess"/>
    <dgm:cxn modelId="{0CB39648-B07C-41BE-B9FC-BB1566737ED4}" type="presParOf" srcId="{F1924E21-8816-458D-92E4-523A50585A0E}" destId="{8B2A7947-A56A-4421-880B-072B4E17DFDB}" srcOrd="0" destOrd="0" presId="urn:microsoft.com/office/officeart/2011/layout/CircleProcess"/>
    <dgm:cxn modelId="{1FE47B73-08BF-42A9-A7C4-B09F3209F5F4}" type="presParOf" srcId="{8B2A7947-A56A-4421-880B-072B4E17DFDB}" destId="{5F610098-4A9D-4637-B863-7C2C9398D704}" srcOrd="0" destOrd="0" presId="urn:microsoft.com/office/officeart/2011/layout/CircleProcess"/>
    <dgm:cxn modelId="{CE3CD65B-8C51-4DBE-B889-FDD959489F61}" type="presParOf" srcId="{F1924E21-8816-458D-92E4-523A50585A0E}" destId="{0647508D-9A17-42DD-9216-D6EE77C5649F}" srcOrd="1" destOrd="0" presId="urn:microsoft.com/office/officeart/2011/layout/CircleProcess"/>
    <dgm:cxn modelId="{ECB55A90-DEF5-4484-888A-C3AC341BA8BE}" type="presParOf" srcId="{0647508D-9A17-42DD-9216-D6EE77C5649F}" destId="{BA5D11A9-779F-4742-A98E-54529471502D}" srcOrd="0" destOrd="0" presId="urn:microsoft.com/office/officeart/2011/layout/CircleProcess"/>
    <dgm:cxn modelId="{FE0D337E-43CD-401A-B867-420289360C3C}" type="presParOf" srcId="{F1924E21-8816-458D-92E4-523A50585A0E}" destId="{B758103A-4AFF-470B-BD8E-24B5EBC692B0}" srcOrd="2" destOrd="0" presId="urn:microsoft.com/office/officeart/2011/layout/CircleProcess"/>
    <dgm:cxn modelId="{39B6AE2E-8BFA-4AEE-B712-6893610079DE}" type="presParOf" srcId="{F1924E21-8816-458D-92E4-523A50585A0E}" destId="{CB622846-D425-4159-9DEC-4D8F9EBAC70C}" srcOrd="3" destOrd="0" presId="urn:microsoft.com/office/officeart/2011/layout/CircleProcess"/>
    <dgm:cxn modelId="{AC535C7A-EA75-44F8-AFD8-D6B6BFD7A6C1}" type="presParOf" srcId="{CB622846-D425-4159-9DEC-4D8F9EBAC70C}" destId="{D7EDA138-134E-4944-8FED-83D64D7C169C}" srcOrd="0" destOrd="0" presId="urn:microsoft.com/office/officeart/2011/layout/CircleProcess"/>
    <dgm:cxn modelId="{3A28D12F-2A4C-442A-8B34-2B2580714136}" type="presParOf" srcId="{F1924E21-8816-458D-92E4-523A50585A0E}" destId="{61D1EBC2-BA65-41F4-8C60-92E8EB134A8C}" srcOrd="4" destOrd="0" presId="urn:microsoft.com/office/officeart/2011/layout/CircleProcess"/>
    <dgm:cxn modelId="{C4AFA32B-F292-4CCC-A185-A990A23E4E6E}" type="presParOf" srcId="{61D1EBC2-BA65-41F4-8C60-92E8EB134A8C}" destId="{52BBC033-DBD9-43F6-A858-0DCE284F9B89}" srcOrd="0" destOrd="0" presId="urn:microsoft.com/office/officeart/2011/layout/CircleProcess"/>
    <dgm:cxn modelId="{FE302057-9652-4B4A-BFBA-A5FF9A4449E3}" type="presParOf" srcId="{F1924E21-8816-458D-92E4-523A50585A0E}" destId="{DAFA4E29-36A7-4FBF-B0AF-8425FC622658}" srcOrd="5" destOrd="0" presId="urn:microsoft.com/office/officeart/2011/layout/CircleProcess"/>
    <dgm:cxn modelId="{63635FF7-3A3A-4808-A0E1-EE2CBC727B76}" type="presParOf" srcId="{F1924E21-8816-458D-92E4-523A50585A0E}" destId="{F93D6936-CEDE-46E1-A90E-FA4470D40463}" srcOrd="6" destOrd="0" presId="urn:microsoft.com/office/officeart/2011/layout/CircleProcess"/>
    <dgm:cxn modelId="{B813F31E-F75F-43E1-B1C3-715471D88679}" type="presParOf" srcId="{F93D6936-CEDE-46E1-A90E-FA4470D40463}" destId="{1B0A1C13-2360-49DC-8619-872F5C3F414B}" srcOrd="0" destOrd="0" presId="urn:microsoft.com/office/officeart/2011/layout/CircleProcess"/>
    <dgm:cxn modelId="{260FE967-C1F7-4183-AE20-729AF4AD00A2}" type="presParOf" srcId="{F1924E21-8816-458D-92E4-523A50585A0E}" destId="{4FDD4AF8-BEE7-4F8E-9D82-54B21080FD04}" srcOrd="7" destOrd="0" presId="urn:microsoft.com/office/officeart/2011/layout/CircleProcess"/>
    <dgm:cxn modelId="{0FA81AC2-6B2B-41DE-B1CA-EBCEDAE6DDAA}" type="presParOf" srcId="{4FDD4AF8-BEE7-4F8E-9D82-54B21080FD04}" destId="{7F9FE51F-3D41-4819-9B17-33FE96D2D990}" srcOrd="0" destOrd="0" presId="urn:microsoft.com/office/officeart/2011/layout/CircleProcess"/>
    <dgm:cxn modelId="{511CB656-0EDC-4B5C-9059-B22CB4B1E363}" type="presParOf" srcId="{F1924E21-8816-458D-92E4-523A50585A0E}" destId="{A56C5E6D-BE65-4026-A0DD-EA43F83C564B}" srcOrd="8"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10098-4A9D-4637-B863-7C2C9398D704}">
      <dsp:nvSpPr>
        <dsp:cNvPr id="0" name=""/>
        <dsp:cNvSpPr/>
      </dsp:nvSpPr>
      <dsp:spPr>
        <a:xfrm>
          <a:off x="4950529" y="561790"/>
          <a:ext cx="1488168" cy="148844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A5D11A9-779F-4742-A98E-54529471502D}">
      <dsp:nvSpPr>
        <dsp:cNvPr id="0" name=""/>
        <dsp:cNvSpPr/>
      </dsp:nvSpPr>
      <dsp:spPr>
        <a:xfrm>
          <a:off x="4999941" y="611413"/>
          <a:ext cx="1389344" cy="1389196"/>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GB" sz="2000" kern="1200" spc="-150" dirty="0"/>
            <a:t>Desirability</a:t>
          </a:r>
        </a:p>
      </dsp:txBody>
      <dsp:txXfrm>
        <a:off x="5198557" y="809907"/>
        <a:ext cx="992112" cy="992208"/>
      </dsp:txXfrm>
    </dsp:sp>
    <dsp:sp modelId="{D7EDA138-134E-4944-8FED-83D64D7C169C}">
      <dsp:nvSpPr>
        <dsp:cNvPr id="0" name=""/>
        <dsp:cNvSpPr/>
      </dsp:nvSpPr>
      <dsp:spPr>
        <a:xfrm rot="2700000">
          <a:off x="3414257" y="563589"/>
          <a:ext cx="1484583" cy="1484583"/>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2BBC033-DBD9-43F6-A858-0DCE284F9B89}">
      <dsp:nvSpPr>
        <dsp:cNvPr id="0" name=""/>
        <dsp:cNvSpPr/>
      </dsp:nvSpPr>
      <dsp:spPr>
        <a:xfrm>
          <a:off x="3461876" y="611413"/>
          <a:ext cx="1389344" cy="1389196"/>
        </a:xfrm>
        <a:prstGeom prst="ellipse">
          <a:avLst/>
        </a:prstGeom>
        <a:solidFill>
          <a:schemeClr val="accent2"/>
        </a:solidFill>
        <a:ln w="47625" cap="flat" cmpd="dbl" algn="ctr">
          <a:solidFill>
            <a:schemeClr val="lt1"/>
          </a:solidFill>
          <a:prstDash val="solid"/>
        </a:ln>
        <a:effectLst>
          <a:outerShdw blurRad="38100" dist="30000" dir="5400000" rotWithShape="0">
            <a:srgbClr val="000000">
              <a:alpha val="45000"/>
            </a:srgbClr>
          </a:outerShdw>
        </a:effectLst>
      </dsp:spPr>
      <dsp:style>
        <a:lnRef idx="3">
          <a:schemeClr val="lt1"/>
        </a:lnRef>
        <a:fillRef idx="1">
          <a:schemeClr val="accent2"/>
        </a:fillRef>
        <a:effectRef idx="1">
          <a:schemeClr val="accent2"/>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GB" sz="2000" kern="1200" spc="-150" dirty="0"/>
            <a:t>Usability</a:t>
          </a:r>
        </a:p>
      </dsp:txBody>
      <dsp:txXfrm>
        <a:off x="3660492" y="809907"/>
        <a:ext cx="992112" cy="992208"/>
      </dsp:txXfrm>
    </dsp:sp>
    <dsp:sp modelId="{1B0A1C13-2360-49DC-8619-872F5C3F414B}">
      <dsp:nvSpPr>
        <dsp:cNvPr id="0" name=""/>
        <dsp:cNvSpPr/>
      </dsp:nvSpPr>
      <dsp:spPr>
        <a:xfrm rot="2700000">
          <a:off x="1876192" y="563589"/>
          <a:ext cx="1484583" cy="1484583"/>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F9FE51F-3D41-4819-9B17-33FE96D2D990}">
      <dsp:nvSpPr>
        <dsp:cNvPr id="0" name=""/>
        <dsp:cNvSpPr/>
      </dsp:nvSpPr>
      <dsp:spPr>
        <a:xfrm>
          <a:off x="1923812" y="611413"/>
          <a:ext cx="1389344" cy="1389196"/>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GB" sz="2000" kern="1200" spc="-150" dirty="0"/>
            <a:t>Utility</a:t>
          </a:r>
        </a:p>
      </dsp:txBody>
      <dsp:txXfrm>
        <a:off x="2122428" y="809907"/>
        <a:ext cx="992112" cy="992208"/>
      </dsp:txXfrm>
    </dsp:sp>
  </dsp:spTree>
</dsp:drawing>
</file>

<file path=ppt/diagrams/layout1.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67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4678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4678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4678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1858BF7-4513-4683-AD80-9D4F922AEB1E}" type="slidenum">
              <a:rPr lang="en-US"/>
              <a:pPr/>
              <a:t>‹#›</a:t>
            </a:fld>
            <a:endParaRPr lang="en-US"/>
          </a:p>
        </p:txBody>
      </p:sp>
    </p:spTree>
    <p:extLst>
      <p:ext uri="{BB962C8B-B14F-4D97-AF65-F5344CB8AC3E}">
        <p14:creationId xmlns:p14="http://schemas.microsoft.com/office/powerpoint/2010/main" val="267734596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09:24:23.313"/>
    </inkml:context>
    <inkml:brush xml:id="br0">
      <inkml:brushProperty name="width" value="0.05" units="cm"/>
      <inkml:brushProperty name="height" value="0.05" units="cm"/>
      <inkml:brushProperty name="color" value="#F6630D"/>
    </inkml:brush>
  </inkml:definitions>
  <inkml:trace contextRef="#ctx0" brushRef="#br0">31 11 24575,'1'50'0,"0"-20"0,-1 1 0,-1-1 0,-9 47 0,7-43 0,3-29 0,0 1 0,0-1 0,-1 1 0,0-1 0,0 0 0,-2 7 0,3-12 0,0 0 0,0 0 0,0 0 0,0 0 0,0-1 0,0 1 0,0 0 0,0 0 0,0 0 0,0 0 0,0 0 0,0 0 0,0 0 0,0 0 0,0 0 0,0 0 0,0 0 0,0-1 0,-1 1 0,1 0 0,0 0 0,0 0 0,0 0 0,0 0 0,0 0 0,0 0 0,0 0 0,0 0 0,0 0 0,0 0 0,0 0 0,0 0 0,-1 0 0,1 0 0,0 0 0,0 0 0,0 0 0,0 0 0,0 0 0,0 0 0,0 0 0,0 0 0,0 0 0,0 0 0,-1 0 0,1 0 0,0 0 0,0 0 0,0 0 0,0 0 0,0 0 0,0 0 0,0 0 0,0 0 0,0 0 0,0 0 0,0 0 0,0 0 0,-1 0 0,1 0 0,0 0 0,0 1 0,0-1 0,0 0 0,0 0 0,0 0 0,0 0 0,-4-13 0,0-14 0,3-5 0,1-1 0,2 0 0,1 1 0,1-1 0,13-46 0,-16 78 0,-1 0 0,0 0 0,0 0 0,1-1 0,-1 1 0,0 0 0,1 0 0,-1 0 0,1 0 0,0 0 0,-1 0 0,1 0 0,0 0 0,-1 1 0,1-1 0,0 0 0,0 0 0,0 1 0,0-1 0,0 0 0,0 1 0,0-1 0,0 1 0,0-1 0,0 1 0,0-1 0,0 1 0,1 0 0,1 0 0,-1 0 0,0 1 0,0-1 0,0 1 0,0 0 0,0 0 0,0-1 0,0 1 0,0 1 0,0-1 0,-1 0 0,1 0 0,3 3 0,6 8 0,0 0 0,-1 0 0,10 15 0,-17-23 0,120 188 0,-82-104 0,-30-70-455,0 1 0,13 37 0,-21-46-6371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09:27:01.132"/>
    </inkml:context>
    <inkml:brush xml:id="br0">
      <inkml:brushProperty name="width" value="0.2" units="cm"/>
      <inkml:brushProperty name="height" value="0.2" units="cm"/>
      <inkml:brushProperty name="color" value="#F6630D"/>
    </inkml:brush>
  </inkml:definitions>
  <inkml:trace contextRef="#ctx0" brushRef="#br0">1 0 24575,'17'10'9,"-1"1"0,29 24 0,-4-2-582,259 165-8938,17-25 8107,338 132 8139,-472-224-5711,323 139 1855,5-8-6190,419 181-7504,-410-175 9143,-172-74 4636,-5 9 6560,-270-116-6188,-32-16-4669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09:27:02.251"/>
    </inkml:context>
    <inkml:brush xml:id="br0">
      <inkml:brushProperty name="width" value="0.2" units="cm"/>
      <inkml:brushProperty name="height" value="0.2" units="cm"/>
      <inkml:brushProperty name="color" value="#F6630D"/>
    </inkml:brush>
  </inkml:definitions>
  <inkml:trace contextRef="#ctx0" brushRef="#br0">4212 1 24575,'-1'3'0,"-1"0"0,0 0 0,0 0 0,0 0 0,0 0 0,0 0 0,-1-1 0,1 1 0,-1-1 0,-5 4 0,4-2 0,-62 49-291,-2-3-1,-94 52 1,99-64-2111,-282 161-1764,-187 75 10059,142-75-4344,134-65-3735,-338 179-10084,231-119 11624,23-2 2498,-160 115 5431,308-188-5038,138-85-2960,-185 121 5152,225-144-5802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09:33:28.893"/>
    </inkml:context>
    <inkml:brush xml:id="br0">
      <inkml:brushProperty name="width" value="0.1" units="cm"/>
      <inkml:brushProperty name="height" value="0.1" units="cm"/>
      <inkml:brushProperty name="color" value="#008C3A"/>
    </inkml:brush>
  </inkml:definitions>
  <inkml:trace contextRef="#ctx0" brushRef="#br0">0 28 24575,'1040'0'-13438,"-805"0"13466,0 0 3591,-204-2-3367,15-4 5135,0-1-493,-15 5-5636,-13 3 632,20-1-309,0-1 1,43-7 0,-65 5-6408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09:33:30.434"/>
    </inkml:context>
    <inkml:brush xml:id="br0">
      <inkml:brushProperty name="width" value="0.1" units="cm"/>
      <inkml:brushProperty name="height" value="0.1" units="cm"/>
      <inkml:brushProperty name="color" value="#008C3A"/>
    </inkml:brush>
  </inkml:definitions>
  <inkml:trace contextRef="#ctx0" brushRef="#br0">0 1 24575,'7'1'0,"-1"0"0,1 0 0,-1 1 0,0 0 0,0 1 0,0-1 0,0 1 0,0 0 0,-1 1 0,9 5 0,17 10 0,35 6 0,-47-19 0,0 1 0,23 13 0,31 16 0,-52-28 0,-1 2 0,0 0 0,0 2 0,22 16 0,-41-27 0,1 0 0,-1 0 0,0 0 0,1 0 0,-1 0 0,0 0 0,0 0 0,0 0 0,0 0 0,0 1 0,0-1 0,0 0 0,0 1 0,-1-1 0,1 1 0,0-1 0,-1 1 0,1-1 0,-1 1 0,0-1 0,1 1 0,-1-1 0,0 1 0,0 0 0,0-1 0,0 1 0,0-1 0,0 1 0,-1-1 0,1 1 0,0 0 0,-1-1 0,1 1 0,-1-1 0,0 0 0,1 1 0,-1-1 0,0 1 0,0-1 0,0 0 0,0 0 0,0 1 0,-2 1 0,-6 4 0,-1 0 0,1-1 0,-1 0 0,0-1 0,-12 6 0,0-1 0,-37 21 0,-45 26 0,93-50 0,1 1 0,0-1 0,1 2 0,0-1 0,0 1 0,1 1 0,-10 14 0,13-14-1365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2T10:40:06.915"/>
    </inkml:context>
    <inkml:brush xml:id="br0">
      <inkml:brushProperty name="width" value="0.5" units="cm"/>
      <inkml:brushProperty name="height" value="1" units="cm"/>
      <inkml:brushProperty name="color" value="#A2D762"/>
      <inkml:brushProperty name="tip" value="rectangle"/>
      <inkml:brushProperty name="rasterOp" value="maskPen"/>
      <inkml:brushProperty name="ignorePressure" value="1"/>
    </inkml:brush>
  </inkml:definitions>
  <inkml:trace contextRef="#ctx0" brushRef="#br0">0 0,'1'0,"1147"19,-583 14,-284-15,-116-10,175 15,-221-5,-220-15,-437 32,376-19,-75 3,-290 31,258-19,260-29,1-1,-1 1,1 0,0 1,0 0,0 0,0 1,1 0,0 0,-9 7,15-10,0 0,1 0,-1 0,1 0,-1 0,1 0,-1 0,1 0,0 0,-1 0,1 0,0 0,0 1,0-1,0 0,0 0,0 0,0 0,0 0,0 0,0 0,1 2,1 0,-1 0,0 0,1-1,0 1,0 0,0-1,4 5,2 1,1-1,-1 0,17 9,16 6,0-3,1-1,71 20,137 21,-195-48,909 137,-577-86,-183-25,-204-37,1 0,0 0,-1 0,1 0,0 0,0 0,-1 0,1 0,0 1,-1-1,1 0,0 0,-1 1,1-1,0 0,-1 1,1-1,-1 1,1-1,-1 1,1-1,0 2,-11 5,-32 6,38-12,-135 35,-291 63,113-54,-81 15,392-59,0 0,0 1,1-1,-1 1,0 1,1-1,0 1,-10 6,14-8,0 0,0 0,0 0,0 0,0 0,1 0,-1 0,0 0,1 0,-1 0,0 0,1 1,-1-1,1 0,0 0,-1 1,1 2,0-3,1 1,-1 0,0 0,1 0,0 0,-1 0,1 0,0-1,0 1,0 0,0 0,0-1,0 1,1-1,1 3,9 7,0-1,0 0,1 0,0-2,1 1,0-2,18 8,110 33,-106-37,628 143,14-59,-135-38,-495-52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26:25.848"/>
    </inkml:context>
    <inkml:brush xml:id="br0">
      <inkml:brushProperty name="width" value="0.1" units="cm"/>
      <inkml:brushProperty name="height" value="0.1" units="cm"/>
      <inkml:brushProperty name="color" value="#008C3A"/>
    </inkml:brush>
  </inkml:definitions>
  <inkml:trace contextRef="#ctx0" brushRef="#br0">1 150 24575,'164'-14'0,"-12"6"-7743,77-10 6227,-38 2 1567,323-25-51,-381 29 0,230-17 0,-264 19 169,-83 8 679</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26:29.930"/>
    </inkml:context>
    <inkml:brush xml:id="br0">
      <inkml:brushProperty name="width" value="0.1" units="cm"/>
      <inkml:brushProperty name="height" value="0.1" units="cm"/>
      <inkml:brushProperty name="color" value="#008C3A"/>
    </inkml:brush>
  </inkml:definitions>
  <inkml:trace contextRef="#ctx0" brushRef="#br0">46 0 24575,'3'1'0,"0"1"0,0-1 0,0 0 0,-1 1 0,1 0 0,0-1 0,-1 1 0,0 0 0,3 3 0,11 7 0,-8-8 0,2 2 0,1 0 0,0-1 0,0 0 0,1 0 0,-1-2 0,1 1 0,0-1 0,0-1 0,15 1 0,-24-3 0,1 0 0,-1 1 0,0-1 0,0 1 0,0-1 0,1 1 0,-1 0 0,0 0 0,0 1 0,0-1 0,-1 1 0,1-1 0,0 1 0,0 0 0,-1 0 0,5 5 0,-6-6 0,0 0 0,0 0 0,-1 1 0,1-1 0,0 1 0,-1-1 0,1 1 0,-1-1 0,1 1 0,-1-1 0,0 1 0,0-1 0,1 1 0,-1-1 0,0 1 0,-1-1 0,1 1 0,0-1 0,0 1 0,-1 0 0,1-1 0,-1 0 0,1 1 0,-1-1 0,1 1 0,-1-1 0,0 0 0,0 1 0,0-1 0,0 0 0,0 0 0,0 1 0,0-1 0,0 0 0,0 0 0,0 0 0,-3 1 0,-12 10 0,-2 0 0,0-1 0,0 0 0,-22 8 0,19-9 0,-1 1 0,-36 27 0,44-28-455,1 2 0,-20 21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26:32.508"/>
    </inkml:context>
    <inkml:brush xml:id="br0">
      <inkml:brushProperty name="width" value="0.1" units="cm"/>
      <inkml:brushProperty name="height" value="0.1" units="cm"/>
      <inkml:brushProperty name="color" value="#008C3A"/>
    </inkml:brush>
  </inkml:definitions>
  <inkml:trace contextRef="#ctx0" brushRef="#br0">1 0 24575,'12'1'0,"0"0"0,0 1 0,-1 0 0,1 0 0,0 2 0,12 4 0,70 35 0,-23-10 0,34 7 12,127 30 0,116 10-164,-200-48-266,198 38-11637,-151-32 9814,-2 3 5016,-127-28-2863,-44-10 726,0 1-1,0 1 1,-1 1-1,24 9 0,-33-8 140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26:33.639"/>
    </inkml:context>
    <inkml:brush xml:id="br0">
      <inkml:brushProperty name="width" value="0.1" units="cm"/>
      <inkml:brushProperty name="height" value="0.1" units="cm"/>
      <inkml:brushProperty name="color" value="#008C3A"/>
    </inkml:brush>
  </inkml:definitions>
  <inkml:trace contextRef="#ctx0" brushRef="#br0">1 0 24575,'1'5'0,"1"1"0,0-2 0,0 1 0,1 0 0,-1 0 0,1-1 0,0 1 0,0-1 0,5 5 0,-3-2 0,33 41 0,2-2 0,2-1 0,2-2 0,1-3 0,55 38 0,-83-67 0,-6-3 0,-31-6 0,-30 0 0,1 3 0,-87 19 0,33-8-1365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2T10:40:17.587"/>
    </inkml:context>
    <inkml:brush xml:id="br0">
      <inkml:brushProperty name="width" value="0.5" units="cm"/>
      <inkml:brushProperty name="height" value="1" units="cm"/>
      <inkml:brushProperty name="color" value="#A2D762"/>
      <inkml:brushProperty name="tip" value="rectangle"/>
      <inkml:brushProperty name="rasterOp" value="maskPen"/>
      <inkml:brushProperty name="ignorePressure" value="1"/>
    </inkml:brush>
  </inkml:definitions>
  <inkml:trace contextRef="#ctx0" brushRef="#br0">0 0,'1'0,"1147"19,-583 14,-284-15,-116-10,175 15,-221-5,-220-15,-437 32,376-19,-75 3,-290 31,258-19,260-29,1-1,-1 1,1 0,0 1,0 0,0 0,0 1,1 0,0 0,-9 7,15-10,0 0,1 0,-1 0,1 0,-1 0,1 0,-1 0,1 0,0 0,-1 0,1 0,0 0,0 1,0-1,0 0,0 0,0 0,0 0,0 0,0 0,0 0,1 2,1 0,-1 0,0 0,1-1,0 1,0 0,0-1,4 5,2 1,1-1,-1 0,17 9,16 6,0-3,1-1,71 20,137 21,-195-48,909 137,-577-86,-183-25,-204-37,1 0,0 0,-1 0,1 0,0 0,0 0,-1 0,1 0,0 1,-1-1,1 0,0 0,-1 1,1-1,0 0,-1 1,1-1,-1 1,1-1,-1 1,1-1,0 2,-11 5,-32 6,38-12,-135 35,-291 63,113-54,-81 15,392-59,0 0,0 1,1-1,-1 1,0 1,1-1,0 1,-10 6,14-8,0 0,0 0,0 0,0 0,0 0,1 0,-1 0,0 0,1 0,-1 0,0 0,1 1,-1-1,1 0,0 0,-1 1,1 2,0-3,1 1,-1 0,0 0,1 0,0 0,-1 0,1 0,0-1,0 1,0 0,0 0,0-1,0 1,1-1,1 3,9 7,0-1,0 0,1 0,0-2,1 1,0-2,18 8,110 33,-106-37,628 143,14-59,-135-38,-495-52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42:14.208"/>
    </inkml:context>
    <inkml:brush xml:id="br0">
      <inkml:brushProperty name="width" value="0.1" units="cm"/>
      <inkml:brushProperty name="height" value="0.1" units="cm"/>
      <inkml:brushProperty name="color" value="#F6630D"/>
    </inkml:brush>
  </inkml:definitions>
  <inkml:trace contextRef="#ctx0" brushRef="#br0">530 0 24575,'-1'8'0,"0"0"0,0 1 0,-1-1 0,0 0 0,0-1 0,-1 1 0,-7 15 0,-31 48 0,-17 11 0,-114 125 0,166-200 0,-55 61-455,4 2 0,-56 88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42:15.327"/>
    </inkml:context>
    <inkml:brush xml:id="br0">
      <inkml:brushProperty name="width" value="0.1" units="cm"/>
      <inkml:brushProperty name="height" value="0.1" units="cm"/>
      <inkml:brushProperty name="color" value="#F6630D"/>
    </inkml:brush>
  </inkml:definitions>
  <inkml:trace contextRef="#ctx0" brushRef="#br0">0 1 24575,'16'260'0,"-17"-201"0,2 62 0,-1-119 0,0 0 0,0-1 0,0 1 0,0 0 0,1 0 0,-1 0 0,1 0 0,-1-1 0,1 1 0,0 0 0,0-1 0,0 1 0,0 0 0,0-1 0,0 1 0,0-1 0,0 1 0,1-1 0,1 2 0,-1-2 0,-1-1 0,1 1 0,-1-1 0,1 0 0,-1 0 0,1 1 0,-1-1 0,1 0 0,-1 0 0,1 0 0,-1-1 0,1 1 0,-1 0 0,1-1 0,-1 1 0,1-1 0,-1 1 0,1-1 0,-1 1 0,0-1 0,1 0 0,-1 0 0,2-2 0,50-28 0,1 2 0,1 3 0,96-32 0,-123 48 0,31-9 0,2 3 0,0 2 0,124-10 0,-126 15-1365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42:17.115"/>
    </inkml:context>
    <inkml:brush xml:id="br0">
      <inkml:brushProperty name="width" value="0.1" units="cm"/>
      <inkml:brushProperty name="height" value="0.1" units="cm"/>
      <inkml:brushProperty name="color" value="#F6630D"/>
    </inkml:brush>
  </inkml:definitions>
  <inkml:trace contextRef="#ctx0" brushRef="#br0">1 0 24575,'0'2'0,"1"-1"0,0 0 0,-1 0 0,1 0 0,0 0 0,-1 0 0,1 0 0,0 0 0,0 0 0,0 0 0,0 0 0,0 0 0,0-1 0,0 1 0,0 0 0,0-1 0,1 1 0,-1-1 0,2 1 0,28 12 0,-27-12 0,38 12 0,2-1 0,0-3 0,62 6 0,138-2 0,-153-10 0,720 12 279,-311-9-3834,-242-4-4055,-1-3 3636,37 0 3461,-1 5 3826,-215 0-2996,82 16 1,-60-2 7388,-88-16-12178</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09:38:05.061"/>
    </inkml:context>
    <inkml:brush xml:id="br0">
      <inkml:brushProperty name="width" value="0.1" units="cm"/>
      <inkml:brushProperty name="height" value="0.1" units="cm"/>
      <inkml:brushProperty name="color" value="#008C3A"/>
    </inkml:brush>
  </inkml:definitions>
  <inkml:trace contextRef="#ctx0" brushRef="#br0">0 18 24575,'237'-12'0,"165"7"0,-227 7 0,231-2-8806,-148 0 10415,-239 0-2603</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09:38:06.681"/>
    </inkml:context>
    <inkml:brush xml:id="br0">
      <inkml:brushProperty name="width" value="0.1" units="cm"/>
      <inkml:brushProperty name="height" value="0.1" units="cm"/>
      <inkml:brushProperty name="color" value="#008C3A"/>
    </inkml:brush>
  </inkml:definitions>
  <inkml:trace contextRef="#ctx0" brushRef="#br0">29 1 24575,'8'0'0,"0"2"0,0-1 0,-1 1 0,1 0 0,0 1 0,-1 0 0,1 0 0,-1 1 0,9 6 0,-7-5 0,0 0 0,0-1 0,1 0 0,-1-1 0,15 4 0,-17-5 0,0 0 0,0 0 0,0 1 0,9 4 0,-11-4 0,1 0 0,0-1 0,0 0 0,-1 0 0,1 0 0,0-1 0,12 1 0,27 6 0,-43-8 0,0 1 0,0-1 0,0 1 0,0 0 0,0 0 0,0 0 0,0 0 0,0 0 0,0 0 0,0 0 0,0 1 0,-1-1 0,1 1 0,-1-1 0,1 1 0,-1 0 0,3 3 0,-4-4 0,0 0 0,0-1 0,0 1 0,0 0 0,-1-1 0,1 1 0,0 0 0,0-1 0,0 1 0,-1 0 0,1-1 0,0 1 0,-1 0 0,1-1 0,0 1 0,-1-1 0,1 1 0,-1-1 0,1 1 0,-1-1 0,1 1 0,-1-1 0,1 1 0,-1-1 0,0 0 0,1 1 0,-1-1 0,0 0 0,1 1 0,-2-1 0,-25 10 0,22-8 0,-58 23 0,-73 40 0,121-57-112,0-1-97,0 0 0,0 2 1,1 0-1,0 1 0,-20 18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2T10:40:23.404"/>
    </inkml:context>
    <inkml:brush xml:id="br0">
      <inkml:brushProperty name="width" value="0.5" units="cm"/>
      <inkml:brushProperty name="height" value="1" units="cm"/>
      <inkml:brushProperty name="color" value="#A2D762"/>
      <inkml:brushProperty name="tip" value="rectangle"/>
      <inkml:brushProperty name="rasterOp" value="maskPen"/>
      <inkml:brushProperty name="ignorePressure" value="1"/>
    </inkml:brush>
  </inkml:definitions>
  <inkml:trace contextRef="#ctx0" brushRef="#br0">0 0,'1'0,"1147"19,-583 14,-284-15,-116-10,175 15,-221-5,-220-15,-437 32,376-19,-75 3,-290 31,258-19,260-29,1-1,-1 1,1 0,0 1,0 0,0 0,0 1,1 0,0 0,-9 7,15-10,0 0,1 0,-1 0,1 0,-1 0,1 0,-1 0,1 0,0 0,-1 0,1 0,0 0,0 1,0-1,0 0,0 0,0 0,0 0,0 0,0 0,0 0,1 2,1 0,-1 0,0 0,1-1,0 1,0 0,0-1,4 5,2 1,1-1,-1 0,17 9,16 6,0-3,1-1,71 20,137 21,-195-48,909 137,-577-86,-183-25,-204-37,1 0,0 0,-1 0,1 0,0 0,0 0,-1 0,1 0,0 1,-1-1,1 0,0 0,-1 1,1-1,0 0,-1 1,1-1,-1 1,1-1,-1 1,1-1,0 2,-11 5,-32 6,38-12,-135 35,-291 63,113-54,-81 15,392-59,0 0,0 1,1-1,-1 1,0 1,1-1,0 1,-10 6,14-8,0 0,0 0,0 0,0 0,0 0,1 0,-1 0,0 0,1 0,-1 0,0 0,1 1,-1-1,1 0,0 0,-1 1,1 2,0-3,1 1,-1 0,0 0,1 0,0 0,-1 0,1 0,0-1,0 1,0 0,0 0,0-1,0 1,1-1,1 3,9 7,0-1,0 0,1 0,0-2,1 1,0-2,18 8,110 33,-106-37,628 143,14-59,-135-38,-495-52</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09:52:44.200"/>
    </inkml:context>
    <inkml:brush xml:id="br0">
      <inkml:brushProperty name="width" value="0.1" units="cm"/>
      <inkml:brushProperty name="height" value="0.1" units="cm"/>
      <inkml:brushProperty name="color" value="#008C3A"/>
    </inkml:brush>
  </inkml:definitions>
  <inkml:trace contextRef="#ctx0" brushRef="#br0">1 0 24575,'104'8'0,"-1"1"0,267-8 1590,185-2-9626,-40 0 4107,-498 0 5344,-1 0 1,29-7 0,-31 6-3479</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09:52:45.449"/>
    </inkml:context>
    <inkml:brush xml:id="br0">
      <inkml:brushProperty name="width" value="0.1" units="cm"/>
      <inkml:brushProperty name="height" value="0.1" units="cm"/>
      <inkml:brushProperty name="color" value="#008C3A"/>
    </inkml:brush>
  </inkml:definitions>
  <inkml:trace contextRef="#ctx0" brushRef="#br0">1 1 24575,'26'1'0,"-1"2"0,1 1 0,-1 1 0,0 1 0,0 2 0,26 11 0,-5-3 0,55 9 0,-7-1 0,-68-18 0,-21-6 0,0 1 0,0 0 0,0 0 0,0 1 0,-1-1 0,1 1 0,7 4 0,-11-5 0,-1-1 0,0 1 0,1-1 0,-1 0 0,0 1 0,1-1 0,-1 1 0,0-1 0,1 1 0,-1-1 0,0 1 0,0-1 0,1 1 0,-1-1 0,0 1 0,0-1 0,0 1 0,0 0 0,0-1 0,0 1 0,0-1 0,0 1 0,0-1 0,0 1 0,0 0 0,0-1 0,-1 1 0,0 2 0,0-1 0,0 0 0,-1 1 0,1-1 0,-1 0 0,0 0 0,1 0 0,-1-1 0,-4 4 0,-26 19 45,-1-1-1,-50 27 1,-38 25-1544</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09:52:47.924"/>
    </inkml:context>
    <inkml:brush xml:id="br0">
      <inkml:brushProperty name="width" value="0.1" units="cm"/>
      <inkml:brushProperty name="height" value="0.1" units="cm"/>
      <inkml:brushProperty name="color" value="#008C3A"/>
    </inkml:brush>
  </inkml:definitions>
  <inkml:trace contextRef="#ctx0" brushRef="#br0">1 76 24575,'4'-2'0,"0"0"0,0 0 0,0 0 0,0 1 0,1-1 0,-1 1 0,1 0 0,-1 0 0,1 1 0,-1-1 0,1 1 0,7 1 0,5-2 0,108-11 0,93-7 0,1244-10-11320,-1193 29 15622,-249 0-5475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09:52:49.106"/>
    </inkml:context>
    <inkml:brush xml:id="br0">
      <inkml:brushProperty name="width" value="0.1" units="cm"/>
      <inkml:brushProperty name="height" value="0.1" units="cm"/>
      <inkml:brushProperty name="color" value="#008C3A"/>
    </inkml:brush>
  </inkml:definitions>
  <inkml:trace contextRef="#ctx0" brushRef="#br0">1 1 24575,'176'9'0,"-66"-2"0,-52-2 0,83 18 0,-140-23 0,1 0 0,-1 0 0,0 1 0,0-1 0,0 0 0,0 0 0,0 1 0,0-1 0,1 1 0,-1-1 0,0 1 0,0-1 0,0 1 0,0 0 0,-1-1 0,1 1 0,0 0 0,0 0 0,0 0 0,-1-1 0,1 1 0,0 0 0,0 2 0,-1-2 0,0 0 0,0 1 0,0-1 0,0 0 0,0 0 0,0 0 0,-1 1 0,1-1 0,0 0 0,-1 0 0,1 0 0,-1 0 0,0 0 0,1 0 0,-1 0 0,0 0 0,1 0 0,-3 1 0,-5 6 0,0 0 0,-1-1 0,-15 9 0,21-13 0,-88 57 0,3 4 0,-96 89 0,173-141-1365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10:43.148"/>
    </inkml:context>
    <inkml:brush xml:id="br0">
      <inkml:brushProperty name="width" value="0.1" units="cm"/>
      <inkml:brushProperty name="height" value="0.1" units="cm"/>
      <inkml:brushProperty name="color" value="#008C3A"/>
    </inkml:brush>
  </inkml:definitions>
  <inkml:trace contextRef="#ctx0" brushRef="#br0">0 12 24575,'322'-9'0,"-269"6"0,676 3-11533,-486 13 11165,-2 4 4430,-221-15-3692,124 8 5963,-82-9-7878,-45-1-3965</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10:44.251"/>
    </inkml:context>
    <inkml:brush xml:id="br0">
      <inkml:brushProperty name="width" value="0.1" units="cm"/>
      <inkml:brushProperty name="height" value="0.1" units="cm"/>
      <inkml:brushProperty name="color" value="#008C3A"/>
    </inkml:brush>
  </inkml:definitions>
  <inkml:trace contextRef="#ctx0" brushRef="#br0">35 1 24575,'10'1'0,"-1"0"0,1 1 0,-1 1 0,0 0 0,0 0 0,0 1 0,-1 0 0,1 0 0,10 8 0,33 13 0,-23-14 0,123 40 0,-129-45 0,-1 0 0,0 2 0,41 20 0,-62-28 0,-1 0 0,1 0 0,0 1 0,-1-1 0,1 0 0,0 1 0,-1-1 0,1 0 0,0 1 0,-1-1 0,1 1 0,-1-1 0,1 1 0,0-1 0,-1 1 0,0-1 0,1 1 0,-1-1 0,1 1 0,-1 0 0,0-1 0,1 1 0,-1 0 0,0-1 0,0 1 0,1 0 0,-1 0 0,0-1 0,0 1 0,0 0 0,0 0 0,0-1 0,0 1 0,0 0 0,0 0 0,0-1 0,0 1 0,-1 0 0,1-1 0,0 1 0,0 0 0,-1-1 0,1 1 0,0 0 0,-1-1 0,1 1 0,-1 0 0,1-1 0,-1 1 0,1-1 0,-1 1 0,1-1 0,-1 1 0,0-1 0,1 0 0,-1 1 0,-7 4 0,0 0 0,0-1 0,-16 6 0,7-3 0,-17 12 0,-80 48 0,48-23 0,-109 52 0,126-66-1365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2T10:40:27.579"/>
    </inkml:context>
    <inkml:brush xml:id="br0">
      <inkml:brushProperty name="width" value="0.5" units="cm"/>
      <inkml:brushProperty name="height" value="1" units="cm"/>
      <inkml:brushProperty name="color" value="#A2D762"/>
      <inkml:brushProperty name="tip" value="rectangle"/>
      <inkml:brushProperty name="rasterOp" value="maskPen"/>
      <inkml:brushProperty name="ignorePressure" value="1"/>
    </inkml:brush>
  </inkml:definitions>
  <inkml:trace contextRef="#ctx0" brushRef="#br0">0 0,'1'0,"1147"19,-583 14,-284-15,-116-10,175 15,-221-5,-220-15,-437 32,376-19,-75 3,-290 31,258-19,260-29,1-1,-1 1,1 0,0 1,0 0,0 0,0 1,1 0,0 0,-9 7,15-10,0 0,1 0,-1 0,1 0,-1 0,1 0,-1 0,1 0,0 0,-1 0,1 0,0 0,0 1,0-1,0 0,0 0,0 0,0 0,0 0,0 0,0 0,1 2,1 0,-1 0,0 0,1-1,0 1,0 0,0-1,4 5,2 1,1-1,-1 0,17 9,16 6,0-3,1-1,71 20,137 21,-195-48,909 137,-577-86,-183-25,-204-37,1 0,0 0,-1 0,1 0,0 0,0 0,-1 0,1 0,0 1,-1-1,1 0,0 0,-1 1,1-1,0 0,-1 1,1-1,-1 1,1-1,-1 1,1-1,0 2,-11 5,-32 6,38-12,-135 35,-291 63,113-54,-81 15,392-59,0 0,0 1,1-1,-1 1,0 1,1-1,0 1,-10 6,14-8,0 0,0 0,0 0,0 0,0 0,1 0,-1 0,0 0,1 0,-1 0,0 0,1 1,-1-1,1 0,0 0,-1 1,1 2,0-3,1 1,-1 0,0 0,1 0,0 0,-1 0,1 0,0-1,0 1,0 0,0 0,0-1,0 1,1-1,1 3,9 7,0-1,0 0,1 0,0-2,1 1,0-2,18 8,110 33,-106-37,628 143,14-59,-135-38,-495-52</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09:59:31.059"/>
    </inkml:context>
    <inkml:brush xml:id="br0">
      <inkml:brushProperty name="width" value="0.1" units="cm"/>
      <inkml:brushProperty name="height" value="0.1" units="cm"/>
      <inkml:brushProperty name="color" value="#008C3A"/>
    </inkml:brush>
  </inkml:definitions>
  <inkml:trace contextRef="#ctx0" brushRef="#br0">0 1 24575,'284'8'-448,"-162"1"-5657,134 11 2976,341 7 2144,-345-18-2916,-161-7 5870,104 8 889,-67 8 6718,-113-14-10776</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09:59:32.177"/>
    </inkml:context>
    <inkml:brush xml:id="br0">
      <inkml:brushProperty name="width" value="0.1" units="cm"/>
      <inkml:brushProperty name="height" value="0.1" units="cm"/>
      <inkml:brushProperty name="color" value="#008C3A"/>
    </inkml:brush>
  </inkml:definitions>
  <inkml:trace contextRef="#ctx0" brushRef="#br0">139 1 24575,'2'2'0,"-1"1"0,1-1 0,0 0 0,-1 0 0,1 0 0,0 0 0,0 0 0,1 0 0,-1 0 0,0-1 0,0 1 0,1-1 0,-1 1 0,4 0 0,2 2 0,17 12 0,30 19 0,92 43 0,96 17 0,-228-90 0,-11-3 0,1-1 0,-1 1 0,0 0 0,1 1 0,-1-1 0,0 1 0,4 2 0,-8-4 0,1-1 0,-1 0 0,0 1 0,0-1 0,1 1 0,-1-1 0,0 1 0,0-1 0,1 1 0,-1-1 0,0 0 0,0 1 0,0-1 0,0 1 0,0-1 0,0 1 0,1 0 0,-1-1 0,0 1 0,-1-1 0,1 1 0,0-1 0,0 1 0,0-1 0,0 1 0,-1 0 0,0 1 0,0-1 0,0 1 0,0-1 0,-1 1 0,1-1 0,0 0 0,-1 1 0,0-1 0,1 0 0,-1 0 0,-2 1 0,-22 11 0,-1-1 0,0-2 0,-1 0 0,-45 8 0,6 0 0,-137 52 0,168-54 0,0 1 0,1 2 0,-47 34 0,37-17-1365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2T10:40:35.153"/>
    </inkml:context>
    <inkml:brush xml:id="br0">
      <inkml:brushProperty name="width" value="0.5" units="cm"/>
      <inkml:brushProperty name="height" value="1" units="cm"/>
      <inkml:brushProperty name="color" value="#A2D762"/>
      <inkml:brushProperty name="tip" value="rectangle"/>
      <inkml:brushProperty name="rasterOp" value="maskPen"/>
      <inkml:brushProperty name="ignorePressure" value="1"/>
    </inkml:brush>
  </inkml:definitions>
  <inkml:trace contextRef="#ctx0" brushRef="#br0">1823 2,'-377'-1,"-398"3,688 1,0 4,0 4,-114 30,160-31,11-3,-30 11,54-16,0 0,1 1,-1 0,1 0,0 0,0 0,0 1,0-1,1 1,0 1,-1-1,1 0,1 1,-6 8,8-12,1 0,0 0,0 0,0 0,0 0,0 0,1 0,-1 0,0 0,0 0,1 0,-1 0,0 0,1 0,-1-1,1 1,-1 0,1 0,0 0,-1-1,1 1,0 0,-1-1,1 1,0-1,0 1,1 0,25 16,2-6,1-1,0-1,0-2,1-1,54 4,-41-4,464 54,4-2,-510-58,-1 0,0 0,1 0,-1 1,1-1,-1 0,0 1,1-1,-1 1,0-1,1 1,-1 0,0-1,0 1,1 0,-1 0,1 1,-2-1,0-1,0 1,0-1,0 1,0 0,0-1,0 1,0-1,0 1,0-1,-1 1,1-1,0 1,0-1,-1 1,1-1,0 1,-1-1,1 1,0-1,-1 1,1-1,-1 0,1 1,-1-1,1 0,-1 1,-47 24,15-12,-1-1,0-2,-60 10,-112 3,14-2,124-11,-39 6,-163 46,268-61,0-1,-1 1,1 1,0-1,-1 0,1 0,0 1,0-1,0 1,0 0,0 0,0 0,1 0,-1 0,1 0,-1 0,1 0,0 1,0-1,0 0,0 1,0-1,0 1,1-1,-1 5,0 2,1 1,0-1,0 1,1-1,4 17,-2-16,0 1,1-1,1 0,-1 0,2 0,-1-1,1 0,0 0,1 0,0-1,1 0,0 0,0-1,0 0,1-1,10 7,17 8,1-1,70 27,150 37,-237-78,-18-6,0 1,0-1,0 1,0 0,0 0,0 0,-1 0,1 0,0 0,0 0,-1 0,1 1,-1-1,1 1,-1-1,1 1,-1 0,0-1,0 1,0 0,0 0,0 0,0 0,0 2,0 0,-1 0,0-1,0 1,-1 0,1 0,-1-1,1 1,-1 0,0-1,-1 1,1-1,-3 6,-4 4,0 0,0 0,-1-1,-1-1,-20 20,-195 177,223-205,-1-1,1 0,-1 1,1 0,0 0,0 0,0 0,0 0,1 0,-1 0,1 0,-1 1,1-1,1 0,-1 1,0-1,1 1,-1-1,1 1,0-1,0 1,1-1,-1 1,1-1,0 1,0-1,0 1,2 3,2 4,1 0,0-1,1 0,0 0,1 0,17 16,-15-17</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09:59:31.059"/>
    </inkml:context>
    <inkml:brush xml:id="br0">
      <inkml:brushProperty name="width" value="0.1" units="cm"/>
      <inkml:brushProperty name="height" value="0.1" units="cm"/>
      <inkml:brushProperty name="color" value="#008C3A"/>
    </inkml:brush>
  </inkml:definitions>
  <inkml:trace contextRef="#ctx0" brushRef="#br0">0 1 24575,'284'8'-448,"-162"1"-5657,134 11 2976,341 7 2144,-345-18-2916,-161-7 5870,104 8 889,-67 8 6718,-113-14-10776</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09:59:32.177"/>
    </inkml:context>
    <inkml:brush xml:id="br0">
      <inkml:brushProperty name="width" value="0.1" units="cm"/>
      <inkml:brushProperty name="height" value="0.1" units="cm"/>
      <inkml:brushProperty name="color" value="#008C3A"/>
    </inkml:brush>
  </inkml:definitions>
  <inkml:trace contextRef="#ctx0" brushRef="#br0">139 1 24575,'2'2'0,"-1"1"0,1-1 0,0 0 0,-1 0 0,1 0 0,0 0 0,0 0 0,1 0 0,-1 0 0,0-1 0,0 1 0,1-1 0,-1 1 0,4 0 0,2 2 0,17 12 0,30 19 0,92 43 0,96 17 0,-228-90 0,-11-3 0,1-1 0,-1 1 0,0 0 0,1 1 0,-1-1 0,0 1 0,4 2 0,-8-4 0,1-1 0,-1 0 0,0 1 0,0-1 0,1 1 0,-1-1 0,0 1 0,0-1 0,1 1 0,-1-1 0,0 0 0,0 1 0,0-1 0,0 1 0,0-1 0,0 1 0,1 0 0,-1-1 0,0 1 0,-1-1 0,1 1 0,0-1 0,0 1 0,0-1 0,0 1 0,-1 0 0,0 1 0,0-1 0,0 1 0,0-1 0,-1 1 0,1-1 0,0 0 0,-1 1 0,0-1 0,1 0 0,-1 0 0,-2 1 0,-22 11 0,-1-1 0,0-2 0,-1 0 0,-45 8 0,6 0 0,-137 52 0,168-54 0,0 1 0,1 2 0,-47 34 0,37-17-1365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2T10:40:42.158"/>
    </inkml:context>
    <inkml:brush xml:id="br0">
      <inkml:brushProperty name="width" value="0.5" units="cm"/>
      <inkml:brushProperty name="height" value="1" units="cm"/>
      <inkml:brushProperty name="color" value="#A2D762"/>
      <inkml:brushProperty name="tip" value="rectangle"/>
      <inkml:brushProperty name="rasterOp" value="maskPen"/>
      <inkml:brushProperty name="ignorePressure" value="1"/>
    </inkml:brush>
  </inkml:definitions>
  <inkml:trace contextRef="#ctx0" brushRef="#br0">1823 2,'-377'-1,"-398"3,688 1,0 4,0 4,-114 30,160-31,11-3,-30 11,54-16,0 0,1 1,-1 0,1 0,0 0,0 0,0 1,0-1,1 1,0 1,-1-1,1 0,1 1,-6 8,8-12,1 0,0 0,0 0,0 0,0 0,0 0,1 0,-1 0,0 0,0 0,1 0,-1 0,0 0,1 0,-1-1,1 1,-1 0,1 0,0 0,-1-1,1 1,0 0,-1-1,1 1,0-1,0 1,1 0,25 16,2-6,1-1,0-1,0-2,1-1,54 4,-41-4,464 54,4-2,-510-58,-1 0,0 0,1 0,-1 1,1-1,-1 0,0 1,1-1,-1 1,0-1,1 1,-1 0,0-1,0 1,1 0,-1 0,1 1,-2-1,0-1,0 1,0-1,0 1,0 0,0-1,0 1,0-1,0 1,0-1,-1 1,1-1,0 1,0-1,-1 1,1-1,0 1,-1-1,1 1,0-1,-1 1,1-1,-1 0,1 1,-1-1,1 0,-1 1,-47 24,15-12,-1-1,0-2,-60 10,-112 3,14-2,124-11,-39 6,-163 46,268-61,0-1,-1 1,1 1,0-1,-1 0,1 0,0 1,0-1,0 1,0 0,0 0,0 0,1 0,-1 0,1 0,-1 0,1 0,0 1,0-1,0 0,0 1,0-1,0 1,1-1,-1 5,0 2,1 1,0-1,0 1,1-1,4 17,-2-16,0 1,1-1,1 0,-1 0,2 0,-1-1,1 0,0 0,1 0,0-1,1 0,0 0,0-1,0 0,1-1,10 7,17 8,1-1,70 27,150 37,-237-78,-18-6,0 1,0-1,0 1,0 0,0 0,0 0,-1 0,1 0,0 0,0 0,-1 0,1 1,-1-1,1 1,-1-1,1 1,-1 0,0-1,0 1,0 0,0 0,0 0,0 0,0 2,0 0,-1 0,0-1,0 1,-1 0,1 0,-1-1,1 1,-1 0,0-1,-1 1,1-1,-3 6,-4 4,0 0,0 0,-1-1,-1-1,-20 20,-195 177,223-205,-1-1,1 0,-1 1,1 0,0 0,0 0,0 0,0 0,1 0,-1 0,1 0,-1 1,1-1,1 0,-1 1,0-1,1 1,-1-1,1 1,0-1,0 1,1-1,-1 1,1-1,0 1,0-1,0 1,2 3,2 4,1 0,0-1,1 0,0 0,1 0,17 16,-15-17</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42:44.115"/>
    </inkml:context>
    <inkml:brush xml:id="br0">
      <inkml:brushProperty name="width" value="0.1" units="cm"/>
      <inkml:brushProperty name="height" value="0.1" units="cm"/>
      <inkml:brushProperty name="color" value="#F6630D"/>
    </inkml:brush>
  </inkml:definitions>
  <inkml:trace contextRef="#ctx0" brushRef="#br0">1 91 24575,'179'-1'664,"238"-10"-11910,232-26 11011,-332 16 3637,158 5-5138,0 11 403,-158 5 5449,-112 0 2252,83 16-7733,-266-16-5461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43:12.908"/>
    </inkml:context>
    <inkml:brush xml:id="br0">
      <inkml:brushProperty name="width" value="0.1" units="cm"/>
      <inkml:brushProperty name="height" value="0.1" units="cm"/>
      <inkml:brushProperty name="color" value="#F6630D"/>
    </inkml:brush>
  </inkml:definitions>
  <inkml:trace contextRef="#ctx0" brushRef="#br0">5366 0 24575,'-1'2'0,"0"1"0,1-1 0,-1 0 0,0 0 0,0 0 0,-1 0 0,1 0 0,0 0 0,-1 0 0,1 0 0,-1-1 0,0 1 0,1 0 0,-3 1 0,-27 20 0,20-17 0,-1 0 0,1-1 0,-1-1 0,0 0 0,0 0 0,0-1 0,-14 1 0,-93 6 0,80-9 0,-254 12-10050,0-6 5382,-59-4 4550,-177-4 7014,89 0 1044,150-4-8402,-388-31-13656,285 12 13023,-33 13 6835,143 27-5355,223-8 202,1 3 0,0 3-1,0 2 1,-99 42 0,58-12 1640,-161 102-1,215-116-1152,-75 69 0,40-30-1059,71-63-242,0 1-1,0 0 1,1 1-1,0 0 1,-9 15-1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43:13.989"/>
    </inkml:context>
    <inkml:brush xml:id="br0">
      <inkml:brushProperty name="width" value="0.1" units="cm"/>
      <inkml:brushProperty name="height" value="0.1" units="cm"/>
      <inkml:brushProperty name="color" value="#F6630D"/>
    </inkml:brush>
  </inkml:definitions>
  <inkml:trace contextRef="#ctx0" brushRef="#br0">1 1 24575,'0'242'0,"0"-241"0,0 0 0,0 0 0,0 0 0,0-1 0,0 1 0,0 0 0,1 0 0,-1 0 0,0-1 0,1 1 0,-1 0 0,0 0 0,1-1 0,-1 1 0,1 0 0,-1-1 0,1 1 0,-1 0 0,1-1 0,0 1 0,-1-1 0,1 1 0,0-1 0,-1 1 0,1-1 0,0 0 0,0 1 0,-1-1 0,1 0 0,0 0 0,0 1 0,0-1 0,-1 0 0,1 0 0,0 0 0,0 0 0,0 0 0,0 0 0,-1 0 0,1 0 0,1-1 0,41-9 0,-30 6 0,26-4 10,1 1 0,72-2-1,83 10-130,-70 2-1152,-109-3-5553</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09:59:31.059"/>
    </inkml:context>
    <inkml:brush xml:id="br0">
      <inkml:brushProperty name="width" value="0.1" units="cm"/>
      <inkml:brushProperty name="height" value="0.1" units="cm"/>
      <inkml:brushProperty name="color" value="#008C3A"/>
    </inkml:brush>
  </inkml:definitions>
  <inkml:trace contextRef="#ctx0" brushRef="#br0">0 1 24575,'284'8'-448,"-162"1"-5657,134 11 2976,341 7 2144,-345-18-2916,-161-7 5870,104 8 889,-67 8 6718,-113-14-10776</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09:59:32.177"/>
    </inkml:context>
    <inkml:brush xml:id="br0">
      <inkml:brushProperty name="width" value="0.1" units="cm"/>
      <inkml:brushProperty name="height" value="0.1" units="cm"/>
      <inkml:brushProperty name="color" value="#008C3A"/>
    </inkml:brush>
  </inkml:definitions>
  <inkml:trace contextRef="#ctx0" brushRef="#br0">139 1 24575,'2'2'0,"-1"1"0,1-1 0,0 0 0,-1 0 0,1 0 0,0 0 0,0 0 0,1 0 0,-1 0 0,0-1 0,0 1 0,1-1 0,-1 1 0,4 0 0,2 2 0,17 12 0,30 19 0,92 43 0,96 17 0,-228-90 0,-11-3 0,1-1 0,-1 1 0,0 0 0,1 1 0,-1-1 0,0 1 0,4 2 0,-8-4 0,1-1 0,-1 0 0,0 1 0,0-1 0,1 1 0,-1-1 0,0 1 0,0-1 0,1 1 0,-1-1 0,0 0 0,0 1 0,0-1 0,0 1 0,0-1 0,0 1 0,1 0 0,-1-1 0,0 1 0,-1-1 0,1 1 0,0-1 0,0 1 0,0-1 0,0 1 0,-1 0 0,0 1 0,0-1 0,0 1 0,0-1 0,-1 1 0,1-1 0,0 0 0,-1 1 0,0-1 0,1 0 0,-1 0 0,-2 1 0,-22 11 0,-1-1 0,0-2 0,-1 0 0,-45 8 0,6 0 0,-137 52 0,168-54 0,0 1 0,1 2 0,-47 34 0,37-17-1365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2T10:40:45.753"/>
    </inkml:context>
    <inkml:brush xml:id="br0">
      <inkml:brushProperty name="width" value="0.5" units="cm"/>
      <inkml:brushProperty name="height" value="1" units="cm"/>
      <inkml:brushProperty name="color" value="#A2D762"/>
      <inkml:brushProperty name="tip" value="rectangle"/>
      <inkml:brushProperty name="rasterOp" value="maskPen"/>
      <inkml:brushProperty name="ignorePressure" value="1"/>
    </inkml:brush>
  </inkml:definitions>
  <inkml:trace contextRef="#ctx0" brushRef="#br0">1823 2,'-377'-1,"-398"3,688 1,0 4,0 4,-114 30,160-31,11-3,-30 11,54-16,0 0,1 1,-1 0,1 0,0 0,0 0,0 1,0-1,1 1,0 1,-1-1,1 0,1 1,-6 8,8-12,1 0,0 0,0 0,0 0,0 0,0 0,1 0,-1 0,0 0,0 0,1 0,-1 0,0 0,1 0,-1-1,1 1,-1 0,1 0,0 0,-1-1,1 1,0 0,-1-1,1 1,0-1,0 1,1 0,25 16,2-6,1-1,0-1,0-2,1-1,54 4,-41-4,464 54,4-2,-510-58,-1 0,0 0,1 0,-1 1,1-1,-1 0,0 1,1-1,-1 1,0-1,1 1,-1 0,0-1,0 1,1 0,-1 0,1 1,-2-1,0-1,0 1,0-1,0 1,0 0,0-1,0 1,0-1,0 1,0-1,-1 1,1-1,0 1,0-1,-1 1,1-1,0 1,-1-1,1 1,0-1,-1 1,1-1,-1 0,1 1,-1-1,1 0,-1 1,-47 24,15-12,-1-1,0-2,-60 10,-112 3,14-2,124-11,-39 6,-163 46,268-61,0-1,-1 1,1 1,0-1,-1 0,1 0,0 1,0-1,0 1,0 0,0 0,0 0,1 0,-1 0,1 0,-1 0,1 0,0 1,0-1,0 0,0 1,0-1,0 1,1-1,-1 5,0 2,1 1,0-1,0 1,1-1,4 17,-2-16,0 1,1-1,1 0,-1 0,2 0,-1-1,1 0,0 0,1 0,0-1,1 0,0 0,0-1,0 0,1-1,10 7,17 8,1-1,70 27,150 37,-237-78,-18-6,0 1,0-1,0 1,0 0,0 0,0 0,-1 0,1 0,0 0,0 0,-1 0,1 1,-1-1,1 1,-1-1,1 1,-1 0,0-1,0 1,0 0,0 0,0 0,0 0,0 2,0 0,-1 0,0-1,0 1,-1 0,1 0,-1-1,1 1,-1 0,0-1,-1 1,1-1,-3 6,-4 4,0 0,0 0,-1-1,-1-1,-20 20,-195 177,223-205,-1-1,1 0,-1 1,1 0,0 0,0 0,0 0,0 0,1 0,-1 0,1 0,-1 1,1-1,1 0,-1 1,0-1,1 1,-1-1,1 1,0-1,0 1,1-1,-1 1,1-1,0 1,0-1,0 1,2 3,2 4,1 0,0-1,1 0,0 0,1 0,17 16,-15-17</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32:22.242"/>
    </inkml:context>
    <inkml:brush xml:id="br0">
      <inkml:brushProperty name="width" value="0.05" units="cm"/>
      <inkml:brushProperty name="height" value="0.05" units="cm"/>
      <inkml:brushProperty name="color" value="#008C3A"/>
    </inkml:brush>
  </inkml:definitions>
  <inkml:trace contextRef="#ctx0" brushRef="#br0">1 77 24575,'305'-15'0,"-58"0"0,-2-1 0,-194 14 0,63-11 0,-65 6 0,73-1 0,90 9-1365,-197-1-5461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32:23.276"/>
    </inkml:context>
    <inkml:brush xml:id="br0">
      <inkml:brushProperty name="width" value="0.05" units="cm"/>
      <inkml:brushProperty name="height" value="0.05" units="cm"/>
      <inkml:brushProperty name="color" value="#008C3A"/>
    </inkml:brush>
  </inkml:definitions>
  <inkml:trace contextRef="#ctx0" brushRef="#br0">43 1 24575,'11'1'0,"-1"1"0,1 1 0,-1-1 0,0 2 0,0-1 0,0 1 0,0 1 0,17 11 0,30 11 0,10-6 0,89 15 0,-108-26 0,-47-10 0,0 0 0,1 0 0,-1 0 0,0 1 0,0-1 0,1 0 0,-1 1 0,0-1 0,0 1 0,0-1 0,0 1 0,0 0 0,1 0 0,-1-1 0,-1 1 0,1 0 0,0 0 0,0 0 0,0 0 0,0 0 0,1 2 0,-2-2 0,0 0 0,0 0 0,0 0 0,0 0 0,0 0 0,-1 0 0,1 0 0,0 0 0,0 0 0,-1 0 0,1 0 0,0 0 0,-1 0 0,1 0 0,-1-1 0,1 1 0,-1 0 0,0 0 0,1 0 0,-2 0 0,-4 5 0,-1 0 0,0 0 0,0-1 0,-14 8 0,-361 228 0,374-236 0,-34 22-1365,25-17-5461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32:24.663"/>
    </inkml:context>
    <inkml:brush xml:id="br0">
      <inkml:brushProperty name="width" value="0.05" units="cm"/>
      <inkml:brushProperty name="height" value="0.05" units="cm"/>
      <inkml:brushProperty name="color" value="#008C3A"/>
    </inkml:brush>
  </inkml:definitions>
  <inkml:trace contextRef="#ctx0" brushRef="#br0">0 1 24575,'14'0'0,"22"0"0,-1 1 0,66 10 0,26 10 0,204 5 0,33-12 0,-313-12 0,36 2 0,133 23 0,-173-12 58,-39-12-261,0 0 0,0 0-1,0-1 1,0 0 0,0-1-1,13 2 1,-9-3-6623</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32:25.554"/>
    </inkml:context>
    <inkml:brush xml:id="br0">
      <inkml:brushProperty name="width" value="0.05" units="cm"/>
      <inkml:brushProperty name="height" value="0.05" units="cm"/>
      <inkml:brushProperty name="color" value="#008C3A"/>
    </inkml:brush>
  </inkml:definitions>
  <inkml:trace contextRef="#ctx0" brushRef="#br0">0 1 24575,'11'1'0,"0"1"0,0 1 0,0 0 0,0 1 0,-1 0 0,1 0 0,-1 1 0,15 10 0,10 3 0,122 67 0,-155-85 0,0 1 0,-1-1 0,1 1 0,0 0 0,-1 0 0,1 0 0,-1 0 0,1 0 0,-1 0 0,1 0 0,-1 0 0,0 1 0,0-1 0,0 1 0,1-1 0,-1 0 0,-1 1 0,1 0 0,0-1 0,0 1 0,-1 0 0,1-1 0,0 1 0,-1 0 0,0 0 0,1-1 0,-1 1 0,0 0 0,0 0 0,0 0 0,0-1 0,0 1 0,-1 0 0,1 0 0,0-1 0,-1 1 0,0 0 0,1 0 0,-1-1 0,0 1 0,0-1 0,0 1 0,0 0 0,0-1 0,0 0 0,-1 2 0,-8 9 0,0-1 0,-1-1 0,0 0 0,-20 14 0,17-14 0,-10 9-273,1 1 0,0 1 0,2 1 0,-32 42 0,47-55-6553</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32:30.791"/>
    </inkml:context>
    <inkml:brush xml:id="br0">
      <inkml:brushProperty name="width" value="0.05" units="cm"/>
      <inkml:brushProperty name="height" value="0.05" units="cm"/>
      <inkml:brushProperty name="color" value="#008C3A"/>
    </inkml:brush>
  </inkml:definitions>
  <inkml:trace contextRef="#ctx0" brushRef="#br0">1 137 24575,'0'-1'-292,"0"0"0,0 0-1,0 0 1,0 1 0,0-1-1,1 0 1,-1 0 0,0 0-1,1 0 1,-1 1 0,1-1-1,-1 0 1,1 0 0,-1 1-1,1-1 1,-1 0-1,2 0 1,16-10-408,25 1 3188,-34 8-2813,43-9 3773,-12 2-3331,0 2 0,51-3 0,365-19-11168,-257 12 11736,-199 17-662,329-15 8086,3 14-5377,-157 2-4595,-155-1-4963</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32:40.348"/>
    </inkml:context>
    <inkml:brush xml:id="br0">
      <inkml:brushProperty name="width" value="0.05" units="cm"/>
      <inkml:brushProperty name="height" value="0.05" units="cm"/>
      <inkml:brushProperty name="color" value="#008C3A"/>
    </inkml:brush>
  </inkml:definitions>
  <inkml:trace contextRef="#ctx0" brushRef="#br0">10 0 24575,'19'2'0,"1"1"0,-1 0 0,0 1 0,0 2 0,-1 0 0,1 0 0,-1 2 0,22 12 0,-10-5 0,52 16 0,21 5 0,-101-36 0,-1 0 0,0 0 0,0 1 0,0-1 0,0 0 0,0 1 0,0-1 0,-1 1 0,1-1 0,0 1 0,0-1 0,0 1 0,0-1 0,0 1 0,-1 0 0,1 0 0,0-1 0,-1 1 0,1 0 0,0 0 0,-1 0 0,1 0 0,0 1 0,-2-1 0,1 0 0,0 0 0,0 0 0,-1 0 0,1-1 0,0 1 0,-1 0 0,1 0 0,-1 0 0,1-1 0,-1 1 0,0 0 0,1 0 0,-1-1 0,0 1 0,1-1 0,-1 1 0,0 0 0,0-1 0,-1 1 0,-9 5 0,-1 0 0,-22 8 0,24-10 0,-263 95 0,200-78-1365,63-16-5461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33:37.371"/>
    </inkml:context>
    <inkml:brush xml:id="br0">
      <inkml:brushProperty name="width" value="0.05" units="cm"/>
      <inkml:brushProperty name="height" value="0.05" units="cm"/>
      <inkml:brushProperty name="color" value="#008C3A"/>
    </inkml:brush>
  </inkml:definitions>
  <inkml:trace contextRef="#ctx0" brushRef="#br0">0 640 24575,'14'-1'0,"0"-1"0,0-1 0,-1 0 0,1-1 0,23-10 0,18-4 0,46-6-690,131-13-1,108 10-3205,128-6-4554,-2-27 9712,-368 44-1145,-1-5 0,-2-4 0,113-44 0,-122 34 1196,132-35-1,36 6 4191,-210 52-3893,46-20 0,-44 14-961,65-27-2014,-98 39-5461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33:38.659"/>
    </inkml:context>
    <inkml:brush xml:id="br0">
      <inkml:brushProperty name="width" value="0.05" units="cm"/>
      <inkml:brushProperty name="height" value="0.05" units="cm"/>
      <inkml:brushProperty name="color" value="#008C3A"/>
    </inkml:brush>
  </inkml:definitions>
  <inkml:trace contextRef="#ctx0" brushRef="#br0">1 1 24575,'58'-1'0,"66"3"0,-123-2 0,1 0 0,-1 0 0,1 0 0,-1 0 0,1 0 0,-1 1 0,0-1 0,1 1 0,-1-1 0,0 1 0,1-1 0,-1 1 0,0 0 0,0 0 0,1-1 0,-1 1 0,0 0 0,0 0 0,0 0 0,0 0 0,0 0 0,0 1 0,0 0 0,0 0 0,-1 0 0,1 0 0,-1 0 0,0 0 0,1 0 0,-1 0 0,0 0 0,0 0 0,-1 0 0,1 0 0,0 0 0,-1 0 0,1 0 0,-2 3 0,-1 3 0,-1 0 0,0 0 0,0 0 0,-1-1 0,0 1 0,-8 8 0,-13 15-48,-23 35 0,26-33-1221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33:48.984"/>
    </inkml:context>
    <inkml:brush xml:id="br0">
      <inkml:brushProperty name="width" value="0.05" units="cm"/>
      <inkml:brushProperty name="height" value="0.05" units="cm"/>
      <inkml:brushProperty name="color" value="#008C3A"/>
    </inkml:brush>
  </inkml:definitions>
  <inkml:trace contextRef="#ctx0" brushRef="#br0">0 434 24575,'16'-2'0,"0"0"0,0-1 0,0 0 0,-1-2 0,0 0 0,1 0 0,19-12 0,14-3 0,120-54 246,-30 11-1738,-41 28-4476,6 9 4941,202-22-1,-289 46 933,167-36 95,-84 15 0,-21 10 1153,32-7 6875,-97 16-8422,0 0 0,27-13 0,-32 13-6432</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33:51.664"/>
    </inkml:context>
    <inkml:brush xml:id="br0">
      <inkml:brushProperty name="width" value="0.05" units="cm"/>
      <inkml:brushProperty name="height" value="0.05" units="cm"/>
      <inkml:brushProperty name="color" value="#008C3A"/>
    </inkml:brush>
  </inkml:definitions>
  <inkml:trace contextRef="#ctx0" brushRef="#br0">0 0 24575,'121'17'0,"-60"-18"0,45 2 0,-104-1 0,-1 0 0,0 0 0,1 0 0,-1 0 0,1 1 0,-1-1 0,0 1 0,1-1 0,-1 1 0,0-1 0,1 1 0,-1 0 0,0 0 0,0-1 0,0 1 0,0 0 0,0 0 0,0 0 0,0 0 0,0 0 0,0 1 0,0-1 0,0 0 0,-1 0 0,2 2 0,-1 1 0,-1-1 0,1 0 0,0 1 0,-1-1 0,0 1 0,0-1 0,0 1 0,0-1 0,-1 0 0,0 5 0,-3 8 0,-1-2 0,0 1 0,-11 22 0,-8 9-45,13-27-285,1 0 0,1 1 0,-12 37 0,18-46-6496</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2T10:40:53.087"/>
    </inkml:context>
    <inkml:brush xml:id="br0">
      <inkml:brushProperty name="width" value="0.5" units="cm"/>
      <inkml:brushProperty name="height" value="1" units="cm"/>
      <inkml:brushProperty name="color" value="#A2D762"/>
      <inkml:brushProperty name="tip" value="rectangle"/>
      <inkml:brushProperty name="rasterOp" value="maskPen"/>
      <inkml:brushProperty name="ignorePressure" value="1"/>
    </inkml:brush>
  </inkml:definitions>
  <inkml:trace contextRef="#ctx0" brushRef="#br0">1400 0,'-250'9,"0"10,-254 54,493-71,3-1,0 0,1 1,-1 0,1 0,0 0,0 1,-8 4,15-7,0 0,-1 0,1 1,0-1,0 0,-1 0,1 1,0-1,0 0,0 0,-1 1,1-1,0 0,0 1,0-1,0 0,0 1,0-1,-1 0,1 1,0-1,0 0,0 1,0-1,0 0,0 1,1-1,-1 0,0 1,0-1,0 0,0 1,0-1,0 0,0 1,1-1,-1 0,0 1,0-1,1 0,-1 0,0 1,0-1,1 0,-1 0,0 0,0 1,1-1,-1 0,0 0,1 0,-1 0,0 0,1 0,-1 0,1 1,21 7,359 46,-228-37,52 6,137 18,-310-37,19 3,-51-7,0 0,0 0,1 0,-1 0,0 0,1 1,-1-1,0 0,0 0,1 0,-1 0,0 0,0 1,1-1,-1 0,0 0,0 0,1 0,-1 1,0-1,0 0,0 0,0 1,1-1,-1 0,0 0,0 1,0-1,0 0,0 1,0-1,0 0,0 0,0 1,0-1,0 0,0 1,0-1,-9 11,-17 5,-19 2,1-2,-69 14,-5 2,-99 38,-143 44,61-38,91-24,201-50,-32 10,37-12,0 1,0 0,0 0,0 0,0 0,0 0,1 1,-1-1,0 1,1-1,-1 1,1-1,-1 1,-1 3,3-4,0 0,0 0,-1 0,1 0,0 0,0 0,1 0,-1 0,0 0,0 0,0 0,1 0,-1 0,0-1,1 1,-1 0,1 0,-1 0,1 0,-1-1,1 1,-1 0,1 0,0-1,0 1,-1-1,1 1,0-1,1 2,30 15,-26-14,33 15,1-2,0-2,1-2,61 10,174 13,-254-33,340 19,-26-2,119 2,-356-18,-95-3,0 1,0-1,0 1,0-1,-1 1,1 1,0-1,0 0,-1 1,7 3,-9-4,-1-1,1 1,0-1,-1 1,1 0,-1-1,1 1,-1 0,1-1,-1 1,1 0,-1 0,0-1,1 1,-1 0,0 0,0 0,1 0,-1 0,0 1,0 0,-1-1,1 1,-1-1,1 1,-1-1,0 0,1 1,-1-1,0 0,0 1,0-1,0 0,0 0,0 0,-3 2,-1 1,-1 0,0 0,0-1,0 0,-1 0,1 0,-1-1,1 0,-1 0,0-1,-9 1,-13 1,-40-2,41-1,-849 0,405-2,2335 2,-1837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36:33.214"/>
    </inkml:context>
    <inkml:brush xml:id="br0">
      <inkml:brushProperty name="width" value="0.1" units="cm"/>
      <inkml:brushProperty name="height" value="0.1" units="cm"/>
      <inkml:brushProperty name="color" value="#008C3A"/>
    </inkml:brush>
  </inkml:definitions>
  <inkml:trace contextRef="#ctx0" brushRef="#br0">0 79 24575,'27'-2'0,"-1"-1"0,0-1 0,45-13 0,9-2 0,17 4 0,142-3 0,100 18 0,-139 2 0,-186-2-1365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36:34.317"/>
    </inkml:context>
    <inkml:brush xml:id="br0">
      <inkml:brushProperty name="width" value="0.1" units="cm"/>
      <inkml:brushProperty name="height" value="0.1" units="cm"/>
      <inkml:brushProperty name="color" value="#008C3A"/>
    </inkml:brush>
  </inkml:definitions>
  <inkml:trace contextRef="#ctx0" brushRef="#br0">0 1 24575,'7'0'0,"1"1"0,-1 0 0,0 1 0,0 0 0,0 0 0,0 0 0,0 1 0,9 5 0,50 32 0,-65-40 0,118 70 0,-83-49 0,-27-15 0,1 0 0,0 0 0,1-1 0,11 4 0,-22-9 0,36 15 0,-36-15 0,1 1 0,-1-1 0,1 0 0,-1 1 0,1-1 0,-1 0 0,1 1 0,-1-1 0,1 1 0,-1-1 0,1 1 0,-1-1 0,0 1 0,1-1 0,-1 1 0,0-1 0,0 1 0,1 0 0,-1-1 0,0 1 0,0-1 0,0 1 0,0 0 0,0-1 0,0 1 0,0-1 0,0 1 0,0 0 0,0-1 0,0 1 0,0-1 0,0 1 0,0 0 0,0-1 0,-1 1 0,1-1 0,0 1 0,0-1 0,-1 1 0,1 0 0,0-1 0,-1 1 0,1-1 0,-1 0 0,1 1 0,-1-1 0,1 1 0,-1-1 0,1 0 0,-1 1 0,1-1 0,-1 0 0,1 1 0,-1-1 0,1 0 0,-2 0 0,-113 63 0,34-22 0,47-22-76,-65 40-1213</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36:36.252"/>
    </inkml:context>
    <inkml:brush xml:id="br0">
      <inkml:brushProperty name="width" value="0.1" units="cm"/>
      <inkml:brushProperty name="height" value="0.1" units="cm"/>
      <inkml:brushProperty name="color" value="#008C3A"/>
    </inkml:brush>
  </inkml:definitions>
  <inkml:trace contextRef="#ctx0" brushRef="#br0">0 47 24575,'111'0'-516,"499"-10"-7107,86-8 15762,-547 11-8178,192-5-1287</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36:37.655"/>
    </inkml:context>
    <inkml:brush xml:id="br0">
      <inkml:brushProperty name="width" value="0.1" units="cm"/>
      <inkml:brushProperty name="height" value="0.1" units="cm"/>
      <inkml:brushProperty name="color" value="#008C3A"/>
    </inkml:brush>
  </inkml:definitions>
  <inkml:trace contextRef="#ctx0" brushRef="#br0">0 2 24575,'20'0'0,"-11"-1"0,0 1 0,0-1 0,1 2 0,-1-1 0,0 2 0,0-1 0,0 1 0,0 0 0,0 1 0,0 0 0,0 1 0,15 8 0,-8-3 0,0 0 0,31 11 0,10 5 0,-54-23 0,0-1 0,0 1 0,0-1 0,0 1 0,-1 0 0,1 0 0,0 1 0,-1-1 0,1 0 0,-1 1 0,0-1 0,3 5 0,-5-5 0,0-1 0,1 1 0,-1 0 0,0 0 0,0 0 0,0 0 0,0 0 0,0-1 0,-1 1 0,1 0 0,0 0 0,-1 0 0,0 0 0,1-1 0,-1 1 0,0 0 0,0-1 0,0 1 0,0-1 0,0 1 0,0-1 0,0 1 0,-1-1 0,-1 2 0,-108 146-1365</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36:39.830"/>
    </inkml:context>
    <inkml:brush xml:id="br0">
      <inkml:brushProperty name="width" value="0.1" units="cm"/>
      <inkml:brushProperty name="height" value="0.1" units="cm"/>
      <inkml:brushProperty name="color" value="#008C3A"/>
    </inkml:brush>
  </inkml:definitions>
  <inkml:trace contextRef="#ctx0" brushRef="#br0">0 465 24575,'22'-1'0,"0"-1"0,-1-1 0,0-1 0,1-1 0,-1 0 0,36-16 0,367-96 0,-147 47 0,-46 9 769,431-65-14345,-377 92 13672,-139 22 3769,-125 9-3210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36:40.894"/>
    </inkml:context>
    <inkml:brush xml:id="br0">
      <inkml:brushProperty name="width" value="0.1" units="cm"/>
      <inkml:brushProperty name="height" value="0.1" units="cm"/>
      <inkml:brushProperty name="color" value="#008C3A"/>
    </inkml:brush>
  </inkml:definitions>
  <inkml:trace contextRef="#ctx0" brushRef="#br0">1 2 24575,'40'-1'0,"-14"0"0,-1 1 0,0 1 0,47 9 0,-67-9 0,-1 0 0,1 0 0,0 0 0,-1 1 0,1 0 0,-1 0 0,6 4 0,-9-5 0,0-1 0,-1 1 0,1-1 0,-1 1 0,1-1 0,-1 1 0,1 0 0,-1-1 0,0 1 0,1 0 0,-1 0 0,0-1 0,1 1 0,-1 0 0,0 0 0,0-1 0,0 1 0,0 0 0,1 0 0,-1 1 0,-1-1 0,1 1 0,-1 0 0,1 0 0,-1 0 0,0-1 0,0 1 0,1 0 0,-1-1 0,0 1 0,0-1 0,-1 1 0,-1 1 0,-42 44 0,31-33 0,0 1 0,0 1 0,-18 28 0,-36 53-1365</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2T10:41:07.457"/>
    </inkml:context>
    <inkml:brush xml:id="br0">
      <inkml:brushProperty name="width" value="0.5" units="cm"/>
      <inkml:brushProperty name="height" value="1" units="cm"/>
      <inkml:brushProperty name="color" value="#A2D762"/>
      <inkml:brushProperty name="tip" value="rectangle"/>
      <inkml:brushProperty name="rasterOp" value="maskPen"/>
      <inkml:brushProperty name="ignorePressure" value="1"/>
    </inkml:brush>
  </inkml:definitions>
  <inkml:trace contextRef="#ctx0" brushRef="#br0">0 0,'431'20,"11"-5,-69-5,436 6,-625-16,-256 18,-1196 212,987-172,229-43,2 2,0 2,-63 34,108-50,0 0,0 0,0 0,0 1,1 0,-1 0,1 0,-7 10,10-13,0 0,1 0,-1 1,0-1,1 0,0 0,-1 1,1-1,0 0,-1 1,1-1,0 0,0 1,0-1,0 1,0-1,1 3,0-3,0 1,0 0,0 0,0-1,0 1,0 0,1-1,-1 1,1-1,-1 0,1 1,-1-1,1 0,0 0,2 1,9 5,1-1,-1-1,1 0,0-1,18 3,77 6,-34-5,24 6,126 20,44 4,-151-24,-115-14,1 1,-1-1,1 1,-1-1,1 1,-1 0,0 1,1-1,-1 0,0 1,0 0,0 0,0 0,5 4,-7-3,1-1,-1 1,0 0,1 0,-1 0,-1 0,1-1,0 1,-1 1,1-1,-1 0,0 0,0 0,0 0,0 0,-1 0,0 4,-2 4,0 1,0-1,-1 0,-1 0,1-1,-2 1,0-1,0 0,0 0,-1-1,-1 0,0 0,-14 11,-12 10,-2-3,-45 28,45-33,-5 5,-43 30,76-51,1 0,0 1,0 0,0 1,1-1,0 1,0 0,-5 11,10-17,0 1,0-1,0 1,0 0,0-1,1 1,-1 0,1 0,0 0,0-1,0 1,0 0,1 0,-1-1,1 1,-1 0,1-1,0 1,0 0,0-1,1 1,-1-1,0 1,1-1,0 0,-1 0,1 0,0 0,0 0,0 0,1 0,-1-1,5 3,7 5,1-1,0 0,0-1,1-1,27 7,87 13,-109-22,47 8,387 57,-356-60,-80-5</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2T10:41:16.439"/>
    </inkml:context>
    <inkml:brush xml:id="br0">
      <inkml:brushProperty name="width" value="0.5" units="cm"/>
      <inkml:brushProperty name="height" value="1" units="cm"/>
      <inkml:brushProperty name="color" value="#A2D762"/>
      <inkml:brushProperty name="tip" value="rectangle"/>
      <inkml:brushProperty name="rasterOp" value="maskPen"/>
      <inkml:brushProperty name="ignorePressure" value="1"/>
    </inkml:brush>
  </inkml:definitions>
  <inkml:trace contextRef="#ctx0" brushRef="#br0">0 0,'431'20,"11"-5,-69-5,436 6,-625-16,-256 18,-1196 212,987-172,229-43,2 2,0 2,-63 34,108-50,0 0,0 0,0 0,0 1,1 0,-1 0,1 0,-7 10,10-13,0 0,1 0,-1 1,0-1,1 0,0 0,-1 1,1-1,0 0,-1 1,1-1,0 0,0 1,0-1,0 1,0-1,1 3,0-3,0 1,0 0,0 0,0-1,0 1,0 0,1-1,-1 1,1-1,-1 0,1 1,-1-1,1 0,0 0,2 1,9 5,1-1,-1-1,1 0,0-1,18 3,77 6,-34-5,24 6,126 20,44 4,-151-24,-115-14,1 1,-1-1,1 1,-1-1,1 1,-1 0,0 1,1-1,-1 0,0 1,0 0,0 0,0 0,5 4,-7-3,1-1,-1 1,0 0,1 0,-1 0,-1 0,1-1,0 1,-1 1,1-1,-1 0,0 0,0 0,0 0,0 0,-1 0,0 4,-2 4,0 1,0-1,-1 0,-1 0,1-1,-2 1,0-1,0 0,0 0,-1-1,-1 0,0 0,-14 11,-12 10,-2-3,-45 28,45-33,-5 5,-43 30,76-51,1 0,0 1,0 0,0 1,1-1,0 1,0 0,-5 11,10-17,0 1,0-1,0 1,0 0,0-1,1 1,-1 0,1 0,0 0,0-1,0 1,0 0,1 0,-1-1,1 1,-1 0,1-1,0 1,0 0,0-1,1 1,-1-1,0 1,1-1,0 0,-1 0,1 0,0 0,0 0,0 0,1 0,-1-1,5 3,7 5,1-1,0 0,0-1,1-1,27 7,87 13,-109-22,47 8,387 57,-356-60,-80-5</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2T10:41:40.943"/>
    </inkml:context>
    <inkml:brush xml:id="br0">
      <inkml:brushProperty name="width" value="0.5" units="cm"/>
      <inkml:brushProperty name="height" value="1" units="cm"/>
      <inkml:brushProperty name="color" value="#A2D762"/>
      <inkml:brushProperty name="tip" value="rectangle"/>
      <inkml:brushProperty name="rasterOp" value="maskPen"/>
      <inkml:brushProperty name="ignorePressure" value="1"/>
    </inkml:brush>
  </inkml:definitions>
  <inkml:trace contextRef="#ctx0" brushRef="#br0">1854 0,'-453'39,"55"-1,393-38,-40 4,44-4,-1 0,1 0,0 1,-1-1,1 0,0 1,-1-1,1 1,0-1,0 1,0-1,-1 1,1 0,0 0,0 0,0 0,0 0,0 0,1 0,-1 0,0 0,0 0,0 0,1 0,-1 1,1-1,-1 2,1-2,0 0,1 1,-1-1,0 0,1 1,0-1,-1 0,1 0,0 1,-1-1,1 0,0 0,0 0,0 0,0 0,0 0,0 0,0 0,0 0,0-1,1 1,-1 0,2 0,34 14,-35-15,39 11,0-2,1-2,50 2,-8-1,957 62,-1014-69,12-1,-1 2,59 10,-95-12,0 0,-1 1,1-1,-1 0,1 1,-1-1,1 1,-1-1,1 1,-1 0,1-1,-1 1,0 0,1 0,-1 0,0 0,0 0,0 1,0-1,1 1,-2-1,0 0,0 0,0 0,0 0,-1 0,1 0,0-1,-1 1,1 0,-1 0,1 0,0-1,-1 1,0 0,1 0,-1-1,1 1,-1-1,0 1,0 0,1-1,-1 1,0-1,-1 1,-8 5,0-1,-1 0,-20 6,-74 17,-156 20,-111-9,87-12,55 0,-809 108,1010-131,15-2,0 0,1 0,-1 1,1 1,-15 6,28-10,-1 0,1 1,-1-1,0 0,1 0,-1 1,1-1,-1 0,1 1,-1-1,1 0,-1 1,1-1,0 1,-1-1,1 1,0-1,-1 1,1-1,0 1,0-1,-1 1,1-1,0 1,0 0,0-1,0 1,0 0,0 0,0 0,1 0,-1 0,1 0,-1 0,1 0,0-1,-1 1,1 0,0 0,0-1,0 1,-1 0,1-1,1 1,43 18,-38-17,62 22,2-4,112 17,149 2,-306-37,298 28,554 63,-863-91,46 9,-57-10,0 0,0 1,0-1,0 1,0 0,-1 0,1 0,0 0,-1 1,0-1,5 5,-7-6,-1 0,1-1,-1 1,1 0,-1 0,1 0,-1 0,1 0,-1 0,0 0,0 0,1 0,-1 0,0 0,0 0,0 0,0 0,0 0,0 0,-1 0,1 0,-1 2,0 0,0-1,0 1,-1 0,1-1,-1 1,0-1,-4 5,-4 2,1-1,-21 13,27-18,-28 16,0-1,-1-1,-65 23,-109 20,149-44,-86 18,-191 21,-149-12,321-31,16 2,-193 8,359-22,13 0,52 6,262 31,4-26,-268-10,819 1,-765-9,32 0,51 7,-202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50:29.485"/>
    </inkml:context>
    <inkml:brush xml:id="br0">
      <inkml:brushProperty name="width" value="0.1" units="cm"/>
      <inkml:brushProperty name="height" value="0.1" units="cm"/>
      <inkml:brushProperty name="color" value="#008C3A"/>
    </inkml:brush>
  </inkml:definitions>
  <inkml:trace contextRef="#ctx0" brushRef="#br0">0 107 24575,'1'-1'0,"-1"1"0,0-1 0,0 1 0,1-1 0,-1 0 0,1 1 0,-1-1 0,0 1 0,1-1 0,-1 1 0,1-1 0,-1 1 0,1 0 0,-1-1 0,1 1 0,-1-1 0,1 1 0,0 0 0,-1 0 0,1-1 0,0 1 0,-1 0 0,1 0 0,0 0 0,-1 0 0,2-1 0,22-1 0,-21 1 0,205-3 0,-15 1 0,153-11 0,-128 7 0,-112 3 0,176-14 0,23 0 0,-149 12 0,151-10 0,-275 14-1365</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50:30.688"/>
    </inkml:context>
    <inkml:brush xml:id="br0">
      <inkml:brushProperty name="width" value="0.1" units="cm"/>
      <inkml:brushProperty name="height" value="0.1" units="cm"/>
      <inkml:brushProperty name="color" value="#008C3A"/>
    </inkml:brush>
  </inkml:definitions>
  <inkml:trace contextRef="#ctx0" brushRef="#br0">1 1 24575,'0'1'0,"1"1"0,-1-1 0,0 0 0,1 1 0,0-1 0,-1 0 0,1 1 0,0-1 0,0 0 0,0 0 0,-1 0 0,1 0 0,0 0 0,1 0 0,-1 0 0,0 0 0,0 0 0,1 1 0,28 15 0,-22-13 0,23 14 0,1-2 0,1-1 0,1-2 0,0-1 0,0-2 0,1-1 0,44 5 0,-64-13 0,-9-1 0,0 1 0,1-1 0,-1 1 0,0 0 0,1 0 0,-1 1 0,0 0 0,0 0 0,0 1 0,-1-1 0,8 5 0,-13-7 0,0 1 0,1-1 0,-1 0 0,0 0 0,1 1 0,-1-1 0,0 0 0,0 1 0,1-1 0,-1 1 0,0-1 0,0 0 0,0 1 0,0-1 0,1 0 0,-1 1 0,0-1 0,0 1 0,0-1 0,0 1 0,0-1 0,0 0 0,0 1 0,0-1 0,0 1 0,0-1 0,0 0 0,0 1 0,-1-1 0,1 1 0,0-1 0,0 0 0,0 1 0,-1-1 0,1 1 0,-17 10 0,-22-1 0,38-9 0,-42 10 0,1 1 0,0 3 0,1 1 0,1 2 0,-55 33 0,56-21-1365</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50:32.432"/>
    </inkml:context>
    <inkml:brush xml:id="br0">
      <inkml:brushProperty name="width" value="0.1" units="cm"/>
      <inkml:brushProperty name="height" value="0.1" units="cm"/>
      <inkml:brushProperty name="color" value="#008C3A"/>
    </inkml:brush>
  </inkml:definitions>
  <inkml:trace contextRef="#ctx0" brushRef="#br0">0 0 24575,'497'6'-12937,"-391"-3"13118,0 0 3370,526 13 2932,-361-14-11431,-216 1 4948,62 10 0,-64-6 0,72 1 0,-77-8 5802,0 0-3557,96-1-3987,-128 1-5084</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50:33.391"/>
    </inkml:context>
    <inkml:brush xml:id="br0">
      <inkml:brushProperty name="width" value="0.1" units="cm"/>
      <inkml:brushProperty name="height" value="0.1" units="cm"/>
      <inkml:brushProperty name="color" value="#008C3A"/>
    </inkml:brush>
  </inkml:definitions>
  <inkml:trace contextRef="#ctx0" brushRef="#br0">119 1 24575,'10'0'0,"-1"1"0,1 1 0,-1-1 0,1 1 0,-1 1 0,16 6 0,54 30 0,-41-18 0,114 46 0,-150-66 0,0-1 0,1 1 0,-1 0 0,0 0 0,0 0 0,0 0 0,0 1 0,0-1 0,0 0 0,0 1 0,0-1 0,-1 1 0,1 0 0,-1 0 0,1 0 0,-1-1 0,0 1 0,1 0 0,-1 1 0,0-1 0,0 0 0,-1 0 0,2 3 0,-2-2 0,0 0 0,-1 0 0,1 0 0,0 0 0,-1 0 0,0 0 0,0 0 0,0 0 0,0-1 0,0 1 0,-1 0 0,1-1 0,-1 1 0,1-1 0,-1 1 0,0-1 0,-4 4 0,-26 25 0,-65 50 0,7-8 0,16-9 0,45-41 0,1 1 0,2 1 0,0 1 0,-38 52 0,43-46-1365</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50:34.440"/>
    </inkml:context>
    <inkml:brush xml:id="br0">
      <inkml:brushProperty name="width" value="0.1" units="cm"/>
      <inkml:brushProperty name="height" value="0.1" units="cm"/>
      <inkml:brushProperty name="color" value="#008C3A"/>
    </inkml:brush>
  </inkml:definitions>
  <inkml:trace contextRef="#ctx0" brushRef="#br0">45 0 24575,'1'132'0,"-11"342"0,-25 55 0,34-350-1365</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50:35.380"/>
    </inkml:context>
    <inkml:brush xml:id="br0">
      <inkml:brushProperty name="width" value="0.1" units="cm"/>
      <inkml:brushProperty name="height" value="0.1" units="cm"/>
      <inkml:brushProperty name="color" value="#008C3A"/>
    </inkml:brush>
  </inkml:definitions>
  <inkml:trace contextRef="#ctx0" brushRef="#br0">1 17 24575,'0'0'0,"0"-1"0,1 0 0,-1 1 0,0-1 0,1 0 0,-1 1 0,1-1 0,-1 1 0,1-1 0,-1 0 0,1 1 0,-1-1 0,1 1 0,-1 0 0,1-1 0,0 1 0,-1-1 0,1 1 0,0 0 0,-1-1 0,1 1 0,0 0 0,0 0 0,-1 0 0,1 0 0,0 0 0,1-1 0,25-1 0,-24 2 0,412-3 28,-211 5-602,135 2-10870,-1 4 9080,901 10 3632,-663-6 7870,-138 7-6555,-419-19-9409</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2T10:50:36.430"/>
    </inkml:context>
    <inkml:brush xml:id="br0">
      <inkml:brushProperty name="width" value="0.1" units="cm"/>
      <inkml:brushProperty name="height" value="0.1" units="cm"/>
      <inkml:brushProperty name="color" value="#008C3A"/>
    </inkml:brush>
  </inkml:definitions>
  <inkml:trace contextRef="#ctx0" brushRef="#br0">105 0 24575,'3'6'0,"0"-1"0,0 0 0,0 1 0,1-1 0,0 0 0,0-1 0,0 1 0,1-1 0,5 4 0,-9-7 0,21 18 0,0-1 0,1-1 0,1-1 0,1-1 0,0-1 0,0-1 0,32 10 0,-43-19 0,-9-3 0,0 0 0,0 1 0,0 0 0,0 0 0,0 0 0,0 0 0,4 4 0,-8-5 0,-1-1 0,1 1 0,0 0 0,0 0 0,-1 0 0,1 0 0,0 0 0,-1 0 0,1 1 0,-1-1 0,0 0 0,1 0 0,-1 0 0,0 0 0,0 0 0,1 1 0,-1-1 0,0 0 0,0 0 0,0 0 0,-1 1 0,1-1 0,0 0 0,0 0 0,-1 0 0,1 1 0,0-1 0,-1 0 0,1 0 0,-1 0 0,0 0 0,1 0 0,-1 0 0,0 0 0,0 0 0,1 0 0,-2 0 0,-8 9 0,0 0 0,0-1 0,0 0 0,-1-1 0,-1 0 0,0-1 0,0 0 0,-23 9 0,5-1 0,-42 21 0,16-9 0,-81 54 0,126-71-1365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150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15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150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51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151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B225748-449B-4E6E-B2FD-9A517E5C9785}" type="slidenum">
              <a:rPr lang="en-US"/>
              <a:pPr/>
              <a:t>‹#›</a:t>
            </a:fld>
            <a:endParaRPr lang="en-US"/>
          </a:p>
        </p:txBody>
      </p:sp>
    </p:spTree>
    <p:extLst>
      <p:ext uri="{BB962C8B-B14F-4D97-AF65-F5344CB8AC3E}">
        <p14:creationId xmlns:p14="http://schemas.microsoft.com/office/powerpoint/2010/main" val="63007278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mn-ea"/>
        <a:cs typeface="+mn-cs"/>
      </a:defRPr>
    </a:lvl1pPr>
    <a:lvl2pPr marL="457200" algn="l" rtl="0" fontAlgn="base">
      <a:spcBef>
        <a:spcPct val="30000"/>
      </a:spcBef>
      <a:spcAft>
        <a:spcPct val="0"/>
      </a:spcAft>
      <a:defRPr kumimoji="1" sz="1200" kern="1200">
        <a:solidFill>
          <a:schemeClr val="tx1"/>
        </a:solidFill>
        <a:latin typeface="Times New Roman" pitchFamily="18" charset="0"/>
        <a:ea typeface="+mn-ea"/>
        <a:cs typeface="+mn-cs"/>
      </a:defRPr>
    </a:lvl2pPr>
    <a:lvl3pPr marL="914400" algn="l" rtl="0" fontAlgn="base">
      <a:spcBef>
        <a:spcPct val="30000"/>
      </a:spcBef>
      <a:spcAft>
        <a:spcPct val="0"/>
      </a:spcAft>
      <a:defRPr kumimoji="1" sz="1200" kern="1200">
        <a:solidFill>
          <a:schemeClr val="tx1"/>
        </a:solidFill>
        <a:latin typeface="Times New Roman" pitchFamily="18" charset="0"/>
        <a:ea typeface="+mn-ea"/>
        <a:cs typeface="+mn-cs"/>
      </a:defRPr>
    </a:lvl3pPr>
    <a:lvl4pPr marL="1371600" algn="l" rtl="0" fontAlgn="base">
      <a:spcBef>
        <a:spcPct val="30000"/>
      </a:spcBef>
      <a:spcAft>
        <a:spcPct val="0"/>
      </a:spcAft>
      <a:defRPr kumimoji="1" sz="1200" kern="1200">
        <a:solidFill>
          <a:schemeClr val="tx1"/>
        </a:solidFill>
        <a:latin typeface="Times New Roman" pitchFamily="18" charset="0"/>
        <a:ea typeface="+mn-ea"/>
        <a:cs typeface="+mn-cs"/>
      </a:defRPr>
    </a:lvl4pPr>
    <a:lvl5pPr marL="1828800" algn="l" rtl="0" fontAlgn="base">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nngroup.com/"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nngroup.com/"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2B52F8-C99C-4E4E-8C29-9C3A0774C30E}" type="slidenum">
              <a:rPr lang="en-US"/>
              <a:pPr/>
              <a:t>2</a:t>
            </a:fld>
            <a:endParaRPr lang="en-US"/>
          </a:p>
        </p:txBody>
      </p:sp>
      <p:sp>
        <p:nvSpPr>
          <p:cNvPr id="238594" name="Rectangle 2050"/>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38595" name="Rectangle 2051"/>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MVP - </a:t>
            </a:r>
            <a:r>
              <a:rPr lang="en-GB" b="0" i="0" dirty="0">
                <a:solidFill>
                  <a:srgbClr val="202124"/>
                </a:solidFill>
                <a:effectLst/>
                <a:latin typeface="arial" panose="020B0604020202020204" pitchFamily="34" charset="0"/>
              </a:rPr>
              <a:t>Minimum viable product (MVP) is </a:t>
            </a:r>
            <a:r>
              <a:rPr lang="en-GB" b="1" i="0" dirty="0">
                <a:solidFill>
                  <a:srgbClr val="202124"/>
                </a:solidFill>
                <a:effectLst/>
                <a:latin typeface="arial" panose="020B0604020202020204" pitchFamily="34" charset="0"/>
              </a:rPr>
              <a:t>a process for creating a production-ready product based on collaboration with users that undergoes continuous iterations and improvements until a “final” product is created</a:t>
            </a:r>
            <a:r>
              <a:rPr lang="en-GB" b="0" i="0" dirty="0">
                <a:solidFill>
                  <a:srgbClr val="202124"/>
                </a:solidFill>
                <a:effectLst/>
                <a:latin typeface="arial" panose="020B0604020202020204" pitchFamily="34" charset="0"/>
              </a:rPr>
              <a:t>. MVP design iterations are based on quantitative data and qualitative customer feedback.</a:t>
            </a:r>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6</a:t>
            </a:fld>
            <a:endParaRPr lang="en-US"/>
          </a:p>
        </p:txBody>
      </p:sp>
    </p:spTree>
    <p:extLst>
      <p:ext uri="{BB962C8B-B14F-4D97-AF65-F5344CB8AC3E}">
        <p14:creationId xmlns:p14="http://schemas.microsoft.com/office/powerpoint/2010/main" val="798732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223C50"/>
                </a:solidFill>
                <a:effectLst/>
                <a:latin typeface="TradeGothic"/>
              </a:rPr>
              <a:t>“User Experience (UX) and User Interface (UI) are some of the most confused and misused terms in our field. A UI without UX is like a painter slapping paint onto a canvas without thought; while UX without UI is like the frame of a sculpture with no paper </a:t>
            </a:r>
            <a:r>
              <a:rPr lang="en-GB" b="0" i="0" dirty="0" err="1">
                <a:solidFill>
                  <a:srgbClr val="223C50"/>
                </a:solidFill>
                <a:effectLst/>
                <a:latin typeface="TradeGothic"/>
              </a:rPr>
              <a:t>mache</a:t>
            </a:r>
            <a:r>
              <a:rPr lang="en-GB" b="0" i="0" dirty="0">
                <a:solidFill>
                  <a:srgbClr val="223C50"/>
                </a:solidFill>
                <a:effectLst/>
                <a:latin typeface="TradeGothic"/>
              </a:rPr>
              <a:t> on it. A great product experience starts with UX followed by UI. Both are essential for the product’s success.”</a:t>
            </a:r>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8</a:t>
            </a:fld>
            <a:endParaRPr lang="en-US"/>
          </a:p>
        </p:txBody>
      </p:sp>
    </p:spTree>
    <p:extLst>
      <p:ext uri="{BB962C8B-B14F-4D97-AF65-F5344CB8AC3E}">
        <p14:creationId xmlns:p14="http://schemas.microsoft.com/office/powerpoint/2010/main" val="14541132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223C50"/>
                </a:solidFill>
                <a:effectLst/>
                <a:latin typeface="TradeGothic"/>
              </a:rPr>
              <a:t>User experience design is a human-first way of designing products. Don Norman, a cognitive scientist and co-founder of the </a:t>
            </a:r>
            <a:r>
              <a:rPr lang="en-GB" b="1" i="0" u="none" strike="noStrike" dirty="0">
                <a:solidFill>
                  <a:srgbClr val="223C50"/>
                </a:solidFill>
                <a:effectLst/>
                <a:latin typeface="TradeGothic"/>
                <a:hlinkClick r:id="rId3"/>
              </a:rPr>
              <a:t>Nielsen Norman Group Design Consultancy</a:t>
            </a:r>
            <a:r>
              <a:rPr lang="en-GB" b="0" i="0" dirty="0">
                <a:solidFill>
                  <a:srgbClr val="223C50"/>
                </a:solidFill>
                <a:effectLst/>
                <a:latin typeface="TradeGothic"/>
              </a:rPr>
              <a:t>, is credited with coining the term “user experience” in the late 1990s. Here’s how he describes it:</a:t>
            </a:r>
          </a:p>
          <a:p>
            <a:r>
              <a:rPr lang="en-GB" dirty="0">
                <a:effectLst/>
                <a:latin typeface="TradeGothic"/>
              </a:rPr>
              <a:t>“User experience encompasses all aspects of the end-user’s interaction with the company, its services, and its products.”</a:t>
            </a:r>
          </a:p>
          <a:p>
            <a:pPr algn="l"/>
            <a:r>
              <a:rPr lang="en-GB" b="0" i="0" dirty="0">
                <a:solidFill>
                  <a:srgbClr val="223C50"/>
                </a:solidFill>
                <a:effectLst/>
                <a:latin typeface="TradeGothic"/>
              </a:rPr>
              <a:t>– Don Norman, Cognitive Scientist &amp; User Experience Architect</a:t>
            </a:r>
          </a:p>
          <a:p>
            <a:pPr algn="l"/>
            <a:r>
              <a:rPr lang="en-GB" b="0" i="0" dirty="0">
                <a:solidFill>
                  <a:srgbClr val="223C50"/>
                </a:solidFill>
                <a:effectLst/>
                <a:latin typeface="TradeGothic"/>
              </a:rPr>
              <a:t>UX Design encompasses any and all interactions between a potential or active customer and a company.</a:t>
            </a:r>
          </a:p>
          <a:p>
            <a:pPr algn="l"/>
            <a:r>
              <a:rPr lang="en-GB" b="0" i="0" dirty="0">
                <a:solidFill>
                  <a:srgbClr val="223C50"/>
                </a:solidFill>
                <a:effectLst/>
                <a:latin typeface="TradeGothic"/>
              </a:rPr>
              <a:t>As a scientific process it could be applied to anything; street lamps, cars, Ikea shelving, and so on.</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10</a:t>
            </a:fld>
            <a:endParaRPr lang="en-US"/>
          </a:p>
        </p:txBody>
      </p:sp>
    </p:spTree>
    <p:extLst>
      <p:ext uri="{BB962C8B-B14F-4D97-AF65-F5344CB8AC3E}">
        <p14:creationId xmlns:p14="http://schemas.microsoft.com/office/powerpoint/2010/main" val="3799589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223C50"/>
                </a:solidFill>
                <a:effectLst/>
                <a:latin typeface="TradeGothic"/>
              </a:rPr>
              <a:t>User experience design is a human-first way of designing products. Don Norman, a cognitive scientist and co-founder of the </a:t>
            </a:r>
            <a:r>
              <a:rPr lang="en-GB" b="1" i="0" u="none" strike="noStrike" dirty="0">
                <a:solidFill>
                  <a:srgbClr val="223C50"/>
                </a:solidFill>
                <a:effectLst/>
                <a:latin typeface="TradeGothic"/>
                <a:hlinkClick r:id="rId3"/>
              </a:rPr>
              <a:t>Nielsen Norman Group Design Consultancy</a:t>
            </a:r>
            <a:r>
              <a:rPr lang="en-GB" b="0" i="0" dirty="0">
                <a:solidFill>
                  <a:srgbClr val="223C50"/>
                </a:solidFill>
                <a:effectLst/>
                <a:latin typeface="TradeGothic"/>
              </a:rPr>
              <a:t>, is credited with coining the term “user experience” in the late 1990s. Here’s how he describes it:</a:t>
            </a:r>
          </a:p>
          <a:p>
            <a:r>
              <a:rPr lang="en-GB" dirty="0">
                <a:effectLst/>
                <a:latin typeface="TradeGothic"/>
              </a:rPr>
              <a:t>“User experience encompasses all aspects of the end-user’s interaction with the company, its services, and its products.”</a:t>
            </a:r>
          </a:p>
          <a:p>
            <a:pPr algn="l"/>
            <a:r>
              <a:rPr lang="en-GB" b="0" i="0" dirty="0">
                <a:solidFill>
                  <a:srgbClr val="223C50"/>
                </a:solidFill>
                <a:effectLst/>
                <a:latin typeface="TradeGothic"/>
              </a:rPr>
              <a:t>– Don Norman, Cognitive Scientist &amp; User Experience Architect</a:t>
            </a:r>
          </a:p>
          <a:p>
            <a:pPr algn="l"/>
            <a:r>
              <a:rPr lang="en-GB" b="0" i="0" dirty="0">
                <a:solidFill>
                  <a:srgbClr val="223C50"/>
                </a:solidFill>
                <a:effectLst/>
                <a:latin typeface="TradeGothic"/>
              </a:rPr>
              <a:t>UX Design encompasses any and all interactions between a potential or active customer and a company.</a:t>
            </a:r>
          </a:p>
          <a:p>
            <a:pPr algn="l"/>
            <a:r>
              <a:rPr lang="en-GB" b="0" i="0" dirty="0">
                <a:solidFill>
                  <a:srgbClr val="223C50"/>
                </a:solidFill>
                <a:effectLst/>
                <a:latin typeface="TradeGothic"/>
              </a:rPr>
              <a:t>As a scientific process it could be applied to anything; street lamps, cars, Ikea shelving, and so on.</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12</a:t>
            </a:fld>
            <a:endParaRPr lang="en-US"/>
          </a:p>
        </p:txBody>
      </p:sp>
    </p:spTree>
    <p:extLst>
      <p:ext uri="{BB962C8B-B14F-4D97-AF65-F5344CB8AC3E}">
        <p14:creationId xmlns:p14="http://schemas.microsoft.com/office/powerpoint/2010/main" val="35878462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7B7813-06B1-43D0-9467-1387E3105B3A}" type="slidenum">
              <a:rPr lang="en-US"/>
              <a:pPr/>
              <a:t>15</a:t>
            </a:fld>
            <a:endParaRPr lang="en-US"/>
          </a:p>
        </p:txBody>
      </p:sp>
      <p:sp>
        <p:nvSpPr>
          <p:cNvPr id="123906"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390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GB" dirty="0"/>
              <a:t> </a:t>
            </a:r>
          </a:p>
          <a:p>
            <a:endParaRPr lang="en-GB" dirty="0"/>
          </a:p>
          <a:p>
            <a:r>
              <a:rPr lang="en-GB" dirty="0"/>
              <a:t> </a:t>
            </a:r>
            <a:endParaRPr lang="en-US" dirty="0"/>
          </a:p>
        </p:txBody>
      </p:sp>
    </p:spTree>
    <p:extLst>
      <p:ext uri="{BB962C8B-B14F-4D97-AF65-F5344CB8AC3E}">
        <p14:creationId xmlns:p14="http://schemas.microsoft.com/office/powerpoint/2010/main" val="2049558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16</a:t>
            </a:fld>
            <a:endParaRPr lang="en-US"/>
          </a:p>
        </p:txBody>
      </p:sp>
    </p:spTree>
    <p:extLst>
      <p:ext uri="{BB962C8B-B14F-4D97-AF65-F5344CB8AC3E}">
        <p14:creationId xmlns:p14="http://schemas.microsoft.com/office/powerpoint/2010/main" val="20648141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77376C-9A97-4A66-950F-D648124155EA}" type="slidenum">
              <a:rPr lang="en-US"/>
              <a:pPr/>
              <a:t>17</a:t>
            </a:fld>
            <a:endParaRPr lang="en-US"/>
          </a:p>
        </p:txBody>
      </p:sp>
      <p:sp>
        <p:nvSpPr>
          <p:cNvPr id="113666"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366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Usability testing can be conducted at various stages of product development, but it's most beneficial at the following key points:</a:t>
            </a:r>
          </a:p>
          <a:p>
            <a:pPr>
              <a:buFont typeface="+mj-lt"/>
              <a:buAutoNum type="arabicPeriod"/>
            </a:pPr>
            <a:r>
              <a:rPr lang="en-GB" b="1" dirty="0"/>
              <a:t>Ideation / Early Design Stage (Low-fidelity Prototypes):</a:t>
            </a:r>
            <a:endParaRPr lang="en-GB" dirty="0"/>
          </a:p>
          <a:p>
            <a:pPr marL="742950" lvl="1" indent="-285750">
              <a:buFont typeface="+mj-lt"/>
              <a:buAutoNum type="arabicPeriod"/>
            </a:pPr>
            <a:r>
              <a:rPr lang="en-GB" dirty="0"/>
              <a:t>During this stage, you can test basic wireframes, sketches, or low-fidelity prototypes to gather initial feedback on how intuitive and user-friendly the design is. This helps in identifying major usability issues before significant development has occurred.</a:t>
            </a:r>
          </a:p>
          <a:p>
            <a:pPr>
              <a:buFont typeface="+mj-lt"/>
              <a:buAutoNum type="arabicPeriod"/>
            </a:pPr>
            <a:r>
              <a:rPr lang="en-GB" b="1" dirty="0"/>
              <a:t>Design Stage (Mid-fidelity Prototypes):</a:t>
            </a:r>
            <a:endParaRPr lang="en-GB" dirty="0"/>
          </a:p>
          <a:p>
            <a:pPr marL="742950" lvl="1" indent="-285750">
              <a:buFont typeface="+mj-lt"/>
              <a:buAutoNum type="arabicPeriod"/>
            </a:pPr>
            <a:r>
              <a:rPr lang="en-GB" dirty="0"/>
              <a:t>Once you have more developed prototypes with actual layout, navigation flows, and basic interactions (but still not fully functional), usability testing can help refine the user interface (UI) and user experience (UX) based on user feedback.</a:t>
            </a:r>
          </a:p>
          <a:p>
            <a:pPr>
              <a:buFont typeface="+mj-lt"/>
              <a:buAutoNum type="arabicPeriod"/>
            </a:pPr>
            <a:r>
              <a:rPr lang="en-GB" b="1" dirty="0"/>
              <a:t>Development Stage (High-fidelity Prototypes or MVP):</a:t>
            </a:r>
            <a:endParaRPr lang="en-GB" dirty="0"/>
          </a:p>
          <a:p>
            <a:pPr marL="742950" lvl="1" indent="-285750">
              <a:buFont typeface="+mj-lt"/>
              <a:buAutoNum type="arabicPeriod"/>
            </a:pPr>
            <a:r>
              <a:rPr lang="en-GB" dirty="0"/>
              <a:t>Testing a fully interactive prototype or Minimum Viable Product (MVP) gives users a near-real experience of the product, allowing you to evaluate usability in a more practical setting. Here, users can complete tasks, and you can measure task efficiency and satisfaction.</a:t>
            </a:r>
          </a:p>
          <a:p>
            <a:pPr>
              <a:buFont typeface="+mj-lt"/>
              <a:buAutoNum type="arabicPeriod"/>
            </a:pPr>
            <a:r>
              <a:rPr lang="en-GB" b="1" dirty="0"/>
              <a:t>Pre-launch Stage (Beta Testing):</a:t>
            </a:r>
            <a:endParaRPr lang="en-GB" dirty="0"/>
          </a:p>
          <a:p>
            <a:pPr marL="742950" lvl="1" indent="-285750">
              <a:buFont typeface="+mj-lt"/>
              <a:buAutoNum type="arabicPeriod"/>
            </a:pPr>
            <a:r>
              <a:rPr lang="en-GB" dirty="0"/>
              <a:t>At this stage, the product is almost complete. Usability testing is crucial for discovering any remaining friction points, errors, or areas for improvement before the official release. Beta testers provide valuable insights into the final user experience.</a:t>
            </a:r>
          </a:p>
          <a:p>
            <a:pPr>
              <a:buFont typeface="+mj-lt"/>
              <a:buAutoNum type="arabicPeriod"/>
            </a:pPr>
            <a:r>
              <a:rPr lang="en-GB" b="1" dirty="0"/>
              <a:t>Post-launch Stage (Ongoing Usability Testing):</a:t>
            </a:r>
            <a:endParaRPr lang="en-GB" dirty="0"/>
          </a:p>
          <a:p>
            <a:pPr marL="742950" lvl="1" indent="-285750">
              <a:buFont typeface="+mj-lt"/>
              <a:buAutoNum type="arabicPeriod"/>
            </a:pPr>
            <a:r>
              <a:rPr lang="en-GB" dirty="0"/>
              <a:t>Even after launch, continuous usability testing is important to ensure the product evolves with user needs, identifies overlooked issues, and improves the overall experience over time.</a:t>
            </a:r>
          </a:p>
          <a:p>
            <a:r>
              <a:rPr lang="en-GB" dirty="0"/>
              <a:t>Testing usability early and iteratively helps prevent costly redesigns and ensures the product meets user expectations.</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20</a:t>
            </a:fld>
            <a:endParaRPr lang="en-US"/>
          </a:p>
        </p:txBody>
      </p:sp>
    </p:spTree>
    <p:extLst>
      <p:ext uri="{BB962C8B-B14F-4D97-AF65-F5344CB8AC3E}">
        <p14:creationId xmlns:p14="http://schemas.microsoft.com/office/powerpoint/2010/main" val="12124440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77376C-9A97-4A66-950F-D648124155EA}" type="slidenum">
              <a:rPr lang="en-US"/>
              <a:pPr/>
              <a:t>27</a:t>
            </a:fld>
            <a:endParaRPr lang="en-US"/>
          </a:p>
        </p:txBody>
      </p:sp>
      <p:sp>
        <p:nvSpPr>
          <p:cNvPr id="113666"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366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23739392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28</a:t>
            </a:fld>
            <a:endParaRPr lang="en-US"/>
          </a:p>
        </p:txBody>
      </p:sp>
    </p:spTree>
    <p:extLst>
      <p:ext uri="{BB962C8B-B14F-4D97-AF65-F5344CB8AC3E}">
        <p14:creationId xmlns:p14="http://schemas.microsoft.com/office/powerpoint/2010/main" val="12434775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Here's how </a:t>
            </a:r>
            <a:r>
              <a:rPr lang="en-GB" b="1" dirty="0"/>
              <a:t>biometric data </a:t>
            </a:r>
            <a:r>
              <a:rPr lang="en-GB" dirty="0"/>
              <a:t>can be integrated into usability studies focusing on effectiveness:</a:t>
            </a:r>
          </a:p>
          <a:p>
            <a:r>
              <a:rPr lang="en-GB" b="1" dirty="0"/>
              <a:t>1. Eye Tracking</a:t>
            </a:r>
          </a:p>
          <a:p>
            <a:r>
              <a:rPr lang="en-GB" b="1" dirty="0"/>
              <a:t>How it works</a:t>
            </a:r>
            <a:r>
              <a:rPr lang="en-GB" dirty="0"/>
              <a:t>: Eye-tracking devices measure where and how long a user looks at different elements on a screen, how their gaze moves, and whether they focus on the right places to complete a task.</a:t>
            </a:r>
          </a:p>
          <a:p>
            <a:r>
              <a:rPr lang="en-GB" b="1" dirty="0"/>
              <a:t>What it reveals</a:t>
            </a:r>
            <a:r>
              <a:rPr lang="en-GB" dirty="0"/>
              <a:t>:</a:t>
            </a:r>
          </a:p>
          <a:p>
            <a:pPr lvl="1"/>
            <a:r>
              <a:rPr lang="en-GB" b="1" dirty="0"/>
              <a:t>Gaze patterns</a:t>
            </a:r>
            <a:r>
              <a:rPr lang="en-GB" dirty="0"/>
              <a:t>: Effective designs direct users' attention to relevant areas. Ineffective systems may cause users to fixate on irrelevant areas or engage in unnecessary searching.</a:t>
            </a:r>
          </a:p>
          <a:p>
            <a:pPr lvl="1"/>
            <a:r>
              <a:rPr lang="en-GB" b="1" dirty="0"/>
              <a:t>Fixations and saccades</a:t>
            </a:r>
            <a:r>
              <a:rPr lang="en-GB" dirty="0"/>
              <a:t>: Long fixations or erratic eye movements (saccades) may indicate confusion or difficulty, </a:t>
            </a:r>
            <a:r>
              <a:rPr lang="en-GB" dirty="0" err="1"/>
              <a:t>signaling</a:t>
            </a:r>
            <a:r>
              <a:rPr lang="en-GB" dirty="0"/>
              <a:t> reduced effectiveness.</a:t>
            </a:r>
          </a:p>
          <a:p>
            <a:pPr lvl="1"/>
            <a:r>
              <a:rPr lang="en-GB" b="1" dirty="0"/>
              <a:t>Heatmaps</a:t>
            </a:r>
            <a:r>
              <a:rPr lang="en-GB" dirty="0"/>
              <a:t>: Heatmaps can show areas of user interest or where they struggled, providing insights into how effectively a user can find necessary elements to complete a task.</a:t>
            </a:r>
          </a:p>
          <a:p>
            <a:r>
              <a:rPr lang="en-GB" b="1" dirty="0"/>
              <a:t>Example</a:t>
            </a:r>
            <a:r>
              <a:rPr lang="en-GB" dirty="0"/>
              <a:t>: If users struggle to find a button to complete a task, eye-tracking data will show prolonged fixations or search patterns, indicating a problem with effectiveness in task completion.</a:t>
            </a:r>
          </a:p>
          <a:p>
            <a:r>
              <a:rPr lang="en-GB" b="1" dirty="0"/>
              <a:t>2. Galvanic Skin Response (GSR) / Electrodermal Activity (EDA)</a:t>
            </a:r>
          </a:p>
          <a:p>
            <a:r>
              <a:rPr lang="en-GB" b="1" dirty="0"/>
              <a:t>How it works</a:t>
            </a:r>
            <a:r>
              <a:rPr lang="en-GB" dirty="0"/>
              <a:t>: GSR sensors measure changes in the electrical properties of the skin, which fluctuate with stress or emotional arousal.</a:t>
            </a:r>
          </a:p>
          <a:p>
            <a:r>
              <a:rPr lang="en-GB" b="1" dirty="0"/>
              <a:t>What it reveals</a:t>
            </a:r>
            <a:r>
              <a:rPr lang="en-GB" dirty="0"/>
              <a:t>:</a:t>
            </a:r>
          </a:p>
          <a:p>
            <a:pPr lvl="1"/>
            <a:r>
              <a:rPr lang="en-GB" b="1" dirty="0"/>
              <a:t>Stress or frustration</a:t>
            </a:r>
            <a:r>
              <a:rPr lang="en-GB" dirty="0"/>
              <a:t>: High GSR readings during task completion can suggest that users are experiencing stress, frustration, or cognitive overload, potentially because the task is difficult or unclear.</a:t>
            </a:r>
          </a:p>
          <a:p>
            <a:pPr lvl="1"/>
            <a:r>
              <a:rPr lang="en-GB" b="1" dirty="0"/>
              <a:t>Engagement</a:t>
            </a:r>
            <a:r>
              <a:rPr lang="en-GB" dirty="0"/>
              <a:t>: Sudden spikes in GSR may reflect moments of difficulty or confusion, correlating with reduced task effectiveness.</a:t>
            </a:r>
          </a:p>
          <a:p>
            <a:r>
              <a:rPr lang="en-GB" b="1" dirty="0"/>
              <a:t>Example</a:t>
            </a:r>
            <a:r>
              <a:rPr lang="en-GB" dirty="0"/>
              <a:t>: If a user exhibits heightened stress levels when trying to complete a form, it may indicate that the system's design or process is not effective in guiding the user through the task.</a:t>
            </a:r>
          </a:p>
          <a:p>
            <a:r>
              <a:rPr lang="en-GB" b="1" dirty="0"/>
              <a:t>3. Heart Rate (HR) and Heart Rate Variability (HRV)</a:t>
            </a:r>
          </a:p>
          <a:p>
            <a:r>
              <a:rPr lang="en-GB" b="1" dirty="0"/>
              <a:t>How it works</a:t>
            </a:r>
            <a:r>
              <a:rPr lang="en-GB" dirty="0"/>
              <a:t>: Heart rate monitors track the speed and variability of a user's heartbeat. HRV is particularly useful for gauging the body's stress response.</a:t>
            </a:r>
          </a:p>
          <a:p>
            <a:r>
              <a:rPr lang="en-GB" b="1" dirty="0"/>
              <a:t>What it reveals</a:t>
            </a:r>
            <a:r>
              <a:rPr lang="en-GB" dirty="0"/>
              <a:t>:</a:t>
            </a:r>
          </a:p>
          <a:p>
            <a:pPr lvl="1"/>
            <a:r>
              <a:rPr lang="en-GB" b="1" dirty="0"/>
              <a:t>Stress and workload</a:t>
            </a:r>
            <a:r>
              <a:rPr lang="en-GB" dirty="0"/>
              <a:t>: Increased heart rate or reduced HRV can indicate cognitive strain, stress, or frustration, which are often linked to reduced effectiveness.</a:t>
            </a:r>
          </a:p>
          <a:p>
            <a:pPr lvl="1"/>
            <a:r>
              <a:rPr lang="en-GB" b="1" dirty="0"/>
              <a:t>Task difficulty</a:t>
            </a:r>
            <a:r>
              <a:rPr lang="en-GB" dirty="0"/>
              <a:t>: Sudden changes in heart rate when performing a specific task can highlight points of difficulty, </a:t>
            </a:r>
            <a:r>
              <a:rPr lang="en-GB" dirty="0" err="1"/>
              <a:t>signaling</a:t>
            </a:r>
            <a:r>
              <a:rPr lang="en-GB" dirty="0"/>
              <a:t> where the product's usability is compromised.</a:t>
            </a:r>
          </a:p>
          <a:p>
            <a:r>
              <a:rPr lang="en-GB" b="1" dirty="0"/>
              <a:t>Example</a:t>
            </a:r>
            <a:r>
              <a:rPr lang="en-GB" dirty="0"/>
              <a:t>: If heart rate spikes during a complex navigation task, this may suggest the system isn't effective in helping users complete tasks smoothly.</a:t>
            </a:r>
          </a:p>
          <a:p>
            <a:r>
              <a:rPr lang="en-GB" b="1" dirty="0"/>
              <a:t>4. Facial Expression Analysis</a:t>
            </a:r>
          </a:p>
          <a:p>
            <a:r>
              <a:rPr lang="en-GB" b="1" dirty="0"/>
              <a:t>How it works</a:t>
            </a:r>
            <a:r>
              <a:rPr lang="en-GB" dirty="0"/>
              <a:t>: Using facial recognition software, researchers can detect micro-expressions that reveal emotional states like frustration, confusion, or satisfaction.</a:t>
            </a:r>
          </a:p>
          <a:p>
            <a:r>
              <a:rPr lang="en-GB" b="1" dirty="0"/>
              <a:t>What it reveals</a:t>
            </a:r>
            <a:r>
              <a:rPr lang="en-GB" dirty="0"/>
              <a:t>:</a:t>
            </a:r>
          </a:p>
          <a:p>
            <a:pPr lvl="1"/>
            <a:r>
              <a:rPr lang="en-GB" b="1" dirty="0"/>
              <a:t>Emotional responses</a:t>
            </a:r>
            <a:r>
              <a:rPr lang="en-GB" dirty="0"/>
              <a:t>: Positive or negative facial expressions during task completion can indicate how effectively the system supports the user. Negative expressions (e.g., furrowed brows, frowns) may indicate that the user is struggling with the task.</a:t>
            </a:r>
          </a:p>
          <a:p>
            <a:pPr lvl="1"/>
            <a:r>
              <a:rPr lang="en-GB" b="1" dirty="0"/>
              <a:t>Correlating emotions with effectiveness</a:t>
            </a:r>
            <a:r>
              <a:rPr lang="en-GB" dirty="0"/>
              <a:t>: Consistently negative facial expressions during task failure or complexity can indicate areas where effectiveness is lacking.</a:t>
            </a:r>
          </a:p>
          <a:p>
            <a:r>
              <a:rPr lang="en-GB" b="1" dirty="0"/>
              <a:t>Example</a:t>
            </a:r>
            <a:r>
              <a:rPr lang="en-GB" dirty="0"/>
              <a:t>: If users show signs of frustration when searching for information on a website, this suggests that the website's design is not effective in supporting users’ goals.</a:t>
            </a:r>
          </a:p>
          <a:p>
            <a:r>
              <a:rPr lang="en-GB" b="1" dirty="0"/>
              <a:t>5. Pupil Dilation (Cognitive Load)</a:t>
            </a:r>
          </a:p>
          <a:p>
            <a:r>
              <a:rPr lang="en-GB" b="1" dirty="0"/>
              <a:t>How it works</a:t>
            </a:r>
            <a:r>
              <a:rPr lang="en-GB" dirty="0"/>
              <a:t>: Pupil dilation is often measured via eye-tracking or specialized biometric equipment. Pupil dilation increases when cognitive load or mental effort increases.</a:t>
            </a:r>
          </a:p>
          <a:p>
            <a:r>
              <a:rPr lang="en-GB" b="1" dirty="0"/>
              <a:t>What it reveals</a:t>
            </a:r>
            <a:r>
              <a:rPr lang="en-GB" dirty="0"/>
              <a:t>:</a:t>
            </a:r>
          </a:p>
          <a:p>
            <a:pPr lvl="1"/>
            <a:r>
              <a:rPr lang="en-GB" b="1" dirty="0"/>
              <a:t>Cognitive workload</a:t>
            </a:r>
            <a:r>
              <a:rPr lang="en-GB" dirty="0"/>
              <a:t>: Larger pupil dilation suggests higher mental effort or cognitive overload, which may indicate that the user is struggling to complete the task effectively.</a:t>
            </a:r>
          </a:p>
          <a:p>
            <a:pPr lvl="1"/>
            <a:r>
              <a:rPr lang="en-GB" b="1" dirty="0"/>
              <a:t>Effectiveness of design</a:t>
            </a:r>
            <a:r>
              <a:rPr lang="en-GB" dirty="0"/>
              <a:t>: If a task requires more mental effort than expected, it can signal that the design or process is not intuitive or effective.</a:t>
            </a:r>
          </a:p>
          <a:p>
            <a:r>
              <a:rPr lang="en-GB" b="1" dirty="0"/>
              <a:t>Example</a:t>
            </a:r>
            <a:r>
              <a:rPr lang="en-GB" dirty="0"/>
              <a:t>: If users’ pupils dilate significantly while trying to fill out a multi-step form, it may indicate that the form is overly complex or confusing, reducing task effectiveness.</a:t>
            </a:r>
          </a:p>
          <a:p>
            <a:r>
              <a:rPr lang="en-GB" b="1" dirty="0"/>
              <a:t>6. EEG (Electroencephalogram) – Brainwave Activity</a:t>
            </a:r>
          </a:p>
          <a:p>
            <a:r>
              <a:rPr lang="en-GB" b="1" dirty="0"/>
              <a:t>How it works</a:t>
            </a:r>
            <a:r>
              <a:rPr lang="en-GB" dirty="0"/>
              <a:t>: EEG sensors measure electrical activity in the brain, providing insights into cognitive states such as attention, workload, and stress.</a:t>
            </a:r>
          </a:p>
          <a:p>
            <a:r>
              <a:rPr lang="en-GB" b="1" dirty="0"/>
              <a:t>What it reveals</a:t>
            </a:r>
            <a:r>
              <a:rPr lang="en-GB" dirty="0"/>
              <a:t>:</a:t>
            </a:r>
          </a:p>
          <a:p>
            <a:pPr lvl="1"/>
            <a:r>
              <a:rPr lang="en-GB" b="1" dirty="0"/>
              <a:t>Mental workload</a:t>
            </a:r>
            <a:r>
              <a:rPr lang="en-GB" dirty="0"/>
              <a:t>: High levels of certain brainwave patterns (e.g., theta or beta waves) may indicate increased cognitive load, which could point to difficulties in completing a task.</a:t>
            </a:r>
          </a:p>
          <a:p>
            <a:pPr lvl="1"/>
            <a:r>
              <a:rPr lang="en-GB" b="1" dirty="0"/>
              <a:t>Focus and engagement</a:t>
            </a:r>
            <a:r>
              <a:rPr lang="en-GB" dirty="0"/>
              <a:t>: EEG data can reveal when users are focused or distracted, offering insights into whether the system effectively holds the user's attention during task completion.</a:t>
            </a:r>
          </a:p>
          <a:p>
            <a:r>
              <a:rPr lang="en-GB" b="1" dirty="0"/>
              <a:t>Example</a:t>
            </a:r>
            <a:r>
              <a:rPr lang="en-GB" dirty="0"/>
              <a:t>: If EEG data shows heightened cognitive load when users interact with a poorly structured interface, this suggests that the design is not effective in supporting task completion.</a:t>
            </a:r>
          </a:p>
          <a:p>
            <a:r>
              <a:rPr lang="en-GB" b="1" dirty="0"/>
              <a:t>7. Voice Stress Analysis</a:t>
            </a:r>
          </a:p>
          <a:p>
            <a:r>
              <a:rPr lang="en-GB" b="1" dirty="0"/>
              <a:t>How it works</a:t>
            </a:r>
            <a:r>
              <a:rPr lang="en-GB" dirty="0"/>
              <a:t>: Voice stress analysis software can </a:t>
            </a:r>
            <a:r>
              <a:rPr lang="en-GB" dirty="0" err="1"/>
              <a:t>analyze</a:t>
            </a:r>
            <a:r>
              <a:rPr lang="en-GB" dirty="0"/>
              <a:t> vocal tone, pitch, and variability to detect emotional states like stress, confusion, or frustration.</a:t>
            </a:r>
          </a:p>
          <a:p>
            <a:r>
              <a:rPr lang="en-GB" b="1" dirty="0"/>
              <a:t>What it reveals</a:t>
            </a:r>
            <a:r>
              <a:rPr lang="en-GB" dirty="0"/>
              <a:t>:</a:t>
            </a:r>
          </a:p>
          <a:p>
            <a:pPr lvl="1"/>
            <a:r>
              <a:rPr lang="en-GB" b="1" dirty="0"/>
              <a:t>Stress and difficulty</a:t>
            </a:r>
            <a:r>
              <a:rPr lang="en-GB" dirty="0"/>
              <a:t>: Changes in voice pitch or tone can indicate when a user is stressed or frustrated while attempting to complete a task.</a:t>
            </a:r>
          </a:p>
          <a:p>
            <a:pPr lvl="1"/>
            <a:r>
              <a:rPr lang="en-GB" b="1" dirty="0"/>
              <a:t>Task complexity</a:t>
            </a:r>
            <a:r>
              <a:rPr lang="en-GB" dirty="0"/>
              <a:t>: If users' voice stress increases at certain points during a task, it suggests that those steps are too difficult or unclear, reducing the effectiveness of the system.</a:t>
            </a:r>
          </a:p>
          <a:p>
            <a:r>
              <a:rPr lang="en-GB" b="1" dirty="0"/>
              <a:t>Example</a:t>
            </a:r>
            <a:r>
              <a:rPr lang="en-GB" dirty="0"/>
              <a:t>: If voice stress increases while navigating through a checkout process, it may reveal an ineffective flow, possibly due to poor design or confusing steps.</a:t>
            </a:r>
          </a:p>
          <a:p>
            <a:r>
              <a:rPr lang="en-GB" b="1" dirty="0"/>
              <a:t>Summary of Biometrics and Effectiveness:</a:t>
            </a:r>
          </a:p>
          <a:p>
            <a:r>
              <a:rPr lang="en-GB" b="1" dirty="0"/>
              <a:t>Effectiveness</a:t>
            </a:r>
            <a:r>
              <a:rPr lang="en-GB" dirty="0"/>
              <a:t> in usability can be enhanced by studying biometric data alongside traditional metrics like task success rate. For example:</a:t>
            </a:r>
          </a:p>
          <a:p>
            <a:pPr lvl="1"/>
            <a:r>
              <a:rPr lang="en-GB" b="1" dirty="0"/>
              <a:t>Low task success + high physiological stress (GSR/HR)</a:t>
            </a:r>
            <a:r>
              <a:rPr lang="en-GB" dirty="0"/>
              <a:t> can confirm that users are struggling with the system.</a:t>
            </a:r>
          </a:p>
          <a:p>
            <a:pPr lvl="1"/>
            <a:r>
              <a:rPr lang="en-GB" b="1" dirty="0"/>
              <a:t>Increased cognitive load (pupil dilation/EEG)</a:t>
            </a:r>
            <a:r>
              <a:rPr lang="en-GB" dirty="0"/>
              <a:t> during key steps may suggest areas where the design is not effective in guiding users.</a:t>
            </a:r>
          </a:p>
          <a:p>
            <a:pPr lvl="1"/>
            <a:r>
              <a:rPr lang="en-GB" b="1" dirty="0"/>
              <a:t>Frustration signals (facial expressions/voice analysis)</a:t>
            </a:r>
            <a:r>
              <a:rPr lang="en-GB" dirty="0"/>
              <a:t> during specific tasks can indicate that the system’s effectiveness is compromised.</a:t>
            </a:r>
          </a:p>
          <a:p>
            <a:r>
              <a:rPr lang="en-GB" dirty="0"/>
              <a:t>By integrating biometric data, usability researchers can go beyond observing task outcomes (success/failure) and gain deeper insights into </a:t>
            </a:r>
            <a:r>
              <a:rPr lang="en-GB" b="1" dirty="0"/>
              <a:t>why</a:t>
            </a:r>
            <a:r>
              <a:rPr lang="en-GB" dirty="0"/>
              <a:t> users may struggle or succeed. This data provides an additional layer of understanding to refine product designs and improve task effectiveness.</a:t>
            </a:r>
          </a:p>
        </p:txBody>
      </p:sp>
      <p:sp>
        <p:nvSpPr>
          <p:cNvPr id="4" name="Slide Number Placeholder 3"/>
          <p:cNvSpPr>
            <a:spLocks noGrp="1"/>
          </p:cNvSpPr>
          <p:nvPr>
            <p:ph type="sldNum" sz="quarter" idx="5"/>
          </p:nvPr>
        </p:nvSpPr>
        <p:spPr/>
        <p:txBody>
          <a:bodyPr/>
          <a:lstStyle/>
          <a:p>
            <a:fld id="{3B225748-449B-4E6E-B2FD-9A517E5C9785}" type="slidenum">
              <a:rPr lang="en-US" smtClean="0"/>
              <a:pPr/>
              <a:t>29</a:t>
            </a:fld>
            <a:endParaRPr lang="en-US"/>
          </a:p>
        </p:txBody>
      </p:sp>
    </p:spTree>
    <p:extLst>
      <p:ext uri="{BB962C8B-B14F-4D97-AF65-F5344CB8AC3E}">
        <p14:creationId xmlns:p14="http://schemas.microsoft.com/office/powerpoint/2010/main" val="2375130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30</a:t>
            </a:fld>
            <a:endParaRPr lang="en-US"/>
          </a:p>
        </p:txBody>
      </p:sp>
    </p:spTree>
    <p:extLst>
      <p:ext uri="{BB962C8B-B14F-4D97-AF65-F5344CB8AC3E}">
        <p14:creationId xmlns:p14="http://schemas.microsoft.com/office/powerpoint/2010/main" val="4353284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Here’s how various biometric methods can help measure and study learnability:</a:t>
            </a:r>
          </a:p>
          <a:p>
            <a:r>
              <a:rPr lang="en-GB" b="1" dirty="0"/>
              <a:t>1. Eye Tracking</a:t>
            </a:r>
          </a:p>
          <a:p>
            <a:pPr>
              <a:buFont typeface="Arial" panose="020B0604020202020204" pitchFamily="34" charset="0"/>
              <a:buChar char="•"/>
            </a:pPr>
            <a:r>
              <a:rPr lang="en-GB" b="1" dirty="0"/>
              <a:t>How it works</a:t>
            </a:r>
            <a:r>
              <a:rPr lang="en-GB" dirty="0"/>
              <a:t>: Eye-tracking devices record users’ gaze patterns, fixations, and saccades (quick eye movements) as they interact with a system. By studying changes in eye movements over time, researchers can evaluate how users learn to navigate interfaces.</a:t>
            </a:r>
          </a:p>
          <a:p>
            <a:pPr>
              <a:buFont typeface="Arial" panose="020B0604020202020204" pitchFamily="34" charset="0"/>
              <a:buChar char="•"/>
            </a:pPr>
            <a:r>
              <a:rPr lang="en-GB" b="1" dirty="0"/>
              <a:t>What it reveals about learnability</a:t>
            </a:r>
            <a:r>
              <a:rPr lang="en-GB" dirty="0"/>
              <a:t>:</a:t>
            </a:r>
          </a:p>
          <a:p>
            <a:pPr marL="742950" lvl="1" indent="-285750">
              <a:buFont typeface="Arial" panose="020B0604020202020204" pitchFamily="34" charset="0"/>
              <a:buChar char="•"/>
            </a:pPr>
            <a:r>
              <a:rPr lang="en-GB" b="1" dirty="0"/>
              <a:t>Gaze patterns improvement</a:t>
            </a:r>
            <a:r>
              <a:rPr lang="en-GB" dirty="0"/>
              <a:t>: As users become more familiar with a system, their gaze patterns should become more efficient. Initial sessions may show long fixations or erratic saccades as users search for information, but as learnability improves, these should decrease.</a:t>
            </a:r>
          </a:p>
          <a:p>
            <a:pPr marL="742950" lvl="1" indent="-285750">
              <a:buFont typeface="Arial" panose="020B0604020202020204" pitchFamily="34" charset="0"/>
              <a:buChar char="•"/>
            </a:pPr>
            <a:r>
              <a:rPr lang="en-GB" b="1" dirty="0"/>
              <a:t>Reduced searching time</a:t>
            </a:r>
            <a:r>
              <a:rPr lang="en-GB" dirty="0"/>
              <a:t>: If users quickly locate key elements in later sessions, it suggests that they have learned where things are and how to navigate the interface effectively.</a:t>
            </a:r>
          </a:p>
          <a:p>
            <a:pPr>
              <a:buFont typeface="Arial" panose="020B0604020202020204" pitchFamily="34" charset="0"/>
              <a:buChar char="•"/>
            </a:pPr>
            <a:r>
              <a:rPr lang="en-GB" b="1" dirty="0"/>
              <a:t>Example</a:t>
            </a:r>
            <a:r>
              <a:rPr lang="en-GB" dirty="0"/>
              <a:t>: In early sessions, a user may spend considerable time searching for navigation buttons (indicated by long fixations and saccades), but in later sessions, the user’s eye movements will likely be more focused and direct as they learn the system.</a:t>
            </a:r>
          </a:p>
          <a:p>
            <a:r>
              <a:rPr lang="en-GB" b="1" dirty="0"/>
              <a:t>2. Galvanic Skin Response (GSR) / Electrodermal Activity (EDA)</a:t>
            </a:r>
          </a:p>
          <a:p>
            <a:pPr>
              <a:buFont typeface="Arial" panose="020B0604020202020204" pitchFamily="34" charset="0"/>
              <a:buChar char="•"/>
            </a:pPr>
            <a:r>
              <a:rPr lang="en-GB" b="1" dirty="0"/>
              <a:t>How it works</a:t>
            </a:r>
            <a:r>
              <a:rPr lang="en-GB" dirty="0"/>
              <a:t>: GSR measures changes in skin conductance that correlate with emotional arousal or stress. High stress levels during tasks can indicate that a user finds the system difficult to learn or use.</a:t>
            </a:r>
          </a:p>
          <a:p>
            <a:pPr>
              <a:buFont typeface="Arial" panose="020B0604020202020204" pitchFamily="34" charset="0"/>
              <a:buChar char="•"/>
            </a:pPr>
            <a:r>
              <a:rPr lang="en-GB" b="1" dirty="0"/>
              <a:t>What it reveals about learnability</a:t>
            </a:r>
            <a:r>
              <a:rPr lang="en-GB" dirty="0"/>
              <a:t>:</a:t>
            </a:r>
          </a:p>
          <a:p>
            <a:pPr marL="742950" lvl="1" indent="-285750">
              <a:buFont typeface="Arial" panose="020B0604020202020204" pitchFamily="34" charset="0"/>
              <a:buChar char="•"/>
            </a:pPr>
            <a:r>
              <a:rPr lang="en-GB" b="1" dirty="0"/>
              <a:t>Decreased stress levels over time</a:t>
            </a:r>
            <a:r>
              <a:rPr lang="en-GB" dirty="0"/>
              <a:t>: Initially, GSR readings may be high as users experience cognitive overload while learning new tasks. However, as they become more comfortable and familiar with the system, their GSR levels should decrease, indicating that the system is learnable.</a:t>
            </a:r>
          </a:p>
          <a:p>
            <a:pPr marL="742950" lvl="1" indent="-285750">
              <a:buFont typeface="Arial" panose="020B0604020202020204" pitchFamily="34" charset="0"/>
              <a:buChar char="•"/>
            </a:pPr>
            <a:r>
              <a:rPr lang="en-GB" b="1" dirty="0"/>
              <a:t>Learning curve tracking</a:t>
            </a:r>
            <a:r>
              <a:rPr lang="en-GB" dirty="0"/>
              <a:t>: By comparing GSR data across multiple testing sessions, researchers can observe how stress levels change as users repeat tasks and gain proficiency.</a:t>
            </a:r>
          </a:p>
          <a:p>
            <a:pPr>
              <a:buFont typeface="Arial" panose="020B0604020202020204" pitchFamily="34" charset="0"/>
              <a:buChar char="•"/>
            </a:pPr>
            <a:r>
              <a:rPr lang="en-GB" b="1" dirty="0"/>
              <a:t>Example</a:t>
            </a:r>
            <a:r>
              <a:rPr lang="en-GB" dirty="0"/>
              <a:t>: A user might show high GSR spikes while performing tasks in early sessions, indicating stress or confusion. As the user repeats the task and learns the process, GSR levels should decline, indicating reduced stress and improved learnability.</a:t>
            </a:r>
          </a:p>
          <a:p>
            <a:r>
              <a:rPr lang="en-GB" b="1" dirty="0"/>
              <a:t>3. Heart Rate (HR) and Heart Rate Variability (HRV)</a:t>
            </a:r>
          </a:p>
          <a:p>
            <a:pPr>
              <a:buFont typeface="Arial" panose="020B0604020202020204" pitchFamily="34" charset="0"/>
              <a:buChar char="•"/>
            </a:pPr>
            <a:r>
              <a:rPr lang="en-GB" b="1" dirty="0"/>
              <a:t>How it works</a:t>
            </a:r>
            <a:r>
              <a:rPr lang="en-GB" dirty="0"/>
              <a:t>: HR monitors measure heart rate, while HRV refers to the variation in time between consecutive heartbeats. Changes in heart rate or HRV can indicate cognitive load or stress levels.</a:t>
            </a:r>
          </a:p>
          <a:p>
            <a:pPr>
              <a:buFont typeface="Arial" panose="020B0604020202020204" pitchFamily="34" charset="0"/>
              <a:buChar char="•"/>
            </a:pPr>
            <a:r>
              <a:rPr lang="en-GB" b="1" dirty="0"/>
              <a:t>What it reveals about learnability</a:t>
            </a:r>
            <a:r>
              <a:rPr lang="en-GB" dirty="0"/>
              <a:t>:</a:t>
            </a:r>
          </a:p>
          <a:p>
            <a:pPr marL="742950" lvl="1" indent="-285750">
              <a:buFont typeface="Arial" panose="020B0604020202020204" pitchFamily="34" charset="0"/>
              <a:buChar char="•"/>
            </a:pPr>
            <a:r>
              <a:rPr lang="en-GB" b="1" dirty="0"/>
              <a:t>Reduced cognitive load</a:t>
            </a:r>
            <a:r>
              <a:rPr lang="en-GB" dirty="0"/>
              <a:t>: Initially, learning a new interface may cause users to experience increased heart rates, suggesting cognitive strain. Over time, as users learn the system, their heart rate should stabilize, indicating that tasks have become easier.</a:t>
            </a:r>
          </a:p>
          <a:p>
            <a:pPr marL="742950" lvl="1" indent="-285750">
              <a:buFont typeface="Arial" panose="020B0604020202020204" pitchFamily="34" charset="0"/>
              <a:buChar char="•"/>
            </a:pPr>
            <a:r>
              <a:rPr lang="en-GB" b="1" dirty="0"/>
              <a:t>Decreased task stress</a:t>
            </a:r>
            <a:r>
              <a:rPr lang="en-GB" dirty="0"/>
              <a:t>: Lower heart rate and higher HRV in later sessions can indicate that users are more relaxed and confident with the interface, reflecting improved learnability.</a:t>
            </a:r>
          </a:p>
          <a:p>
            <a:pPr>
              <a:buFont typeface="Arial" panose="020B0604020202020204" pitchFamily="34" charset="0"/>
              <a:buChar char="•"/>
            </a:pPr>
            <a:r>
              <a:rPr lang="en-GB" b="1" dirty="0"/>
              <a:t>Example</a:t>
            </a:r>
            <a:r>
              <a:rPr lang="en-GB" dirty="0"/>
              <a:t>: In the first few sessions, a user’s heart rate may increase significantly during complex or unfamiliar tasks. As the user repeats the task and learns the interface, heart rate and HRV should normalize, indicating reduced stress and greater familiarity.</a:t>
            </a:r>
          </a:p>
          <a:p>
            <a:r>
              <a:rPr lang="en-GB" b="1" dirty="0"/>
              <a:t>4. Pupil Dilation (Cognitive Load)</a:t>
            </a:r>
          </a:p>
          <a:p>
            <a:pPr>
              <a:buFont typeface="Arial" panose="020B0604020202020204" pitchFamily="34" charset="0"/>
              <a:buChar char="•"/>
            </a:pPr>
            <a:r>
              <a:rPr lang="en-GB" b="1" dirty="0"/>
              <a:t>How it works</a:t>
            </a:r>
            <a:r>
              <a:rPr lang="en-GB" dirty="0"/>
              <a:t>: Pupil dilation is measured to assess cognitive load. Pupil size increases when users are mentally engaged or facing a high cognitive load.</a:t>
            </a:r>
          </a:p>
          <a:p>
            <a:pPr>
              <a:buFont typeface="Arial" panose="020B0604020202020204" pitchFamily="34" charset="0"/>
              <a:buChar char="•"/>
            </a:pPr>
            <a:r>
              <a:rPr lang="en-GB" b="1" dirty="0"/>
              <a:t>What it reveals about learnability</a:t>
            </a:r>
            <a:r>
              <a:rPr lang="en-GB" dirty="0"/>
              <a:t>:</a:t>
            </a:r>
          </a:p>
          <a:p>
            <a:pPr marL="742950" lvl="1" indent="-285750">
              <a:buFont typeface="Arial" panose="020B0604020202020204" pitchFamily="34" charset="0"/>
              <a:buChar char="•"/>
            </a:pPr>
            <a:r>
              <a:rPr lang="en-GB" b="1" dirty="0"/>
              <a:t>Decreasing cognitive load</a:t>
            </a:r>
            <a:r>
              <a:rPr lang="en-GB" dirty="0"/>
              <a:t>: In early stages of learning, users’ pupils may dilate more, indicating higher cognitive effort to understand the system. As users learn and tasks become easier, pupil dilation should decrease, indicating reduced cognitive effort.</a:t>
            </a:r>
          </a:p>
          <a:p>
            <a:pPr marL="742950" lvl="1" indent="-285750">
              <a:buFont typeface="Arial" panose="020B0604020202020204" pitchFamily="34" charset="0"/>
              <a:buChar char="•"/>
            </a:pPr>
            <a:r>
              <a:rPr lang="en-GB" b="1" dirty="0"/>
              <a:t>Improvement over time</a:t>
            </a:r>
            <a:r>
              <a:rPr lang="en-GB" dirty="0"/>
              <a:t>: By tracking pupil dilation across multiple sessions, researchers can observe how much cognitive load is required as users learn the interface, and whether the system becomes more intuitive.</a:t>
            </a:r>
          </a:p>
          <a:p>
            <a:pPr>
              <a:buFont typeface="Arial" panose="020B0604020202020204" pitchFamily="34" charset="0"/>
              <a:buChar char="•"/>
            </a:pPr>
            <a:r>
              <a:rPr lang="en-GB" b="1" dirty="0"/>
              <a:t>Example</a:t>
            </a:r>
            <a:r>
              <a:rPr lang="en-GB" dirty="0"/>
              <a:t>: If a user shows large pupil dilation during early tasks, it suggests high cognitive load while learning. In later sessions, less dilation would indicate that the user has learned the system, leading to reduced mental effort.</a:t>
            </a:r>
          </a:p>
          <a:p>
            <a:r>
              <a:rPr lang="en-GB" b="1" dirty="0"/>
              <a:t>5. EEG (Electroencephalogram) – Brainwave Activity</a:t>
            </a:r>
          </a:p>
          <a:p>
            <a:pPr>
              <a:buFont typeface="Arial" panose="020B0604020202020204" pitchFamily="34" charset="0"/>
              <a:buChar char="•"/>
            </a:pPr>
            <a:r>
              <a:rPr lang="en-GB" b="1" dirty="0"/>
              <a:t>How it works</a:t>
            </a:r>
            <a:r>
              <a:rPr lang="en-GB" dirty="0"/>
              <a:t>: EEG monitors electrical brain activity, particularly useful for assessing mental states such as concentration, attention, and workload. It measures different brainwave frequencies (e.g., alpha, beta, theta) that correspond to mental processes.</a:t>
            </a:r>
          </a:p>
          <a:p>
            <a:pPr>
              <a:buFont typeface="Arial" panose="020B0604020202020204" pitchFamily="34" charset="0"/>
              <a:buChar char="•"/>
            </a:pPr>
            <a:r>
              <a:rPr lang="en-GB" b="1" dirty="0"/>
              <a:t>What it reveals about learnability</a:t>
            </a:r>
            <a:r>
              <a:rPr lang="en-GB" dirty="0"/>
              <a:t>:</a:t>
            </a:r>
          </a:p>
          <a:p>
            <a:pPr marL="742950" lvl="1" indent="-285750">
              <a:buFont typeface="Arial" panose="020B0604020202020204" pitchFamily="34" charset="0"/>
              <a:buChar char="•"/>
            </a:pPr>
            <a:r>
              <a:rPr lang="en-GB" b="1" dirty="0"/>
              <a:t>Decreased mental workload</a:t>
            </a:r>
            <a:r>
              <a:rPr lang="en-GB" dirty="0"/>
              <a:t>: EEG readings can show when users experience high cognitive load (e.g., more beta wave activity) during initial learning phases. As users become more familiar with the system, the cognitive workload should decrease, reflected by changes in brainwave patterns.</a:t>
            </a:r>
          </a:p>
          <a:p>
            <a:pPr marL="742950" lvl="1" indent="-285750">
              <a:buFont typeface="Arial" panose="020B0604020202020204" pitchFamily="34" charset="0"/>
              <a:buChar char="•"/>
            </a:pPr>
            <a:r>
              <a:rPr lang="en-GB" b="1" dirty="0"/>
              <a:t>Increased focus</a:t>
            </a:r>
            <a:r>
              <a:rPr lang="en-GB" dirty="0"/>
              <a:t>: EEG can also track whether users’ attention improves over time. As learnability increases, users tend to focus more effectively on key tasks without distraction.</a:t>
            </a:r>
          </a:p>
          <a:p>
            <a:pPr>
              <a:buFont typeface="Arial" panose="020B0604020202020204" pitchFamily="34" charset="0"/>
              <a:buChar char="•"/>
            </a:pPr>
            <a:r>
              <a:rPr lang="en-GB" b="1" dirty="0"/>
              <a:t>Example</a:t>
            </a:r>
            <a:r>
              <a:rPr lang="en-GB" dirty="0"/>
              <a:t>: Early EEG data might show increased beta wave activity as users learn a new task, indicating high cognitive effort. As the task becomes more familiar in subsequent sessions, EEG patterns will show reduced cognitive load, indicating improved learnability.</a:t>
            </a:r>
          </a:p>
          <a:p>
            <a:r>
              <a:rPr lang="en-GB" b="1" dirty="0"/>
              <a:t>6. Facial Expression Analysis</a:t>
            </a:r>
          </a:p>
          <a:p>
            <a:pPr>
              <a:buFont typeface="Arial" panose="020B0604020202020204" pitchFamily="34" charset="0"/>
              <a:buChar char="•"/>
            </a:pPr>
            <a:r>
              <a:rPr lang="en-GB" b="1" dirty="0"/>
              <a:t>How it works</a:t>
            </a:r>
            <a:r>
              <a:rPr lang="en-GB" dirty="0"/>
              <a:t>: Facial recognition technology can detect micro-expressions that reveal emotional states such as confusion, frustration, or satisfaction during the learning process.</a:t>
            </a:r>
          </a:p>
          <a:p>
            <a:pPr>
              <a:buFont typeface="Arial" panose="020B0604020202020204" pitchFamily="34" charset="0"/>
              <a:buChar char="•"/>
            </a:pPr>
            <a:r>
              <a:rPr lang="en-GB" b="1" dirty="0"/>
              <a:t>What it reveals about learnability</a:t>
            </a:r>
            <a:r>
              <a:rPr lang="en-GB" dirty="0"/>
              <a:t>:</a:t>
            </a:r>
          </a:p>
          <a:p>
            <a:pPr marL="742950" lvl="1" indent="-285750">
              <a:buFont typeface="Arial" panose="020B0604020202020204" pitchFamily="34" charset="0"/>
              <a:buChar char="•"/>
            </a:pPr>
            <a:r>
              <a:rPr lang="en-GB" b="1" dirty="0"/>
              <a:t>Fewer negative expressions over time</a:t>
            </a:r>
            <a:r>
              <a:rPr lang="en-GB" dirty="0"/>
              <a:t>: Facial expressions of frustration or confusion (e.g., frowns, furrowed brows) during early learning stages may decrease as users become more familiar with the system, indicating that the system is learnable.</a:t>
            </a:r>
          </a:p>
          <a:p>
            <a:pPr marL="742950" lvl="1" indent="-285750">
              <a:buFont typeface="Arial" panose="020B0604020202020204" pitchFamily="34" charset="0"/>
              <a:buChar char="•"/>
            </a:pPr>
            <a:r>
              <a:rPr lang="en-GB" b="1" dirty="0"/>
              <a:t>Positive feedback loop</a:t>
            </a:r>
            <a:r>
              <a:rPr lang="en-GB" dirty="0"/>
              <a:t>: Increased signs of positive expressions (e.g., smiles or neutral expressions) in later sessions may indicate that the user is becoming more comfortable and confident with the system.</a:t>
            </a:r>
          </a:p>
          <a:p>
            <a:pPr>
              <a:buFont typeface="Arial" panose="020B0604020202020204" pitchFamily="34" charset="0"/>
              <a:buChar char="•"/>
            </a:pPr>
            <a:r>
              <a:rPr lang="en-GB" b="1" dirty="0"/>
              <a:t>Example</a:t>
            </a:r>
            <a:r>
              <a:rPr lang="en-GB" dirty="0"/>
              <a:t>: In initial testing sessions, a user may show signs of frustration or confusion while learning how to perform a task. As learnability improves, these negative expressions may diminish, indicating a smoother and more intuitive experience.</a:t>
            </a:r>
          </a:p>
          <a:p>
            <a:r>
              <a:rPr lang="en-GB" b="1" dirty="0"/>
              <a:t>7. Galvanic Voice Stress Analysis</a:t>
            </a:r>
          </a:p>
          <a:p>
            <a:pPr>
              <a:buFont typeface="Arial" panose="020B0604020202020204" pitchFamily="34" charset="0"/>
              <a:buChar char="•"/>
            </a:pPr>
            <a:r>
              <a:rPr lang="en-GB" b="1" dirty="0"/>
              <a:t>How it works</a:t>
            </a:r>
            <a:r>
              <a:rPr lang="en-GB" dirty="0"/>
              <a:t>: Voice stress analysis can detect changes in vocal pitch, tone, and variability that may indicate stress or confusion during the learning process.</a:t>
            </a:r>
          </a:p>
          <a:p>
            <a:pPr>
              <a:buFont typeface="Arial" panose="020B0604020202020204" pitchFamily="34" charset="0"/>
              <a:buChar char="•"/>
            </a:pPr>
            <a:r>
              <a:rPr lang="en-GB" b="1" dirty="0"/>
              <a:t>What it reveals about learnability</a:t>
            </a:r>
            <a:r>
              <a:rPr lang="en-GB" dirty="0"/>
              <a:t>:</a:t>
            </a:r>
          </a:p>
          <a:p>
            <a:pPr marL="742950" lvl="1" indent="-285750">
              <a:buFont typeface="Arial" panose="020B0604020202020204" pitchFamily="34" charset="0"/>
              <a:buChar char="•"/>
            </a:pPr>
            <a:r>
              <a:rPr lang="en-GB" b="1" dirty="0"/>
              <a:t>Reduced vocal stress over time</a:t>
            </a:r>
            <a:r>
              <a:rPr lang="en-GB" dirty="0"/>
              <a:t>: As users learn the system, their speech should become more relaxed and confident, with less evidence of vocal stress or strain. High vocal stress at the beginning may decrease as users grow familiar with the tasks.</a:t>
            </a:r>
          </a:p>
          <a:p>
            <a:pPr marL="742950" lvl="1" indent="-285750">
              <a:buFont typeface="Arial" panose="020B0604020202020204" pitchFamily="34" charset="0"/>
              <a:buChar char="•"/>
            </a:pPr>
            <a:r>
              <a:rPr lang="en-GB" b="1" dirty="0"/>
              <a:t>Increased confidence</a:t>
            </a:r>
            <a:r>
              <a:rPr lang="en-GB" dirty="0"/>
              <a:t>: In later sessions, a calmer and more steady voice suggests that users have learned how to navigate and use the system effectively.</a:t>
            </a:r>
          </a:p>
          <a:p>
            <a:pPr>
              <a:buFont typeface="Arial" panose="020B0604020202020204" pitchFamily="34" charset="0"/>
              <a:buChar char="•"/>
            </a:pPr>
            <a:r>
              <a:rPr lang="en-GB" b="1" dirty="0"/>
              <a:t>Example</a:t>
            </a:r>
            <a:r>
              <a:rPr lang="en-GB" dirty="0"/>
              <a:t>: During initial interactions with a complex task, a user may exhibit a higher-pitched, strained voice. Over time, as the task becomes more familiar, their voice may become more even and relaxed, indicating that the user has learned the task.</a:t>
            </a:r>
          </a:p>
          <a:p>
            <a:r>
              <a:rPr lang="en-GB" b="1" dirty="0"/>
              <a:t>How to Apply Biometric Data for Learnability:</a:t>
            </a:r>
          </a:p>
          <a:p>
            <a:pPr>
              <a:buFont typeface="+mj-lt"/>
              <a:buAutoNum type="arabicPeriod"/>
            </a:pPr>
            <a:r>
              <a:rPr lang="en-GB" b="1" dirty="0"/>
              <a:t>Conduct longitudinal usability tests</a:t>
            </a:r>
            <a:r>
              <a:rPr lang="en-GB" dirty="0"/>
              <a:t>: Monitor users over multiple sessions to observe how their physiological responses change as they interact with the system.</a:t>
            </a:r>
          </a:p>
          <a:p>
            <a:pPr>
              <a:buFont typeface="+mj-lt"/>
              <a:buAutoNum type="arabicPeriod"/>
            </a:pPr>
            <a:r>
              <a:rPr lang="en-GB" b="1" dirty="0"/>
              <a:t>Combine biometrics with traditional metrics</a:t>
            </a:r>
            <a:r>
              <a:rPr lang="en-GB" dirty="0"/>
              <a:t>: Use task completion rates, error counts, and subjective measures (e.g., questionnaires) alongside biometric data to get a fuller picture of how well users are learning the system.</a:t>
            </a:r>
          </a:p>
          <a:p>
            <a:pPr>
              <a:buFont typeface="+mj-lt"/>
              <a:buAutoNum type="arabicPeriod"/>
            </a:pPr>
            <a:r>
              <a:rPr lang="en-GB" b="1" dirty="0"/>
              <a:t>Track changes in biometric indicators</a:t>
            </a:r>
            <a:r>
              <a:rPr lang="en-GB" dirty="0"/>
              <a:t>: Compare biometric data across early and later stages of learning to identify improvements in stress, cognitive load, and user engagement.</a:t>
            </a:r>
          </a:p>
          <a:p>
            <a:r>
              <a:rPr lang="en-GB" b="1" dirty="0"/>
              <a:t>Summary of Biometric Data for Studying Learnability:</a:t>
            </a:r>
          </a:p>
          <a:p>
            <a:pPr>
              <a:buFont typeface="Arial" panose="020B0604020202020204" pitchFamily="34" charset="0"/>
              <a:buChar char="•"/>
            </a:pPr>
            <a:r>
              <a:rPr lang="en-GB" b="1" dirty="0"/>
              <a:t>Eye tracking</a:t>
            </a:r>
            <a:r>
              <a:rPr lang="en-GB" dirty="0"/>
              <a:t>: Shows how users’ visual attention becomes more efficient over time.</a:t>
            </a:r>
          </a:p>
          <a:p>
            <a:pPr>
              <a:buFont typeface="Arial" panose="020B0604020202020204" pitchFamily="34" charset="0"/>
              <a:buChar char="•"/>
            </a:pPr>
            <a:r>
              <a:rPr lang="en-GB" b="1" dirty="0"/>
              <a:t>GSR/EDA</a:t>
            </a:r>
            <a:r>
              <a:rPr lang="en-GB" dirty="0"/>
              <a:t>: Indicates reduced stress as users become more comfortable with tasks.</a:t>
            </a:r>
          </a:p>
          <a:p>
            <a:pPr>
              <a:buFont typeface="Arial" panose="020B0604020202020204" pitchFamily="34" charset="0"/>
              <a:buChar char="•"/>
            </a:pPr>
            <a:r>
              <a:rPr lang="en-GB" b="1" dirty="0"/>
              <a:t>Heart rate/HRV</a:t>
            </a:r>
            <a:r>
              <a:rPr lang="en-GB" dirty="0"/>
              <a:t>: Reflects reduced cognitive load and stress as tasks become easier to perform.</a:t>
            </a:r>
          </a:p>
          <a:p>
            <a:pPr>
              <a:buFont typeface="Arial" panose="020B0604020202020204" pitchFamily="34" charset="0"/>
              <a:buChar char="•"/>
            </a:pPr>
            <a:r>
              <a:rPr lang="en-GB" b="1" dirty="0"/>
              <a:t>Pupil dilation</a:t>
            </a:r>
            <a:r>
              <a:rPr lang="en-GB" dirty="0"/>
              <a:t>: Demonstrates decreasing cognitive effort as users learn tasks.</a:t>
            </a:r>
          </a:p>
          <a:p>
            <a:pPr>
              <a:buFont typeface="Arial" panose="020B0604020202020204" pitchFamily="34" charset="0"/>
              <a:buChar char="•"/>
            </a:pPr>
            <a:r>
              <a:rPr lang="en-GB" b="1" dirty="0"/>
              <a:t>EEG</a:t>
            </a:r>
            <a:r>
              <a:rPr lang="en-GB" dirty="0"/>
              <a:t>: Tracks improvements in focus and reductions in mental workload.</a:t>
            </a:r>
          </a:p>
          <a:p>
            <a:pPr>
              <a:buFont typeface="Arial" panose="020B0604020202020204" pitchFamily="34" charset="0"/>
              <a:buChar char="•"/>
            </a:pPr>
            <a:r>
              <a:rPr lang="en-GB" b="1" dirty="0"/>
              <a:t>Facial expressions</a:t>
            </a:r>
            <a:r>
              <a:rPr lang="en-GB" dirty="0"/>
              <a:t>: Highlights emotional changes (e.g., reduced frustration) as learnability improves.</a:t>
            </a:r>
          </a:p>
          <a:p>
            <a:pPr>
              <a:buFont typeface="Arial" panose="020B0604020202020204" pitchFamily="34" charset="0"/>
              <a:buChar char="•"/>
            </a:pPr>
            <a:r>
              <a:rPr lang="en-GB" b="1" dirty="0"/>
              <a:t>Voice stress</a:t>
            </a:r>
            <a:r>
              <a:rPr lang="en-GB" dirty="0"/>
              <a:t>: Shows decreasing vocal stress as users gain confidence.</a:t>
            </a:r>
          </a:p>
          <a:p>
            <a:r>
              <a:rPr lang="en-GB" dirty="0"/>
              <a:t>Together, these biometric indicators provide a rich and objective way to assess </a:t>
            </a:r>
            <a:r>
              <a:rPr lang="en-GB" b="1" dirty="0"/>
              <a:t>learnability</a:t>
            </a:r>
            <a:r>
              <a:rPr lang="en-GB" dirty="0"/>
              <a:t>, complementing traditional usability metrics to offer a more detailed understanding of how users adapt and improve over time.</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33</a:t>
            </a:fld>
            <a:endParaRPr lang="en-US"/>
          </a:p>
        </p:txBody>
      </p:sp>
    </p:spTree>
    <p:extLst>
      <p:ext uri="{BB962C8B-B14F-4D97-AF65-F5344CB8AC3E}">
        <p14:creationId xmlns:p14="http://schemas.microsoft.com/office/powerpoint/2010/main" val="36844106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34</a:t>
            </a:fld>
            <a:endParaRPr lang="en-US"/>
          </a:p>
        </p:txBody>
      </p:sp>
    </p:spTree>
    <p:extLst>
      <p:ext uri="{BB962C8B-B14F-4D97-AF65-F5344CB8AC3E}">
        <p14:creationId xmlns:p14="http://schemas.microsoft.com/office/powerpoint/2010/main" val="4698823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2B6934-2053-4A31-894A-8E6A00E72E24}" type="slidenum">
              <a:rPr lang="en-US"/>
              <a:pPr/>
              <a:t>36</a:t>
            </a:fld>
            <a:endParaRPr lang="en-US"/>
          </a:p>
        </p:txBody>
      </p:sp>
      <p:sp>
        <p:nvSpPr>
          <p:cNvPr id="13005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3005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GB"/>
              <a:t> </a:t>
            </a:r>
          </a:p>
          <a:p>
            <a:endParaRPr lang="en-GB"/>
          </a:p>
          <a:p>
            <a:r>
              <a:rPr lang="en-GB"/>
              <a:t> </a:t>
            </a:r>
            <a:endParaRPr lang="en-US"/>
          </a:p>
        </p:txBody>
      </p:sp>
    </p:spTree>
    <p:extLst>
      <p:ext uri="{BB962C8B-B14F-4D97-AF65-F5344CB8AC3E}">
        <p14:creationId xmlns:p14="http://schemas.microsoft.com/office/powerpoint/2010/main" val="18548774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4494A4E-E21D-482C-81B0-98937E7CE904}" type="slidenum">
              <a:rPr lang="en-US"/>
              <a:pPr/>
              <a:t>38</a:t>
            </a:fld>
            <a:endParaRPr lang="en-US"/>
          </a:p>
        </p:txBody>
      </p:sp>
      <p:sp>
        <p:nvSpPr>
          <p:cNvPr id="117762"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776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GB"/>
              <a:t> </a:t>
            </a:r>
          </a:p>
          <a:p>
            <a:endParaRPr lang="en-GB"/>
          </a:p>
          <a:p>
            <a:r>
              <a:rPr lang="en-GB"/>
              <a:t> </a:t>
            </a:r>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26C44B6-ACE8-4A5F-8794-FF37CE216CEB}" type="slidenum">
              <a:rPr lang="en-US"/>
              <a:pPr/>
              <a:t>39</a:t>
            </a:fld>
            <a:endParaRPr lang="en-US"/>
          </a:p>
        </p:txBody>
      </p:sp>
      <p:sp>
        <p:nvSpPr>
          <p:cNvPr id="1218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18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GB"/>
              <a:t> </a:t>
            </a:r>
          </a:p>
          <a:p>
            <a:endParaRPr lang="en-GB"/>
          </a:p>
          <a:p>
            <a:r>
              <a:rPr lang="en-GB"/>
              <a:t> </a:t>
            </a:r>
            <a:endParaRPr lang="en-US"/>
          </a:p>
        </p:txBody>
      </p:sp>
    </p:spTree>
    <p:extLst>
      <p:ext uri="{BB962C8B-B14F-4D97-AF65-F5344CB8AC3E}">
        <p14:creationId xmlns:p14="http://schemas.microsoft.com/office/powerpoint/2010/main" val="30653135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BD6B42-3052-42E8-91D1-40645583B2AA}" type="slidenum">
              <a:rPr lang="en-US"/>
              <a:pPr/>
              <a:t>41</a:t>
            </a:fld>
            <a:endParaRPr lang="en-US"/>
          </a:p>
        </p:txBody>
      </p:sp>
      <p:sp>
        <p:nvSpPr>
          <p:cNvPr id="134146"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3414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GB" sz="1000"/>
              <a:t>What the interaction feels like to the users.</a:t>
            </a:r>
          </a:p>
          <a:p>
            <a:r>
              <a:rPr lang="en-GB" sz="1000"/>
              <a:t>This involves explicating the nature of the user experience in subjective terms. E.g. a software package for children to create their own music may be designed with the primary objectives of being fun and entertaining. Hence, user experience goals differ from the more objective usability goals in that they are concerned with how users experience the interactive product from their perspective.  </a:t>
            </a:r>
          </a:p>
          <a:p>
            <a:endParaRPr lang="en-GB" sz="1000"/>
          </a:p>
          <a:p>
            <a:r>
              <a:rPr lang="en-GB" sz="1000"/>
              <a:t> </a:t>
            </a:r>
            <a:endParaRPr lang="en-US" sz="10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C4A427A-26A4-4FA3-AEC2-863F41790672}" type="slidenum">
              <a:rPr lang="en-US"/>
              <a:pPr/>
              <a:t>42</a:t>
            </a:fld>
            <a:endParaRPr lang="en-US"/>
          </a:p>
        </p:txBody>
      </p:sp>
      <p:sp>
        <p:nvSpPr>
          <p:cNvPr id="136194"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3619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eaLnBrk="0" hangingPunct="0">
              <a:spcBef>
                <a:spcPct val="0"/>
              </a:spcBef>
            </a:pPr>
            <a:r>
              <a:rPr lang="en-GB" sz="1000"/>
              <a:t>Easy to use is not always more enjoyable and fun, e.g. interacting in VR with a virtual character and trying to hit a nail with a plastic hammer, it would be much easier and effective using a command line, but not necessarily more enjoyable and fun.</a:t>
            </a:r>
            <a:endParaRPr lang="en-US" sz="10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89D6AF-32C6-4AF7-B073-0154B1D38C5E}" type="slidenum">
              <a:rPr lang="en-US"/>
              <a:pPr/>
              <a:t>48</a:t>
            </a:fld>
            <a:endParaRPr lang="en-US"/>
          </a:p>
        </p:txBody>
      </p:sp>
      <p:sp>
        <p:nvSpPr>
          <p:cNvPr id="158722"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5872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2B902E-4209-4753-85C8-43F32B6EDEB1}" type="slidenum">
              <a:rPr lang="en-US"/>
              <a:pPr/>
              <a:t>50</a:t>
            </a:fld>
            <a:endParaRPr lang="en-US"/>
          </a:p>
        </p:txBody>
      </p:sp>
      <p:sp>
        <p:nvSpPr>
          <p:cNvPr id="2242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242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dirty="0"/>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1400">
                <a:solidFill>
                  <a:srgbClr val="FFFFFF"/>
                </a:solidFill>
                <a:latin typeface="+mj-lt"/>
              </a:defRPr>
            </a:lvl1pPr>
          </a:lstStyle>
          <a:p>
            <a:r>
              <a:rPr lang="en-US"/>
              <a:t>Academic year 2024-25</a:t>
            </a:r>
            <a:endParaRPr lang="en-US" dirty="0"/>
          </a:p>
        </p:txBody>
      </p:sp>
      <p:sp>
        <p:nvSpPr>
          <p:cNvPr id="17" name="Footer Placeholder 16"/>
          <p:cNvSpPr>
            <a:spLocks noGrp="1"/>
          </p:cNvSpPr>
          <p:nvPr>
            <p:ph type="ftr" sz="quarter" idx="11"/>
          </p:nvPr>
        </p:nvSpPr>
        <p:spPr>
          <a:xfrm>
            <a:off x="2085392" y="349231"/>
            <a:ext cx="6272821" cy="365125"/>
          </a:xfrm>
        </p:spPr>
        <p:txBody>
          <a:bodyPr/>
          <a:lstStyle>
            <a:lvl1pPr algn="r">
              <a:defRPr>
                <a:solidFill>
                  <a:schemeClr val="tx2"/>
                </a:solidFill>
                <a:latin typeface="+mj-lt"/>
              </a:defRPr>
            </a:lvl1pPr>
          </a:lstStyle>
          <a:p>
            <a:pPr algn="l"/>
            <a:r>
              <a:rPr lang="pt-BR" dirty="0"/>
              <a:t>© Dr Daphne Economou – 6MMCS009W1 Usability Testing &amp; Evaluation</a:t>
            </a:r>
            <a:endParaRPr lang="en-US" dirty="0"/>
          </a:p>
        </p:txBody>
      </p:sp>
      <p:sp>
        <p:nvSpPr>
          <p:cNvPr id="29" name="Slide Number Placeholder 28"/>
          <p:cNvSpPr>
            <a:spLocks noGrp="1"/>
          </p:cNvSpPr>
          <p:nvPr>
            <p:ph type="sldNum" sz="quarter" idx="12"/>
          </p:nvPr>
        </p:nvSpPr>
        <p:spPr>
          <a:xfrm>
            <a:off x="0" y="1285860"/>
            <a:ext cx="1052490" cy="414318"/>
          </a:xfrm>
        </p:spPr>
        <p:txBody>
          <a:bodyPr/>
          <a:lstStyle>
            <a:lvl1pPr>
              <a:defRPr sz="1400">
                <a:solidFill>
                  <a:schemeClr val="tx2"/>
                </a:solidFill>
                <a:latin typeface="+mj-lt"/>
              </a:defRPr>
            </a:lvl1pPr>
          </a:lstStyle>
          <a:p>
            <a:fld id="{C060DF7E-57CF-4468-B64C-3049F1FBC5EB}" type="slidenum">
              <a:rPr lang="en-US" smtClean="0"/>
              <a:pPr/>
              <a:t>‹#›</a:t>
            </a:fld>
            <a:r>
              <a:rPr lang="en-GB" dirty="0"/>
              <a:t>/50</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r>
              <a:rPr lang="en-US"/>
              <a:t>Academic year 2024-25</a:t>
            </a:r>
            <a:endParaRPr lang="en-US" dirty="0"/>
          </a:p>
        </p:txBody>
      </p:sp>
      <p:sp>
        <p:nvSpPr>
          <p:cNvPr id="9"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0"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/50</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4F96EDF4-259A-48E8-B98E-8CB70E21F623}" type="slidenum">
              <a:rPr lang="en-US" smtClean="0"/>
              <a:pPr/>
              <a:t>‹#›</a:t>
            </a:fld>
            <a:r>
              <a:rPr lang="en-GB" dirty="0"/>
              <a:t>/ 50</a:t>
            </a:r>
            <a:endParaRPr lang="en-US" dirty="0"/>
          </a:p>
        </p:txBody>
      </p:sp>
      <p:sp>
        <p:nvSpPr>
          <p:cNvPr id="10"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r>
              <a:rPr lang="en-US"/>
              <a:t>Academic year 2024-25</a:t>
            </a:r>
            <a:endParaRPr lang="en-US" dirty="0"/>
          </a:p>
        </p:txBody>
      </p:sp>
      <p:sp>
        <p:nvSpPr>
          <p:cNvPr id="11"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6" name="Date Placeholder 13"/>
          <p:cNvSpPr>
            <a:spLocks noGrp="1"/>
          </p:cNvSpPr>
          <p:nvPr>
            <p:ph type="dt" sz="half" idx="10"/>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r>
              <a:rPr lang="en-US"/>
              <a:t>Academic year 2024-25</a:t>
            </a:r>
            <a:endParaRPr lang="en-US" dirty="0"/>
          </a:p>
        </p:txBody>
      </p:sp>
      <p:sp>
        <p:nvSpPr>
          <p:cNvPr id="17"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8"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/50</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7" name="Date Placeholder 13"/>
          <p:cNvSpPr>
            <a:spLocks noGrp="1"/>
          </p:cNvSpPr>
          <p:nvPr>
            <p:ph type="dt" sz="half" idx="10"/>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r>
              <a:rPr lang="en-US"/>
              <a:t>Academic year 2024-25</a:t>
            </a:r>
            <a:endParaRPr lang="en-US" dirty="0"/>
          </a:p>
        </p:txBody>
      </p:sp>
      <p:sp>
        <p:nvSpPr>
          <p:cNvPr id="18" name="Footer Placeholder 2"/>
          <p:cNvSpPr>
            <a:spLocks noGrp="1"/>
          </p:cNvSpPr>
          <p:nvPr>
            <p:ph type="ftr" sz="quarter" idx="11"/>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9" name="Slide Number Placeholder 22"/>
          <p:cNvSpPr>
            <a:spLocks noGrp="1"/>
          </p:cNvSpPr>
          <p:nvPr>
            <p:ph type="sldNum" sz="quarter" idx="12"/>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/50</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r>
              <a:rPr lang="en-US"/>
              <a:t>Academic year 2024-25</a:t>
            </a:r>
            <a:endParaRPr lang="en-US" dirty="0"/>
          </a:p>
        </p:txBody>
      </p:sp>
      <p:sp>
        <p:nvSpPr>
          <p:cNvPr id="7"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8"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/50</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1214422"/>
            <a:ext cx="533400" cy="381000"/>
          </a:xfrm>
        </p:spPr>
        <p:txBody>
          <a:bodyPr/>
          <a:lstStyle>
            <a:lvl1pPr>
              <a:defRPr>
                <a:solidFill>
                  <a:schemeClr val="tx2"/>
                </a:solidFill>
              </a:defRPr>
            </a:lvl1pPr>
          </a:lstStyle>
          <a:p>
            <a:fld id="{9C3E9F5B-33E4-4C48-838B-3AF7363C1F62}" type="slidenum">
              <a:rPr lang="en-US" smtClean="0"/>
              <a:pPr/>
              <a:t>‹#›</a:t>
            </a:fld>
            <a:r>
              <a:rPr lang="en-GB" dirty="0"/>
              <a:t>/50</a:t>
            </a:r>
            <a:endParaRPr lang="en-US" dirty="0"/>
          </a:p>
        </p:txBody>
      </p:sp>
      <p:sp>
        <p:nvSpPr>
          <p:cNvPr id="5"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r>
              <a:rPr lang="en-US"/>
              <a:t>Academic year 2024-25</a:t>
            </a:r>
            <a:endParaRPr lang="en-US" dirty="0"/>
          </a:p>
        </p:txBody>
      </p:sp>
      <p:sp>
        <p:nvSpPr>
          <p:cNvPr id="6"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13"/>
          <p:cNvSpPr>
            <a:spLocks noGrp="1"/>
          </p:cNvSpPr>
          <p:nvPr>
            <p:ph type="dt" sz="half" idx="10"/>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r>
              <a:rPr lang="en-US"/>
              <a:t>Academic year 2024-25</a:t>
            </a:r>
            <a:endParaRPr lang="en-US" dirty="0"/>
          </a:p>
        </p:txBody>
      </p:sp>
      <p:sp>
        <p:nvSpPr>
          <p:cNvPr id="10"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1"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/50</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4BE7CD94-2C2C-4A46-B8C9-91A99E3E7349}" type="slidenum">
              <a:rPr lang="en-US" smtClean="0"/>
              <a:pPr/>
              <a:t>‹#›</a:t>
            </a:fld>
            <a:r>
              <a:rPr lang="en-GB" dirty="0"/>
              <a:t>/50</a:t>
            </a:r>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
        <p:nvSpPr>
          <p:cNvPr id="15" name="Date Placeholder 13"/>
          <p:cNvSpPr>
            <a:spLocks noGrp="1"/>
          </p:cNvSpPr>
          <p:nvPr>
            <p:ph type="dt" sz="half" idx="12"/>
          </p:nvPr>
        </p:nvSpPr>
        <p:spPr>
          <a:xfrm>
            <a:off x="6477000" y="6286520"/>
            <a:ext cx="2452718" cy="327005"/>
          </a:xfrm>
          <a:prstGeom prst="rect">
            <a:avLst/>
          </a:prstGeom>
        </p:spPr>
        <p:txBody>
          <a:bodyPr vert="horz" anchor="ctr" anchorCtr="0"/>
          <a:lstStyle>
            <a:lvl1pPr algn="l" eaLnBrk="1" latinLnBrk="0" hangingPunct="1">
              <a:defRPr kumimoji="0" sz="1400">
                <a:solidFill>
                  <a:schemeClr val="tx2"/>
                </a:solidFill>
                <a:latin typeface="+mn-lt"/>
              </a:defRPr>
            </a:lvl1pPr>
          </a:lstStyle>
          <a:p>
            <a:r>
              <a:rPr lang="en-US"/>
              <a:t>Academic year 2024-25</a:t>
            </a:r>
            <a:endParaRPr lang="en-US" dirty="0"/>
          </a:p>
        </p:txBody>
      </p:sp>
      <p:sp>
        <p:nvSpPr>
          <p:cNvPr id="16" name="Footer Placeholder 2"/>
          <p:cNvSpPr>
            <a:spLocks noGrp="1"/>
          </p:cNvSpPr>
          <p:nvPr>
            <p:ph type="ftr" sz="quarter" idx="3"/>
          </p:nvPr>
        </p:nvSpPr>
        <p:spPr>
          <a:xfrm>
            <a:off x="1643042"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r>
              <a:rPr lang="en-US"/>
              <a:t>Academic year 2024-25</a:t>
            </a:r>
            <a:endParaRPr lang="en-US" dirty="0"/>
          </a:p>
        </p:txBody>
      </p:sp>
      <p:sp>
        <p:nvSpPr>
          <p:cNvPr id="8"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9"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/50</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7C3E6EAB-590E-420F-8972-D0079F9FDAE3}" type="slidenum">
              <a:rPr lang="en-US" smtClean="0"/>
              <a:pPr/>
              <a:t>‹#›</a:t>
            </a:fld>
            <a:r>
              <a:rPr lang="en-GB" dirty="0"/>
              <a:t>/50</a:t>
            </a:r>
            <a:endParaRPr lang="en-US" dirty="0"/>
          </a:p>
        </p:txBody>
      </p:sp>
      <p:sp>
        <p:nvSpPr>
          <p:cNvPr id="10"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r>
              <a:rPr lang="en-US"/>
              <a:t>Academic year 2024-25</a:t>
            </a:r>
            <a:endParaRPr lang="en-US" dirty="0"/>
          </a:p>
        </p:txBody>
      </p:sp>
      <p:sp>
        <p:nvSpPr>
          <p:cNvPr id="11"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r>
              <a:rPr lang="en-US"/>
              <a:t>Academic year 2024-25</a:t>
            </a:r>
            <a:endParaRPr lang="en-US" dirty="0"/>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a:t>© Dr Daphne Economou – 6MMCS009W1 Usability Testing &amp; Evaluation</a:t>
            </a:r>
            <a:endParaRPr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/50</a:t>
            </a:r>
            <a:endParaRPr lang="en-US" dirty="0"/>
          </a:p>
        </p:txBody>
      </p:sp>
      <p:sp>
        <p:nvSpPr>
          <p:cNvPr id="10" name="Line 27"/>
          <p:cNvSpPr>
            <a:spLocks noChangeShapeType="1"/>
          </p:cNvSpPr>
          <p:nvPr userDrawn="1"/>
        </p:nvSpPr>
        <p:spPr bwMode="auto">
          <a:xfrm>
            <a:off x="381000" y="914400"/>
            <a:ext cx="8534400" cy="0"/>
          </a:xfrm>
          <a:prstGeom prst="line">
            <a:avLst/>
          </a:prstGeom>
          <a:noFill/>
          <a:ln w="19050">
            <a:solidFill>
              <a:schemeClr val="tx1"/>
            </a:solidFill>
            <a:prstDash val="sysDot"/>
            <a:round/>
            <a:headEnd/>
            <a:tailEnd/>
          </a:ln>
          <a:effectLst/>
        </p:spPr>
        <p:txBody>
          <a:bodyPr wrap="none"/>
          <a:lstStyle/>
          <a:p>
            <a:endParaRPr lang="en-GB"/>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hyperlink" Target="https://railsware.com/blog/digital-product-development/"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nngroup.com/articles/definition-user-experience/"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1.png"/><Relationship Id="rId2" Type="http://schemas.openxmlformats.org/officeDocument/2006/relationships/hyperlink" Target="https://www.nngroup.com/articles/definition-user-experience/" TargetMode="External"/><Relationship Id="rId1" Type="http://schemas.openxmlformats.org/officeDocument/2006/relationships/slideLayout" Target="../slideLayouts/slideLayout6.xml"/><Relationship Id="rId6" Type="http://schemas.openxmlformats.org/officeDocument/2006/relationships/hyperlink" Target="https://www.nngroup.com/articles/usability-101-introduction-to-usability/" TargetMode="External"/><Relationship Id="rId5" Type="http://schemas.openxmlformats.org/officeDocument/2006/relationships/image" Target="../media/image21.png"/><Relationship Id="rId4" Type="http://schemas.openxmlformats.org/officeDocument/2006/relationships/hyperlink" Target="https://www.nngroup.com/videos/ux-vs-ui/"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nngroup.com/articles/usability-testing-101/" TargetMode="External"/><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hyperlink" Target="https://www.nngroup.com/videos/usability-testing-101/"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nngroup.com/articles/usability-testing-101/" TargetMode="Externa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customXml" Target="../ink/ink1.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2.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customXml" Target="../ink/ink3.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hyperlink" Target="https://www.nngroup.com/articles/usability-101-introduction-to-usability/" TargetMode="External"/></Relationships>
</file>

<file path=ppt/slides/_rels/slide2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9.png"/><Relationship Id="rId7" Type="http://schemas.openxmlformats.org/officeDocument/2006/relationships/customXml" Target="../ink/ink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customXml" Target="../ink/ink4.xml"/><Relationship Id="rId10" Type="http://schemas.openxmlformats.org/officeDocument/2006/relationships/image" Target="../media/image33.png"/><Relationship Id="rId4" Type="http://schemas.openxmlformats.org/officeDocument/2006/relationships/image" Target="../media/image30.png"/><Relationship Id="rId9" Type="http://schemas.openxmlformats.org/officeDocument/2006/relationships/customXml" Target="../ink/ink6.xml"/></Relationships>
</file>

<file path=ppt/slides/_rels/slide29.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customXml" Target="../ink/ink11.xml"/><Relationship Id="rId18"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customXml" Target="../ink/ink8.xml"/><Relationship Id="rId12" Type="http://schemas.openxmlformats.org/officeDocument/2006/relationships/image" Target="../media/image37.png"/><Relationship Id="rId17" Type="http://schemas.openxmlformats.org/officeDocument/2006/relationships/customXml" Target="../ink/ink13.xml"/><Relationship Id="rId2" Type="http://schemas.openxmlformats.org/officeDocument/2006/relationships/notesSlide" Target="../notesSlides/notesSlide12.xml"/><Relationship Id="rId16" Type="http://schemas.openxmlformats.org/officeDocument/2006/relationships/image" Target="../media/image38.png"/><Relationship Id="rId20"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34.png"/><Relationship Id="rId11" Type="http://schemas.openxmlformats.org/officeDocument/2006/relationships/customXml" Target="../ink/ink10.xml"/><Relationship Id="rId5" Type="http://schemas.openxmlformats.org/officeDocument/2006/relationships/customXml" Target="../ink/ink7.xml"/><Relationship Id="rId15" Type="http://schemas.openxmlformats.org/officeDocument/2006/relationships/customXml" Target="../ink/ink12.xml"/><Relationship Id="rId10" Type="http://schemas.openxmlformats.org/officeDocument/2006/relationships/image" Target="../media/image36.png"/><Relationship Id="rId19" Type="http://schemas.openxmlformats.org/officeDocument/2006/relationships/customXml" Target="../ink/ink14.xml"/><Relationship Id="rId4" Type="http://schemas.openxmlformats.org/officeDocument/2006/relationships/image" Target="../media/image30.png"/><Relationship Id="rId9" Type="http://schemas.openxmlformats.org/officeDocument/2006/relationships/customXml" Target="../ink/ink9.xml"/><Relationship Id="rId14" Type="http://schemas.openxmlformats.org/officeDocument/2006/relationships/image" Target="../media/image33.png"/></Relationships>
</file>

<file path=ppt/slides/_rels/slide3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29.png"/><Relationship Id="rId7" Type="http://schemas.openxmlformats.org/officeDocument/2006/relationships/customXml" Target="../ink/ink16.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customXml" Target="../ink/ink15.xml"/><Relationship Id="rId10" Type="http://schemas.openxmlformats.org/officeDocument/2006/relationships/image" Target="../media/image33.png"/><Relationship Id="rId4" Type="http://schemas.openxmlformats.org/officeDocument/2006/relationships/image" Target="../media/image30.png"/><Relationship Id="rId9" Type="http://schemas.openxmlformats.org/officeDocument/2006/relationships/customXml" Target="../ink/ink17.xml"/></Relationships>
</file>

<file path=ppt/slides/_rels/slide31.xml.rels><?xml version="1.0" encoding="UTF-8" standalone="yes"?>
<Relationships xmlns="http://schemas.openxmlformats.org/package/2006/relationships"><Relationship Id="rId8" Type="http://schemas.openxmlformats.org/officeDocument/2006/relationships/customXml" Target="../ink/ink20.xml"/><Relationship Id="rId13" Type="http://schemas.openxmlformats.org/officeDocument/2006/relationships/image" Target="../media/image48.png"/><Relationship Id="rId3" Type="http://schemas.openxmlformats.org/officeDocument/2006/relationships/image" Target="../media/image30.png"/><Relationship Id="rId7" Type="http://schemas.openxmlformats.org/officeDocument/2006/relationships/image" Target="../media/image45.png"/><Relationship Id="rId12" Type="http://schemas.openxmlformats.org/officeDocument/2006/relationships/customXml" Target="../ink/ink22.xml"/><Relationship Id="rId17" Type="http://schemas.openxmlformats.org/officeDocument/2006/relationships/image" Target="../media/image33.png"/><Relationship Id="rId2" Type="http://schemas.openxmlformats.org/officeDocument/2006/relationships/image" Target="../media/image43.png"/><Relationship Id="rId16" Type="http://schemas.openxmlformats.org/officeDocument/2006/relationships/customXml" Target="../ink/ink24.xml"/><Relationship Id="rId1" Type="http://schemas.openxmlformats.org/officeDocument/2006/relationships/slideLayout" Target="../slideLayouts/slideLayout2.xml"/><Relationship Id="rId6" Type="http://schemas.openxmlformats.org/officeDocument/2006/relationships/customXml" Target="../ink/ink19.xml"/><Relationship Id="rId11" Type="http://schemas.openxmlformats.org/officeDocument/2006/relationships/image" Target="../media/image47.png"/><Relationship Id="rId5" Type="http://schemas.openxmlformats.org/officeDocument/2006/relationships/image" Target="../media/image44.png"/><Relationship Id="rId15" Type="http://schemas.openxmlformats.org/officeDocument/2006/relationships/image" Target="../media/image49.png"/><Relationship Id="rId10" Type="http://schemas.openxmlformats.org/officeDocument/2006/relationships/customXml" Target="../ink/ink21.xml"/><Relationship Id="rId4" Type="http://schemas.openxmlformats.org/officeDocument/2006/relationships/customXml" Target="../ink/ink18.xml"/><Relationship Id="rId9" Type="http://schemas.openxmlformats.org/officeDocument/2006/relationships/image" Target="../media/image46.png"/><Relationship Id="rId14" Type="http://schemas.openxmlformats.org/officeDocument/2006/relationships/customXml" Target="../ink/ink23.xml"/></Relationships>
</file>

<file path=ppt/slides/_rels/slide32.xml.rels><?xml version="1.0" encoding="UTF-8" standalone="yes"?>
<Relationships xmlns="http://schemas.openxmlformats.org/package/2006/relationships"><Relationship Id="rId8" Type="http://schemas.openxmlformats.org/officeDocument/2006/relationships/customXml" Target="../ink/ink27.xml"/><Relationship Id="rId3" Type="http://schemas.openxmlformats.org/officeDocument/2006/relationships/image" Target="../media/image51.png"/><Relationship Id="rId7" Type="http://schemas.openxmlformats.org/officeDocument/2006/relationships/image" Target="../media/image53.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customXml" Target="../ink/ink26.xml"/><Relationship Id="rId5" Type="http://schemas.openxmlformats.org/officeDocument/2006/relationships/image" Target="../media/image52.png"/><Relationship Id="rId4" Type="http://schemas.openxmlformats.org/officeDocument/2006/relationships/customXml" Target="../ink/ink25.xml"/><Relationship Id="rId9" Type="http://schemas.openxmlformats.org/officeDocument/2006/relationships/image" Target="../media/image54.png"/></Relationships>
</file>

<file path=ppt/slides/_rels/slide33.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customXml" Target="../ink/ink32.xml"/><Relationship Id="rId3" Type="http://schemas.openxmlformats.org/officeDocument/2006/relationships/image" Target="../media/image50.png"/><Relationship Id="rId7" Type="http://schemas.openxmlformats.org/officeDocument/2006/relationships/customXml" Target="../ink/ink29.xml"/><Relationship Id="rId12" Type="http://schemas.openxmlformats.org/officeDocument/2006/relationships/image" Target="../media/image55.png"/><Relationship Id="rId2" Type="http://schemas.openxmlformats.org/officeDocument/2006/relationships/notesSlide" Target="../notesSlides/notesSlide14.xml"/><Relationship Id="rId16"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52.png"/><Relationship Id="rId11" Type="http://schemas.openxmlformats.org/officeDocument/2006/relationships/customXml" Target="../ink/ink31.xml"/><Relationship Id="rId5" Type="http://schemas.openxmlformats.org/officeDocument/2006/relationships/customXml" Target="../ink/ink28.xml"/><Relationship Id="rId15" Type="http://schemas.openxmlformats.org/officeDocument/2006/relationships/customXml" Target="../ink/ink33.xml"/><Relationship Id="rId10" Type="http://schemas.openxmlformats.org/officeDocument/2006/relationships/image" Target="../media/image54.png"/><Relationship Id="rId4" Type="http://schemas.openxmlformats.org/officeDocument/2006/relationships/image" Target="../media/image51.png"/><Relationship Id="rId9" Type="http://schemas.openxmlformats.org/officeDocument/2006/relationships/customXml" Target="../ink/ink30.xml"/><Relationship Id="rId14" Type="http://schemas.openxmlformats.org/officeDocument/2006/relationships/image" Target="../media/image56.png"/></Relationships>
</file>

<file path=ppt/slides/_rels/slide34.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50.png"/><Relationship Id="rId7" Type="http://schemas.openxmlformats.org/officeDocument/2006/relationships/customXml" Target="../ink/ink35.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customXml" Target="../ink/ink34.xml"/><Relationship Id="rId10" Type="http://schemas.openxmlformats.org/officeDocument/2006/relationships/image" Target="../media/image54.png"/><Relationship Id="rId4" Type="http://schemas.openxmlformats.org/officeDocument/2006/relationships/image" Target="../media/image51.png"/><Relationship Id="rId9" Type="http://schemas.openxmlformats.org/officeDocument/2006/relationships/customXml" Target="../ink/ink36.xml"/></Relationships>
</file>

<file path=ppt/slides/_rels/slide35.xml.rels><?xml version="1.0" encoding="UTF-8" standalone="yes"?>
<Relationships xmlns="http://schemas.openxmlformats.org/package/2006/relationships"><Relationship Id="rId8" Type="http://schemas.openxmlformats.org/officeDocument/2006/relationships/customXml" Target="../ink/ink39.xml"/><Relationship Id="rId13" Type="http://schemas.openxmlformats.org/officeDocument/2006/relationships/image" Target="../media/image63.png"/><Relationship Id="rId18" Type="http://schemas.openxmlformats.org/officeDocument/2006/relationships/customXml" Target="../ink/ink44.xml"/><Relationship Id="rId3" Type="http://schemas.openxmlformats.org/officeDocument/2006/relationships/image" Target="../media/image58.png"/><Relationship Id="rId21" Type="http://schemas.openxmlformats.org/officeDocument/2006/relationships/image" Target="../media/image67.png"/><Relationship Id="rId7" Type="http://schemas.openxmlformats.org/officeDocument/2006/relationships/image" Target="../media/image60.png"/><Relationship Id="rId12" Type="http://schemas.openxmlformats.org/officeDocument/2006/relationships/customXml" Target="../ink/ink41.xml"/><Relationship Id="rId17" Type="http://schemas.openxmlformats.org/officeDocument/2006/relationships/image" Target="../media/image65.png"/><Relationship Id="rId25" Type="http://schemas.openxmlformats.org/officeDocument/2006/relationships/image" Target="../media/image69.png"/><Relationship Id="rId2" Type="http://schemas.openxmlformats.org/officeDocument/2006/relationships/image" Target="../media/image50.png"/><Relationship Id="rId16" Type="http://schemas.openxmlformats.org/officeDocument/2006/relationships/customXml" Target="../ink/ink43.xml"/><Relationship Id="rId20" Type="http://schemas.openxmlformats.org/officeDocument/2006/relationships/customXml" Target="../ink/ink45.xml"/><Relationship Id="rId1" Type="http://schemas.openxmlformats.org/officeDocument/2006/relationships/slideLayout" Target="../slideLayouts/slideLayout2.xml"/><Relationship Id="rId6" Type="http://schemas.openxmlformats.org/officeDocument/2006/relationships/customXml" Target="../ink/ink38.xml"/><Relationship Id="rId11" Type="http://schemas.openxmlformats.org/officeDocument/2006/relationships/image" Target="../media/image62.png"/><Relationship Id="rId24" Type="http://schemas.openxmlformats.org/officeDocument/2006/relationships/customXml" Target="../ink/ink47.xml"/><Relationship Id="rId5" Type="http://schemas.openxmlformats.org/officeDocument/2006/relationships/image" Target="../media/image59.png"/><Relationship Id="rId15" Type="http://schemas.openxmlformats.org/officeDocument/2006/relationships/image" Target="../media/image64.png"/><Relationship Id="rId23" Type="http://schemas.openxmlformats.org/officeDocument/2006/relationships/image" Target="../media/image68.png"/><Relationship Id="rId10" Type="http://schemas.openxmlformats.org/officeDocument/2006/relationships/customXml" Target="../ink/ink40.xml"/><Relationship Id="rId19" Type="http://schemas.openxmlformats.org/officeDocument/2006/relationships/image" Target="../media/image66.png"/><Relationship Id="rId4" Type="http://schemas.openxmlformats.org/officeDocument/2006/relationships/customXml" Target="../ink/ink37.xml"/><Relationship Id="rId9" Type="http://schemas.openxmlformats.org/officeDocument/2006/relationships/image" Target="../media/image61.png"/><Relationship Id="rId14" Type="http://schemas.openxmlformats.org/officeDocument/2006/relationships/customXml" Target="../ink/ink42.xml"/><Relationship Id="rId22" Type="http://schemas.openxmlformats.org/officeDocument/2006/relationships/customXml" Target="../ink/ink4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customXml" Target="../ink/ink50.xml"/><Relationship Id="rId13" Type="http://schemas.openxmlformats.org/officeDocument/2006/relationships/image" Target="../media/image76.png"/><Relationship Id="rId3" Type="http://schemas.openxmlformats.org/officeDocument/2006/relationships/image" Target="../media/image71.png"/><Relationship Id="rId7" Type="http://schemas.openxmlformats.org/officeDocument/2006/relationships/image" Target="../media/image73.png"/><Relationship Id="rId12" Type="http://schemas.openxmlformats.org/officeDocument/2006/relationships/customXml" Target="../ink/ink52.xml"/><Relationship Id="rId17" Type="http://schemas.openxmlformats.org/officeDocument/2006/relationships/image" Target="../media/image78.png"/><Relationship Id="rId2" Type="http://schemas.openxmlformats.org/officeDocument/2006/relationships/image" Target="../media/image70.png"/><Relationship Id="rId16" Type="http://schemas.openxmlformats.org/officeDocument/2006/relationships/customXml" Target="../ink/ink54.xml"/><Relationship Id="rId1" Type="http://schemas.openxmlformats.org/officeDocument/2006/relationships/slideLayout" Target="../slideLayouts/slideLayout2.xml"/><Relationship Id="rId6" Type="http://schemas.openxmlformats.org/officeDocument/2006/relationships/customXml" Target="../ink/ink49.xml"/><Relationship Id="rId11" Type="http://schemas.openxmlformats.org/officeDocument/2006/relationships/image" Target="../media/image75.png"/><Relationship Id="rId5" Type="http://schemas.openxmlformats.org/officeDocument/2006/relationships/image" Target="../media/image72.png"/><Relationship Id="rId15" Type="http://schemas.openxmlformats.org/officeDocument/2006/relationships/image" Target="../media/image77.png"/><Relationship Id="rId10" Type="http://schemas.openxmlformats.org/officeDocument/2006/relationships/customXml" Target="../ink/ink51.xml"/><Relationship Id="rId4" Type="http://schemas.openxmlformats.org/officeDocument/2006/relationships/customXml" Target="../ink/ink48.xml"/><Relationship Id="rId9" Type="http://schemas.openxmlformats.org/officeDocument/2006/relationships/image" Target="../media/image74.png"/><Relationship Id="rId14" Type="http://schemas.openxmlformats.org/officeDocument/2006/relationships/customXml" Target="../ink/ink53.xml"/></Relationships>
</file>

<file path=ppt/slides/_rels/slide3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customXml" Target="../ink/ink55.xml"/><Relationship Id="rId4" Type="http://schemas.openxmlformats.org/officeDocument/2006/relationships/image" Target="../media/image8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customXml" Target="../ink/ink58.xml"/><Relationship Id="rId13" Type="http://schemas.openxmlformats.org/officeDocument/2006/relationships/image" Target="../media/image87.png"/><Relationship Id="rId18" Type="http://schemas.openxmlformats.org/officeDocument/2006/relationships/customXml" Target="../ink/ink63.xml"/><Relationship Id="rId3" Type="http://schemas.openxmlformats.org/officeDocument/2006/relationships/image" Target="../media/image82.png"/><Relationship Id="rId7" Type="http://schemas.openxmlformats.org/officeDocument/2006/relationships/image" Target="../media/image84.png"/><Relationship Id="rId12" Type="http://schemas.openxmlformats.org/officeDocument/2006/relationships/customXml" Target="../ink/ink60.xml"/><Relationship Id="rId17" Type="http://schemas.openxmlformats.org/officeDocument/2006/relationships/image" Target="../media/image89.png"/><Relationship Id="rId2" Type="http://schemas.openxmlformats.org/officeDocument/2006/relationships/image" Target="../media/image81.png"/><Relationship Id="rId16" Type="http://schemas.openxmlformats.org/officeDocument/2006/relationships/customXml" Target="../ink/ink62.xml"/><Relationship Id="rId1" Type="http://schemas.openxmlformats.org/officeDocument/2006/relationships/slideLayout" Target="../slideLayouts/slideLayout2.xml"/><Relationship Id="rId6" Type="http://schemas.openxmlformats.org/officeDocument/2006/relationships/customXml" Target="../ink/ink57.xml"/><Relationship Id="rId11" Type="http://schemas.openxmlformats.org/officeDocument/2006/relationships/image" Target="../media/image86.png"/><Relationship Id="rId5" Type="http://schemas.openxmlformats.org/officeDocument/2006/relationships/image" Target="../media/image83.png"/><Relationship Id="rId15" Type="http://schemas.openxmlformats.org/officeDocument/2006/relationships/image" Target="../media/image88.png"/><Relationship Id="rId10" Type="http://schemas.openxmlformats.org/officeDocument/2006/relationships/customXml" Target="../ink/ink59.xml"/><Relationship Id="rId19" Type="http://schemas.openxmlformats.org/officeDocument/2006/relationships/image" Target="../media/image90.png"/><Relationship Id="rId4" Type="http://schemas.openxmlformats.org/officeDocument/2006/relationships/customXml" Target="../ink/ink56.xml"/><Relationship Id="rId9" Type="http://schemas.openxmlformats.org/officeDocument/2006/relationships/image" Target="../media/image85.png"/><Relationship Id="rId14" Type="http://schemas.openxmlformats.org/officeDocument/2006/relationships/customXml" Target="../ink/ink6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www.nngroup.com/articles/discount-usability-20-years/" TargetMode="External"/><Relationship Id="rId2" Type="http://schemas.openxmlformats.org/officeDocument/2006/relationships/hyperlink" Target="http://www.useit.com/"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www.nngroup.com/articles/definition-user-experience/"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hyperlink" Target="https://rdcu.be/dUJhr" TargetMode="External"/><Relationship Id="rId5" Type="http://schemas.openxmlformats.org/officeDocument/2006/relationships/hyperlink" Target="https://www.nngroup.com/articles/usability-testing-101/" TargetMode="External"/><Relationship Id="rId4" Type="http://schemas.openxmlformats.org/officeDocument/2006/relationships/hyperlink" Target="https://www.nngroup.com/articles/usability-101-introduction-to-usabilit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dirty="0"/>
              <a:t>Usability Testing concepts</a:t>
            </a:r>
          </a:p>
        </p:txBody>
      </p:sp>
      <p:sp>
        <p:nvSpPr>
          <p:cNvPr id="3" name="Subtitle 2"/>
          <p:cNvSpPr>
            <a:spLocks noGrp="1"/>
          </p:cNvSpPr>
          <p:nvPr>
            <p:ph type="subTitle" idx="1"/>
          </p:nvPr>
        </p:nvSpPr>
        <p:spPr/>
        <p:txBody>
          <a:bodyPr/>
          <a:lstStyle/>
          <a:p>
            <a:r>
              <a:rPr lang="en-GB" dirty="0"/>
              <a:t>Week 1</a:t>
            </a:r>
          </a:p>
        </p:txBody>
      </p:sp>
      <p:sp>
        <p:nvSpPr>
          <p:cNvPr id="14" name="Date Placeholder 13">
            <a:extLst>
              <a:ext uri="{FF2B5EF4-FFF2-40B4-BE49-F238E27FC236}">
                <a16:creationId xmlns:a16="http://schemas.microsoft.com/office/drawing/2014/main" id="{0265AE38-750A-B9C6-A76B-AB1D9F13D7C7}"/>
              </a:ext>
            </a:extLst>
          </p:cNvPr>
          <p:cNvSpPr>
            <a:spLocks noGrp="1"/>
          </p:cNvSpPr>
          <p:nvPr>
            <p:ph type="dt" sz="half" idx="10"/>
          </p:nvPr>
        </p:nvSpPr>
        <p:spPr/>
        <p:txBody>
          <a:bodyPr/>
          <a:lstStyle/>
          <a:p>
            <a:r>
              <a:rPr lang="en-US"/>
              <a:t>Academic year 2024-25</a:t>
            </a:r>
            <a:endParaRPr lang="en-US" dirty="0"/>
          </a:p>
        </p:txBody>
      </p:sp>
      <p:sp>
        <p:nvSpPr>
          <p:cNvPr id="15" name="Footer Placeholder 14">
            <a:extLst>
              <a:ext uri="{FF2B5EF4-FFF2-40B4-BE49-F238E27FC236}">
                <a16:creationId xmlns:a16="http://schemas.microsoft.com/office/drawing/2014/main" id="{5DA762C4-3605-C6A3-266A-7D60EA18E8EC}"/>
              </a:ext>
            </a:extLst>
          </p:cNvPr>
          <p:cNvSpPr>
            <a:spLocks noGrp="1"/>
          </p:cNvSpPr>
          <p:nvPr>
            <p:ph type="ftr" sz="quarter" idx="11"/>
          </p:nvPr>
        </p:nvSpPr>
        <p:spPr/>
        <p:txBody>
          <a:bodyPr/>
          <a:lstStyle/>
          <a:p>
            <a:pPr algn="l"/>
            <a:r>
              <a:rPr lang="pt-BR"/>
              <a:t>© Dr Daphne Economou – 6MMCS009W1 Usability Testing &amp; Evaluation</a:t>
            </a:r>
            <a:endParaRPr lang="en-US" dirty="0"/>
          </a:p>
        </p:txBody>
      </p:sp>
      <p:sp>
        <p:nvSpPr>
          <p:cNvPr id="16" name="Slide Number Placeholder 15">
            <a:extLst>
              <a:ext uri="{FF2B5EF4-FFF2-40B4-BE49-F238E27FC236}">
                <a16:creationId xmlns:a16="http://schemas.microsoft.com/office/drawing/2014/main" id="{7A317F26-90BB-38F0-C98F-05CB57C112EB}"/>
              </a:ext>
            </a:extLst>
          </p:cNvPr>
          <p:cNvSpPr>
            <a:spLocks noGrp="1"/>
          </p:cNvSpPr>
          <p:nvPr>
            <p:ph type="sldNum" sz="quarter" idx="12"/>
          </p:nvPr>
        </p:nvSpPr>
        <p:spPr/>
        <p:txBody>
          <a:bodyPr/>
          <a:lstStyle/>
          <a:p>
            <a:fld id="{C060DF7E-57CF-4468-B64C-3049F1FBC5EB}" type="slidenum">
              <a:rPr lang="en-US" smtClean="0"/>
              <a:pPr/>
              <a:t>1</a:t>
            </a:fld>
            <a:r>
              <a:rPr lang="en-GB"/>
              <a:t>/50</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ChangeArrowheads="1"/>
          </p:cNvSpPr>
          <p:nvPr>
            <p:ph type="title"/>
          </p:nvPr>
        </p:nvSpPr>
        <p:spPr/>
        <p:txBody>
          <a:bodyPr>
            <a:normAutofit/>
          </a:bodyPr>
          <a:lstStyle/>
          <a:p>
            <a:r>
              <a:rPr lang="en-GB" dirty="0"/>
              <a:t>How to create the best product</a:t>
            </a:r>
            <a:endParaRPr lang="en-US" dirty="0"/>
          </a:p>
        </p:txBody>
      </p:sp>
      <p:sp>
        <p:nvSpPr>
          <p:cNvPr id="237571" name="Rectangle 3"/>
          <p:cNvSpPr>
            <a:spLocks noGrp="1" noChangeArrowheads="1"/>
          </p:cNvSpPr>
          <p:nvPr>
            <p:ph sz="quarter" idx="1"/>
          </p:nvPr>
        </p:nvSpPr>
        <p:spPr>
          <a:xfrm>
            <a:off x="685800" y="1571612"/>
            <a:ext cx="6059044" cy="4714908"/>
          </a:xfrm>
        </p:spPr>
        <p:txBody>
          <a:bodyPr>
            <a:normAutofit/>
          </a:bodyPr>
          <a:lstStyle/>
          <a:p>
            <a:pPr>
              <a:lnSpc>
                <a:spcPct val="110000"/>
              </a:lnSpc>
              <a:spcBef>
                <a:spcPts val="600"/>
              </a:spcBef>
            </a:pPr>
            <a:r>
              <a:rPr lang="en-GB" sz="2800" dirty="0"/>
              <a:t>Designing interactive products with good usability requires considering the following:</a:t>
            </a:r>
          </a:p>
          <a:p>
            <a:pPr lvl="1">
              <a:lnSpc>
                <a:spcPct val="110000"/>
              </a:lnSpc>
              <a:spcBef>
                <a:spcPts val="600"/>
              </a:spcBef>
            </a:pPr>
            <a:r>
              <a:rPr lang="en-GB" sz="2400" b="1" dirty="0"/>
              <a:t>What </a:t>
            </a:r>
            <a:r>
              <a:rPr lang="en-GB" sz="2400" dirty="0"/>
              <a:t>will the product do?</a:t>
            </a:r>
          </a:p>
          <a:p>
            <a:pPr lvl="1">
              <a:lnSpc>
                <a:spcPct val="110000"/>
              </a:lnSpc>
              <a:spcBef>
                <a:spcPts val="600"/>
              </a:spcBef>
            </a:pPr>
            <a:r>
              <a:rPr lang="en-GB" sz="2400" b="1" dirty="0"/>
              <a:t>Who</a:t>
            </a:r>
            <a:r>
              <a:rPr lang="en-GB" sz="2400" dirty="0"/>
              <a:t> will use it?</a:t>
            </a:r>
          </a:p>
          <a:p>
            <a:pPr lvl="1">
              <a:lnSpc>
                <a:spcPct val="110000"/>
              </a:lnSpc>
              <a:spcBef>
                <a:spcPts val="600"/>
              </a:spcBef>
            </a:pPr>
            <a:r>
              <a:rPr lang="en-GB" sz="2400" b="1" dirty="0"/>
              <a:t>Where</a:t>
            </a:r>
            <a:r>
              <a:rPr lang="en-GB" sz="2400" dirty="0"/>
              <a:t> will the product be used?</a:t>
            </a:r>
          </a:p>
          <a:p>
            <a:pPr lvl="1">
              <a:lnSpc>
                <a:spcPct val="110000"/>
              </a:lnSpc>
              <a:spcBef>
                <a:spcPts val="600"/>
              </a:spcBef>
            </a:pPr>
            <a:r>
              <a:rPr lang="en-GB" sz="2400" b="1" dirty="0"/>
              <a:t>How </a:t>
            </a:r>
            <a:r>
              <a:rPr lang="en-GB" sz="2400" dirty="0"/>
              <a:t>will they interact with the digital product</a:t>
            </a:r>
          </a:p>
          <a:p>
            <a:pPr lvl="1">
              <a:lnSpc>
                <a:spcPct val="110000"/>
              </a:lnSpc>
              <a:spcBef>
                <a:spcPts val="600"/>
              </a:spcBef>
            </a:pPr>
            <a:endParaRPr lang="en-GB" sz="2400" dirty="0"/>
          </a:p>
        </p:txBody>
      </p:sp>
      <p:pic>
        <p:nvPicPr>
          <p:cNvPr id="8" name="Picture 7" descr="Best product">
            <a:extLst>
              <a:ext uri="{FF2B5EF4-FFF2-40B4-BE49-F238E27FC236}">
                <a16:creationId xmlns:a16="http://schemas.microsoft.com/office/drawing/2014/main" id="{C6EC0C37-BA0D-4949-87B8-AB4FD098928D}"/>
              </a:ext>
            </a:extLst>
          </p:cNvPr>
          <p:cNvPicPr>
            <a:picLocks noChangeAspect="1"/>
          </p:cNvPicPr>
          <p:nvPr/>
        </p:nvPicPr>
        <p:blipFill>
          <a:blip r:embed="rId3"/>
          <a:stretch>
            <a:fillRect/>
          </a:stretch>
        </p:blipFill>
        <p:spPr>
          <a:xfrm>
            <a:off x="6757521" y="3140968"/>
            <a:ext cx="1992802" cy="1912799"/>
          </a:xfrm>
          <a:prstGeom prst="rect">
            <a:avLst/>
          </a:prstGeom>
        </p:spPr>
      </p:pic>
      <p:sp>
        <p:nvSpPr>
          <p:cNvPr id="13" name="Date Placeholder 12">
            <a:extLst>
              <a:ext uri="{FF2B5EF4-FFF2-40B4-BE49-F238E27FC236}">
                <a16:creationId xmlns:a16="http://schemas.microsoft.com/office/drawing/2014/main" id="{BB6121E7-D41A-A7FD-EE6E-4282B4EC9763}"/>
              </a:ext>
            </a:extLst>
          </p:cNvPr>
          <p:cNvSpPr>
            <a:spLocks noGrp="1"/>
          </p:cNvSpPr>
          <p:nvPr>
            <p:ph type="dt" sz="half" idx="2"/>
          </p:nvPr>
        </p:nvSpPr>
        <p:spPr/>
        <p:txBody>
          <a:bodyPr/>
          <a:lstStyle/>
          <a:p>
            <a:r>
              <a:rPr lang="en-US"/>
              <a:t>Academic year 2024-25</a:t>
            </a:r>
            <a:endParaRPr lang="en-US" dirty="0"/>
          </a:p>
        </p:txBody>
      </p:sp>
      <p:sp>
        <p:nvSpPr>
          <p:cNvPr id="14" name="Footer Placeholder 13">
            <a:extLst>
              <a:ext uri="{FF2B5EF4-FFF2-40B4-BE49-F238E27FC236}">
                <a16:creationId xmlns:a16="http://schemas.microsoft.com/office/drawing/2014/main" id="{7BB43427-04C5-8F06-CA13-78ABB622AD4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5" name="Slide Number Placeholder 14">
            <a:extLst>
              <a:ext uri="{FF2B5EF4-FFF2-40B4-BE49-F238E27FC236}">
                <a16:creationId xmlns:a16="http://schemas.microsoft.com/office/drawing/2014/main" id="{0257FA4E-B515-3B85-F77F-DE8EEF5D3957}"/>
              </a:ext>
            </a:extLst>
          </p:cNvPr>
          <p:cNvSpPr>
            <a:spLocks noGrp="1"/>
          </p:cNvSpPr>
          <p:nvPr>
            <p:ph type="sldNum" sz="quarter" idx="4"/>
          </p:nvPr>
        </p:nvSpPr>
        <p:spPr/>
        <p:txBody>
          <a:bodyPr/>
          <a:lstStyle/>
          <a:p>
            <a:fld id="{9FD7ECCF-50E7-4327-B945-FA93FF7B2BEF}" type="slidenum">
              <a:rPr lang="en-US" smtClean="0"/>
              <a:pPr/>
              <a:t>2</a:t>
            </a:fld>
            <a:r>
              <a:rPr lang="en-GB"/>
              <a:t>/50</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F37309E-7A40-4AEE-9A86-8F85D15FA1D3}"/>
              </a:ext>
            </a:extLst>
          </p:cNvPr>
          <p:cNvSpPr>
            <a:spLocks noGrp="1"/>
          </p:cNvSpPr>
          <p:nvPr>
            <p:ph type="title"/>
          </p:nvPr>
        </p:nvSpPr>
        <p:spPr>
          <a:xfrm>
            <a:off x="596974" y="209404"/>
            <a:ext cx="8153400" cy="869950"/>
          </a:xfrm>
        </p:spPr>
        <p:txBody>
          <a:bodyPr>
            <a:normAutofit fontScale="90000"/>
          </a:bodyPr>
          <a:lstStyle/>
          <a:p>
            <a:pPr>
              <a:lnSpc>
                <a:spcPts val="3000"/>
              </a:lnSpc>
            </a:pPr>
            <a:r>
              <a:rPr lang="en-GB" dirty="0"/>
              <a:t>Example - issues to be considered when designing a new digital product</a:t>
            </a:r>
          </a:p>
        </p:txBody>
      </p:sp>
      <p:sp>
        <p:nvSpPr>
          <p:cNvPr id="21" name="Rectangle: Rounded Corners 20">
            <a:extLst>
              <a:ext uri="{FF2B5EF4-FFF2-40B4-BE49-F238E27FC236}">
                <a16:creationId xmlns:a16="http://schemas.microsoft.com/office/drawing/2014/main" id="{F5490179-3174-87EA-42FB-47BD10A1CACB}"/>
              </a:ext>
            </a:extLst>
          </p:cNvPr>
          <p:cNvSpPr/>
          <p:nvPr/>
        </p:nvSpPr>
        <p:spPr>
          <a:xfrm>
            <a:off x="533400" y="1645920"/>
            <a:ext cx="8153400" cy="99991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2400" dirty="0">
                <a:solidFill>
                  <a:schemeClr val="bg1"/>
                </a:solidFill>
              </a:rPr>
              <a:t>You are designing a new digital product to support communication, what are the issues to be considered?</a:t>
            </a:r>
          </a:p>
        </p:txBody>
      </p:sp>
      <p:pic>
        <p:nvPicPr>
          <p:cNvPr id="24" name="Picture 23" descr="Black&amp;Decker">
            <a:extLst>
              <a:ext uri="{FF2B5EF4-FFF2-40B4-BE49-F238E27FC236}">
                <a16:creationId xmlns:a16="http://schemas.microsoft.com/office/drawing/2014/main" id="{2901FBA5-8895-8D2B-4B71-277348C01D8B}"/>
              </a:ext>
            </a:extLst>
          </p:cNvPr>
          <p:cNvPicPr>
            <a:picLocks noChangeAspect="1"/>
          </p:cNvPicPr>
          <p:nvPr/>
        </p:nvPicPr>
        <p:blipFill>
          <a:blip r:embed="rId2"/>
          <a:stretch>
            <a:fillRect/>
          </a:stretch>
        </p:blipFill>
        <p:spPr>
          <a:xfrm>
            <a:off x="3851920" y="3120304"/>
            <a:ext cx="3595937" cy="2573780"/>
          </a:xfrm>
          <a:prstGeom prst="rect">
            <a:avLst/>
          </a:prstGeom>
        </p:spPr>
      </p:pic>
      <p:sp>
        <p:nvSpPr>
          <p:cNvPr id="25" name="Oval 24">
            <a:extLst>
              <a:ext uri="{FF2B5EF4-FFF2-40B4-BE49-F238E27FC236}">
                <a16:creationId xmlns:a16="http://schemas.microsoft.com/office/drawing/2014/main" id="{A96864DA-BA1B-E7BC-55A2-4EC0C9466631}"/>
              </a:ext>
            </a:extLst>
          </p:cNvPr>
          <p:cNvSpPr/>
          <p:nvPr/>
        </p:nvSpPr>
        <p:spPr>
          <a:xfrm>
            <a:off x="2123728" y="3758672"/>
            <a:ext cx="1305069" cy="13050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0" b="1" dirty="0">
                <a:latin typeface="Abadi" panose="020B0604020202020204" pitchFamily="34" charset="0"/>
              </a:rPr>
              <a:t>?</a:t>
            </a:r>
            <a:endParaRPr lang="en-GB" sz="1600" b="1" dirty="0">
              <a:latin typeface="Abadi" panose="020B0604020202020204" pitchFamily="34" charset="0"/>
            </a:endParaRPr>
          </a:p>
        </p:txBody>
      </p:sp>
      <p:sp>
        <p:nvSpPr>
          <p:cNvPr id="10" name="Date Placeholder 9">
            <a:extLst>
              <a:ext uri="{FF2B5EF4-FFF2-40B4-BE49-F238E27FC236}">
                <a16:creationId xmlns:a16="http://schemas.microsoft.com/office/drawing/2014/main" id="{E3B6EB61-F862-F97C-4938-D45DC8FEFA08}"/>
              </a:ext>
            </a:extLst>
          </p:cNvPr>
          <p:cNvSpPr>
            <a:spLocks noGrp="1"/>
          </p:cNvSpPr>
          <p:nvPr>
            <p:ph type="dt" sz="half" idx="10"/>
          </p:nvPr>
        </p:nvSpPr>
        <p:spPr/>
        <p:txBody>
          <a:bodyPr/>
          <a:lstStyle/>
          <a:p>
            <a:r>
              <a:rPr lang="en-US"/>
              <a:t>Academic year 2024-25</a:t>
            </a:r>
            <a:endParaRPr lang="en-US" dirty="0"/>
          </a:p>
        </p:txBody>
      </p:sp>
      <p:sp>
        <p:nvSpPr>
          <p:cNvPr id="11" name="Footer Placeholder 10">
            <a:extLst>
              <a:ext uri="{FF2B5EF4-FFF2-40B4-BE49-F238E27FC236}">
                <a16:creationId xmlns:a16="http://schemas.microsoft.com/office/drawing/2014/main" id="{58769733-BBC3-BA63-74C3-52BDF5E650D0}"/>
              </a:ext>
            </a:extLst>
          </p:cNvPr>
          <p:cNvSpPr>
            <a:spLocks noGrp="1"/>
          </p:cNvSpPr>
          <p:nvPr>
            <p:ph type="ftr" sz="quarter" idx="11"/>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62CE1EA5-FCED-F58B-8186-190C4C3ED84F}"/>
              </a:ext>
            </a:extLst>
          </p:cNvPr>
          <p:cNvSpPr>
            <a:spLocks noGrp="1"/>
          </p:cNvSpPr>
          <p:nvPr>
            <p:ph type="sldNum" sz="quarter" idx="12"/>
          </p:nvPr>
        </p:nvSpPr>
        <p:spPr/>
        <p:txBody>
          <a:bodyPr/>
          <a:lstStyle/>
          <a:p>
            <a:fld id="{9FD7ECCF-50E7-4327-B945-FA93FF7B2BEF}" type="slidenum">
              <a:rPr lang="en-US" smtClean="0"/>
              <a:pPr/>
              <a:t>3</a:t>
            </a:fld>
            <a:r>
              <a:rPr lang="en-GB"/>
              <a:t>/50</a:t>
            </a:r>
            <a:endParaRPr lang="en-US" dirty="0"/>
          </a:p>
        </p:txBody>
      </p:sp>
    </p:spTree>
    <p:extLst>
      <p:ext uri="{BB962C8B-B14F-4D97-AF65-F5344CB8AC3E}">
        <p14:creationId xmlns:p14="http://schemas.microsoft.com/office/powerpoint/2010/main" val="1671842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F37309E-7A40-4AEE-9A86-8F85D15FA1D3}"/>
              </a:ext>
            </a:extLst>
          </p:cNvPr>
          <p:cNvSpPr>
            <a:spLocks noGrp="1"/>
          </p:cNvSpPr>
          <p:nvPr>
            <p:ph type="title"/>
          </p:nvPr>
        </p:nvSpPr>
        <p:spPr>
          <a:xfrm>
            <a:off x="596974" y="209404"/>
            <a:ext cx="8153400" cy="869950"/>
          </a:xfrm>
        </p:spPr>
        <p:txBody>
          <a:bodyPr>
            <a:normAutofit fontScale="90000"/>
          </a:bodyPr>
          <a:lstStyle/>
          <a:p>
            <a:pPr>
              <a:lnSpc>
                <a:spcPts val="3000"/>
              </a:lnSpc>
            </a:pPr>
            <a:r>
              <a:rPr lang="en-GB" dirty="0"/>
              <a:t>Example - issues to be considered when designing a new digital product</a:t>
            </a:r>
          </a:p>
        </p:txBody>
      </p:sp>
      <p:pic>
        <p:nvPicPr>
          <p:cNvPr id="3" name="Picture 2" descr="Vr collaborative environment">
            <a:extLst>
              <a:ext uri="{FF2B5EF4-FFF2-40B4-BE49-F238E27FC236}">
                <a16:creationId xmlns:a16="http://schemas.microsoft.com/office/drawing/2014/main" id="{14CD1D42-73D6-DCF4-FDD3-96BCB3A3F6E5}"/>
              </a:ext>
            </a:extLst>
          </p:cNvPr>
          <p:cNvPicPr>
            <a:picLocks noChangeAspect="1"/>
          </p:cNvPicPr>
          <p:nvPr/>
        </p:nvPicPr>
        <p:blipFill>
          <a:blip r:embed="rId2"/>
          <a:stretch>
            <a:fillRect/>
          </a:stretch>
        </p:blipFill>
        <p:spPr>
          <a:xfrm>
            <a:off x="4860032" y="3350408"/>
            <a:ext cx="3454272" cy="2069976"/>
          </a:xfrm>
          <a:prstGeom prst="rect">
            <a:avLst/>
          </a:prstGeom>
        </p:spPr>
      </p:pic>
      <p:pic>
        <p:nvPicPr>
          <p:cNvPr id="5" name="Picture 4" descr="Mobile chat">
            <a:extLst>
              <a:ext uri="{FF2B5EF4-FFF2-40B4-BE49-F238E27FC236}">
                <a16:creationId xmlns:a16="http://schemas.microsoft.com/office/drawing/2014/main" id="{01B305CD-CE46-4664-E7CA-764B9A8370AB}"/>
              </a:ext>
            </a:extLst>
          </p:cNvPr>
          <p:cNvPicPr>
            <a:picLocks noChangeAspect="1"/>
          </p:cNvPicPr>
          <p:nvPr/>
        </p:nvPicPr>
        <p:blipFill>
          <a:blip r:embed="rId3"/>
          <a:stretch>
            <a:fillRect/>
          </a:stretch>
        </p:blipFill>
        <p:spPr>
          <a:xfrm>
            <a:off x="2680213" y="2890472"/>
            <a:ext cx="1800200" cy="3284576"/>
          </a:xfrm>
          <a:prstGeom prst="rect">
            <a:avLst/>
          </a:prstGeom>
        </p:spPr>
      </p:pic>
      <p:sp>
        <p:nvSpPr>
          <p:cNvPr id="21" name="Rectangle: Rounded Corners 20">
            <a:extLst>
              <a:ext uri="{FF2B5EF4-FFF2-40B4-BE49-F238E27FC236}">
                <a16:creationId xmlns:a16="http://schemas.microsoft.com/office/drawing/2014/main" id="{F5490179-3174-87EA-42FB-47BD10A1CACB}"/>
              </a:ext>
            </a:extLst>
          </p:cNvPr>
          <p:cNvSpPr/>
          <p:nvPr/>
        </p:nvSpPr>
        <p:spPr>
          <a:xfrm>
            <a:off x="533400" y="1645920"/>
            <a:ext cx="8153400" cy="99991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2400" dirty="0">
                <a:solidFill>
                  <a:schemeClr val="bg1"/>
                </a:solidFill>
              </a:rPr>
              <a:t>You are designing a new digital product to support communication, what are the issues to be considered?</a:t>
            </a:r>
          </a:p>
        </p:txBody>
      </p:sp>
      <p:sp>
        <p:nvSpPr>
          <p:cNvPr id="2" name="Oval 1">
            <a:extLst>
              <a:ext uri="{FF2B5EF4-FFF2-40B4-BE49-F238E27FC236}">
                <a16:creationId xmlns:a16="http://schemas.microsoft.com/office/drawing/2014/main" id="{198B776D-D153-0440-4D24-3A835D5C0D3F}"/>
              </a:ext>
            </a:extLst>
          </p:cNvPr>
          <p:cNvSpPr/>
          <p:nvPr/>
        </p:nvSpPr>
        <p:spPr>
          <a:xfrm>
            <a:off x="995525" y="3876692"/>
            <a:ext cx="1305069" cy="13050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0" b="1" dirty="0">
                <a:latin typeface="Abadi" panose="020B0604020202020204" pitchFamily="34" charset="0"/>
              </a:rPr>
              <a:t>?</a:t>
            </a:r>
            <a:endParaRPr lang="en-GB" sz="1600" b="1" dirty="0">
              <a:latin typeface="Abadi" panose="020B0604020202020204" pitchFamily="34" charset="0"/>
            </a:endParaRPr>
          </a:p>
        </p:txBody>
      </p:sp>
      <p:sp>
        <p:nvSpPr>
          <p:cNvPr id="16" name="Date Placeholder 15">
            <a:extLst>
              <a:ext uri="{FF2B5EF4-FFF2-40B4-BE49-F238E27FC236}">
                <a16:creationId xmlns:a16="http://schemas.microsoft.com/office/drawing/2014/main" id="{6A999574-BC45-009C-4B67-AFD519A38BF7}"/>
              </a:ext>
            </a:extLst>
          </p:cNvPr>
          <p:cNvSpPr>
            <a:spLocks noGrp="1"/>
          </p:cNvSpPr>
          <p:nvPr>
            <p:ph type="dt" sz="half" idx="10"/>
          </p:nvPr>
        </p:nvSpPr>
        <p:spPr/>
        <p:txBody>
          <a:bodyPr/>
          <a:lstStyle/>
          <a:p>
            <a:r>
              <a:rPr lang="en-US"/>
              <a:t>Academic year 2024-25</a:t>
            </a:r>
            <a:endParaRPr lang="en-US" dirty="0"/>
          </a:p>
        </p:txBody>
      </p:sp>
      <p:sp>
        <p:nvSpPr>
          <p:cNvPr id="17" name="Footer Placeholder 16">
            <a:extLst>
              <a:ext uri="{FF2B5EF4-FFF2-40B4-BE49-F238E27FC236}">
                <a16:creationId xmlns:a16="http://schemas.microsoft.com/office/drawing/2014/main" id="{DD9FEBA5-A668-55B0-DB4B-D112074D5B34}"/>
              </a:ext>
            </a:extLst>
          </p:cNvPr>
          <p:cNvSpPr>
            <a:spLocks noGrp="1"/>
          </p:cNvSpPr>
          <p:nvPr>
            <p:ph type="ftr" sz="quarter" idx="11"/>
          </p:nvPr>
        </p:nvSpPr>
        <p:spPr/>
        <p:txBody>
          <a:bodyPr/>
          <a:lstStyle/>
          <a:p>
            <a:pPr algn="l"/>
            <a:r>
              <a:rPr lang="en-GB"/>
              <a:t>© Dr Daphne Economou – 6MMCS009W1 Usability Testing &amp; Evaluation</a:t>
            </a:r>
            <a:endParaRPr lang="en-US" dirty="0"/>
          </a:p>
        </p:txBody>
      </p:sp>
      <p:sp>
        <p:nvSpPr>
          <p:cNvPr id="18" name="Slide Number Placeholder 17">
            <a:extLst>
              <a:ext uri="{FF2B5EF4-FFF2-40B4-BE49-F238E27FC236}">
                <a16:creationId xmlns:a16="http://schemas.microsoft.com/office/drawing/2014/main" id="{FA5EE62C-BF0A-533A-41FA-F87BDB90F595}"/>
              </a:ext>
            </a:extLst>
          </p:cNvPr>
          <p:cNvSpPr>
            <a:spLocks noGrp="1"/>
          </p:cNvSpPr>
          <p:nvPr>
            <p:ph type="sldNum" sz="quarter" idx="12"/>
          </p:nvPr>
        </p:nvSpPr>
        <p:spPr/>
        <p:txBody>
          <a:bodyPr/>
          <a:lstStyle/>
          <a:p>
            <a:fld id="{9FD7ECCF-50E7-4327-B945-FA93FF7B2BEF}" type="slidenum">
              <a:rPr lang="en-US" smtClean="0"/>
              <a:pPr/>
              <a:t>4</a:t>
            </a:fld>
            <a:r>
              <a:rPr lang="en-GB"/>
              <a:t>/50</a:t>
            </a:r>
            <a:endParaRPr lang="en-US" dirty="0"/>
          </a:p>
        </p:txBody>
      </p:sp>
    </p:spTree>
    <p:extLst>
      <p:ext uri="{BB962C8B-B14F-4D97-AF65-F5344CB8AC3E}">
        <p14:creationId xmlns:p14="http://schemas.microsoft.com/office/powerpoint/2010/main" val="1670306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CA2DEEC4-EE3B-45B9-BE36-917FF9F730FE}"/>
              </a:ext>
            </a:extLst>
          </p:cNvPr>
          <p:cNvSpPr>
            <a:spLocks noGrp="1"/>
          </p:cNvSpPr>
          <p:nvPr>
            <p:ph sz="quarter" idx="2"/>
          </p:nvPr>
        </p:nvSpPr>
        <p:spPr>
          <a:xfrm>
            <a:off x="609600" y="3413440"/>
            <a:ext cx="2522240" cy="2369118"/>
          </a:xfrm>
        </p:spPr>
        <p:txBody>
          <a:bodyPr>
            <a:normAutofit fontScale="92500" lnSpcReduction="20000"/>
          </a:bodyPr>
          <a:lstStyle/>
          <a:p>
            <a:pPr marL="269875" lvl="1" indent="-269875">
              <a:lnSpc>
                <a:spcPct val="110000"/>
              </a:lnSpc>
              <a:spcBef>
                <a:spcPts val="600"/>
              </a:spcBef>
            </a:pPr>
            <a:r>
              <a:rPr lang="en-GB" sz="1600" dirty="0"/>
              <a:t>What</a:t>
            </a:r>
          </a:p>
          <a:p>
            <a:pPr marL="269875" lvl="1" indent="-269875">
              <a:lnSpc>
                <a:spcPct val="110000"/>
              </a:lnSpc>
              <a:spcBef>
                <a:spcPts val="600"/>
              </a:spcBef>
            </a:pPr>
            <a:r>
              <a:rPr lang="en-GB" sz="1600" dirty="0"/>
              <a:t>Who</a:t>
            </a:r>
          </a:p>
          <a:p>
            <a:pPr marL="269875" lvl="1" indent="-269875">
              <a:lnSpc>
                <a:spcPct val="110000"/>
              </a:lnSpc>
              <a:spcBef>
                <a:spcPts val="600"/>
              </a:spcBef>
            </a:pPr>
            <a:r>
              <a:rPr lang="en-GB" sz="1600" dirty="0"/>
              <a:t>Where</a:t>
            </a:r>
          </a:p>
          <a:p>
            <a:pPr marL="269875" lvl="1" indent="-269875">
              <a:lnSpc>
                <a:spcPct val="110000"/>
              </a:lnSpc>
              <a:spcBef>
                <a:spcPts val="600"/>
              </a:spcBef>
            </a:pPr>
            <a:r>
              <a:rPr lang="en-GB" sz="1600" dirty="0"/>
              <a:t>How</a:t>
            </a:r>
          </a:p>
        </p:txBody>
      </p:sp>
      <p:sp>
        <p:nvSpPr>
          <p:cNvPr id="11" name="Content Placeholder 10">
            <a:extLst>
              <a:ext uri="{FF2B5EF4-FFF2-40B4-BE49-F238E27FC236}">
                <a16:creationId xmlns:a16="http://schemas.microsoft.com/office/drawing/2014/main" id="{4B6FF8DF-4D6B-4303-B2EC-9098BF323087}"/>
              </a:ext>
            </a:extLst>
          </p:cNvPr>
          <p:cNvSpPr>
            <a:spLocks noGrp="1"/>
          </p:cNvSpPr>
          <p:nvPr>
            <p:ph sz="quarter" idx="4"/>
          </p:nvPr>
        </p:nvSpPr>
        <p:spPr>
          <a:xfrm>
            <a:off x="3347864" y="3406140"/>
            <a:ext cx="5338936" cy="2819206"/>
          </a:xfrm>
        </p:spPr>
        <p:txBody>
          <a:bodyPr>
            <a:normAutofit fontScale="92500" lnSpcReduction="20000"/>
          </a:bodyPr>
          <a:lstStyle/>
          <a:p>
            <a:pPr marL="357188" lvl="2" indent="-357188"/>
            <a:r>
              <a:rPr lang="en-GB" sz="1600" dirty="0"/>
              <a:t>What type of communication synchronous or asynchronous?</a:t>
            </a:r>
          </a:p>
          <a:p>
            <a:pPr marL="357188" lvl="2" indent="-357188"/>
            <a:r>
              <a:rPr lang="en-GB" sz="1600" dirty="0"/>
              <a:t>What is the target audience?</a:t>
            </a:r>
          </a:p>
          <a:p>
            <a:pPr marL="357188" lvl="2" indent="-357188"/>
            <a:r>
              <a:rPr lang="en-GB" sz="1600" dirty="0"/>
              <a:t>In what context they will be using this system (personal, office)?</a:t>
            </a:r>
          </a:p>
          <a:p>
            <a:pPr marL="357188" lvl="2" indent="-357188"/>
            <a:r>
              <a:rPr lang="en-GB" sz="1600" dirty="0"/>
              <a:t>What will be the format of communication (spoken or text)? </a:t>
            </a:r>
          </a:p>
          <a:p>
            <a:pPr marL="357188" lvl="2" indent="-357188"/>
            <a:r>
              <a:rPr lang="en-GB" sz="1600" dirty="0"/>
              <a:t>If it is text, what will be the length of communication to be supported; will it support the inclusion of graphics, multimedia etc.</a:t>
            </a:r>
          </a:p>
          <a:p>
            <a:pPr marL="357188" lvl="2" indent="-357188"/>
            <a:r>
              <a:rPr lang="en-GB" sz="1600" dirty="0"/>
              <a:t>What will be the number of participants</a:t>
            </a:r>
          </a:p>
          <a:p>
            <a:pPr marL="357188" lvl="2" indent="-357188"/>
            <a:r>
              <a:rPr lang="en-GB" sz="1600" dirty="0"/>
              <a:t>What device/es (size/VR) and interactive interfaces (click/touch/speech)</a:t>
            </a:r>
          </a:p>
          <a:p>
            <a:pPr marL="357188" lvl="2" indent="-357188"/>
            <a:r>
              <a:rPr lang="en-GB" sz="1600" dirty="0"/>
              <a:t>What type of interaction will be supported (speech, system: dialogues; menus; icons etc.)</a:t>
            </a:r>
            <a:r>
              <a:rPr lang="en-GB" sz="1800" dirty="0"/>
              <a:t> </a:t>
            </a:r>
            <a:endParaRPr lang="en-GB" sz="2000" dirty="0"/>
          </a:p>
        </p:txBody>
      </p:sp>
      <p:sp>
        <p:nvSpPr>
          <p:cNvPr id="8" name="Text Placeholder 7">
            <a:extLst>
              <a:ext uri="{FF2B5EF4-FFF2-40B4-BE49-F238E27FC236}">
                <a16:creationId xmlns:a16="http://schemas.microsoft.com/office/drawing/2014/main" id="{B6811F62-DA69-405A-BA6E-71B71934C9EE}"/>
              </a:ext>
            </a:extLst>
          </p:cNvPr>
          <p:cNvSpPr>
            <a:spLocks noGrp="1"/>
          </p:cNvSpPr>
          <p:nvPr>
            <p:ph type="body" sz="quarter" idx="1"/>
          </p:nvPr>
        </p:nvSpPr>
        <p:spPr>
          <a:xfrm>
            <a:off x="609600" y="2780928"/>
            <a:ext cx="7922840" cy="426769"/>
          </a:xfrm>
          <a:solidFill>
            <a:schemeClr val="bg2">
              <a:lumMod val="75000"/>
            </a:schemeClr>
          </a:solidFill>
        </p:spPr>
        <p:txBody>
          <a:bodyPr/>
          <a:lstStyle/>
          <a:p>
            <a:r>
              <a:rPr lang="en-GB" sz="2000" dirty="0">
                <a:solidFill>
                  <a:schemeClr val="bg2">
                    <a:lumMod val="25000"/>
                  </a:schemeClr>
                </a:solidFill>
              </a:rPr>
              <a:t>Issues to considered</a:t>
            </a:r>
            <a:endParaRPr lang="en-GB" dirty="0">
              <a:solidFill>
                <a:schemeClr val="bg2">
                  <a:lumMod val="25000"/>
                </a:schemeClr>
              </a:solidFill>
            </a:endParaRPr>
          </a:p>
        </p:txBody>
      </p:sp>
      <p:sp>
        <p:nvSpPr>
          <p:cNvPr id="6" name="Title 6">
            <a:extLst>
              <a:ext uri="{FF2B5EF4-FFF2-40B4-BE49-F238E27FC236}">
                <a16:creationId xmlns:a16="http://schemas.microsoft.com/office/drawing/2014/main" id="{56D93EF7-EE24-0FCB-64AC-246C68D6DCC2}"/>
              </a:ext>
            </a:extLst>
          </p:cNvPr>
          <p:cNvSpPr txBox="1">
            <a:spLocks/>
          </p:cNvSpPr>
          <p:nvPr/>
        </p:nvSpPr>
        <p:spPr>
          <a:xfrm>
            <a:off x="596974" y="209404"/>
            <a:ext cx="8153400" cy="869950"/>
          </a:xfrm>
          <a:prstGeom prst="rect">
            <a:avLst/>
          </a:prstGeom>
        </p:spPr>
        <p:txBody>
          <a:bodyPr vert="horz" anchor="ctr">
            <a:normAutofit fontScale="75000" lnSpcReduction="20000"/>
          </a:bodyPr>
          <a:lstStyle>
            <a:lvl1pPr algn="l" rtl="0" eaLnBrk="1" latinLnBrk="0" hangingPunct="1">
              <a:spcBef>
                <a:spcPct val="0"/>
              </a:spcBef>
              <a:buNone/>
              <a:defRPr kumimoji="0" sz="4400" kern="1200">
                <a:solidFill>
                  <a:schemeClr val="tx2"/>
                </a:solidFill>
                <a:latin typeface="+mj-lt"/>
                <a:ea typeface="+mj-ea"/>
                <a:cs typeface="+mj-cs"/>
              </a:defRPr>
            </a:lvl1pPr>
          </a:lstStyle>
          <a:p>
            <a:pPr fontAlgn="auto">
              <a:lnSpc>
                <a:spcPts val="3000"/>
              </a:lnSpc>
              <a:spcAft>
                <a:spcPts val="0"/>
              </a:spcAft>
            </a:pPr>
            <a:r>
              <a:rPr lang="en-GB" dirty="0"/>
              <a:t>Example - issues to be considered when designing a new digital product</a:t>
            </a:r>
          </a:p>
        </p:txBody>
      </p:sp>
      <p:sp>
        <p:nvSpPr>
          <p:cNvPr id="16" name="Rectangle: Rounded Corners 15">
            <a:extLst>
              <a:ext uri="{FF2B5EF4-FFF2-40B4-BE49-F238E27FC236}">
                <a16:creationId xmlns:a16="http://schemas.microsoft.com/office/drawing/2014/main" id="{0111D585-C1F6-4FB2-6E46-AADE9A49A7A0}"/>
              </a:ext>
            </a:extLst>
          </p:cNvPr>
          <p:cNvSpPr/>
          <p:nvPr/>
        </p:nvSpPr>
        <p:spPr>
          <a:xfrm>
            <a:off x="533400" y="1645920"/>
            <a:ext cx="8153400" cy="99991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2400" dirty="0">
                <a:solidFill>
                  <a:schemeClr val="bg1"/>
                </a:solidFill>
              </a:rPr>
              <a:t>You are designing a new digital product to support communication, what are the issues to be considered?</a:t>
            </a:r>
          </a:p>
        </p:txBody>
      </p:sp>
      <p:sp>
        <p:nvSpPr>
          <p:cNvPr id="17" name="Date Placeholder 16">
            <a:extLst>
              <a:ext uri="{FF2B5EF4-FFF2-40B4-BE49-F238E27FC236}">
                <a16:creationId xmlns:a16="http://schemas.microsoft.com/office/drawing/2014/main" id="{BD4534B8-CEAF-A85F-AEBA-6AE635297E39}"/>
              </a:ext>
            </a:extLst>
          </p:cNvPr>
          <p:cNvSpPr>
            <a:spLocks noGrp="1"/>
          </p:cNvSpPr>
          <p:nvPr>
            <p:ph type="dt" sz="half" idx="10"/>
          </p:nvPr>
        </p:nvSpPr>
        <p:spPr/>
        <p:txBody>
          <a:bodyPr/>
          <a:lstStyle/>
          <a:p>
            <a:r>
              <a:rPr lang="en-US"/>
              <a:t>Academic year 2024-25</a:t>
            </a:r>
            <a:endParaRPr lang="en-US" dirty="0"/>
          </a:p>
        </p:txBody>
      </p:sp>
      <p:sp>
        <p:nvSpPr>
          <p:cNvPr id="18" name="Footer Placeholder 17">
            <a:extLst>
              <a:ext uri="{FF2B5EF4-FFF2-40B4-BE49-F238E27FC236}">
                <a16:creationId xmlns:a16="http://schemas.microsoft.com/office/drawing/2014/main" id="{EDFBB5C2-1BF5-467A-3EE7-55BB3279751B}"/>
              </a:ext>
            </a:extLst>
          </p:cNvPr>
          <p:cNvSpPr>
            <a:spLocks noGrp="1"/>
          </p:cNvSpPr>
          <p:nvPr>
            <p:ph type="ftr" sz="quarter" idx="11"/>
          </p:nvPr>
        </p:nvSpPr>
        <p:spPr/>
        <p:txBody>
          <a:bodyPr/>
          <a:lstStyle/>
          <a:p>
            <a:pPr algn="l"/>
            <a:r>
              <a:rPr lang="en-GB"/>
              <a:t>© Dr Daphne Economou – 6MMCS009W1 Usability Testing &amp; Evaluation</a:t>
            </a:r>
            <a:endParaRPr lang="en-US" dirty="0"/>
          </a:p>
        </p:txBody>
      </p:sp>
      <p:sp>
        <p:nvSpPr>
          <p:cNvPr id="19" name="Slide Number Placeholder 18">
            <a:extLst>
              <a:ext uri="{FF2B5EF4-FFF2-40B4-BE49-F238E27FC236}">
                <a16:creationId xmlns:a16="http://schemas.microsoft.com/office/drawing/2014/main" id="{B25997F6-4F69-9413-9C50-12FAA13613EA}"/>
              </a:ext>
            </a:extLst>
          </p:cNvPr>
          <p:cNvSpPr>
            <a:spLocks noGrp="1"/>
          </p:cNvSpPr>
          <p:nvPr>
            <p:ph type="sldNum" sz="quarter" idx="12"/>
          </p:nvPr>
        </p:nvSpPr>
        <p:spPr/>
        <p:txBody>
          <a:bodyPr/>
          <a:lstStyle/>
          <a:p>
            <a:fld id="{9FD7ECCF-50E7-4327-B945-FA93FF7B2BEF}" type="slidenum">
              <a:rPr lang="en-US" smtClean="0"/>
              <a:pPr/>
              <a:t>5</a:t>
            </a:fld>
            <a:r>
              <a:rPr lang="en-GB"/>
              <a:t>/50</a:t>
            </a:r>
            <a:endParaRPr lang="en-US" dirty="0"/>
          </a:p>
        </p:txBody>
      </p:sp>
    </p:spTree>
    <p:extLst>
      <p:ext uri="{BB962C8B-B14F-4D97-AF65-F5344CB8AC3E}">
        <p14:creationId xmlns:p14="http://schemas.microsoft.com/office/powerpoint/2010/main" val="1869753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Product development life cycle diagram">
            <a:extLst>
              <a:ext uri="{FF2B5EF4-FFF2-40B4-BE49-F238E27FC236}">
                <a16:creationId xmlns:a16="http://schemas.microsoft.com/office/drawing/2014/main" id="{0A2FF4DA-BE4B-433F-86C8-53D7D46E8E1E}"/>
              </a:ext>
            </a:extLst>
          </p:cNvPr>
          <p:cNvSpPr>
            <a:spLocks noGrp="1"/>
          </p:cNvSpPr>
          <p:nvPr>
            <p:ph type="title"/>
          </p:nvPr>
        </p:nvSpPr>
        <p:spPr/>
        <p:txBody>
          <a:bodyPr/>
          <a:lstStyle/>
          <a:p>
            <a:r>
              <a:rPr lang="en-GB" dirty="0"/>
              <a:t>Digital product design process</a:t>
            </a:r>
          </a:p>
        </p:txBody>
      </p:sp>
      <p:pic>
        <p:nvPicPr>
          <p:cNvPr id="16" name="Picture 15" descr="Digital product design process plan">
            <a:extLst>
              <a:ext uri="{FF2B5EF4-FFF2-40B4-BE49-F238E27FC236}">
                <a16:creationId xmlns:a16="http://schemas.microsoft.com/office/drawing/2014/main" id="{6FE2B64B-6DD6-AC77-F1B5-F6B0BB14986E}"/>
              </a:ext>
            </a:extLst>
          </p:cNvPr>
          <p:cNvPicPr>
            <a:picLocks noChangeAspect="1"/>
          </p:cNvPicPr>
          <p:nvPr/>
        </p:nvPicPr>
        <p:blipFill>
          <a:blip r:embed="rId3"/>
          <a:stretch>
            <a:fillRect/>
          </a:stretch>
        </p:blipFill>
        <p:spPr>
          <a:xfrm>
            <a:off x="888516" y="1705548"/>
            <a:ext cx="7366967" cy="4542658"/>
          </a:xfrm>
          <a:prstGeom prst="rect">
            <a:avLst/>
          </a:prstGeom>
        </p:spPr>
      </p:pic>
      <p:pic>
        <p:nvPicPr>
          <p:cNvPr id="17" name="Picture 16">
            <a:hlinkClick r:id="rId4"/>
            <a:extLst>
              <a:ext uri="{FF2B5EF4-FFF2-40B4-BE49-F238E27FC236}">
                <a16:creationId xmlns:a16="http://schemas.microsoft.com/office/drawing/2014/main" id="{349B4275-49A6-41DE-B8AB-B002066DC3B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38916" y="3785372"/>
            <a:ext cx="324084" cy="383009"/>
          </a:xfrm>
          <a:prstGeom prst="rect">
            <a:avLst/>
          </a:prstGeom>
        </p:spPr>
      </p:pic>
      <p:sp>
        <p:nvSpPr>
          <p:cNvPr id="10" name="Date Placeholder 9">
            <a:extLst>
              <a:ext uri="{FF2B5EF4-FFF2-40B4-BE49-F238E27FC236}">
                <a16:creationId xmlns:a16="http://schemas.microsoft.com/office/drawing/2014/main" id="{C5CD82D8-4CDA-DF9F-6217-A5AEB422E42E}"/>
              </a:ext>
            </a:extLst>
          </p:cNvPr>
          <p:cNvSpPr>
            <a:spLocks noGrp="1"/>
          </p:cNvSpPr>
          <p:nvPr>
            <p:ph type="dt" sz="half" idx="2"/>
          </p:nvPr>
        </p:nvSpPr>
        <p:spPr/>
        <p:txBody>
          <a:bodyPr/>
          <a:lstStyle/>
          <a:p>
            <a:r>
              <a:rPr lang="en-US"/>
              <a:t>Academic year 2024-25</a:t>
            </a:r>
            <a:endParaRPr lang="en-US" dirty="0"/>
          </a:p>
        </p:txBody>
      </p:sp>
      <p:sp>
        <p:nvSpPr>
          <p:cNvPr id="14" name="Footer Placeholder 13">
            <a:extLst>
              <a:ext uri="{FF2B5EF4-FFF2-40B4-BE49-F238E27FC236}">
                <a16:creationId xmlns:a16="http://schemas.microsoft.com/office/drawing/2014/main" id="{CAE544D2-0D13-23E4-3D86-DB175D34D40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5" name="Slide Number Placeholder 14">
            <a:extLst>
              <a:ext uri="{FF2B5EF4-FFF2-40B4-BE49-F238E27FC236}">
                <a16:creationId xmlns:a16="http://schemas.microsoft.com/office/drawing/2014/main" id="{45197DB3-E115-4558-FE00-DAC7D0D65229}"/>
              </a:ext>
            </a:extLst>
          </p:cNvPr>
          <p:cNvSpPr>
            <a:spLocks noGrp="1"/>
          </p:cNvSpPr>
          <p:nvPr>
            <p:ph type="sldNum" sz="quarter" idx="4"/>
          </p:nvPr>
        </p:nvSpPr>
        <p:spPr/>
        <p:txBody>
          <a:bodyPr/>
          <a:lstStyle/>
          <a:p>
            <a:fld id="{9FD7ECCF-50E7-4327-B945-FA93FF7B2BEF}" type="slidenum">
              <a:rPr lang="en-US" smtClean="0"/>
              <a:pPr/>
              <a:t>6</a:t>
            </a:fld>
            <a:r>
              <a:rPr lang="en-GB"/>
              <a:t>/50</a:t>
            </a:r>
            <a:endParaRPr lang="en-US" dirty="0"/>
          </a:p>
        </p:txBody>
      </p:sp>
    </p:spTree>
    <p:extLst>
      <p:ext uri="{BB962C8B-B14F-4D97-AF65-F5344CB8AC3E}">
        <p14:creationId xmlns:p14="http://schemas.microsoft.com/office/powerpoint/2010/main" val="2982767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B9D821C-5A96-BB2D-5F63-05CE53035A70}"/>
              </a:ext>
            </a:extLst>
          </p:cNvPr>
          <p:cNvPicPr>
            <a:picLocks noChangeAspect="1"/>
          </p:cNvPicPr>
          <p:nvPr/>
        </p:nvPicPr>
        <p:blipFill>
          <a:blip r:embed="rId2"/>
          <a:stretch>
            <a:fillRect/>
          </a:stretch>
        </p:blipFill>
        <p:spPr>
          <a:xfrm>
            <a:off x="2051720" y="3175202"/>
            <a:ext cx="5040560" cy="3073004"/>
          </a:xfrm>
          <a:prstGeom prst="rect">
            <a:avLst/>
          </a:prstGeom>
        </p:spPr>
      </p:pic>
      <p:sp>
        <p:nvSpPr>
          <p:cNvPr id="2" name="Title 1">
            <a:extLst>
              <a:ext uri="{FF2B5EF4-FFF2-40B4-BE49-F238E27FC236}">
                <a16:creationId xmlns:a16="http://schemas.microsoft.com/office/drawing/2014/main" id="{A6AE7CF6-CEB9-B2BC-687E-3D9DF78F1D86}"/>
              </a:ext>
            </a:extLst>
          </p:cNvPr>
          <p:cNvSpPr>
            <a:spLocks noGrp="1"/>
          </p:cNvSpPr>
          <p:nvPr>
            <p:ph type="title"/>
          </p:nvPr>
        </p:nvSpPr>
        <p:spPr/>
        <p:txBody>
          <a:bodyPr>
            <a:normAutofit/>
          </a:bodyPr>
          <a:lstStyle/>
          <a:p>
            <a:r>
              <a:rPr lang="en-GB" dirty="0"/>
              <a:t>Product evaluation</a:t>
            </a:r>
          </a:p>
        </p:txBody>
      </p:sp>
      <p:sp>
        <p:nvSpPr>
          <p:cNvPr id="3" name="Content Placeholder 2">
            <a:extLst>
              <a:ext uri="{FF2B5EF4-FFF2-40B4-BE49-F238E27FC236}">
                <a16:creationId xmlns:a16="http://schemas.microsoft.com/office/drawing/2014/main" id="{1870EB8A-2527-0648-92B7-B359C3E79821}"/>
              </a:ext>
            </a:extLst>
          </p:cNvPr>
          <p:cNvSpPr>
            <a:spLocks noGrp="1"/>
          </p:cNvSpPr>
          <p:nvPr>
            <p:ph sz="quarter" idx="1"/>
          </p:nvPr>
        </p:nvSpPr>
        <p:spPr/>
        <p:txBody>
          <a:bodyPr/>
          <a:lstStyle/>
          <a:p>
            <a:r>
              <a:rPr lang="en-GB" dirty="0"/>
              <a:t>What does it mean to you that a product has good usability? </a:t>
            </a:r>
          </a:p>
          <a:p>
            <a:r>
              <a:rPr lang="en-GB" dirty="0"/>
              <a:t>How do we know we have designed a good product?</a:t>
            </a:r>
          </a:p>
        </p:txBody>
      </p:sp>
      <p:pic>
        <p:nvPicPr>
          <p:cNvPr id="10" name="Picture 9" descr="UX graphic">
            <a:extLst>
              <a:ext uri="{FF2B5EF4-FFF2-40B4-BE49-F238E27FC236}">
                <a16:creationId xmlns:a16="http://schemas.microsoft.com/office/drawing/2014/main" id="{5A0F7BD3-5ECC-1271-EE16-83DE9C8E5777}"/>
              </a:ext>
            </a:extLst>
          </p:cNvPr>
          <p:cNvPicPr>
            <a:picLocks noChangeAspect="1"/>
          </p:cNvPicPr>
          <p:nvPr/>
        </p:nvPicPr>
        <p:blipFill>
          <a:blip r:embed="rId3"/>
          <a:stretch>
            <a:fillRect/>
          </a:stretch>
        </p:blipFill>
        <p:spPr>
          <a:xfrm>
            <a:off x="7295" y="2511957"/>
            <a:ext cx="8048625" cy="3609975"/>
          </a:xfrm>
          <a:prstGeom prst="rect">
            <a:avLst/>
          </a:prstGeom>
        </p:spPr>
      </p:pic>
      <p:sp>
        <p:nvSpPr>
          <p:cNvPr id="16" name="Date Placeholder 15">
            <a:extLst>
              <a:ext uri="{FF2B5EF4-FFF2-40B4-BE49-F238E27FC236}">
                <a16:creationId xmlns:a16="http://schemas.microsoft.com/office/drawing/2014/main" id="{E1453A08-FBD6-346E-822C-2CD7AD584242}"/>
              </a:ext>
            </a:extLst>
          </p:cNvPr>
          <p:cNvSpPr>
            <a:spLocks noGrp="1"/>
          </p:cNvSpPr>
          <p:nvPr>
            <p:ph type="dt" sz="half" idx="2"/>
          </p:nvPr>
        </p:nvSpPr>
        <p:spPr/>
        <p:txBody>
          <a:bodyPr/>
          <a:lstStyle/>
          <a:p>
            <a:r>
              <a:rPr lang="en-US"/>
              <a:t>Academic year 2024-25</a:t>
            </a:r>
            <a:endParaRPr lang="en-US" dirty="0"/>
          </a:p>
        </p:txBody>
      </p:sp>
      <p:sp>
        <p:nvSpPr>
          <p:cNvPr id="17" name="Footer Placeholder 16">
            <a:extLst>
              <a:ext uri="{FF2B5EF4-FFF2-40B4-BE49-F238E27FC236}">
                <a16:creationId xmlns:a16="http://schemas.microsoft.com/office/drawing/2014/main" id="{1DF3C027-388C-DA07-A1CB-510B61556F2D}"/>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8" name="Slide Number Placeholder 17">
            <a:extLst>
              <a:ext uri="{FF2B5EF4-FFF2-40B4-BE49-F238E27FC236}">
                <a16:creationId xmlns:a16="http://schemas.microsoft.com/office/drawing/2014/main" id="{7000B7A6-8591-581E-6FEE-134E0721A9F6}"/>
              </a:ext>
            </a:extLst>
          </p:cNvPr>
          <p:cNvSpPr>
            <a:spLocks noGrp="1"/>
          </p:cNvSpPr>
          <p:nvPr>
            <p:ph type="sldNum" sz="quarter" idx="4"/>
          </p:nvPr>
        </p:nvSpPr>
        <p:spPr/>
        <p:txBody>
          <a:bodyPr/>
          <a:lstStyle/>
          <a:p>
            <a:fld id="{9FD7ECCF-50E7-4327-B945-FA93FF7B2BEF}" type="slidenum">
              <a:rPr lang="en-US" smtClean="0"/>
              <a:pPr/>
              <a:t>7</a:t>
            </a:fld>
            <a:r>
              <a:rPr lang="en-GB"/>
              <a:t>/50</a:t>
            </a:r>
            <a:endParaRPr lang="en-US" dirty="0"/>
          </a:p>
        </p:txBody>
      </p:sp>
    </p:spTree>
    <p:extLst>
      <p:ext uri="{BB962C8B-B14F-4D97-AF65-F5344CB8AC3E}">
        <p14:creationId xmlns:p14="http://schemas.microsoft.com/office/powerpoint/2010/main" val="2396461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CDFB320-7ADD-7EAB-146D-BB325E9E2F1D}"/>
              </a:ext>
            </a:extLst>
          </p:cNvPr>
          <p:cNvSpPr>
            <a:spLocks noGrp="1"/>
          </p:cNvSpPr>
          <p:nvPr>
            <p:ph type="title"/>
          </p:nvPr>
        </p:nvSpPr>
        <p:spPr/>
        <p:txBody>
          <a:bodyPr/>
          <a:lstStyle/>
          <a:p>
            <a:r>
              <a:rPr lang="en-GB" dirty="0"/>
              <a:t>Clarify the terminology</a:t>
            </a:r>
          </a:p>
        </p:txBody>
      </p:sp>
      <p:sp>
        <p:nvSpPr>
          <p:cNvPr id="12" name="TextBox 11">
            <a:extLst>
              <a:ext uri="{FF2B5EF4-FFF2-40B4-BE49-F238E27FC236}">
                <a16:creationId xmlns:a16="http://schemas.microsoft.com/office/drawing/2014/main" id="{B1062DEC-306C-1128-FC58-A012BB840FED}"/>
              </a:ext>
            </a:extLst>
          </p:cNvPr>
          <p:cNvSpPr txBox="1"/>
          <p:nvPr/>
        </p:nvSpPr>
        <p:spPr>
          <a:xfrm>
            <a:off x="-812133" y="2590337"/>
            <a:ext cx="4132274" cy="1107996"/>
          </a:xfrm>
          <a:prstGeom prst="rect">
            <a:avLst/>
          </a:prstGeom>
          <a:noFill/>
        </p:spPr>
        <p:txBody>
          <a:bodyPr wrap="square" rtlCol="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GB" sz="6600" b="1" dirty="0">
                <a:ln w="11430"/>
                <a:solidFill>
                  <a:schemeClr val="accent2">
                    <a:lumMod val="75000"/>
                  </a:schemeClr>
                </a:solidFill>
                <a:effectLst>
                  <a:outerShdw blurRad="80000" dist="40000" dir="5040000" algn="tl">
                    <a:srgbClr val="000000">
                      <a:alpha val="30000"/>
                    </a:srgbClr>
                  </a:outerShdw>
                </a:effectLst>
                <a:latin typeface="+mn-lt"/>
              </a:rPr>
              <a:t>UX</a:t>
            </a:r>
          </a:p>
        </p:txBody>
      </p:sp>
      <p:sp>
        <p:nvSpPr>
          <p:cNvPr id="13" name="TextBox 12">
            <a:extLst>
              <a:ext uri="{FF2B5EF4-FFF2-40B4-BE49-F238E27FC236}">
                <a16:creationId xmlns:a16="http://schemas.microsoft.com/office/drawing/2014/main" id="{25391568-F142-CE3F-CD31-675AD9EC584B}"/>
              </a:ext>
            </a:extLst>
          </p:cNvPr>
          <p:cNvSpPr txBox="1"/>
          <p:nvPr/>
        </p:nvSpPr>
        <p:spPr>
          <a:xfrm>
            <a:off x="-324544" y="3431805"/>
            <a:ext cx="4132274" cy="1107996"/>
          </a:xfrm>
          <a:prstGeom prst="rect">
            <a:avLst/>
          </a:prstGeom>
          <a:noFill/>
        </p:spPr>
        <p:txBody>
          <a:bodyPr wrap="square" rtlCol="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GB" sz="6600" b="1" dirty="0">
                <a:ln w="11430"/>
                <a:solidFill>
                  <a:schemeClr val="accent1">
                    <a:lumMod val="75000"/>
                  </a:schemeClr>
                </a:solidFill>
                <a:effectLst>
                  <a:outerShdw blurRad="80000" dist="40000" dir="5040000" algn="tl">
                    <a:srgbClr val="000000">
                      <a:alpha val="30000"/>
                    </a:srgbClr>
                  </a:outerShdw>
                </a:effectLst>
                <a:latin typeface="+mn-lt"/>
              </a:rPr>
              <a:t>UI</a:t>
            </a:r>
          </a:p>
        </p:txBody>
      </p:sp>
      <p:sp>
        <p:nvSpPr>
          <p:cNvPr id="14" name="TextBox 13">
            <a:extLst>
              <a:ext uri="{FF2B5EF4-FFF2-40B4-BE49-F238E27FC236}">
                <a16:creationId xmlns:a16="http://schemas.microsoft.com/office/drawing/2014/main" id="{C451216A-CDF4-C7F4-0EC3-ECA258082CCB}"/>
              </a:ext>
            </a:extLst>
          </p:cNvPr>
          <p:cNvSpPr txBox="1"/>
          <p:nvPr/>
        </p:nvSpPr>
        <p:spPr>
          <a:xfrm>
            <a:off x="1254004" y="4321777"/>
            <a:ext cx="4132274" cy="1107996"/>
          </a:xfrm>
          <a:prstGeom prst="rect">
            <a:avLst/>
          </a:prstGeom>
          <a:noFill/>
        </p:spPr>
        <p:txBody>
          <a:bodyPr wrap="square" rtlCol="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GB" sz="6600" b="1" dirty="0">
                <a:ln w="11430"/>
                <a:solidFill>
                  <a:schemeClr val="accent5">
                    <a:lumMod val="75000"/>
                  </a:schemeClr>
                </a:solidFill>
                <a:effectLst>
                  <a:outerShdw blurRad="80000" dist="40000" dir="5040000" algn="tl">
                    <a:srgbClr val="000000">
                      <a:alpha val="30000"/>
                    </a:srgbClr>
                  </a:outerShdw>
                </a:effectLst>
                <a:latin typeface="+mn-lt"/>
              </a:rPr>
              <a:t>Usability</a:t>
            </a:r>
          </a:p>
        </p:txBody>
      </p:sp>
      <p:pic>
        <p:nvPicPr>
          <p:cNvPr id="3" name="Picture 2" descr="lenses">
            <a:extLst>
              <a:ext uri="{FF2B5EF4-FFF2-40B4-BE49-F238E27FC236}">
                <a16:creationId xmlns:a16="http://schemas.microsoft.com/office/drawing/2014/main" id="{0EC6113B-26F7-692E-B4BC-DE70A28F6A5C}"/>
              </a:ext>
            </a:extLst>
          </p:cNvPr>
          <p:cNvPicPr>
            <a:picLocks noChangeAspect="1"/>
          </p:cNvPicPr>
          <p:nvPr/>
        </p:nvPicPr>
        <p:blipFill>
          <a:blip r:embed="rId3"/>
          <a:stretch>
            <a:fillRect/>
          </a:stretch>
        </p:blipFill>
        <p:spPr>
          <a:xfrm rot="388061">
            <a:off x="4315635" y="2979986"/>
            <a:ext cx="3625561" cy="1612350"/>
          </a:xfrm>
          <a:prstGeom prst="rect">
            <a:avLst/>
          </a:prstGeom>
        </p:spPr>
      </p:pic>
      <p:sp>
        <p:nvSpPr>
          <p:cNvPr id="8" name="TextBox 7">
            <a:extLst>
              <a:ext uri="{FF2B5EF4-FFF2-40B4-BE49-F238E27FC236}">
                <a16:creationId xmlns:a16="http://schemas.microsoft.com/office/drawing/2014/main" id="{2C8FAB82-0B9E-89EE-A52E-BFC56813446F}"/>
              </a:ext>
            </a:extLst>
          </p:cNvPr>
          <p:cNvSpPr txBox="1"/>
          <p:nvPr/>
        </p:nvSpPr>
        <p:spPr>
          <a:xfrm>
            <a:off x="2220530" y="5236387"/>
            <a:ext cx="7750940" cy="1107996"/>
          </a:xfrm>
          <a:prstGeom prst="rect">
            <a:avLst/>
          </a:prstGeom>
          <a:noFill/>
        </p:spPr>
        <p:txBody>
          <a:bodyPr wrap="square" rtlCol="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GB" sz="6600" b="1" dirty="0">
                <a:ln w="11430"/>
                <a:solidFill>
                  <a:schemeClr val="accent5">
                    <a:lumMod val="50000"/>
                  </a:schemeClr>
                </a:solidFill>
                <a:effectLst>
                  <a:outerShdw blurRad="80000" dist="40000" dir="5040000" algn="tl">
                    <a:srgbClr val="000000">
                      <a:alpha val="30000"/>
                    </a:srgbClr>
                  </a:outerShdw>
                </a:effectLst>
                <a:latin typeface="+mn-lt"/>
              </a:rPr>
              <a:t>Usability testing</a:t>
            </a:r>
          </a:p>
        </p:txBody>
      </p:sp>
      <p:sp>
        <p:nvSpPr>
          <p:cNvPr id="18" name="Date Placeholder 17">
            <a:extLst>
              <a:ext uri="{FF2B5EF4-FFF2-40B4-BE49-F238E27FC236}">
                <a16:creationId xmlns:a16="http://schemas.microsoft.com/office/drawing/2014/main" id="{F140A4FD-85F9-86E0-E90E-0A2C322444B8}"/>
              </a:ext>
            </a:extLst>
          </p:cNvPr>
          <p:cNvSpPr>
            <a:spLocks noGrp="1"/>
          </p:cNvSpPr>
          <p:nvPr>
            <p:ph type="dt" sz="half" idx="2"/>
          </p:nvPr>
        </p:nvSpPr>
        <p:spPr/>
        <p:txBody>
          <a:bodyPr/>
          <a:lstStyle/>
          <a:p>
            <a:r>
              <a:rPr lang="en-US"/>
              <a:t>Academic year 2024-25</a:t>
            </a:r>
            <a:endParaRPr lang="en-US" dirty="0"/>
          </a:p>
        </p:txBody>
      </p:sp>
      <p:sp>
        <p:nvSpPr>
          <p:cNvPr id="19" name="Footer Placeholder 18">
            <a:extLst>
              <a:ext uri="{FF2B5EF4-FFF2-40B4-BE49-F238E27FC236}">
                <a16:creationId xmlns:a16="http://schemas.microsoft.com/office/drawing/2014/main" id="{4835C205-FBE1-F449-72E9-204E9AFB1372}"/>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20" name="Slide Number Placeholder 19">
            <a:extLst>
              <a:ext uri="{FF2B5EF4-FFF2-40B4-BE49-F238E27FC236}">
                <a16:creationId xmlns:a16="http://schemas.microsoft.com/office/drawing/2014/main" id="{089DB56B-D902-7C3E-DA07-84C79179BF9D}"/>
              </a:ext>
            </a:extLst>
          </p:cNvPr>
          <p:cNvSpPr>
            <a:spLocks noGrp="1"/>
          </p:cNvSpPr>
          <p:nvPr>
            <p:ph type="sldNum" sz="quarter" idx="11"/>
          </p:nvPr>
        </p:nvSpPr>
        <p:spPr/>
        <p:txBody>
          <a:bodyPr/>
          <a:lstStyle/>
          <a:p>
            <a:fld id="{4F96EDF4-259A-48E8-B98E-8CB70E21F623}" type="slidenum">
              <a:rPr lang="en-US" smtClean="0"/>
              <a:pPr/>
              <a:t>8</a:t>
            </a:fld>
            <a:r>
              <a:rPr lang="en-GB"/>
              <a:t>/ 50</a:t>
            </a:r>
            <a:endParaRPr lang="en-US" dirty="0"/>
          </a:p>
        </p:txBody>
      </p:sp>
    </p:spTree>
    <p:extLst>
      <p:ext uri="{BB962C8B-B14F-4D97-AF65-F5344CB8AC3E}">
        <p14:creationId xmlns:p14="http://schemas.microsoft.com/office/powerpoint/2010/main" val="1976262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par>
                                <p:cTn id="11" presetID="2" presetClass="entr" presetSubtype="4"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1250" fill="hold"/>
                                        <p:tgtEl>
                                          <p:spTgt spid="12"/>
                                        </p:tgtEl>
                                        <p:attrNameLst>
                                          <p:attrName>ppt_x</p:attrName>
                                        </p:attrNameLst>
                                      </p:cBhvr>
                                      <p:tavLst>
                                        <p:tav tm="0">
                                          <p:val>
                                            <p:strVal val="#ppt_x"/>
                                          </p:val>
                                        </p:tav>
                                        <p:tav tm="100000">
                                          <p:val>
                                            <p:strVal val="#ppt_x"/>
                                          </p:val>
                                        </p:tav>
                                      </p:tavLst>
                                    </p:anim>
                                    <p:anim calcmode="lin" valueType="num">
                                      <p:cBhvr additive="base">
                                        <p:cTn id="14" dur="1250" fill="hold"/>
                                        <p:tgtEl>
                                          <p:spTgt spid="12"/>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1250" fill="hold"/>
                                        <p:tgtEl>
                                          <p:spTgt spid="13"/>
                                        </p:tgtEl>
                                        <p:attrNameLst>
                                          <p:attrName>ppt_x</p:attrName>
                                        </p:attrNameLst>
                                      </p:cBhvr>
                                      <p:tavLst>
                                        <p:tav tm="0">
                                          <p:val>
                                            <p:strVal val="#ppt_x"/>
                                          </p:val>
                                        </p:tav>
                                        <p:tav tm="100000">
                                          <p:val>
                                            <p:strVal val="#ppt_x"/>
                                          </p:val>
                                        </p:tav>
                                      </p:tavLst>
                                    </p:anim>
                                    <p:anim calcmode="lin" valueType="num">
                                      <p:cBhvr additive="base">
                                        <p:cTn id="18" dur="1250" fill="hold"/>
                                        <p:tgtEl>
                                          <p:spTgt spid="1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1250" fill="hold"/>
                                        <p:tgtEl>
                                          <p:spTgt spid="14"/>
                                        </p:tgtEl>
                                        <p:attrNameLst>
                                          <p:attrName>ppt_x</p:attrName>
                                        </p:attrNameLst>
                                      </p:cBhvr>
                                      <p:tavLst>
                                        <p:tav tm="0">
                                          <p:val>
                                            <p:strVal val="#ppt_x"/>
                                          </p:val>
                                        </p:tav>
                                        <p:tav tm="100000">
                                          <p:val>
                                            <p:strVal val="#ppt_x"/>
                                          </p:val>
                                        </p:tav>
                                      </p:tavLst>
                                    </p:anim>
                                    <p:anim calcmode="lin" valueType="num">
                                      <p:cBhvr additive="base">
                                        <p:cTn id="22" dur="1250" fill="hold"/>
                                        <p:tgtEl>
                                          <p:spTgt spid="14"/>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1250" fill="hold"/>
                                        <p:tgtEl>
                                          <p:spTgt spid="8"/>
                                        </p:tgtEl>
                                        <p:attrNameLst>
                                          <p:attrName>ppt_x</p:attrName>
                                        </p:attrNameLst>
                                      </p:cBhvr>
                                      <p:tavLst>
                                        <p:tav tm="0">
                                          <p:val>
                                            <p:strVal val="#ppt_x"/>
                                          </p:val>
                                        </p:tav>
                                        <p:tav tm="100000">
                                          <p:val>
                                            <p:strVal val="#ppt_x"/>
                                          </p:val>
                                        </p:tav>
                                      </p:tavLst>
                                    </p:anim>
                                    <p:anim calcmode="lin" valueType="num">
                                      <p:cBhvr additive="base">
                                        <p:cTn id="26" dur="125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F99E0E1-5B6B-C8D5-1CBA-4EC3BD18AED7}"/>
              </a:ext>
            </a:extLst>
          </p:cNvPr>
          <p:cNvSpPr>
            <a:spLocks noGrp="1"/>
          </p:cNvSpPr>
          <p:nvPr>
            <p:ph type="title"/>
          </p:nvPr>
        </p:nvSpPr>
        <p:spPr/>
        <p:txBody>
          <a:bodyPr/>
          <a:lstStyle/>
          <a:p>
            <a:r>
              <a:rPr lang="en-GB" dirty="0"/>
              <a:t>UX vs UI design</a:t>
            </a:r>
          </a:p>
        </p:txBody>
      </p:sp>
      <p:pic>
        <p:nvPicPr>
          <p:cNvPr id="12" name="Content Placeholder 11" descr="Parkway cut through">
            <a:extLst>
              <a:ext uri="{FF2B5EF4-FFF2-40B4-BE49-F238E27FC236}">
                <a16:creationId xmlns:a16="http://schemas.microsoft.com/office/drawing/2014/main" id="{829DC635-783D-C60D-9D4D-5A3131FC9E6F}"/>
              </a:ext>
            </a:extLst>
          </p:cNvPr>
          <p:cNvPicPr>
            <a:picLocks noGrp="1" noChangeAspect="1"/>
          </p:cNvPicPr>
          <p:nvPr>
            <p:ph sz="quarter" idx="1"/>
          </p:nvPr>
        </p:nvPicPr>
        <p:blipFill>
          <a:blip r:embed="rId2"/>
          <a:stretch>
            <a:fillRect/>
          </a:stretch>
        </p:blipFill>
        <p:spPr>
          <a:xfrm>
            <a:off x="1659939" y="1978460"/>
            <a:ext cx="5740243" cy="3208320"/>
          </a:xfrm>
        </p:spPr>
      </p:pic>
      <p:sp>
        <p:nvSpPr>
          <p:cNvPr id="13" name="TextBox 12">
            <a:extLst>
              <a:ext uri="{FF2B5EF4-FFF2-40B4-BE49-F238E27FC236}">
                <a16:creationId xmlns:a16="http://schemas.microsoft.com/office/drawing/2014/main" id="{30450559-5370-C710-7A03-042890546D28}"/>
              </a:ext>
            </a:extLst>
          </p:cNvPr>
          <p:cNvSpPr txBox="1"/>
          <p:nvPr/>
        </p:nvSpPr>
        <p:spPr>
          <a:xfrm>
            <a:off x="18030" y="2708920"/>
            <a:ext cx="1641909" cy="3416320"/>
          </a:xfrm>
          <a:prstGeom prst="rect">
            <a:avLst/>
          </a:prstGeom>
          <a:noFill/>
        </p:spPr>
        <p:txBody>
          <a:bodyPr wrap="square" rtlCol="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GB" sz="7200" b="1" dirty="0">
                <a:ln w="11430"/>
                <a:solidFill>
                  <a:schemeClr val="accent2">
                    <a:lumMod val="75000"/>
                  </a:schemeClr>
                </a:solidFill>
                <a:effectLst>
                  <a:outerShdw blurRad="80000" dist="40000" dir="5040000" algn="tl">
                    <a:srgbClr val="000000">
                      <a:alpha val="30000"/>
                    </a:srgbClr>
                  </a:outerShdw>
                </a:effectLst>
                <a:latin typeface="+mn-lt"/>
              </a:rPr>
              <a:t>UX</a:t>
            </a:r>
          </a:p>
          <a:p>
            <a:pPr algn="ctr"/>
            <a:r>
              <a:rPr lang="en-GB" dirty="0">
                <a:latin typeface="+mj-lt"/>
              </a:rPr>
              <a:t>This is how users experience a product and what they do</a:t>
            </a:r>
          </a:p>
        </p:txBody>
      </p:sp>
      <p:sp>
        <p:nvSpPr>
          <p:cNvPr id="14" name="TextBox 13">
            <a:extLst>
              <a:ext uri="{FF2B5EF4-FFF2-40B4-BE49-F238E27FC236}">
                <a16:creationId xmlns:a16="http://schemas.microsoft.com/office/drawing/2014/main" id="{476AC275-E263-75B7-CD12-F6143E4F0281}"/>
              </a:ext>
            </a:extLst>
          </p:cNvPr>
          <p:cNvSpPr txBox="1"/>
          <p:nvPr/>
        </p:nvSpPr>
        <p:spPr>
          <a:xfrm>
            <a:off x="7329092" y="3415837"/>
            <a:ext cx="1725788" cy="2308324"/>
          </a:xfrm>
          <a:prstGeom prst="rect">
            <a:avLst/>
          </a:prstGeom>
          <a:noFill/>
        </p:spPr>
        <p:txBody>
          <a:bodyPr wrap="square" rtlCol="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GB" sz="7200" b="1" dirty="0">
                <a:ln w="11430"/>
                <a:solidFill>
                  <a:schemeClr val="accent1">
                    <a:lumMod val="75000"/>
                  </a:schemeClr>
                </a:solidFill>
                <a:effectLst>
                  <a:outerShdw blurRad="80000" dist="40000" dir="5040000" algn="tl">
                    <a:srgbClr val="000000">
                      <a:alpha val="30000"/>
                    </a:srgbClr>
                  </a:outerShdw>
                </a:effectLst>
                <a:latin typeface="+mn-lt"/>
              </a:rPr>
              <a:t>UI</a:t>
            </a:r>
          </a:p>
          <a:p>
            <a:pPr algn="ctr"/>
            <a:r>
              <a:rPr lang="en-GB" dirty="0">
                <a:latin typeface="+mj-lt"/>
              </a:rPr>
              <a:t>This is what designers create</a:t>
            </a:r>
          </a:p>
        </p:txBody>
      </p:sp>
      <p:cxnSp>
        <p:nvCxnSpPr>
          <p:cNvPr id="16" name="Straight Arrow Connector 15">
            <a:extLst>
              <a:ext uri="{FF2B5EF4-FFF2-40B4-BE49-F238E27FC236}">
                <a16:creationId xmlns:a16="http://schemas.microsoft.com/office/drawing/2014/main" id="{434467B2-C023-6247-16F0-2E736728C147}"/>
              </a:ext>
            </a:extLst>
          </p:cNvPr>
          <p:cNvCxnSpPr>
            <a:cxnSpLocks/>
          </p:cNvCxnSpPr>
          <p:nvPr/>
        </p:nvCxnSpPr>
        <p:spPr>
          <a:xfrm>
            <a:off x="1586739" y="4052383"/>
            <a:ext cx="1733402" cy="0"/>
          </a:xfrm>
          <a:prstGeom prst="straightConnector1">
            <a:avLst/>
          </a:prstGeom>
          <a:ln w="76200">
            <a:solidFill>
              <a:schemeClr val="accent2">
                <a:lumMod val="75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49409CC-2E14-160B-5A0A-F8FCE0987A24}"/>
              </a:ext>
            </a:extLst>
          </p:cNvPr>
          <p:cNvCxnSpPr>
            <a:cxnSpLocks/>
          </p:cNvCxnSpPr>
          <p:nvPr/>
        </p:nvCxnSpPr>
        <p:spPr>
          <a:xfrm flipH="1">
            <a:off x="6588224" y="4125547"/>
            <a:ext cx="1003761" cy="0"/>
          </a:xfrm>
          <a:prstGeom prst="straightConnector1">
            <a:avLst/>
          </a:prstGeom>
          <a:ln w="76200">
            <a:solidFill>
              <a:schemeClr val="accent1">
                <a:lumMod val="75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8" name="Date Placeholder 17">
            <a:extLst>
              <a:ext uri="{FF2B5EF4-FFF2-40B4-BE49-F238E27FC236}">
                <a16:creationId xmlns:a16="http://schemas.microsoft.com/office/drawing/2014/main" id="{E2E9557A-8F67-D5BB-A41E-2D3DDDCDC829}"/>
              </a:ext>
            </a:extLst>
          </p:cNvPr>
          <p:cNvSpPr>
            <a:spLocks noGrp="1"/>
          </p:cNvSpPr>
          <p:nvPr>
            <p:ph type="dt" sz="half" idx="2"/>
          </p:nvPr>
        </p:nvSpPr>
        <p:spPr/>
        <p:txBody>
          <a:bodyPr/>
          <a:lstStyle/>
          <a:p>
            <a:r>
              <a:rPr lang="en-US"/>
              <a:t>Academic year 2024-25</a:t>
            </a:r>
            <a:endParaRPr lang="en-US" dirty="0"/>
          </a:p>
        </p:txBody>
      </p:sp>
      <p:sp>
        <p:nvSpPr>
          <p:cNvPr id="19" name="Footer Placeholder 18">
            <a:extLst>
              <a:ext uri="{FF2B5EF4-FFF2-40B4-BE49-F238E27FC236}">
                <a16:creationId xmlns:a16="http://schemas.microsoft.com/office/drawing/2014/main" id="{5DAC01B0-DD24-CEB0-0570-B3501566A6A2}"/>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20" name="Slide Number Placeholder 19">
            <a:extLst>
              <a:ext uri="{FF2B5EF4-FFF2-40B4-BE49-F238E27FC236}">
                <a16:creationId xmlns:a16="http://schemas.microsoft.com/office/drawing/2014/main" id="{CE76FE20-CE05-8CB4-143B-4465370F1D39}"/>
              </a:ext>
            </a:extLst>
          </p:cNvPr>
          <p:cNvSpPr>
            <a:spLocks noGrp="1"/>
          </p:cNvSpPr>
          <p:nvPr>
            <p:ph type="sldNum" sz="quarter" idx="4"/>
          </p:nvPr>
        </p:nvSpPr>
        <p:spPr/>
        <p:txBody>
          <a:bodyPr/>
          <a:lstStyle/>
          <a:p>
            <a:fld id="{9FD7ECCF-50E7-4327-B945-FA93FF7B2BEF}" type="slidenum">
              <a:rPr lang="en-US" smtClean="0"/>
              <a:pPr/>
              <a:t>9</a:t>
            </a:fld>
            <a:r>
              <a:rPr lang="en-GB"/>
              <a:t>/50</a:t>
            </a:r>
            <a:endParaRPr lang="en-US" dirty="0"/>
          </a:p>
        </p:txBody>
      </p:sp>
    </p:spTree>
    <p:extLst>
      <p:ext uri="{BB962C8B-B14F-4D97-AF65-F5344CB8AC3E}">
        <p14:creationId xmlns:p14="http://schemas.microsoft.com/office/powerpoint/2010/main" val="3233231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1+#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1+#ppt_w/2"/>
                                          </p:val>
                                        </p:tav>
                                        <p:tav tm="100000">
                                          <p:val>
                                            <p:strVal val="#ppt_x"/>
                                          </p:val>
                                        </p:tav>
                                      </p:tavLst>
                                    </p:anim>
                                    <p:anim calcmode="lin" valueType="num">
                                      <p:cBhvr additive="base">
                                        <p:cTn id="12"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0-#ppt_w/2"/>
                                          </p:val>
                                        </p:tav>
                                        <p:tav tm="100000">
                                          <p:val>
                                            <p:strVal val="#ppt_x"/>
                                          </p:val>
                                        </p:tav>
                                      </p:tavLst>
                                    </p:anim>
                                    <p:anim calcmode="lin" valueType="num">
                                      <p:cBhvr additive="base">
                                        <p:cTn id="18" dur="500" fill="hold"/>
                                        <p:tgtEl>
                                          <p:spTgt spid="13"/>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500" fill="hold"/>
                                        <p:tgtEl>
                                          <p:spTgt spid="16"/>
                                        </p:tgtEl>
                                        <p:attrNameLst>
                                          <p:attrName>ppt_x</p:attrName>
                                        </p:attrNameLst>
                                      </p:cBhvr>
                                      <p:tavLst>
                                        <p:tav tm="0">
                                          <p:val>
                                            <p:strVal val="0-#ppt_w/2"/>
                                          </p:val>
                                        </p:tav>
                                        <p:tav tm="100000">
                                          <p:val>
                                            <p:strVal val="#ppt_x"/>
                                          </p:val>
                                        </p:tav>
                                      </p:tavLst>
                                    </p:anim>
                                    <p:anim calcmode="lin" valueType="num">
                                      <p:cBhvr additive="base">
                                        <p:cTn id="22"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9AF12-B80E-982D-2CDA-DF676D6CA7DF}"/>
              </a:ext>
            </a:extLst>
          </p:cNvPr>
          <p:cNvSpPr>
            <a:spLocks noGrp="1"/>
          </p:cNvSpPr>
          <p:nvPr>
            <p:ph type="title"/>
          </p:nvPr>
        </p:nvSpPr>
        <p:spPr>
          <a:xfrm>
            <a:off x="1835696" y="228600"/>
            <a:ext cx="6930352" cy="990600"/>
          </a:xfrm>
        </p:spPr>
        <p:txBody>
          <a:bodyPr>
            <a:normAutofit fontScale="90000"/>
          </a:bodyPr>
          <a:lstStyle/>
          <a:p>
            <a:r>
              <a:rPr lang="en-GB" dirty="0"/>
              <a:t>What is user experience design?</a:t>
            </a:r>
          </a:p>
        </p:txBody>
      </p:sp>
      <p:sp>
        <p:nvSpPr>
          <p:cNvPr id="3" name="Content Placeholder 2">
            <a:extLst>
              <a:ext uri="{FF2B5EF4-FFF2-40B4-BE49-F238E27FC236}">
                <a16:creationId xmlns:a16="http://schemas.microsoft.com/office/drawing/2014/main" id="{7410E377-E880-516A-175B-ED02B09EEDD5}"/>
              </a:ext>
            </a:extLst>
          </p:cNvPr>
          <p:cNvSpPr>
            <a:spLocks noGrp="1"/>
          </p:cNvSpPr>
          <p:nvPr>
            <p:ph sz="quarter" idx="1"/>
          </p:nvPr>
        </p:nvSpPr>
        <p:spPr/>
        <p:txBody>
          <a:bodyPr>
            <a:normAutofit/>
          </a:bodyPr>
          <a:lstStyle/>
          <a:p>
            <a:r>
              <a:rPr lang="en-GB" b="0" i="0" dirty="0">
                <a:solidFill>
                  <a:srgbClr val="223C50"/>
                </a:solidFill>
                <a:effectLst/>
                <a:latin typeface="TradeGothic"/>
              </a:rPr>
              <a:t>Is about the user experience</a:t>
            </a:r>
          </a:p>
          <a:p>
            <a:endParaRPr lang="en-GB" b="0" i="0" dirty="0">
              <a:solidFill>
                <a:srgbClr val="223C50"/>
              </a:solidFill>
              <a:effectLst/>
              <a:latin typeface="TradeGothic"/>
            </a:endParaRPr>
          </a:p>
          <a:p>
            <a:endParaRPr lang="en-GB" dirty="0">
              <a:solidFill>
                <a:srgbClr val="223C50"/>
              </a:solidFill>
              <a:latin typeface="TradeGothic"/>
            </a:endParaRPr>
          </a:p>
          <a:p>
            <a:endParaRPr lang="en-GB" b="0" i="0" dirty="0">
              <a:solidFill>
                <a:srgbClr val="223C50"/>
              </a:solidFill>
              <a:effectLst/>
              <a:latin typeface="TradeGothic"/>
            </a:endParaRPr>
          </a:p>
          <a:p>
            <a:endParaRPr lang="en-GB" b="0" i="0" dirty="0">
              <a:solidFill>
                <a:srgbClr val="223C50"/>
              </a:solidFill>
              <a:effectLst/>
              <a:latin typeface="TradeGothic"/>
            </a:endParaRPr>
          </a:p>
          <a:p>
            <a:endParaRPr lang="en-GB" b="0" i="0" dirty="0">
              <a:solidFill>
                <a:srgbClr val="223C50"/>
              </a:solidFill>
              <a:effectLst/>
              <a:latin typeface="TradeGothic"/>
            </a:endParaRPr>
          </a:p>
          <a:p>
            <a:endParaRPr lang="en-GB" dirty="0"/>
          </a:p>
        </p:txBody>
      </p:sp>
      <p:sp>
        <p:nvSpPr>
          <p:cNvPr id="12" name="Rectangle: Rounded Corners 11">
            <a:extLst>
              <a:ext uri="{FF2B5EF4-FFF2-40B4-BE49-F238E27FC236}">
                <a16:creationId xmlns:a16="http://schemas.microsoft.com/office/drawing/2014/main" id="{A2351E65-99B3-1B14-6B6A-615F2607A534}"/>
              </a:ext>
            </a:extLst>
          </p:cNvPr>
          <p:cNvSpPr/>
          <p:nvPr/>
        </p:nvSpPr>
        <p:spPr>
          <a:xfrm>
            <a:off x="589022" y="3083570"/>
            <a:ext cx="8153400" cy="121594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2400" dirty="0">
                <a:solidFill>
                  <a:schemeClr val="bg1"/>
                </a:solidFill>
              </a:rPr>
              <a:t>“User experience" encompasses all aspects of the end-user's interaction with the company, its services, and its products.</a:t>
            </a:r>
          </a:p>
          <a:p>
            <a:pPr algn="r"/>
            <a:r>
              <a:rPr lang="en-GB" sz="2400" i="1" dirty="0">
                <a:solidFill>
                  <a:schemeClr val="bg1"/>
                </a:solidFill>
              </a:rPr>
              <a:t>By Don Norman and Jakob Nielsen</a:t>
            </a:r>
          </a:p>
        </p:txBody>
      </p:sp>
      <p:pic>
        <p:nvPicPr>
          <p:cNvPr id="7" name="Picture 6" descr="reading list">
            <a:hlinkClick r:id="rId3"/>
            <a:extLst>
              <a:ext uri="{FF2B5EF4-FFF2-40B4-BE49-F238E27FC236}">
                <a16:creationId xmlns:a16="http://schemas.microsoft.com/office/drawing/2014/main" id="{75568C14-8804-D038-25A3-C086094FFD15}"/>
              </a:ext>
            </a:extLst>
          </p:cNvPr>
          <p:cNvPicPr>
            <a:picLocks noChangeAspect="1"/>
          </p:cNvPicPr>
          <p:nvPr/>
        </p:nvPicPr>
        <p:blipFill>
          <a:blip r:embed="rId4"/>
          <a:stretch>
            <a:fillRect/>
          </a:stretch>
        </p:blipFill>
        <p:spPr>
          <a:xfrm>
            <a:off x="3944924" y="5099129"/>
            <a:ext cx="766904" cy="748350"/>
          </a:xfrm>
          <a:prstGeom prst="rect">
            <a:avLst/>
          </a:prstGeom>
        </p:spPr>
      </p:pic>
      <p:sp>
        <p:nvSpPr>
          <p:cNvPr id="8" name="TextBox 7">
            <a:extLst>
              <a:ext uri="{FF2B5EF4-FFF2-40B4-BE49-F238E27FC236}">
                <a16:creationId xmlns:a16="http://schemas.microsoft.com/office/drawing/2014/main" id="{4359A5C3-6943-303D-EEA4-E372BEB99681}"/>
              </a:ext>
            </a:extLst>
          </p:cNvPr>
          <p:cNvSpPr txBox="1"/>
          <p:nvPr/>
        </p:nvSpPr>
        <p:spPr>
          <a:xfrm>
            <a:off x="-1116632" y="71855"/>
            <a:ext cx="4132274" cy="1107996"/>
          </a:xfrm>
          <a:prstGeom prst="rect">
            <a:avLst/>
          </a:prstGeom>
          <a:noFill/>
        </p:spPr>
        <p:txBody>
          <a:bodyPr wrap="square" rtlCol="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GB" sz="6600" b="1" dirty="0">
                <a:ln w="11430"/>
                <a:solidFill>
                  <a:schemeClr val="accent2">
                    <a:lumMod val="75000"/>
                  </a:schemeClr>
                </a:solidFill>
                <a:effectLst>
                  <a:outerShdw blurRad="80000" dist="40000" dir="5040000" algn="tl">
                    <a:srgbClr val="000000">
                      <a:alpha val="30000"/>
                    </a:srgbClr>
                  </a:outerShdw>
                </a:effectLst>
                <a:latin typeface="+mn-lt"/>
              </a:rPr>
              <a:t>UX</a:t>
            </a:r>
          </a:p>
        </p:txBody>
      </p:sp>
      <p:sp>
        <p:nvSpPr>
          <p:cNvPr id="17" name="Date Placeholder 16">
            <a:extLst>
              <a:ext uri="{FF2B5EF4-FFF2-40B4-BE49-F238E27FC236}">
                <a16:creationId xmlns:a16="http://schemas.microsoft.com/office/drawing/2014/main" id="{C5FBBA1F-E1C8-B7FE-2E38-0C45FC4D2D7A}"/>
              </a:ext>
            </a:extLst>
          </p:cNvPr>
          <p:cNvSpPr>
            <a:spLocks noGrp="1"/>
          </p:cNvSpPr>
          <p:nvPr>
            <p:ph type="dt" sz="half" idx="2"/>
          </p:nvPr>
        </p:nvSpPr>
        <p:spPr/>
        <p:txBody>
          <a:bodyPr/>
          <a:lstStyle/>
          <a:p>
            <a:r>
              <a:rPr lang="en-US"/>
              <a:t>Academic year 2024-25</a:t>
            </a:r>
            <a:endParaRPr lang="en-US" dirty="0"/>
          </a:p>
        </p:txBody>
      </p:sp>
      <p:sp>
        <p:nvSpPr>
          <p:cNvPr id="18" name="Footer Placeholder 17">
            <a:extLst>
              <a:ext uri="{FF2B5EF4-FFF2-40B4-BE49-F238E27FC236}">
                <a16:creationId xmlns:a16="http://schemas.microsoft.com/office/drawing/2014/main" id="{0A2273FC-E2AC-F0A1-E225-C5D3AD5B8B6D}"/>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9" name="Slide Number Placeholder 18">
            <a:extLst>
              <a:ext uri="{FF2B5EF4-FFF2-40B4-BE49-F238E27FC236}">
                <a16:creationId xmlns:a16="http://schemas.microsoft.com/office/drawing/2014/main" id="{DEA2A292-BB81-877A-B7DA-94ED892DA70C}"/>
              </a:ext>
            </a:extLst>
          </p:cNvPr>
          <p:cNvSpPr>
            <a:spLocks noGrp="1"/>
          </p:cNvSpPr>
          <p:nvPr>
            <p:ph type="sldNum" sz="quarter" idx="4"/>
          </p:nvPr>
        </p:nvSpPr>
        <p:spPr/>
        <p:txBody>
          <a:bodyPr/>
          <a:lstStyle/>
          <a:p>
            <a:fld id="{9FD7ECCF-50E7-4327-B945-FA93FF7B2BEF}" type="slidenum">
              <a:rPr lang="en-US" smtClean="0"/>
              <a:pPr/>
              <a:t>10</a:t>
            </a:fld>
            <a:r>
              <a:rPr lang="en-GB"/>
              <a:t>/50</a:t>
            </a:r>
            <a:endParaRPr lang="en-US" dirty="0"/>
          </a:p>
        </p:txBody>
      </p:sp>
    </p:spTree>
    <p:extLst>
      <p:ext uri="{BB962C8B-B14F-4D97-AF65-F5344CB8AC3E}">
        <p14:creationId xmlns:p14="http://schemas.microsoft.com/office/powerpoint/2010/main" val="4373942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71A7C-7F8F-458A-B032-1358BAA7D5D6}"/>
              </a:ext>
            </a:extLst>
          </p:cNvPr>
          <p:cNvSpPr>
            <a:spLocks noGrp="1"/>
          </p:cNvSpPr>
          <p:nvPr>
            <p:ph type="title"/>
          </p:nvPr>
        </p:nvSpPr>
        <p:spPr/>
        <p:txBody>
          <a:bodyPr/>
          <a:lstStyle/>
          <a:p>
            <a:r>
              <a:rPr lang="en-GB" dirty="0"/>
              <a:t>UX design is about</a:t>
            </a:r>
          </a:p>
        </p:txBody>
      </p:sp>
      <p:sp>
        <p:nvSpPr>
          <p:cNvPr id="3" name="Content Placeholder 2">
            <a:extLst>
              <a:ext uri="{FF2B5EF4-FFF2-40B4-BE49-F238E27FC236}">
                <a16:creationId xmlns:a16="http://schemas.microsoft.com/office/drawing/2014/main" id="{97E7297F-F6EB-89A2-859A-5C37ADFF4090}"/>
              </a:ext>
            </a:extLst>
          </p:cNvPr>
          <p:cNvSpPr>
            <a:spLocks noGrp="1"/>
          </p:cNvSpPr>
          <p:nvPr>
            <p:ph sz="quarter" idx="1"/>
          </p:nvPr>
        </p:nvSpPr>
        <p:spPr>
          <a:xfrm>
            <a:off x="612648" y="1600200"/>
            <a:ext cx="3383288" cy="4495800"/>
          </a:xfrm>
        </p:spPr>
        <p:txBody>
          <a:bodyPr/>
          <a:lstStyle/>
          <a:p>
            <a:r>
              <a:rPr lang="en-GB" dirty="0"/>
              <a:t>What features</a:t>
            </a:r>
          </a:p>
          <a:p>
            <a:r>
              <a:rPr lang="en-GB" dirty="0"/>
              <a:t>What things will be in the product</a:t>
            </a:r>
          </a:p>
          <a:p>
            <a:r>
              <a:rPr lang="en-GB" dirty="0"/>
              <a:t>How they work</a:t>
            </a:r>
          </a:p>
          <a:p>
            <a:r>
              <a:rPr lang="en-GB" dirty="0"/>
              <a:t>How you feel while you are using them</a:t>
            </a:r>
          </a:p>
        </p:txBody>
      </p:sp>
      <p:pic>
        <p:nvPicPr>
          <p:cNvPr id="12" name="Picture 11" descr="low fidelity prototype">
            <a:extLst>
              <a:ext uri="{FF2B5EF4-FFF2-40B4-BE49-F238E27FC236}">
                <a16:creationId xmlns:a16="http://schemas.microsoft.com/office/drawing/2014/main" id="{A56C080D-6F7A-F12C-539F-022444910293}"/>
              </a:ext>
            </a:extLst>
          </p:cNvPr>
          <p:cNvPicPr>
            <a:picLocks noChangeAspect="1"/>
          </p:cNvPicPr>
          <p:nvPr/>
        </p:nvPicPr>
        <p:blipFill>
          <a:blip r:embed="rId2"/>
          <a:stretch>
            <a:fillRect/>
          </a:stretch>
        </p:blipFill>
        <p:spPr>
          <a:xfrm>
            <a:off x="5076056" y="1962150"/>
            <a:ext cx="2876550" cy="3771900"/>
          </a:xfrm>
          <a:prstGeom prst="rect">
            <a:avLst/>
          </a:prstGeom>
        </p:spPr>
      </p:pic>
      <p:sp>
        <p:nvSpPr>
          <p:cNvPr id="15" name="Date Placeholder 14">
            <a:extLst>
              <a:ext uri="{FF2B5EF4-FFF2-40B4-BE49-F238E27FC236}">
                <a16:creationId xmlns:a16="http://schemas.microsoft.com/office/drawing/2014/main" id="{E7E4ADB5-A462-EDAE-90E4-8F42C38A5072}"/>
              </a:ext>
            </a:extLst>
          </p:cNvPr>
          <p:cNvSpPr>
            <a:spLocks noGrp="1"/>
          </p:cNvSpPr>
          <p:nvPr>
            <p:ph type="dt" sz="half" idx="2"/>
          </p:nvPr>
        </p:nvSpPr>
        <p:spPr/>
        <p:txBody>
          <a:bodyPr/>
          <a:lstStyle/>
          <a:p>
            <a:r>
              <a:rPr lang="en-US"/>
              <a:t>Academic year 2024-25</a:t>
            </a:r>
            <a:endParaRPr lang="en-US" dirty="0"/>
          </a:p>
        </p:txBody>
      </p:sp>
      <p:sp>
        <p:nvSpPr>
          <p:cNvPr id="16" name="Footer Placeholder 15">
            <a:extLst>
              <a:ext uri="{FF2B5EF4-FFF2-40B4-BE49-F238E27FC236}">
                <a16:creationId xmlns:a16="http://schemas.microsoft.com/office/drawing/2014/main" id="{BDBF0DDE-F00D-25CD-7B78-8B90BE5FFDA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7" name="Slide Number Placeholder 16">
            <a:extLst>
              <a:ext uri="{FF2B5EF4-FFF2-40B4-BE49-F238E27FC236}">
                <a16:creationId xmlns:a16="http://schemas.microsoft.com/office/drawing/2014/main" id="{F098A53C-F8B0-1609-FD58-1D61AAF8405C}"/>
              </a:ext>
            </a:extLst>
          </p:cNvPr>
          <p:cNvSpPr>
            <a:spLocks noGrp="1"/>
          </p:cNvSpPr>
          <p:nvPr>
            <p:ph type="sldNum" sz="quarter" idx="4"/>
          </p:nvPr>
        </p:nvSpPr>
        <p:spPr/>
        <p:txBody>
          <a:bodyPr/>
          <a:lstStyle/>
          <a:p>
            <a:fld id="{9FD7ECCF-50E7-4327-B945-FA93FF7B2BEF}" type="slidenum">
              <a:rPr lang="en-US" smtClean="0"/>
              <a:pPr/>
              <a:t>11</a:t>
            </a:fld>
            <a:r>
              <a:rPr lang="en-GB"/>
              <a:t>/50</a:t>
            </a:r>
            <a:endParaRPr lang="en-US" dirty="0"/>
          </a:p>
        </p:txBody>
      </p:sp>
    </p:spTree>
    <p:extLst>
      <p:ext uri="{BB962C8B-B14F-4D97-AF65-F5344CB8AC3E}">
        <p14:creationId xmlns:p14="http://schemas.microsoft.com/office/powerpoint/2010/main" val="1610215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9AF12-B80E-982D-2CDA-DF676D6CA7DF}"/>
              </a:ext>
            </a:extLst>
          </p:cNvPr>
          <p:cNvSpPr>
            <a:spLocks noGrp="1"/>
          </p:cNvSpPr>
          <p:nvPr>
            <p:ph type="title"/>
          </p:nvPr>
        </p:nvSpPr>
        <p:spPr>
          <a:xfrm>
            <a:off x="1331640" y="228600"/>
            <a:ext cx="7434408" cy="990600"/>
          </a:xfrm>
        </p:spPr>
        <p:txBody>
          <a:bodyPr/>
          <a:lstStyle/>
          <a:p>
            <a:r>
              <a:rPr lang="en-GB" dirty="0"/>
              <a:t>What is user interface design?</a:t>
            </a:r>
          </a:p>
        </p:txBody>
      </p:sp>
      <p:sp>
        <p:nvSpPr>
          <p:cNvPr id="3" name="Content Placeholder 2">
            <a:extLst>
              <a:ext uri="{FF2B5EF4-FFF2-40B4-BE49-F238E27FC236}">
                <a16:creationId xmlns:a16="http://schemas.microsoft.com/office/drawing/2014/main" id="{7410E377-E880-516A-175B-ED02B09EEDD5}"/>
              </a:ext>
            </a:extLst>
          </p:cNvPr>
          <p:cNvSpPr>
            <a:spLocks noGrp="1"/>
          </p:cNvSpPr>
          <p:nvPr>
            <p:ph sz="quarter" idx="1"/>
          </p:nvPr>
        </p:nvSpPr>
        <p:spPr/>
        <p:txBody>
          <a:bodyPr/>
          <a:lstStyle/>
          <a:p>
            <a:r>
              <a:rPr lang="en-GB" b="0" i="0" dirty="0">
                <a:solidFill>
                  <a:srgbClr val="223C50"/>
                </a:solidFill>
                <a:effectLst/>
                <a:latin typeface="TradeGothic"/>
              </a:rPr>
              <a:t>Is about the aesthetics experience</a:t>
            </a:r>
            <a:endParaRPr lang="en-GB" dirty="0">
              <a:solidFill>
                <a:srgbClr val="223C50"/>
              </a:solidFill>
              <a:latin typeface="TradeGothic"/>
            </a:endParaRPr>
          </a:p>
          <a:p>
            <a:endParaRPr lang="en-GB" b="0" i="0" dirty="0">
              <a:solidFill>
                <a:srgbClr val="223C50"/>
              </a:solidFill>
              <a:effectLst/>
              <a:latin typeface="TradeGothic"/>
            </a:endParaRPr>
          </a:p>
          <a:p>
            <a:pPr marL="0" indent="0">
              <a:buNone/>
            </a:pPr>
            <a:endParaRPr lang="en-GB" b="0" i="0" dirty="0">
              <a:solidFill>
                <a:srgbClr val="223C50"/>
              </a:solidFill>
              <a:effectLst/>
              <a:latin typeface="TradeGothic"/>
            </a:endParaRPr>
          </a:p>
          <a:p>
            <a:endParaRPr lang="en-GB" b="0" i="0" dirty="0">
              <a:solidFill>
                <a:srgbClr val="223C50"/>
              </a:solidFill>
              <a:effectLst/>
              <a:latin typeface="TradeGothic"/>
            </a:endParaRPr>
          </a:p>
          <a:p>
            <a:endParaRPr lang="en-GB" dirty="0"/>
          </a:p>
        </p:txBody>
      </p:sp>
      <p:sp>
        <p:nvSpPr>
          <p:cNvPr id="12" name="Rectangle: Rounded Corners 11">
            <a:extLst>
              <a:ext uri="{FF2B5EF4-FFF2-40B4-BE49-F238E27FC236}">
                <a16:creationId xmlns:a16="http://schemas.microsoft.com/office/drawing/2014/main" id="{A2351E65-99B3-1B14-6B6A-615F2607A534}"/>
              </a:ext>
            </a:extLst>
          </p:cNvPr>
          <p:cNvSpPr/>
          <p:nvPr/>
        </p:nvSpPr>
        <p:spPr>
          <a:xfrm>
            <a:off x="495300" y="2867885"/>
            <a:ext cx="8153400" cy="112223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2400" dirty="0">
                <a:solidFill>
                  <a:schemeClr val="bg1"/>
                </a:solidFill>
              </a:rPr>
              <a:t>UI is made up of all of the pieces that allow a user to engage with a product or service at its most basic level. </a:t>
            </a:r>
            <a:endParaRPr lang="en-GB" sz="2400" i="1" dirty="0">
              <a:solidFill>
                <a:schemeClr val="bg1"/>
              </a:solidFill>
            </a:endParaRPr>
          </a:p>
        </p:txBody>
      </p:sp>
      <p:sp>
        <p:nvSpPr>
          <p:cNvPr id="7" name="TextBox 6">
            <a:extLst>
              <a:ext uri="{FF2B5EF4-FFF2-40B4-BE49-F238E27FC236}">
                <a16:creationId xmlns:a16="http://schemas.microsoft.com/office/drawing/2014/main" id="{675DFC08-1546-F92C-2C21-02BC61247FD8}"/>
              </a:ext>
            </a:extLst>
          </p:cNvPr>
          <p:cNvSpPr txBox="1"/>
          <p:nvPr/>
        </p:nvSpPr>
        <p:spPr>
          <a:xfrm>
            <a:off x="-1260648" y="64770"/>
            <a:ext cx="4132274" cy="1107996"/>
          </a:xfrm>
          <a:prstGeom prst="rect">
            <a:avLst/>
          </a:prstGeom>
          <a:noFill/>
        </p:spPr>
        <p:txBody>
          <a:bodyPr wrap="square" rtlCol="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GB" sz="6600" b="1" dirty="0">
                <a:ln w="11430"/>
                <a:solidFill>
                  <a:schemeClr val="accent1">
                    <a:lumMod val="75000"/>
                  </a:schemeClr>
                </a:solidFill>
                <a:effectLst>
                  <a:outerShdw blurRad="80000" dist="40000" dir="5040000" algn="tl">
                    <a:srgbClr val="000000">
                      <a:alpha val="30000"/>
                    </a:srgbClr>
                  </a:outerShdw>
                </a:effectLst>
                <a:latin typeface="+mn-lt"/>
              </a:rPr>
              <a:t>UI</a:t>
            </a:r>
          </a:p>
        </p:txBody>
      </p:sp>
      <p:sp>
        <p:nvSpPr>
          <p:cNvPr id="16" name="Date Placeholder 15">
            <a:extLst>
              <a:ext uri="{FF2B5EF4-FFF2-40B4-BE49-F238E27FC236}">
                <a16:creationId xmlns:a16="http://schemas.microsoft.com/office/drawing/2014/main" id="{122F1DD2-609B-9FC6-CECD-DEED448579E6}"/>
              </a:ext>
            </a:extLst>
          </p:cNvPr>
          <p:cNvSpPr>
            <a:spLocks noGrp="1"/>
          </p:cNvSpPr>
          <p:nvPr>
            <p:ph type="dt" sz="half" idx="2"/>
          </p:nvPr>
        </p:nvSpPr>
        <p:spPr/>
        <p:txBody>
          <a:bodyPr/>
          <a:lstStyle/>
          <a:p>
            <a:r>
              <a:rPr lang="en-US"/>
              <a:t>Academic year 2024-25</a:t>
            </a:r>
            <a:endParaRPr lang="en-US" dirty="0"/>
          </a:p>
        </p:txBody>
      </p:sp>
      <p:sp>
        <p:nvSpPr>
          <p:cNvPr id="17" name="Footer Placeholder 16">
            <a:extLst>
              <a:ext uri="{FF2B5EF4-FFF2-40B4-BE49-F238E27FC236}">
                <a16:creationId xmlns:a16="http://schemas.microsoft.com/office/drawing/2014/main" id="{5013F027-3231-AB15-143E-B337B216C62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8" name="Slide Number Placeholder 17">
            <a:extLst>
              <a:ext uri="{FF2B5EF4-FFF2-40B4-BE49-F238E27FC236}">
                <a16:creationId xmlns:a16="http://schemas.microsoft.com/office/drawing/2014/main" id="{D115671C-D71C-DAD9-A571-8C812B842348}"/>
              </a:ext>
            </a:extLst>
          </p:cNvPr>
          <p:cNvSpPr>
            <a:spLocks noGrp="1"/>
          </p:cNvSpPr>
          <p:nvPr>
            <p:ph type="sldNum" sz="quarter" idx="4"/>
          </p:nvPr>
        </p:nvSpPr>
        <p:spPr/>
        <p:txBody>
          <a:bodyPr/>
          <a:lstStyle/>
          <a:p>
            <a:fld id="{9FD7ECCF-50E7-4327-B945-FA93FF7B2BEF}" type="slidenum">
              <a:rPr lang="en-US" smtClean="0"/>
              <a:pPr/>
              <a:t>12</a:t>
            </a:fld>
            <a:r>
              <a:rPr lang="en-GB"/>
              <a:t>/50</a:t>
            </a:r>
            <a:endParaRPr lang="en-US" dirty="0"/>
          </a:p>
        </p:txBody>
      </p:sp>
    </p:spTree>
    <p:extLst>
      <p:ext uri="{BB962C8B-B14F-4D97-AF65-F5344CB8AC3E}">
        <p14:creationId xmlns:p14="http://schemas.microsoft.com/office/powerpoint/2010/main" val="2049362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71A7C-7F8F-458A-B032-1358BAA7D5D6}"/>
              </a:ext>
            </a:extLst>
          </p:cNvPr>
          <p:cNvSpPr>
            <a:spLocks noGrp="1"/>
          </p:cNvSpPr>
          <p:nvPr>
            <p:ph type="title"/>
          </p:nvPr>
        </p:nvSpPr>
        <p:spPr/>
        <p:txBody>
          <a:bodyPr/>
          <a:lstStyle/>
          <a:p>
            <a:r>
              <a:rPr lang="en-GB" dirty="0"/>
              <a:t>UI design is about</a:t>
            </a:r>
          </a:p>
        </p:txBody>
      </p:sp>
      <p:sp>
        <p:nvSpPr>
          <p:cNvPr id="3" name="Content Placeholder 2">
            <a:extLst>
              <a:ext uri="{FF2B5EF4-FFF2-40B4-BE49-F238E27FC236}">
                <a16:creationId xmlns:a16="http://schemas.microsoft.com/office/drawing/2014/main" id="{97E7297F-F6EB-89A2-859A-5C37ADFF4090}"/>
              </a:ext>
            </a:extLst>
          </p:cNvPr>
          <p:cNvSpPr>
            <a:spLocks noGrp="1"/>
          </p:cNvSpPr>
          <p:nvPr>
            <p:ph sz="quarter" idx="1"/>
          </p:nvPr>
        </p:nvSpPr>
        <p:spPr>
          <a:xfrm>
            <a:off x="612648" y="1600200"/>
            <a:ext cx="3383288" cy="4495800"/>
          </a:xfrm>
        </p:spPr>
        <p:txBody>
          <a:bodyPr>
            <a:normAutofit fontScale="85000" lnSpcReduction="10000"/>
          </a:bodyPr>
          <a:lstStyle/>
          <a:p>
            <a:r>
              <a:rPr lang="en-GB" dirty="0"/>
              <a:t>How things look as you are using them</a:t>
            </a:r>
          </a:p>
          <a:p>
            <a:r>
              <a:rPr lang="en-GB" dirty="0"/>
              <a:t>How much space there is between things</a:t>
            </a:r>
          </a:p>
          <a:p>
            <a:r>
              <a:rPr lang="en-GB" dirty="0"/>
              <a:t>How they are laid out</a:t>
            </a:r>
          </a:p>
          <a:p>
            <a:r>
              <a:rPr lang="en-GB" dirty="0"/>
              <a:t>How much information is on each screen</a:t>
            </a:r>
          </a:p>
          <a:p>
            <a:r>
              <a:rPr lang="en-GB" dirty="0"/>
              <a:t>Where to put things so it is easy for you to click on</a:t>
            </a:r>
          </a:p>
        </p:txBody>
      </p:sp>
      <p:pic>
        <p:nvPicPr>
          <p:cNvPr id="10" name="Picture 9" descr="wireframe">
            <a:extLst>
              <a:ext uri="{FF2B5EF4-FFF2-40B4-BE49-F238E27FC236}">
                <a16:creationId xmlns:a16="http://schemas.microsoft.com/office/drawing/2014/main" id="{B231CDB8-A8CA-0CE6-90C4-51E0FC7D1426}"/>
              </a:ext>
            </a:extLst>
          </p:cNvPr>
          <p:cNvPicPr>
            <a:picLocks noChangeAspect="1"/>
          </p:cNvPicPr>
          <p:nvPr/>
        </p:nvPicPr>
        <p:blipFill>
          <a:blip r:embed="rId2"/>
          <a:stretch>
            <a:fillRect/>
          </a:stretch>
        </p:blipFill>
        <p:spPr>
          <a:xfrm>
            <a:off x="4860032" y="1962150"/>
            <a:ext cx="3295650" cy="3771900"/>
          </a:xfrm>
          <a:prstGeom prst="rect">
            <a:avLst/>
          </a:prstGeom>
        </p:spPr>
      </p:pic>
      <p:sp>
        <p:nvSpPr>
          <p:cNvPr id="15" name="Date Placeholder 14">
            <a:extLst>
              <a:ext uri="{FF2B5EF4-FFF2-40B4-BE49-F238E27FC236}">
                <a16:creationId xmlns:a16="http://schemas.microsoft.com/office/drawing/2014/main" id="{3402DF45-2BD9-B906-8628-05335F4E4685}"/>
              </a:ext>
            </a:extLst>
          </p:cNvPr>
          <p:cNvSpPr>
            <a:spLocks noGrp="1"/>
          </p:cNvSpPr>
          <p:nvPr>
            <p:ph type="dt" sz="half" idx="2"/>
          </p:nvPr>
        </p:nvSpPr>
        <p:spPr/>
        <p:txBody>
          <a:bodyPr/>
          <a:lstStyle/>
          <a:p>
            <a:r>
              <a:rPr lang="en-US"/>
              <a:t>Academic year 2024-25</a:t>
            </a:r>
            <a:endParaRPr lang="en-US" dirty="0"/>
          </a:p>
        </p:txBody>
      </p:sp>
      <p:sp>
        <p:nvSpPr>
          <p:cNvPr id="16" name="Footer Placeholder 15">
            <a:extLst>
              <a:ext uri="{FF2B5EF4-FFF2-40B4-BE49-F238E27FC236}">
                <a16:creationId xmlns:a16="http://schemas.microsoft.com/office/drawing/2014/main" id="{F0887B66-1E5B-DF6A-2DCC-0BB93C44445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7" name="Slide Number Placeholder 16">
            <a:extLst>
              <a:ext uri="{FF2B5EF4-FFF2-40B4-BE49-F238E27FC236}">
                <a16:creationId xmlns:a16="http://schemas.microsoft.com/office/drawing/2014/main" id="{CAA2F8AA-C4F7-109A-5504-1848BF6016E5}"/>
              </a:ext>
            </a:extLst>
          </p:cNvPr>
          <p:cNvSpPr>
            <a:spLocks noGrp="1"/>
          </p:cNvSpPr>
          <p:nvPr>
            <p:ph type="sldNum" sz="quarter" idx="4"/>
          </p:nvPr>
        </p:nvSpPr>
        <p:spPr/>
        <p:txBody>
          <a:bodyPr/>
          <a:lstStyle/>
          <a:p>
            <a:fld id="{9FD7ECCF-50E7-4327-B945-FA93FF7B2BEF}" type="slidenum">
              <a:rPr lang="en-US" smtClean="0"/>
              <a:pPr/>
              <a:t>13</a:t>
            </a:fld>
            <a:r>
              <a:rPr lang="en-GB"/>
              <a:t>/50</a:t>
            </a:r>
            <a:endParaRPr lang="en-US" dirty="0"/>
          </a:p>
        </p:txBody>
      </p:sp>
    </p:spTree>
    <p:extLst>
      <p:ext uri="{BB962C8B-B14F-4D97-AF65-F5344CB8AC3E}">
        <p14:creationId xmlns:p14="http://schemas.microsoft.com/office/powerpoint/2010/main" val="684014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5A646-03B9-86AF-F6B7-8C1FF074A911}"/>
              </a:ext>
            </a:extLst>
          </p:cNvPr>
          <p:cNvSpPr>
            <a:spLocks noGrp="1"/>
          </p:cNvSpPr>
          <p:nvPr>
            <p:ph type="title"/>
          </p:nvPr>
        </p:nvSpPr>
        <p:spPr/>
        <p:txBody>
          <a:bodyPr>
            <a:normAutofit/>
          </a:bodyPr>
          <a:lstStyle/>
          <a:p>
            <a:r>
              <a:rPr lang="en-GB" dirty="0"/>
              <a:t>Why good UX and UI is important?</a:t>
            </a:r>
          </a:p>
        </p:txBody>
      </p:sp>
      <p:sp>
        <p:nvSpPr>
          <p:cNvPr id="3" name="Content Placeholder 2">
            <a:extLst>
              <a:ext uri="{FF2B5EF4-FFF2-40B4-BE49-F238E27FC236}">
                <a16:creationId xmlns:a16="http://schemas.microsoft.com/office/drawing/2014/main" id="{EEB15B4B-CA19-F71E-F026-4E10A49F9920}"/>
              </a:ext>
            </a:extLst>
          </p:cNvPr>
          <p:cNvSpPr>
            <a:spLocks noGrp="1"/>
          </p:cNvSpPr>
          <p:nvPr>
            <p:ph sz="quarter" idx="1"/>
          </p:nvPr>
        </p:nvSpPr>
        <p:spPr/>
        <p:txBody>
          <a:bodyPr/>
          <a:lstStyle/>
          <a:p>
            <a:r>
              <a:rPr lang="en-GB" dirty="0"/>
              <a:t>Why do we need to conduct a careful UX design process and a good UI?</a:t>
            </a:r>
          </a:p>
        </p:txBody>
      </p:sp>
      <p:pic>
        <p:nvPicPr>
          <p:cNvPr id="8" name="Picture 2" descr="Happy and unhappy user">
            <a:extLst>
              <a:ext uri="{FF2B5EF4-FFF2-40B4-BE49-F238E27FC236}">
                <a16:creationId xmlns:a16="http://schemas.microsoft.com/office/drawing/2014/main" id="{0DF9B886-EC24-EE5E-A504-438B58240A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7286" y="2996952"/>
            <a:ext cx="3942951" cy="24989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a:extLst>
              <a:ext uri="{FF2B5EF4-FFF2-40B4-BE49-F238E27FC236}">
                <a16:creationId xmlns:a16="http://schemas.microsoft.com/office/drawing/2014/main" id="{3476ED22-5033-6EC4-6B3C-5608B4D80506}"/>
              </a:ext>
            </a:extLst>
          </p:cNvPr>
          <p:cNvSpPr txBox="1"/>
          <p:nvPr/>
        </p:nvSpPr>
        <p:spPr>
          <a:xfrm>
            <a:off x="623352" y="3412022"/>
            <a:ext cx="1943934" cy="1938992"/>
          </a:xfrm>
          <a:prstGeom prst="rect">
            <a:avLst/>
          </a:prstGeom>
          <a:noFill/>
        </p:spPr>
        <p:txBody>
          <a:bodyPr wrap="square" rtlCol="0">
            <a:spAutoFit/>
          </a:bodyPr>
          <a:lstStyle/>
          <a:p>
            <a:r>
              <a:rPr lang="en-GB" sz="1500"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Fantastic it offers everything I wanted, clear goals, clear UI, I knew what to do and I had a clear understanding of system status. It also looked good.</a:t>
            </a:r>
          </a:p>
        </p:txBody>
      </p:sp>
      <p:sp>
        <p:nvSpPr>
          <p:cNvPr id="10" name="TextBox 9">
            <a:extLst>
              <a:ext uri="{FF2B5EF4-FFF2-40B4-BE49-F238E27FC236}">
                <a16:creationId xmlns:a16="http://schemas.microsoft.com/office/drawing/2014/main" id="{CCCEBEBD-5E92-56D6-C30A-A93562333BFA}"/>
              </a:ext>
            </a:extLst>
          </p:cNvPr>
          <p:cNvSpPr txBox="1"/>
          <p:nvPr/>
        </p:nvSpPr>
        <p:spPr>
          <a:xfrm>
            <a:off x="6698217" y="2617284"/>
            <a:ext cx="2064783" cy="3554819"/>
          </a:xfrm>
          <a:prstGeom prst="rect">
            <a:avLst/>
          </a:prstGeom>
          <a:noFill/>
        </p:spPr>
        <p:txBody>
          <a:bodyPr wrap="square" rtlCol="0">
            <a:spAutoFit/>
          </a:bodyPr>
          <a:lstStyle/>
          <a:p>
            <a:r>
              <a:rPr lang="en-GB" sz="1500"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Worst product ever. It was not intuitive, I could not understand what I had to do, the UI was in the way all the time, system feedback was poor. I encouraged errors all the time, I was clicking at the wrong buttons and I was selecting wrong options. The text was so difficult to read.</a:t>
            </a:r>
          </a:p>
          <a:p>
            <a:r>
              <a:rPr lang="en-GB" sz="1500"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I am moving to another one.</a:t>
            </a:r>
          </a:p>
        </p:txBody>
      </p:sp>
      <p:sp>
        <p:nvSpPr>
          <p:cNvPr id="17" name="Date Placeholder 16">
            <a:extLst>
              <a:ext uri="{FF2B5EF4-FFF2-40B4-BE49-F238E27FC236}">
                <a16:creationId xmlns:a16="http://schemas.microsoft.com/office/drawing/2014/main" id="{9F8E3F6A-65F4-9930-E3A1-B664714CDC34}"/>
              </a:ext>
            </a:extLst>
          </p:cNvPr>
          <p:cNvSpPr>
            <a:spLocks noGrp="1"/>
          </p:cNvSpPr>
          <p:nvPr>
            <p:ph type="dt" sz="half" idx="2"/>
          </p:nvPr>
        </p:nvSpPr>
        <p:spPr/>
        <p:txBody>
          <a:bodyPr/>
          <a:lstStyle/>
          <a:p>
            <a:r>
              <a:rPr lang="en-US"/>
              <a:t>Academic year 2024-25</a:t>
            </a:r>
            <a:endParaRPr lang="en-US" dirty="0"/>
          </a:p>
        </p:txBody>
      </p:sp>
      <p:sp>
        <p:nvSpPr>
          <p:cNvPr id="18" name="Footer Placeholder 17">
            <a:extLst>
              <a:ext uri="{FF2B5EF4-FFF2-40B4-BE49-F238E27FC236}">
                <a16:creationId xmlns:a16="http://schemas.microsoft.com/office/drawing/2014/main" id="{64D2D43D-1855-497E-7D99-CBCB07A8255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9" name="Slide Number Placeholder 18">
            <a:extLst>
              <a:ext uri="{FF2B5EF4-FFF2-40B4-BE49-F238E27FC236}">
                <a16:creationId xmlns:a16="http://schemas.microsoft.com/office/drawing/2014/main" id="{790C1D26-0D62-FBD2-7EB2-350CEEB82924}"/>
              </a:ext>
            </a:extLst>
          </p:cNvPr>
          <p:cNvSpPr>
            <a:spLocks noGrp="1"/>
          </p:cNvSpPr>
          <p:nvPr>
            <p:ph type="sldNum" sz="quarter" idx="4"/>
          </p:nvPr>
        </p:nvSpPr>
        <p:spPr/>
        <p:txBody>
          <a:bodyPr/>
          <a:lstStyle/>
          <a:p>
            <a:fld id="{9FD7ECCF-50E7-4327-B945-FA93FF7B2BEF}" type="slidenum">
              <a:rPr lang="en-US" smtClean="0"/>
              <a:pPr/>
              <a:t>14</a:t>
            </a:fld>
            <a:r>
              <a:rPr lang="en-GB"/>
              <a:t>/50</a:t>
            </a:r>
            <a:endParaRPr lang="en-US" dirty="0"/>
          </a:p>
        </p:txBody>
      </p:sp>
    </p:spTree>
    <p:extLst>
      <p:ext uri="{BB962C8B-B14F-4D97-AF65-F5344CB8AC3E}">
        <p14:creationId xmlns:p14="http://schemas.microsoft.com/office/powerpoint/2010/main" val="662085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a:xfrm>
            <a:off x="609600" y="244475"/>
            <a:ext cx="8153400" cy="990600"/>
          </a:xfrm>
        </p:spPr>
        <p:txBody>
          <a:bodyPr>
            <a:normAutofit/>
          </a:bodyPr>
          <a:lstStyle/>
          <a:p>
            <a:r>
              <a:rPr lang="en-GB" sz="4000" dirty="0"/>
              <a:t>Utility</a:t>
            </a:r>
            <a:endParaRPr lang="en-US" sz="4000" dirty="0"/>
          </a:p>
        </p:txBody>
      </p:sp>
      <p:sp>
        <p:nvSpPr>
          <p:cNvPr id="122883" name="Rectangle 3"/>
          <p:cNvSpPr>
            <a:spLocks noGrp="1" noChangeArrowheads="1"/>
          </p:cNvSpPr>
          <p:nvPr>
            <p:ph sz="quarter" idx="1"/>
          </p:nvPr>
        </p:nvSpPr>
        <p:spPr>
          <a:xfrm>
            <a:off x="685800" y="1500174"/>
            <a:ext cx="8077200" cy="4595826"/>
          </a:xfrm>
        </p:spPr>
        <p:txBody>
          <a:bodyPr>
            <a:normAutofit/>
          </a:bodyPr>
          <a:lstStyle/>
          <a:p>
            <a:pPr marL="609600" indent="-609600"/>
            <a:r>
              <a:rPr lang="en-GB" sz="2800" dirty="0"/>
              <a:t>In the context of UX utility is the purpose of the product, what is the intended use</a:t>
            </a:r>
          </a:p>
          <a:p>
            <a:pPr marL="609600" indent="-609600"/>
            <a:endParaRPr lang="en-GB" sz="2800" dirty="0"/>
          </a:p>
          <a:p>
            <a:pPr marL="609600" indent="-609600"/>
            <a:r>
              <a:rPr lang="en-GB" sz="2000" b="0" i="0" dirty="0">
                <a:solidFill>
                  <a:srgbClr val="333333"/>
                </a:solidFill>
                <a:effectLst/>
                <a:latin typeface="Arial" panose="020B0604020202020204" pitchFamily="34" charset="0"/>
              </a:rPr>
              <a:t>Definition of </a:t>
            </a:r>
            <a:r>
              <a:rPr lang="en-GB" sz="2000" b="1" i="0" dirty="0">
                <a:solidFill>
                  <a:schemeClr val="accent1">
                    <a:lumMod val="75000"/>
                  </a:schemeClr>
                </a:solidFill>
                <a:effectLst/>
                <a:latin typeface="Arial" panose="020B0604020202020204" pitchFamily="34" charset="0"/>
              </a:rPr>
              <a:t>Utility</a:t>
            </a:r>
            <a:r>
              <a:rPr lang="en-GB" sz="2000" b="0" i="0" dirty="0">
                <a:solidFill>
                  <a:srgbClr val="333333"/>
                </a:solidFill>
                <a:effectLst/>
                <a:latin typeface="Arial" panose="020B0604020202020204" pitchFamily="34" charset="0"/>
              </a:rPr>
              <a:t> = whether it provides the </a:t>
            </a:r>
            <a:r>
              <a:rPr lang="en-GB" sz="2000" b="1" i="0" dirty="0">
                <a:solidFill>
                  <a:schemeClr val="accent2">
                    <a:lumMod val="75000"/>
                  </a:schemeClr>
                </a:solidFill>
                <a:effectLst/>
                <a:latin typeface="Arial" panose="020B0604020202020204" pitchFamily="34" charset="0"/>
              </a:rPr>
              <a:t>features</a:t>
            </a:r>
            <a:r>
              <a:rPr lang="en-GB" sz="2000" b="0" i="0" dirty="0">
                <a:solidFill>
                  <a:srgbClr val="333333"/>
                </a:solidFill>
                <a:effectLst/>
                <a:latin typeface="Arial" panose="020B0604020202020204" pitchFamily="34" charset="0"/>
              </a:rPr>
              <a:t> you need.</a:t>
            </a:r>
          </a:p>
          <a:p>
            <a:pPr marL="609600" indent="-609600"/>
            <a:endParaRPr lang="en-GB" sz="2000" b="0" i="0" dirty="0">
              <a:solidFill>
                <a:srgbClr val="333333"/>
              </a:solidFill>
              <a:effectLst/>
              <a:latin typeface="Arial" panose="020B0604020202020204" pitchFamily="34" charset="0"/>
            </a:endParaRPr>
          </a:p>
          <a:p>
            <a:pPr marL="0" indent="0">
              <a:buNone/>
            </a:pPr>
            <a:r>
              <a:rPr lang="en-GB" sz="2000" dirty="0">
                <a:solidFill>
                  <a:srgbClr val="333333"/>
                </a:solidFill>
                <a:latin typeface="Arial" panose="020B0604020202020204" pitchFamily="34" charset="0"/>
              </a:rPr>
              <a:t>	Good UX and UI </a:t>
            </a:r>
            <a:r>
              <a:rPr lang="en-GB" sz="2000" dirty="0">
                <a:solidFill>
                  <a:srgbClr val="333333"/>
                </a:solidFill>
                <a:latin typeface="Arial" panose="020B0604020202020204" pitchFamily="34" charset="0"/>
                <a:sym typeface="Wingdings 3" panose="05040102010807070707" pitchFamily="18" charset="2"/>
              </a:rPr>
              <a:t> usability</a:t>
            </a:r>
          </a:p>
          <a:p>
            <a:pPr marL="0" indent="0">
              <a:buNone/>
            </a:pPr>
            <a:endParaRPr lang="en-GB" sz="2000" b="0" i="0" dirty="0">
              <a:solidFill>
                <a:srgbClr val="333333"/>
              </a:solidFill>
              <a:effectLst/>
              <a:latin typeface="Arial" panose="020B0604020202020204" pitchFamily="34" charset="0"/>
            </a:endParaRPr>
          </a:p>
          <a:p>
            <a:pPr marL="609600" indent="-609600"/>
            <a:r>
              <a:rPr lang="en-GB" sz="2000" b="0" i="0" dirty="0">
                <a:solidFill>
                  <a:srgbClr val="333333"/>
                </a:solidFill>
                <a:effectLst/>
                <a:latin typeface="Arial" panose="020B0604020202020204" pitchFamily="34" charset="0"/>
              </a:rPr>
              <a:t>Definition of </a:t>
            </a:r>
            <a:r>
              <a:rPr lang="en-GB" sz="2000" b="1" i="0" dirty="0">
                <a:solidFill>
                  <a:schemeClr val="accent1">
                    <a:lumMod val="75000"/>
                  </a:schemeClr>
                </a:solidFill>
                <a:effectLst/>
                <a:latin typeface="Arial" panose="020B0604020202020204" pitchFamily="34" charset="0"/>
              </a:rPr>
              <a:t>Usability</a:t>
            </a:r>
            <a:r>
              <a:rPr lang="en-GB" sz="2000" b="0" i="0" dirty="0">
                <a:solidFill>
                  <a:srgbClr val="333333"/>
                </a:solidFill>
                <a:effectLst/>
                <a:latin typeface="Arial" panose="020B0604020202020204" pitchFamily="34" charset="0"/>
              </a:rPr>
              <a:t> = how </a:t>
            </a:r>
            <a:r>
              <a:rPr lang="en-GB" sz="2000" b="1" i="0" dirty="0">
                <a:solidFill>
                  <a:schemeClr val="accent2">
                    <a:lumMod val="75000"/>
                  </a:schemeClr>
                </a:solidFill>
                <a:effectLst/>
                <a:latin typeface="Arial" panose="020B0604020202020204" pitchFamily="34" charset="0"/>
              </a:rPr>
              <a:t>easy and pleasant </a:t>
            </a:r>
            <a:r>
              <a:rPr lang="en-GB" sz="2000" b="0" i="0" dirty="0">
                <a:solidFill>
                  <a:srgbClr val="333333"/>
                </a:solidFill>
                <a:effectLst/>
                <a:latin typeface="Arial" panose="020B0604020202020204" pitchFamily="34" charset="0"/>
              </a:rPr>
              <a:t>these features are to use.</a:t>
            </a:r>
          </a:p>
          <a:p>
            <a:pPr marL="609600" indent="-609600"/>
            <a:endParaRPr lang="en-GB" sz="2000" b="0" i="0" dirty="0">
              <a:solidFill>
                <a:srgbClr val="333333"/>
              </a:solidFill>
              <a:effectLst/>
              <a:latin typeface="Arial" panose="020B0604020202020204" pitchFamily="34" charset="0"/>
            </a:endParaRPr>
          </a:p>
          <a:p>
            <a:pPr marL="609600" indent="-609600"/>
            <a:r>
              <a:rPr lang="en-GB" sz="2000" b="0" i="0" dirty="0">
                <a:solidFill>
                  <a:srgbClr val="333333"/>
                </a:solidFill>
                <a:effectLst/>
                <a:latin typeface="Arial" panose="020B0604020202020204" pitchFamily="34" charset="0"/>
              </a:rPr>
              <a:t>Definition of </a:t>
            </a:r>
            <a:r>
              <a:rPr lang="en-GB" sz="2000" b="1" i="0" u="sng" dirty="0">
                <a:solidFill>
                  <a:schemeClr val="accent5">
                    <a:lumMod val="75000"/>
                  </a:schemeClr>
                </a:solidFill>
                <a:effectLst/>
                <a:latin typeface="Arial" panose="020B0604020202020204" pitchFamily="34" charset="0"/>
              </a:rPr>
              <a:t>Useful</a:t>
            </a:r>
            <a:r>
              <a:rPr lang="en-GB" sz="2000" b="0" i="0" dirty="0">
                <a:solidFill>
                  <a:srgbClr val="333333"/>
                </a:solidFill>
                <a:effectLst/>
                <a:latin typeface="Arial" panose="020B0604020202020204" pitchFamily="34" charset="0"/>
              </a:rPr>
              <a:t> = </a:t>
            </a:r>
            <a:r>
              <a:rPr lang="en-GB" sz="2000" dirty="0">
                <a:solidFill>
                  <a:schemeClr val="accent1">
                    <a:lumMod val="75000"/>
                  </a:schemeClr>
                </a:solidFill>
                <a:latin typeface="Arial" panose="020B0604020202020204" pitchFamily="34" charset="0"/>
              </a:rPr>
              <a:t>utility</a:t>
            </a:r>
            <a:r>
              <a:rPr lang="en-GB" sz="2000" dirty="0">
                <a:solidFill>
                  <a:srgbClr val="333333"/>
                </a:solidFill>
                <a:latin typeface="Arial" panose="020B0604020202020204" pitchFamily="34" charset="0"/>
              </a:rPr>
              <a:t> + </a:t>
            </a:r>
            <a:r>
              <a:rPr lang="en-GB" sz="2000" dirty="0">
                <a:solidFill>
                  <a:schemeClr val="accent1">
                    <a:lumMod val="75000"/>
                  </a:schemeClr>
                </a:solidFill>
                <a:latin typeface="Arial" panose="020B0604020202020204" pitchFamily="34" charset="0"/>
              </a:rPr>
              <a:t>usability</a:t>
            </a:r>
            <a:endParaRPr lang="en-GB" sz="3600" dirty="0">
              <a:solidFill>
                <a:schemeClr val="accent1">
                  <a:lumMod val="75000"/>
                </a:schemeClr>
              </a:solidFill>
            </a:endParaRPr>
          </a:p>
        </p:txBody>
      </p:sp>
      <p:sp>
        <p:nvSpPr>
          <p:cNvPr id="12" name="Date Placeholder 11">
            <a:extLst>
              <a:ext uri="{FF2B5EF4-FFF2-40B4-BE49-F238E27FC236}">
                <a16:creationId xmlns:a16="http://schemas.microsoft.com/office/drawing/2014/main" id="{376051D8-DA43-3A70-8E27-B9ABE17A0B52}"/>
              </a:ext>
            </a:extLst>
          </p:cNvPr>
          <p:cNvSpPr>
            <a:spLocks noGrp="1"/>
          </p:cNvSpPr>
          <p:nvPr>
            <p:ph type="dt" sz="half" idx="2"/>
          </p:nvPr>
        </p:nvSpPr>
        <p:spPr/>
        <p:txBody>
          <a:bodyPr/>
          <a:lstStyle/>
          <a:p>
            <a:r>
              <a:rPr lang="en-US"/>
              <a:t>Academic year 2024-25</a:t>
            </a:r>
            <a:endParaRPr lang="en-US" dirty="0"/>
          </a:p>
        </p:txBody>
      </p:sp>
      <p:sp>
        <p:nvSpPr>
          <p:cNvPr id="13" name="Footer Placeholder 12">
            <a:extLst>
              <a:ext uri="{FF2B5EF4-FFF2-40B4-BE49-F238E27FC236}">
                <a16:creationId xmlns:a16="http://schemas.microsoft.com/office/drawing/2014/main" id="{B02C4443-828D-4833-FEB0-A9ADC088996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4" name="Slide Number Placeholder 13">
            <a:extLst>
              <a:ext uri="{FF2B5EF4-FFF2-40B4-BE49-F238E27FC236}">
                <a16:creationId xmlns:a16="http://schemas.microsoft.com/office/drawing/2014/main" id="{0E37138E-FA69-4405-F191-E1DAE08B7A06}"/>
              </a:ext>
            </a:extLst>
          </p:cNvPr>
          <p:cNvSpPr>
            <a:spLocks noGrp="1"/>
          </p:cNvSpPr>
          <p:nvPr>
            <p:ph type="sldNum" sz="quarter" idx="4"/>
          </p:nvPr>
        </p:nvSpPr>
        <p:spPr/>
        <p:txBody>
          <a:bodyPr/>
          <a:lstStyle/>
          <a:p>
            <a:fld id="{9FD7ECCF-50E7-4327-B945-FA93FF7B2BEF}" type="slidenum">
              <a:rPr lang="en-US" smtClean="0"/>
              <a:pPr/>
              <a:t>15</a:t>
            </a:fld>
            <a:r>
              <a:rPr lang="en-GB"/>
              <a:t>/50</a:t>
            </a:r>
            <a:endParaRPr lang="en-US" dirty="0"/>
          </a:p>
        </p:txBody>
      </p:sp>
    </p:spTree>
    <p:extLst>
      <p:ext uri="{BB962C8B-B14F-4D97-AF65-F5344CB8AC3E}">
        <p14:creationId xmlns:p14="http://schemas.microsoft.com/office/powerpoint/2010/main" val="2232883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FF4DA-BE4B-433F-86C8-53D7D46E8E1E}"/>
              </a:ext>
            </a:extLst>
          </p:cNvPr>
          <p:cNvSpPr>
            <a:spLocks noGrp="1"/>
          </p:cNvSpPr>
          <p:nvPr>
            <p:ph type="title"/>
          </p:nvPr>
        </p:nvSpPr>
        <p:spPr/>
        <p:txBody>
          <a:bodyPr/>
          <a:lstStyle/>
          <a:p>
            <a:r>
              <a:rPr lang="en-GB" dirty="0"/>
              <a:t>Level of importance of usability</a:t>
            </a:r>
          </a:p>
        </p:txBody>
      </p:sp>
      <p:sp>
        <p:nvSpPr>
          <p:cNvPr id="3" name="Content Placeholder 2">
            <a:extLst>
              <a:ext uri="{FF2B5EF4-FFF2-40B4-BE49-F238E27FC236}">
                <a16:creationId xmlns:a16="http://schemas.microsoft.com/office/drawing/2014/main" id="{BEB75187-8FCD-45AF-9C07-EDE64D99D578}"/>
              </a:ext>
            </a:extLst>
          </p:cNvPr>
          <p:cNvSpPr>
            <a:spLocks noGrp="1"/>
          </p:cNvSpPr>
          <p:nvPr>
            <p:ph sz="quarter" idx="1"/>
          </p:nvPr>
        </p:nvSpPr>
        <p:spPr>
          <a:xfrm>
            <a:off x="755577" y="1791532"/>
            <a:ext cx="5400600" cy="1849036"/>
          </a:xfrm>
        </p:spPr>
        <p:txBody>
          <a:bodyPr>
            <a:normAutofit/>
          </a:bodyPr>
          <a:lstStyle/>
          <a:p>
            <a:pPr marL="0" indent="0">
              <a:buNone/>
            </a:pPr>
            <a:r>
              <a:rPr lang="en-GB" sz="2000" b="0" i="0" dirty="0">
                <a:solidFill>
                  <a:srgbClr val="2B2B2B"/>
                </a:solidFill>
                <a:effectLst/>
              </a:rPr>
              <a:t>According to the Nielsen Norman Group </a:t>
            </a:r>
            <a:r>
              <a:rPr lang="en-GB" sz="2000" b="0" i="1" dirty="0">
                <a:solidFill>
                  <a:srgbClr val="2B2B2B"/>
                </a:solidFill>
                <a:effectLst/>
              </a:rPr>
              <a:t>—leaders in the UX field—</a:t>
            </a:r>
            <a:r>
              <a:rPr lang="en-GB" sz="2000" b="0" i="0" dirty="0">
                <a:solidFill>
                  <a:srgbClr val="2B2B2B"/>
                </a:solidFill>
                <a:effectLst/>
              </a:rPr>
              <a:t> usability is the </a:t>
            </a:r>
            <a:r>
              <a:rPr lang="en-GB" sz="2000" b="1" i="0" dirty="0">
                <a:solidFill>
                  <a:srgbClr val="2B2B2B"/>
                </a:solidFill>
                <a:effectLst/>
              </a:rPr>
              <a:t>second level in user experience</a:t>
            </a:r>
            <a:r>
              <a:rPr lang="en-GB" sz="2000" b="0" i="0" dirty="0">
                <a:solidFill>
                  <a:srgbClr val="2B2B2B"/>
                </a:solidFill>
                <a:effectLst/>
              </a:rPr>
              <a:t>. It comes after </a:t>
            </a:r>
            <a:r>
              <a:rPr lang="en-GB" sz="2000" b="1" i="0" dirty="0">
                <a:solidFill>
                  <a:srgbClr val="2B2B2B"/>
                </a:solidFill>
                <a:effectLst/>
              </a:rPr>
              <a:t>utility</a:t>
            </a:r>
            <a:r>
              <a:rPr lang="en-GB" sz="2000" b="0" i="0" dirty="0">
                <a:solidFill>
                  <a:srgbClr val="2B2B2B"/>
                </a:solidFill>
                <a:effectLst/>
              </a:rPr>
              <a:t> and before </a:t>
            </a:r>
            <a:r>
              <a:rPr lang="en-GB" sz="2000" b="1" i="0" dirty="0">
                <a:solidFill>
                  <a:srgbClr val="2B2B2B"/>
                </a:solidFill>
                <a:effectLst/>
              </a:rPr>
              <a:t>desirability</a:t>
            </a:r>
            <a:r>
              <a:rPr lang="en-GB" sz="2000" b="0" i="0" dirty="0">
                <a:solidFill>
                  <a:srgbClr val="2B2B2B"/>
                </a:solidFill>
                <a:effectLst/>
              </a:rPr>
              <a:t> and </a:t>
            </a:r>
            <a:r>
              <a:rPr lang="en-GB" sz="2000" b="1" i="0" dirty="0">
                <a:solidFill>
                  <a:srgbClr val="2B2B2B"/>
                </a:solidFill>
                <a:effectLst/>
              </a:rPr>
              <a:t>brand experience</a:t>
            </a:r>
            <a:r>
              <a:rPr lang="en-GB" sz="2000" b="0" i="0" dirty="0">
                <a:solidFill>
                  <a:srgbClr val="2B2B2B"/>
                </a:solidFill>
                <a:effectLst/>
              </a:rPr>
              <a:t>.</a:t>
            </a:r>
            <a:endParaRPr lang="en-GB" sz="2000" dirty="0"/>
          </a:p>
        </p:txBody>
      </p:sp>
      <p:graphicFrame>
        <p:nvGraphicFramePr>
          <p:cNvPr id="9" name="Diagram 8">
            <a:extLst>
              <a:ext uri="{FF2B5EF4-FFF2-40B4-BE49-F238E27FC236}">
                <a16:creationId xmlns:a16="http://schemas.microsoft.com/office/drawing/2014/main" id="{6F12743E-0F2E-496C-80C2-9D4C5531D9F7}"/>
              </a:ext>
            </a:extLst>
          </p:cNvPr>
          <p:cNvGraphicFramePr/>
          <p:nvPr>
            <p:extLst>
              <p:ext uri="{D42A27DB-BD31-4B8C-83A1-F6EECF244321}">
                <p14:modId xmlns:p14="http://schemas.microsoft.com/office/powerpoint/2010/main" val="1970054725"/>
              </p:ext>
            </p:extLst>
          </p:nvPr>
        </p:nvGraphicFramePr>
        <p:xfrm>
          <a:off x="467544" y="3829718"/>
          <a:ext cx="8007423" cy="26117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Content Placeholder 2">
            <a:extLst>
              <a:ext uri="{FF2B5EF4-FFF2-40B4-BE49-F238E27FC236}">
                <a16:creationId xmlns:a16="http://schemas.microsoft.com/office/drawing/2014/main" id="{FE6E8EE5-8182-4942-AE01-1BA8281AE4E2}"/>
              </a:ext>
            </a:extLst>
          </p:cNvPr>
          <p:cNvSpPr txBox="1">
            <a:spLocks/>
          </p:cNvSpPr>
          <p:nvPr/>
        </p:nvSpPr>
        <p:spPr>
          <a:xfrm>
            <a:off x="3059832" y="3865494"/>
            <a:ext cx="4119858" cy="523444"/>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fontAlgn="auto">
              <a:spcAft>
                <a:spcPts val="0"/>
              </a:spcAft>
              <a:buFont typeface="Wingdings"/>
              <a:buNone/>
            </a:pPr>
            <a:r>
              <a:rPr lang="en-GB" sz="2000" b="1" dirty="0">
                <a:solidFill>
                  <a:srgbClr val="2B2B2B"/>
                </a:solidFill>
              </a:rPr>
              <a:t>Levels of user experience</a:t>
            </a:r>
            <a:endParaRPr lang="en-GB" sz="2000" dirty="0"/>
          </a:p>
        </p:txBody>
      </p:sp>
      <p:grpSp>
        <p:nvGrpSpPr>
          <p:cNvPr id="24" name="Group 23">
            <a:extLst>
              <a:ext uri="{FF2B5EF4-FFF2-40B4-BE49-F238E27FC236}">
                <a16:creationId xmlns:a16="http://schemas.microsoft.com/office/drawing/2014/main" id="{965124DA-6E12-8E33-6798-DBB6168E3427}"/>
              </a:ext>
            </a:extLst>
          </p:cNvPr>
          <p:cNvGrpSpPr/>
          <p:nvPr/>
        </p:nvGrpSpPr>
        <p:grpSpPr>
          <a:xfrm>
            <a:off x="6156177" y="1607437"/>
            <a:ext cx="2796868" cy="2330629"/>
            <a:chOff x="6156177" y="1607437"/>
            <a:chExt cx="2796868" cy="2330629"/>
          </a:xfrm>
        </p:grpSpPr>
        <p:pic>
          <p:nvPicPr>
            <p:cNvPr id="4" name="Picture 2">
              <a:extLst>
                <a:ext uri="{FF2B5EF4-FFF2-40B4-BE49-F238E27FC236}">
                  <a16:creationId xmlns:a16="http://schemas.microsoft.com/office/drawing/2014/main" id="{3D7D1CF0-133C-C90D-397C-AABFB2B8486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398335" y="2058597"/>
              <a:ext cx="2278122" cy="14539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a:extLst>
                <a:ext uri="{FF2B5EF4-FFF2-40B4-BE49-F238E27FC236}">
                  <a16:creationId xmlns:a16="http://schemas.microsoft.com/office/drawing/2014/main" id="{AA975957-6FFA-959D-ED36-7588892F8005}"/>
                </a:ext>
              </a:extLst>
            </p:cNvPr>
            <p:cNvSpPr txBox="1"/>
            <p:nvPr/>
          </p:nvSpPr>
          <p:spPr>
            <a:xfrm>
              <a:off x="6156177" y="3507179"/>
              <a:ext cx="2772782" cy="430887"/>
            </a:xfrm>
            <a:prstGeom prst="rect">
              <a:avLst/>
            </a:prstGeom>
            <a:noFill/>
          </p:spPr>
          <p:txBody>
            <a:bodyPr wrap="square" rtlCol="0">
              <a:spAutoFit/>
            </a:bodyPr>
            <a:lstStyle/>
            <a:p>
              <a:pPr algn="ctr"/>
              <a:r>
                <a:rPr lang="en-GB" sz="1100" b="1" dirty="0"/>
                <a:t>Daphne Economou &amp; Jakob Nielsen at NNG UX Conference Amsterdam 2016</a:t>
              </a:r>
            </a:p>
          </p:txBody>
        </p:sp>
        <p:pic>
          <p:nvPicPr>
            <p:cNvPr id="7" name="Picture 2">
              <a:extLst>
                <a:ext uri="{FF2B5EF4-FFF2-40B4-BE49-F238E27FC236}">
                  <a16:creationId xmlns:a16="http://schemas.microsoft.com/office/drawing/2014/main" id="{7E3711A4-0C12-9C44-4AE6-BB6A57F6550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98335" y="1607437"/>
              <a:ext cx="2554710" cy="4320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21" name="Date Placeholder 20">
            <a:extLst>
              <a:ext uri="{FF2B5EF4-FFF2-40B4-BE49-F238E27FC236}">
                <a16:creationId xmlns:a16="http://schemas.microsoft.com/office/drawing/2014/main" id="{C3C79D74-6E22-0238-480E-5FA39DE8AEDD}"/>
              </a:ext>
            </a:extLst>
          </p:cNvPr>
          <p:cNvSpPr>
            <a:spLocks noGrp="1"/>
          </p:cNvSpPr>
          <p:nvPr>
            <p:ph type="dt" sz="half" idx="2"/>
          </p:nvPr>
        </p:nvSpPr>
        <p:spPr/>
        <p:txBody>
          <a:bodyPr/>
          <a:lstStyle/>
          <a:p>
            <a:r>
              <a:rPr lang="en-US"/>
              <a:t>Academic year 2024-25</a:t>
            </a:r>
            <a:endParaRPr lang="en-US" dirty="0"/>
          </a:p>
        </p:txBody>
      </p:sp>
      <p:sp>
        <p:nvSpPr>
          <p:cNvPr id="22" name="Footer Placeholder 21">
            <a:extLst>
              <a:ext uri="{FF2B5EF4-FFF2-40B4-BE49-F238E27FC236}">
                <a16:creationId xmlns:a16="http://schemas.microsoft.com/office/drawing/2014/main" id="{69CD3B93-357C-2A03-D076-9D2341BA943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23" name="Slide Number Placeholder 22">
            <a:extLst>
              <a:ext uri="{FF2B5EF4-FFF2-40B4-BE49-F238E27FC236}">
                <a16:creationId xmlns:a16="http://schemas.microsoft.com/office/drawing/2014/main" id="{CF9CB808-13A9-EDF0-359E-49242BC0EED1}"/>
              </a:ext>
            </a:extLst>
          </p:cNvPr>
          <p:cNvSpPr>
            <a:spLocks noGrp="1"/>
          </p:cNvSpPr>
          <p:nvPr>
            <p:ph type="sldNum" sz="quarter" idx="4"/>
          </p:nvPr>
        </p:nvSpPr>
        <p:spPr/>
        <p:txBody>
          <a:bodyPr/>
          <a:lstStyle/>
          <a:p>
            <a:fld id="{9FD7ECCF-50E7-4327-B945-FA93FF7B2BEF}" type="slidenum">
              <a:rPr lang="en-US" smtClean="0"/>
              <a:pPr/>
              <a:t>16</a:t>
            </a:fld>
            <a:r>
              <a:rPr lang="en-GB"/>
              <a:t>/50</a:t>
            </a:r>
            <a:endParaRPr lang="en-US" dirty="0"/>
          </a:p>
        </p:txBody>
      </p:sp>
    </p:spTree>
    <p:extLst>
      <p:ext uri="{BB962C8B-B14F-4D97-AF65-F5344CB8AC3E}">
        <p14:creationId xmlns:p14="http://schemas.microsoft.com/office/powerpoint/2010/main" val="4244810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normAutofit/>
          </a:bodyPr>
          <a:lstStyle/>
          <a:p>
            <a:r>
              <a:rPr lang="en-GB" dirty="0"/>
              <a:t>Usability</a:t>
            </a:r>
            <a:endParaRPr lang="en-US" dirty="0"/>
          </a:p>
        </p:txBody>
      </p:sp>
      <p:sp>
        <p:nvSpPr>
          <p:cNvPr id="112643" name="Rectangle 3"/>
          <p:cNvSpPr>
            <a:spLocks noGrp="1" noChangeArrowheads="1"/>
          </p:cNvSpPr>
          <p:nvPr>
            <p:ph sz="quarter" idx="1"/>
          </p:nvPr>
        </p:nvSpPr>
        <p:spPr>
          <a:xfrm>
            <a:off x="685800" y="1643050"/>
            <a:ext cx="8229600" cy="4738278"/>
          </a:xfrm>
        </p:spPr>
        <p:txBody>
          <a:bodyPr>
            <a:normAutofit fontScale="85000" lnSpcReduction="20000"/>
          </a:bodyPr>
          <a:lstStyle/>
          <a:p>
            <a:pPr marL="670560" indent="-533400">
              <a:lnSpc>
                <a:spcPct val="120000"/>
              </a:lnSpc>
              <a:spcBef>
                <a:spcPts val="600"/>
              </a:spcBef>
              <a:spcAft>
                <a:spcPts val="600"/>
              </a:spcAft>
            </a:pPr>
            <a:r>
              <a:rPr lang="en-GB" sz="2400" dirty="0"/>
              <a:t>Usability is a quality attribute that assesses how easy user interfaces are to use. The word "usability" also refers to methods for improving ease-of-use during the design process.</a:t>
            </a:r>
          </a:p>
          <a:p>
            <a:pPr marL="670560" indent="-533400">
              <a:lnSpc>
                <a:spcPct val="120000"/>
              </a:lnSpc>
              <a:spcBef>
                <a:spcPts val="600"/>
              </a:spcBef>
              <a:spcAft>
                <a:spcPts val="600"/>
              </a:spcAft>
            </a:pPr>
            <a:r>
              <a:rPr lang="en-GB" sz="2400" dirty="0"/>
              <a:t>The best known definition of usability is the one from ISO, the International Organisation of Standardization (9241-11)</a:t>
            </a:r>
          </a:p>
          <a:p>
            <a:pPr marL="670560" indent="-533400">
              <a:lnSpc>
                <a:spcPct val="120000"/>
              </a:lnSpc>
              <a:spcBef>
                <a:spcPts val="600"/>
              </a:spcBef>
              <a:spcAft>
                <a:spcPts val="600"/>
              </a:spcAft>
              <a:buNone/>
            </a:pPr>
            <a:r>
              <a:rPr lang="en-GB" sz="2400" dirty="0"/>
              <a:t>	</a:t>
            </a:r>
            <a:r>
              <a:rPr lang="en-GB" sz="2400" i="1" dirty="0">
                <a:solidFill>
                  <a:schemeClr val="accent2">
                    <a:lumMod val="75000"/>
                  </a:schemeClr>
                </a:solidFill>
              </a:rPr>
              <a:t>“ The extent to which a product can be used by specified users to achieve specified goals with </a:t>
            </a:r>
            <a:r>
              <a:rPr lang="en-GB" sz="2400" i="1" dirty="0">
                <a:solidFill>
                  <a:schemeClr val="accent1">
                    <a:lumMod val="75000"/>
                  </a:schemeClr>
                </a:solidFill>
              </a:rPr>
              <a:t>effectiveness, efficiency, </a:t>
            </a:r>
            <a:r>
              <a:rPr lang="en-GB" sz="2400" i="1" dirty="0">
                <a:solidFill>
                  <a:schemeClr val="accent2">
                    <a:lumMod val="75000"/>
                  </a:schemeClr>
                </a:solidFill>
              </a:rPr>
              <a:t>and</a:t>
            </a:r>
            <a:r>
              <a:rPr lang="en-GB" sz="2400" i="1" dirty="0">
                <a:solidFill>
                  <a:srgbClr val="FFC000"/>
                </a:solidFill>
              </a:rPr>
              <a:t> </a:t>
            </a:r>
            <a:r>
              <a:rPr lang="en-GB" sz="2400" i="1" dirty="0">
                <a:solidFill>
                  <a:schemeClr val="accent1">
                    <a:lumMod val="75000"/>
                  </a:schemeClr>
                </a:solidFill>
              </a:rPr>
              <a:t>satisfaction</a:t>
            </a:r>
            <a:r>
              <a:rPr lang="en-GB" sz="2400" i="1" dirty="0">
                <a:solidFill>
                  <a:srgbClr val="FFC000"/>
                </a:solidFill>
              </a:rPr>
              <a:t> </a:t>
            </a:r>
            <a:r>
              <a:rPr lang="en-GB" sz="2400" i="1" dirty="0">
                <a:solidFill>
                  <a:schemeClr val="accent2">
                    <a:lumMod val="75000"/>
                  </a:schemeClr>
                </a:solidFill>
              </a:rPr>
              <a:t>in a specified context of use.” </a:t>
            </a:r>
          </a:p>
          <a:p>
            <a:pPr marL="670560" indent="-533400">
              <a:lnSpc>
                <a:spcPct val="120000"/>
              </a:lnSpc>
              <a:spcBef>
                <a:spcPts val="600"/>
              </a:spcBef>
              <a:spcAft>
                <a:spcPts val="600"/>
              </a:spcAft>
            </a:pPr>
            <a:r>
              <a:rPr lang="en-GB" sz="2400" dirty="0"/>
              <a:t>Usability ensures that a products is:</a:t>
            </a:r>
          </a:p>
          <a:p>
            <a:pPr marL="990600" lvl="1" indent="-533400">
              <a:lnSpc>
                <a:spcPct val="120000"/>
              </a:lnSpc>
              <a:spcBef>
                <a:spcPts val="600"/>
              </a:spcBef>
              <a:spcAft>
                <a:spcPts val="600"/>
              </a:spcAft>
            </a:pPr>
            <a:r>
              <a:rPr lang="en-GB" sz="2000" dirty="0"/>
              <a:t>easy to learn and use (intuitive)</a:t>
            </a:r>
          </a:p>
          <a:p>
            <a:pPr marL="990600" lvl="1" indent="-533400">
              <a:lnSpc>
                <a:spcPct val="120000"/>
              </a:lnSpc>
              <a:spcBef>
                <a:spcPts val="600"/>
              </a:spcBef>
              <a:spcAft>
                <a:spcPts val="600"/>
              </a:spcAft>
            </a:pPr>
            <a:r>
              <a:rPr lang="en-GB" sz="2000" dirty="0"/>
              <a:t>effective to use</a:t>
            </a:r>
          </a:p>
          <a:p>
            <a:pPr marL="990600" lvl="1" indent="-533400">
              <a:lnSpc>
                <a:spcPct val="120000"/>
              </a:lnSpc>
              <a:spcBef>
                <a:spcPts val="600"/>
              </a:spcBef>
              <a:spcAft>
                <a:spcPts val="600"/>
              </a:spcAft>
            </a:pPr>
            <a:r>
              <a:rPr lang="en-GB" sz="2000" dirty="0"/>
              <a:t>enjoyable for the user’s perspective (fun)</a:t>
            </a:r>
          </a:p>
        </p:txBody>
      </p:sp>
      <p:sp>
        <p:nvSpPr>
          <p:cNvPr id="12" name="Date Placeholder 11">
            <a:extLst>
              <a:ext uri="{FF2B5EF4-FFF2-40B4-BE49-F238E27FC236}">
                <a16:creationId xmlns:a16="http://schemas.microsoft.com/office/drawing/2014/main" id="{AABCDD8A-63E1-41C4-BD95-A7203E7AA4E7}"/>
              </a:ext>
            </a:extLst>
          </p:cNvPr>
          <p:cNvSpPr>
            <a:spLocks noGrp="1"/>
          </p:cNvSpPr>
          <p:nvPr>
            <p:ph type="dt" sz="half" idx="2"/>
          </p:nvPr>
        </p:nvSpPr>
        <p:spPr/>
        <p:txBody>
          <a:bodyPr/>
          <a:lstStyle/>
          <a:p>
            <a:r>
              <a:rPr lang="en-US"/>
              <a:t>Academic year 2024-25</a:t>
            </a:r>
            <a:endParaRPr lang="en-US" dirty="0"/>
          </a:p>
        </p:txBody>
      </p:sp>
      <p:sp>
        <p:nvSpPr>
          <p:cNvPr id="13" name="Footer Placeholder 12">
            <a:extLst>
              <a:ext uri="{FF2B5EF4-FFF2-40B4-BE49-F238E27FC236}">
                <a16:creationId xmlns:a16="http://schemas.microsoft.com/office/drawing/2014/main" id="{EE378914-26FF-2082-0475-EDD06A44CF6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4" name="Slide Number Placeholder 13">
            <a:extLst>
              <a:ext uri="{FF2B5EF4-FFF2-40B4-BE49-F238E27FC236}">
                <a16:creationId xmlns:a16="http://schemas.microsoft.com/office/drawing/2014/main" id="{A70BD393-FCB5-0354-69FC-30065959B7A8}"/>
              </a:ext>
            </a:extLst>
          </p:cNvPr>
          <p:cNvSpPr>
            <a:spLocks noGrp="1"/>
          </p:cNvSpPr>
          <p:nvPr>
            <p:ph type="sldNum" sz="quarter" idx="4"/>
          </p:nvPr>
        </p:nvSpPr>
        <p:spPr/>
        <p:txBody>
          <a:bodyPr/>
          <a:lstStyle/>
          <a:p>
            <a:fld id="{9FD7ECCF-50E7-4327-B945-FA93FF7B2BEF}" type="slidenum">
              <a:rPr lang="en-US" smtClean="0"/>
              <a:pPr/>
              <a:t>17</a:t>
            </a:fld>
            <a:r>
              <a:rPr lang="en-GB"/>
              <a:t>/50</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3762" name="Picture 2" descr="alarm_clock.jpg"/>
          <p:cNvPicPr>
            <a:picLocks noChangeAspect="1" noChangeArrowheads="1"/>
          </p:cNvPicPr>
          <p:nvPr/>
        </p:nvPicPr>
        <p:blipFill>
          <a:blip r:embed="rId2" cstate="print"/>
          <a:srcRect/>
          <a:stretch>
            <a:fillRect/>
          </a:stretch>
        </p:blipFill>
        <p:spPr bwMode="auto">
          <a:xfrm>
            <a:off x="4929190" y="3678480"/>
            <a:ext cx="3401893" cy="1571636"/>
          </a:xfrm>
          <a:prstGeom prst="rect">
            <a:avLst/>
          </a:prstGeom>
          <a:noFill/>
        </p:spPr>
      </p:pic>
      <p:pic>
        <p:nvPicPr>
          <p:cNvPr id="8" name="Picture 7" descr="HiltonAlarmClock05-4.jpg"/>
          <p:cNvPicPr>
            <a:picLocks noChangeAspect="1"/>
          </p:cNvPicPr>
          <p:nvPr/>
        </p:nvPicPr>
        <p:blipFill>
          <a:blip r:embed="rId3" cstate="print"/>
          <a:stretch>
            <a:fillRect/>
          </a:stretch>
        </p:blipFill>
        <p:spPr>
          <a:xfrm>
            <a:off x="1330159" y="3178414"/>
            <a:ext cx="2329637" cy="2176455"/>
          </a:xfrm>
          <a:prstGeom prst="rect">
            <a:avLst/>
          </a:prstGeom>
        </p:spPr>
      </p:pic>
      <p:sp>
        <p:nvSpPr>
          <p:cNvPr id="2" name="Title 1"/>
          <p:cNvSpPr>
            <a:spLocks noGrp="1"/>
          </p:cNvSpPr>
          <p:nvPr>
            <p:ph type="title"/>
          </p:nvPr>
        </p:nvSpPr>
        <p:spPr/>
        <p:txBody>
          <a:bodyPr>
            <a:noAutofit/>
          </a:bodyPr>
          <a:lstStyle/>
          <a:p>
            <a:r>
              <a:rPr lang="en-GB" dirty="0"/>
              <a:t>Example - hotel alarm clocks</a:t>
            </a:r>
          </a:p>
        </p:txBody>
      </p:sp>
      <p:sp>
        <p:nvSpPr>
          <p:cNvPr id="3" name="Content Placeholder 2"/>
          <p:cNvSpPr>
            <a:spLocks noGrp="1"/>
          </p:cNvSpPr>
          <p:nvPr>
            <p:ph sz="quarter" idx="1"/>
          </p:nvPr>
        </p:nvSpPr>
        <p:spPr>
          <a:xfrm>
            <a:off x="612648" y="1556792"/>
            <a:ext cx="8153400" cy="4944042"/>
          </a:xfrm>
        </p:spPr>
        <p:txBody>
          <a:bodyPr>
            <a:normAutofit fontScale="47500" lnSpcReduction="20000"/>
          </a:bodyPr>
          <a:lstStyle/>
          <a:p>
            <a:r>
              <a:rPr lang="en-GB" i="1" dirty="0"/>
              <a:t>“I travel a fair bit for work and one of the things that frustrate me are the hotel alarm clocks. They’re usually these big multifunctional radio/CD/alarm monsters with 100 buttons and switches. </a:t>
            </a:r>
            <a:r>
              <a:rPr lang="en-GB" sz="3400" b="1" i="1" dirty="0">
                <a:solidFill>
                  <a:schemeClr val="accent2">
                    <a:lumMod val="75000"/>
                  </a:schemeClr>
                </a:solidFill>
              </a:rPr>
              <a:t>Getting up on time is the most important thing</a:t>
            </a:r>
            <a:r>
              <a:rPr lang="en-GB" i="1" dirty="0"/>
              <a:t>. The last thing I want is to be late on a business trip. And I don’t trust wake-up calls ever since a hotel messed it up. I always have to test the alarm-clock first and to be sure, I also set the alarm on my phone.”</a:t>
            </a:r>
          </a:p>
          <a:p>
            <a:r>
              <a:rPr lang="en-GB" i="1" dirty="0"/>
              <a:t>“So it was very nice to see the following device next to my bed in Tokyo. Very </a:t>
            </a:r>
            <a:r>
              <a:rPr lang="en-GB" sz="3800" b="1" i="1" dirty="0">
                <a:solidFill>
                  <a:schemeClr val="accent2">
                    <a:lumMod val="75000"/>
                  </a:schemeClr>
                </a:solidFill>
              </a:rPr>
              <a:t>simple</a:t>
            </a:r>
            <a:r>
              <a:rPr lang="en-GB" i="1" dirty="0"/>
              <a:t>. The buttons on the left controlled all the lighting in my room. Three buttons to set the alarm; on/off and time up and down. </a:t>
            </a:r>
            <a:r>
              <a:rPr lang="en-GB" sz="3400" b="1" i="1" dirty="0">
                <a:solidFill>
                  <a:schemeClr val="accent2">
                    <a:lumMod val="75000"/>
                  </a:schemeClr>
                </a:solidFill>
              </a:rPr>
              <a:t>Easy</a:t>
            </a:r>
            <a:r>
              <a:rPr lang="en-GB" i="1" dirty="0"/>
              <a:t>. Another light button on the right plus an </a:t>
            </a:r>
            <a:r>
              <a:rPr lang="en-GB" i="1" dirty="0" err="1"/>
              <a:t>airco</a:t>
            </a:r>
            <a:r>
              <a:rPr lang="en-GB" i="1" dirty="0"/>
              <a:t> on/off. Thank you Odakyu Hotel Century Southern Tower.”</a:t>
            </a:r>
          </a:p>
          <a:p>
            <a:endParaRPr lang="en-GB" i="1" dirty="0"/>
          </a:p>
          <a:p>
            <a:endParaRPr lang="en-GB" i="1" dirty="0"/>
          </a:p>
          <a:p>
            <a:endParaRPr lang="en-GB" i="1" dirty="0"/>
          </a:p>
          <a:p>
            <a:endParaRPr lang="en-GB" i="1" dirty="0"/>
          </a:p>
          <a:p>
            <a:endParaRPr lang="en-GB" i="1" dirty="0"/>
          </a:p>
          <a:p>
            <a:endParaRPr lang="en-GB" i="1" dirty="0"/>
          </a:p>
          <a:p>
            <a:endParaRPr lang="en-GB" i="1" dirty="0"/>
          </a:p>
          <a:p>
            <a:endParaRPr lang="en-GB" i="1" dirty="0"/>
          </a:p>
          <a:p>
            <a:endParaRPr lang="en-GB" i="1" dirty="0"/>
          </a:p>
          <a:p>
            <a:endParaRPr lang="en-GB" i="1" dirty="0"/>
          </a:p>
          <a:p>
            <a:r>
              <a:rPr lang="en-GB" dirty="0"/>
              <a:t>A study by Accenture found that </a:t>
            </a:r>
            <a:r>
              <a:rPr lang="en-GB" b="1" dirty="0">
                <a:solidFill>
                  <a:schemeClr val="accent2">
                    <a:lumMod val="75000"/>
                  </a:schemeClr>
                </a:solidFill>
              </a:rPr>
              <a:t>95% of the products </a:t>
            </a:r>
            <a:r>
              <a:rPr lang="en-GB" b="1" u="sng" dirty="0">
                <a:solidFill>
                  <a:schemeClr val="accent2">
                    <a:lumMod val="75000"/>
                  </a:schemeClr>
                </a:solidFill>
              </a:rPr>
              <a:t>returned</a:t>
            </a:r>
            <a:r>
              <a:rPr lang="en-GB" b="1" dirty="0">
                <a:solidFill>
                  <a:schemeClr val="accent2">
                    <a:lumMod val="75000"/>
                  </a:schemeClr>
                </a:solidFill>
              </a:rPr>
              <a:t> work perfectly</a:t>
            </a:r>
            <a:r>
              <a:rPr lang="en-GB" dirty="0"/>
              <a:t>.</a:t>
            </a:r>
            <a:br>
              <a:rPr lang="en-GB" dirty="0"/>
            </a:br>
            <a:endParaRPr lang="en-GB" dirty="0"/>
          </a:p>
          <a:p>
            <a:endParaRPr lang="en-GB" dirty="0"/>
          </a:p>
        </p:txBody>
      </p:sp>
      <p:sp>
        <p:nvSpPr>
          <p:cNvPr id="9" name="TextBox 8"/>
          <p:cNvSpPr txBox="1"/>
          <p:nvPr/>
        </p:nvSpPr>
        <p:spPr>
          <a:xfrm>
            <a:off x="1401597" y="5178678"/>
            <a:ext cx="2193421" cy="338554"/>
          </a:xfrm>
          <a:prstGeom prst="rect">
            <a:avLst/>
          </a:prstGeom>
          <a:noFill/>
        </p:spPr>
        <p:txBody>
          <a:bodyPr wrap="none" rtlCol="0">
            <a:spAutoFit/>
          </a:bodyPr>
          <a:lstStyle/>
          <a:p>
            <a:r>
              <a:rPr lang="en-GB" sz="1600" dirty="0">
                <a:latin typeface="+mn-lt"/>
              </a:rPr>
              <a:t>Hilton Hotels alarm clock</a:t>
            </a:r>
          </a:p>
        </p:txBody>
      </p:sp>
      <p:sp>
        <p:nvSpPr>
          <p:cNvPr id="10" name="TextBox 9"/>
          <p:cNvSpPr txBox="1"/>
          <p:nvPr/>
        </p:nvSpPr>
        <p:spPr>
          <a:xfrm>
            <a:off x="4902059" y="5178678"/>
            <a:ext cx="3350661" cy="338554"/>
          </a:xfrm>
          <a:prstGeom prst="rect">
            <a:avLst/>
          </a:prstGeom>
          <a:noFill/>
        </p:spPr>
        <p:txBody>
          <a:bodyPr wrap="none" rtlCol="0">
            <a:spAutoFit/>
          </a:bodyPr>
          <a:lstStyle/>
          <a:p>
            <a:r>
              <a:rPr lang="en-GB" sz="1600" dirty="0">
                <a:latin typeface="+mn-lt"/>
              </a:rPr>
              <a:t>Odakyu Hotel Century Southern Tower.</a:t>
            </a:r>
          </a:p>
        </p:txBody>
      </p:sp>
      <p:sp>
        <p:nvSpPr>
          <p:cNvPr id="17" name="Date Placeholder 16">
            <a:extLst>
              <a:ext uri="{FF2B5EF4-FFF2-40B4-BE49-F238E27FC236}">
                <a16:creationId xmlns:a16="http://schemas.microsoft.com/office/drawing/2014/main" id="{870B1BDE-D051-5EC7-F595-429AA4CB746C}"/>
              </a:ext>
            </a:extLst>
          </p:cNvPr>
          <p:cNvSpPr>
            <a:spLocks noGrp="1"/>
          </p:cNvSpPr>
          <p:nvPr>
            <p:ph type="dt" sz="half" idx="2"/>
          </p:nvPr>
        </p:nvSpPr>
        <p:spPr/>
        <p:txBody>
          <a:bodyPr/>
          <a:lstStyle/>
          <a:p>
            <a:r>
              <a:rPr lang="en-US"/>
              <a:t>Academic year 2024-25</a:t>
            </a:r>
            <a:endParaRPr lang="en-US" dirty="0"/>
          </a:p>
        </p:txBody>
      </p:sp>
      <p:sp>
        <p:nvSpPr>
          <p:cNvPr id="18" name="Footer Placeholder 17">
            <a:extLst>
              <a:ext uri="{FF2B5EF4-FFF2-40B4-BE49-F238E27FC236}">
                <a16:creationId xmlns:a16="http://schemas.microsoft.com/office/drawing/2014/main" id="{2C6D0D9E-5425-E44D-04E4-121018AB722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9" name="Slide Number Placeholder 18">
            <a:extLst>
              <a:ext uri="{FF2B5EF4-FFF2-40B4-BE49-F238E27FC236}">
                <a16:creationId xmlns:a16="http://schemas.microsoft.com/office/drawing/2014/main" id="{3A61D7BF-2781-8BA1-0D27-192BCD3AF428}"/>
              </a:ext>
            </a:extLst>
          </p:cNvPr>
          <p:cNvSpPr>
            <a:spLocks noGrp="1"/>
          </p:cNvSpPr>
          <p:nvPr>
            <p:ph type="sldNum" sz="quarter" idx="4"/>
          </p:nvPr>
        </p:nvSpPr>
        <p:spPr/>
        <p:txBody>
          <a:bodyPr/>
          <a:lstStyle/>
          <a:p>
            <a:fld id="{9FD7ECCF-50E7-4327-B945-FA93FF7B2BEF}" type="slidenum">
              <a:rPr lang="en-US" smtClean="0"/>
              <a:pPr/>
              <a:t>18</a:t>
            </a:fld>
            <a:r>
              <a:rPr lang="en-GB"/>
              <a:t>/50</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CDFB320-7ADD-7EAB-146D-BB325E9E2F1D}"/>
              </a:ext>
            </a:extLst>
          </p:cNvPr>
          <p:cNvSpPr>
            <a:spLocks noGrp="1"/>
          </p:cNvSpPr>
          <p:nvPr>
            <p:ph type="title"/>
          </p:nvPr>
        </p:nvSpPr>
        <p:spPr/>
        <p:txBody>
          <a:bodyPr/>
          <a:lstStyle/>
          <a:p>
            <a:r>
              <a:rPr lang="en-GB" dirty="0"/>
              <a:t>Terminology</a:t>
            </a:r>
          </a:p>
        </p:txBody>
      </p:sp>
      <p:sp>
        <p:nvSpPr>
          <p:cNvPr id="9" name="TextBox 8">
            <a:extLst>
              <a:ext uri="{FF2B5EF4-FFF2-40B4-BE49-F238E27FC236}">
                <a16:creationId xmlns:a16="http://schemas.microsoft.com/office/drawing/2014/main" id="{0BE6D4CF-9EFE-AC22-E6C0-156C682BB34D}"/>
              </a:ext>
            </a:extLst>
          </p:cNvPr>
          <p:cNvSpPr txBox="1"/>
          <p:nvPr/>
        </p:nvSpPr>
        <p:spPr>
          <a:xfrm>
            <a:off x="885540" y="2655925"/>
            <a:ext cx="2160240" cy="2169825"/>
          </a:xfrm>
          <a:prstGeom prst="rect">
            <a:avLst/>
          </a:prstGeom>
          <a:noFill/>
        </p:spPr>
        <p:txBody>
          <a:bodyPr wrap="square" rtlCol="0">
            <a:spAutoFit/>
          </a:bodyPr>
          <a:lstStyle/>
          <a:p>
            <a:pPr algn="ctr"/>
            <a:r>
              <a:rPr lang="en-GB" sz="1500" dirty="0">
                <a:gradFill flip="none" rotWithShape="1">
                  <a:gsLst>
                    <a:gs pos="0">
                      <a:schemeClr val="tx1"/>
                    </a:gs>
                    <a:gs pos="100000">
                      <a:schemeClr val="tx1">
                        <a:lumMod val="75000"/>
                      </a:schemeClr>
                    </a:gs>
                  </a:gsLst>
                  <a:lin ang="5580000" scaled="0"/>
                  <a:tileRect/>
                </a:gradFill>
                <a:latin typeface="+mn-lt"/>
              </a:rPr>
              <a:t>How users </a:t>
            </a:r>
            <a:r>
              <a:rPr lang="en-GB" sz="1500" b="1" dirty="0">
                <a:solidFill>
                  <a:schemeClr val="accent4"/>
                </a:solidFill>
                <a:latin typeface="+mn-lt"/>
              </a:rPr>
              <a:t>feel</a:t>
            </a:r>
            <a:r>
              <a:rPr lang="en-GB" sz="1500" dirty="0">
                <a:solidFill>
                  <a:schemeClr val="accent4"/>
                </a:solidFill>
                <a:latin typeface="+mn-lt"/>
              </a:rPr>
              <a:t> </a:t>
            </a:r>
            <a:r>
              <a:rPr lang="en-GB" sz="1500" dirty="0">
                <a:gradFill flip="none" rotWithShape="1">
                  <a:gsLst>
                    <a:gs pos="0">
                      <a:schemeClr val="tx1"/>
                    </a:gs>
                    <a:gs pos="100000">
                      <a:schemeClr val="tx1">
                        <a:lumMod val="75000"/>
                      </a:schemeClr>
                    </a:gs>
                  </a:gsLst>
                  <a:lin ang="5580000" scaled="0"/>
                  <a:tileRect/>
                </a:gradFill>
                <a:latin typeface="+mn-lt"/>
              </a:rPr>
              <a:t>when interfacing with a system.</a:t>
            </a:r>
          </a:p>
          <a:p>
            <a:pPr algn="ctr"/>
            <a:r>
              <a:rPr lang="en-GB" sz="1500" dirty="0">
                <a:gradFill flip="none" rotWithShape="1">
                  <a:gsLst>
                    <a:gs pos="0">
                      <a:schemeClr val="tx1"/>
                    </a:gs>
                    <a:gs pos="100000">
                      <a:schemeClr val="tx1">
                        <a:lumMod val="75000"/>
                      </a:schemeClr>
                    </a:gs>
                  </a:gsLst>
                  <a:lin ang="5580000" scaled="0"/>
                  <a:tileRect/>
                </a:gradFill>
                <a:latin typeface="+mn-lt"/>
              </a:rPr>
              <a:t>The system could be a desktop software, a web application or  a game, is generally denoted by some form of human-computer interaction (HCI)</a:t>
            </a:r>
          </a:p>
          <a:p>
            <a:endParaRPr lang="en-GB" sz="1500" dirty="0">
              <a:gradFill flip="none" rotWithShape="1">
                <a:gsLst>
                  <a:gs pos="0">
                    <a:schemeClr val="tx1"/>
                  </a:gs>
                  <a:gs pos="100000">
                    <a:schemeClr val="tx1">
                      <a:lumMod val="75000"/>
                    </a:schemeClr>
                  </a:gs>
                </a:gsLst>
                <a:lin ang="5580000" scaled="0"/>
                <a:tileRect/>
              </a:gradFill>
              <a:latin typeface="+mn-lt"/>
            </a:endParaRPr>
          </a:p>
        </p:txBody>
      </p:sp>
      <p:sp>
        <p:nvSpPr>
          <p:cNvPr id="10" name="TextBox 9">
            <a:extLst>
              <a:ext uri="{FF2B5EF4-FFF2-40B4-BE49-F238E27FC236}">
                <a16:creationId xmlns:a16="http://schemas.microsoft.com/office/drawing/2014/main" id="{9C8BCDB1-BD61-4AC4-3B8D-79BAE9AD96D0}"/>
              </a:ext>
            </a:extLst>
          </p:cNvPr>
          <p:cNvSpPr txBox="1"/>
          <p:nvPr/>
        </p:nvSpPr>
        <p:spPr>
          <a:xfrm>
            <a:off x="3344351" y="2655926"/>
            <a:ext cx="2160240" cy="1477328"/>
          </a:xfrm>
          <a:prstGeom prst="rect">
            <a:avLst/>
          </a:prstGeom>
          <a:noFill/>
        </p:spPr>
        <p:txBody>
          <a:bodyPr wrap="square" rtlCol="0">
            <a:spAutoFit/>
          </a:bodyPr>
          <a:lstStyle/>
          <a:p>
            <a:pPr algn="ctr"/>
            <a:r>
              <a:rPr lang="en-GB" sz="1500" dirty="0">
                <a:gradFill flip="none" rotWithShape="1">
                  <a:gsLst>
                    <a:gs pos="0">
                      <a:schemeClr val="tx1"/>
                    </a:gs>
                    <a:gs pos="100000">
                      <a:schemeClr val="tx1">
                        <a:lumMod val="75000"/>
                      </a:schemeClr>
                    </a:gs>
                  </a:gsLst>
                  <a:lin ang="5580000" scaled="0"/>
                  <a:tileRect/>
                </a:gradFill>
                <a:latin typeface="+mn-lt"/>
              </a:rPr>
              <a:t>User Interface (UI), the </a:t>
            </a:r>
            <a:r>
              <a:rPr lang="en-GB" sz="1500" b="1" dirty="0">
                <a:solidFill>
                  <a:schemeClr val="accent4"/>
                </a:solidFill>
                <a:latin typeface="+mn-lt"/>
              </a:rPr>
              <a:t>visual elements </a:t>
            </a:r>
            <a:r>
              <a:rPr lang="en-GB" sz="1500" dirty="0">
                <a:gradFill flip="none" rotWithShape="1">
                  <a:gsLst>
                    <a:gs pos="0">
                      <a:schemeClr val="tx1"/>
                    </a:gs>
                    <a:gs pos="100000">
                      <a:schemeClr val="tx1">
                        <a:lumMod val="75000"/>
                      </a:schemeClr>
                    </a:gs>
                  </a:gsLst>
                  <a:lin ang="5580000" scaled="0"/>
                  <a:tileRect/>
                </a:gradFill>
                <a:latin typeface="+mn-lt"/>
              </a:rPr>
              <a:t>(like pages, buttons, icons etc.) that users interact with a product or a service</a:t>
            </a:r>
          </a:p>
          <a:p>
            <a:endParaRPr lang="en-GB" sz="1500" dirty="0">
              <a:gradFill flip="none" rotWithShape="1">
                <a:gsLst>
                  <a:gs pos="0">
                    <a:schemeClr val="tx1"/>
                  </a:gs>
                  <a:gs pos="100000">
                    <a:schemeClr val="tx1">
                      <a:lumMod val="75000"/>
                    </a:schemeClr>
                  </a:gs>
                </a:gsLst>
                <a:lin ang="5580000" scaled="0"/>
                <a:tileRect/>
              </a:gradFill>
              <a:latin typeface="+mn-lt"/>
            </a:endParaRPr>
          </a:p>
        </p:txBody>
      </p:sp>
      <p:sp>
        <p:nvSpPr>
          <p:cNvPr id="11" name="TextBox 10">
            <a:extLst>
              <a:ext uri="{FF2B5EF4-FFF2-40B4-BE49-F238E27FC236}">
                <a16:creationId xmlns:a16="http://schemas.microsoft.com/office/drawing/2014/main" id="{24DFDB67-9D8C-6A3E-EA14-65FA3A74EA26}"/>
              </a:ext>
            </a:extLst>
          </p:cNvPr>
          <p:cNvSpPr txBox="1"/>
          <p:nvPr/>
        </p:nvSpPr>
        <p:spPr>
          <a:xfrm>
            <a:off x="6050061" y="2655927"/>
            <a:ext cx="2160240" cy="2464777"/>
          </a:xfrm>
          <a:prstGeom prst="rect">
            <a:avLst/>
          </a:prstGeom>
          <a:noFill/>
        </p:spPr>
        <p:txBody>
          <a:bodyPr wrap="square" rtlCol="0">
            <a:spAutoFit/>
          </a:bodyPr>
          <a:lstStyle/>
          <a:p>
            <a:pPr algn="ctr">
              <a:spcBef>
                <a:spcPts val="900"/>
              </a:spcBef>
              <a:spcAft>
                <a:spcPts val="450"/>
              </a:spcAft>
            </a:pPr>
            <a:r>
              <a:rPr lang="en-GB" sz="1500" dirty="0">
                <a:gradFill flip="none" rotWithShape="1">
                  <a:gsLst>
                    <a:gs pos="0">
                      <a:schemeClr val="tx1"/>
                    </a:gs>
                    <a:gs pos="100000">
                      <a:schemeClr val="tx1">
                        <a:lumMod val="75000"/>
                      </a:schemeClr>
                    </a:gs>
                  </a:gsLst>
                  <a:lin ang="5580000" scaled="0"/>
                  <a:tileRect/>
                </a:gradFill>
                <a:latin typeface="+mn-lt"/>
              </a:rPr>
              <a:t>Usability is the </a:t>
            </a:r>
            <a:r>
              <a:rPr lang="en-GB" sz="1500" b="1" dirty="0">
                <a:solidFill>
                  <a:schemeClr val="accent4"/>
                </a:solidFill>
                <a:latin typeface="+mn-lt"/>
              </a:rPr>
              <a:t>measure of the quality</a:t>
            </a:r>
            <a:r>
              <a:rPr lang="en-GB" sz="1500" dirty="0">
                <a:gradFill flip="none" rotWithShape="1">
                  <a:gsLst>
                    <a:gs pos="0">
                      <a:schemeClr val="tx1"/>
                    </a:gs>
                    <a:gs pos="100000">
                      <a:schemeClr val="tx1">
                        <a:lumMod val="75000"/>
                      </a:schemeClr>
                    </a:gs>
                  </a:gsLst>
                  <a:lin ang="5580000" scaled="0"/>
                  <a:tileRect/>
                </a:gradFill>
                <a:latin typeface="+mn-lt"/>
              </a:rPr>
              <a:t> of a user's experience when interacting with a product or system - whether a web site, software application, mobile technology, or any user-operated device.</a:t>
            </a:r>
          </a:p>
          <a:p>
            <a:pPr algn="ctr"/>
            <a:r>
              <a:rPr lang="en-GB" sz="1500" dirty="0">
                <a:gradFill flip="none" rotWithShape="1">
                  <a:gsLst>
                    <a:gs pos="0">
                      <a:schemeClr val="tx1"/>
                    </a:gs>
                    <a:gs pos="100000">
                      <a:schemeClr val="tx1">
                        <a:lumMod val="75000"/>
                      </a:schemeClr>
                    </a:gs>
                  </a:gsLst>
                  <a:lin ang="5580000" scaled="0"/>
                  <a:tileRect/>
                </a:gradFill>
                <a:latin typeface="+mn-lt"/>
              </a:rPr>
              <a:t>It is about </a:t>
            </a:r>
            <a:r>
              <a:rPr lang="en-GB" sz="1500" b="1" dirty="0">
                <a:solidFill>
                  <a:srgbClr val="00CC99"/>
                </a:solidFill>
                <a:latin typeface="+mn-lt"/>
              </a:rPr>
              <a:t>metrics</a:t>
            </a:r>
          </a:p>
        </p:txBody>
      </p:sp>
      <p:sp>
        <p:nvSpPr>
          <p:cNvPr id="12" name="TextBox 11">
            <a:extLst>
              <a:ext uri="{FF2B5EF4-FFF2-40B4-BE49-F238E27FC236}">
                <a16:creationId xmlns:a16="http://schemas.microsoft.com/office/drawing/2014/main" id="{B1062DEC-306C-1128-FC58-A012BB840FED}"/>
              </a:ext>
            </a:extLst>
          </p:cNvPr>
          <p:cNvSpPr txBox="1"/>
          <p:nvPr/>
        </p:nvSpPr>
        <p:spPr>
          <a:xfrm>
            <a:off x="885540" y="1916832"/>
            <a:ext cx="2160240" cy="646331"/>
          </a:xfrm>
          <a:prstGeom prst="rect">
            <a:avLst/>
          </a:prstGeom>
          <a:noFill/>
        </p:spPr>
        <p:txBody>
          <a:bodyPr wrap="square" rtlCol="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GB" sz="3600" b="1" dirty="0">
                <a:ln w="11430"/>
                <a:solidFill>
                  <a:schemeClr val="accent2">
                    <a:lumMod val="75000"/>
                  </a:schemeClr>
                </a:solidFill>
                <a:effectLst>
                  <a:outerShdw blurRad="80000" dist="40000" dir="5040000" algn="tl">
                    <a:srgbClr val="000000">
                      <a:alpha val="30000"/>
                    </a:srgbClr>
                  </a:outerShdw>
                </a:effectLst>
                <a:latin typeface="+mn-lt"/>
              </a:rPr>
              <a:t>UX</a:t>
            </a:r>
          </a:p>
        </p:txBody>
      </p:sp>
      <p:sp>
        <p:nvSpPr>
          <p:cNvPr id="13" name="TextBox 12">
            <a:extLst>
              <a:ext uri="{FF2B5EF4-FFF2-40B4-BE49-F238E27FC236}">
                <a16:creationId xmlns:a16="http://schemas.microsoft.com/office/drawing/2014/main" id="{25391568-F142-CE3F-CD31-675AD9EC584B}"/>
              </a:ext>
            </a:extLst>
          </p:cNvPr>
          <p:cNvSpPr txBox="1"/>
          <p:nvPr/>
        </p:nvSpPr>
        <p:spPr>
          <a:xfrm>
            <a:off x="3344351" y="1916832"/>
            <a:ext cx="2160240" cy="646331"/>
          </a:xfrm>
          <a:prstGeom prst="rect">
            <a:avLst/>
          </a:prstGeom>
          <a:noFill/>
        </p:spPr>
        <p:txBody>
          <a:bodyPr wrap="square" rtlCol="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GB" sz="3600" b="1" dirty="0">
                <a:ln w="11430"/>
                <a:solidFill>
                  <a:schemeClr val="accent1">
                    <a:lumMod val="75000"/>
                  </a:schemeClr>
                </a:solidFill>
                <a:effectLst>
                  <a:outerShdw blurRad="80000" dist="40000" dir="5040000" algn="tl">
                    <a:srgbClr val="000000">
                      <a:alpha val="30000"/>
                    </a:srgbClr>
                  </a:outerShdw>
                </a:effectLst>
                <a:latin typeface="+mn-lt"/>
              </a:rPr>
              <a:t>UI</a:t>
            </a:r>
          </a:p>
        </p:txBody>
      </p:sp>
      <p:sp>
        <p:nvSpPr>
          <p:cNvPr id="14" name="TextBox 13">
            <a:extLst>
              <a:ext uri="{FF2B5EF4-FFF2-40B4-BE49-F238E27FC236}">
                <a16:creationId xmlns:a16="http://schemas.microsoft.com/office/drawing/2014/main" id="{C451216A-CDF4-C7F4-0EC3-ECA258082CCB}"/>
              </a:ext>
            </a:extLst>
          </p:cNvPr>
          <p:cNvSpPr txBox="1"/>
          <p:nvPr/>
        </p:nvSpPr>
        <p:spPr>
          <a:xfrm>
            <a:off x="5796136" y="1937697"/>
            <a:ext cx="2696197" cy="646331"/>
          </a:xfrm>
          <a:prstGeom prst="rect">
            <a:avLst/>
          </a:prstGeom>
          <a:noFill/>
        </p:spPr>
        <p:txBody>
          <a:bodyPr wrap="square" rtlCol="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GB" sz="3600" b="1" dirty="0">
                <a:ln w="11430"/>
                <a:solidFill>
                  <a:schemeClr val="accent5">
                    <a:lumMod val="75000"/>
                  </a:schemeClr>
                </a:solidFill>
                <a:effectLst>
                  <a:outerShdw blurRad="80000" dist="40000" dir="5040000" algn="tl">
                    <a:srgbClr val="000000">
                      <a:alpha val="30000"/>
                    </a:srgbClr>
                  </a:outerShdw>
                </a:effectLst>
                <a:latin typeface="+mn-lt"/>
              </a:rPr>
              <a:t>Usability</a:t>
            </a:r>
          </a:p>
        </p:txBody>
      </p:sp>
      <p:cxnSp>
        <p:nvCxnSpPr>
          <p:cNvPr id="15" name="Straight Connector 14">
            <a:extLst>
              <a:ext uri="{FF2B5EF4-FFF2-40B4-BE49-F238E27FC236}">
                <a16:creationId xmlns:a16="http://schemas.microsoft.com/office/drawing/2014/main" id="{019FF4AD-598B-F520-24A0-DF0AF9550E14}"/>
              </a:ext>
            </a:extLst>
          </p:cNvPr>
          <p:cNvCxnSpPr/>
          <p:nvPr/>
        </p:nvCxnSpPr>
        <p:spPr>
          <a:xfrm>
            <a:off x="754236" y="2564902"/>
            <a:ext cx="7401981" cy="0"/>
          </a:xfrm>
          <a:prstGeom prst="line">
            <a:avLst/>
          </a:prstGeom>
          <a:ln w="28575"/>
        </p:spPr>
        <p:style>
          <a:lnRef idx="2">
            <a:schemeClr val="accent2"/>
          </a:lnRef>
          <a:fillRef idx="0">
            <a:schemeClr val="accent2"/>
          </a:fillRef>
          <a:effectRef idx="1">
            <a:schemeClr val="accent2"/>
          </a:effectRef>
          <a:fontRef idx="minor">
            <a:schemeClr val="tx1"/>
          </a:fontRef>
        </p:style>
      </p:cxnSp>
      <p:cxnSp>
        <p:nvCxnSpPr>
          <p:cNvPr id="16" name="Straight Connector 15">
            <a:extLst>
              <a:ext uri="{FF2B5EF4-FFF2-40B4-BE49-F238E27FC236}">
                <a16:creationId xmlns:a16="http://schemas.microsoft.com/office/drawing/2014/main" id="{382EDF8B-E799-7250-9369-E23A5768C821}"/>
              </a:ext>
            </a:extLst>
          </p:cNvPr>
          <p:cNvCxnSpPr>
            <a:cxnSpLocks/>
          </p:cNvCxnSpPr>
          <p:nvPr/>
        </p:nvCxnSpPr>
        <p:spPr>
          <a:xfrm>
            <a:off x="3202507" y="2239997"/>
            <a:ext cx="0" cy="2755175"/>
          </a:xfrm>
          <a:prstGeom prst="line">
            <a:avLst/>
          </a:prstGeom>
          <a:ln w="28575"/>
        </p:spPr>
        <p:style>
          <a:lnRef idx="2">
            <a:schemeClr val="accent2"/>
          </a:lnRef>
          <a:fillRef idx="0">
            <a:schemeClr val="accent2"/>
          </a:fillRef>
          <a:effectRef idx="1">
            <a:schemeClr val="accent2"/>
          </a:effectRef>
          <a:fontRef idx="minor">
            <a:schemeClr val="tx1"/>
          </a:fontRef>
        </p:style>
      </p:cxnSp>
      <p:cxnSp>
        <p:nvCxnSpPr>
          <p:cNvPr id="17" name="Straight Connector 16">
            <a:extLst>
              <a:ext uri="{FF2B5EF4-FFF2-40B4-BE49-F238E27FC236}">
                <a16:creationId xmlns:a16="http://schemas.microsoft.com/office/drawing/2014/main" id="{63FE3DE4-08A9-8D7A-43C4-85DF142CD207}"/>
              </a:ext>
            </a:extLst>
          </p:cNvPr>
          <p:cNvCxnSpPr>
            <a:cxnSpLocks/>
          </p:cNvCxnSpPr>
          <p:nvPr/>
        </p:nvCxnSpPr>
        <p:spPr>
          <a:xfrm>
            <a:off x="5650779" y="2239997"/>
            <a:ext cx="0" cy="2755175"/>
          </a:xfrm>
          <a:prstGeom prst="line">
            <a:avLst/>
          </a:prstGeom>
          <a:ln w="28575"/>
        </p:spPr>
        <p:style>
          <a:lnRef idx="2">
            <a:schemeClr val="accent2"/>
          </a:lnRef>
          <a:fillRef idx="0">
            <a:schemeClr val="accent2"/>
          </a:fillRef>
          <a:effectRef idx="1">
            <a:schemeClr val="accent2"/>
          </a:effectRef>
          <a:fontRef idx="minor">
            <a:schemeClr val="tx1"/>
          </a:fontRef>
        </p:style>
      </p:cxnSp>
      <p:pic>
        <p:nvPicPr>
          <p:cNvPr id="8" name="Picture 7" descr="link to article">
            <a:hlinkClick r:id="rId2"/>
            <a:extLst>
              <a:ext uri="{FF2B5EF4-FFF2-40B4-BE49-F238E27FC236}">
                <a16:creationId xmlns:a16="http://schemas.microsoft.com/office/drawing/2014/main" id="{774C6C5F-85E9-4393-C6F5-15E894F93C89}"/>
              </a:ext>
            </a:extLst>
          </p:cNvPr>
          <p:cNvPicPr>
            <a:picLocks noChangeAspect="1"/>
          </p:cNvPicPr>
          <p:nvPr/>
        </p:nvPicPr>
        <p:blipFill>
          <a:blip r:embed="rId3"/>
          <a:stretch>
            <a:fillRect/>
          </a:stretch>
        </p:blipFill>
        <p:spPr>
          <a:xfrm>
            <a:off x="1835696" y="5352784"/>
            <a:ext cx="766904" cy="748350"/>
          </a:xfrm>
          <a:prstGeom prst="rect">
            <a:avLst/>
          </a:prstGeom>
        </p:spPr>
      </p:pic>
      <p:pic>
        <p:nvPicPr>
          <p:cNvPr id="21" name="Picture 20" descr="link to video">
            <a:hlinkClick r:id="rId4"/>
            <a:extLst>
              <a:ext uri="{FF2B5EF4-FFF2-40B4-BE49-F238E27FC236}">
                <a16:creationId xmlns:a16="http://schemas.microsoft.com/office/drawing/2014/main" id="{1B91B659-9541-04BC-192C-0DFD1CC3B677}"/>
              </a:ext>
            </a:extLst>
          </p:cNvPr>
          <p:cNvPicPr>
            <a:picLocks noChangeAspect="1"/>
          </p:cNvPicPr>
          <p:nvPr/>
        </p:nvPicPr>
        <p:blipFill>
          <a:blip r:embed="rId5"/>
          <a:stretch>
            <a:fillRect/>
          </a:stretch>
        </p:blipFill>
        <p:spPr>
          <a:xfrm>
            <a:off x="4027017" y="5352784"/>
            <a:ext cx="856418" cy="784299"/>
          </a:xfrm>
          <a:prstGeom prst="rect">
            <a:avLst/>
          </a:prstGeom>
        </p:spPr>
      </p:pic>
      <p:pic>
        <p:nvPicPr>
          <p:cNvPr id="22" name="Picture 21" descr="link to article">
            <a:hlinkClick r:id="rId6"/>
            <a:extLst>
              <a:ext uri="{FF2B5EF4-FFF2-40B4-BE49-F238E27FC236}">
                <a16:creationId xmlns:a16="http://schemas.microsoft.com/office/drawing/2014/main" id="{2572F791-3256-BCF1-D4B9-D3DE6C6EB614}"/>
              </a:ext>
            </a:extLst>
          </p:cNvPr>
          <p:cNvPicPr>
            <a:picLocks noChangeAspect="1"/>
          </p:cNvPicPr>
          <p:nvPr/>
        </p:nvPicPr>
        <p:blipFill>
          <a:blip r:embed="rId3"/>
          <a:stretch>
            <a:fillRect/>
          </a:stretch>
        </p:blipFill>
        <p:spPr>
          <a:xfrm>
            <a:off x="7144234" y="5422581"/>
            <a:ext cx="766904" cy="748350"/>
          </a:xfrm>
          <a:prstGeom prst="rect">
            <a:avLst/>
          </a:prstGeom>
        </p:spPr>
      </p:pic>
      <p:grpSp>
        <p:nvGrpSpPr>
          <p:cNvPr id="20" name="Group 19">
            <a:extLst>
              <a:ext uri="{FF2B5EF4-FFF2-40B4-BE49-F238E27FC236}">
                <a16:creationId xmlns:a16="http://schemas.microsoft.com/office/drawing/2014/main" id="{A0BD57B5-8F27-D54C-B2FA-8BA560BDB92A}"/>
              </a:ext>
            </a:extLst>
          </p:cNvPr>
          <p:cNvGrpSpPr/>
          <p:nvPr/>
        </p:nvGrpSpPr>
        <p:grpSpPr>
          <a:xfrm>
            <a:off x="2851889" y="222853"/>
            <a:ext cx="4063092" cy="584775"/>
            <a:chOff x="2902904" y="347254"/>
            <a:chExt cx="4063092" cy="584775"/>
          </a:xfrm>
        </p:grpSpPr>
        <p:sp>
          <p:nvSpPr>
            <p:cNvPr id="2" name="TextBox 1">
              <a:extLst>
                <a:ext uri="{FF2B5EF4-FFF2-40B4-BE49-F238E27FC236}">
                  <a16:creationId xmlns:a16="http://schemas.microsoft.com/office/drawing/2014/main" id="{AF0DA78E-1A81-802F-00C8-F83E547C622C}"/>
                </a:ext>
              </a:extLst>
            </p:cNvPr>
            <p:cNvSpPr txBox="1"/>
            <p:nvPr/>
          </p:nvSpPr>
          <p:spPr>
            <a:xfrm>
              <a:off x="2902904" y="347254"/>
              <a:ext cx="2299473" cy="584775"/>
            </a:xfrm>
            <a:prstGeom prst="rect">
              <a:avLst/>
            </a:prstGeom>
            <a:noFill/>
          </p:spPr>
          <p:txBody>
            <a:bodyPr wrap="square" rtlCol="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GB" sz="3200" b="1" dirty="0">
                  <a:ln w="11430"/>
                  <a:solidFill>
                    <a:schemeClr val="accent2">
                      <a:lumMod val="75000"/>
                    </a:schemeClr>
                  </a:solidFill>
                  <a:effectLst>
                    <a:outerShdw blurRad="80000" dist="40000" dir="5040000" algn="tl">
                      <a:srgbClr val="000000">
                        <a:alpha val="30000"/>
                      </a:srgbClr>
                    </a:outerShdw>
                  </a:effectLst>
                  <a:latin typeface="+mn-lt"/>
                </a:rPr>
                <a:t>UX</a:t>
              </a:r>
            </a:p>
          </p:txBody>
        </p:sp>
        <p:sp>
          <p:nvSpPr>
            <p:cNvPr id="3" name="TextBox 2">
              <a:extLst>
                <a:ext uri="{FF2B5EF4-FFF2-40B4-BE49-F238E27FC236}">
                  <a16:creationId xmlns:a16="http://schemas.microsoft.com/office/drawing/2014/main" id="{9C45CBFD-322A-D6A6-CEA7-8D2BD9811386}"/>
                </a:ext>
              </a:extLst>
            </p:cNvPr>
            <p:cNvSpPr txBox="1"/>
            <p:nvPr/>
          </p:nvSpPr>
          <p:spPr>
            <a:xfrm>
              <a:off x="4016317" y="347254"/>
              <a:ext cx="1339966" cy="584775"/>
            </a:xfrm>
            <a:prstGeom prst="rect">
              <a:avLst/>
            </a:prstGeom>
            <a:noFill/>
          </p:spPr>
          <p:txBody>
            <a:bodyPr wrap="square" rtlCol="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GB" sz="3200" b="1" dirty="0">
                  <a:ln w="11430"/>
                  <a:solidFill>
                    <a:schemeClr val="accent1">
                      <a:lumMod val="75000"/>
                    </a:schemeClr>
                  </a:solidFill>
                  <a:effectLst>
                    <a:outerShdw blurRad="80000" dist="40000" dir="5040000" algn="tl">
                      <a:srgbClr val="000000">
                        <a:alpha val="30000"/>
                      </a:srgbClr>
                    </a:outerShdw>
                  </a:effectLst>
                  <a:latin typeface="+mn-lt"/>
                </a:rPr>
                <a:t>UI</a:t>
              </a:r>
            </a:p>
          </p:txBody>
        </p:sp>
        <p:sp>
          <p:nvSpPr>
            <p:cNvPr id="18" name="TextBox 17">
              <a:extLst>
                <a:ext uri="{FF2B5EF4-FFF2-40B4-BE49-F238E27FC236}">
                  <a16:creationId xmlns:a16="http://schemas.microsoft.com/office/drawing/2014/main" id="{98D1659E-8EBB-32CC-6BAA-AA47F1D628BD}"/>
                </a:ext>
              </a:extLst>
            </p:cNvPr>
            <p:cNvSpPr txBox="1"/>
            <p:nvPr/>
          </p:nvSpPr>
          <p:spPr>
            <a:xfrm>
              <a:off x="4666523" y="347254"/>
              <a:ext cx="2299473" cy="584775"/>
            </a:xfrm>
            <a:prstGeom prst="rect">
              <a:avLst/>
            </a:prstGeom>
            <a:noFill/>
          </p:spPr>
          <p:txBody>
            <a:bodyPr wrap="square" rtlCol="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GB" sz="3200" b="1" dirty="0">
                  <a:ln w="11430"/>
                  <a:solidFill>
                    <a:schemeClr val="accent5">
                      <a:lumMod val="75000"/>
                    </a:schemeClr>
                  </a:solidFill>
                  <a:effectLst>
                    <a:outerShdw blurRad="80000" dist="40000" dir="5040000" algn="tl">
                      <a:srgbClr val="000000">
                        <a:alpha val="30000"/>
                      </a:srgbClr>
                    </a:outerShdw>
                  </a:effectLst>
                  <a:latin typeface="+mn-lt"/>
                </a:rPr>
                <a:t>Usability</a:t>
              </a:r>
            </a:p>
          </p:txBody>
        </p:sp>
      </p:grpSp>
      <p:pic>
        <p:nvPicPr>
          <p:cNvPr id="19" name="Picture 18" descr="lenses">
            <a:extLst>
              <a:ext uri="{FF2B5EF4-FFF2-40B4-BE49-F238E27FC236}">
                <a16:creationId xmlns:a16="http://schemas.microsoft.com/office/drawing/2014/main" id="{8BDEE2E8-E785-9CBD-EA3E-D1A616791EB4}"/>
              </a:ext>
            </a:extLst>
          </p:cNvPr>
          <p:cNvPicPr>
            <a:picLocks noChangeAspect="1"/>
          </p:cNvPicPr>
          <p:nvPr/>
        </p:nvPicPr>
        <p:blipFill>
          <a:blip r:embed="rId7"/>
          <a:stretch>
            <a:fillRect/>
          </a:stretch>
        </p:blipFill>
        <p:spPr>
          <a:xfrm rot="388061">
            <a:off x="6778336" y="162224"/>
            <a:ext cx="2017504" cy="897219"/>
          </a:xfrm>
          <a:prstGeom prst="rect">
            <a:avLst/>
          </a:prstGeom>
        </p:spPr>
      </p:pic>
      <p:sp>
        <p:nvSpPr>
          <p:cNvPr id="30" name="Date Placeholder 29">
            <a:extLst>
              <a:ext uri="{FF2B5EF4-FFF2-40B4-BE49-F238E27FC236}">
                <a16:creationId xmlns:a16="http://schemas.microsoft.com/office/drawing/2014/main" id="{4590E028-49E7-5ECF-BE2B-F3057496DD98}"/>
              </a:ext>
            </a:extLst>
          </p:cNvPr>
          <p:cNvSpPr>
            <a:spLocks noGrp="1"/>
          </p:cNvSpPr>
          <p:nvPr>
            <p:ph type="dt" sz="half" idx="2"/>
          </p:nvPr>
        </p:nvSpPr>
        <p:spPr/>
        <p:txBody>
          <a:bodyPr/>
          <a:lstStyle/>
          <a:p>
            <a:r>
              <a:rPr lang="en-US"/>
              <a:t>Academic year 2024-25</a:t>
            </a:r>
            <a:endParaRPr lang="en-US" dirty="0"/>
          </a:p>
        </p:txBody>
      </p:sp>
      <p:sp>
        <p:nvSpPr>
          <p:cNvPr id="31" name="Footer Placeholder 30">
            <a:extLst>
              <a:ext uri="{FF2B5EF4-FFF2-40B4-BE49-F238E27FC236}">
                <a16:creationId xmlns:a16="http://schemas.microsoft.com/office/drawing/2014/main" id="{A6B931A3-9F38-EEC8-7195-137BE20F0CD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2" name="Slide Number Placeholder 31">
            <a:extLst>
              <a:ext uri="{FF2B5EF4-FFF2-40B4-BE49-F238E27FC236}">
                <a16:creationId xmlns:a16="http://schemas.microsoft.com/office/drawing/2014/main" id="{0A565773-2FA5-CF19-D85C-B51104FBF56A}"/>
              </a:ext>
            </a:extLst>
          </p:cNvPr>
          <p:cNvSpPr>
            <a:spLocks noGrp="1"/>
          </p:cNvSpPr>
          <p:nvPr>
            <p:ph type="sldNum" sz="quarter" idx="4"/>
          </p:nvPr>
        </p:nvSpPr>
        <p:spPr/>
        <p:txBody>
          <a:bodyPr/>
          <a:lstStyle/>
          <a:p>
            <a:fld id="{9FD7ECCF-50E7-4327-B945-FA93FF7B2BEF}" type="slidenum">
              <a:rPr lang="en-US" smtClean="0"/>
              <a:pPr/>
              <a:t>19</a:t>
            </a:fld>
            <a:r>
              <a:rPr lang="en-GB"/>
              <a:t>/50</a:t>
            </a:r>
            <a:endParaRPr lang="en-US" dirty="0"/>
          </a:p>
        </p:txBody>
      </p:sp>
    </p:spTree>
    <p:extLst>
      <p:ext uri="{BB962C8B-B14F-4D97-AF65-F5344CB8AC3E}">
        <p14:creationId xmlns:p14="http://schemas.microsoft.com/office/powerpoint/2010/main" val="2031599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1000" fill="hold"/>
                                        <p:tgtEl>
                                          <p:spTgt spid="19"/>
                                        </p:tgtEl>
                                        <p:attrNameLst>
                                          <p:attrName>ppt_w</p:attrName>
                                        </p:attrNameLst>
                                      </p:cBhvr>
                                      <p:tavLst>
                                        <p:tav tm="0">
                                          <p:val>
                                            <p:fltVal val="0"/>
                                          </p:val>
                                        </p:tav>
                                        <p:tav tm="100000">
                                          <p:val>
                                            <p:strVal val="#ppt_w"/>
                                          </p:val>
                                        </p:tav>
                                      </p:tavLst>
                                    </p:anim>
                                    <p:anim calcmode="lin" valueType="num">
                                      <p:cBhvr>
                                        <p:cTn id="8" dur="1000" fill="hold"/>
                                        <p:tgtEl>
                                          <p:spTgt spid="19"/>
                                        </p:tgtEl>
                                        <p:attrNameLst>
                                          <p:attrName>ppt_h</p:attrName>
                                        </p:attrNameLst>
                                      </p:cBhvr>
                                      <p:tavLst>
                                        <p:tav tm="0">
                                          <p:val>
                                            <p:fltVal val="0"/>
                                          </p:val>
                                        </p:tav>
                                        <p:tav tm="100000">
                                          <p:val>
                                            <p:strVal val="#ppt_h"/>
                                          </p:val>
                                        </p:tav>
                                      </p:tavLst>
                                    </p:anim>
                                    <p:anim calcmode="lin" valueType="num">
                                      <p:cBhvr>
                                        <p:cTn id="9" dur="1000" fill="hold"/>
                                        <p:tgtEl>
                                          <p:spTgt spid="19"/>
                                        </p:tgtEl>
                                        <p:attrNameLst>
                                          <p:attrName>style.rotation</p:attrName>
                                        </p:attrNameLst>
                                      </p:cBhvr>
                                      <p:tavLst>
                                        <p:tav tm="0">
                                          <p:val>
                                            <p:fltVal val="90"/>
                                          </p:val>
                                        </p:tav>
                                        <p:tav tm="100000">
                                          <p:val>
                                            <p:fltVal val="0"/>
                                          </p:val>
                                        </p:tav>
                                      </p:tavLst>
                                    </p:anim>
                                    <p:animEffect transition="in" filter="fade">
                                      <p:cBhvr>
                                        <p:cTn id="10"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F7D75-30AC-74FC-CBAA-C7ABE0CA7165}"/>
              </a:ext>
            </a:extLst>
          </p:cNvPr>
          <p:cNvSpPr>
            <a:spLocks noGrp="1"/>
          </p:cNvSpPr>
          <p:nvPr>
            <p:ph type="title"/>
          </p:nvPr>
        </p:nvSpPr>
        <p:spPr/>
        <p:txBody>
          <a:bodyPr/>
          <a:lstStyle/>
          <a:p>
            <a:r>
              <a:rPr lang="en-GB" dirty="0"/>
              <a:t>When can we test usability?</a:t>
            </a:r>
          </a:p>
        </p:txBody>
      </p:sp>
      <p:sp>
        <p:nvSpPr>
          <p:cNvPr id="6" name="Content Placeholder 5">
            <a:extLst>
              <a:ext uri="{FF2B5EF4-FFF2-40B4-BE49-F238E27FC236}">
                <a16:creationId xmlns:a16="http://schemas.microsoft.com/office/drawing/2014/main" id="{F26394F6-AECD-4C54-2459-0795B0F86E85}"/>
              </a:ext>
            </a:extLst>
          </p:cNvPr>
          <p:cNvSpPr>
            <a:spLocks noGrp="1"/>
          </p:cNvSpPr>
          <p:nvPr>
            <p:ph sz="quarter" idx="1"/>
          </p:nvPr>
        </p:nvSpPr>
        <p:spPr>
          <a:xfrm>
            <a:off x="609600" y="1600200"/>
            <a:ext cx="3261742" cy="4781128"/>
          </a:xfrm>
        </p:spPr>
        <p:txBody>
          <a:bodyPr>
            <a:noAutofit/>
          </a:bodyPr>
          <a:lstStyle/>
          <a:p>
            <a:r>
              <a:rPr lang="en-GB" sz="1400" dirty="0"/>
              <a:t>We can test a product usability at various stages of product development, but it's most beneficial at the following key points:</a:t>
            </a:r>
          </a:p>
          <a:p>
            <a:pPr lvl="1">
              <a:buFont typeface="+mj-lt"/>
              <a:buAutoNum type="arabicPeriod"/>
            </a:pPr>
            <a:r>
              <a:rPr lang="en-GB" sz="1400" b="1" dirty="0"/>
              <a:t>Ideation / Early Design Stage (Low-fidelity Prototypes or Usability Benchmarking)</a:t>
            </a:r>
            <a:endParaRPr lang="en-GB" sz="1400" dirty="0"/>
          </a:p>
          <a:p>
            <a:pPr lvl="1">
              <a:buFont typeface="+mj-lt"/>
              <a:buAutoNum type="arabicPeriod"/>
            </a:pPr>
            <a:r>
              <a:rPr lang="en-GB" sz="1400" b="1" dirty="0"/>
              <a:t>Design Stage (Mid-fidelity Prototypes)</a:t>
            </a:r>
            <a:endParaRPr lang="en-GB" sz="1400" dirty="0"/>
          </a:p>
          <a:p>
            <a:pPr lvl="1">
              <a:buFont typeface="+mj-lt"/>
              <a:buAutoNum type="arabicPeriod"/>
            </a:pPr>
            <a:r>
              <a:rPr lang="en-GB" sz="1400" b="1" dirty="0"/>
              <a:t>Development Stage (High-fidelity Prototypes or MVP)</a:t>
            </a:r>
            <a:endParaRPr lang="en-GB" sz="1400" dirty="0"/>
          </a:p>
          <a:p>
            <a:pPr lvl="1">
              <a:buFont typeface="+mj-lt"/>
              <a:buAutoNum type="arabicPeriod"/>
            </a:pPr>
            <a:r>
              <a:rPr lang="en-GB" sz="1400" b="1" dirty="0"/>
              <a:t>Pre-launch Stage (Beta Testing)</a:t>
            </a:r>
            <a:endParaRPr lang="en-GB" sz="1400" dirty="0"/>
          </a:p>
          <a:p>
            <a:pPr lvl="1">
              <a:buFont typeface="+mj-lt"/>
              <a:buAutoNum type="arabicPeriod"/>
            </a:pPr>
            <a:r>
              <a:rPr lang="en-GB" sz="1400" b="1" dirty="0"/>
              <a:t>Post-launch Stage (Ongoing Usability Testing)</a:t>
            </a:r>
            <a:endParaRPr lang="en-GB" sz="1400" dirty="0"/>
          </a:p>
          <a:p>
            <a:r>
              <a:rPr lang="en-GB" sz="1400" dirty="0"/>
              <a:t>Testing usability early and iteratively helps prevent costly redesigns and ensures the product meets user expectations.</a:t>
            </a:r>
          </a:p>
        </p:txBody>
      </p:sp>
      <p:pic>
        <p:nvPicPr>
          <p:cNvPr id="7" name="Picture 6">
            <a:extLst>
              <a:ext uri="{FF2B5EF4-FFF2-40B4-BE49-F238E27FC236}">
                <a16:creationId xmlns:a16="http://schemas.microsoft.com/office/drawing/2014/main" id="{A5BB9087-0948-A704-7B44-30BADE854933}"/>
              </a:ext>
            </a:extLst>
          </p:cNvPr>
          <p:cNvPicPr>
            <a:picLocks noChangeAspect="1"/>
          </p:cNvPicPr>
          <p:nvPr/>
        </p:nvPicPr>
        <p:blipFill>
          <a:blip r:embed="rId3"/>
          <a:stretch>
            <a:fillRect/>
          </a:stretch>
        </p:blipFill>
        <p:spPr>
          <a:xfrm>
            <a:off x="3884662" y="2276872"/>
            <a:ext cx="5272658" cy="3251254"/>
          </a:xfrm>
          <a:prstGeom prst="rect">
            <a:avLst/>
          </a:prstGeom>
        </p:spPr>
      </p:pic>
      <p:sp>
        <p:nvSpPr>
          <p:cNvPr id="15" name="Date Placeholder 14">
            <a:extLst>
              <a:ext uri="{FF2B5EF4-FFF2-40B4-BE49-F238E27FC236}">
                <a16:creationId xmlns:a16="http://schemas.microsoft.com/office/drawing/2014/main" id="{4BC426D5-9150-2A30-3668-E73312315948}"/>
              </a:ext>
            </a:extLst>
          </p:cNvPr>
          <p:cNvSpPr>
            <a:spLocks noGrp="1"/>
          </p:cNvSpPr>
          <p:nvPr>
            <p:ph type="dt" sz="half" idx="2"/>
          </p:nvPr>
        </p:nvSpPr>
        <p:spPr/>
        <p:txBody>
          <a:bodyPr/>
          <a:lstStyle/>
          <a:p>
            <a:r>
              <a:rPr lang="en-US"/>
              <a:t>Academic year 2024-25</a:t>
            </a:r>
            <a:endParaRPr lang="en-US" dirty="0"/>
          </a:p>
        </p:txBody>
      </p:sp>
      <p:sp>
        <p:nvSpPr>
          <p:cNvPr id="16" name="Footer Placeholder 15">
            <a:extLst>
              <a:ext uri="{FF2B5EF4-FFF2-40B4-BE49-F238E27FC236}">
                <a16:creationId xmlns:a16="http://schemas.microsoft.com/office/drawing/2014/main" id="{BE88FC0D-A17B-065D-805B-F18FE801CB9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7" name="Slide Number Placeholder 16">
            <a:extLst>
              <a:ext uri="{FF2B5EF4-FFF2-40B4-BE49-F238E27FC236}">
                <a16:creationId xmlns:a16="http://schemas.microsoft.com/office/drawing/2014/main" id="{2509F799-84AE-EF6E-7954-76B45679C1B5}"/>
              </a:ext>
            </a:extLst>
          </p:cNvPr>
          <p:cNvSpPr>
            <a:spLocks noGrp="1"/>
          </p:cNvSpPr>
          <p:nvPr>
            <p:ph type="sldNum" sz="quarter" idx="4"/>
          </p:nvPr>
        </p:nvSpPr>
        <p:spPr/>
        <p:txBody>
          <a:bodyPr/>
          <a:lstStyle/>
          <a:p>
            <a:fld id="{9FD7ECCF-50E7-4327-B945-FA93FF7B2BEF}" type="slidenum">
              <a:rPr lang="en-US" smtClean="0"/>
              <a:pPr/>
              <a:t>20</a:t>
            </a:fld>
            <a:r>
              <a:rPr lang="en-GB"/>
              <a:t>/50</a:t>
            </a:r>
            <a:endParaRPr lang="en-US" dirty="0"/>
          </a:p>
        </p:txBody>
      </p:sp>
    </p:spTree>
    <p:extLst>
      <p:ext uri="{BB962C8B-B14F-4D97-AF65-F5344CB8AC3E}">
        <p14:creationId xmlns:p14="http://schemas.microsoft.com/office/powerpoint/2010/main" val="31465948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562DE2-4C33-8B6A-DC30-B7A0F609092E}"/>
              </a:ext>
            </a:extLst>
          </p:cNvPr>
          <p:cNvSpPr>
            <a:spLocks noGrp="1"/>
          </p:cNvSpPr>
          <p:nvPr>
            <p:ph type="body" idx="1"/>
          </p:nvPr>
        </p:nvSpPr>
        <p:spPr/>
        <p:txBody>
          <a:bodyPr>
            <a:normAutofit fontScale="77500" lnSpcReduction="20000"/>
          </a:bodyPr>
          <a:lstStyle/>
          <a:p>
            <a:pPr>
              <a:spcBef>
                <a:spcPts val="600"/>
              </a:spcBef>
              <a:spcAft>
                <a:spcPts val="600"/>
              </a:spcAft>
            </a:pPr>
            <a:r>
              <a:rPr lang="en-GB" sz="2800" dirty="0"/>
              <a:t>Usability testing is </a:t>
            </a:r>
            <a:r>
              <a:rPr lang="en-GB" sz="2800" b="1" dirty="0"/>
              <a:t>the practice of testing how easy a design is to use </a:t>
            </a:r>
            <a:r>
              <a:rPr lang="en-GB" sz="2800" dirty="0"/>
              <a:t>with a group of </a:t>
            </a:r>
            <a:r>
              <a:rPr lang="en-GB" sz="2800" b="1" dirty="0"/>
              <a:t>representative</a:t>
            </a:r>
            <a:r>
              <a:rPr lang="en-GB" sz="2800" dirty="0"/>
              <a:t> users. </a:t>
            </a:r>
          </a:p>
          <a:p>
            <a:pPr marL="320040" lvl="1" indent="0">
              <a:spcBef>
                <a:spcPts val="600"/>
              </a:spcBef>
              <a:spcAft>
                <a:spcPts val="600"/>
              </a:spcAft>
              <a:buNone/>
            </a:pPr>
            <a:r>
              <a:rPr lang="en-GB" sz="2500" i="1" dirty="0"/>
              <a:t>“It’s about catching customers in the act, and providing highly relevant and highly contextual information.”</a:t>
            </a:r>
          </a:p>
          <a:p>
            <a:pPr marL="320040" lvl="1" indent="0">
              <a:spcBef>
                <a:spcPts val="600"/>
              </a:spcBef>
              <a:spcAft>
                <a:spcPts val="600"/>
              </a:spcAft>
              <a:buNone/>
            </a:pPr>
            <a:r>
              <a:rPr lang="en-GB" sz="2500" dirty="0"/>
              <a:t>— Paul Maritz, CEO at Pivotal</a:t>
            </a:r>
            <a:endParaRPr lang="en-GB" sz="2800" dirty="0"/>
          </a:p>
        </p:txBody>
      </p:sp>
      <p:sp>
        <p:nvSpPr>
          <p:cNvPr id="2" name="Title 1">
            <a:extLst>
              <a:ext uri="{FF2B5EF4-FFF2-40B4-BE49-F238E27FC236}">
                <a16:creationId xmlns:a16="http://schemas.microsoft.com/office/drawing/2014/main" id="{56E34F29-9B6A-9879-C13D-3E6BA9980A76}"/>
              </a:ext>
            </a:extLst>
          </p:cNvPr>
          <p:cNvSpPr>
            <a:spLocks noGrp="1"/>
          </p:cNvSpPr>
          <p:nvPr>
            <p:ph type="title"/>
          </p:nvPr>
        </p:nvSpPr>
        <p:spPr/>
        <p:txBody>
          <a:bodyPr/>
          <a:lstStyle/>
          <a:p>
            <a:r>
              <a:rPr lang="en-GB" dirty="0"/>
              <a:t>Usability testing</a:t>
            </a:r>
          </a:p>
        </p:txBody>
      </p:sp>
      <p:pic>
        <p:nvPicPr>
          <p:cNvPr id="7" name="Picture 6" descr="link to article">
            <a:hlinkClick r:id="rId2"/>
            <a:extLst>
              <a:ext uri="{FF2B5EF4-FFF2-40B4-BE49-F238E27FC236}">
                <a16:creationId xmlns:a16="http://schemas.microsoft.com/office/drawing/2014/main" id="{BC0E0B83-5373-72BC-924C-56C3303DC66E}"/>
              </a:ext>
            </a:extLst>
          </p:cNvPr>
          <p:cNvPicPr>
            <a:picLocks noChangeAspect="1"/>
          </p:cNvPicPr>
          <p:nvPr/>
        </p:nvPicPr>
        <p:blipFill>
          <a:blip r:embed="rId3"/>
          <a:stretch>
            <a:fillRect/>
          </a:stretch>
        </p:blipFill>
        <p:spPr>
          <a:xfrm>
            <a:off x="3496835" y="4865650"/>
            <a:ext cx="766904" cy="748350"/>
          </a:xfrm>
          <a:prstGeom prst="rect">
            <a:avLst/>
          </a:prstGeom>
        </p:spPr>
      </p:pic>
      <p:pic>
        <p:nvPicPr>
          <p:cNvPr id="8" name="Picture 7" descr="link to video">
            <a:hlinkClick r:id="rId4"/>
            <a:extLst>
              <a:ext uri="{FF2B5EF4-FFF2-40B4-BE49-F238E27FC236}">
                <a16:creationId xmlns:a16="http://schemas.microsoft.com/office/drawing/2014/main" id="{1F66CED5-9EDC-A8DC-B209-EA54C5F30842}"/>
              </a:ext>
            </a:extLst>
          </p:cNvPr>
          <p:cNvPicPr>
            <a:picLocks noChangeAspect="1"/>
          </p:cNvPicPr>
          <p:nvPr/>
        </p:nvPicPr>
        <p:blipFill>
          <a:blip r:embed="rId5"/>
          <a:stretch>
            <a:fillRect/>
          </a:stretch>
        </p:blipFill>
        <p:spPr>
          <a:xfrm>
            <a:off x="4572000" y="4865650"/>
            <a:ext cx="856418" cy="784299"/>
          </a:xfrm>
          <a:prstGeom prst="rect">
            <a:avLst/>
          </a:prstGeom>
        </p:spPr>
      </p:pic>
      <p:sp>
        <p:nvSpPr>
          <p:cNvPr id="16" name="Date Placeholder 15">
            <a:extLst>
              <a:ext uri="{FF2B5EF4-FFF2-40B4-BE49-F238E27FC236}">
                <a16:creationId xmlns:a16="http://schemas.microsoft.com/office/drawing/2014/main" id="{89B1363F-D52A-D924-31C9-0BC4BF5E536A}"/>
              </a:ext>
            </a:extLst>
          </p:cNvPr>
          <p:cNvSpPr>
            <a:spLocks noGrp="1"/>
          </p:cNvSpPr>
          <p:nvPr>
            <p:ph type="dt" sz="half" idx="2"/>
          </p:nvPr>
        </p:nvSpPr>
        <p:spPr/>
        <p:txBody>
          <a:bodyPr/>
          <a:lstStyle/>
          <a:p>
            <a:r>
              <a:rPr lang="en-US"/>
              <a:t>Academic year 2024-25</a:t>
            </a:r>
            <a:endParaRPr lang="en-US" dirty="0"/>
          </a:p>
        </p:txBody>
      </p:sp>
      <p:sp>
        <p:nvSpPr>
          <p:cNvPr id="17" name="Footer Placeholder 16">
            <a:extLst>
              <a:ext uri="{FF2B5EF4-FFF2-40B4-BE49-F238E27FC236}">
                <a16:creationId xmlns:a16="http://schemas.microsoft.com/office/drawing/2014/main" id="{25AAD384-77D9-8E73-EBEA-A99963B74A3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8" name="Slide Number Placeholder 17">
            <a:extLst>
              <a:ext uri="{FF2B5EF4-FFF2-40B4-BE49-F238E27FC236}">
                <a16:creationId xmlns:a16="http://schemas.microsoft.com/office/drawing/2014/main" id="{BFBDF3E7-4AF0-2647-C333-2A08BEA060F6}"/>
              </a:ext>
            </a:extLst>
          </p:cNvPr>
          <p:cNvSpPr>
            <a:spLocks noGrp="1"/>
          </p:cNvSpPr>
          <p:nvPr>
            <p:ph type="sldNum" sz="quarter" idx="11"/>
          </p:nvPr>
        </p:nvSpPr>
        <p:spPr/>
        <p:txBody>
          <a:bodyPr/>
          <a:lstStyle/>
          <a:p>
            <a:fld id="{4F96EDF4-259A-48E8-B98E-8CB70E21F623}" type="slidenum">
              <a:rPr lang="en-US" smtClean="0"/>
              <a:pPr/>
              <a:t>21</a:t>
            </a:fld>
            <a:r>
              <a:rPr lang="en-GB"/>
              <a:t>/ 50</a:t>
            </a:r>
            <a:endParaRPr lang="en-US" dirty="0"/>
          </a:p>
        </p:txBody>
      </p:sp>
    </p:spTree>
    <p:extLst>
      <p:ext uri="{BB962C8B-B14F-4D97-AF65-F5344CB8AC3E}">
        <p14:creationId xmlns:p14="http://schemas.microsoft.com/office/powerpoint/2010/main" val="33531590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Elements of usability testing</a:t>
            </a:r>
          </a:p>
        </p:txBody>
      </p:sp>
      <p:sp>
        <p:nvSpPr>
          <p:cNvPr id="3" name="Content Placeholder 2"/>
          <p:cNvSpPr>
            <a:spLocks noGrp="1"/>
          </p:cNvSpPr>
          <p:nvPr>
            <p:ph sz="quarter" idx="1"/>
          </p:nvPr>
        </p:nvSpPr>
        <p:spPr>
          <a:xfrm>
            <a:off x="612648" y="1748458"/>
            <a:ext cx="8063808" cy="2028749"/>
          </a:xfrm>
        </p:spPr>
        <p:txBody>
          <a:bodyPr>
            <a:normAutofit fontScale="70000" lnSpcReduction="20000"/>
          </a:bodyPr>
          <a:lstStyle/>
          <a:p>
            <a:pPr>
              <a:lnSpc>
                <a:spcPct val="120000"/>
              </a:lnSpc>
              <a:spcBef>
                <a:spcPts val="600"/>
              </a:spcBef>
            </a:pPr>
            <a:r>
              <a:rPr lang="en-GB" sz="2800" i="1" dirty="0"/>
              <a:t>“In a </a:t>
            </a:r>
            <a:r>
              <a:rPr lang="en-GB" sz="2800" b="1" i="1" dirty="0">
                <a:solidFill>
                  <a:schemeClr val="accent2">
                    <a:lumMod val="75000"/>
                  </a:schemeClr>
                </a:solidFill>
                <a:hlinkClick r:id="rId2">
                  <a:extLst>
                    <a:ext uri="{A12FA001-AC4F-418D-AE19-62706E023703}">
                      <ahyp:hlinkClr xmlns:ahyp="http://schemas.microsoft.com/office/drawing/2018/hyperlinkcolor" val="tx"/>
                    </a:ext>
                  </a:extLst>
                </a:hlinkClick>
              </a:rPr>
              <a:t>usability-testing</a:t>
            </a:r>
            <a:r>
              <a:rPr lang="en-GB" sz="2800" i="1" dirty="0"/>
              <a:t> session, a researcher (called a facilitator” or a “moderator”) asks a participant to perform tasks, usually using one or more specific user interfaces. While the participant completes each task, the researcher observes the participant’s behaviour and listens for feedback.”</a:t>
            </a:r>
          </a:p>
          <a:p>
            <a:pPr marL="320040" lvl="1" indent="0">
              <a:lnSpc>
                <a:spcPct val="120000"/>
              </a:lnSpc>
              <a:spcBef>
                <a:spcPts val="600"/>
              </a:spcBef>
              <a:buNone/>
            </a:pPr>
            <a:r>
              <a:rPr lang="en-GB" sz="2500" dirty="0"/>
              <a:t>— NN/g</a:t>
            </a:r>
          </a:p>
          <a:p>
            <a:pPr>
              <a:lnSpc>
                <a:spcPct val="120000"/>
              </a:lnSpc>
              <a:spcBef>
                <a:spcPts val="600"/>
              </a:spcBef>
            </a:pPr>
            <a:endParaRPr lang="en-GB" sz="2800" dirty="0"/>
          </a:p>
          <a:p>
            <a:pPr>
              <a:lnSpc>
                <a:spcPct val="120000"/>
              </a:lnSpc>
              <a:spcBef>
                <a:spcPts val="600"/>
              </a:spcBef>
            </a:pPr>
            <a:endParaRPr lang="en-GB" sz="2800" dirty="0"/>
          </a:p>
        </p:txBody>
      </p:sp>
      <p:pic>
        <p:nvPicPr>
          <p:cNvPr id="14" name="Picture 13" descr="core usability testing element">
            <a:extLst>
              <a:ext uri="{FF2B5EF4-FFF2-40B4-BE49-F238E27FC236}">
                <a16:creationId xmlns:a16="http://schemas.microsoft.com/office/drawing/2014/main" id="{68DE0379-0590-404E-A29E-B2DAF757F73D}"/>
              </a:ext>
            </a:extLst>
          </p:cNvPr>
          <p:cNvPicPr>
            <a:picLocks noChangeAspect="1"/>
          </p:cNvPicPr>
          <p:nvPr/>
        </p:nvPicPr>
        <p:blipFill>
          <a:blip r:embed="rId3"/>
          <a:stretch>
            <a:fillRect/>
          </a:stretch>
        </p:blipFill>
        <p:spPr>
          <a:xfrm>
            <a:off x="2123728" y="3645024"/>
            <a:ext cx="4787741" cy="2525492"/>
          </a:xfrm>
          <a:prstGeom prst="rect">
            <a:avLst/>
          </a:prstGeom>
        </p:spPr>
      </p:pic>
      <p:sp>
        <p:nvSpPr>
          <p:cNvPr id="4" name="TextBox 3">
            <a:extLst>
              <a:ext uri="{FF2B5EF4-FFF2-40B4-BE49-F238E27FC236}">
                <a16:creationId xmlns:a16="http://schemas.microsoft.com/office/drawing/2014/main" id="{DF032E22-96E3-DC3F-B2AB-256426CCBB25}"/>
              </a:ext>
            </a:extLst>
          </p:cNvPr>
          <p:cNvSpPr txBox="1"/>
          <p:nvPr/>
        </p:nvSpPr>
        <p:spPr>
          <a:xfrm>
            <a:off x="2339752" y="3028377"/>
            <a:ext cx="1648208" cy="461665"/>
          </a:xfrm>
          <a:prstGeom prst="rect">
            <a:avLst/>
          </a:prstGeom>
          <a:noFill/>
        </p:spPr>
        <p:txBody>
          <a:bodyPr wrap="none" rtlCol="0">
            <a:spAutoFit/>
          </a:bodyPr>
          <a:lstStyle/>
          <a:p>
            <a:r>
              <a:rPr lang="en-GB" dirty="0">
                <a:solidFill>
                  <a:srgbClr val="FF6600"/>
                </a:solidFill>
                <a:latin typeface="+mn-lt"/>
              </a:rPr>
              <a:t>and records</a:t>
            </a:r>
          </a:p>
        </p:txBody>
      </p:sp>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3AE4701A-FE28-DD79-445D-751B1B9A4A9B}"/>
                  </a:ext>
                </a:extLst>
              </p14:cNvPr>
              <p14:cNvContentPartPr/>
              <p14:nvPr/>
            </p14:nvContentPartPr>
            <p14:xfrm>
              <a:off x="2971277" y="2962611"/>
              <a:ext cx="125280" cy="167400"/>
            </p14:xfrm>
          </p:contentPart>
        </mc:Choice>
        <mc:Fallback xmlns="">
          <p:pic>
            <p:nvPicPr>
              <p:cNvPr id="7" name="Ink 6">
                <a:extLst>
                  <a:ext uri="{FF2B5EF4-FFF2-40B4-BE49-F238E27FC236}">
                    <a16:creationId xmlns:a16="http://schemas.microsoft.com/office/drawing/2014/main" id="{3AE4701A-FE28-DD79-445D-751B1B9A4A9B}"/>
                  </a:ext>
                </a:extLst>
              </p:cNvPr>
              <p:cNvPicPr/>
              <p:nvPr/>
            </p:nvPicPr>
            <p:blipFill>
              <a:blip r:embed="rId5"/>
              <a:stretch>
                <a:fillRect/>
              </a:stretch>
            </p:blipFill>
            <p:spPr>
              <a:xfrm>
                <a:off x="2962277" y="2953971"/>
                <a:ext cx="142920" cy="185040"/>
              </a:xfrm>
              <a:prstGeom prst="rect">
                <a:avLst/>
              </a:prstGeom>
            </p:spPr>
          </p:pic>
        </mc:Fallback>
      </mc:AlternateContent>
      <p:sp>
        <p:nvSpPr>
          <p:cNvPr id="17" name="Date Placeholder 16">
            <a:extLst>
              <a:ext uri="{FF2B5EF4-FFF2-40B4-BE49-F238E27FC236}">
                <a16:creationId xmlns:a16="http://schemas.microsoft.com/office/drawing/2014/main" id="{248B7D02-DCDB-758C-A4B4-51C72315A95E}"/>
              </a:ext>
            </a:extLst>
          </p:cNvPr>
          <p:cNvSpPr>
            <a:spLocks noGrp="1"/>
          </p:cNvSpPr>
          <p:nvPr>
            <p:ph type="dt" sz="half" idx="2"/>
          </p:nvPr>
        </p:nvSpPr>
        <p:spPr/>
        <p:txBody>
          <a:bodyPr/>
          <a:lstStyle/>
          <a:p>
            <a:r>
              <a:rPr lang="en-US"/>
              <a:t>Academic year 2024-25</a:t>
            </a:r>
            <a:endParaRPr lang="en-US" dirty="0"/>
          </a:p>
        </p:txBody>
      </p:sp>
      <p:sp>
        <p:nvSpPr>
          <p:cNvPr id="18" name="Footer Placeholder 17">
            <a:extLst>
              <a:ext uri="{FF2B5EF4-FFF2-40B4-BE49-F238E27FC236}">
                <a16:creationId xmlns:a16="http://schemas.microsoft.com/office/drawing/2014/main" id="{6E92A202-36BB-8210-F471-11898A0FFC7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9" name="Slide Number Placeholder 18">
            <a:extLst>
              <a:ext uri="{FF2B5EF4-FFF2-40B4-BE49-F238E27FC236}">
                <a16:creationId xmlns:a16="http://schemas.microsoft.com/office/drawing/2014/main" id="{6C269506-B737-FE9F-40F9-CB6BC1DBF276}"/>
              </a:ext>
            </a:extLst>
          </p:cNvPr>
          <p:cNvSpPr>
            <a:spLocks noGrp="1"/>
          </p:cNvSpPr>
          <p:nvPr>
            <p:ph type="sldNum" sz="quarter" idx="4"/>
          </p:nvPr>
        </p:nvSpPr>
        <p:spPr/>
        <p:txBody>
          <a:bodyPr/>
          <a:lstStyle/>
          <a:p>
            <a:fld id="{9FD7ECCF-50E7-4327-B945-FA93FF7B2BEF}" type="slidenum">
              <a:rPr lang="en-US" smtClean="0"/>
              <a:pPr/>
              <a:t>22</a:t>
            </a:fld>
            <a:r>
              <a:rPr lang="en-GB"/>
              <a:t>/50</a:t>
            </a:r>
            <a:endParaRPr lang="en-US" dirty="0"/>
          </a:p>
        </p:txBody>
      </p:sp>
    </p:spTree>
    <p:extLst>
      <p:ext uri="{BB962C8B-B14F-4D97-AF65-F5344CB8AC3E}">
        <p14:creationId xmlns:p14="http://schemas.microsoft.com/office/powerpoint/2010/main" val="5470771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0EA92-D5A2-2E62-68E5-361DA6BD9687}"/>
              </a:ext>
            </a:extLst>
          </p:cNvPr>
          <p:cNvSpPr>
            <a:spLocks noGrp="1"/>
          </p:cNvSpPr>
          <p:nvPr>
            <p:ph type="title"/>
          </p:nvPr>
        </p:nvSpPr>
        <p:spPr/>
        <p:txBody>
          <a:bodyPr/>
          <a:lstStyle/>
          <a:p>
            <a:r>
              <a:rPr lang="en-GB" dirty="0"/>
              <a:t>Elements of usability testing</a:t>
            </a:r>
          </a:p>
        </p:txBody>
      </p:sp>
      <p:pic>
        <p:nvPicPr>
          <p:cNvPr id="8" name="Picture 7" descr="core usability testing elments in a lab">
            <a:extLst>
              <a:ext uri="{FF2B5EF4-FFF2-40B4-BE49-F238E27FC236}">
                <a16:creationId xmlns:a16="http://schemas.microsoft.com/office/drawing/2014/main" id="{191D2A29-A305-6A01-DD31-DE58633C55CF}"/>
              </a:ext>
            </a:extLst>
          </p:cNvPr>
          <p:cNvPicPr>
            <a:picLocks noChangeAspect="1"/>
          </p:cNvPicPr>
          <p:nvPr/>
        </p:nvPicPr>
        <p:blipFill>
          <a:blip r:embed="rId2"/>
          <a:stretch>
            <a:fillRect/>
          </a:stretch>
        </p:blipFill>
        <p:spPr>
          <a:xfrm>
            <a:off x="1258252" y="1661539"/>
            <a:ext cx="6179918" cy="4111066"/>
          </a:xfrm>
          <a:prstGeom prst="rect">
            <a:avLst/>
          </a:prstGeom>
        </p:spPr>
      </p:pic>
      <p:sp>
        <p:nvSpPr>
          <p:cNvPr id="9" name="TextBox 8">
            <a:extLst>
              <a:ext uri="{FF2B5EF4-FFF2-40B4-BE49-F238E27FC236}">
                <a16:creationId xmlns:a16="http://schemas.microsoft.com/office/drawing/2014/main" id="{5B004A92-5237-5E23-61F6-0129B4C66A89}"/>
              </a:ext>
            </a:extLst>
          </p:cNvPr>
          <p:cNvSpPr txBox="1"/>
          <p:nvPr/>
        </p:nvSpPr>
        <p:spPr>
          <a:xfrm>
            <a:off x="1210253" y="5772605"/>
            <a:ext cx="6050824" cy="369332"/>
          </a:xfrm>
          <a:prstGeom prst="rect">
            <a:avLst/>
          </a:prstGeom>
          <a:noFill/>
        </p:spPr>
        <p:txBody>
          <a:bodyPr wrap="none" rtlCol="0">
            <a:spAutoFit/>
          </a:bodyPr>
          <a:lstStyle/>
          <a:p>
            <a:r>
              <a:rPr lang="en-GB" sz="1800" dirty="0">
                <a:solidFill>
                  <a:schemeClr val="tx1">
                    <a:lumMod val="75000"/>
                    <a:lumOff val="25000"/>
                  </a:schemeClr>
                </a:solidFill>
                <a:latin typeface="+mj-lt"/>
              </a:rPr>
              <a:t>NN/g https://www.nngroup.com/articles/usability-testing-101/</a:t>
            </a:r>
          </a:p>
        </p:txBody>
      </p:sp>
      <p:sp>
        <p:nvSpPr>
          <p:cNvPr id="15" name="Date Placeholder 14">
            <a:extLst>
              <a:ext uri="{FF2B5EF4-FFF2-40B4-BE49-F238E27FC236}">
                <a16:creationId xmlns:a16="http://schemas.microsoft.com/office/drawing/2014/main" id="{49473D55-A6A8-A6B6-8B98-5EBD15DC77C1}"/>
              </a:ext>
            </a:extLst>
          </p:cNvPr>
          <p:cNvSpPr>
            <a:spLocks noGrp="1"/>
          </p:cNvSpPr>
          <p:nvPr>
            <p:ph type="dt" sz="half" idx="2"/>
          </p:nvPr>
        </p:nvSpPr>
        <p:spPr/>
        <p:txBody>
          <a:bodyPr/>
          <a:lstStyle/>
          <a:p>
            <a:r>
              <a:rPr lang="en-US"/>
              <a:t>Academic year 2024-25</a:t>
            </a:r>
            <a:endParaRPr lang="en-US" dirty="0"/>
          </a:p>
        </p:txBody>
      </p:sp>
      <p:sp>
        <p:nvSpPr>
          <p:cNvPr id="16" name="Footer Placeholder 15">
            <a:extLst>
              <a:ext uri="{FF2B5EF4-FFF2-40B4-BE49-F238E27FC236}">
                <a16:creationId xmlns:a16="http://schemas.microsoft.com/office/drawing/2014/main" id="{C673D57F-D29C-AFE3-1786-76F8EDB6882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7" name="Slide Number Placeholder 16">
            <a:extLst>
              <a:ext uri="{FF2B5EF4-FFF2-40B4-BE49-F238E27FC236}">
                <a16:creationId xmlns:a16="http://schemas.microsoft.com/office/drawing/2014/main" id="{38D87DD7-4EDD-2092-ADFE-9D54F82B057E}"/>
              </a:ext>
            </a:extLst>
          </p:cNvPr>
          <p:cNvSpPr>
            <a:spLocks noGrp="1"/>
          </p:cNvSpPr>
          <p:nvPr>
            <p:ph type="sldNum" sz="quarter" idx="4"/>
          </p:nvPr>
        </p:nvSpPr>
        <p:spPr/>
        <p:txBody>
          <a:bodyPr/>
          <a:lstStyle/>
          <a:p>
            <a:fld id="{9FD7ECCF-50E7-4327-B945-FA93FF7B2BEF}" type="slidenum">
              <a:rPr lang="en-US" smtClean="0"/>
              <a:pPr/>
              <a:t>23</a:t>
            </a:fld>
            <a:r>
              <a:rPr lang="en-GB"/>
              <a:t>/50</a:t>
            </a:r>
            <a:endParaRPr lang="en-US" dirty="0"/>
          </a:p>
        </p:txBody>
      </p:sp>
    </p:spTree>
    <p:extLst>
      <p:ext uri="{BB962C8B-B14F-4D97-AF65-F5344CB8AC3E}">
        <p14:creationId xmlns:p14="http://schemas.microsoft.com/office/powerpoint/2010/main" val="19558209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9DDEF-B4CB-4834-9C6E-8FDB3683BF8A}"/>
              </a:ext>
            </a:extLst>
          </p:cNvPr>
          <p:cNvSpPr>
            <a:spLocks noGrp="1"/>
          </p:cNvSpPr>
          <p:nvPr>
            <p:ph type="title"/>
          </p:nvPr>
        </p:nvSpPr>
        <p:spPr/>
        <p:txBody>
          <a:bodyPr/>
          <a:lstStyle/>
          <a:p>
            <a:r>
              <a:rPr lang="en-GB" dirty="0"/>
              <a:t>Why usability testing?</a:t>
            </a:r>
          </a:p>
        </p:txBody>
      </p:sp>
      <p:pic>
        <p:nvPicPr>
          <p:cNvPr id="8" name="Picture 7" descr="why usability testing?">
            <a:extLst>
              <a:ext uri="{FF2B5EF4-FFF2-40B4-BE49-F238E27FC236}">
                <a16:creationId xmlns:a16="http://schemas.microsoft.com/office/drawing/2014/main" id="{C115EAC1-1839-45F0-8372-6E0952CC673C}"/>
              </a:ext>
            </a:extLst>
          </p:cNvPr>
          <p:cNvPicPr>
            <a:picLocks noChangeAspect="1"/>
          </p:cNvPicPr>
          <p:nvPr/>
        </p:nvPicPr>
        <p:blipFill>
          <a:blip r:embed="rId2"/>
          <a:stretch>
            <a:fillRect/>
          </a:stretch>
        </p:blipFill>
        <p:spPr>
          <a:xfrm>
            <a:off x="1331640" y="2060551"/>
            <a:ext cx="6267450" cy="3286125"/>
          </a:xfrm>
          <a:prstGeom prst="rect">
            <a:avLst/>
          </a:prstGeom>
        </p:spPr>
      </p:pic>
      <p:sp>
        <p:nvSpPr>
          <p:cNvPr id="14" name="Date Placeholder 13">
            <a:extLst>
              <a:ext uri="{FF2B5EF4-FFF2-40B4-BE49-F238E27FC236}">
                <a16:creationId xmlns:a16="http://schemas.microsoft.com/office/drawing/2014/main" id="{40340222-3407-2AED-442A-EFBF4A9E75E7}"/>
              </a:ext>
            </a:extLst>
          </p:cNvPr>
          <p:cNvSpPr>
            <a:spLocks noGrp="1"/>
          </p:cNvSpPr>
          <p:nvPr>
            <p:ph type="dt" sz="half" idx="2"/>
          </p:nvPr>
        </p:nvSpPr>
        <p:spPr/>
        <p:txBody>
          <a:bodyPr/>
          <a:lstStyle/>
          <a:p>
            <a:r>
              <a:rPr lang="en-US"/>
              <a:t>Academic year 2024-25</a:t>
            </a:r>
            <a:endParaRPr lang="en-US" dirty="0"/>
          </a:p>
        </p:txBody>
      </p:sp>
      <p:sp>
        <p:nvSpPr>
          <p:cNvPr id="15" name="Footer Placeholder 14">
            <a:extLst>
              <a:ext uri="{FF2B5EF4-FFF2-40B4-BE49-F238E27FC236}">
                <a16:creationId xmlns:a16="http://schemas.microsoft.com/office/drawing/2014/main" id="{37F05A72-CAC2-4BD5-1445-7C8707FD86E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6" name="Slide Number Placeholder 15">
            <a:extLst>
              <a:ext uri="{FF2B5EF4-FFF2-40B4-BE49-F238E27FC236}">
                <a16:creationId xmlns:a16="http://schemas.microsoft.com/office/drawing/2014/main" id="{E07A7694-AF8B-EA32-A41D-CF5701A843A6}"/>
              </a:ext>
            </a:extLst>
          </p:cNvPr>
          <p:cNvSpPr>
            <a:spLocks noGrp="1"/>
          </p:cNvSpPr>
          <p:nvPr>
            <p:ph type="sldNum" sz="quarter" idx="4"/>
          </p:nvPr>
        </p:nvSpPr>
        <p:spPr/>
        <p:txBody>
          <a:bodyPr/>
          <a:lstStyle/>
          <a:p>
            <a:fld id="{9FD7ECCF-50E7-4327-B945-FA93FF7B2BEF}" type="slidenum">
              <a:rPr lang="en-US" smtClean="0"/>
              <a:pPr/>
              <a:t>24</a:t>
            </a:fld>
            <a:r>
              <a:rPr lang="en-GB"/>
              <a:t>/50</a:t>
            </a:r>
            <a:endParaRPr lang="en-US" dirty="0"/>
          </a:p>
        </p:txBody>
      </p:sp>
    </p:spTree>
    <p:extLst>
      <p:ext uri="{BB962C8B-B14F-4D97-AF65-F5344CB8AC3E}">
        <p14:creationId xmlns:p14="http://schemas.microsoft.com/office/powerpoint/2010/main" val="22823759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Goals of usability testing</a:t>
            </a:r>
          </a:p>
        </p:txBody>
      </p:sp>
      <p:sp>
        <p:nvSpPr>
          <p:cNvPr id="3" name="Content Placeholder 2"/>
          <p:cNvSpPr>
            <a:spLocks noGrp="1"/>
          </p:cNvSpPr>
          <p:nvPr>
            <p:ph sz="quarter" idx="1"/>
          </p:nvPr>
        </p:nvSpPr>
        <p:spPr>
          <a:xfrm>
            <a:off x="612648" y="1534412"/>
            <a:ext cx="8153400" cy="4757758"/>
          </a:xfrm>
        </p:spPr>
        <p:txBody>
          <a:bodyPr>
            <a:normAutofit fontScale="70000" lnSpcReduction="20000"/>
          </a:bodyPr>
          <a:lstStyle/>
          <a:p>
            <a:pPr>
              <a:lnSpc>
                <a:spcPct val="120000"/>
              </a:lnSpc>
              <a:spcBef>
                <a:spcPts val="600"/>
              </a:spcBef>
            </a:pPr>
            <a:r>
              <a:rPr lang="en-GB" dirty="0"/>
              <a:t>Usability testing generally involves measuring how well test subjects respond in four areas:</a:t>
            </a:r>
          </a:p>
          <a:p>
            <a:pPr lvl="1" defTabSz="2420938">
              <a:lnSpc>
                <a:spcPct val="120000"/>
              </a:lnSpc>
              <a:spcBef>
                <a:spcPts val="600"/>
              </a:spcBef>
            </a:pPr>
            <a:r>
              <a:rPr lang="en-GB" b="1" i="1" dirty="0"/>
              <a:t>performance	</a:t>
            </a:r>
            <a:r>
              <a:rPr lang="en-GB" dirty="0"/>
              <a:t>How much time, and how many steps, are required people to 	complete basic tasks? (For example, find something to buy, 	create a new account, and order the item.)</a:t>
            </a:r>
          </a:p>
          <a:p>
            <a:pPr lvl="1" defTabSz="2420938">
              <a:lnSpc>
                <a:spcPct val="120000"/>
              </a:lnSpc>
              <a:spcBef>
                <a:spcPts val="600"/>
              </a:spcBef>
            </a:pPr>
            <a:r>
              <a:rPr lang="en-GB" b="1" i="1" dirty="0"/>
              <a:t>accuracy</a:t>
            </a:r>
            <a:r>
              <a:rPr lang="en-GB" dirty="0"/>
              <a:t> 	How many mistakes did people make? (And were they fatal 	or recoverable with the right information?)</a:t>
            </a:r>
          </a:p>
          <a:p>
            <a:pPr lvl="1" defTabSz="2420938">
              <a:lnSpc>
                <a:spcPct val="120000"/>
              </a:lnSpc>
              <a:spcBef>
                <a:spcPts val="600"/>
              </a:spcBef>
            </a:pPr>
            <a:r>
              <a:rPr lang="en-GB" b="1" i="1" dirty="0"/>
              <a:t>recall</a:t>
            </a:r>
            <a:r>
              <a:rPr lang="en-GB" dirty="0"/>
              <a:t> 	How much does the person remember afterwards or after 	periods of non-use?</a:t>
            </a:r>
          </a:p>
          <a:p>
            <a:pPr lvl="1" defTabSz="2420938">
              <a:lnSpc>
                <a:spcPct val="120000"/>
              </a:lnSpc>
              <a:spcBef>
                <a:spcPts val="600"/>
              </a:spcBef>
            </a:pPr>
            <a:r>
              <a:rPr lang="en-GB" b="1" i="1" dirty="0"/>
              <a:t>emotional response</a:t>
            </a:r>
            <a:r>
              <a:rPr lang="en-GB" b="1" dirty="0"/>
              <a:t>	</a:t>
            </a:r>
            <a:r>
              <a:rPr lang="en-GB" dirty="0"/>
              <a:t>How does the person feel about the tasks completed? Is the 	person confident, stressed? Would the user recommend this 	system to a friend?</a:t>
            </a:r>
          </a:p>
          <a:p>
            <a:pPr>
              <a:lnSpc>
                <a:spcPct val="120000"/>
              </a:lnSpc>
              <a:spcBef>
                <a:spcPts val="600"/>
              </a:spcBef>
            </a:pPr>
            <a:r>
              <a:rPr lang="en-GB" dirty="0"/>
              <a:t>The results of the first test can be treated as a baseline or control measurement; all subsequent tests can then be compared to the baseline to indicate improvement.</a:t>
            </a:r>
          </a:p>
        </p:txBody>
      </p:sp>
      <p:sp>
        <p:nvSpPr>
          <p:cNvPr id="14" name="Date Placeholder 13">
            <a:extLst>
              <a:ext uri="{FF2B5EF4-FFF2-40B4-BE49-F238E27FC236}">
                <a16:creationId xmlns:a16="http://schemas.microsoft.com/office/drawing/2014/main" id="{8140DB7C-6AD7-1D0C-4A7A-AC495F9C6E83}"/>
              </a:ext>
            </a:extLst>
          </p:cNvPr>
          <p:cNvSpPr>
            <a:spLocks noGrp="1"/>
          </p:cNvSpPr>
          <p:nvPr>
            <p:ph type="dt" sz="half" idx="2"/>
          </p:nvPr>
        </p:nvSpPr>
        <p:spPr/>
        <p:txBody>
          <a:bodyPr/>
          <a:lstStyle/>
          <a:p>
            <a:r>
              <a:rPr lang="en-US"/>
              <a:t>Academic year 2024-25</a:t>
            </a:r>
            <a:endParaRPr lang="en-US" dirty="0"/>
          </a:p>
        </p:txBody>
      </p:sp>
      <p:sp>
        <p:nvSpPr>
          <p:cNvPr id="15" name="Footer Placeholder 14">
            <a:extLst>
              <a:ext uri="{FF2B5EF4-FFF2-40B4-BE49-F238E27FC236}">
                <a16:creationId xmlns:a16="http://schemas.microsoft.com/office/drawing/2014/main" id="{7E746AFF-7294-15F1-6747-07430981C47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6" name="Slide Number Placeholder 15">
            <a:extLst>
              <a:ext uri="{FF2B5EF4-FFF2-40B4-BE49-F238E27FC236}">
                <a16:creationId xmlns:a16="http://schemas.microsoft.com/office/drawing/2014/main" id="{D5BE4DDC-B4CB-F646-1955-7201053BF729}"/>
              </a:ext>
            </a:extLst>
          </p:cNvPr>
          <p:cNvSpPr>
            <a:spLocks noGrp="1"/>
          </p:cNvSpPr>
          <p:nvPr>
            <p:ph type="sldNum" sz="quarter" idx="4"/>
          </p:nvPr>
        </p:nvSpPr>
        <p:spPr/>
        <p:txBody>
          <a:bodyPr/>
          <a:lstStyle/>
          <a:p>
            <a:fld id="{9FD7ECCF-50E7-4327-B945-FA93FF7B2BEF}" type="slidenum">
              <a:rPr lang="en-US" smtClean="0"/>
              <a:pPr/>
              <a:t>25</a:t>
            </a:fld>
            <a:r>
              <a:rPr lang="en-GB"/>
              <a:t>/50</a:t>
            </a:r>
            <a:endParaRPr lang="en-US" dirty="0"/>
          </a:p>
        </p:txBody>
      </p:sp>
    </p:spTree>
    <p:extLst>
      <p:ext uri="{BB962C8B-B14F-4D97-AF65-F5344CB8AC3E}">
        <p14:creationId xmlns:p14="http://schemas.microsoft.com/office/powerpoint/2010/main" val="39951491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To clarify some confusion</a:t>
            </a:r>
          </a:p>
        </p:txBody>
      </p:sp>
      <p:sp>
        <p:nvSpPr>
          <p:cNvPr id="14" name="Content Placeholder 2">
            <a:extLst>
              <a:ext uri="{FF2B5EF4-FFF2-40B4-BE49-F238E27FC236}">
                <a16:creationId xmlns:a16="http://schemas.microsoft.com/office/drawing/2014/main" id="{8E8AEBD9-43F6-431E-9B20-F27C5B272EAA}"/>
              </a:ext>
            </a:extLst>
          </p:cNvPr>
          <p:cNvSpPr>
            <a:spLocks noGrp="1"/>
          </p:cNvSpPr>
          <p:nvPr>
            <p:ph sz="quarter" idx="1"/>
          </p:nvPr>
        </p:nvSpPr>
        <p:spPr>
          <a:xfrm>
            <a:off x="612648" y="1600200"/>
            <a:ext cx="4967464" cy="4614882"/>
          </a:xfrm>
        </p:spPr>
        <p:txBody>
          <a:bodyPr>
            <a:normAutofit fontScale="55000" lnSpcReduction="20000"/>
          </a:bodyPr>
          <a:lstStyle/>
          <a:p>
            <a:pPr>
              <a:lnSpc>
                <a:spcPct val="120000"/>
              </a:lnSpc>
              <a:spcBef>
                <a:spcPts val="600"/>
              </a:spcBef>
            </a:pPr>
            <a:r>
              <a:rPr lang="en-GB" sz="2700" b="1" dirty="0">
                <a:solidFill>
                  <a:schemeClr val="accent2">
                    <a:lumMod val="75000"/>
                  </a:schemeClr>
                </a:solidFill>
              </a:rPr>
              <a:t>Usability testing </a:t>
            </a:r>
            <a:r>
              <a:rPr lang="en-GB" sz="2700" dirty="0"/>
              <a:t>is </a:t>
            </a:r>
            <a:r>
              <a:rPr lang="en-GB" sz="2700" b="1" u="sng" dirty="0"/>
              <a:t>a technique used to evaluate a product </a:t>
            </a:r>
            <a:r>
              <a:rPr lang="en-GB" sz="2700" dirty="0"/>
              <a:t>by testing it on users - observing users working with a product, performing tasks that are real and meaningful to them</a:t>
            </a:r>
          </a:p>
          <a:p>
            <a:pPr>
              <a:lnSpc>
                <a:spcPct val="120000"/>
              </a:lnSpc>
              <a:spcBef>
                <a:spcPts val="600"/>
              </a:spcBef>
            </a:pPr>
            <a:r>
              <a:rPr lang="en-GB" sz="2800" dirty="0"/>
              <a:t>It focuses on measuring a human-made product's capacity to meet its intended purpose</a:t>
            </a:r>
          </a:p>
          <a:p>
            <a:pPr>
              <a:lnSpc>
                <a:spcPct val="120000"/>
              </a:lnSpc>
              <a:spcBef>
                <a:spcPts val="600"/>
              </a:spcBef>
            </a:pPr>
            <a:r>
              <a:rPr lang="en-GB" sz="2800" dirty="0"/>
              <a:t>Rather than showing users a rough draft and asking, "Do you understand this?", usability testing involves watching people trying to </a:t>
            </a:r>
            <a:r>
              <a:rPr lang="en-GB" sz="2800" i="1" dirty="0"/>
              <a:t>use</a:t>
            </a:r>
            <a:r>
              <a:rPr lang="en-GB" sz="2800" dirty="0"/>
              <a:t> something for its intended purpose. For example, when testing instructions for assembling a toy, the test subjects should be given the instructions and a box of parts. Instruction phrasing, illustration quality, and the toy's design all affect the assembly process.</a:t>
            </a:r>
          </a:p>
          <a:p>
            <a:pPr>
              <a:lnSpc>
                <a:spcPct val="120000"/>
              </a:lnSpc>
              <a:spcBef>
                <a:spcPts val="600"/>
              </a:spcBef>
            </a:pPr>
            <a:r>
              <a:rPr lang="en-GB" sz="2800" dirty="0"/>
              <a:t>Usability testing gives direct input on how real users use the system in contrast with </a:t>
            </a:r>
            <a:r>
              <a:rPr lang="en-GB" sz="2800" b="1" dirty="0">
                <a:solidFill>
                  <a:schemeClr val="accent2">
                    <a:lumMod val="75000"/>
                  </a:schemeClr>
                </a:solidFill>
              </a:rPr>
              <a:t>usability inspection </a:t>
            </a:r>
            <a:r>
              <a:rPr lang="en-GB" sz="2800" dirty="0"/>
              <a:t>methods where experts use different methods to evaluate a user interface without involving users</a:t>
            </a:r>
          </a:p>
          <a:p>
            <a:pPr>
              <a:lnSpc>
                <a:spcPct val="120000"/>
              </a:lnSpc>
              <a:spcBef>
                <a:spcPts val="600"/>
              </a:spcBef>
            </a:pPr>
            <a:endParaRPr lang="en-GB" sz="2800" dirty="0"/>
          </a:p>
        </p:txBody>
      </p:sp>
      <p:sp>
        <p:nvSpPr>
          <p:cNvPr id="10" name="Oval 9">
            <a:extLst>
              <a:ext uri="{FF2B5EF4-FFF2-40B4-BE49-F238E27FC236}">
                <a16:creationId xmlns:a16="http://schemas.microsoft.com/office/drawing/2014/main" id="{D98A0439-BD4A-49B3-9775-5DD3597A3C5F}"/>
              </a:ext>
            </a:extLst>
          </p:cNvPr>
          <p:cNvSpPr/>
          <p:nvPr/>
        </p:nvSpPr>
        <p:spPr>
          <a:xfrm>
            <a:off x="5608746" y="3151233"/>
            <a:ext cx="1382688" cy="135788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600" b="1" dirty="0"/>
              <a:t>Usability testing</a:t>
            </a:r>
          </a:p>
        </p:txBody>
      </p:sp>
      <p:sp>
        <p:nvSpPr>
          <p:cNvPr id="11" name="Oval 10">
            <a:extLst>
              <a:ext uri="{FF2B5EF4-FFF2-40B4-BE49-F238E27FC236}">
                <a16:creationId xmlns:a16="http://schemas.microsoft.com/office/drawing/2014/main" id="{229B3376-EA4C-4F1F-8F69-FF807C9C98BF}"/>
              </a:ext>
            </a:extLst>
          </p:cNvPr>
          <p:cNvSpPr/>
          <p:nvPr/>
        </p:nvSpPr>
        <p:spPr>
          <a:xfrm>
            <a:off x="7380313" y="3151233"/>
            <a:ext cx="1382688" cy="1357887"/>
          </a:xfrm>
          <a:prstGeom prst="ellipse">
            <a:avLst/>
          </a:prstGeom>
          <a:solidFill>
            <a:schemeClr val="accent1"/>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600" b="1" dirty="0"/>
              <a:t>User</a:t>
            </a:r>
          </a:p>
          <a:p>
            <a:pPr algn="ctr"/>
            <a:br>
              <a:rPr lang="en-GB" sz="1600" b="1" dirty="0"/>
            </a:br>
            <a:endParaRPr lang="en-GB" sz="1600" b="1" dirty="0"/>
          </a:p>
          <a:p>
            <a:pPr algn="ctr"/>
            <a:r>
              <a:rPr lang="en-GB" sz="1600" b="1" dirty="0"/>
              <a:t> testing</a:t>
            </a:r>
          </a:p>
        </p:txBody>
      </p:sp>
      <p:sp>
        <p:nvSpPr>
          <p:cNvPr id="12" name="Content Placeholder 2">
            <a:extLst>
              <a:ext uri="{FF2B5EF4-FFF2-40B4-BE49-F238E27FC236}">
                <a16:creationId xmlns:a16="http://schemas.microsoft.com/office/drawing/2014/main" id="{2C799A4C-B401-4446-AF69-7F1FF5194E9E}"/>
              </a:ext>
            </a:extLst>
          </p:cNvPr>
          <p:cNvSpPr txBox="1">
            <a:spLocks/>
          </p:cNvSpPr>
          <p:nvPr/>
        </p:nvSpPr>
        <p:spPr>
          <a:xfrm>
            <a:off x="5813264" y="1907401"/>
            <a:ext cx="2606706" cy="817096"/>
          </a:xfrm>
          <a:prstGeom prst="rect">
            <a:avLst/>
          </a:prstGeom>
          <a:solidFill>
            <a:schemeClr val="bg2"/>
          </a:solidFill>
        </p:spPr>
        <p:txBody>
          <a:bodyPr vert="horz">
            <a:no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lvl="1" indent="0" algn="ctr" defTabSz="357188">
              <a:buFontTx/>
              <a:buNone/>
            </a:pPr>
            <a:r>
              <a:rPr lang="en-GB" sz="1600" dirty="0"/>
              <a:t>The phrase “usability testing” is often used interchangeably with “user testing.”</a:t>
            </a:r>
          </a:p>
        </p:txBody>
      </p:sp>
      <p:sp>
        <p:nvSpPr>
          <p:cNvPr id="13" name="Content Placeholder 2">
            <a:extLst>
              <a:ext uri="{FF2B5EF4-FFF2-40B4-BE49-F238E27FC236}">
                <a16:creationId xmlns:a16="http://schemas.microsoft.com/office/drawing/2014/main" id="{012530C0-5741-4767-8EA7-E306CC6A3435}"/>
              </a:ext>
            </a:extLst>
          </p:cNvPr>
          <p:cNvSpPr txBox="1">
            <a:spLocks/>
          </p:cNvSpPr>
          <p:nvPr/>
        </p:nvSpPr>
        <p:spPr>
          <a:xfrm>
            <a:off x="6196771" y="4909186"/>
            <a:ext cx="1839691" cy="650625"/>
          </a:xfrm>
          <a:prstGeom prst="rect">
            <a:avLst/>
          </a:prstGeom>
          <a:solidFill>
            <a:schemeClr val="bg2"/>
          </a:solidFill>
        </p:spPr>
        <p:txBody>
          <a:bodyPr vert="horz">
            <a:no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lvl="1" indent="0" algn="ctr" defTabSz="357188">
              <a:buFontTx/>
              <a:buNone/>
            </a:pPr>
            <a:r>
              <a:rPr lang="en-GB" sz="1600" dirty="0"/>
              <a:t>Testing a product not a user</a:t>
            </a:r>
          </a:p>
        </p:txBody>
      </p:sp>
      <p:grpSp>
        <p:nvGrpSpPr>
          <p:cNvPr id="29" name="Group 28">
            <a:extLst>
              <a:ext uri="{FF2B5EF4-FFF2-40B4-BE49-F238E27FC236}">
                <a16:creationId xmlns:a16="http://schemas.microsoft.com/office/drawing/2014/main" id="{CC5B8165-7218-47FD-03B6-330475BF81A5}"/>
              </a:ext>
            </a:extLst>
          </p:cNvPr>
          <p:cNvGrpSpPr/>
          <p:nvPr/>
        </p:nvGrpSpPr>
        <p:grpSpPr>
          <a:xfrm>
            <a:off x="7257437" y="3319937"/>
            <a:ext cx="1862280" cy="933840"/>
            <a:chOff x="7257437" y="3319937"/>
            <a:chExt cx="1862280" cy="933840"/>
          </a:xfrm>
        </p:grpSpPr>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AFF8B9ED-7F9C-E53E-A02D-0C33298CB691}"/>
                    </a:ext>
                  </a:extLst>
                </p14:cNvPr>
                <p14:cNvContentPartPr/>
                <p14:nvPr/>
              </p14:nvContentPartPr>
              <p14:xfrm>
                <a:off x="7374797" y="3319937"/>
                <a:ext cx="1744920" cy="808200"/>
              </p14:xfrm>
            </p:contentPart>
          </mc:Choice>
          <mc:Fallback xmlns="">
            <p:pic>
              <p:nvPicPr>
                <p:cNvPr id="27" name="Ink 26">
                  <a:extLst>
                    <a:ext uri="{FF2B5EF4-FFF2-40B4-BE49-F238E27FC236}">
                      <a16:creationId xmlns:a16="http://schemas.microsoft.com/office/drawing/2014/main" id="{AFF8B9ED-7F9C-E53E-A02D-0C33298CB691}"/>
                    </a:ext>
                  </a:extLst>
                </p:cNvPr>
                <p:cNvPicPr/>
                <p:nvPr/>
              </p:nvPicPr>
              <p:blipFill>
                <a:blip r:embed="rId3"/>
                <a:stretch>
                  <a:fillRect/>
                </a:stretch>
              </p:blipFill>
              <p:spPr>
                <a:xfrm>
                  <a:off x="7339157" y="3283937"/>
                  <a:ext cx="1816560" cy="8798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9AD9179C-868B-05B9-23E4-0CE24E168B62}"/>
                    </a:ext>
                  </a:extLst>
                </p14:cNvPr>
                <p14:cNvContentPartPr/>
                <p14:nvPr/>
              </p14:nvContentPartPr>
              <p14:xfrm>
                <a:off x="7257437" y="3385097"/>
                <a:ext cx="1516680" cy="868680"/>
              </p14:xfrm>
            </p:contentPart>
          </mc:Choice>
          <mc:Fallback xmlns="">
            <p:pic>
              <p:nvPicPr>
                <p:cNvPr id="28" name="Ink 27">
                  <a:extLst>
                    <a:ext uri="{FF2B5EF4-FFF2-40B4-BE49-F238E27FC236}">
                      <a16:creationId xmlns:a16="http://schemas.microsoft.com/office/drawing/2014/main" id="{9AD9179C-868B-05B9-23E4-0CE24E168B62}"/>
                    </a:ext>
                  </a:extLst>
                </p:cNvPr>
                <p:cNvPicPr/>
                <p:nvPr/>
              </p:nvPicPr>
              <p:blipFill>
                <a:blip r:embed="rId5"/>
                <a:stretch>
                  <a:fillRect/>
                </a:stretch>
              </p:blipFill>
              <p:spPr>
                <a:xfrm>
                  <a:off x="7221797" y="3349457"/>
                  <a:ext cx="1588320" cy="940320"/>
                </a:xfrm>
                <a:prstGeom prst="rect">
                  <a:avLst/>
                </a:prstGeom>
              </p:spPr>
            </p:pic>
          </mc:Fallback>
        </mc:AlternateContent>
      </p:grpSp>
      <p:sp>
        <p:nvSpPr>
          <p:cNvPr id="37" name="Date Placeholder 36">
            <a:extLst>
              <a:ext uri="{FF2B5EF4-FFF2-40B4-BE49-F238E27FC236}">
                <a16:creationId xmlns:a16="http://schemas.microsoft.com/office/drawing/2014/main" id="{C702FD28-6890-4C86-CC24-13601435A89F}"/>
              </a:ext>
            </a:extLst>
          </p:cNvPr>
          <p:cNvSpPr>
            <a:spLocks noGrp="1"/>
          </p:cNvSpPr>
          <p:nvPr>
            <p:ph type="dt" sz="half" idx="2"/>
          </p:nvPr>
        </p:nvSpPr>
        <p:spPr/>
        <p:txBody>
          <a:bodyPr/>
          <a:lstStyle/>
          <a:p>
            <a:r>
              <a:rPr lang="en-US"/>
              <a:t>Academic year 2024-25</a:t>
            </a:r>
            <a:endParaRPr lang="en-US" dirty="0"/>
          </a:p>
        </p:txBody>
      </p:sp>
      <p:sp>
        <p:nvSpPr>
          <p:cNvPr id="38" name="Footer Placeholder 37">
            <a:extLst>
              <a:ext uri="{FF2B5EF4-FFF2-40B4-BE49-F238E27FC236}">
                <a16:creationId xmlns:a16="http://schemas.microsoft.com/office/drawing/2014/main" id="{21345C84-1550-DECA-8C63-BB87E06756B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9" name="Slide Number Placeholder 38">
            <a:extLst>
              <a:ext uri="{FF2B5EF4-FFF2-40B4-BE49-F238E27FC236}">
                <a16:creationId xmlns:a16="http://schemas.microsoft.com/office/drawing/2014/main" id="{EB969D9D-2620-E480-8C12-7EB5E75B26DE}"/>
              </a:ext>
            </a:extLst>
          </p:cNvPr>
          <p:cNvSpPr>
            <a:spLocks noGrp="1"/>
          </p:cNvSpPr>
          <p:nvPr>
            <p:ph type="sldNum" sz="quarter" idx="4"/>
          </p:nvPr>
        </p:nvSpPr>
        <p:spPr/>
        <p:txBody>
          <a:bodyPr/>
          <a:lstStyle/>
          <a:p>
            <a:fld id="{9FD7ECCF-50E7-4327-B945-FA93FF7B2BEF}" type="slidenum">
              <a:rPr lang="en-US" smtClean="0"/>
              <a:pPr/>
              <a:t>26</a:t>
            </a:fld>
            <a:r>
              <a:rPr lang="en-GB"/>
              <a:t>/50</a:t>
            </a:r>
            <a:endParaRPr lang="en-US" dirty="0"/>
          </a:p>
        </p:txBody>
      </p:sp>
    </p:spTree>
    <p:extLst>
      <p:ext uri="{BB962C8B-B14F-4D97-AF65-F5344CB8AC3E}">
        <p14:creationId xmlns:p14="http://schemas.microsoft.com/office/powerpoint/2010/main" val="2192391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06A177-39AF-D0E8-D765-48E9254CC56D}"/>
              </a:ext>
            </a:extLst>
          </p:cNvPr>
          <p:cNvPicPr>
            <a:picLocks noChangeAspect="1"/>
          </p:cNvPicPr>
          <p:nvPr/>
        </p:nvPicPr>
        <p:blipFill>
          <a:blip r:embed="rId3"/>
          <a:stretch>
            <a:fillRect/>
          </a:stretch>
        </p:blipFill>
        <p:spPr>
          <a:xfrm>
            <a:off x="1929573" y="1772816"/>
            <a:ext cx="5189539" cy="4331373"/>
          </a:xfrm>
          <a:prstGeom prst="rect">
            <a:avLst/>
          </a:prstGeom>
        </p:spPr>
      </p:pic>
      <p:sp>
        <p:nvSpPr>
          <p:cNvPr id="112642" name="Rectangle 2"/>
          <p:cNvSpPr>
            <a:spLocks noGrp="1" noChangeArrowheads="1"/>
          </p:cNvSpPr>
          <p:nvPr>
            <p:ph type="title"/>
          </p:nvPr>
        </p:nvSpPr>
        <p:spPr>
          <a:xfrm>
            <a:off x="395536" y="260648"/>
            <a:ext cx="8712968" cy="990600"/>
          </a:xfrm>
        </p:spPr>
        <p:txBody>
          <a:bodyPr>
            <a:noAutofit/>
          </a:bodyPr>
          <a:lstStyle/>
          <a:p>
            <a:pPr defTabSz="808038">
              <a:tabLst>
                <a:tab pos="2422525" algn="l"/>
              </a:tabLst>
            </a:pPr>
            <a:r>
              <a:rPr lang="en-GB" sz="3600" dirty="0"/>
              <a:t>Usability is defined by 5 quality components</a:t>
            </a:r>
            <a:endParaRPr lang="en-GB" sz="2400" dirty="0"/>
          </a:p>
        </p:txBody>
      </p:sp>
      <p:sp>
        <p:nvSpPr>
          <p:cNvPr id="12" name="Content Placeholder 2">
            <a:extLst>
              <a:ext uri="{FF2B5EF4-FFF2-40B4-BE49-F238E27FC236}">
                <a16:creationId xmlns:a16="http://schemas.microsoft.com/office/drawing/2014/main" id="{C1655FC2-3C34-A6CB-B23A-988AEFBC4916}"/>
              </a:ext>
            </a:extLst>
          </p:cNvPr>
          <p:cNvSpPr>
            <a:spLocks noGrp="1"/>
          </p:cNvSpPr>
          <p:nvPr>
            <p:ph sz="quarter" idx="1"/>
          </p:nvPr>
        </p:nvSpPr>
        <p:spPr>
          <a:xfrm>
            <a:off x="263322" y="2420887"/>
            <a:ext cx="2663208" cy="3683301"/>
          </a:xfrm>
        </p:spPr>
        <p:txBody>
          <a:bodyPr>
            <a:normAutofit lnSpcReduction="10000"/>
          </a:bodyPr>
          <a:lstStyle/>
          <a:p>
            <a:pPr marL="0" indent="0">
              <a:spcBef>
                <a:spcPts val="1200"/>
              </a:spcBef>
              <a:buNone/>
            </a:pPr>
            <a:r>
              <a:rPr lang="en-GB" sz="3600" dirty="0"/>
              <a:t>What do we measure?</a:t>
            </a:r>
          </a:p>
          <a:p>
            <a:pPr marL="0" indent="0">
              <a:spcBef>
                <a:spcPts val="1200"/>
              </a:spcBef>
              <a:buNone/>
            </a:pPr>
            <a:r>
              <a:rPr lang="en-GB" sz="3600" i="1" dirty="0">
                <a:solidFill>
                  <a:schemeClr val="accent2"/>
                </a:solidFill>
              </a:rPr>
              <a:t>Metric</a:t>
            </a:r>
          </a:p>
          <a:p>
            <a:pPr marL="0" indent="0">
              <a:spcBef>
                <a:spcPts val="1200"/>
              </a:spcBef>
              <a:buNone/>
            </a:pPr>
            <a:r>
              <a:rPr lang="en-GB" sz="2500" i="1" dirty="0">
                <a:solidFill>
                  <a:schemeClr val="tx1">
                    <a:lumMod val="65000"/>
                    <a:lumOff val="35000"/>
                  </a:schemeClr>
                </a:solidFill>
              </a:rPr>
              <a:t>A way of measuring and evaluating a particular phenomenon or item</a:t>
            </a:r>
            <a:endParaRPr lang="en-GB" sz="3600" i="1" dirty="0">
              <a:solidFill>
                <a:schemeClr val="tx1">
                  <a:lumMod val="65000"/>
                  <a:lumOff val="35000"/>
                </a:schemeClr>
              </a:solidFill>
            </a:endParaRPr>
          </a:p>
        </p:txBody>
      </p:sp>
      <p:pic>
        <p:nvPicPr>
          <p:cNvPr id="7" name="Picture 6">
            <a:hlinkClick r:id="rId4"/>
            <a:extLst>
              <a:ext uri="{FF2B5EF4-FFF2-40B4-BE49-F238E27FC236}">
                <a16:creationId xmlns:a16="http://schemas.microsoft.com/office/drawing/2014/main" id="{33961C20-8E5B-8CDF-3BF8-964B6A23F9E5}"/>
              </a:ext>
            </a:extLst>
          </p:cNvPr>
          <p:cNvPicPr>
            <a:picLocks noChangeAspect="1"/>
          </p:cNvPicPr>
          <p:nvPr/>
        </p:nvPicPr>
        <p:blipFill>
          <a:blip r:embed="rId5"/>
          <a:stretch>
            <a:fillRect/>
          </a:stretch>
        </p:blipFill>
        <p:spPr>
          <a:xfrm>
            <a:off x="7764448" y="3789118"/>
            <a:ext cx="766904" cy="748350"/>
          </a:xfrm>
          <a:prstGeom prst="rect">
            <a:avLst/>
          </a:prstGeom>
        </p:spPr>
      </p:pic>
      <p:sp>
        <p:nvSpPr>
          <p:cNvPr id="15" name="Date Placeholder 14">
            <a:extLst>
              <a:ext uri="{FF2B5EF4-FFF2-40B4-BE49-F238E27FC236}">
                <a16:creationId xmlns:a16="http://schemas.microsoft.com/office/drawing/2014/main" id="{0D1127E8-0F76-FC41-5F10-122E7307A1F6}"/>
              </a:ext>
            </a:extLst>
          </p:cNvPr>
          <p:cNvSpPr>
            <a:spLocks noGrp="1"/>
          </p:cNvSpPr>
          <p:nvPr>
            <p:ph type="dt" sz="half" idx="2"/>
          </p:nvPr>
        </p:nvSpPr>
        <p:spPr/>
        <p:txBody>
          <a:bodyPr/>
          <a:lstStyle/>
          <a:p>
            <a:r>
              <a:rPr lang="en-US"/>
              <a:t>Academic year 2024-25</a:t>
            </a:r>
            <a:endParaRPr lang="en-US" dirty="0"/>
          </a:p>
        </p:txBody>
      </p:sp>
      <p:sp>
        <p:nvSpPr>
          <p:cNvPr id="16" name="Footer Placeholder 15">
            <a:extLst>
              <a:ext uri="{FF2B5EF4-FFF2-40B4-BE49-F238E27FC236}">
                <a16:creationId xmlns:a16="http://schemas.microsoft.com/office/drawing/2014/main" id="{CF5B7EAE-CBAC-8684-6C3A-C1557304DFA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7" name="Slide Number Placeholder 16">
            <a:extLst>
              <a:ext uri="{FF2B5EF4-FFF2-40B4-BE49-F238E27FC236}">
                <a16:creationId xmlns:a16="http://schemas.microsoft.com/office/drawing/2014/main" id="{09DF9877-A455-37B4-3982-D18E35D3AF8D}"/>
              </a:ext>
            </a:extLst>
          </p:cNvPr>
          <p:cNvSpPr>
            <a:spLocks noGrp="1"/>
          </p:cNvSpPr>
          <p:nvPr>
            <p:ph type="sldNum" sz="quarter" idx="4"/>
          </p:nvPr>
        </p:nvSpPr>
        <p:spPr/>
        <p:txBody>
          <a:bodyPr/>
          <a:lstStyle/>
          <a:p>
            <a:fld id="{9FD7ECCF-50E7-4327-B945-FA93FF7B2BEF}" type="slidenum">
              <a:rPr lang="en-US" smtClean="0"/>
              <a:pPr/>
              <a:t>27</a:t>
            </a:fld>
            <a:r>
              <a:rPr lang="en-GB"/>
              <a:t>/50</a:t>
            </a:r>
            <a:endParaRPr lang="en-US" dirty="0"/>
          </a:p>
        </p:txBody>
      </p:sp>
    </p:spTree>
    <p:extLst>
      <p:ext uri="{BB962C8B-B14F-4D97-AF65-F5344CB8AC3E}">
        <p14:creationId xmlns:p14="http://schemas.microsoft.com/office/powerpoint/2010/main" val="888820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86E24-03D3-44A7-9683-7EAD69AD1871}"/>
              </a:ext>
            </a:extLst>
          </p:cNvPr>
          <p:cNvSpPr>
            <a:spLocks noGrp="1"/>
          </p:cNvSpPr>
          <p:nvPr>
            <p:ph type="title"/>
          </p:nvPr>
        </p:nvSpPr>
        <p:spPr>
          <a:xfrm>
            <a:off x="609600" y="228600"/>
            <a:ext cx="8156448" cy="990600"/>
          </a:xfrm>
        </p:spPr>
        <p:txBody>
          <a:bodyPr>
            <a:normAutofit/>
          </a:bodyPr>
          <a:lstStyle/>
          <a:p>
            <a:pPr>
              <a:tabLst>
                <a:tab pos="7712075" algn="r"/>
              </a:tabLst>
            </a:pPr>
            <a:r>
              <a:rPr lang="en-GB" dirty="0"/>
              <a:t>UX – Effectiveness 	[</a:t>
            </a:r>
            <a:r>
              <a:rPr lang="en-GB" dirty="0">
                <a:solidFill>
                  <a:schemeClr val="accent2">
                    <a:lumMod val="75000"/>
                  </a:schemeClr>
                </a:solidFill>
              </a:rPr>
              <a:t>1</a:t>
            </a:r>
            <a:r>
              <a:rPr lang="en-GB" dirty="0"/>
              <a:t>]</a:t>
            </a:r>
          </a:p>
        </p:txBody>
      </p:sp>
      <p:sp>
        <p:nvSpPr>
          <p:cNvPr id="3" name="Content Placeholder 2">
            <a:extLst>
              <a:ext uri="{FF2B5EF4-FFF2-40B4-BE49-F238E27FC236}">
                <a16:creationId xmlns:a16="http://schemas.microsoft.com/office/drawing/2014/main" id="{0E6E2E5B-5FFD-427B-8550-10E75A576AF2}"/>
              </a:ext>
            </a:extLst>
          </p:cNvPr>
          <p:cNvSpPr>
            <a:spLocks noGrp="1"/>
          </p:cNvSpPr>
          <p:nvPr>
            <p:ph sz="quarter" idx="1"/>
          </p:nvPr>
        </p:nvSpPr>
        <p:spPr>
          <a:xfrm>
            <a:off x="612648" y="1600200"/>
            <a:ext cx="6062563" cy="1972816"/>
          </a:xfrm>
        </p:spPr>
        <p:txBody>
          <a:bodyPr>
            <a:normAutofit/>
          </a:bodyPr>
          <a:lstStyle/>
          <a:p>
            <a:pPr>
              <a:spcBef>
                <a:spcPts val="1200"/>
              </a:spcBef>
            </a:pPr>
            <a:r>
              <a:rPr lang="en-GB" sz="2000" dirty="0"/>
              <a:t>Providing the right tools to complete a task / the extent to which something is successful in providing the desired result</a:t>
            </a:r>
          </a:p>
          <a:p>
            <a:pPr>
              <a:spcBef>
                <a:spcPts val="1200"/>
              </a:spcBef>
            </a:pPr>
            <a:r>
              <a:rPr lang="en-GB" sz="2000" dirty="0"/>
              <a:t>It deals with:</a:t>
            </a:r>
          </a:p>
          <a:p>
            <a:pPr lvl="1">
              <a:spcBef>
                <a:spcPts val="1200"/>
              </a:spcBef>
            </a:pPr>
            <a:r>
              <a:rPr lang="en-GB" sz="1700" i="1" dirty="0">
                <a:latin typeface="+mn-lt"/>
              </a:rPr>
              <a:t>task completion</a:t>
            </a:r>
            <a:endParaRPr lang="en-GB" sz="2500" i="1" dirty="0"/>
          </a:p>
          <a:p>
            <a:pPr>
              <a:spcBef>
                <a:spcPts val="1200"/>
              </a:spcBef>
            </a:pPr>
            <a:endParaRPr lang="en-GB" sz="2000" dirty="0"/>
          </a:p>
        </p:txBody>
      </p:sp>
      <p:pic>
        <p:nvPicPr>
          <p:cNvPr id="4" name="Picture 3">
            <a:extLst>
              <a:ext uri="{FF2B5EF4-FFF2-40B4-BE49-F238E27FC236}">
                <a16:creationId xmlns:a16="http://schemas.microsoft.com/office/drawing/2014/main" id="{B1C15BA4-0E1E-99FD-0650-D2020BFE821A}"/>
              </a:ext>
            </a:extLst>
          </p:cNvPr>
          <p:cNvPicPr>
            <a:picLocks noChangeAspect="1"/>
          </p:cNvPicPr>
          <p:nvPr/>
        </p:nvPicPr>
        <p:blipFill>
          <a:blip r:embed="rId3"/>
          <a:stretch>
            <a:fillRect/>
          </a:stretch>
        </p:blipFill>
        <p:spPr>
          <a:xfrm>
            <a:off x="7042884" y="1875920"/>
            <a:ext cx="1634055" cy="1564520"/>
          </a:xfrm>
          <a:prstGeom prst="rect">
            <a:avLst/>
          </a:prstGeom>
        </p:spPr>
      </p:pic>
      <p:pic>
        <p:nvPicPr>
          <p:cNvPr id="23" name="Picture 22" descr="A diagram of usability&#10;&#10;Description automatically generated">
            <a:extLst>
              <a:ext uri="{FF2B5EF4-FFF2-40B4-BE49-F238E27FC236}">
                <a16:creationId xmlns:a16="http://schemas.microsoft.com/office/drawing/2014/main" id="{2985D4ED-0420-3D0C-CC31-5EF50FE05F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38591" y="3998395"/>
            <a:ext cx="2242643" cy="1959298"/>
          </a:xfrm>
          <a:prstGeom prst="rect">
            <a:avLst/>
          </a:prstGeom>
        </p:spPr>
      </p:pic>
      <p:sp>
        <p:nvSpPr>
          <p:cNvPr id="6" name="TextBox 5">
            <a:extLst>
              <a:ext uri="{FF2B5EF4-FFF2-40B4-BE49-F238E27FC236}">
                <a16:creationId xmlns:a16="http://schemas.microsoft.com/office/drawing/2014/main" id="{CF459CCC-3DFF-BD8D-B392-DA6AB262221F}"/>
              </a:ext>
            </a:extLst>
          </p:cNvPr>
          <p:cNvSpPr txBox="1"/>
          <p:nvPr/>
        </p:nvSpPr>
        <p:spPr>
          <a:xfrm>
            <a:off x="3553388" y="2658180"/>
            <a:ext cx="3271004" cy="1031051"/>
          </a:xfrm>
          <a:prstGeom prst="rect">
            <a:avLst/>
          </a:prstGeom>
          <a:noFill/>
        </p:spPr>
        <p:txBody>
          <a:bodyPr wrap="square" rtlCol="0">
            <a:spAutoFit/>
          </a:bodyPr>
          <a:lstStyle/>
          <a:p>
            <a:pPr marL="358775" lvl="1" indent="-273050">
              <a:spcBef>
                <a:spcPts val="1200"/>
              </a:spcBef>
            </a:pPr>
            <a:r>
              <a:rPr lang="en-GB" sz="1700" b="1" i="1" dirty="0">
                <a:latin typeface="+mn-lt"/>
              </a:rPr>
              <a:t>How is it measured?</a:t>
            </a:r>
          </a:p>
          <a:p>
            <a:pPr marL="358775" lvl="1" indent="-273050">
              <a:spcBef>
                <a:spcPts val="1200"/>
              </a:spcBef>
              <a:buFont typeface="Wingdings" panose="05000000000000000000" pitchFamily="2" charset="2"/>
              <a:buChar char="§"/>
            </a:pPr>
            <a:r>
              <a:rPr lang="en-GB" sz="1700" b="1" i="1" dirty="0">
                <a:latin typeface="+mn-lt"/>
              </a:rPr>
              <a:t>Completed</a:t>
            </a:r>
            <a:r>
              <a:rPr lang="en-GB" sz="1700" i="1" dirty="0">
                <a:latin typeface="+mn-lt"/>
              </a:rPr>
              <a:t> – Not/or partially completed</a:t>
            </a:r>
          </a:p>
        </p:txBody>
      </p:sp>
      <p:grpSp>
        <p:nvGrpSpPr>
          <p:cNvPr id="13" name="Group 12">
            <a:extLst>
              <a:ext uri="{FF2B5EF4-FFF2-40B4-BE49-F238E27FC236}">
                <a16:creationId xmlns:a16="http://schemas.microsoft.com/office/drawing/2014/main" id="{E22EC307-7310-E7E9-A4B6-904884892426}"/>
              </a:ext>
            </a:extLst>
          </p:cNvPr>
          <p:cNvGrpSpPr/>
          <p:nvPr/>
        </p:nvGrpSpPr>
        <p:grpSpPr>
          <a:xfrm rot="21212193">
            <a:off x="2826838" y="3206616"/>
            <a:ext cx="718560" cy="182520"/>
            <a:chOff x="2960837" y="3820697"/>
            <a:chExt cx="718560" cy="182520"/>
          </a:xfrm>
        </p:grpSpPr>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73731347-68D2-395F-0A98-B3B87857A773}"/>
                    </a:ext>
                  </a:extLst>
                </p14:cNvPr>
                <p14:cNvContentPartPr/>
                <p14:nvPr/>
              </p14:nvContentPartPr>
              <p14:xfrm>
                <a:off x="2960837" y="3903497"/>
                <a:ext cx="667800" cy="10440"/>
              </p14:xfrm>
            </p:contentPart>
          </mc:Choice>
          <mc:Fallback xmlns="">
            <p:pic>
              <p:nvPicPr>
                <p:cNvPr id="8" name="Ink 7">
                  <a:extLst>
                    <a:ext uri="{FF2B5EF4-FFF2-40B4-BE49-F238E27FC236}">
                      <a16:creationId xmlns:a16="http://schemas.microsoft.com/office/drawing/2014/main" id="{73731347-68D2-395F-0A98-B3B87857A773}"/>
                    </a:ext>
                  </a:extLst>
                </p:cNvPr>
                <p:cNvPicPr/>
                <p:nvPr/>
              </p:nvPicPr>
              <p:blipFill>
                <a:blip r:embed="rId6"/>
                <a:stretch>
                  <a:fillRect/>
                </a:stretch>
              </p:blipFill>
              <p:spPr>
                <a:xfrm>
                  <a:off x="2942837" y="3885497"/>
                  <a:ext cx="70344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0F556FD9-1B89-8CFC-7EB6-FEC43966E6BE}"/>
                    </a:ext>
                  </a:extLst>
                </p14:cNvPr>
                <p14:cNvContentPartPr/>
                <p14:nvPr/>
              </p14:nvContentPartPr>
              <p14:xfrm>
                <a:off x="3510557" y="3820697"/>
                <a:ext cx="168840" cy="182520"/>
              </p14:xfrm>
            </p:contentPart>
          </mc:Choice>
          <mc:Fallback xmlns="">
            <p:pic>
              <p:nvPicPr>
                <p:cNvPr id="12" name="Ink 11">
                  <a:extLst>
                    <a:ext uri="{FF2B5EF4-FFF2-40B4-BE49-F238E27FC236}">
                      <a16:creationId xmlns:a16="http://schemas.microsoft.com/office/drawing/2014/main" id="{0F556FD9-1B89-8CFC-7EB6-FEC43966E6BE}"/>
                    </a:ext>
                  </a:extLst>
                </p:cNvPr>
                <p:cNvPicPr/>
                <p:nvPr/>
              </p:nvPicPr>
              <p:blipFill>
                <a:blip r:embed="rId8"/>
                <a:stretch>
                  <a:fillRect/>
                </a:stretch>
              </p:blipFill>
              <p:spPr>
                <a:xfrm>
                  <a:off x="3492557" y="3803057"/>
                  <a:ext cx="204480" cy="218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BB2A6936-DF14-EBBE-1467-622ABF82EFD5}"/>
                  </a:ext>
                </a:extLst>
              </p14:cNvPr>
              <p14:cNvContentPartPr/>
              <p14:nvPr/>
            </p14:nvContentPartPr>
            <p14:xfrm>
              <a:off x="7538203" y="4212506"/>
              <a:ext cx="1332360" cy="580320"/>
            </p14:xfrm>
          </p:contentPart>
        </mc:Choice>
        <mc:Fallback xmlns="">
          <p:pic>
            <p:nvPicPr>
              <p:cNvPr id="33" name="Ink 32">
                <a:extLst>
                  <a:ext uri="{FF2B5EF4-FFF2-40B4-BE49-F238E27FC236}">
                    <a16:creationId xmlns:a16="http://schemas.microsoft.com/office/drawing/2014/main" id="{BB2A6936-DF14-EBBE-1467-622ABF82EFD5}"/>
                  </a:ext>
                </a:extLst>
              </p:cNvPr>
              <p:cNvPicPr/>
              <p:nvPr/>
            </p:nvPicPr>
            <p:blipFill>
              <a:blip r:embed="rId10"/>
              <a:stretch>
                <a:fillRect/>
              </a:stretch>
            </p:blipFill>
            <p:spPr>
              <a:xfrm>
                <a:off x="7448203" y="4032506"/>
                <a:ext cx="1512000" cy="939960"/>
              </a:xfrm>
              <a:prstGeom prst="rect">
                <a:avLst/>
              </a:prstGeom>
            </p:spPr>
          </p:pic>
        </mc:Fallback>
      </mc:AlternateContent>
      <p:sp>
        <p:nvSpPr>
          <p:cNvPr id="41" name="Date Placeholder 40">
            <a:extLst>
              <a:ext uri="{FF2B5EF4-FFF2-40B4-BE49-F238E27FC236}">
                <a16:creationId xmlns:a16="http://schemas.microsoft.com/office/drawing/2014/main" id="{5A361511-6A79-DCFD-6E74-434647B881AA}"/>
              </a:ext>
            </a:extLst>
          </p:cNvPr>
          <p:cNvSpPr>
            <a:spLocks noGrp="1"/>
          </p:cNvSpPr>
          <p:nvPr>
            <p:ph type="dt" sz="half" idx="2"/>
          </p:nvPr>
        </p:nvSpPr>
        <p:spPr/>
        <p:txBody>
          <a:bodyPr/>
          <a:lstStyle/>
          <a:p>
            <a:r>
              <a:rPr lang="en-US"/>
              <a:t>Academic year 2024-25</a:t>
            </a:r>
            <a:endParaRPr lang="en-US" dirty="0"/>
          </a:p>
        </p:txBody>
      </p:sp>
      <p:sp>
        <p:nvSpPr>
          <p:cNvPr id="42" name="Footer Placeholder 41">
            <a:extLst>
              <a:ext uri="{FF2B5EF4-FFF2-40B4-BE49-F238E27FC236}">
                <a16:creationId xmlns:a16="http://schemas.microsoft.com/office/drawing/2014/main" id="{52A082AB-C37D-410F-F2A7-676E572DA9A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43" name="Slide Number Placeholder 42">
            <a:extLst>
              <a:ext uri="{FF2B5EF4-FFF2-40B4-BE49-F238E27FC236}">
                <a16:creationId xmlns:a16="http://schemas.microsoft.com/office/drawing/2014/main" id="{980E6B42-160E-8242-5E21-9D88DFC31478}"/>
              </a:ext>
            </a:extLst>
          </p:cNvPr>
          <p:cNvSpPr>
            <a:spLocks noGrp="1"/>
          </p:cNvSpPr>
          <p:nvPr>
            <p:ph type="sldNum" sz="quarter" idx="4"/>
          </p:nvPr>
        </p:nvSpPr>
        <p:spPr/>
        <p:txBody>
          <a:bodyPr/>
          <a:lstStyle/>
          <a:p>
            <a:fld id="{9FD7ECCF-50E7-4327-B945-FA93FF7B2BEF}" type="slidenum">
              <a:rPr lang="en-US" smtClean="0"/>
              <a:pPr/>
              <a:t>28</a:t>
            </a:fld>
            <a:r>
              <a:rPr lang="en-GB"/>
              <a:t>/50</a:t>
            </a:r>
            <a:endParaRPr lang="en-US" dirty="0"/>
          </a:p>
        </p:txBody>
      </p:sp>
    </p:spTree>
    <p:extLst>
      <p:ext uri="{BB962C8B-B14F-4D97-AF65-F5344CB8AC3E}">
        <p14:creationId xmlns:p14="http://schemas.microsoft.com/office/powerpoint/2010/main" val="39657132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86E24-03D3-44A7-9683-7EAD69AD1871}"/>
              </a:ext>
            </a:extLst>
          </p:cNvPr>
          <p:cNvSpPr>
            <a:spLocks noGrp="1"/>
          </p:cNvSpPr>
          <p:nvPr>
            <p:ph type="title"/>
          </p:nvPr>
        </p:nvSpPr>
        <p:spPr>
          <a:xfrm>
            <a:off x="609600" y="228600"/>
            <a:ext cx="8156448" cy="990600"/>
          </a:xfrm>
        </p:spPr>
        <p:txBody>
          <a:bodyPr>
            <a:normAutofit/>
          </a:bodyPr>
          <a:lstStyle/>
          <a:p>
            <a:pPr>
              <a:tabLst>
                <a:tab pos="7712075" algn="r"/>
              </a:tabLst>
            </a:pPr>
            <a:r>
              <a:rPr lang="en-GB" dirty="0"/>
              <a:t>UX – Effectiveness 	[</a:t>
            </a:r>
            <a:r>
              <a:rPr lang="en-GB" dirty="0">
                <a:solidFill>
                  <a:schemeClr val="accent2">
                    <a:lumMod val="75000"/>
                  </a:schemeClr>
                </a:solidFill>
              </a:rPr>
              <a:t>2</a:t>
            </a:r>
            <a:r>
              <a:rPr lang="en-GB" dirty="0"/>
              <a:t>]</a:t>
            </a:r>
          </a:p>
        </p:txBody>
      </p:sp>
      <p:sp>
        <p:nvSpPr>
          <p:cNvPr id="3" name="Content Placeholder 2">
            <a:extLst>
              <a:ext uri="{FF2B5EF4-FFF2-40B4-BE49-F238E27FC236}">
                <a16:creationId xmlns:a16="http://schemas.microsoft.com/office/drawing/2014/main" id="{0E6E2E5B-5FFD-427B-8550-10E75A576AF2}"/>
              </a:ext>
            </a:extLst>
          </p:cNvPr>
          <p:cNvSpPr>
            <a:spLocks noGrp="1"/>
          </p:cNvSpPr>
          <p:nvPr>
            <p:ph sz="quarter" idx="1"/>
          </p:nvPr>
        </p:nvSpPr>
        <p:spPr>
          <a:xfrm>
            <a:off x="612648" y="1600199"/>
            <a:ext cx="6062563" cy="2908921"/>
          </a:xfrm>
        </p:spPr>
        <p:txBody>
          <a:bodyPr>
            <a:normAutofit/>
          </a:bodyPr>
          <a:lstStyle/>
          <a:p>
            <a:pPr>
              <a:spcBef>
                <a:spcPts val="1200"/>
              </a:spcBef>
            </a:pPr>
            <a:r>
              <a:rPr lang="en-GB" sz="2000" dirty="0"/>
              <a:t>Providing the right tools to complete a task / the extent to which something is successful in providing the desired result</a:t>
            </a:r>
          </a:p>
          <a:p>
            <a:pPr>
              <a:spcBef>
                <a:spcPts val="1200"/>
              </a:spcBef>
            </a:pPr>
            <a:r>
              <a:rPr lang="en-GB" sz="2000" dirty="0"/>
              <a:t>It deals with:</a:t>
            </a:r>
          </a:p>
          <a:p>
            <a:pPr lvl="1">
              <a:spcBef>
                <a:spcPts val="1200"/>
              </a:spcBef>
            </a:pPr>
            <a:r>
              <a:rPr lang="en-GB" sz="1700" i="1" dirty="0">
                <a:latin typeface="+mn-lt"/>
              </a:rPr>
              <a:t>the way a system</a:t>
            </a:r>
            <a:br>
              <a:rPr lang="en-GB" sz="1700" i="1" dirty="0">
                <a:latin typeface="+mn-lt"/>
              </a:rPr>
            </a:br>
            <a:r>
              <a:rPr lang="en-GB" sz="1700" i="1" dirty="0">
                <a:latin typeface="+mn-lt"/>
              </a:rPr>
              <a:t>supports users in </a:t>
            </a:r>
            <a:br>
              <a:rPr lang="en-GB" sz="1700" i="1" dirty="0">
                <a:latin typeface="+mn-lt"/>
              </a:rPr>
            </a:br>
            <a:r>
              <a:rPr lang="en-GB" sz="1700" i="1" dirty="0">
                <a:latin typeface="+mn-lt"/>
              </a:rPr>
              <a:t>carrying out their tasks</a:t>
            </a:r>
          </a:p>
          <a:p>
            <a:pPr>
              <a:spcBef>
                <a:spcPts val="1200"/>
              </a:spcBef>
            </a:pPr>
            <a:endParaRPr lang="en-GB" sz="2000" dirty="0"/>
          </a:p>
        </p:txBody>
      </p:sp>
      <p:pic>
        <p:nvPicPr>
          <p:cNvPr id="4" name="Picture 3">
            <a:extLst>
              <a:ext uri="{FF2B5EF4-FFF2-40B4-BE49-F238E27FC236}">
                <a16:creationId xmlns:a16="http://schemas.microsoft.com/office/drawing/2014/main" id="{B1C15BA4-0E1E-99FD-0650-D2020BFE821A}"/>
              </a:ext>
            </a:extLst>
          </p:cNvPr>
          <p:cNvPicPr>
            <a:picLocks noChangeAspect="1"/>
          </p:cNvPicPr>
          <p:nvPr/>
        </p:nvPicPr>
        <p:blipFill>
          <a:blip r:embed="rId3"/>
          <a:stretch>
            <a:fillRect/>
          </a:stretch>
        </p:blipFill>
        <p:spPr>
          <a:xfrm>
            <a:off x="7042884" y="1875920"/>
            <a:ext cx="1634055" cy="1564520"/>
          </a:xfrm>
          <a:prstGeom prst="rect">
            <a:avLst/>
          </a:prstGeom>
        </p:spPr>
      </p:pic>
      <p:pic>
        <p:nvPicPr>
          <p:cNvPr id="23" name="Picture 22" descr="A diagram of usability&#10;&#10;Description automatically generated">
            <a:extLst>
              <a:ext uri="{FF2B5EF4-FFF2-40B4-BE49-F238E27FC236}">
                <a16:creationId xmlns:a16="http://schemas.microsoft.com/office/drawing/2014/main" id="{2985D4ED-0420-3D0C-CC31-5EF50FE05F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38591" y="3998395"/>
            <a:ext cx="2242643" cy="1959298"/>
          </a:xfrm>
          <a:prstGeom prst="rect">
            <a:avLst/>
          </a:prstGeom>
        </p:spPr>
      </p:pic>
      <p:sp>
        <p:nvSpPr>
          <p:cNvPr id="6" name="TextBox 5">
            <a:extLst>
              <a:ext uri="{FF2B5EF4-FFF2-40B4-BE49-F238E27FC236}">
                <a16:creationId xmlns:a16="http://schemas.microsoft.com/office/drawing/2014/main" id="{CF459CCC-3DFF-BD8D-B392-DA6AB262221F}"/>
              </a:ext>
            </a:extLst>
          </p:cNvPr>
          <p:cNvSpPr txBox="1"/>
          <p:nvPr/>
        </p:nvSpPr>
        <p:spPr>
          <a:xfrm>
            <a:off x="3563888" y="2636912"/>
            <a:ext cx="3232327" cy="1184940"/>
          </a:xfrm>
          <a:prstGeom prst="rect">
            <a:avLst/>
          </a:prstGeom>
          <a:noFill/>
        </p:spPr>
        <p:txBody>
          <a:bodyPr wrap="square" rtlCol="0">
            <a:spAutoFit/>
          </a:bodyPr>
          <a:lstStyle/>
          <a:p>
            <a:pPr marL="358775" lvl="1" indent="-273050">
              <a:spcBef>
                <a:spcPts val="1200"/>
              </a:spcBef>
            </a:pPr>
            <a:r>
              <a:rPr lang="en-GB" sz="1700" b="1" i="1" dirty="0">
                <a:latin typeface="+mn-lt"/>
              </a:rPr>
              <a:t>How is it measured?</a:t>
            </a:r>
          </a:p>
          <a:p>
            <a:pPr marL="358775" lvl="1" indent="-273050">
              <a:spcBef>
                <a:spcPts val="1200"/>
              </a:spcBef>
              <a:buFont typeface="Wingdings" panose="05000000000000000000" pitchFamily="2" charset="2"/>
              <a:buChar char="§"/>
            </a:pPr>
            <a:r>
              <a:rPr lang="en-GB" sz="1700" i="1" dirty="0">
                <a:latin typeface="+mn-lt"/>
              </a:rPr>
              <a:t>Noting down </a:t>
            </a:r>
            <a:r>
              <a:rPr lang="en-GB" sz="1700" b="1" i="1" dirty="0">
                <a:latin typeface="+mn-lt"/>
              </a:rPr>
              <a:t>tools</a:t>
            </a:r>
            <a:r>
              <a:rPr lang="en-GB" sz="1700" i="1" dirty="0">
                <a:latin typeface="+mn-lt"/>
              </a:rPr>
              <a:t> – </a:t>
            </a:r>
            <a:r>
              <a:rPr lang="en-GB" sz="1700" b="1" i="1" dirty="0">
                <a:latin typeface="+mn-lt"/>
              </a:rPr>
              <a:t>routines</a:t>
            </a:r>
          </a:p>
          <a:p>
            <a:pPr marL="358775" lvl="1" indent="-273050">
              <a:spcBef>
                <a:spcPts val="1200"/>
              </a:spcBef>
              <a:buFont typeface="Wingdings" panose="05000000000000000000" pitchFamily="2" charset="2"/>
              <a:buChar char="§"/>
            </a:pPr>
            <a:r>
              <a:rPr lang="en-GB" sz="1700" b="1" i="1" dirty="0">
                <a:latin typeface="+mn-lt"/>
              </a:rPr>
              <a:t>Biometric tests</a:t>
            </a:r>
            <a:endParaRPr lang="en-GB" sz="1700" i="1" dirty="0">
              <a:latin typeface="+mn-lt"/>
            </a:endParaRPr>
          </a:p>
        </p:txBody>
      </p:sp>
      <p:sp>
        <p:nvSpPr>
          <p:cNvPr id="7" name="TextBox 6">
            <a:extLst>
              <a:ext uri="{FF2B5EF4-FFF2-40B4-BE49-F238E27FC236}">
                <a16:creationId xmlns:a16="http://schemas.microsoft.com/office/drawing/2014/main" id="{AB64535A-9A34-171C-F26E-07C4E0A8E874}"/>
              </a:ext>
            </a:extLst>
          </p:cNvPr>
          <p:cNvSpPr txBox="1"/>
          <p:nvPr/>
        </p:nvSpPr>
        <p:spPr>
          <a:xfrm>
            <a:off x="827584" y="4210112"/>
            <a:ext cx="6120680" cy="1944122"/>
          </a:xfrm>
          <a:prstGeom prst="rect">
            <a:avLst/>
          </a:prstGeom>
          <a:noFill/>
        </p:spPr>
        <p:txBody>
          <a:bodyPr wrap="square" rtlCol="0">
            <a:spAutoFit/>
          </a:bodyPr>
          <a:lstStyle/>
          <a:p>
            <a:pPr marL="538163" lvl="2" indent="-179388">
              <a:lnSpc>
                <a:spcPts val="1100"/>
              </a:lnSpc>
              <a:spcBef>
                <a:spcPts val="1200"/>
              </a:spcBef>
              <a:buFont typeface="Wingdings" panose="05000000000000000000" pitchFamily="2" charset="2"/>
              <a:buChar char="§"/>
            </a:pPr>
            <a:r>
              <a:rPr lang="en-GB" sz="1200" b="1" i="1" dirty="0">
                <a:latin typeface="+mn-lt"/>
              </a:rPr>
              <a:t>Eye tracking</a:t>
            </a:r>
            <a:r>
              <a:rPr lang="en-GB" sz="1200" i="1" dirty="0">
                <a:latin typeface="+mn-lt"/>
              </a:rPr>
              <a:t>: Shows how users’ visual attention, effective design directs users' attention to relevant areas.</a:t>
            </a:r>
          </a:p>
          <a:p>
            <a:pPr marL="538163" lvl="2" indent="-179388">
              <a:spcBef>
                <a:spcPts val="1200"/>
              </a:spcBef>
              <a:buFont typeface="Wingdings" panose="05000000000000000000" pitchFamily="2" charset="2"/>
              <a:buChar char="§"/>
            </a:pPr>
            <a:r>
              <a:rPr lang="en-GB" sz="1200" b="1" i="1" dirty="0">
                <a:latin typeface="+mn-lt"/>
              </a:rPr>
              <a:t>Low task success + high physiological stress (Galvanic Skin Response (GSR) / Heart Rate /HR) </a:t>
            </a:r>
            <a:r>
              <a:rPr lang="en-GB" sz="1200" i="1" dirty="0">
                <a:latin typeface="+mn-lt"/>
              </a:rPr>
              <a:t>can confirm that users are struggling with the system.</a:t>
            </a:r>
          </a:p>
          <a:p>
            <a:pPr marL="538163" lvl="2" indent="-179388">
              <a:spcBef>
                <a:spcPts val="1200"/>
              </a:spcBef>
              <a:buFont typeface="Wingdings" panose="05000000000000000000" pitchFamily="2" charset="2"/>
              <a:buChar char="§"/>
            </a:pPr>
            <a:r>
              <a:rPr lang="en-GB" sz="1200" b="1" i="1" dirty="0">
                <a:latin typeface="+mn-lt"/>
              </a:rPr>
              <a:t>Increased cognitive load (pupil dilation/Electroencephalogram (EEG) </a:t>
            </a:r>
            <a:r>
              <a:rPr lang="en-GB" sz="1200" i="1" dirty="0">
                <a:latin typeface="+mn-lt"/>
              </a:rPr>
              <a:t>during key steps may suggest areas where the design is not effective in guiding users.</a:t>
            </a:r>
          </a:p>
          <a:p>
            <a:pPr marL="538163" lvl="2" indent="-179388">
              <a:spcBef>
                <a:spcPts val="1200"/>
              </a:spcBef>
              <a:buFont typeface="Wingdings" panose="05000000000000000000" pitchFamily="2" charset="2"/>
              <a:buChar char="§"/>
            </a:pPr>
            <a:r>
              <a:rPr lang="en-GB" sz="1200" b="1" i="1" dirty="0">
                <a:latin typeface="+mn-lt"/>
              </a:rPr>
              <a:t>Frustration signals (facial expressions/voice analysis)</a:t>
            </a:r>
            <a:r>
              <a:rPr lang="en-GB" sz="1200" i="1" dirty="0">
                <a:latin typeface="+mn-lt"/>
              </a:rPr>
              <a:t> during specific tasks can indicate that the system’s effectiveness is</a:t>
            </a:r>
          </a:p>
        </p:txBody>
      </p:sp>
      <mc:AlternateContent xmlns:mc="http://schemas.openxmlformats.org/markup-compatibility/2006" xmlns:p14="http://schemas.microsoft.com/office/powerpoint/2010/main">
        <mc:Choice Requires="p14">
          <p:contentPart p14:bwMode="auto" r:id="rId5">
            <p14:nvContentPartPr>
              <p14:cNvPr id="16" name="Ink 15">
                <a:extLst>
                  <a:ext uri="{FF2B5EF4-FFF2-40B4-BE49-F238E27FC236}">
                    <a16:creationId xmlns:a16="http://schemas.microsoft.com/office/drawing/2014/main" id="{786DBCE4-F296-F64B-6095-A7DC35F06980}"/>
                  </a:ext>
                </a:extLst>
              </p14:cNvPr>
              <p14:cNvContentPartPr/>
              <p14:nvPr/>
            </p14:nvContentPartPr>
            <p14:xfrm>
              <a:off x="2846323" y="3255120"/>
              <a:ext cx="670320" cy="54360"/>
            </p14:xfrm>
          </p:contentPart>
        </mc:Choice>
        <mc:Fallback xmlns="">
          <p:pic>
            <p:nvPicPr>
              <p:cNvPr id="16" name="Ink 15">
                <a:extLst>
                  <a:ext uri="{FF2B5EF4-FFF2-40B4-BE49-F238E27FC236}">
                    <a16:creationId xmlns:a16="http://schemas.microsoft.com/office/drawing/2014/main" id="{786DBCE4-F296-F64B-6095-A7DC35F06980}"/>
                  </a:ext>
                </a:extLst>
              </p:cNvPr>
              <p:cNvPicPr/>
              <p:nvPr/>
            </p:nvPicPr>
            <p:blipFill>
              <a:blip r:embed="rId6"/>
              <a:stretch>
                <a:fillRect/>
              </a:stretch>
            </p:blipFill>
            <p:spPr>
              <a:xfrm>
                <a:off x="2828683" y="3237120"/>
                <a:ext cx="705960" cy="90000"/>
              </a:xfrm>
              <a:prstGeom prst="rect">
                <a:avLst/>
              </a:prstGeom>
            </p:spPr>
          </p:pic>
        </mc:Fallback>
      </mc:AlternateContent>
      <p:grpSp>
        <p:nvGrpSpPr>
          <p:cNvPr id="26" name="Group 25">
            <a:extLst>
              <a:ext uri="{FF2B5EF4-FFF2-40B4-BE49-F238E27FC236}">
                <a16:creationId xmlns:a16="http://schemas.microsoft.com/office/drawing/2014/main" id="{28213406-1B0B-0024-6508-4C5981EDA5CF}"/>
              </a:ext>
            </a:extLst>
          </p:cNvPr>
          <p:cNvGrpSpPr/>
          <p:nvPr/>
        </p:nvGrpSpPr>
        <p:grpSpPr>
          <a:xfrm>
            <a:off x="2862523" y="3211200"/>
            <a:ext cx="858240" cy="486000"/>
            <a:chOff x="2862523" y="3211200"/>
            <a:chExt cx="858240" cy="486000"/>
          </a:xfrm>
        </p:grpSpPr>
        <mc:AlternateContent xmlns:mc="http://schemas.openxmlformats.org/markup-compatibility/2006" xmlns:p14="http://schemas.microsoft.com/office/powerpoint/2010/main">
          <mc:Choice Requires="p14">
            <p:contentPart p14:bwMode="auto" r:id="rId7">
              <p14:nvContentPartPr>
                <p14:cNvPr id="19" name="Ink 18">
                  <a:extLst>
                    <a:ext uri="{FF2B5EF4-FFF2-40B4-BE49-F238E27FC236}">
                      <a16:creationId xmlns:a16="http://schemas.microsoft.com/office/drawing/2014/main" id="{0672F067-8953-3978-0A85-5BF35E5D7788}"/>
                    </a:ext>
                  </a:extLst>
                </p14:cNvPr>
                <p14:cNvContentPartPr/>
                <p14:nvPr/>
              </p14:nvContentPartPr>
              <p14:xfrm>
                <a:off x="3466603" y="3211200"/>
                <a:ext cx="104760" cy="120240"/>
              </p14:xfrm>
            </p:contentPart>
          </mc:Choice>
          <mc:Fallback xmlns="">
            <p:pic>
              <p:nvPicPr>
                <p:cNvPr id="19" name="Ink 18">
                  <a:extLst>
                    <a:ext uri="{FF2B5EF4-FFF2-40B4-BE49-F238E27FC236}">
                      <a16:creationId xmlns:a16="http://schemas.microsoft.com/office/drawing/2014/main" id="{0672F067-8953-3978-0A85-5BF35E5D7788}"/>
                    </a:ext>
                  </a:extLst>
                </p:cNvPr>
                <p:cNvPicPr/>
                <p:nvPr/>
              </p:nvPicPr>
              <p:blipFill>
                <a:blip r:embed="rId8"/>
                <a:stretch>
                  <a:fillRect/>
                </a:stretch>
              </p:blipFill>
              <p:spPr>
                <a:xfrm>
                  <a:off x="3448963" y="3193200"/>
                  <a:ext cx="14040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0" name="Ink 19">
                  <a:extLst>
                    <a:ext uri="{FF2B5EF4-FFF2-40B4-BE49-F238E27FC236}">
                      <a16:creationId xmlns:a16="http://schemas.microsoft.com/office/drawing/2014/main" id="{C3B56576-F39A-83E5-5372-AE506BF9362B}"/>
                    </a:ext>
                  </a:extLst>
                </p14:cNvPr>
                <p14:cNvContentPartPr/>
                <p14:nvPr/>
              </p14:nvContentPartPr>
              <p14:xfrm>
                <a:off x="2862523" y="3434400"/>
                <a:ext cx="733680" cy="187200"/>
              </p14:xfrm>
            </p:contentPart>
          </mc:Choice>
          <mc:Fallback xmlns="">
            <p:pic>
              <p:nvPicPr>
                <p:cNvPr id="20" name="Ink 19">
                  <a:extLst>
                    <a:ext uri="{FF2B5EF4-FFF2-40B4-BE49-F238E27FC236}">
                      <a16:creationId xmlns:a16="http://schemas.microsoft.com/office/drawing/2014/main" id="{C3B56576-F39A-83E5-5372-AE506BF9362B}"/>
                    </a:ext>
                  </a:extLst>
                </p:cNvPr>
                <p:cNvPicPr/>
                <p:nvPr/>
              </p:nvPicPr>
              <p:blipFill>
                <a:blip r:embed="rId10"/>
                <a:stretch>
                  <a:fillRect/>
                </a:stretch>
              </p:blipFill>
              <p:spPr>
                <a:xfrm>
                  <a:off x="2844883" y="3416400"/>
                  <a:ext cx="76932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5" name="Ink 24">
                  <a:extLst>
                    <a:ext uri="{FF2B5EF4-FFF2-40B4-BE49-F238E27FC236}">
                      <a16:creationId xmlns:a16="http://schemas.microsoft.com/office/drawing/2014/main" id="{2D88E8CC-BC41-62D2-4580-9AEB79ECC7B0}"/>
                    </a:ext>
                  </a:extLst>
                </p14:cNvPr>
                <p14:cNvContentPartPr/>
                <p14:nvPr/>
              </p14:nvContentPartPr>
              <p14:xfrm>
                <a:off x="3586483" y="3543120"/>
                <a:ext cx="134280" cy="154080"/>
              </p14:xfrm>
            </p:contentPart>
          </mc:Choice>
          <mc:Fallback xmlns="">
            <p:pic>
              <p:nvPicPr>
                <p:cNvPr id="25" name="Ink 24">
                  <a:extLst>
                    <a:ext uri="{FF2B5EF4-FFF2-40B4-BE49-F238E27FC236}">
                      <a16:creationId xmlns:a16="http://schemas.microsoft.com/office/drawing/2014/main" id="{2D88E8CC-BC41-62D2-4580-9AEB79ECC7B0}"/>
                    </a:ext>
                  </a:extLst>
                </p:cNvPr>
                <p:cNvPicPr/>
                <p:nvPr/>
              </p:nvPicPr>
              <p:blipFill>
                <a:blip r:embed="rId12"/>
                <a:stretch>
                  <a:fillRect/>
                </a:stretch>
              </p:blipFill>
              <p:spPr>
                <a:xfrm>
                  <a:off x="3568843" y="3525120"/>
                  <a:ext cx="169920" cy="189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28" name="Ink 27">
                <a:extLst>
                  <a:ext uri="{FF2B5EF4-FFF2-40B4-BE49-F238E27FC236}">
                    <a16:creationId xmlns:a16="http://schemas.microsoft.com/office/drawing/2014/main" id="{270BB5F3-0F21-E738-A99C-ED06CF4019E8}"/>
                  </a:ext>
                </a:extLst>
              </p14:cNvPr>
              <p14:cNvContentPartPr/>
              <p14:nvPr/>
            </p14:nvContentPartPr>
            <p14:xfrm>
              <a:off x="7538203" y="4212506"/>
              <a:ext cx="1332360" cy="580320"/>
            </p14:xfrm>
          </p:contentPart>
        </mc:Choice>
        <mc:Fallback xmlns="">
          <p:pic>
            <p:nvPicPr>
              <p:cNvPr id="28" name="Ink 27">
                <a:extLst>
                  <a:ext uri="{FF2B5EF4-FFF2-40B4-BE49-F238E27FC236}">
                    <a16:creationId xmlns:a16="http://schemas.microsoft.com/office/drawing/2014/main" id="{270BB5F3-0F21-E738-A99C-ED06CF4019E8}"/>
                  </a:ext>
                </a:extLst>
              </p:cNvPr>
              <p:cNvPicPr/>
              <p:nvPr/>
            </p:nvPicPr>
            <p:blipFill>
              <a:blip r:embed="rId14"/>
              <a:stretch>
                <a:fillRect/>
              </a:stretch>
            </p:blipFill>
            <p:spPr>
              <a:xfrm>
                <a:off x="7448203" y="4032506"/>
                <a:ext cx="1512000" cy="939960"/>
              </a:xfrm>
              <a:prstGeom prst="rect">
                <a:avLst/>
              </a:prstGeom>
            </p:spPr>
          </p:pic>
        </mc:Fallback>
      </mc:AlternateContent>
      <p:grpSp>
        <p:nvGrpSpPr>
          <p:cNvPr id="33" name="Group 32">
            <a:extLst>
              <a:ext uri="{FF2B5EF4-FFF2-40B4-BE49-F238E27FC236}">
                <a16:creationId xmlns:a16="http://schemas.microsoft.com/office/drawing/2014/main" id="{3C1A90AC-631F-285E-A41D-03EDA9472CFD}"/>
              </a:ext>
            </a:extLst>
          </p:cNvPr>
          <p:cNvGrpSpPr/>
          <p:nvPr/>
        </p:nvGrpSpPr>
        <p:grpSpPr>
          <a:xfrm>
            <a:off x="4108843" y="3766363"/>
            <a:ext cx="1220400" cy="389880"/>
            <a:chOff x="4108843" y="3766363"/>
            <a:chExt cx="1220400" cy="389880"/>
          </a:xfrm>
        </p:grpSpPr>
        <mc:AlternateContent xmlns:mc="http://schemas.openxmlformats.org/markup-compatibility/2006" xmlns:p14="http://schemas.microsoft.com/office/powerpoint/2010/main">
          <mc:Choice Requires="p14">
            <p:contentPart p14:bwMode="auto" r:id="rId15">
              <p14:nvContentPartPr>
                <p14:cNvPr id="29" name="Ink 28">
                  <a:extLst>
                    <a:ext uri="{FF2B5EF4-FFF2-40B4-BE49-F238E27FC236}">
                      <a16:creationId xmlns:a16="http://schemas.microsoft.com/office/drawing/2014/main" id="{76896284-480C-4616-82BD-56ECE371D038}"/>
                    </a:ext>
                  </a:extLst>
                </p14:cNvPr>
                <p14:cNvContentPartPr/>
                <p14:nvPr/>
              </p14:nvContentPartPr>
              <p14:xfrm>
                <a:off x="4364803" y="3815323"/>
                <a:ext cx="191160" cy="267480"/>
              </p14:xfrm>
            </p:contentPart>
          </mc:Choice>
          <mc:Fallback xmlns="">
            <p:pic>
              <p:nvPicPr>
                <p:cNvPr id="29" name="Ink 28">
                  <a:extLst>
                    <a:ext uri="{FF2B5EF4-FFF2-40B4-BE49-F238E27FC236}">
                      <a16:creationId xmlns:a16="http://schemas.microsoft.com/office/drawing/2014/main" id="{76896284-480C-4616-82BD-56ECE371D038}"/>
                    </a:ext>
                  </a:extLst>
                </p:cNvPr>
                <p:cNvPicPr/>
                <p:nvPr/>
              </p:nvPicPr>
              <p:blipFill>
                <a:blip r:embed="rId16"/>
                <a:stretch>
                  <a:fillRect/>
                </a:stretch>
              </p:blipFill>
              <p:spPr>
                <a:xfrm>
                  <a:off x="4346803" y="3797323"/>
                  <a:ext cx="22680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0" name="Ink 29">
                  <a:extLst>
                    <a:ext uri="{FF2B5EF4-FFF2-40B4-BE49-F238E27FC236}">
                      <a16:creationId xmlns:a16="http://schemas.microsoft.com/office/drawing/2014/main" id="{7587CF1E-EAE9-9558-B819-2710C5B4FFE8}"/>
                    </a:ext>
                  </a:extLst>
                </p14:cNvPr>
                <p14:cNvContentPartPr/>
                <p14:nvPr/>
              </p14:nvContentPartPr>
              <p14:xfrm>
                <a:off x="4299643" y="3983803"/>
                <a:ext cx="300960" cy="172440"/>
              </p14:xfrm>
            </p:contentPart>
          </mc:Choice>
          <mc:Fallback xmlns="">
            <p:pic>
              <p:nvPicPr>
                <p:cNvPr id="30" name="Ink 29">
                  <a:extLst>
                    <a:ext uri="{FF2B5EF4-FFF2-40B4-BE49-F238E27FC236}">
                      <a16:creationId xmlns:a16="http://schemas.microsoft.com/office/drawing/2014/main" id="{7587CF1E-EAE9-9558-B819-2710C5B4FFE8}"/>
                    </a:ext>
                  </a:extLst>
                </p:cNvPr>
                <p:cNvPicPr/>
                <p:nvPr/>
              </p:nvPicPr>
              <p:blipFill>
                <a:blip r:embed="rId18"/>
                <a:stretch>
                  <a:fillRect/>
                </a:stretch>
              </p:blipFill>
              <p:spPr>
                <a:xfrm>
                  <a:off x="4281643" y="3966163"/>
                  <a:ext cx="33660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2" name="Ink 31">
                  <a:extLst>
                    <a:ext uri="{FF2B5EF4-FFF2-40B4-BE49-F238E27FC236}">
                      <a16:creationId xmlns:a16="http://schemas.microsoft.com/office/drawing/2014/main" id="{DB3293A9-7868-E4A4-E8D3-C91C415134DD}"/>
                    </a:ext>
                  </a:extLst>
                </p14:cNvPr>
                <p14:cNvContentPartPr/>
                <p14:nvPr/>
              </p14:nvContentPartPr>
              <p14:xfrm>
                <a:off x="4108843" y="3766363"/>
                <a:ext cx="1220400" cy="60120"/>
              </p14:xfrm>
            </p:contentPart>
          </mc:Choice>
          <mc:Fallback xmlns="">
            <p:pic>
              <p:nvPicPr>
                <p:cNvPr id="32" name="Ink 31">
                  <a:extLst>
                    <a:ext uri="{FF2B5EF4-FFF2-40B4-BE49-F238E27FC236}">
                      <a16:creationId xmlns:a16="http://schemas.microsoft.com/office/drawing/2014/main" id="{DB3293A9-7868-E4A4-E8D3-C91C415134DD}"/>
                    </a:ext>
                  </a:extLst>
                </p:cNvPr>
                <p:cNvPicPr/>
                <p:nvPr/>
              </p:nvPicPr>
              <p:blipFill>
                <a:blip r:embed="rId20"/>
                <a:stretch>
                  <a:fillRect/>
                </a:stretch>
              </p:blipFill>
              <p:spPr>
                <a:xfrm>
                  <a:off x="4091203" y="3748363"/>
                  <a:ext cx="1256040" cy="95760"/>
                </a:xfrm>
                <a:prstGeom prst="rect">
                  <a:avLst/>
                </a:prstGeom>
              </p:spPr>
            </p:pic>
          </mc:Fallback>
        </mc:AlternateContent>
      </p:grpSp>
      <p:sp>
        <p:nvSpPr>
          <p:cNvPr id="41" name="Date Placeholder 40">
            <a:extLst>
              <a:ext uri="{FF2B5EF4-FFF2-40B4-BE49-F238E27FC236}">
                <a16:creationId xmlns:a16="http://schemas.microsoft.com/office/drawing/2014/main" id="{9B27892B-0BC7-6483-168F-4075ACC09934}"/>
              </a:ext>
            </a:extLst>
          </p:cNvPr>
          <p:cNvSpPr>
            <a:spLocks noGrp="1"/>
          </p:cNvSpPr>
          <p:nvPr>
            <p:ph type="dt" sz="half" idx="2"/>
          </p:nvPr>
        </p:nvSpPr>
        <p:spPr/>
        <p:txBody>
          <a:bodyPr/>
          <a:lstStyle/>
          <a:p>
            <a:r>
              <a:rPr lang="en-US"/>
              <a:t>Academic year 2024-25</a:t>
            </a:r>
            <a:endParaRPr lang="en-US" dirty="0"/>
          </a:p>
        </p:txBody>
      </p:sp>
      <p:sp>
        <p:nvSpPr>
          <p:cNvPr id="42" name="Footer Placeholder 41">
            <a:extLst>
              <a:ext uri="{FF2B5EF4-FFF2-40B4-BE49-F238E27FC236}">
                <a16:creationId xmlns:a16="http://schemas.microsoft.com/office/drawing/2014/main" id="{192F61AC-EBCA-45C2-7A24-065F018010D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43" name="Slide Number Placeholder 42">
            <a:extLst>
              <a:ext uri="{FF2B5EF4-FFF2-40B4-BE49-F238E27FC236}">
                <a16:creationId xmlns:a16="http://schemas.microsoft.com/office/drawing/2014/main" id="{41BCA00F-F109-7604-B979-961867F3B9EF}"/>
              </a:ext>
            </a:extLst>
          </p:cNvPr>
          <p:cNvSpPr>
            <a:spLocks noGrp="1"/>
          </p:cNvSpPr>
          <p:nvPr>
            <p:ph type="sldNum" sz="quarter" idx="4"/>
          </p:nvPr>
        </p:nvSpPr>
        <p:spPr/>
        <p:txBody>
          <a:bodyPr/>
          <a:lstStyle/>
          <a:p>
            <a:fld id="{9FD7ECCF-50E7-4327-B945-FA93FF7B2BEF}" type="slidenum">
              <a:rPr lang="en-US" smtClean="0"/>
              <a:pPr/>
              <a:t>29</a:t>
            </a:fld>
            <a:r>
              <a:rPr lang="en-GB"/>
              <a:t>/50</a:t>
            </a:r>
            <a:endParaRPr lang="en-US" dirty="0"/>
          </a:p>
        </p:txBody>
      </p:sp>
    </p:spTree>
    <p:extLst>
      <p:ext uri="{BB962C8B-B14F-4D97-AF65-F5344CB8AC3E}">
        <p14:creationId xmlns:p14="http://schemas.microsoft.com/office/powerpoint/2010/main" val="3935718791"/>
      </p:ext>
    </p:extLst>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86E24-03D3-44A7-9683-7EAD69AD1871}"/>
              </a:ext>
            </a:extLst>
          </p:cNvPr>
          <p:cNvSpPr>
            <a:spLocks noGrp="1"/>
          </p:cNvSpPr>
          <p:nvPr>
            <p:ph type="title"/>
          </p:nvPr>
        </p:nvSpPr>
        <p:spPr>
          <a:xfrm>
            <a:off x="609600" y="228600"/>
            <a:ext cx="8156448" cy="990600"/>
          </a:xfrm>
        </p:spPr>
        <p:txBody>
          <a:bodyPr>
            <a:normAutofit/>
          </a:bodyPr>
          <a:lstStyle/>
          <a:p>
            <a:pPr>
              <a:tabLst>
                <a:tab pos="7712075" algn="r"/>
              </a:tabLst>
            </a:pPr>
            <a:r>
              <a:rPr lang="en-GB" dirty="0"/>
              <a:t>UX – Effectiveness 	[</a:t>
            </a:r>
            <a:r>
              <a:rPr lang="en-GB" dirty="0">
                <a:solidFill>
                  <a:schemeClr val="accent2">
                    <a:lumMod val="75000"/>
                  </a:schemeClr>
                </a:solidFill>
              </a:rPr>
              <a:t>3</a:t>
            </a:r>
            <a:r>
              <a:rPr lang="en-GB" dirty="0"/>
              <a:t>]</a:t>
            </a:r>
          </a:p>
        </p:txBody>
      </p:sp>
      <p:sp>
        <p:nvSpPr>
          <p:cNvPr id="3" name="Content Placeholder 2">
            <a:extLst>
              <a:ext uri="{FF2B5EF4-FFF2-40B4-BE49-F238E27FC236}">
                <a16:creationId xmlns:a16="http://schemas.microsoft.com/office/drawing/2014/main" id="{0E6E2E5B-5FFD-427B-8550-10E75A576AF2}"/>
              </a:ext>
            </a:extLst>
          </p:cNvPr>
          <p:cNvSpPr>
            <a:spLocks noGrp="1"/>
          </p:cNvSpPr>
          <p:nvPr>
            <p:ph sz="quarter" idx="1"/>
          </p:nvPr>
        </p:nvSpPr>
        <p:spPr>
          <a:xfrm>
            <a:off x="612648" y="1600199"/>
            <a:ext cx="6062563" cy="2908921"/>
          </a:xfrm>
        </p:spPr>
        <p:txBody>
          <a:bodyPr>
            <a:normAutofit/>
          </a:bodyPr>
          <a:lstStyle/>
          <a:p>
            <a:pPr>
              <a:spcBef>
                <a:spcPts val="1200"/>
              </a:spcBef>
            </a:pPr>
            <a:r>
              <a:rPr lang="en-GB" sz="2000" dirty="0"/>
              <a:t>Providing the right tools to complete a task / the extent to which something is successful in providing the desired result</a:t>
            </a:r>
          </a:p>
          <a:p>
            <a:pPr>
              <a:spcBef>
                <a:spcPts val="1200"/>
              </a:spcBef>
            </a:pPr>
            <a:r>
              <a:rPr lang="en-GB" sz="2000" dirty="0"/>
              <a:t>It deals with:</a:t>
            </a:r>
          </a:p>
          <a:p>
            <a:pPr lvl="1">
              <a:spcBef>
                <a:spcPts val="1200"/>
              </a:spcBef>
            </a:pPr>
            <a:r>
              <a:rPr lang="en-GB" sz="1700" i="1" dirty="0">
                <a:latin typeface="+mn-lt"/>
              </a:rPr>
              <a:t>overall relative </a:t>
            </a:r>
            <a:br>
              <a:rPr lang="en-GB" sz="1700" i="1" dirty="0">
                <a:latin typeface="+mn-lt"/>
              </a:rPr>
            </a:br>
            <a:r>
              <a:rPr lang="en-GB" sz="1700" i="1" dirty="0">
                <a:latin typeface="+mn-lt"/>
              </a:rPr>
              <a:t>effectiveness</a:t>
            </a:r>
          </a:p>
          <a:p>
            <a:pPr>
              <a:spcBef>
                <a:spcPts val="1200"/>
              </a:spcBef>
            </a:pPr>
            <a:endParaRPr lang="en-GB" sz="2000" dirty="0"/>
          </a:p>
        </p:txBody>
      </p:sp>
      <p:pic>
        <p:nvPicPr>
          <p:cNvPr id="4" name="Picture 3">
            <a:extLst>
              <a:ext uri="{FF2B5EF4-FFF2-40B4-BE49-F238E27FC236}">
                <a16:creationId xmlns:a16="http://schemas.microsoft.com/office/drawing/2014/main" id="{B1C15BA4-0E1E-99FD-0650-D2020BFE821A}"/>
              </a:ext>
            </a:extLst>
          </p:cNvPr>
          <p:cNvPicPr>
            <a:picLocks noChangeAspect="1"/>
          </p:cNvPicPr>
          <p:nvPr/>
        </p:nvPicPr>
        <p:blipFill>
          <a:blip r:embed="rId3"/>
          <a:stretch>
            <a:fillRect/>
          </a:stretch>
        </p:blipFill>
        <p:spPr>
          <a:xfrm>
            <a:off x="7042884" y="1875920"/>
            <a:ext cx="1634055" cy="1564520"/>
          </a:xfrm>
          <a:prstGeom prst="rect">
            <a:avLst/>
          </a:prstGeom>
        </p:spPr>
      </p:pic>
      <p:pic>
        <p:nvPicPr>
          <p:cNvPr id="23" name="Picture 22" descr="A diagram of usability&#10;&#10;Description automatically generated">
            <a:extLst>
              <a:ext uri="{FF2B5EF4-FFF2-40B4-BE49-F238E27FC236}">
                <a16:creationId xmlns:a16="http://schemas.microsoft.com/office/drawing/2014/main" id="{2985D4ED-0420-3D0C-CC31-5EF50FE05F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38591" y="3998395"/>
            <a:ext cx="2242643" cy="1959298"/>
          </a:xfrm>
          <a:prstGeom prst="rect">
            <a:avLst/>
          </a:prstGeom>
        </p:spPr>
      </p:pic>
      <p:sp>
        <p:nvSpPr>
          <p:cNvPr id="6" name="TextBox 5">
            <a:extLst>
              <a:ext uri="{FF2B5EF4-FFF2-40B4-BE49-F238E27FC236}">
                <a16:creationId xmlns:a16="http://schemas.microsoft.com/office/drawing/2014/main" id="{CF459CCC-3DFF-BD8D-B392-DA6AB262221F}"/>
              </a:ext>
            </a:extLst>
          </p:cNvPr>
          <p:cNvSpPr txBox="1"/>
          <p:nvPr/>
        </p:nvSpPr>
        <p:spPr>
          <a:xfrm>
            <a:off x="3643928" y="2686533"/>
            <a:ext cx="3232327" cy="769441"/>
          </a:xfrm>
          <a:prstGeom prst="rect">
            <a:avLst/>
          </a:prstGeom>
          <a:noFill/>
        </p:spPr>
        <p:txBody>
          <a:bodyPr wrap="square" rtlCol="0">
            <a:spAutoFit/>
          </a:bodyPr>
          <a:lstStyle/>
          <a:p>
            <a:pPr marL="358775" lvl="1" indent="-273050">
              <a:spcBef>
                <a:spcPts val="1200"/>
              </a:spcBef>
            </a:pPr>
            <a:r>
              <a:rPr lang="en-GB" sz="1700" b="1" i="1" dirty="0">
                <a:latin typeface="+mn-lt"/>
              </a:rPr>
              <a:t>How is it measured?</a:t>
            </a:r>
          </a:p>
          <a:p>
            <a:pPr marL="358775" lvl="1" indent="-273050">
              <a:spcBef>
                <a:spcPts val="1200"/>
              </a:spcBef>
              <a:buFont typeface="Wingdings" panose="05000000000000000000" pitchFamily="2" charset="2"/>
              <a:buChar char="§"/>
            </a:pPr>
            <a:r>
              <a:rPr lang="en-GB" sz="1700" i="1" dirty="0">
                <a:latin typeface="+mn-lt"/>
              </a:rPr>
              <a:t>Qualitative – opinions</a:t>
            </a:r>
          </a:p>
        </p:txBody>
      </p:sp>
      <p:grpSp>
        <p:nvGrpSpPr>
          <p:cNvPr id="24" name="Group 23">
            <a:extLst>
              <a:ext uri="{FF2B5EF4-FFF2-40B4-BE49-F238E27FC236}">
                <a16:creationId xmlns:a16="http://schemas.microsoft.com/office/drawing/2014/main" id="{6E7D12C0-15EA-D62A-40F7-2A980FC5DDEC}"/>
              </a:ext>
            </a:extLst>
          </p:cNvPr>
          <p:cNvGrpSpPr/>
          <p:nvPr/>
        </p:nvGrpSpPr>
        <p:grpSpPr>
          <a:xfrm>
            <a:off x="2910814" y="3140968"/>
            <a:ext cx="649800" cy="115560"/>
            <a:chOff x="3074957" y="4571734"/>
            <a:chExt cx="649800" cy="115560"/>
          </a:xfrm>
        </p:grpSpPr>
        <mc:AlternateContent xmlns:mc="http://schemas.openxmlformats.org/markup-compatibility/2006" xmlns:p14="http://schemas.microsoft.com/office/powerpoint/2010/main">
          <mc:Choice Requires="p14">
            <p:contentPart p14:bwMode="auto" r:id="rId5">
              <p14:nvContentPartPr>
                <p14:cNvPr id="21" name="Ink 20">
                  <a:extLst>
                    <a:ext uri="{FF2B5EF4-FFF2-40B4-BE49-F238E27FC236}">
                      <a16:creationId xmlns:a16="http://schemas.microsoft.com/office/drawing/2014/main" id="{DFDCED1F-6ADD-0DA6-A720-B02041342654}"/>
                    </a:ext>
                  </a:extLst>
                </p14:cNvPr>
                <p14:cNvContentPartPr/>
                <p14:nvPr/>
              </p14:nvContentPartPr>
              <p14:xfrm>
                <a:off x="3074957" y="4614574"/>
                <a:ext cx="539280" cy="6480"/>
              </p14:xfrm>
            </p:contentPart>
          </mc:Choice>
          <mc:Fallback xmlns="">
            <p:pic>
              <p:nvPicPr>
                <p:cNvPr id="21" name="Ink 20">
                  <a:extLst>
                    <a:ext uri="{FF2B5EF4-FFF2-40B4-BE49-F238E27FC236}">
                      <a16:creationId xmlns:a16="http://schemas.microsoft.com/office/drawing/2014/main" id="{DFDCED1F-6ADD-0DA6-A720-B02041342654}"/>
                    </a:ext>
                  </a:extLst>
                </p:cNvPr>
                <p:cNvPicPr/>
                <p:nvPr/>
              </p:nvPicPr>
              <p:blipFill>
                <a:blip r:embed="rId6"/>
                <a:stretch>
                  <a:fillRect/>
                </a:stretch>
              </p:blipFill>
              <p:spPr>
                <a:xfrm>
                  <a:off x="3056957" y="4596934"/>
                  <a:ext cx="57492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2" name="Ink 21">
                  <a:extLst>
                    <a:ext uri="{FF2B5EF4-FFF2-40B4-BE49-F238E27FC236}">
                      <a16:creationId xmlns:a16="http://schemas.microsoft.com/office/drawing/2014/main" id="{50BEAB72-DECA-961D-67A6-F50031056149}"/>
                    </a:ext>
                  </a:extLst>
                </p14:cNvPr>
                <p14:cNvContentPartPr/>
                <p14:nvPr/>
              </p14:nvContentPartPr>
              <p14:xfrm>
                <a:off x="3592637" y="4571734"/>
                <a:ext cx="132120" cy="115560"/>
              </p14:xfrm>
            </p:contentPart>
          </mc:Choice>
          <mc:Fallback xmlns="">
            <p:pic>
              <p:nvPicPr>
                <p:cNvPr id="22" name="Ink 21">
                  <a:extLst>
                    <a:ext uri="{FF2B5EF4-FFF2-40B4-BE49-F238E27FC236}">
                      <a16:creationId xmlns:a16="http://schemas.microsoft.com/office/drawing/2014/main" id="{50BEAB72-DECA-961D-67A6-F50031056149}"/>
                    </a:ext>
                  </a:extLst>
                </p:cNvPr>
                <p:cNvPicPr/>
                <p:nvPr/>
              </p:nvPicPr>
              <p:blipFill>
                <a:blip r:embed="rId8"/>
                <a:stretch>
                  <a:fillRect/>
                </a:stretch>
              </p:blipFill>
              <p:spPr>
                <a:xfrm>
                  <a:off x="3574637" y="4554094"/>
                  <a:ext cx="167760" cy="151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B12AF75B-2014-0586-91ED-A9458D991841}"/>
                  </a:ext>
                </a:extLst>
              </p14:cNvPr>
              <p14:cNvContentPartPr/>
              <p14:nvPr/>
            </p14:nvContentPartPr>
            <p14:xfrm>
              <a:off x="7538203" y="4212506"/>
              <a:ext cx="1332360" cy="580320"/>
            </p14:xfrm>
          </p:contentPart>
        </mc:Choice>
        <mc:Fallback xmlns="">
          <p:pic>
            <p:nvPicPr>
              <p:cNvPr id="7" name="Ink 6">
                <a:extLst>
                  <a:ext uri="{FF2B5EF4-FFF2-40B4-BE49-F238E27FC236}">
                    <a16:creationId xmlns:a16="http://schemas.microsoft.com/office/drawing/2014/main" id="{B12AF75B-2014-0586-91ED-A9458D991841}"/>
                  </a:ext>
                </a:extLst>
              </p:cNvPr>
              <p:cNvPicPr/>
              <p:nvPr/>
            </p:nvPicPr>
            <p:blipFill>
              <a:blip r:embed="rId10"/>
              <a:stretch>
                <a:fillRect/>
              </a:stretch>
            </p:blipFill>
            <p:spPr>
              <a:xfrm>
                <a:off x="7448203" y="4032506"/>
                <a:ext cx="1512000" cy="939960"/>
              </a:xfrm>
              <a:prstGeom prst="rect">
                <a:avLst/>
              </a:prstGeom>
            </p:spPr>
          </p:pic>
        </mc:Fallback>
      </mc:AlternateContent>
      <p:sp>
        <p:nvSpPr>
          <p:cNvPr id="18" name="Date Placeholder 17">
            <a:extLst>
              <a:ext uri="{FF2B5EF4-FFF2-40B4-BE49-F238E27FC236}">
                <a16:creationId xmlns:a16="http://schemas.microsoft.com/office/drawing/2014/main" id="{C96239AE-8C5C-F07D-1B93-D6B7D8A82DA5}"/>
              </a:ext>
            </a:extLst>
          </p:cNvPr>
          <p:cNvSpPr>
            <a:spLocks noGrp="1"/>
          </p:cNvSpPr>
          <p:nvPr>
            <p:ph type="dt" sz="half" idx="2"/>
          </p:nvPr>
        </p:nvSpPr>
        <p:spPr/>
        <p:txBody>
          <a:bodyPr/>
          <a:lstStyle/>
          <a:p>
            <a:r>
              <a:rPr lang="en-US"/>
              <a:t>Academic year 2024-25</a:t>
            </a:r>
            <a:endParaRPr lang="en-US" dirty="0"/>
          </a:p>
        </p:txBody>
      </p:sp>
      <p:sp>
        <p:nvSpPr>
          <p:cNvPr id="19" name="Footer Placeholder 18">
            <a:extLst>
              <a:ext uri="{FF2B5EF4-FFF2-40B4-BE49-F238E27FC236}">
                <a16:creationId xmlns:a16="http://schemas.microsoft.com/office/drawing/2014/main" id="{9510FABC-F796-FC29-65D2-DCAE3807577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20" name="Slide Number Placeholder 19">
            <a:extLst>
              <a:ext uri="{FF2B5EF4-FFF2-40B4-BE49-F238E27FC236}">
                <a16:creationId xmlns:a16="http://schemas.microsoft.com/office/drawing/2014/main" id="{1E5AB6DE-92FA-CF66-D29E-7E1CC067BC2A}"/>
              </a:ext>
            </a:extLst>
          </p:cNvPr>
          <p:cNvSpPr>
            <a:spLocks noGrp="1"/>
          </p:cNvSpPr>
          <p:nvPr>
            <p:ph type="sldNum" sz="quarter" idx="4"/>
          </p:nvPr>
        </p:nvSpPr>
        <p:spPr/>
        <p:txBody>
          <a:bodyPr/>
          <a:lstStyle/>
          <a:p>
            <a:fld id="{9FD7ECCF-50E7-4327-B945-FA93FF7B2BEF}" type="slidenum">
              <a:rPr lang="en-US" smtClean="0"/>
              <a:pPr/>
              <a:t>30</a:t>
            </a:fld>
            <a:r>
              <a:rPr lang="en-GB"/>
              <a:t>/50</a:t>
            </a:r>
            <a:endParaRPr lang="en-US" dirty="0"/>
          </a:p>
        </p:txBody>
      </p:sp>
    </p:spTree>
    <p:extLst>
      <p:ext uri="{BB962C8B-B14F-4D97-AF65-F5344CB8AC3E}">
        <p14:creationId xmlns:p14="http://schemas.microsoft.com/office/powerpoint/2010/main" val="9674528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4EC36EE-196C-4DA5-A9EC-04604D7DD108}"/>
              </a:ext>
            </a:extLst>
          </p:cNvPr>
          <p:cNvPicPr>
            <a:picLocks noChangeAspect="1"/>
          </p:cNvPicPr>
          <p:nvPr/>
        </p:nvPicPr>
        <p:blipFill>
          <a:blip r:embed="rId2"/>
          <a:stretch>
            <a:fillRect/>
          </a:stretch>
        </p:blipFill>
        <p:spPr>
          <a:xfrm>
            <a:off x="7020272" y="1677388"/>
            <a:ext cx="1809007" cy="1926835"/>
          </a:xfrm>
          <a:prstGeom prst="rect">
            <a:avLst/>
          </a:prstGeom>
        </p:spPr>
      </p:pic>
      <p:sp>
        <p:nvSpPr>
          <p:cNvPr id="2" name="Title 1">
            <a:extLst>
              <a:ext uri="{FF2B5EF4-FFF2-40B4-BE49-F238E27FC236}">
                <a16:creationId xmlns:a16="http://schemas.microsoft.com/office/drawing/2014/main" id="{AF886E24-03D3-44A7-9683-7EAD69AD1871}"/>
              </a:ext>
            </a:extLst>
          </p:cNvPr>
          <p:cNvSpPr>
            <a:spLocks noGrp="1"/>
          </p:cNvSpPr>
          <p:nvPr>
            <p:ph type="title"/>
          </p:nvPr>
        </p:nvSpPr>
        <p:spPr>
          <a:xfrm>
            <a:off x="609600" y="228600"/>
            <a:ext cx="8156448" cy="990600"/>
          </a:xfrm>
        </p:spPr>
        <p:txBody>
          <a:bodyPr>
            <a:normAutofit/>
          </a:bodyPr>
          <a:lstStyle/>
          <a:p>
            <a:r>
              <a:rPr lang="en-GB" dirty="0"/>
              <a:t>UX – Efficiency</a:t>
            </a:r>
          </a:p>
        </p:txBody>
      </p:sp>
      <p:sp>
        <p:nvSpPr>
          <p:cNvPr id="3" name="Content Placeholder 2">
            <a:extLst>
              <a:ext uri="{FF2B5EF4-FFF2-40B4-BE49-F238E27FC236}">
                <a16:creationId xmlns:a16="http://schemas.microsoft.com/office/drawing/2014/main" id="{0E6E2E5B-5FFD-427B-8550-10E75A576AF2}"/>
              </a:ext>
            </a:extLst>
          </p:cNvPr>
          <p:cNvSpPr>
            <a:spLocks noGrp="1"/>
          </p:cNvSpPr>
          <p:nvPr>
            <p:ph sz="quarter" idx="1"/>
          </p:nvPr>
        </p:nvSpPr>
        <p:spPr>
          <a:xfrm>
            <a:off x="612648" y="1600200"/>
            <a:ext cx="5903567" cy="2154436"/>
          </a:xfrm>
        </p:spPr>
        <p:txBody>
          <a:bodyPr>
            <a:normAutofit/>
          </a:bodyPr>
          <a:lstStyle/>
          <a:p>
            <a:pPr>
              <a:spcBef>
                <a:spcPts val="1200"/>
              </a:spcBef>
            </a:pPr>
            <a:r>
              <a:rPr lang="en-GB" sz="2000" dirty="0"/>
              <a:t>Users are provided with the tools to complete actions accurately and can perform tasks quickly through the easiest process. </a:t>
            </a:r>
          </a:p>
          <a:p>
            <a:r>
              <a:rPr lang="en-GB" sz="2000" dirty="0"/>
              <a:t>It deals with:</a:t>
            </a:r>
          </a:p>
        </p:txBody>
      </p:sp>
      <p:pic>
        <p:nvPicPr>
          <p:cNvPr id="5" name="Picture 4" descr="A diagram of usability&#10;&#10;Description automatically generated">
            <a:extLst>
              <a:ext uri="{FF2B5EF4-FFF2-40B4-BE49-F238E27FC236}">
                <a16:creationId xmlns:a16="http://schemas.microsoft.com/office/drawing/2014/main" id="{4A81C897-C41F-7131-79B7-F271E7A33F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8591" y="3998395"/>
            <a:ext cx="2242643" cy="1959298"/>
          </a:xfrm>
          <a:prstGeom prst="rect">
            <a:avLst/>
          </a:prstGeom>
        </p:spPr>
      </p:pic>
      <p:sp>
        <p:nvSpPr>
          <p:cNvPr id="4" name="TextBox 3">
            <a:extLst>
              <a:ext uri="{FF2B5EF4-FFF2-40B4-BE49-F238E27FC236}">
                <a16:creationId xmlns:a16="http://schemas.microsoft.com/office/drawing/2014/main" id="{6D4E5046-429A-041F-4F19-C0CCA4D1F601}"/>
              </a:ext>
            </a:extLst>
          </p:cNvPr>
          <p:cNvSpPr txBox="1"/>
          <p:nvPr/>
        </p:nvSpPr>
        <p:spPr>
          <a:xfrm>
            <a:off x="480052" y="2956098"/>
            <a:ext cx="2640534" cy="2492990"/>
          </a:xfrm>
          <a:prstGeom prst="rect">
            <a:avLst/>
          </a:prstGeom>
          <a:noFill/>
        </p:spPr>
        <p:txBody>
          <a:bodyPr wrap="square" rtlCol="0">
            <a:spAutoFit/>
          </a:bodyPr>
          <a:lstStyle/>
          <a:p>
            <a:pPr marL="800100" lvl="1" indent="-342900">
              <a:spcBef>
                <a:spcPts val="1200"/>
              </a:spcBef>
              <a:buFont typeface="Wingdings" panose="05000000000000000000" pitchFamily="2" charset="2"/>
              <a:buChar char="§"/>
            </a:pPr>
            <a:r>
              <a:rPr lang="en-GB" sz="1700" i="1" dirty="0">
                <a:latin typeface="+mn-lt"/>
              </a:rPr>
              <a:t>task completion time</a:t>
            </a:r>
            <a:endParaRPr lang="en-GB" sz="1700" i="1" dirty="0"/>
          </a:p>
          <a:p>
            <a:pPr marL="800100" lvl="1" indent="-342900">
              <a:spcBef>
                <a:spcPts val="1200"/>
              </a:spcBef>
              <a:buFont typeface="Wingdings" panose="05000000000000000000" pitchFamily="2" charset="2"/>
              <a:buChar char="§"/>
            </a:pPr>
            <a:r>
              <a:rPr lang="en-GB" sz="1700" i="1" dirty="0">
                <a:latin typeface="+mn-lt"/>
              </a:rPr>
              <a:t>the way a system supports users in carrying out their tasks</a:t>
            </a:r>
          </a:p>
          <a:p>
            <a:pPr marL="800100" lvl="1" indent="-342900">
              <a:spcBef>
                <a:spcPts val="1200"/>
              </a:spcBef>
              <a:buFont typeface="Wingdings" panose="05000000000000000000" pitchFamily="2" charset="2"/>
              <a:buChar char="§"/>
            </a:pPr>
            <a:r>
              <a:rPr lang="en-GB" sz="1700" i="1" dirty="0">
                <a:latin typeface="+mn-lt"/>
              </a:rPr>
              <a:t>overall relative efficiency</a:t>
            </a:r>
          </a:p>
        </p:txBody>
      </p:sp>
      <p:sp>
        <p:nvSpPr>
          <p:cNvPr id="6" name="TextBox 5">
            <a:extLst>
              <a:ext uri="{FF2B5EF4-FFF2-40B4-BE49-F238E27FC236}">
                <a16:creationId xmlns:a16="http://schemas.microsoft.com/office/drawing/2014/main" id="{653C4A4C-E573-4AF2-08F8-FC96D6D73D1B}"/>
              </a:ext>
            </a:extLst>
          </p:cNvPr>
          <p:cNvSpPr txBox="1"/>
          <p:nvPr/>
        </p:nvSpPr>
        <p:spPr>
          <a:xfrm>
            <a:off x="3749268" y="2480576"/>
            <a:ext cx="3271004" cy="2627835"/>
          </a:xfrm>
          <a:prstGeom prst="rect">
            <a:avLst/>
          </a:prstGeom>
          <a:noFill/>
        </p:spPr>
        <p:txBody>
          <a:bodyPr wrap="square" rtlCol="0">
            <a:spAutoFit/>
          </a:bodyPr>
          <a:lstStyle/>
          <a:p>
            <a:pPr marL="358775" lvl="1" indent="-273050">
              <a:lnSpc>
                <a:spcPct val="150000"/>
              </a:lnSpc>
              <a:spcBef>
                <a:spcPts val="1200"/>
              </a:spcBef>
            </a:pPr>
            <a:r>
              <a:rPr lang="en-GB" sz="1700" b="1" i="1" dirty="0">
                <a:latin typeface="+mn-lt"/>
              </a:rPr>
              <a:t>How is it measured?</a:t>
            </a:r>
          </a:p>
          <a:p>
            <a:pPr marL="358775" lvl="1" indent="-273050">
              <a:lnSpc>
                <a:spcPct val="150000"/>
              </a:lnSpc>
              <a:spcBef>
                <a:spcPts val="1200"/>
              </a:spcBef>
              <a:buFont typeface="Wingdings" panose="05000000000000000000" pitchFamily="2" charset="2"/>
              <a:buChar char="§"/>
            </a:pPr>
            <a:r>
              <a:rPr lang="en-GB" sz="1700" b="1" i="1" dirty="0">
                <a:latin typeface="+mn-lt"/>
              </a:rPr>
              <a:t>Time</a:t>
            </a:r>
            <a:endParaRPr lang="en-GB" sz="1700" b="1" i="1" dirty="0"/>
          </a:p>
          <a:p>
            <a:pPr marL="358775" lvl="1" indent="-273050">
              <a:lnSpc>
                <a:spcPct val="150000"/>
              </a:lnSpc>
              <a:spcBef>
                <a:spcPts val="1200"/>
              </a:spcBef>
              <a:buFont typeface="Wingdings" panose="05000000000000000000" pitchFamily="2" charset="2"/>
              <a:buChar char="§"/>
            </a:pPr>
            <a:r>
              <a:rPr lang="en-GB" sz="1700" i="1" dirty="0">
                <a:latin typeface="+mn-lt"/>
              </a:rPr>
              <a:t>Noting down tools – </a:t>
            </a:r>
            <a:r>
              <a:rPr lang="en-GB" sz="1700" b="1" i="1" dirty="0">
                <a:latin typeface="+mn-lt"/>
              </a:rPr>
              <a:t>routines</a:t>
            </a:r>
          </a:p>
          <a:p>
            <a:pPr marL="358775" lvl="1" indent="-273050">
              <a:lnSpc>
                <a:spcPct val="150000"/>
              </a:lnSpc>
              <a:spcBef>
                <a:spcPts val="1200"/>
              </a:spcBef>
              <a:buFont typeface="Wingdings" panose="05000000000000000000" pitchFamily="2" charset="2"/>
              <a:buChar char="§"/>
            </a:pPr>
            <a:endParaRPr lang="en-GB" sz="1700" i="1" dirty="0">
              <a:latin typeface="+mn-lt"/>
            </a:endParaRPr>
          </a:p>
          <a:p>
            <a:pPr marL="358775" lvl="1" indent="-273050">
              <a:lnSpc>
                <a:spcPct val="150000"/>
              </a:lnSpc>
              <a:spcBef>
                <a:spcPts val="1200"/>
              </a:spcBef>
              <a:buFont typeface="Wingdings" panose="05000000000000000000" pitchFamily="2" charset="2"/>
              <a:buChar char="§"/>
            </a:pPr>
            <a:r>
              <a:rPr lang="en-GB" sz="1700" i="1" dirty="0">
                <a:latin typeface="+mn-lt"/>
              </a:rPr>
              <a:t>Qualitative - </a:t>
            </a:r>
            <a:r>
              <a:rPr lang="en-GB" sz="1700" b="1" i="1" dirty="0">
                <a:latin typeface="+mn-lt"/>
              </a:rPr>
              <a:t>opinions</a:t>
            </a:r>
          </a:p>
        </p:txBody>
      </p:sp>
      <p:grpSp>
        <p:nvGrpSpPr>
          <p:cNvPr id="17" name="Group 16">
            <a:extLst>
              <a:ext uri="{FF2B5EF4-FFF2-40B4-BE49-F238E27FC236}">
                <a16:creationId xmlns:a16="http://schemas.microsoft.com/office/drawing/2014/main" id="{FEAB13CC-05EB-36BA-95DC-C6017E22B880}"/>
              </a:ext>
            </a:extLst>
          </p:cNvPr>
          <p:cNvGrpSpPr/>
          <p:nvPr/>
        </p:nvGrpSpPr>
        <p:grpSpPr>
          <a:xfrm>
            <a:off x="2978597" y="3212976"/>
            <a:ext cx="743040" cy="123480"/>
            <a:chOff x="3069523" y="4424854"/>
            <a:chExt cx="743040" cy="123480"/>
          </a:xfrm>
        </p:grpSpPr>
        <mc:AlternateContent xmlns:mc="http://schemas.openxmlformats.org/markup-compatibility/2006" xmlns:p14="http://schemas.microsoft.com/office/powerpoint/2010/main">
          <mc:Choice Requires="p14">
            <p:contentPart p14:bwMode="auto" r:id="rId4">
              <p14:nvContentPartPr>
                <p14:cNvPr id="15" name="Ink 14">
                  <a:extLst>
                    <a:ext uri="{FF2B5EF4-FFF2-40B4-BE49-F238E27FC236}">
                      <a16:creationId xmlns:a16="http://schemas.microsoft.com/office/drawing/2014/main" id="{EB41ED34-3584-70FD-21E9-D80FAFD23859}"/>
                    </a:ext>
                  </a:extLst>
                </p14:cNvPr>
                <p14:cNvContentPartPr/>
                <p14:nvPr/>
              </p14:nvContentPartPr>
              <p14:xfrm>
                <a:off x="3069523" y="4473814"/>
                <a:ext cx="626400" cy="6480"/>
              </p14:xfrm>
            </p:contentPart>
          </mc:Choice>
          <mc:Fallback xmlns="">
            <p:pic>
              <p:nvPicPr>
                <p:cNvPr id="15" name="Ink 14">
                  <a:extLst>
                    <a:ext uri="{FF2B5EF4-FFF2-40B4-BE49-F238E27FC236}">
                      <a16:creationId xmlns:a16="http://schemas.microsoft.com/office/drawing/2014/main" id="{EB41ED34-3584-70FD-21E9-D80FAFD23859}"/>
                    </a:ext>
                  </a:extLst>
                </p:cNvPr>
                <p:cNvPicPr/>
                <p:nvPr/>
              </p:nvPicPr>
              <p:blipFill>
                <a:blip r:embed="rId5"/>
                <a:stretch>
                  <a:fillRect/>
                </a:stretch>
              </p:blipFill>
              <p:spPr>
                <a:xfrm>
                  <a:off x="3051883" y="4455814"/>
                  <a:ext cx="66204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 name="Ink 15">
                  <a:extLst>
                    <a:ext uri="{FF2B5EF4-FFF2-40B4-BE49-F238E27FC236}">
                      <a16:creationId xmlns:a16="http://schemas.microsoft.com/office/drawing/2014/main" id="{7C9E509C-65F6-2518-AF9E-B0F4E4A5A5F8}"/>
                    </a:ext>
                  </a:extLst>
                </p14:cNvPr>
                <p14:cNvContentPartPr/>
                <p14:nvPr/>
              </p14:nvContentPartPr>
              <p14:xfrm>
                <a:off x="3624643" y="4424854"/>
                <a:ext cx="187920" cy="123480"/>
              </p14:xfrm>
            </p:contentPart>
          </mc:Choice>
          <mc:Fallback xmlns="">
            <p:pic>
              <p:nvPicPr>
                <p:cNvPr id="16" name="Ink 15">
                  <a:extLst>
                    <a:ext uri="{FF2B5EF4-FFF2-40B4-BE49-F238E27FC236}">
                      <a16:creationId xmlns:a16="http://schemas.microsoft.com/office/drawing/2014/main" id="{7C9E509C-65F6-2518-AF9E-B0F4E4A5A5F8}"/>
                    </a:ext>
                  </a:extLst>
                </p:cNvPr>
                <p:cNvPicPr/>
                <p:nvPr/>
              </p:nvPicPr>
              <p:blipFill>
                <a:blip r:embed="rId7"/>
                <a:stretch>
                  <a:fillRect/>
                </a:stretch>
              </p:blipFill>
              <p:spPr>
                <a:xfrm>
                  <a:off x="3607003" y="4407214"/>
                  <a:ext cx="223560" cy="159120"/>
                </a:xfrm>
                <a:prstGeom prst="rect">
                  <a:avLst/>
                </a:prstGeom>
              </p:spPr>
            </p:pic>
          </mc:Fallback>
        </mc:AlternateContent>
      </p:grpSp>
      <p:grpSp>
        <p:nvGrpSpPr>
          <p:cNvPr id="20" name="Group 19">
            <a:extLst>
              <a:ext uri="{FF2B5EF4-FFF2-40B4-BE49-F238E27FC236}">
                <a16:creationId xmlns:a16="http://schemas.microsoft.com/office/drawing/2014/main" id="{119548D6-5A46-2B41-8D14-11DB70A51334}"/>
              </a:ext>
            </a:extLst>
          </p:cNvPr>
          <p:cNvGrpSpPr/>
          <p:nvPr/>
        </p:nvGrpSpPr>
        <p:grpSpPr>
          <a:xfrm>
            <a:off x="2851877" y="4930794"/>
            <a:ext cx="869760" cy="149040"/>
            <a:chOff x="2982403" y="5426374"/>
            <a:chExt cx="869760" cy="149040"/>
          </a:xfrm>
        </p:grpSpPr>
        <mc:AlternateContent xmlns:mc="http://schemas.openxmlformats.org/markup-compatibility/2006" xmlns:p14="http://schemas.microsoft.com/office/powerpoint/2010/main">
          <mc:Choice Requires="p14">
            <p:contentPart p14:bwMode="auto" r:id="rId8">
              <p14:nvContentPartPr>
                <p14:cNvPr id="18" name="Ink 17">
                  <a:extLst>
                    <a:ext uri="{FF2B5EF4-FFF2-40B4-BE49-F238E27FC236}">
                      <a16:creationId xmlns:a16="http://schemas.microsoft.com/office/drawing/2014/main" id="{15C52C3F-5E97-3731-3004-AF8EF1A45B6A}"/>
                    </a:ext>
                  </a:extLst>
                </p14:cNvPr>
                <p14:cNvContentPartPr/>
                <p14:nvPr/>
              </p14:nvContentPartPr>
              <p14:xfrm>
                <a:off x="2982403" y="5491534"/>
                <a:ext cx="783720" cy="27360"/>
              </p14:xfrm>
            </p:contentPart>
          </mc:Choice>
          <mc:Fallback xmlns="">
            <p:pic>
              <p:nvPicPr>
                <p:cNvPr id="18" name="Ink 17">
                  <a:extLst>
                    <a:ext uri="{FF2B5EF4-FFF2-40B4-BE49-F238E27FC236}">
                      <a16:creationId xmlns:a16="http://schemas.microsoft.com/office/drawing/2014/main" id="{15C52C3F-5E97-3731-3004-AF8EF1A45B6A}"/>
                    </a:ext>
                  </a:extLst>
                </p:cNvPr>
                <p:cNvPicPr/>
                <p:nvPr/>
              </p:nvPicPr>
              <p:blipFill>
                <a:blip r:embed="rId9"/>
                <a:stretch>
                  <a:fillRect/>
                </a:stretch>
              </p:blipFill>
              <p:spPr>
                <a:xfrm>
                  <a:off x="2964763" y="5473894"/>
                  <a:ext cx="81936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9" name="Ink 18">
                  <a:extLst>
                    <a:ext uri="{FF2B5EF4-FFF2-40B4-BE49-F238E27FC236}">
                      <a16:creationId xmlns:a16="http://schemas.microsoft.com/office/drawing/2014/main" id="{F166EF79-C7BC-1338-069E-8A3E0F6DBA1E}"/>
                    </a:ext>
                  </a:extLst>
                </p14:cNvPr>
                <p14:cNvContentPartPr/>
                <p14:nvPr/>
              </p14:nvContentPartPr>
              <p14:xfrm>
                <a:off x="3668203" y="5426374"/>
                <a:ext cx="183960" cy="149040"/>
              </p14:xfrm>
            </p:contentPart>
          </mc:Choice>
          <mc:Fallback xmlns="">
            <p:pic>
              <p:nvPicPr>
                <p:cNvPr id="19" name="Ink 18">
                  <a:extLst>
                    <a:ext uri="{FF2B5EF4-FFF2-40B4-BE49-F238E27FC236}">
                      <a16:creationId xmlns:a16="http://schemas.microsoft.com/office/drawing/2014/main" id="{F166EF79-C7BC-1338-069E-8A3E0F6DBA1E}"/>
                    </a:ext>
                  </a:extLst>
                </p:cNvPr>
                <p:cNvPicPr/>
                <p:nvPr/>
              </p:nvPicPr>
              <p:blipFill>
                <a:blip r:embed="rId11"/>
                <a:stretch>
                  <a:fillRect/>
                </a:stretch>
              </p:blipFill>
              <p:spPr>
                <a:xfrm>
                  <a:off x="3650563" y="5408734"/>
                  <a:ext cx="219600" cy="184680"/>
                </a:xfrm>
                <a:prstGeom prst="rect">
                  <a:avLst/>
                </a:prstGeom>
              </p:spPr>
            </p:pic>
          </mc:Fallback>
        </mc:AlternateContent>
      </p:grpSp>
      <p:grpSp>
        <p:nvGrpSpPr>
          <p:cNvPr id="24" name="Group 23">
            <a:extLst>
              <a:ext uri="{FF2B5EF4-FFF2-40B4-BE49-F238E27FC236}">
                <a16:creationId xmlns:a16="http://schemas.microsoft.com/office/drawing/2014/main" id="{63BFFC24-AEC3-A5D1-A9D5-8E00B64CB43B}"/>
              </a:ext>
            </a:extLst>
          </p:cNvPr>
          <p:cNvGrpSpPr/>
          <p:nvPr/>
        </p:nvGrpSpPr>
        <p:grpSpPr>
          <a:xfrm>
            <a:off x="3000108" y="3786606"/>
            <a:ext cx="749160" cy="177120"/>
            <a:chOff x="3042523" y="3934997"/>
            <a:chExt cx="749160" cy="177120"/>
          </a:xfrm>
        </p:grpSpPr>
        <mc:AlternateContent xmlns:mc="http://schemas.openxmlformats.org/markup-compatibility/2006" xmlns:p14="http://schemas.microsoft.com/office/powerpoint/2010/main">
          <mc:Choice Requires="p14">
            <p:contentPart p14:bwMode="auto" r:id="rId12">
              <p14:nvContentPartPr>
                <p14:cNvPr id="22" name="Ink 21">
                  <a:extLst>
                    <a:ext uri="{FF2B5EF4-FFF2-40B4-BE49-F238E27FC236}">
                      <a16:creationId xmlns:a16="http://schemas.microsoft.com/office/drawing/2014/main" id="{4B777C10-D83A-C8A1-B02B-8AA4F61A1A10}"/>
                    </a:ext>
                  </a:extLst>
                </p14:cNvPr>
                <p14:cNvContentPartPr/>
                <p14:nvPr/>
              </p14:nvContentPartPr>
              <p14:xfrm>
                <a:off x="3042523" y="4006997"/>
                <a:ext cx="659160" cy="15840"/>
              </p14:xfrm>
            </p:contentPart>
          </mc:Choice>
          <mc:Fallback xmlns="">
            <p:pic>
              <p:nvPicPr>
                <p:cNvPr id="22" name="Ink 21">
                  <a:extLst>
                    <a:ext uri="{FF2B5EF4-FFF2-40B4-BE49-F238E27FC236}">
                      <a16:creationId xmlns:a16="http://schemas.microsoft.com/office/drawing/2014/main" id="{4B777C10-D83A-C8A1-B02B-8AA4F61A1A10}"/>
                    </a:ext>
                  </a:extLst>
                </p:cNvPr>
                <p:cNvPicPr/>
                <p:nvPr/>
              </p:nvPicPr>
              <p:blipFill>
                <a:blip r:embed="rId13"/>
                <a:stretch>
                  <a:fillRect/>
                </a:stretch>
              </p:blipFill>
              <p:spPr>
                <a:xfrm>
                  <a:off x="3024523" y="3988997"/>
                  <a:ext cx="69480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3" name="Ink 22">
                  <a:extLst>
                    <a:ext uri="{FF2B5EF4-FFF2-40B4-BE49-F238E27FC236}">
                      <a16:creationId xmlns:a16="http://schemas.microsoft.com/office/drawing/2014/main" id="{1F0D6F62-7342-21FA-8B07-D3D28050C936}"/>
                    </a:ext>
                  </a:extLst>
                </p14:cNvPr>
                <p14:cNvContentPartPr/>
                <p14:nvPr/>
              </p14:nvContentPartPr>
              <p14:xfrm>
                <a:off x="3606643" y="3934997"/>
                <a:ext cx="185040" cy="177120"/>
              </p14:xfrm>
            </p:contentPart>
          </mc:Choice>
          <mc:Fallback xmlns="">
            <p:pic>
              <p:nvPicPr>
                <p:cNvPr id="23" name="Ink 22">
                  <a:extLst>
                    <a:ext uri="{FF2B5EF4-FFF2-40B4-BE49-F238E27FC236}">
                      <a16:creationId xmlns:a16="http://schemas.microsoft.com/office/drawing/2014/main" id="{1F0D6F62-7342-21FA-8B07-D3D28050C936}"/>
                    </a:ext>
                  </a:extLst>
                </p:cNvPr>
                <p:cNvPicPr/>
                <p:nvPr/>
              </p:nvPicPr>
              <p:blipFill>
                <a:blip r:embed="rId15"/>
                <a:stretch>
                  <a:fillRect/>
                </a:stretch>
              </p:blipFill>
              <p:spPr>
                <a:xfrm>
                  <a:off x="3589003" y="3917357"/>
                  <a:ext cx="220680" cy="212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6D3ADC07-03CE-C48B-8A3C-570A02F735C4}"/>
                  </a:ext>
                </a:extLst>
              </p14:cNvPr>
              <p14:cNvContentPartPr/>
              <p14:nvPr/>
            </p14:nvContentPartPr>
            <p14:xfrm>
              <a:off x="7538203" y="4212506"/>
              <a:ext cx="1332360" cy="580320"/>
            </p14:xfrm>
          </p:contentPart>
        </mc:Choice>
        <mc:Fallback xmlns="">
          <p:pic>
            <p:nvPicPr>
              <p:cNvPr id="26" name="Ink 25">
                <a:extLst>
                  <a:ext uri="{FF2B5EF4-FFF2-40B4-BE49-F238E27FC236}">
                    <a16:creationId xmlns:a16="http://schemas.microsoft.com/office/drawing/2014/main" id="{6D3ADC07-03CE-C48B-8A3C-570A02F735C4}"/>
                  </a:ext>
                </a:extLst>
              </p:cNvPr>
              <p:cNvPicPr/>
              <p:nvPr/>
            </p:nvPicPr>
            <p:blipFill>
              <a:blip r:embed="rId17"/>
              <a:stretch>
                <a:fillRect/>
              </a:stretch>
            </p:blipFill>
            <p:spPr>
              <a:xfrm>
                <a:off x="7448203" y="4032506"/>
                <a:ext cx="1512000" cy="939960"/>
              </a:xfrm>
              <a:prstGeom prst="rect">
                <a:avLst/>
              </a:prstGeom>
            </p:spPr>
          </p:pic>
        </mc:Fallback>
      </mc:AlternateContent>
      <p:sp>
        <p:nvSpPr>
          <p:cNvPr id="34" name="Date Placeholder 33">
            <a:extLst>
              <a:ext uri="{FF2B5EF4-FFF2-40B4-BE49-F238E27FC236}">
                <a16:creationId xmlns:a16="http://schemas.microsoft.com/office/drawing/2014/main" id="{6831D626-48B5-38AA-DACA-F73EA6D3EFAD}"/>
              </a:ext>
            </a:extLst>
          </p:cNvPr>
          <p:cNvSpPr>
            <a:spLocks noGrp="1"/>
          </p:cNvSpPr>
          <p:nvPr>
            <p:ph type="dt" sz="half" idx="2"/>
          </p:nvPr>
        </p:nvSpPr>
        <p:spPr/>
        <p:txBody>
          <a:bodyPr/>
          <a:lstStyle/>
          <a:p>
            <a:r>
              <a:rPr lang="en-US"/>
              <a:t>Academic year 2024-25</a:t>
            </a:r>
            <a:endParaRPr lang="en-US" dirty="0"/>
          </a:p>
        </p:txBody>
      </p:sp>
      <p:sp>
        <p:nvSpPr>
          <p:cNvPr id="35" name="Footer Placeholder 34">
            <a:extLst>
              <a:ext uri="{FF2B5EF4-FFF2-40B4-BE49-F238E27FC236}">
                <a16:creationId xmlns:a16="http://schemas.microsoft.com/office/drawing/2014/main" id="{4296546C-1B72-C7F4-DDC7-DA071D1EA6D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6" name="Slide Number Placeholder 35">
            <a:extLst>
              <a:ext uri="{FF2B5EF4-FFF2-40B4-BE49-F238E27FC236}">
                <a16:creationId xmlns:a16="http://schemas.microsoft.com/office/drawing/2014/main" id="{2A45A8CE-E10E-4B30-D2CD-1E06ABC7F1DF}"/>
              </a:ext>
            </a:extLst>
          </p:cNvPr>
          <p:cNvSpPr>
            <a:spLocks noGrp="1"/>
          </p:cNvSpPr>
          <p:nvPr>
            <p:ph type="sldNum" sz="quarter" idx="4"/>
          </p:nvPr>
        </p:nvSpPr>
        <p:spPr/>
        <p:txBody>
          <a:bodyPr/>
          <a:lstStyle/>
          <a:p>
            <a:fld id="{9FD7ECCF-50E7-4327-B945-FA93FF7B2BEF}" type="slidenum">
              <a:rPr lang="en-US" smtClean="0"/>
              <a:pPr/>
              <a:t>31</a:t>
            </a:fld>
            <a:r>
              <a:rPr lang="en-GB"/>
              <a:t>/50</a:t>
            </a:r>
            <a:endParaRPr lang="en-US" dirty="0"/>
          </a:p>
        </p:txBody>
      </p:sp>
    </p:spTree>
    <p:extLst>
      <p:ext uri="{BB962C8B-B14F-4D97-AF65-F5344CB8AC3E}">
        <p14:creationId xmlns:p14="http://schemas.microsoft.com/office/powerpoint/2010/main" val="3129537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86E24-03D3-44A7-9683-7EAD69AD1871}"/>
              </a:ext>
            </a:extLst>
          </p:cNvPr>
          <p:cNvSpPr>
            <a:spLocks noGrp="1"/>
          </p:cNvSpPr>
          <p:nvPr>
            <p:ph type="title"/>
          </p:nvPr>
        </p:nvSpPr>
        <p:spPr>
          <a:xfrm>
            <a:off x="467544" y="228600"/>
            <a:ext cx="8676456" cy="990600"/>
          </a:xfrm>
        </p:spPr>
        <p:txBody>
          <a:bodyPr>
            <a:normAutofit/>
          </a:bodyPr>
          <a:lstStyle/>
          <a:p>
            <a:r>
              <a:rPr lang="en-GB" dirty="0"/>
              <a:t>UX - Ease of learning/learnability [</a:t>
            </a:r>
            <a:r>
              <a:rPr lang="en-GB" dirty="0">
                <a:solidFill>
                  <a:schemeClr val="accent2">
                    <a:lumMod val="75000"/>
                  </a:schemeClr>
                </a:solidFill>
              </a:rPr>
              <a:t>1</a:t>
            </a:r>
            <a:r>
              <a:rPr lang="en-GB" dirty="0"/>
              <a:t>]</a:t>
            </a:r>
          </a:p>
        </p:txBody>
      </p:sp>
      <p:sp>
        <p:nvSpPr>
          <p:cNvPr id="3" name="Content Placeholder 2">
            <a:extLst>
              <a:ext uri="{FF2B5EF4-FFF2-40B4-BE49-F238E27FC236}">
                <a16:creationId xmlns:a16="http://schemas.microsoft.com/office/drawing/2014/main" id="{0E6E2E5B-5FFD-427B-8550-10E75A576AF2}"/>
              </a:ext>
            </a:extLst>
          </p:cNvPr>
          <p:cNvSpPr>
            <a:spLocks noGrp="1"/>
          </p:cNvSpPr>
          <p:nvPr>
            <p:ph sz="quarter" idx="1"/>
          </p:nvPr>
        </p:nvSpPr>
        <p:spPr>
          <a:xfrm>
            <a:off x="609600" y="1600197"/>
            <a:ext cx="6422220" cy="1102421"/>
          </a:xfrm>
        </p:spPr>
        <p:txBody>
          <a:bodyPr>
            <a:noAutofit/>
          </a:bodyPr>
          <a:lstStyle/>
          <a:p>
            <a:pPr>
              <a:spcBef>
                <a:spcPts val="600"/>
              </a:spcBef>
              <a:spcAft>
                <a:spcPts val="600"/>
              </a:spcAft>
            </a:pPr>
            <a:r>
              <a:rPr lang="en-GB" sz="2000" dirty="0"/>
              <a:t>How easy is it for users to accomplish basic tasks the first time they encounter the design?</a:t>
            </a:r>
          </a:p>
          <a:p>
            <a:pPr>
              <a:spcBef>
                <a:spcPts val="600"/>
              </a:spcBef>
              <a:spcAft>
                <a:spcPts val="600"/>
              </a:spcAft>
            </a:pPr>
            <a:r>
              <a:rPr lang="en-GB" sz="2000" dirty="0"/>
              <a:t>It deals with:</a:t>
            </a:r>
          </a:p>
          <a:p>
            <a:pPr>
              <a:spcBef>
                <a:spcPts val="600"/>
              </a:spcBef>
              <a:spcAft>
                <a:spcPts val="600"/>
              </a:spcAft>
            </a:pPr>
            <a:endParaRPr lang="en-GB" sz="2000" dirty="0"/>
          </a:p>
        </p:txBody>
      </p:sp>
      <p:pic>
        <p:nvPicPr>
          <p:cNvPr id="8" name="Picture 7">
            <a:extLst>
              <a:ext uri="{FF2B5EF4-FFF2-40B4-BE49-F238E27FC236}">
                <a16:creationId xmlns:a16="http://schemas.microsoft.com/office/drawing/2014/main" id="{BA917FC8-2D4B-4BF0-A1B0-A9100B124CFC}"/>
              </a:ext>
            </a:extLst>
          </p:cNvPr>
          <p:cNvPicPr>
            <a:picLocks noChangeAspect="1"/>
          </p:cNvPicPr>
          <p:nvPr/>
        </p:nvPicPr>
        <p:blipFill>
          <a:blip r:embed="rId2"/>
          <a:stretch>
            <a:fillRect/>
          </a:stretch>
        </p:blipFill>
        <p:spPr>
          <a:xfrm>
            <a:off x="7031820" y="1888926"/>
            <a:ext cx="1656184" cy="1703504"/>
          </a:xfrm>
          <a:prstGeom prst="rect">
            <a:avLst/>
          </a:prstGeom>
        </p:spPr>
      </p:pic>
      <p:pic>
        <p:nvPicPr>
          <p:cNvPr id="4" name="Picture 3" descr="A hexagon with text on it&#10;&#10;Description automatically generated">
            <a:extLst>
              <a:ext uri="{FF2B5EF4-FFF2-40B4-BE49-F238E27FC236}">
                <a16:creationId xmlns:a16="http://schemas.microsoft.com/office/drawing/2014/main" id="{A1EFA26A-89B5-FAC2-50BD-52EADEE4B1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8591" y="3997426"/>
            <a:ext cx="2242643" cy="1941212"/>
          </a:xfrm>
          <a:prstGeom prst="rect">
            <a:avLst/>
          </a:prstGeom>
        </p:spPr>
      </p:pic>
      <p:sp>
        <p:nvSpPr>
          <p:cNvPr id="5" name="TextBox 4">
            <a:extLst>
              <a:ext uri="{FF2B5EF4-FFF2-40B4-BE49-F238E27FC236}">
                <a16:creationId xmlns:a16="http://schemas.microsoft.com/office/drawing/2014/main" id="{65B6EAEE-4DA7-58AE-A3F7-0A1B096DCB45}"/>
              </a:ext>
            </a:extLst>
          </p:cNvPr>
          <p:cNvSpPr txBox="1"/>
          <p:nvPr/>
        </p:nvSpPr>
        <p:spPr>
          <a:xfrm>
            <a:off x="926403" y="2748458"/>
            <a:ext cx="2751758" cy="2985433"/>
          </a:xfrm>
          <a:prstGeom prst="rect">
            <a:avLst/>
          </a:prstGeom>
          <a:noFill/>
        </p:spPr>
        <p:txBody>
          <a:bodyPr wrap="square" rtlCol="0">
            <a:spAutoFit/>
          </a:bodyPr>
          <a:lstStyle/>
          <a:p>
            <a:pPr marL="266700" lvl="1" indent="-266700">
              <a:spcBef>
                <a:spcPts val="600"/>
              </a:spcBef>
              <a:spcAft>
                <a:spcPts val="600"/>
              </a:spcAft>
              <a:buFont typeface="Wingdings" panose="05000000000000000000" pitchFamily="2" charset="2"/>
              <a:buChar char="§"/>
            </a:pPr>
            <a:r>
              <a:rPr lang="en-GB" sz="1700" b="1" i="1" dirty="0">
                <a:latin typeface="+mn-lt"/>
              </a:rPr>
              <a:t>how easy a system is to learn to use</a:t>
            </a:r>
          </a:p>
          <a:p>
            <a:pPr marL="266700" lvl="1" indent="-266700">
              <a:spcBef>
                <a:spcPts val="600"/>
              </a:spcBef>
              <a:spcAft>
                <a:spcPts val="600"/>
              </a:spcAft>
              <a:buFont typeface="Wingdings" panose="05000000000000000000" pitchFamily="2" charset="2"/>
              <a:buChar char="§"/>
            </a:pPr>
            <a:r>
              <a:rPr lang="en-GB" sz="1600" i="1" dirty="0">
                <a:latin typeface="+mn-lt"/>
              </a:rPr>
              <a:t>a key concern is determining </a:t>
            </a:r>
            <a:r>
              <a:rPr lang="en-GB" sz="1600" b="1" i="1" dirty="0">
                <a:latin typeface="+mn-lt"/>
              </a:rPr>
              <a:t>how much times users are prepared to spend learning a system</a:t>
            </a:r>
            <a:r>
              <a:rPr lang="en-GB" sz="1600" i="1" dirty="0">
                <a:latin typeface="+mn-lt"/>
              </a:rPr>
              <a:t>, there is no point in developing a range of functionality if the majority of the users are unable or not prepared to spend time learning how to use it</a:t>
            </a:r>
          </a:p>
        </p:txBody>
      </p:sp>
      <p:sp>
        <p:nvSpPr>
          <p:cNvPr id="6" name="TextBox 5">
            <a:extLst>
              <a:ext uri="{FF2B5EF4-FFF2-40B4-BE49-F238E27FC236}">
                <a16:creationId xmlns:a16="http://schemas.microsoft.com/office/drawing/2014/main" id="{9868D614-8AA2-666D-06C6-505760A95DB2}"/>
              </a:ext>
            </a:extLst>
          </p:cNvPr>
          <p:cNvSpPr txBox="1"/>
          <p:nvPr/>
        </p:nvSpPr>
        <p:spPr>
          <a:xfrm>
            <a:off x="4101180" y="2361323"/>
            <a:ext cx="2972513" cy="2646878"/>
          </a:xfrm>
          <a:prstGeom prst="rect">
            <a:avLst/>
          </a:prstGeom>
          <a:noFill/>
        </p:spPr>
        <p:txBody>
          <a:bodyPr wrap="square" rtlCol="0">
            <a:spAutoFit/>
          </a:bodyPr>
          <a:lstStyle/>
          <a:p>
            <a:pPr marL="358775" lvl="1" indent="-273050">
              <a:spcBef>
                <a:spcPts val="1200"/>
              </a:spcBef>
            </a:pPr>
            <a:r>
              <a:rPr lang="en-GB" sz="1700" b="1" i="1" dirty="0">
                <a:latin typeface="+mn-lt"/>
              </a:rPr>
              <a:t>How is it measured?</a:t>
            </a:r>
          </a:p>
          <a:p>
            <a:pPr marL="358775" lvl="1" indent="-273050">
              <a:spcBef>
                <a:spcPts val="1200"/>
              </a:spcBef>
              <a:buFont typeface="Wingdings" panose="05000000000000000000" pitchFamily="2" charset="2"/>
              <a:buChar char="§"/>
            </a:pPr>
            <a:r>
              <a:rPr lang="en-GB" sz="1700" b="1" i="1" dirty="0">
                <a:latin typeface="+mn-lt"/>
              </a:rPr>
              <a:t>Time</a:t>
            </a:r>
            <a:r>
              <a:rPr lang="en-GB" sz="1700" i="1" dirty="0">
                <a:latin typeface="+mn-lt"/>
              </a:rPr>
              <a:t> – </a:t>
            </a:r>
            <a:r>
              <a:rPr lang="en-GB" sz="1700" b="1" i="1" dirty="0">
                <a:latin typeface="+mn-lt"/>
              </a:rPr>
              <a:t>how long it takes</a:t>
            </a:r>
            <a:r>
              <a:rPr lang="en-GB" sz="1700" i="1" dirty="0">
                <a:latin typeface="+mn-lt"/>
              </a:rPr>
              <a:t>: </a:t>
            </a:r>
          </a:p>
          <a:p>
            <a:pPr marL="625475" lvl="2" indent="-266700">
              <a:spcBef>
                <a:spcPts val="1200"/>
              </a:spcBef>
              <a:buFont typeface="+mj-lt"/>
              <a:buAutoNum type="romanLcPeriod"/>
            </a:pPr>
            <a:r>
              <a:rPr lang="en-GB" sz="1700" i="1" dirty="0">
                <a:latin typeface="+mn-lt"/>
              </a:rPr>
              <a:t>to </a:t>
            </a:r>
            <a:r>
              <a:rPr lang="en-GB" sz="1700" b="1" i="1" dirty="0">
                <a:latin typeface="+mn-lt"/>
              </a:rPr>
              <a:t>get started </a:t>
            </a:r>
            <a:r>
              <a:rPr lang="en-GB" sz="1700" i="1" dirty="0">
                <a:latin typeface="+mn-lt"/>
              </a:rPr>
              <a:t>using a system to perform core tasks, and </a:t>
            </a:r>
          </a:p>
          <a:p>
            <a:pPr marL="625475" lvl="2" indent="-266700">
              <a:spcBef>
                <a:spcPts val="1200"/>
              </a:spcBef>
              <a:buFont typeface="+mj-lt"/>
              <a:buAutoNum type="romanLcPeriod"/>
            </a:pPr>
            <a:r>
              <a:rPr lang="en-GB" sz="1700" i="1" dirty="0">
                <a:latin typeface="+mn-lt"/>
              </a:rPr>
              <a:t>to </a:t>
            </a:r>
            <a:r>
              <a:rPr lang="en-GB" sz="1700" b="1" i="1" dirty="0">
                <a:latin typeface="+mn-lt"/>
              </a:rPr>
              <a:t>learn the range of operations </a:t>
            </a:r>
            <a:r>
              <a:rPr lang="en-GB" sz="1700" i="1" dirty="0">
                <a:latin typeface="+mn-lt"/>
              </a:rPr>
              <a:t>to perform a wider set of tasks </a:t>
            </a:r>
          </a:p>
        </p:txBody>
      </p:sp>
      <p:grpSp>
        <p:nvGrpSpPr>
          <p:cNvPr id="32" name="Group 31">
            <a:extLst>
              <a:ext uri="{FF2B5EF4-FFF2-40B4-BE49-F238E27FC236}">
                <a16:creationId xmlns:a16="http://schemas.microsoft.com/office/drawing/2014/main" id="{F0BC024D-5584-D75A-DFF6-9FBC34DFA87B}"/>
              </a:ext>
            </a:extLst>
          </p:cNvPr>
          <p:cNvGrpSpPr/>
          <p:nvPr/>
        </p:nvGrpSpPr>
        <p:grpSpPr>
          <a:xfrm>
            <a:off x="3382498" y="2882914"/>
            <a:ext cx="819720" cy="218160"/>
            <a:chOff x="3690163" y="3107614"/>
            <a:chExt cx="819720" cy="218160"/>
          </a:xfrm>
        </p:grpSpPr>
        <mc:AlternateContent xmlns:mc="http://schemas.openxmlformats.org/markup-compatibility/2006" xmlns:p14="http://schemas.microsoft.com/office/powerpoint/2010/main">
          <mc:Choice Requires="p14">
            <p:contentPart p14:bwMode="auto" r:id="rId4">
              <p14:nvContentPartPr>
                <p14:cNvPr id="30" name="Ink 29">
                  <a:extLst>
                    <a:ext uri="{FF2B5EF4-FFF2-40B4-BE49-F238E27FC236}">
                      <a16:creationId xmlns:a16="http://schemas.microsoft.com/office/drawing/2014/main" id="{CF25E54B-AD31-E2CE-E12A-6012915D41B9}"/>
                    </a:ext>
                  </a:extLst>
                </p14:cNvPr>
                <p14:cNvContentPartPr/>
                <p14:nvPr/>
              </p14:nvContentPartPr>
              <p14:xfrm>
                <a:off x="3690163" y="3156574"/>
                <a:ext cx="698760" cy="38880"/>
              </p14:xfrm>
            </p:contentPart>
          </mc:Choice>
          <mc:Fallback xmlns="">
            <p:pic>
              <p:nvPicPr>
                <p:cNvPr id="30" name="Ink 29">
                  <a:extLst>
                    <a:ext uri="{FF2B5EF4-FFF2-40B4-BE49-F238E27FC236}">
                      <a16:creationId xmlns:a16="http://schemas.microsoft.com/office/drawing/2014/main" id="{CF25E54B-AD31-E2CE-E12A-6012915D41B9}"/>
                    </a:ext>
                  </a:extLst>
                </p:cNvPr>
                <p:cNvPicPr/>
                <p:nvPr/>
              </p:nvPicPr>
              <p:blipFill>
                <a:blip r:embed="rId5"/>
                <a:stretch>
                  <a:fillRect/>
                </a:stretch>
              </p:blipFill>
              <p:spPr>
                <a:xfrm>
                  <a:off x="3672163" y="3138934"/>
                  <a:ext cx="73440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1" name="Ink 30">
                  <a:extLst>
                    <a:ext uri="{FF2B5EF4-FFF2-40B4-BE49-F238E27FC236}">
                      <a16:creationId xmlns:a16="http://schemas.microsoft.com/office/drawing/2014/main" id="{D41477DE-AC0A-1C11-A6EF-2D76F4E86E83}"/>
                    </a:ext>
                  </a:extLst>
                </p14:cNvPr>
                <p14:cNvContentPartPr/>
                <p14:nvPr/>
              </p14:nvContentPartPr>
              <p14:xfrm>
                <a:off x="4255003" y="3107614"/>
                <a:ext cx="254880" cy="218160"/>
              </p14:xfrm>
            </p:contentPart>
          </mc:Choice>
          <mc:Fallback xmlns="">
            <p:pic>
              <p:nvPicPr>
                <p:cNvPr id="31" name="Ink 30">
                  <a:extLst>
                    <a:ext uri="{FF2B5EF4-FFF2-40B4-BE49-F238E27FC236}">
                      <a16:creationId xmlns:a16="http://schemas.microsoft.com/office/drawing/2014/main" id="{D41477DE-AC0A-1C11-A6EF-2D76F4E86E83}"/>
                    </a:ext>
                  </a:extLst>
                </p:cNvPr>
                <p:cNvPicPr/>
                <p:nvPr/>
              </p:nvPicPr>
              <p:blipFill>
                <a:blip r:embed="rId7"/>
                <a:stretch>
                  <a:fillRect/>
                </a:stretch>
              </p:blipFill>
              <p:spPr>
                <a:xfrm>
                  <a:off x="4237363" y="3089974"/>
                  <a:ext cx="290520" cy="253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35" name="Ink 34">
                <a:extLst>
                  <a:ext uri="{FF2B5EF4-FFF2-40B4-BE49-F238E27FC236}">
                    <a16:creationId xmlns:a16="http://schemas.microsoft.com/office/drawing/2014/main" id="{42285573-0E6A-8FB6-A580-FC5EBB476094}"/>
                  </a:ext>
                </a:extLst>
              </p14:cNvPr>
              <p14:cNvContentPartPr/>
              <p14:nvPr/>
            </p14:nvContentPartPr>
            <p14:xfrm>
              <a:off x="8264683" y="5158946"/>
              <a:ext cx="656640" cy="596160"/>
            </p14:xfrm>
          </p:contentPart>
        </mc:Choice>
        <mc:Fallback xmlns="">
          <p:pic>
            <p:nvPicPr>
              <p:cNvPr id="35" name="Ink 34">
                <a:extLst>
                  <a:ext uri="{FF2B5EF4-FFF2-40B4-BE49-F238E27FC236}">
                    <a16:creationId xmlns:a16="http://schemas.microsoft.com/office/drawing/2014/main" id="{42285573-0E6A-8FB6-A580-FC5EBB476094}"/>
                  </a:ext>
                </a:extLst>
              </p:cNvPr>
              <p:cNvPicPr/>
              <p:nvPr/>
            </p:nvPicPr>
            <p:blipFill>
              <a:blip r:embed="rId9"/>
              <a:stretch>
                <a:fillRect/>
              </a:stretch>
            </p:blipFill>
            <p:spPr>
              <a:xfrm>
                <a:off x="8174683" y="4979306"/>
                <a:ext cx="836280" cy="955800"/>
              </a:xfrm>
              <a:prstGeom prst="rect">
                <a:avLst/>
              </a:prstGeom>
            </p:spPr>
          </p:pic>
        </mc:Fallback>
      </mc:AlternateContent>
      <p:sp>
        <p:nvSpPr>
          <p:cNvPr id="43" name="Date Placeholder 42">
            <a:extLst>
              <a:ext uri="{FF2B5EF4-FFF2-40B4-BE49-F238E27FC236}">
                <a16:creationId xmlns:a16="http://schemas.microsoft.com/office/drawing/2014/main" id="{1A2E884E-CAD0-F33C-BAAB-01FC4668412E}"/>
              </a:ext>
            </a:extLst>
          </p:cNvPr>
          <p:cNvSpPr>
            <a:spLocks noGrp="1"/>
          </p:cNvSpPr>
          <p:nvPr>
            <p:ph type="dt" sz="half" idx="2"/>
          </p:nvPr>
        </p:nvSpPr>
        <p:spPr/>
        <p:txBody>
          <a:bodyPr/>
          <a:lstStyle/>
          <a:p>
            <a:r>
              <a:rPr lang="en-US"/>
              <a:t>Academic year 2024-25</a:t>
            </a:r>
            <a:endParaRPr lang="en-US" dirty="0"/>
          </a:p>
        </p:txBody>
      </p:sp>
      <p:sp>
        <p:nvSpPr>
          <p:cNvPr id="44" name="Footer Placeholder 43">
            <a:extLst>
              <a:ext uri="{FF2B5EF4-FFF2-40B4-BE49-F238E27FC236}">
                <a16:creationId xmlns:a16="http://schemas.microsoft.com/office/drawing/2014/main" id="{C55DD825-B1A0-45EB-02D7-4F388C316FA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45" name="Slide Number Placeholder 44">
            <a:extLst>
              <a:ext uri="{FF2B5EF4-FFF2-40B4-BE49-F238E27FC236}">
                <a16:creationId xmlns:a16="http://schemas.microsoft.com/office/drawing/2014/main" id="{2BEE01C6-8BF2-EC18-2650-40CB0F5D0CB9}"/>
              </a:ext>
            </a:extLst>
          </p:cNvPr>
          <p:cNvSpPr>
            <a:spLocks noGrp="1"/>
          </p:cNvSpPr>
          <p:nvPr>
            <p:ph type="sldNum" sz="quarter" idx="4"/>
          </p:nvPr>
        </p:nvSpPr>
        <p:spPr/>
        <p:txBody>
          <a:bodyPr/>
          <a:lstStyle/>
          <a:p>
            <a:fld id="{9FD7ECCF-50E7-4327-B945-FA93FF7B2BEF}" type="slidenum">
              <a:rPr lang="en-US" smtClean="0"/>
              <a:pPr/>
              <a:t>32</a:t>
            </a:fld>
            <a:r>
              <a:rPr lang="en-GB"/>
              <a:t>/50</a:t>
            </a:r>
            <a:endParaRPr lang="en-US" dirty="0"/>
          </a:p>
        </p:txBody>
      </p:sp>
    </p:spTree>
    <p:extLst>
      <p:ext uri="{BB962C8B-B14F-4D97-AF65-F5344CB8AC3E}">
        <p14:creationId xmlns:p14="http://schemas.microsoft.com/office/powerpoint/2010/main" val="1033013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86E24-03D3-44A7-9683-7EAD69AD1871}"/>
              </a:ext>
            </a:extLst>
          </p:cNvPr>
          <p:cNvSpPr>
            <a:spLocks noGrp="1"/>
          </p:cNvSpPr>
          <p:nvPr>
            <p:ph type="title"/>
          </p:nvPr>
        </p:nvSpPr>
        <p:spPr>
          <a:xfrm>
            <a:off x="467544" y="228600"/>
            <a:ext cx="8676456" cy="990600"/>
          </a:xfrm>
        </p:spPr>
        <p:txBody>
          <a:bodyPr>
            <a:normAutofit/>
          </a:bodyPr>
          <a:lstStyle/>
          <a:p>
            <a:r>
              <a:rPr lang="en-GB" dirty="0"/>
              <a:t>UX - Ease of learning/learnability [</a:t>
            </a:r>
            <a:r>
              <a:rPr lang="en-GB" dirty="0">
                <a:solidFill>
                  <a:schemeClr val="accent2">
                    <a:lumMod val="75000"/>
                  </a:schemeClr>
                </a:solidFill>
              </a:rPr>
              <a:t>2</a:t>
            </a:r>
            <a:r>
              <a:rPr lang="en-GB" dirty="0"/>
              <a:t>]</a:t>
            </a:r>
          </a:p>
        </p:txBody>
      </p:sp>
      <p:sp>
        <p:nvSpPr>
          <p:cNvPr id="3" name="Content Placeholder 2">
            <a:extLst>
              <a:ext uri="{FF2B5EF4-FFF2-40B4-BE49-F238E27FC236}">
                <a16:creationId xmlns:a16="http://schemas.microsoft.com/office/drawing/2014/main" id="{0E6E2E5B-5FFD-427B-8550-10E75A576AF2}"/>
              </a:ext>
            </a:extLst>
          </p:cNvPr>
          <p:cNvSpPr>
            <a:spLocks noGrp="1"/>
          </p:cNvSpPr>
          <p:nvPr>
            <p:ph sz="quarter" idx="1"/>
          </p:nvPr>
        </p:nvSpPr>
        <p:spPr>
          <a:xfrm>
            <a:off x="609600" y="1600197"/>
            <a:ext cx="6422220" cy="1102421"/>
          </a:xfrm>
        </p:spPr>
        <p:txBody>
          <a:bodyPr>
            <a:noAutofit/>
          </a:bodyPr>
          <a:lstStyle/>
          <a:p>
            <a:pPr>
              <a:spcBef>
                <a:spcPts val="600"/>
              </a:spcBef>
              <a:spcAft>
                <a:spcPts val="600"/>
              </a:spcAft>
            </a:pPr>
            <a:r>
              <a:rPr lang="en-GB" sz="2000" dirty="0"/>
              <a:t>How easy is it for users to accomplish basic tasks the first time they encounter the design?</a:t>
            </a:r>
          </a:p>
          <a:p>
            <a:pPr>
              <a:spcBef>
                <a:spcPts val="600"/>
              </a:spcBef>
              <a:spcAft>
                <a:spcPts val="600"/>
              </a:spcAft>
            </a:pPr>
            <a:r>
              <a:rPr lang="en-GB" sz="2000" dirty="0"/>
              <a:t>It deals with:</a:t>
            </a:r>
          </a:p>
          <a:p>
            <a:pPr>
              <a:spcBef>
                <a:spcPts val="600"/>
              </a:spcBef>
              <a:spcAft>
                <a:spcPts val="600"/>
              </a:spcAft>
            </a:pPr>
            <a:endParaRPr lang="en-GB" sz="2000" dirty="0"/>
          </a:p>
        </p:txBody>
      </p:sp>
      <p:pic>
        <p:nvPicPr>
          <p:cNvPr id="8" name="Picture 7">
            <a:extLst>
              <a:ext uri="{FF2B5EF4-FFF2-40B4-BE49-F238E27FC236}">
                <a16:creationId xmlns:a16="http://schemas.microsoft.com/office/drawing/2014/main" id="{BA917FC8-2D4B-4BF0-A1B0-A9100B124CFC}"/>
              </a:ext>
            </a:extLst>
          </p:cNvPr>
          <p:cNvPicPr>
            <a:picLocks noChangeAspect="1"/>
          </p:cNvPicPr>
          <p:nvPr/>
        </p:nvPicPr>
        <p:blipFill>
          <a:blip r:embed="rId3"/>
          <a:stretch>
            <a:fillRect/>
          </a:stretch>
        </p:blipFill>
        <p:spPr>
          <a:xfrm>
            <a:off x="7031820" y="1888926"/>
            <a:ext cx="1656184" cy="1703504"/>
          </a:xfrm>
          <a:prstGeom prst="rect">
            <a:avLst/>
          </a:prstGeom>
        </p:spPr>
      </p:pic>
      <p:pic>
        <p:nvPicPr>
          <p:cNvPr id="4" name="Picture 3" descr="A hexagon with text on it&#10;&#10;Description automatically generated">
            <a:extLst>
              <a:ext uri="{FF2B5EF4-FFF2-40B4-BE49-F238E27FC236}">
                <a16:creationId xmlns:a16="http://schemas.microsoft.com/office/drawing/2014/main" id="{A1EFA26A-89B5-FAC2-50BD-52EADEE4B1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38591" y="3997426"/>
            <a:ext cx="2242643" cy="1941212"/>
          </a:xfrm>
          <a:prstGeom prst="rect">
            <a:avLst/>
          </a:prstGeom>
        </p:spPr>
      </p:pic>
      <p:sp>
        <p:nvSpPr>
          <p:cNvPr id="5" name="TextBox 4">
            <a:extLst>
              <a:ext uri="{FF2B5EF4-FFF2-40B4-BE49-F238E27FC236}">
                <a16:creationId xmlns:a16="http://schemas.microsoft.com/office/drawing/2014/main" id="{65B6EAEE-4DA7-58AE-A3F7-0A1B096DCB45}"/>
              </a:ext>
            </a:extLst>
          </p:cNvPr>
          <p:cNvSpPr txBox="1"/>
          <p:nvPr/>
        </p:nvSpPr>
        <p:spPr>
          <a:xfrm>
            <a:off x="926403" y="2748458"/>
            <a:ext cx="2751758" cy="615553"/>
          </a:xfrm>
          <a:prstGeom prst="rect">
            <a:avLst/>
          </a:prstGeom>
          <a:noFill/>
        </p:spPr>
        <p:txBody>
          <a:bodyPr wrap="square" rtlCol="0">
            <a:spAutoFit/>
          </a:bodyPr>
          <a:lstStyle/>
          <a:p>
            <a:pPr marL="266700" lvl="1" indent="-266700">
              <a:spcBef>
                <a:spcPts val="600"/>
              </a:spcBef>
              <a:spcAft>
                <a:spcPts val="600"/>
              </a:spcAft>
              <a:buFont typeface="Wingdings" panose="05000000000000000000" pitchFamily="2" charset="2"/>
              <a:buChar char="§"/>
            </a:pPr>
            <a:r>
              <a:rPr lang="en-GB" sz="1700" b="1" i="1" dirty="0">
                <a:latin typeface="+mn-lt"/>
              </a:rPr>
              <a:t>how easy a system is to learn to use</a:t>
            </a:r>
          </a:p>
        </p:txBody>
      </p:sp>
      <p:sp>
        <p:nvSpPr>
          <p:cNvPr id="6" name="TextBox 5">
            <a:extLst>
              <a:ext uri="{FF2B5EF4-FFF2-40B4-BE49-F238E27FC236}">
                <a16:creationId xmlns:a16="http://schemas.microsoft.com/office/drawing/2014/main" id="{9868D614-8AA2-666D-06C6-505760A95DB2}"/>
              </a:ext>
            </a:extLst>
          </p:cNvPr>
          <p:cNvSpPr txBox="1"/>
          <p:nvPr/>
        </p:nvSpPr>
        <p:spPr>
          <a:xfrm>
            <a:off x="4101180" y="2361323"/>
            <a:ext cx="3333737" cy="769441"/>
          </a:xfrm>
          <a:prstGeom prst="rect">
            <a:avLst/>
          </a:prstGeom>
          <a:noFill/>
        </p:spPr>
        <p:txBody>
          <a:bodyPr wrap="square" rtlCol="0">
            <a:spAutoFit/>
          </a:bodyPr>
          <a:lstStyle/>
          <a:p>
            <a:pPr marL="358775" lvl="1" indent="-273050">
              <a:spcBef>
                <a:spcPts val="1200"/>
              </a:spcBef>
            </a:pPr>
            <a:r>
              <a:rPr lang="en-GB" sz="1700" b="1" i="1" dirty="0">
                <a:latin typeface="+mn-lt"/>
              </a:rPr>
              <a:t>How is it measured?</a:t>
            </a:r>
          </a:p>
          <a:p>
            <a:pPr marL="358775" lvl="1" indent="-273050">
              <a:spcBef>
                <a:spcPts val="1200"/>
              </a:spcBef>
              <a:buFont typeface="Wingdings" panose="05000000000000000000" pitchFamily="2" charset="2"/>
              <a:buChar char="§"/>
            </a:pPr>
            <a:r>
              <a:rPr lang="en-GB" sz="1700" b="1" i="1" dirty="0">
                <a:latin typeface="+mn-lt"/>
              </a:rPr>
              <a:t>Cognitive load – biometric tests</a:t>
            </a:r>
            <a:endParaRPr lang="en-GB" sz="1700" i="1" dirty="0"/>
          </a:p>
        </p:txBody>
      </p:sp>
      <p:grpSp>
        <p:nvGrpSpPr>
          <p:cNvPr id="32" name="Group 31">
            <a:extLst>
              <a:ext uri="{FF2B5EF4-FFF2-40B4-BE49-F238E27FC236}">
                <a16:creationId xmlns:a16="http://schemas.microsoft.com/office/drawing/2014/main" id="{F0BC024D-5584-D75A-DFF6-9FBC34DFA87B}"/>
              </a:ext>
            </a:extLst>
          </p:cNvPr>
          <p:cNvGrpSpPr/>
          <p:nvPr/>
        </p:nvGrpSpPr>
        <p:grpSpPr>
          <a:xfrm>
            <a:off x="3382498" y="2882914"/>
            <a:ext cx="819720" cy="218160"/>
            <a:chOff x="3690163" y="3107614"/>
            <a:chExt cx="819720" cy="218160"/>
          </a:xfrm>
        </p:grpSpPr>
        <mc:AlternateContent xmlns:mc="http://schemas.openxmlformats.org/markup-compatibility/2006" xmlns:p14="http://schemas.microsoft.com/office/powerpoint/2010/main">
          <mc:Choice Requires="p14">
            <p:contentPart p14:bwMode="auto" r:id="rId5">
              <p14:nvContentPartPr>
                <p14:cNvPr id="30" name="Ink 29">
                  <a:extLst>
                    <a:ext uri="{FF2B5EF4-FFF2-40B4-BE49-F238E27FC236}">
                      <a16:creationId xmlns:a16="http://schemas.microsoft.com/office/drawing/2014/main" id="{CF25E54B-AD31-E2CE-E12A-6012915D41B9}"/>
                    </a:ext>
                  </a:extLst>
                </p14:cNvPr>
                <p14:cNvContentPartPr/>
                <p14:nvPr/>
              </p14:nvContentPartPr>
              <p14:xfrm>
                <a:off x="3690163" y="3156574"/>
                <a:ext cx="698760" cy="38880"/>
              </p14:xfrm>
            </p:contentPart>
          </mc:Choice>
          <mc:Fallback xmlns="">
            <p:pic>
              <p:nvPicPr>
                <p:cNvPr id="30" name="Ink 29">
                  <a:extLst>
                    <a:ext uri="{FF2B5EF4-FFF2-40B4-BE49-F238E27FC236}">
                      <a16:creationId xmlns:a16="http://schemas.microsoft.com/office/drawing/2014/main" id="{CF25E54B-AD31-E2CE-E12A-6012915D41B9}"/>
                    </a:ext>
                  </a:extLst>
                </p:cNvPr>
                <p:cNvPicPr/>
                <p:nvPr/>
              </p:nvPicPr>
              <p:blipFill>
                <a:blip r:embed="rId6"/>
                <a:stretch>
                  <a:fillRect/>
                </a:stretch>
              </p:blipFill>
              <p:spPr>
                <a:xfrm>
                  <a:off x="3672163" y="3138934"/>
                  <a:ext cx="73440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D41477DE-AC0A-1C11-A6EF-2D76F4E86E83}"/>
                    </a:ext>
                  </a:extLst>
                </p14:cNvPr>
                <p14:cNvContentPartPr/>
                <p14:nvPr/>
              </p14:nvContentPartPr>
              <p14:xfrm>
                <a:off x="4255003" y="3107614"/>
                <a:ext cx="254880" cy="218160"/>
              </p14:xfrm>
            </p:contentPart>
          </mc:Choice>
          <mc:Fallback xmlns="">
            <p:pic>
              <p:nvPicPr>
                <p:cNvPr id="31" name="Ink 30">
                  <a:extLst>
                    <a:ext uri="{FF2B5EF4-FFF2-40B4-BE49-F238E27FC236}">
                      <a16:creationId xmlns:a16="http://schemas.microsoft.com/office/drawing/2014/main" id="{D41477DE-AC0A-1C11-A6EF-2D76F4E86E83}"/>
                    </a:ext>
                  </a:extLst>
                </p:cNvPr>
                <p:cNvPicPr/>
                <p:nvPr/>
              </p:nvPicPr>
              <p:blipFill>
                <a:blip r:embed="rId8"/>
                <a:stretch>
                  <a:fillRect/>
                </a:stretch>
              </p:blipFill>
              <p:spPr>
                <a:xfrm>
                  <a:off x="4237363" y="3089974"/>
                  <a:ext cx="290520" cy="253800"/>
                </a:xfrm>
                <a:prstGeom prst="rect">
                  <a:avLst/>
                </a:prstGeom>
              </p:spPr>
            </p:pic>
          </mc:Fallback>
        </mc:AlternateContent>
      </p:grpSp>
      <p:sp>
        <p:nvSpPr>
          <p:cNvPr id="7" name="TextBox 6">
            <a:extLst>
              <a:ext uri="{FF2B5EF4-FFF2-40B4-BE49-F238E27FC236}">
                <a16:creationId xmlns:a16="http://schemas.microsoft.com/office/drawing/2014/main" id="{BBADDA58-3AE4-1226-BF83-3311D689728F}"/>
              </a:ext>
            </a:extLst>
          </p:cNvPr>
          <p:cNvSpPr txBox="1"/>
          <p:nvPr/>
        </p:nvSpPr>
        <p:spPr>
          <a:xfrm>
            <a:off x="827584" y="3524920"/>
            <a:ext cx="6120680" cy="2571601"/>
          </a:xfrm>
          <a:prstGeom prst="rect">
            <a:avLst/>
          </a:prstGeom>
          <a:noFill/>
        </p:spPr>
        <p:txBody>
          <a:bodyPr wrap="square" rtlCol="0">
            <a:spAutoFit/>
          </a:bodyPr>
          <a:lstStyle/>
          <a:p>
            <a:pPr marL="538163" lvl="2" indent="-179388">
              <a:lnSpc>
                <a:spcPts val="1100"/>
              </a:lnSpc>
              <a:spcBef>
                <a:spcPts val="1200"/>
              </a:spcBef>
              <a:buFont typeface="Wingdings" panose="05000000000000000000" pitchFamily="2" charset="2"/>
              <a:buChar char="§"/>
            </a:pPr>
            <a:r>
              <a:rPr lang="en-GB" sz="1200" b="1" i="1" dirty="0">
                <a:latin typeface="+mn-lt"/>
              </a:rPr>
              <a:t>Eye tracking</a:t>
            </a:r>
            <a:r>
              <a:rPr lang="en-GB" sz="1200" i="1" dirty="0">
                <a:latin typeface="+mn-lt"/>
              </a:rPr>
              <a:t>: Shows how users’ visual attention becomes more efficient over time.</a:t>
            </a:r>
          </a:p>
          <a:p>
            <a:pPr marL="538163" lvl="2" indent="-179388">
              <a:lnSpc>
                <a:spcPts val="1100"/>
              </a:lnSpc>
              <a:spcBef>
                <a:spcPts val="1200"/>
              </a:spcBef>
              <a:buFont typeface="Wingdings" panose="05000000000000000000" pitchFamily="2" charset="2"/>
              <a:buChar char="§"/>
            </a:pPr>
            <a:r>
              <a:rPr lang="en-GB" sz="1200" b="1" i="1" dirty="0">
                <a:latin typeface="+mn-lt"/>
              </a:rPr>
              <a:t>Galvanic Skin Response (GSR) / Electrodermal Activity (EDA)</a:t>
            </a:r>
            <a:r>
              <a:rPr lang="en-GB" sz="1200" i="1" dirty="0">
                <a:latin typeface="+mn-lt"/>
              </a:rPr>
              <a:t>: Indicates reduced stress as users become more comfortable with tasks.</a:t>
            </a:r>
          </a:p>
          <a:p>
            <a:pPr marL="538163" lvl="2" indent="-179388">
              <a:lnSpc>
                <a:spcPts val="1100"/>
              </a:lnSpc>
              <a:spcBef>
                <a:spcPts val="1200"/>
              </a:spcBef>
              <a:buFont typeface="Wingdings" panose="05000000000000000000" pitchFamily="2" charset="2"/>
              <a:buChar char="§"/>
            </a:pPr>
            <a:r>
              <a:rPr lang="en-GB" sz="1200" b="1" i="1" dirty="0">
                <a:latin typeface="+mn-lt"/>
              </a:rPr>
              <a:t>Heart Rate (HR) and Heart Rate Variability (HRV)</a:t>
            </a:r>
            <a:r>
              <a:rPr lang="en-GB" sz="1200" i="1" dirty="0">
                <a:latin typeface="+mn-lt"/>
              </a:rPr>
              <a:t>: Reflects reduced cognitive load and stress as tasks become easier to perform.</a:t>
            </a:r>
          </a:p>
          <a:p>
            <a:pPr marL="538163" lvl="2" indent="-179388">
              <a:lnSpc>
                <a:spcPts val="1100"/>
              </a:lnSpc>
              <a:spcBef>
                <a:spcPts val="1200"/>
              </a:spcBef>
              <a:buFont typeface="Wingdings" panose="05000000000000000000" pitchFamily="2" charset="2"/>
              <a:buChar char="§"/>
            </a:pPr>
            <a:r>
              <a:rPr lang="en-GB" sz="1200" b="1" i="1" dirty="0">
                <a:latin typeface="+mn-lt"/>
              </a:rPr>
              <a:t>Pupil dilation</a:t>
            </a:r>
            <a:r>
              <a:rPr lang="en-GB" sz="1200" i="1" dirty="0">
                <a:latin typeface="+mn-lt"/>
              </a:rPr>
              <a:t>: Demonstrates decreasing cognitive effort as users learn tasks.</a:t>
            </a:r>
          </a:p>
          <a:p>
            <a:pPr marL="538163" lvl="2" indent="-179388">
              <a:lnSpc>
                <a:spcPts val="1100"/>
              </a:lnSpc>
              <a:spcBef>
                <a:spcPts val="1200"/>
              </a:spcBef>
              <a:buFont typeface="Wingdings" panose="05000000000000000000" pitchFamily="2" charset="2"/>
              <a:buChar char="§"/>
            </a:pPr>
            <a:r>
              <a:rPr lang="en-GB" sz="1200" b="1" i="1" dirty="0">
                <a:latin typeface="+mn-lt"/>
              </a:rPr>
              <a:t>EEG (Electroencephalogram) – Brainwave Activity</a:t>
            </a:r>
            <a:r>
              <a:rPr lang="en-GB" sz="1200" i="1" dirty="0">
                <a:latin typeface="+mn-lt"/>
              </a:rPr>
              <a:t>: Tracks improvements in focus and reductions in mental workload.</a:t>
            </a:r>
          </a:p>
          <a:p>
            <a:pPr marL="538163" lvl="2" indent="-179388">
              <a:lnSpc>
                <a:spcPts val="1100"/>
              </a:lnSpc>
              <a:spcBef>
                <a:spcPts val="1200"/>
              </a:spcBef>
              <a:buFont typeface="Wingdings" panose="05000000000000000000" pitchFamily="2" charset="2"/>
              <a:buChar char="§"/>
            </a:pPr>
            <a:r>
              <a:rPr lang="en-GB" sz="1200" b="1" i="1" dirty="0">
                <a:latin typeface="+mn-lt"/>
              </a:rPr>
              <a:t>Facial expressions</a:t>
            </a:r>
            <a:r>
              <a:rPr lang="en-GB" sz="1200" i="1" dirty="0">
                <a:latin typeface="+mn-lt"/>
              </a:rPr>
              <a:t>: Highlights emotional changes (e.g., reduced frustration) as learnability improves.</a:t>
            </a:r>
          </a:p>
          <a:p>
            <a:pPr marL="538163" lvl="2" indent="-179388">
              <a:lnSpc>
                <a:spcPts val="1100"/>
              </a:lnSpc>
              <a:spcBef>
                <a:spcPts val="1200"/>
              </a:spcBef>
              <a:buFont typeface="Wingdings" panose="05000000000000000000" pitchFamily="2" charset="2"/>
              <a:buChar char="§"/>
            </a:pPr>
            <a:r>
              <a:rPr lang="en-GB" sz="1200" b="1" i="1" dirty="0">
                <a:latin typeface="+mn-lt"/>
              </a:rPr>
              <a:t>Voice stress</a:t>
            </a:r>
            <a:r>
              <a:rPr lang="en-GB" sz="1200" i="1" dirty="0">
                <a:latin typeface="+mn-lt"/>
              </a:rPr>
              <a:t>: Shows decreasing vocal stress as users gain confidence.</a:t>
            </a:r>
          </a:p>
        </p:txBody>
      </p:sp>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B110AC41-F742-3963-16A8-02CD181CD76E}"/>
                  </a:ext>
                </a:extLst>
              </p14:cNvPr>
              <p14:cNvContentPartPr/>
              <p14:nvPr/>
            </p14:nvContentPartPr>
            <p14:xfrm>
              <a:off x="8264683" y="5158946"/>
              <a:ext cx="656640" cy="596160"/>
            </p14:xfrm>
          </p:contentPart>
        </mc:Choice>
        <mc:Fallback xmlns="">
          <p:pic>
            <p:nvPicPr>
              <p:cNvPr id="10" name="Ink 9">
                <a:extLst>
                  <a:ext uri="{FF2B5EF4-FFF2-40B4-BE49-F238E27FC236}">
                    <a16:creationId xmlns:a16="http://schemas.microsoft.com/office/drawing/2014/main" id="{B110AC41-F742-3963-16A8-02CD181CD76E}"/>
                  </a:ext>
                </a:extLst>
              </p:cNvPr>
              <p:cNvPicPr/>
              <p:nvPr/>
            </p:nvPicPr>
            <p:blipFill>
              <a:blip r:embed="rId10"/>
              <a:stretch>
                <a:fillRect/>
              </a:stretch>
            </p:blipFill>
            <p:spPr>
              <a:xfrm>
                <a:off x="8174683" y="4979306"/>
                <a:ext cx="836280" cy="9558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8E5F92F2-D858-7562-974C-4034291E932E}"/>
                  </a:ext>
                </a:extLst>
              </p14:cNvPr>
              <p14:cNvContentPartPr/>
              <p14:nvPr/>
            </p14:nvContentPartPr>
            <p14:xfrm>
              <a:off x="5856283" y="3085963"/>
              <a:ext cx="1204200" cy="33120"/>
            </p14:xfrm>
          </p:contentPart>
        </mc:Choice>
        <mc:Fallback xmlns="">
          <p:pic>
            <p:nvPicPr>
              <p:cNvPr id="14" name="Ink 13">
                <a:extLst>
                  <a:ext uri="{FF2B5EF4-FFF2-40B4-BE49-F238E27FC236}">
                    <a16:creationId xmlns:a16="http://schemas.microsoft.com/office/drawing/2014/main" id="{8E5F92F2-D858-7562-974C-4034291E932E}"/>
                  </a:ext>
                </a:extLst>
              </p:cNvPr>
              <p:cNvPicPr/>
              <p:nvPr/>
            </p:nvPicPr>
            <p:blipFill>
              <a:blip r:embed="rId12"/>
              <a:stretch>
                <a:fillRect/>
              </a:stretch>
            </p:blipFill>
            <p:spPr>
              <a:xfrm>
                <a:off x="5838643" y="3067963"/>
                <a:ext cx="1239840" cy="68760"/>
              </a:xfrm>
              <a:prstGeom prst="rect">
                <a:avLst/>
              </a:prstGeom>
            </p:spPr>
          </p:pic>
        </mc:Fallback>
      </mc:AlternateContent>
      <p:grpSp>
        <p:nvGrpSpPr>
          <p:cNvPr id="24" name="Group 23">
            <a:extLst>
              <a:ext uri="{FF2B5EF4-FFF2-40B4-BE49-F238E27FC236}">
                <a16:creationId xmlns:a16="http://schemas.microsoft.com/office/drawing/2014/main" id="{38FC0C81-9035-E7A7-1E7E-C98889BA0AC3}"/>
              </a:ext>
            </a:extLst>
          </p:cNvPr>
          <p:cNvGrpSpPr/>
          <p:nvPr/>
        </p:nvGrpSpPr>
        <p:grpSpPr>
          <a:xfrm>
            <a:off x="4457323" y="3129523"/>
            <a:ext cx="1954440" cy="263160"/>
            <a:chOff x="4457323" y="3129523"/>
            <a:chExt cx="1954440" cy="263160"/>
          </a:xfrm>
        </p:grpSpPr>
        <mc:AlternateContent xmlns:mc="http://schemas.openxmlformats.org/markup-compatibility/2006" xmlns:p14="http://schemas.microsoft.com/office/powerpoint/2010/main">
          <mc:Choice Requires="p14">
            <p:contentPart p14:bwMode="auto" r:id="rId13">
              <p14:nvContentPartPr>
                <p14:cNvPr id="22" name="Ink 21">
                  <a:extLst>
                    <a:ext uri="{FF2B5EF4-FFF2-40B4-BE49-F238E27FC236}">
                      <a16:creationId xmlns:a16="http://schemas.microsoft.com/office/drawing/2014/main" id="{02CF993E-D4C4-6FB9-1EC0-1A91B190B770}"/>
                    </a:ext>
                  </a:extLst>
                </p14:cNvPr>
                <p14:cNvContentPartPr/>
                <p14:nvPr/>
              </p14:nvContentPartPr>
              <p14:xfrm>
                <a:off x="4480003" y="3129523"/>
                <a:ext cx="1931760" cy="230040"/>
              </p14:xfrm>
            </p:contentPart>
          </mc:Choice>
          <mc:Fallback xmlns="">
            <p:pic>
              <p:nvPicPr>
                <p:cNvPr id="22" name="Ink 21">
                  <a:extLst>
                    <a:ext uri="{FF2B5EF4-FFF2-40B4-BE49-F238E27FC236}">
                      <a16:creationId xmlns:a16="http://schemas.microsoft.com/office/drawing/2014/main" id="{02CF993E-D4C4-6FB9-1EC0-1A91B190B770}"/>
                    </a:ext>
                  </a:extLst>
                </p:cNvPr>
                <p:cNvPicPr/>
                <p:nvPr/>
              </p:nvPicPr>
              <p:blipFill>
                <a:blip r:embed="rId14"/>
                <a:stretch>
                  <a:fillRect/>
                </a:stretch>
              </p:blipFill>
              <p:spPr>
                <a:xfrm>
                  <a:off x="4462363" y="3111523"/>
                  <a:ext cx="196740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3" name="Ink 22">
                  <a:extLst>
                    <a:ext uri="{FF2B5EF4-FFF2-40B4-BE49-F238E27FC236}">
                      <a16:creationId xmlns:a16="http://schemas.microsoft.com/office/drawing/2014/main" id="{5A92D280-1EC8-6389-55E6-A6E7444ECE31}"/>
                    </a:ext>
                  </a:extLst>
                </p14:cNvPr>
                <p14:cNvContentPartPr/>
                <p14:nvPr/>
              </p14:nvContentPartPr>
              <p14:xfrm>
                <a:off x="4457323" y="3298003"/>
                <a:ext cx="218880" cy="94680"/>
              </p14:xfrm>
            </p:contentPart>
          </mc:Choice>
          <mc:Fallback xmlns="">
            <p:pic>
              <p:nvPicPr>
                <p:cNvPr id="23" name="Ink 22">
                  <a:extLst>
                    <a:ext uri="{FF2B5EF4-FFF2-40B4-BE49-F238E27FC236}">
                      <a16:creationId xmlns:a16="http://schemas.microsoft.com/office/drawing/2014/main" id="{5A92D280-1EC8-6389-55E6-A6E7444ECE31}"/>
                    </a:ext>
                  </a:extLst>
                </p:cNvPr>
                <p:cNvPicPr/>
                <p:nvPr/>
              </p:nvPicPr>
              <p:blipFill>
                <a:blip r:embed="rId16"/>
                <a:stretch>
                  <a:fillRect/>
                </a:stretch>
              </p:blipFill>
              <p:spPr>
                <a:xfrm>
                  <a:off x="4439683" y="3280363"/>
                  <a:ext cx="254520" cy="130320"/>
                </a:xfrm>
                <a:prstGeom prst="rect">
                  <a:avLst/>
                </a:prstGeom>
              </p:spPr>
            </p:pic>
          </mc:Fallback>
        </mc:AlternateContent>
      </p:grpSp>
      <p:sp>
        <p:nvSpPr>
          <p:cNvPr id="35" name="Date Placeholder 34">
            <a:extLst>
              <a:ext uri="{FF2B5EF4-FFF2-40B4-BE49-F238E27FC236}">
                <a16:creationId xmlns:a16="http://schemas.microsoft.com/office/drawing/2014/main" id="{815C4D1F-B58F-C518-AC33-385853AF7250}"/>
              </a:ext>
            </a:extLst>
          </p:cNvPr>
          <p:cNvSpPr>
            <a:spLocks noGrp="1"/>
          </p:cNvSpPr>
          <p:nvPr>
            <p:ph type="dt" sz="half" idx="2"/>
          </p:nvPr>
        </p:nvSpPr>
        <p:spPr/>
        <p:txBody>
          <a:bodyPr/>
          <a:lstStyle/>
          <a:p>
            <a:r>
              <a:rPr lang="en-US"/>
              <a:t>Academic year 2024-25</a:t>
            </a:r>
            <a:endParaRPr lang="en-US" dirty="0"/>
          </a:p>
        </p:txBody>
      </p:sp>
      <p:sp>
        <p:nvSpPr>
          <p:cNvPr id="36" name="Footer Placeholder 35">
            <a:extLst>
              <a:ext uri="{FF2B5EF4-FFF2-40B4-BE49-F238E27FC236}">
                <a16:creationId xmlns:a16="http://schemas.microsoft.com/office/drawing/2014/main" id="{07F51743-36E4-C491-15B4-0515632F9AF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7" name="Slide Number Placeholder 36">
            <a:extLst>
              <a:ext uri="{FF2B5EF4-FFF2-40B4-BE49-F238E27FC236}">
                <a16:creationId xmlns:a16="http://schemas.microsoft.com/office/drawing/2014/main" id="{F399767E-B6C2-EDF6-D936-B51E23407876}"/>
              </a:ext>
            </a:extLst>
          </p:cNvPr>
          <p:cNvSpPr>
            <a:spLocks noGrp="1"/>
          </p:cNvSpPr>
          <p:nvPr>
            <p:ph type="sldNum" sz="quarter" idx="4"/>
          </p:nvPr>
        </p:nvSpPr>
        <p:spPr/>
        <p:txBody>
          <a:bodyPr/>
          <a:lstStyle/>
          <a:p>
            <a:fld id="{9FD7ECCF-50E7-4327-B945-FA93FF7B2BEF}" type="slidenum">
              <a:rPr lang="en-US" smtClean="0"/>
              <a:pPr/>
              <a:t>33</a:t>
            </a:fld>
            <a:r>
              <a:rPr lang="en-GB"/>
              <a:t>/50</a:t>
            </a:r>
            <a:endParaRPr lang="en-US" dirty="0"/>
          </a:p>
        </p:txBody>
      </p:sp>
    </p:spTree>
    <p:extLst>
      <p:ext uri="{BB962C8B-B14F-4D97-AF65-F5344CB8AC3E}">
        <p14:creationId xmlns:p14="http://schemas.microsoft.com/office/powerpoint/2010/main" val="29267061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86E24-03D3-44A7-9683-7EAD69AD1871}"/>
              </a:ext>
            </a:extLst>
          </p:cNvPr>
          <p:cNvSpPr>
            <a:spLocks noGrp="1"/>
          </p:cNvSpPr>
          <p:nvPr>
            <p:ph type="title"/>
          </p:nvPr>
        </p:nvSpPr>
        <p:spPr>
          <a:xfrm>
            <a:off x="467544" y="228600"/>
            <a:ext cx="8676456" cy="990600"/>
          </a:xfrm>
        </p:spPr>
        <p:txBody>
          <a:bodyPr>
            <a:normAutofit/>
          </a:bodyPr>
          <a:lstStyle/>
          <a:p>
            <a:r>
              <a:rPr lang="en-GB" dirty="0"/>
              <a:t>UX - Ease of learning/learnability [</a:t>
            </a:r>
            <a:r>
              <a:rPr lang="en-GB" dirty="0">
                <a:solidFill>
                  <a:schemeClr val="accent2">
                    <a:lumMod val="75000"/>
                  </a:schemeClr>
                </a:solidFill>
              </a:rPr>
              <a:t>3</a:t>
            </a:r>
            <a:r>
              <a:rPr lang="en-GB" dirty="0"/>
              <a:t>]</a:t>
            </a:r>
          </a:p>
        </p:txBody>
      </p:sp>
      <p:sp>
        <p:nvSpPr>
          <p:cNvPr id="3" name="Content Placeholder 2">
            <a:extLst>
              <a:ext uri="{FF2B5EF4-FFF2-40B4-BE49-F238E27FC236}">
                <a16:creationId xmlns:a16="http://schemas.microsoft.com/office/drawing/2014/main" id="{0E6E2E5B-5FFD-427B-8550-10E75A576AF2}"/>
              </a:ext>
            </a:extLst>
          </p:cNvPr>
          <p:cNvSpPr>
            <a:spLocks noGrp="1"/>
          </p:cNvSpPr>
          <p:nvPr>
            <p:ph sz="quarter" idx="1"/>
          </p:nvPr>
        </p:nvSpPr>
        <p:spPr>
          <a:xfrm>
            <a:off x="609600" y="1600197"/>
            <a:ext cx="6422220" cy="1399871"/>
          </a:xfrm>
        </p:spPr>
        <p:txBody>
          <a:bodyPr>
            <a:normAutofit/>
          </a:bodyPr>
          <a:lstStyle/>
          <a:p>
            <a:pPr>
              <a:spcBef>
                <a:spcPts val="600"/>
              </a:spcBef>
              <a:spcAft>
                <a:spcPts val="600"/>
              </a:spcAft>
            </a:pPr>
            <a:r>
              <a:rPr lang="en-GB" sz="2000" dirty="0"/>
              <a:t>How easy is it for users to accomplish basic tasks the first time they encounter the design?</a:t>
            </a:r>
          </a:p>
          <a:p>
            <a:pPr>
              <a:spcBef>
                <a:spcPts val="600"/>
              </a:spcBef>
              <a:spcAft>
                <a:spcPts val="600"/>
              </a:spcAft>
            </a:pPr>
            <a:r>
              <a:rPr lang="en-GB" sz="2000" dirty="0"/>
              <a:t>It deals with:</a:t>
            </a:r>
          </a:p>
          <a:p>
            <a:pPr>
              <a:spcBef>
                <a:spcPts val="600"/>
              </a:spcBef>
              <a:spcAft>
                <a:spcPts val="600"/>
              </a:spcAft>
            </a:pPr>
            <a:endParaRPr lang="en-GB" sz="2000" dirty="0"/>
          </a:p>
        </p:txBody>
      </p:sp>
      <p:pic>
        <p:nvPicPr>
          <p:cNvPr id="8" name="Picture 7">
            <a:extLst>
              <a:ext uri="{FF2B5EF4-FFF2-40B4-BE49-F238E27FC236}">
                <a16:creationId xmlns:a16="http://schemas.microsoft.com/office/drawing/2014/main" id="{BA917FC8-2D4B-4BF0-A1B0-A9100B124CFC}"/>
              </a:ext>
            </a:extLst>
          </p:cNvPr>
          <p:cNvPicPr>
            <a:picLocks noChangeAspect="1"/>
          </p:cNvPicPr>
          <p:nvPr/>
        </p:nvPicPr>
        <p:blipFill>
          <a:blip r:embed="rId3"/>
          <a:stretch>
            <a:fillRect/>
          </a:stretch>
        </p:blipFill>
        <p:spPr>
          <a:xfrm>
            <a:off x="7031820" y="1888926"/>
            <a:ext cx="1656184" cy="1703504"/>
          </a:xfrm>
          <a:prstGeom prst="rect">
            <a:avLst/>
          </a:prstGeom>
        </p:spPr>
      </p:pic>
      <p:pic>
        <p:nvPicPr>
          <p:cNvPr id="4" name="Picture 3" descr="A hexagon with text on it&#10;&#10;Description automatically generated">
            <a:extLst>
              <a:ext uri="{FF2B5EF4-FFF2-40B4-BE49-F238E27FC236}">
                <a16:creationId xmlns:a16="http://schemas.microsoft.com/office/drawing/2014/main" id="{A1EFA26A-89B5-FAC2-50BD-52EADEE4B1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38591" y="3997426"/>
            <a:ext cx="2242643" cy="1941212"/>
          </a:xfrm>
          <a:prstGeom prst="rect">
            <a:avLst/>
          </a:prstGeom>
        </p:spPr>
      </p:pic>
      <p:sp>
        <p:nvSpPr>
          <p:cNvPr id="5" name="TextBox 4">
            <a:extLst>
              <a:ext uri="{FF2B5EF4-FFF2-40B4-BE49-F238E27FC236}">
                <a16:creationId xmlns:a16="http://schemas.microsoft.com/office/drawing/2014/main" id="{65B6EAEE-4DA7-58AE-A3F7-0A1B096DCB45}"/>
              </a:ext>
            </a:extLst>
          </p:cNvPr>
          <p:cNvSpPr txBox="1"/>
          <p:nvPr/>
        </p:nvSpPr>
        <p:spPr>
          <a:xfrm>
            <a:off x="971600" y="2882288"/>
            <a:ext cx="2751758" cy="615553"/>
          </a:xfrm>
          <a:prstGeom prst="rect">
            <a:avLst/>
          </a:prstGeom>
          <a:noFill/>
        </p:spPr>
        <p:txBody>
          <a:bodyPr wrap="square" rtlCol="0">
            <a:spAutoFit/>
          </a:bodyPr>
          <a:lstStyle/>
          <a:p>
            <a:pPr marL="266700" lvl="1" indent="-266700">
              <a:spcBef>
                <a:spcPts val="600"/>
              </a:spcBef>
              <a:spcAft>
                <a:spcPts val="600"/>
              </a:spcAft>
              <a:buFont typeface="Wingdings" panose="05000000000000000000" pitchFamily="2" charset="2"/>
              <a:buChar char="§"/>
            </a:pPr>
            <a:r>
              <a:rPr lang="en-GB" sz="1700" b="1" i="1" dirty="0">
                <a:latin typeface="+mn-lt"/>
              </a:rPr>
              <a:t>how easy a system is to learn to use</a:t>
            </a:r>
          </a:p>
        </p:txBody>
      </p:sp>
      <p:sp>
        <p:nvSpPr>
          <p:cNvPr id="6" name="TextBox 5">
            <a:extLst>
              <a:ext uri="{FF2B5EF4-FFF2-40B4-BE49-F238E27FC236}">
                <a16:creationId xmlns:a16="http://schemas.microsoft.com/office/drawing/2014/main" id="{9868D614-8AA2-666D-06C6-505760A95DB2}"/>
              </a:ext>
            </a:extLst>
          </p:cNvPr>
          <p:cNvSpPr txBox="1"/>
          <p:nvPr/>
        </p:nvSpPr>
        <p:spPr>
          <a:xfrm>
            <a:off x="4191774" y="2300132"/>
            <a:ext cx="2972513" cy="1031051"/>
          </a:xfrm>
          <a:prstGeom prst="rect">
            <a:avLst/>
          </a:prstGeom>
          <a:noFill/>
        </p:spPr>
        <p:txBody>
          <a:bodyPr wrap="square" rtlCol="0">
            <a:spAutoFit/>
          </a:bodyPr>
          <a:lstStyle/>
          <a:p>
            <a:pPr marL="358775" lvl="1" indent="-273050">
              <a:spcBef>
                <a:spcPts val="1200"/>
              </a:spcBef>
            </a:pPr>
            <a:r>
              <a:rPr lang="en-GB" sz="1700" b="1" i="1" dirty="0">
                <a:latin typeface="+mn-lt"/>
              </a:rPr>
              <a:t>How is it measured?</a:t>
            </a:r>
          </a:p>
          <a:p>
            <a:pPr marL="358775" lvl="1" indent="-273050">
              <a:spcBef>
                <a:spcPts val="1200"/>
              </a:spcBef>
              <a:buFont typeface="Wingdings" panose="05000000000000000000" pitchFamily="2" charset="2"/>
              <a:buChar char="§"/>
            </a:pPr>
            <a:r>
              <a:rPr lang="en-GB" sz="1700" b="1" i="1" dirty="0">
                <a:latin typeface="+mn-lt"/>
              </a:rPr>
              <a:t>Processes</a:t>
            </a:r>
            <a:r>
              <a:rPr lang="en-GB" sz="1700" i="1" dirty="0">
                <a:latin typeface="+mn-lt"/>
              </a:rPr>
              <a:t> – what tools do users really use</a:t>
            </a:r>
          </a:p>
        </p:txBody>
      </p:sp>
      <p:grpSp>
        <p:nvGrpSpPr>
          <p:cNvPr id="32" name="Group 31">
            <a:extLst>
              <a:ext uri="{FF2B5EF4-FFF2-40B4-BE49-F238E27FC236}">
                <a16:creationId xmlns:a16="http://schemas.microsoft.com/office/drawing/2014/main" id="{F0BC024D-5584-D75A-DFF6-9FBC34DFA87B}"/>
              </a:ext>
            </a:extLst>
          </p:cNvPr>
          <p:cNvGrpSpPr/>
          <p:nvPr/>
        </p:nvGrpSpPr>
        <p:grpSpPr>
          <a:xfrm>
            <a:off x="3690163" y="3107614"/>
            <a:ext cx="819720" cy="218160"/>
            <a:chOff x="3690163" y="3107614"/>
            <a:chExt cx="819720" cy="218160"/>
          </a:xfrm>
        </p:grpSpPr>
        <mc:AlternateContent xmlns:mc="http://schemas.openxmlformats.org/markup-compatibility/2006" xmlns:p14="http://schemas.microsoft.com/office/powerpoint/2010/main">
          <mc:Choice Requires="p14">
            <p:contentPart p14:bwMode="auto" r:id="rId5">
              <p14:nvContentPartPr>
                <p14:cNvPr id="30" name="Ink 29">
                  <a:extLst>
                    <a:ext uri="{FF2B5EF4-FFF2-40B4-BE49-F238E27FC236}">
                      <a16:creationId xmlns:a16="http://schemas.microsoft.com/office/drawing/2014/main" id="{CF25E54B-AD31-E2CE-E12A-6012915D41B9}"/>
                    </a:ext>
                  </a:extLst>
                </p14:cNvPr>
                <p14:cNvContentPartPr/>
                <p14:nvPr/>
              </p14:nvContentPartPr>
              <p14:xfrm>
                <a:off x="3690163" y="3156574"/>
                <a:ext cx="698760" cy="38880"/>
              </p14:xfrm>
            </p:contentPart>
          </mc:Choice>
          <mc:Fallback xmlns="">
            <p:pic>
              <p:nvPicPr>
                <p:cNvPr id="30" name="Ink 29">
                  <a:extLst>
                    <a:ext uri="{FF2B5EF4-FFF2-40B4-BE49-F238E27FC236}">
                      <a16:creationId xmlns:a16="http://schemas.microsoft.com/office/drawing/2014/main" id="{CF25E54B-AD31-E2CE-E12A-6012915D41B9}"/>
                    </a:ext>
                  </a:extLst>
                </p:cNvPr>
                <p:cNvPicPr/>
                <p:nvPr/>
              </p:nvPicPr>
              <p:blipFill>
                <a:blip r:embed="rId6"/>
                <a:stretch>
                  <a:fillRect/>
                </a:stretch>
              </p:blipFill>
              <p:spPr>
                <a:xfrm>
                  <a:off x="3672163" y="3138934"/>
                  <a:ext cx="73440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D41477DE-AC0A-1C11-A6EF-2D76F4E86E83}"/>
                    </a:ext>
                  </a:extLst>
                </p14:cNvPr>
                <p14:cNvContentPartPr/>
                <p14:nvPr/>
              </p14:nvContentPartPr>
              <p14:xfrm>
                <a:off x="4255003" y="3107614"/>
                <a:ext cx="254880" cy="218160"/>
              </p14:xfrm>
            </p:contentPart>
          </mc:Choice>
          <mc:Fallback xmlns="">
            <p:pic>
              <p:nvPicPr>
                <p:cNvPr id="31" name="Ink 30">
                  <a:extLst>
                    <a:ext uri="{FF2B5EF4-FFF2-40B4-BE49-F238E27FC236}">
                      <a16:creationId xmlns:a16="http://schemas.microsoft.com/office/drawing/2014/main" id="{D41477DE-AC0A-1C11-A6EF-2D76F4E86E83}"/>
                    </a:ext>
                  </a:extLst>
                </p:cNvPr>
                <p:cNvPicPr/>
                <p:nvPr/>
              </p:nvPicPr>
              <p:blipFill>
                <a:blip r:embed="rId8"/>
                <a:stretch>
                  <a:fillRect/>
                </a:stretch>
              </p:blipFill>
              <p:spPr>
                <a:xfrm>
                  <a:off x="4237363" y="3089974"/>
                  <a:ext cx="290520" cy="253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5E697607-AA56-C087-CB7D-7CF622485C4E}"/>
                  </a:ext>
                </a:extLst>
              </p14:cNvPr>
              <p14:cNvContentPartPr/>
              <p14:nvPr/>
            </p14:nvContentPartPr>
            <p14:xfrm>
              <a:off x="8264683" y="5158946"/>
              <a:ext cx="656640" cy="596160"/>
            </p14:xfrm>
          </p:contentPart>
        </mc:Choice>
        <mc:Fallback xmlns="">
          <p:pic>
            <p:nvPicPr>
              <p:cNvPr id="9" name="Ink 8">
                <a:extLst>
                  <a:ext uri="{FF2B5EF4-FFF2-40B4-BE49-F238E27FC236}">
                    <a16:creationId xmlns:a16="http://schemas.microsoft.com/office/drawing/2014/main" id="{5E697607-AA56-C087-CB7D-7CF622485C4E}"/>
                  </a:ext>
                </a:extLst>
              </p:cNvPr>
              <p:cNvPicPr/>
              <p:nvPr/>
            </p:nvPicPr>
            <p:blipFill>
              <a:blip r:embed="rId10"/>
              <a:stretch>
                <a:fillRect/>
              </a:stretch>
            </p:blipFill>
            <p:spPr>
              <a:xfrm>
                <a:off x="8174683" y="4979306"/>
                <a:ext cx="836280" cy="955800"/>
              </a:xfrm>
              <a:prstGeom prst="rect">
                <a:avLst/>
              </a:prstGeom>
            </p:spPr>
          </p:pic>
        </mc:Fallback>
      </mc:AlternateContent>
      <p:sp>
        <p:nvSpPr>
          <p:cNvPr id="20" name="Date Placeholder 19">
            <a:extLst>
              <a:ext uri="{FF2B5EF4-FFF2-40B4-BE49-F238E27FC236}">
                <a16:creationId xmlns:a16="http://schemas.microsoft.com/office/drawing/2014/main" id="{4C7F27C6-42FF-29C2-4A3C-EAA89DCAEABA}"/>
              </a:ext>
            </a:extLst>
          </p:cNvPr>
          <p:cNvSpPr>
            <a:spLocks noGrp="1"/>
          </p:cNvSpPr>
          <p:nvPr>
            <p:ph type="dt" sz="half" idx="2"/>
          </p:nvPr>
        </p:nvSpPr>
        <p:spPr/>
        <p:txBody>
          <a:bodyPr/>
          <a:lstStyle/>
          <a:p>
            <a:r>
              <a:rPr lang="en-US"/>
              <a:t>Academic year 2024-25</a:t>
            </a:r>
            <a:endParaRPr lang="en-US" dirty="0"/>
          </a:p>
        </p:txBody>
      </p:sp>
      <p:sp>
        <p:nvSpPr>
          <p:cNvPr id="21" name="Footer Placeholder 20">
            <a:extLst>
              <a:ext uri="{FF2B5EF4-FFF2-40B4-BE49-F238E27FC236}">
                <a16:creationId xmlns:a16="http://schemas.microsoft.com/office/drawing/2014/main" id="{1C2BEE2F-601F-9379-7F46-E776298BA6E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22" name="Slide Number Placeholder 21">
            <a:extLst>
              <a:ext uri="{FF2B5EF4-FFF2-40B4-BE49-F238E27FC236}">
                <a16:creationId xmlns:a16="http://schemas.microsoft.com/office/drawing/2014/main" id="{FE1A29C6-29E9-110C-908C-F6825203762A}"/>
              </a:ext>
            </a:extLst>
          </p:cNvPr>
          <p:cNvSpPr>
            <a:spLocks noGrp="1"/>
          </p:cNvSpPr>
          <p:nvPr>
            <p:ph type="sldNum" sz="quarter" idx="4"/>
          </p:nvPr>
        </p:nvSpPr>
        <p:spPr/>
        <p:txBody>
          <a:bodyPr/>
          <a:lstStyle/>
          <a:p>
            <a:fld id="{9FD7ECCF-50E7-4327-B945-FA93FF7B2BEF}" type="slidenum">
              <a:rPr lang="en-US" smtClean="0"/>
              <a:pPr/>
              <a:t>34</a:t>
            </a:fld>
            <a:r>
              <a:rPr lang="en-GB"/>
              <a:t>/50</a:t>
            </a:r>
            <a:endParaRPr lang="en-US" dirty="0"/>
          </a:p>
        </p:txBody>
      </p:sp>
    </p:spTree>
    <p:extLst>
      <p:ext uri="{BB962C8B-B14F-4D97-AF65-F5344CB8AC3E}">
        <p14:creationId xmlns:p14="http://schemas.microsoft.com/office/powerpoint/2010/main" val="40551835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A917FC8-2D4B-4BF0-A1B0-A9100B124CFC}"/>
              </a:ext>
            </a:extLst>
          </p:cNvPr>
          <p:cNvPicPr>
            <a:picLocks noChangeAspect="1"/>
          </p:cNvPicPr>
          <p:nvPr/>
        </p:nvPicPr>
        <p:blipFill>
          <a:blip r:embed="rId2"/>
          <a:stretch>
            <a:fillRect/>
          </a:stretch>
        </p:blipFill>
        <p:spPr>
          <a:xfrm>
            <a:off x="7035157" y="1818695"/>
            <a:ext cx="1656184" cy="1703504"/>
          </a:xfrm>
          <a:prstGeom prst="rect">
            <a:avLst/>
          </a:prstGeom>
        </p:spPr>
      </p:pic>
      <p:sp>
        <p:nvSpPr>
          <p:cNvPr id="2" name="Title 1">
            <a:extLst>
              <a:ext uri="{FF2B5EF4-FFF2-40B4-BE49-F238E27FC236}">
                <a16:creationId xmlns:a16="http://schemas.microsoft.com/office/drawing/2014/main" id="{AF886E24-03D3-44A7-9683-7EAD69AD1871}"/>
              </a:ext>
            </a:extLst>
          </p:cNvPr>
          <p:cNvSpPr>
            <a:spLocks noGrp="1"/>
          </p:cNvSpPr>
          <p:nvPr>
            <p:ph type="title"/>
          </p:nvPr>
        </p:nvSpPr>
        <p:spPr>
          <a:xfrm>
            <a:off x="467544" y="228600"/>
            <a:ext cx="8676456" cy="990600"/>
          </a:xfrm>
        </p:spPr>
        <p:txBody>
          <a:bodyPr>
            <a:normAutofit/>
          </a:bodyPr>
          <a:lstStyle/>
          <a:p>
            <a:pPr>
              <a:tabLst>
                <a:tab pos="7985125" algn="r"/>
              </a:tabLst>
            </a:pPr>
            <a:r>
              <a:rPr lang="en-GB" dirty="0"/>
              <a:t>UX – Memorability	[</a:t>
            </a:r>
            <a:r>
              <a:rPr lang="en-GB" dirty="0">
                <a:solidFill>
                  <a:schemeClr val="accent2">
                    <a:lumMod val="75000"/>
                  </a:schemeClr>
                </a:solidFill>
              </a:rPr>
              <a:t>1</a:t>
            </a:r>
            <a:r>
              <a:rPr lang="en-GB" dirty="0"/>
              <a:t>]</a:t>
            </a:r>
          </a:p>
        </p:txBody>
      </p:sp>
      <p:sp>
        <p:nvSpPr>
          <p:cNvPr id="3" name="Content Placeholder 2">
            <a:extLst>
              <a:ext uri="{FF2B5EF4-FFF2-40B4-BE49-F238E27FC236}">
                <a16:creationId xmlns:a16="http://schemas.microsoft.com/office/drawing/2014/main" id="{0E6E2E5B-5FFD-427B-8550-10E75A576AF2}"/>
              </a:ext>
            </a:extLst>
          </p:cNvPr>
          <p:cNvSpPr>
            <a:spLocks noGrp="1"/>
          </p:cNvSpPr>
          <p:nvPr>
            <p:ph sz="quarter" idx="1"/>
          </p:nvPr>
        </p:nvSpPr>
        <p:spPr>
          <a:xfrm>
            <a:off x="609600" y="1529450"/>
            <a:ext cx="6770712" cy="1611518"/>
          </a:xfrm>
        </p:spPr>
        <p:txBody>
          <a:bodyPr>
            <a:normAutofit fontScale="47500" lnSpcReduction="20000"/>
          </a:bodyPr>
          <a:lstStyle/>
          <a:p>
            <a:pPr defTabSz="808038">
              <a:lnSpc>
                <a:spcPct val="120000"/>
              </a:lnSpc>
              <a:spcBef>
                <a:spcPts val="600"/>
              </a:spcBef>
              <a:tabLst>
                <a:tab pos="2422525" algn="l"/>
              </a:tabLst>
            </a:pPr>
            <a:r>
              <a:rPr lang="en-GB" sz="4200" dirty="0"/>
              <a:t>How easy a system is to remember how to use, once learned</a:t>
            </a:r>
          </a:p>
          <a:p>
            <a:pPr defTabSz="808038">
              <a:lnSpc>
                <a:spcPct val="120000"/>
              </a:lnSpc>
              <a:spcBef>
                <a:spcPts val="600"/>
              </a:spcBef>
              <a:tabLst>
                <a:tab pos="2422525" algn="l"/>
              </a:tabLst>
            </a:pPr>
            <a:r>
              <a:rPr lang="en-GB" sz="4200" dirty="0"/>
              <a:t>When users return to the design after a period of not using it, how easily can they re-establish proficiency?</a:t>
            </a:r>
          </a:p>
          <a:p>
            <a:pPr defTabSz="808038">
              <a:lnSpc>
                <a:spcPct val="120000"/>
              </a:lnSpc>
              <a:spcBef>
                <a:spcPts val="600"/>
              </a:spcBef>
              <a:tabLst>
                <a:tab pos="2422525" algn="l"/>
              </a:tabLst>
            </a:pPr>
            <a:r>
              <a:rPr lang="en-GB" sz="4200" dirty="0"/>
              <a:t>It deals with:</a:t>
            </a:r>
          </a:p>
          <a:p>
            <a:pPr defTabSz="808038">
              <a:lnSpc>
                <a:spcPct val="120000"/>
              </a:lnSpc>
              <a:spcBef>
                <a:spcPts val="600"/>
              </a:spcBef>
              <a:tabLst>
                <a:tab pos="2422525" algn="l"/>
              </a:tabLst>
            </a:pPr>
            <a:endParaRPr lang="en-GB" sz="3200" dirty="0"/>
          </a:p>
        </p:txBody>
      </p:sp>
      <p:pic>
        <p:nvPicPr>
          <p:cNvPr id="4" name="Picture 3" descr="A hexagon with different colored hexagons&#10;&#10;Description automatically generated">
            <a:extLst>
              <a:ext uri="{FF2B5EF4-FFF2-40B4-BE49-F238E27FC236}">
                <a16:creationId xmlns:a16="http://schemas.microsoft.com/office/drawing/2014/main" id="{962A68EC-97CF-9F58-20B2-CC9101BB9B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4942" y="3998071"/>
            <a:ext cx="2236615" cy="1953270"/>
          </a:xfrm>
          <a:prstGeom prst="rect">
            <a:avLst/>
          </a:prstGeom>
        </p:spPr>
      </p:pic>
      <p:sp>
        <p:nvSpPr>
          <p:cNvPr id="5" name="TextBox 4">
            <a:extLst>
              <a:ext uri="{FF2B5EF4-FFF2-40B4-BE49-F238E27FC236}">
                <a16:creationId xmlns:a16="http://schemas.microsoft.com/office/drawing/2014/main" id="{9D9598C3-0FAC-20E2-096D-6812FD621174}"/>
              </a:ext>
            </a:extLst>
          </p:cNvPr>
          <p:cNvSpPr txBox="1"/>
          <p:nvPr/>
        </p:nvSpPr>
        <p:spPr>
          <a:xfrm>
            <a:off x="859936" y="3026825"/>
            <a:ext cx="2919976" cy="3016210"/>
          </a:xfrm>
          <a:prstGeom prst="rect">
            <a:avLst/>
          </a:prstGeom>
          <a:noFill/>
        </p:spPr>
        <p:txBody>
          <a:bodyPr wrap="square" rtlCol="0">
            <a:spAutoFit/>
          </a:bodyPr>
          <a:lstStyle/>
          <a:p>
            <a:pPr marL="266700" lvl="1" indent="-266700">
              <a:spcBef>
                <a:spcPts val="0"/>
              </a:spcBef>
              <a:spcAft>
                <a:spcPts val="600"/>
              </a:spcAft>
              <a:buFont typeface="Wingdings" panose="05000000000000000000" pitchFamily="2" charset="2"/>
              <a:buChar char="§"/>
            </a:pPr>
            <a:r>
              <a:rPr lang="en-GB" sz="1700" i="1" dirty="0">
                <a:latin typeface="+mn-lt"/>
              </a:rPr>
              <a:t>Can they remember how to conduct a task they used to do in the past</a:t>
            </a:r>
          </a:p>
          <a:p>
            <a:pPr marL="266700" lvl="1" indent="-266700">
              <a:spcBef>
                <a:spcPts val="0"/>
              </a:spcBef>
              <a:spcAft>
                <a:spcPts val="600"/>
              </a:spcAft>
              <a:buFont typeface="Wingdings" panose="05000000000000000000" pitchFamily="2" charset="2"/>
              <a:buChar char="§"/>
            </a:pPr>
            <a:r>
              <a:rPr lang="en-GB" sz="1700" i="1" dirty="0">
                <a:latin typeface="+mn-lt"/>
              </a:rPr>
              <a:t>how long it takes them to do so, can they remember a routine</a:t>
            </a:r>
          </a:p>
          <a:p>
            <a:pPr marL="266700" lvl="1" indent="-266700">
              <a:spcBef>
                <a:spcPts val="0"/>
              </a:spcBef>
              <a:spcAft>
                <a:spcPts val="600"/>
              </a:spcAft>
              <a:buFont typeface="Wingdings" panose="05000000000000000000" pitchFamily="2" charset="2"/>
              <a:buChar char="§"/>
            </a:pPr>
            <a:r>
              <a:rPr lang="en-GB" sz="1700" i="1" dirty="0">
                <a:latin typeface="+mn-lt"/>
              </a:rPr>
              <a:t>do they make errors</a:t>
            </a:r>
          </a:p>
          <a:p>
            <a:pPr marL="266700" lvl="1" indent="-266700">
              <a:spcBef>
                <a:spcPts val="0"/>
              </a:spcBef>
              <a:spcAft>
                <a:spcPts val="600"/>
              </a:spcAft>
              <a:buFont typeface="Wingdings" panose="05000000000000000000" pitchFamily="2" charset="2"/>
              <a:buChar char="§"/>
            </a:pPr>
            <a:r>
              <a:rPr lang="en-GB" sz="1700" i="1" dirty="0">
                <a:latin typeface="+mn-lt"/>
              </a:rPr>
              <a:t>can they recover from errors</a:t>
            </a:r>
          </a:p>
          <a:p>
            <a:pPr marL="266700" lvl="1" indent="-266700">
              <a:spcBef>
                <a:spcPts val="0"/>
              </a:spcBef>
              <a:spcAft>
                <a:spcPts val="600"/>
              </a:spcAft>
              <a:buFont typeface="Wingdings" panose="05000000000000000000" pitchFamily="2" charset="2"/>
              <a:buChar char="§"/>
            </a:pPr>
            <a:r>
              <a:rPr lang="en-GB" sz="1700" i="1" dirty="0">
                <a:latin typeface="+mn-lt"/>
              </a:rPr>
              <a:t>do they remember how to access support?</a:t>
            </a:r>
          </a:p>
        </p:txBody>
      </p:sp>
      <p:sp>
        <p:nvSpPr>
          <p:cNvPr id="6" name="TextBox 5">
            <a:extLst>
              <a:ext uri="{FF2B5EF4-FFF2-40B4-BE49-F238E27FC236}">
                <a16:creationId xmlns:a16="http://schemas.microsoft.com/office/drawing/2014/main" id="{B08A1912-C2E8-3600-48CA-C7274C34C4CE}"/>
              </a:ext>
            </a:extLst>
          </p:cNvPr>
          <p:cNvSpPr txBox="1"/>
          <p:nvPr/>
        </p:nvSpPr>
        <p:spPr>
          <a:xfrm>
            <a:off x="4067944" y="2645825"/>
            <a:ext cx="3034369" cy="3477875"/>
          </a:xfrm>
          <a:prstGeom prst="rect">
            <a:avLst/>
          </a:prstGeom>
          <a:noFill/>
        </p:spPr>
        <p:txBody>
          <a:bodyPr wrap="square" rtlCol="0">
            <a:spAutoFit/>
          </a:bodyPr>
          <a:lstStyle/>
          <a:p>
            <a:pPr marL="358775" lvl="1" indent="-273050">
              <a:lnSpc>
                <a:spcPts val="1800"/>
              </a:lnSpc>
              <a:spcBef>
                <a:spcPts val="600"/>
              </a:spcBef>
            </a:pPr>
            <a:r>
              <a:rPr lang="en-GB" sz="1700" b="1" i="1" dirty="0">
                <a:latin typeface="+mn-lt"/>
              </a:rPr>
              <a:t>How is it measured?</a:t>
            </a:r>
          </a:p>
          <a:p>
            <a:pPr marL="358775" lvl="1" indent="-273050">
              <a:lnSpc>
                <a:spcPts val="1800"/>
              </a:lnSpc>
              <a:spcBef>
                <a:spcPts val="600"/>
              </a:spcBef>
              <a:buFont typeface="Wingdings" panose="05000000000000000000" pitchFamily="2" charset="2"/>
              <a:buChar char="§"/>
            </a:pPr>
            <a:r>
              <a:rPr lang="en-GB" sz="1700" i="1" dirty="0">
                <a:latin typeface="+mn-lt"/>
              </a:rPr>
              <a:t>The can – they cannot</a:t>
            </a:r>
          </a:p>
          <a:p>
            <a:pPr marL="358775" lvl="1" indent="-273050">
              <a:lnSpc>
                <a:spcPts val="1800"/>
              </a:lnSpc>
              <a:spcBef>
                <a:spcPts val="600"/>
              </a:spcBef>
              <a:buFont typeface="Wingdings" panose="05000000000000000000" pitchFamily="2" charset="2"/>
              <a:buChar char="§"/>
            </a:pPr>
            <a:endParaRPr lang="en-GB" sz="1700" i="1" dirty="0">
              <a:latin typeface="+mn-lt"/>
            </a:endParaRPr>
          </a:p>
          <a:p>
            <a:pPr marL="358775" lvl="1" indent="-273050">
              <a:lnSpc>
                <a:spcPts val="1800"/>
              </a:lnSpc>
              <a:spcBef>
                <a:spcPts val="600"/>
              </a:spcBef>
              <a:buFont typeface="Wingdings" panose="05000000000000000000" pitchFamily="2" charset="2"/>
              <a:buChar char="§"/>
            </a:pPr>
            <a:endParaRPr lang="en-GB" sz="1700" i="1" dirty="0">
              <a:latin typeface="+mn-lt"/>
            </a:endParaRPr>
          </a:p>
          <a:p>
            <a:pPr marL="358775" lvl="1" indent="-273050">
              <a:lnSpc>
                <a:spcPts val="1800"/>
              </a:lnSpc>
              <a:spcBef>
                <a:spcPts val="600"/>
              </a:spcBef>
              <a:buFont typeface="Wingdings" panose="05000000000000000000" pitchFamily="2" charset="2"/>
              <a:buChar char="§"/>
            </a:pPr>
            <a:r>
              <a:rPr lang="en-GB" sz="1700" i="1" dirty="0">
                <a:latin typeface="+mn-lt"/>
              </a:rPr>
              <a:t>Time </a:t>
            </a:r>
          </a:p>
          <a:p>
            <a:pPr marL="358775" lvl="1" indent="-273050">
              <a:lnSpc>
                <a:spcPts val="1800"/>
              </a:lnSpc>
              <a:spcBef>
                <a:spcPts val="600"/>
              </a:spcBef>
              <a:buFont typeface="Wingdings" panose="05000000000000000000" pitchFamily="2" charset="2"/>
              <a:buChar char="§"/>
            </a:pPr>
            <a:endParaRPr lang="en-GB" sz="1700" i="1" dirty="0">
              <a:latin typeface="+mn-lt"/>
            </a:endParaRPr>
          </a:p>
          <a:p>
            <a:pPr marL="358775" lvl="1" indent="-273050">
              <a:lnSpc>
                <a:spcPts val="1800"/>
              </a:lnSpc>
              <a:spcBef>
                <a:spcPts val="600"/>
              </a:spcBef>
              <a:buFont typeface="Wingdings" panose="05000000000000000000" pitchFamily="2" charset="2"/>
              <a:buChar char="§"/>
            </a:pPr>
            <a:r>
              <a:rPr lang="en-GB" sz="1700" i="1" dirty="0">
                <a:latin typeface="+mn-lt"/>
              </a:rPr>
              <a:t>Number of errors</a:t>
            </a:r>
          </a:p>
          <a:p>
            <a:pPr marL="358775" lvl="1" indent="-273050">
              <a:lnSpc>
                <a:spcPts val="1800"/>
              </a:lnSpc>
              <a:spcBef>
                <a:spcPts val="600"/>
              </a:spcBef>
              <a:buFont typeface="Wingdings" panose="05000000000000000000" pitchFamily="2" charset="2"/>
              <a:buChar char="§"/>
            </a:pPr>
            <a:r>
              <a:rPr lang="en-GB" sz="1700" i="1" dirty="0">
                <a:latin typeface="+mn-lt"/>
              </a:rPr>
              <a:t>They can recover – they cannot</a:t>
            </a:r>
          </a:p>
          <a:p>
            <a:pPr marL="358775" lvl="1" indent="-273050">
              <a:lnSpc>
                <a:spcPts val="1800"/>
              </a:lnSpc>
              <a:spcBef>
                <a:spcPts val="600"/>
              </a:spcBef>
              <a:buFont typeface="Wingdings" panose="05000000000000000000" pitchFamily="2" charset="2"/>
              <a:buChar char="§"/>
            </a:pPr>
            <a:r>
              <a:rPr lang="en-GB" sz="1700" i="1" dirty="0">
                <a:latin typeface="+mn-lt"/>
              </a:rPr>
              <a:t>What tools do they access, and at what point of interaction</a:t>
            </a:r>
          </a:p>
        </p:txBody>
      </p:sp>
      <p:grpSp>
        <p:nvGrpSpPr>
          <p:cNvPr id="56" name="Group 55">
            <a:extLst>
              <a:ext uri="{FF2B5EF4-FFF2-40B4-BE49-F238E27FC236}">
                <a16:creationId xmlns:a16="http://schemas.microsoft.com/office/drawing/2014/main" id="{FC09BD46-25D9-DA58-B9C7-564956A50AF3}"/>
              </a:ext>
            </a:extLst>
          </p:cNvPr>
          <p:cNvGrpSpPr/>
          <p:nvPr/>
        </p:nvGrpSpPr>
        <p:grpSpPr>
          <a:xfrm>
            <a:off x="3559483" y="3145671"/>
            <a:ext cx="607680" cy="176040"/>
            <a:chOff x="3559483" y="3145671"/>
            <a:chExt cx="607680" cy="176040"/>
          </a:xfrm>
        </p:grpSpPr>
        <mc:AlternateContent xmlns:mc="http://schemas.openxmlformats.org/markup-compatibility/2006" xmlns:p14="http://schemas.microsoft.com/office/powerpoint/2010/main">
          <mc:Choice Requires="p14">
            <p:contentPart p14:bwMode="auto" r:id="rId4">
              <p14:nvContentPartPr>
                <p14:cNvPr id="51" name="Ink 50">
                  <a:extLst>
                    <a:ext uri="{FF2B5EF4-FFF2-40B4-BE49-F238E27FC236}">
                      <a16:creationId xmlns:a16="http://schemas.microsoft.com/office/drawing/2014/main" id="{D9D7C5BC-5720-26AA-931C-E4E64523174D}"/>
                    </a:ext>
                  </a:extLst>
                </p14:cNvPr>
                <p14:cNvContentPartPr/>
                <p14:nvPr/>
              </p14:nvContentPartPr>
              <p14:xfrm>
                <a:off x="3559483" y="3199671"/>
                <a:ext cx="490320" cy="28080"/>
              </p14:xfrm>
            </p:contentPart>
          </mc:Choice>
          <mc:Fallback xmlns="">
            <p:pic>
              <p:nvPicPr>
                <p:cNvPr id="51" name="Ink 50">
                  <a:extLst>
                    <a:ext uri="{FF2B5EF4-FFF2-40B4-BE49-F238E27FC236}">
                      <a16:creationId xmlns:a16="http://schemas.microsoft.com/office/drawing/2014/main" id="{D9D7C5BC-5720-26AA-931C-E4E64523174D}"/>
                    </a:ext>
                  </a:extLst>
                </p:cNvPr>
                <p:cNvPicPr/>
                <p:nvPr/>
              </p:nvPicPr>
              <p:blipFill>
                <a:blip r:embed="rId5"/>
                <a:stretch>
                  <a:fillRect/>
                </a:stretch>
              </p:blipFill>
              <p:spPr>
                <a:xfrm>
                  <a:off x="3550843" y="3191031"/>
                  <a:ext cx="50796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2" name="Ink 51">
                  <a:extLst>
                    <a:ext uri="{FF2B5EF4-FFF2-40B4-BE49-F238E27FC236}">
                      <a16:creationId xmlns:a16="http://schemas.microsoft.com/office/drawing/2014/main" id="{0B9F1408-9904-AB3D-049F-D1C2BE622B87}"/>
                    </a:ext>
                  </a:extLst>
                </p14:cNvPr>
                <p14:cNvContentPartPr/>
                <p14:nvPr/>
              </p14:nvContentPartPr>
              <p14:xfrm>
                <a:off x="3985003" y="3145671"/>
                <a:ext cx="182160" cy="176040"/>
              </p14:xfrm>
            </p:contentPart>
          </mc:Choice>
          <mc:Fallback xmlns="">
            <p:pic>
              <p:nvPicPr>
                <p:cNvPr id="52" name="Ink 51">
                  <a:extLst>
                    <a:ext uri="{FF2B5EF4-FFF2-40B4-BE49-F238E27FC236}">
                      <a16:creationId xmlns:a16="http://schemas.microsoft.com/office/drawing/2014/main" id="{0B9F1408-9904-AB3D-049F-D1C2BE622B87}"/>
                    </a:ext>
                  </a:extLst>
                </p:cNvPr>
                <p:cNvPicPr/>
                <p:nvPr/>
              </p:nvPicPr>
              <p:blipFill>
                <a:blip r:embed="rId7"/>
                <a:stretch>
                  <a:fillRect/>
                </a:stretch>
              </p:blipFill>
              <p:spPr>
                <a:xfrm>
                  <a:off x="3976003" y="3137031"/>
                  <a:ext cx="199800" cy="193680"/>
                </a:xfrm>
                <a:prstGeom prst="rect">
                  <a:avLst/>
                </a:prstGeom>
              </p:spPr>
            </p:pic>
          </mc:Fallback>
        </mc:AlternateContent>
      </p:grpSp>
      <p:grpSp>
        <p:nvGrpSpPr>
          <p:cNvPr id="55" name="Group 54">
            <a:extLst>
              <a:ext uri="{FF2B5EF4-FFF2-40B4-BE49-F238E27FC236}">
                <a16:creationId xmlns:a16="http://schemas.microsoft.com/office/drawing/2014/main" id="{B94F0C30-BB13-78F1-977A-8D9590B65E48}"/>
              </a:ext>
            </a:extLst>
          </p:cNvPr>
          <p:cNvGrpSpPr/>
          <p:nvPr/>
        </p:nvGrpSpPr>
        <p:grpSpPr>
          <a:xfrm rot="21169647">
            <a:off x="3621293" y="4031950"/>
            <a:ext cx="572400" cy="160560"/>
            <a:chOff x="3613843" y="4114431"/>
            <a:chExt cx="572400" cy="160560"/>
          </a:xfrm>
        </p:grpSpPr>
        <mc:AlternateContent xmlns:mc="http://schemas.openxmlformats.org/markup-compatibility/2006" xmlns:p14="http://schemas.microsoft.com/office/powerpoint/2010/main">
          <mc:Choice Requires="p14">
            <p:contentPart p14:bwMode="auto" r:id="rId8">
              <p14:nvContentPartPr>
                <p14:cNvPr id="53" name="Ink 52">
                  <a:extLst>
                    <a:ext uri="{FF2B5EF4-FFF2-40B4-BE49-F238E27FC236}">
                      <a16:creationId xmlns:a16="http://schemas.microsoft.com/office/drawing/2014/main" id="{DA037E30-3E10-01A1-2AA6-2167E913278F}"/>
                    </a:ext>
                  </a:extLst>
                </p14:cNvPr>
                <p14:cNvContentPartPr/>
                <p14:nvPr/>
              </p14:nvContentPartPr>
              <p14:xfrm>
                <a:off x="3613843" y="4141431"/>
                <a:ext cx="538200" cy="50040"/>
              </p14:xfrm>
            </p:contentPart>
          </mc:Choice>
          <mc:Fallback xmlns="">
            <p:pic>
              <p:nvPicPr>
                <p:cNvPr id="53" name="Ink 52">
                  <a:extLst>
                    <a:ext uri="{FF2B5EF4-FFF2-40B4-BE49-F238E27FC236}">
                      <a16:creationId xmlns:a16="http://schemas.microsoft.com/office/drawing/2014/main" id="{DA037E30-3E10-01A1-2AA6-2167E913278F}"/>
                    </a:ext>
                  </a:extLst>
                </p:cNvPr>
                <p:cNvPicPr/>
                <p:nvPr/>
              </p:nvPicPr>
              <p:blipFill>
                <a:blip r:embed="rId9"/>
                <a:stretch>
                  <a:fillRect/>
                </a:stretch>
              </p:blipFill>
              <p:spPr>
                <a:xfrm>
                  <a:off x="3604843" y="4132791"/>
                  <a:ext cx="55584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4" name="Ink 53">
                  <a:extLst>
                    <a:ext uri="{FF2B5EF4-FFF2-40B4-BE49-F238E27FC236}">
                      <a16:creationId xmlns:a16="http://schemas.microsoft.com/office/drawing/2014/main" id="{A7062B19-FE70-7FE8-C91E-BDAF6A9E94F1}"/>
                    </a:ext>
                  </a:extLst>
                </p14:cNvPr>
                <p14:cNvContentPartPr/>
                <p14:nvPr/>
              </p14:nvContentPartPr>
              <p14:xfrm>
                <a:off x="4065643" y="4114431"/>
                <a:ext cx="120600" cy="160560"/>
              </p14:xfrm>
            </p:contentPart>
          </mc:Choice>
          <mc:Fallback xmlns="">
            <p:pic>
              <p:nvPicPr>
                <p:cNvPr id="54" name="Ink 53">
                  <a:extLst>
                    <a:ext uri="{FF2B5EF4-FFF2-40B4-BE49-F238E27FC236}">
                      <a16:creationId xmlns:a16="http://schemas.microsoft.com/office/drawing/2014/main" id="{A7062B19-FE70-7FE8-C91E-BDAF6A9E94F1}"/>
                    </a:ext>
                  </a:extLst>
                </p:cNvPr>
                <p:cNvPicPr/>
                <p:nvPr/>
              </p:nvPicPr>
              <p:blipFill>
                <a:blip r:embed="rId11"/>
                <a:stretch>
                  <a:fillRect/>
                </a:stretch>
              </p:blipFill>
              <p:spPr>
                <a:xfrm>
                  <a:off x="4056643" y="4105791"/>
                  <a:ext cx="138240" cy="178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62" name="Ink 61">
                <a:extLst>
                  <a:ext uri="{FF2B5EF4-FFF2-40B4-BE49-F238E27FC236}">
                    <a16:creationId xmlns:a16="http://schemas.microsoft.com/office/drawing/2014/main" id="{A368C826-1F51-3B1E-B75B-92E8E2C0DC06}"/>
                  </a:ext>
                </a:extLst>
              </p14:cNvPr>
              <p14:cNvContentPartPr/>
              <p14:nvPr/>
            </p14:nvContentPartPr>
            <p14:xfrm>
              <a:off x="3445003" y="5605911"/>
              <a:ext cx="652320" cy="49680"/>
            </p14:xfrm>
          </p:contentPart>
        </mc:Choice>
        <mc:Fallback xmlns="">
          <p:pic>
            <p:nvPicPr>
              <p:cNvPr id="62" name="Ink 61">
                <a:extLst>
                  <a:ext uri="{FF2B5EF4-FFF2-40B4-BE49-F238E27FC236}">
                    <a16:creationId xmlns:a16="http://schemas.microsoft.com/office/drawing/2014/main" id="{A368C826-1F51-3B1E-B75B-92E8E2C0DC06}"/>
                  </a:ext>
                </a:extLst>
              </p:cNvPr>
              <p:cNvPicPr/>
              <p:nvPr/>
            </p:nvPicPr>
            <p:blipFill>
              <a:blip r:embed="rId13"/>
              <a:stretch>
                <a:fillRect/>
              </a:stretch>
            </p:blipFill>
            <p:spPr>
              <a:xfrm>
                <a:off x="3436363" y="5596911"/>
                <a:ext cx="66996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8" name="Ink 67">
                <a:extLst>
                  <a:ext uri="{FF2B5EF4-FFF2-40B4-BE49-F238E27FC236}">
                    <a16:creationId xmlns:a16="http://schemas.microsoft.com/office/drawing/2014/main" id="{1F590A37-101C-5478-3C0B-01318BAA062D}"/>
                  </a:ext>
                </a:extLst>
              </p14:cNvPr>
              <p14:cNvContentPartPr/>
              <p14:nvPr/>
            </p14:nvContentPartPr>
            <p14:xfrm>
              <a:off x="4002283" y="5551551"/>
              <a:ext cx="157320" cy="117360"/>
            </p14:xfrm>
          </p:contentPart>
        </mc:Choice>
        <mc:Fallback xmlns="">
          <p:pic>
            <p:nvPicPr>
              <p:cNvPr id="68" name="Ink 67">
                <a:extLst>
                  <a:ext uri="{FF2B5EF4-FFF2-40B4-BE49-F238E27FC236}">
                    <a16:creationId xmlns:a16="http://schemas.microsoft.com/office/drawing/2014/main" id="{1F590A37-101C-5478-3C0B-01318BAA062D}"/>
                  </a:ext>
                </a:extLst>
              </p:cNvPr>
              <p:cNvPicPr/>
              <p:nvPr/>
            </p:nvPicPr>
            <p:blipFill>
              <a:blip r:embed="rId15"/>
              <a:stretch>
                <a:fillRect/>
              </a:stretch>
            </p:blipFill>
            <p:spPr>
              <a:xfrm>
                <a:off x="3993643" y="5542551"/>
                <a:ext cx="174960" cy="135000"/>
              </a:xfrm>
              <a:prstGeom prst="rect">
                <a:avLst/>
              </a:prstGeom>
            </p:spPr>
          </p:pic>
        </mc:Fallback>
      </mc:AlternateContent>
      <p:grpSp>
        <p:nvGrpSpPr>
          <p:cNvPr id="74" name="Group 73">
            <a:extLst>
              <a:ext uri="{FF2B5EF4-FFF2-40B4-BE49-F238E27FC236}">
                <a16:creationId xmlns:a16="http://schemas.microsoft.com/office/drawing/2014/main" id="{BDFF4C66-F371-3D84-2306-B5416844FFE6}"/>
              </a:ext>
            </a:extLst>
          </p:cNvPr>
          <p:cNvGrpSpPr/>
          <p:nvPr/>
        </p:nvGrpSpPr>
        <p:grpSpPr>
          <a:xfrm>
            <a:off x="3037123" y="4625991"/>
            <a:ext cx="1133280" cy="250920"/>
            <a:chOff x="3037123" y="4625991"/>
            <a:chExt cx="1133280" cy="250920"/>
          </a:xfrm>
        </p:grpSpPr>
        <mc:AlternateContent xmlns:mc="http://schemas.openxmlformats.org/markup-compatibility/2006" xmlns:p14="http://schemas.microsoft.com/office/powerpoint/2010/main">
          <mc:Choice Requires="p14">
            <p:contentPart p14:bwMode="auto" r:id="rId16">
              <p14:nvContentPartPr>
                <p14:cNvPr id="72" name="Ink 71">
                  <a:extLst>
                    <a:ext uri="{FF2B5EF4-FFF2-40B4-BE49-F238E27FC236}">
                      <a16:creationId xmlns:a16="http://schemas.microsoft.com/office/drawing/2014/main" id="{FDF0C396-CC6E-EA53-57F0-7ED3DABAA54E}"/>
                    </a:ext>
                  </a:extLst>
                </p14:cNvPr>
                <p14:cNvContentPartPr/>
                <p14:nvPr/>
              </p14:nvContentPartPr>
              <p14:xfrm>
                <a:off x="3037123" y="4646511"/>
                <a:ext cx="1126440" cy="230400"/>
              </p14:xfrm>
            </p:contentPart>
          </mc:Choice>
          <mc:Fallback xmlns="">
            <p:pic>
              <p:nvPicPr>
                <p:cNvPr id="72" name="Ink 71">
                  <a:extLst>
                    <a:ext uri="{FF2B5EF4-FFF2-40B4-BE49-F238E27FC236}">
                      <a16:creationId xmlns:a16="http://schemas.microsoft.com/office/drawing/2014/main" id="{FDF0C396-CC6E-EA53-57F0-7ED3DABAA54E}"/>
                    </a:ext>
                  </a:extLst>
                </p:cNvPr>
                <p:cNvPicPr/>
                <p:nvPr/>
              </p:nvPicPr>
              <p:blipFill>
                <a:blip r:embed="rId17"/>
                <a:stretch>
                  <a:fillRect/>
                </a:stretch>
              </p:blipFill>
              <p:spPr>
                <a:xfrm>
                  <a:off x="3028123" y="4637871"/>
                  <a:ext cx="114408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73" name="Ink 72">
                  <a:extLst>
                    <a:ext uri="{FF2B5EF4-FFF2-40B4-BE49-F238E27FC236}">
                      <a16:creationId xmlns:a16="http://schemas.microsoft.com/office/drawing/2014/main" id="{BDE6177C-6945-2BA3-4F16-777C331998EA}"/>
                    </a:ext>
                  </a:extLst>
                </p14:cNvPr>
                <p14:cNvContentPartPr/>
                <p14:nvPr/>
              </p14:nvContentPartPr>
              <p14:xfrm>
                <a:off x="4092643" y="4625991"/>
                <a:ext cx="77760" cy="88200"/>
              </p14:xfrm>
            </p:contentPart>
          </mc:Choice>
          <mc:Fallback xmlns="">
            <p:pic>
              <p:nvPicPr>
                <p:cNvPr id="73" name="Ink 72">
                  <a:extLst>
                    <a:ext uri="{FF2B5EF4-FFF2-40B4-BE49-F238E27FC236}">
                      <a16:creationId xmlns:a16="http://schemas.microsoft.com/office/drawing/2014/main" id="{BDE6177C-6945-2BA3-4F16-777C331998EA}"/>
                    </a:ext>
                  </a:extLst>
                </p:cNvPr>
                <p:cNvPicPr/>
                <p:nvPr/>
              </p:nvPicPr>
              <p:blipFill>
                <a:blip r:embed="rId19"/>
                <a:stretch>
                  <a:fillRect/>
                </a:stretch>
              </p:blipFill>
              <p:spPr>
                <a:xfrm>
                  <a:off x="4084003" y="4616991"/>
                  <a:ext cx="95400" cy="105840"/>
                </a:xfrm>
                <a:prstGeom prst="rect">
                  <a:avLst/>
                </a:prstGeom>
              </p:spPr>
            </p:pic>
          </mc:Fallback>
        </mc:AlternateContent>
      </p:grpSp>
      <p:grpSp>
        <p:nvGrpSpPr>
          <p:cNvPr id="81" name="Group 80">
            <a:extLst>
              <a:ext uri="{FF2B5EF4-FFF2-40B4-BE49-F238E27FC236}">
                <a16:creationId xmlns:a16="http://schemas.microsoft.com/office/drawing/2014/main" id="{B497D53E-1156-2F60-F263-5CBACD6C2E44}"/>
              </a:ext>
            </a:extLst>
          </p:cNvPr>
          <p:cNvGrpSpPr/>
          <p:nvPr/>
        </p:nvGrpSpPr>
        <p:grpSpPr>
          <a:xfrm>
            <a:off x="3613843" y="5061591"/>
            <a:ext cx="573480" cy="185400"/>
            <a:chOff x="3613843" y="5061591"/>
            <a:chExt cx="573480" cy="185400"/>
          </a:xfrm>
        </p:grpSpPr>
        <mc:AlternateContent xmlns:mc="http://schemas.openxmlformats.org/markup-compatibility/2006" xmlns:p14="http://schemas.microsoft.com/office/powerpoint/2010/main">
          <mc:Choice Requires="p14">
            <p:contentPart p14:bwMode="auto" r:id="rId20">
              <p14:nvContentPartPr>
                <p14:cNvPr id="79" name="Ink 78">
                  <a:extLst>
                    <a:ext uri="{FF2B5EF4-FFF2-40B4-BE49-F238E27FC236}">
                      <a16:creationId xmlns:a16="http://schemas.microsoft.com/office/drawing/2014/main" id="{281B8B47-CF58-EABF-BF4C-69660BDE4B4B}"/>
                    </a:ext>
                  </a:extLst>
                </p14:cNvPr>
                <p14:cNvContentPartPr/>
                <p14:nvPr/>
              </p14:nvContentPartPr>
              <p14:xfrm>
                <a:off x="3613843" y="5090751"/>
                <a:ext cx="568440" cy="156240"/>
              </p14:xfrm>
            </p:contentPart>
          </mc:Choice>
          <mc:Fallback xmlns="">
            <p:pic>
              <p:nvPicPr>
                <p:cNvPr id="79" name="Ink 78">
                  <a:extLst>
                    <a:ext uri="{FF2B5EF4-FFF2-40B4-BE49-F238E27FC236}">
                      <a16:creationId xmlns:a16="http://schemas.microsoft.com/office/drawing/2014/main" id="{281B8B47-CF58-EABF-BF4C-69660BDE4B4B}"/>
                    </a:ext>
                  </a:extLst>
                </p:cNvPr>
                <p:cNvPicPr/>
                <p:nvPr/>
              </p:nvPicPr>
              <p:blipFill>
                <a:blip r:embed="rId21"/>
                <a:stretch>
                  <a:fillRect/>
                </a:stretch>
              </p:blipFill>
              <p:spPr>
                <a:xfrm>
                  <a:off x="3604843" y="5082111"/>
                  <a:ext cx="58608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80" name="Ink 79">
                  <a:extLst>
                    <a:ext uri="{FF2B5EF4-FFF2-40B4-BE49-F238E27FC236}">
                      <a16:creationId xmlns:a16="http://schemas.microsoft.com/office/drawing/2014/main" id="{B19ACFD6-12A9-3236-42EF-4D6342DF962D}"/>
                    </a:ext>
                  </a:extLst>
                </p14:cNvPr>
                <p14:cNvContentPartPr/>
                <p14:nvPr/>
              </p14:nvContentPartPr>
              <p14:xfrm>
                <a:off x="4071043" y="5061591"/>
                <a:ext cx="116280" cy="120240"/>
              </p14:xfrm>
            </p:contentPart>
          </mc:Choice>
          <mc:Fallback xmlns="">
            <p:pic>
              <p:nvPicPr>
                <p:cNvPr id="80" name="Ink 79">
                  <a:extLst>
                    <a:ext uri="{FF2B5EF4-FFF2-40B4-BE49-F238E27FC236}">
                      <a16:creationId xmlns:a16="http://schemas.microsoft.com/office/drawing/2014/main" id="{B19ACFD6-12A9-3236-42EF-4D6342DF962D}"/>
                    </a:ext>
                  </a:extLst>
                </p:cNvPr>
                <p:cNvPicPr/>
                <p:nvPr/>
              </p:nvPicPr>
              <p:blipFill>
                <a:blip r:embed="rId23"/>
                <a:stretch>
                  <a:fillRect/>
                </a:stretch>
              </p:blipFill>
              <p:spPr>
                <a:xfrm>
                  <a:off x="4062043" y="5052591"/>
                  <a:ext cx="133920" cy="137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85" name="Ink 84">
                <a:extLst>
                  <a:ext uri="{FF2B5EF4-FFF2-40B4-BE49-F238E27FC236}">
                    <a16:creationId xmlns:a16="http://schemas.microsoft.com/office/drawing/2014/main" id="{0DB27C55-C662-A34C-17A7-0138045BD155}"/>
                  </a:ext>
                </a:extLst>
              </p14:cNvPr>
              <p14:cNvContentPartPr/>
              <p14:nvPr/>
            </p14:nvContentPartPr>
            <p14:xfrm>
              <a:off x="7497163" y="5486186"/>
              <a:ext cx="804600" cy="393120"/>
            </p14:xfrm>
          </p:contentPart>
        </mc:Choice>
        <mc:Fallback xmlns="">
          <p:pic>
            <p:nvPicPr>
              <p:cNvPr id="85" name="Ink 84">
                <a:extLst>
                  <a:ext uri="{FF2B5EF4-FFF2-40B4-BE49-F238E27FC236}">
                    <a16:creationId xmlns:a16="http://schemas.microsoft.com/office/drawing/2014/main" id="{0DB27C55-C662-A34C-17A7-0138045BD155}"/>
                  </a:ext>
                </a:extLst>
              </p:cNvPr>
              <p:cNvPicPr/>
              <p:nvPr/>
            </p:nvPicPr>
            <p:blipFill>
              <a:blip r:embed="rId25"/>
              <a:stretch>
                <a:fillRect/>
              </a:stretch>
            </p:blipFill>
            <p:spPr>
              <a:xfrm>
                <a:off x="7407163" y="5306186"/>
                <a:ext cx="984240" cy="752760"/>
              </a:xfrm>
              <a:prstGeom prst="rect">
                <a:avLst/>
              </a:prstGeom>
            </p:spPr>
          </p:pic>
        </mc:Fallback>
      </mc:AlternateContent>
      <p:sp>
        <p:nvSpPr>
          <p:cNvPr id="93" name="Date Placeholder 92">
            <a:extLst>
              <a:ext uri="{FF2B5EF4-FFF2-40B4-BE49-F238E27FC236}">
                <a16:creationId xmlns:a16="http://schemas.microsoft.com/office/drawing/2014/main" id="{CB08416D-8D61-E89B-52E7-8D2B44275553}"/>
              </a:ext>
            </a:extLst>
          </p:cNvPr>
          <p:cNvSpPr>
            <a:spLocks noGrp="1"/>
          </p:cNvSpPr>
          <p:nvPr>
            <p:ph type="dt" sz="half" idx="2"/>
          </p:nvPr>
        </p:nvSpPr>
        <p:spPr/>
        <p:txBody>
          <a:bodyPr/>
          <a:lstStyle/>
          <a:p>
            <a:r>
              <a:rPr lang="en-US"/>
              <a:t>Academic year 2024-25</a:t>
            </a:r>
            <a:endParaRPr lang="en-US" dirty="0"/>
          </a:p>
        </p:txBody>
      </p:sp>
      <p:sp>
        <p:nvSpPr>
          <p:cNvPr id="94" name="Footer Placeholder 93">
            <a:extLst>
              <a:ext uri="{FF2B5EF4-FFF2-40B4-BE49-F238E27FC236}">
                <a16:creationId xmlns:a16="http://schemas.microsoft.com/office/drawing/2014/main" id="{71B6C74C-9391-4025-B40D-C8F301DC57A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5" name="Slide Number Placeholder 94">
            <a:extLst>
              <a:ext uri="{FF2B5EF4-FFF2-40B4-BE49-F238E27FC236}">
                <a16:creationId xmlns:a16="http://schemas.microsoft.com/office/drawing/2014/main" id="{0220B98D-82A9-067C-E63A-479EBF2FED8F}"/>
              </a:ext>
            </a:extLst>
          </p:cNvPr>
          <p:cNvSpPr>
            <a:spLocks noGrp="1"/>
          </p:cNvSpPr>
          <p:nvPr>
            <p:ph type="sldNum" sz="quarter" idx="4"/>
          </p:nvPr>
        </p:nvSpPr>
        <p:spPr/>
        <p:txBody>
          <a:bodyPr/>
          <a:lstStyle/>
          <a:p>
            <a:fld id="{9FD7ECCF-50E7-4327-B945-FA93FF7B2BEF}" type="slidenum">
              <a:rPr lang="en-US" smtClean="0"/>
              <a:pPr/>
              <a:t>35</a:t>
            </a:fld>
            <a:r>
              <a:rPr lang="en-GB"/>
              <a:t>/50</a:t>
            </a:r>
            <a:endParaRPr lang="en-US" dirty="0"/>
          </a:p>
        </p:txBody>
      </p:sp>
    </p:spTree>
    <p:extLst>
      <p:ext uri="{BB962C8B-B14F-4D97-AF65-F5344CB8AC3E}">
        <p14:creationId xmlns:p14="http://schemas.microsoft.com/office/powerpoint/2010/main" val="30972705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a:xfrm>
            <a:off x="266700" y="332656"/>
            <a:ext cx="8784976" cy="990600"/>
          </a:xfrm>
        </p:spPr>
        <p:txBody>
          <a:bodyPr>
            <a:normAutofit/>
          </a:bodyPr>
          <a:lstStyle/>
          <a:p>
            <a:pPr>
              <a:lnSpc>
                <a:spcPts val="3300"/>
              </a:lnSpc>
              <a:tabLst>
                <a:tab pos="8158163" algn="r"/>
              </a:tabLst>
            </a:pPr>
            <a:r>
              <a:rPr lang="en-GB" sz="4000" dirty="0"/>
              <a:t>UX - Ease of learning/memorability	[</a:t>
            </a:r>
            <a:r>
              <a:rPr lang="en-GB" sz="4000" dirty="0">
                <a:solidFill>
                  <a:schemeClr val="accent2">
                    <a:lumMod val="75000"/>
                  </a:schemeClr>
                </a:solidFill>
              </a:rPr>
              <a:t>2</a:t>
            </a:r>
            <a:r>
              <a:rPr lang="en-GB" sz="4000" dirty="0"/>
              <a:t>]</a:t>
            </a:r>
            <a:endParaRPr lang="en-US" sz="4000" dirty="0"/>
          </a:p>
        </p:txBody>
      </p:sp>
      <p:sp>
        <p:nvSpPr>
          <p:cNvPr id="129027" name="Rectangle 3"/>
          <p:cNvSpPr>
            <a:spLocks noGrp="1" noChangeArrowheads="1"/>
          </p:cNvSpPr>
          <p:nvPr>
            <p:ph sz="quarter" idx="1"/>
          </p:nvPr>
        </p:nvSpPr>
        <p:spPr>
          <a:xfrm>
            <a:off x="685800" y="1571612"/>
            <a:ext cx="8157317" cy="3441564"/>
          </a:xfrm>
        </p:spPr>
        <p:txBody>
          <a:bodyPr>
            <a:normAutofit/>
          </a:bodyPr>
          <a:lstStyle/>
          <a:p>
            <a:pPr marL="1097280" lvl="1" indent="-457200">
              <a:spcBef>
                <a:spcPts val="600"/>
              </a:spcBef>
              <a:spcAft>
                <a:spcPts val="600"/>
              </a:spcAft>
            </a:pPr>
            <a:r>
              <a:rPr lang="en-GB" sz="1800" dirty="0"/>
              <a:t>key issue for systems that are used infrequently – the users should be able to remember or be reminded how to use it</a:t>
            </a:r>
          </a:p>
          <a:p>
            <a:pPr marL="1097280" lvl="1" indent="-457200">
              <a:spcBef>
                <a:spcPts val="600"/>
              </a:spcBef>
              <a:spcAft>
                <a:spcPts val="600"/>
              </a:spcAft>
            </a:pPr>
            <a:r>
              <a:rPr lang="en-GB" sz="1800" dirty="0"/>
              <a:t>users shouldn’t keep relearning how to carry out tasks – this happens when the operations required are illogical, obscure or poorly sequenced</a:t>
            </a:r>
          </a:p>
          <a:p>
            <a:pPr marL="1097280" lvl="1" indent="-457200">
              <a:spcBef>
                <a:spcPts val="600"/>
              </a:spcBef>
              <a:spcAft>
                <a:spcPts val="600"/>
              </a:spcAft>
            </a:pPr>
            <a:r>
              <a:rPr lang="en-GB" sz="1800" dirty="0"/>
              <a:t>users can be helped to remember how to do tasks by being helped to remember a sequence of operations at different stages of a task, or with the aid of icons, command names, menu options</a:t>
            </a:r>
          </a:p>
          <a:p>
            <a:pPr marL="1097280" lvl="1" indent="-457200">
              <a:spcBef>
                <a:spcPts val="600"/>
              </a:spcBef>
              <a:spcAft>
                <a:spcPts val="600"/>
              </a:spcAft>
            </a:pPr>
            <a:r>
              <a:rPr lang="en-GB" sz="1800" dirty="0"/>
              <a:t>structuring options and icons in relevant categories can help the user remember where to look to find relevant tools</a:t>
            </a:r>
          </a:p>
          <a:p>
            <a:pPr marL="990600" lvl="1" indent="-533400">
              <a:spcBef>
                <a:spcPts val="600"/>
              </a:spcBef>
              <a:spcAft>
                <a:spcPts val="600"/>
              </a:spcAft>
            </a:pPr>
            <a:endParaRPr lang="en-GB" sz="1800" dirty="0"/>
          </a:p>
        </p:txBody>
      </p:sp>
      <p:sp>
        <p:nvSpPr>
          <p:cNvPr id="8" name="Content Placeholder 2">
            <a:extLst>
              <a:ext uri="{FF2B5EF4-FFF2-40B4-BE49-F238E27FC236}">
                <a16:creationId xmlns:a16="http://schemas.microsoft.com/office/drawing/2014/main" id="{779CB7DD-9592-4FC7-90DD-AC9361E640EB}"/>
              </a:ext>
            </a:extLst>
          </p:cNvPr>
          <p:cNvSpPr txBox="1">
            <a:spLocks/>
          </p:cNvSpPr>
          <p:nvPr/>
        </p:nvSpPr>
        <p:spPr>
          <a:xfrm>
            <a:off x="758082" y="5085184"/>
            <a:ext cx="8085035" cy="942417"/>
          </a:xfrm>
          <a:prstGeom prst="rect">
            <a:avLst/>
          </a:prstGeom>
          <a:solidFill>
            <a:schemeClr val="accent2">
              <a:lumMod val="75000"/>
            </a:schemeClr>
          </a:solidFill>
        </p:spPr>
        <p:txBody>
          <a:bodyPr vert="horz">
            <a:normAutofit fontScale="70000" lnSpcReduction="20000"/>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714375" lvl="1" indent="-714375" defTabSz="357188">
              <a:buFontTx/>
              <a:buNone/>
            </a:pPr>
            <a:r>
              <a:rPr lang="en-GB" sz="3200" dirty="0">
                <a:solidFill>
                  <a:schemeClr val="bg1"/>
                </a:solidFill>
              </a:rPr>
              <a:t>Q: 	What kind of interface support have been provided to help users remember how to carry out tasks, especially for systems and operations that are used infrequently?</a:t>
            </a:r>
          </a:p>
        </p:txBody>
      </p:sp>
      <p:sp>
        <p:nvSpPr>
          <p:cNvPr id="13" name="Date Placeholder 12">
            <a:extLst>
              <a:ext uri="{FF2B5EF4-FFF2-40B4-BE49-F238E27FC236}">
                <a16:creationId xmlns:a16="http://schemas.microsoft.com/office/drawing/2014/main" id="{9E59EB1B-F841-9F06-4513-6A1AFBEC8613}"/>
              </a:ext>
            </a:extLst>
          </p:cNvPr>
          <p:cNvSpPr>
            <a:spLocks noGrp="1"/>
          </p:cNvSpPr>
          <p:nvPr>
            <p:ph type="dt" sz="half" idx="2"/>
          </p:nvPr>
        </p:nvSpPr>
        <p:spPr/>
        <p:txBody>
          <a:bodyPr/>
          <a:lstStyle/>
          <a:p>
            <a:r>
              <a:rPr lang="en-US"/>
              <a:t>Academic year 2024-25</a:t>
            </a:r>
            <a:endParaRPr lang="en-US" dirty="0"/>
          </a:p>
        </p:txBody>
      </p:sp>
      <p:sp>
        <p:nvSpPr>
          <p:cNvPr id="14" name="Footer Placeholder 13">
            <a:extLst>
              <a:ext uri="{FF2B5EF4-FFF2-40B4-BE49-F238E27FC236}">
                <a16:creationId xmlns:a16="http://schemas.microsoft.com/office/drawing/2014/main" id="{3F6DEEBA-F762-12A1-6D98-528B42087E5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5" name="Slide Number Placeholder 14">
            <a:extLst>
              <a:ext uri="{FF2B5EF4-FFF2-40B4-BE49-F238E27FC236}">
                <a16:creationId xmlns:a16="http://schemas.microsoft.com/office/drawing/2014/main" id="{47F83806-496B-A30C-BAA1-C63FA8E0E776}"/>
              </a:ext>
            </a:extLst>
          </p:cNvPr>
          <p:cNvSpPr>
            <a:spLocks noGrp="1"/>
          </p:cNvSpPr>
          <p:nvPr>
            <p:ph type="sldNum" sz="quarter" idx="4"/>
          </p:nvPr>
        </p:nvSpPr>
        <p:spPr/>
        <p:txBody>
          <a:bodyPr/>
          <a:lstStyle/>
          <a:p>
            <a:fld id="{9FD7ECCF-50E7-4327-B945-FA93FF7B2BEF}" type="slidenum">
              <a:rPr lang="en-US" smtClean="0"/>
              <a:pPr/>
              <a:t>36</a:t>
            </a:fld>
            <a:r>
              <a:rPr lang="en-GB"/>
              <a:t>/50</a:t>
            </a:r>
            <a:endParaRPr lang="en-US" dirty="0"/>
          </a:p>
        </p:txBody>
      </p:sp>
    </p:spTree>
    <p:extLst>
      <p:ext uri="{BB962C8B-B14F-4D97-AF65-F5344CB8AC3E}">
        <p14:creationId xmlns:p14="http://schemas.microsoft.com/office/powerpoint/2010/main" val="7174638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86E24-03D3-44A7-9683-7EAD69AD1871}"/>
              </a:ext>
            </a:extLst>
          </p:cNvPr>
          <p:cNvSpPr>
            <a:spLocks noGrp="1"/>
          </p:cNvSpPr>
          <p:nvPr>
            <p:ph type="title"/>
          </p:nvPr>
        </p:nvSpPr>
        <p:spPr>
          <a:xfrm>
            <a:off x="609600" y="228600"/>
            <a:ext cx="8156448" cy="990600"/>
          </a:xfrm>
        </p:spPr>
        <p:txBody>
          <a:bodyPr/>
          <a:lstStyle/>
          <a:p>
            <a:pPr>
              <a:tabLst>
                <a:tab pos="7624763" algn="r"/>
              </a:tabLst>
            </a:pPr>
            <a:r>
              <a:rPr lang="en-GB" dirty="0"/>
              <a:t>UX - Error tolerance	[</a:t>
            </a:r>
            <a:r>
              <a:rPr lang="en-GB" dirty="0">
                <a:solidFill>
                  <a:schemeClr val="accent2">
                    <a:lumMod val="75000"/>
                  </a:schemeClr>
                </a:solidFill>
              </a:rPr>
              <a:t>1</a:t>
            </a:r>
            <a:r>
              <a:rPr lang="en-GB" dirty="0"/>
              <a:t>]</a:t>
            </a:r>
          </a:p>
        </p:txBody>
      </p:sp>
      <p:sp>
        <p:nvSpPr>
          <p:cNvPr id="3" name="Content Placeholder 2">
            <a:extLst>
              <a:ext uri="{FF2B5EF4-FFF2-40B4-BE49-F238E27FC236}">
                <a16:creationId xmlns:a16="http://schemas.microsoft.com/office/drawing/2014/main" id="{0E6E2E5B-5FFD-427B-8550-10E75A576AF2}"/>
              </a:ext>
            </a:extLst>
          </p:cNvPr>
          <p:cNvSpPr>
            <a:spLocks noGrp="1"/>
          </p:cNvSpPr>
          <p:nvPr>
            <p:ph sz="quarter" idx="1"/>
          </p:nvPr>
        </p:nvSpPr>
        <p:spPr>
          <a:xfrm>
            <a:off x="612648" y="1600201"/>
            <a:ext cx="6551640" cy="1763767"/>
          </a:xfrm>
        </p:spPr>
        <p:txBody>
          <a:bodyPr>
            <a:normAutofit fontScale="70000" lnSpcReduction="20000"/>
          </a:bodyPr>
          <a:lstStyle/>
          <a:p>
            <a:r>
              <a:rPr lang="en-GB" dirty="0"/>
              <a:t>It supports a range of user actions and only shows an error in genuine erroneous situations. You achieve this by finding out the number, type, and severity of common errors users make, as well as how easily users can recover from those errors.</a:t>
            </a:r>
          </a:p>
          <a:p>
            <a:r>
              <a:rPr lang="en-GB" dirty="0"/>
              <a:t>It deals with:</a:t>
            </a:r>
          </a:p>
          <a:p>
            <a:endParaRPr lang="en-GB" dirty="0"/>
          </a:p>
          <a:p>
            <a:endParaRPr lang="en-GB" dirty="0"/>
          </a:p>
        </p:txBody>
      </p:sp>
      <p:pic>
        <p:nvPicPr>
          <p:cNvPr id="4" name="Picture 3" descr="A hexagon with text on it&#10;&#10;Description automatically generated">
            <a:extLst>
              <a:ext uri="{FF2B5EF4-FFF2-40B4-BE49-F238E27FC236}">
                <a16:creationId xmlns:a16="http://schemas.microsoft.com/office/drawing/2014/main" id="{89FF5AE5-3ED1-7A77-BB23-9208D2A347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2241" y="3998071"/>
            <a:ext cx="2248672" cy="1953270"/>
          </a:xfrm>
          <a:prstGeom prst="rect">
            <a:avLst/>
          </a:prstGeom>
        </p:spPr>
      </p:pic>
      <p:pic>
        <p:nvPicPr>
          <p:cNvPr id="5" name="Picture 4">
            <a:extLst>
              <a:ext uri="{FF2B5EF4-FFF2-40B4-BE49-F238E27FC236}">
                <a16:creationId xmlns:a16="http://schemas.microsoft.com/office/drawing/2014/main" id="{F0AA1E81-0257-EA72-AB19-5CD8A3F1CD35}"/>
              </a:ext>
            </a:extLst>
          </p:cNvPr>
          <p:cNvPicPr>
            <a:picLocks noChangeAspect="1"/>
          </p:cNvPicPr>
          <p:nvPr/>
        </p:nvPicPr>
        <p:blipFill>
          <a:blip r:embed="rId3"/>
          <a:stretch>
            <a:fillRect/>
          </a:stretch>
        </p:blipFill>
        <p:spPr>
          <a:xfrm>
            <a:off x="7026049" y="1629927"/>
            <a:ext cx="1661056" cy="2230561"/>
          </a:xfrm>
          <a:prstGeom prst="rect">
            <a:avLst/>
          </a:prstGeom>
        </p:spPr>
      </p:pic>
      <p:sp>
        <p:nvSpPr>
          <p:cNvPr id="6" name="TextBox 5">
            <a:extLst>
              <a:ext uri="{FF2B5EF4-FFF2-40B4-BE49-F238E27FC236}">
                <a16:creationId xmlns:a16="http://schemas.microsoft.com/office/drawing/2014/main" id="{97734060-13C0-C795-01D1-6FB4DA75F177}"/>
              </a:ext>
            </a:extLst>
          </p:cNvPr>
          <p:cNvSpPr txBox="1"/>
          <p:nvPr/>
        </p:nvSpPr>
        <p:spPr>
          <a:xfrm>
            <a:off x="971600" y="3249358"/>
            <a:ext cx="2736304" cy="1815882"/>
          </a:xfrm>
          <a:prstGeom prst="rect">
            <a:avLst/>
          </a:prstGeom>
          <a:noFill/>
        </p:spPr>
        <p:txBody>
          <a:bodyPr wrap="square" rtlCol="0">
            <a:spAutoFit/>
          </a:bodyPr>
          <a:lstStyle/>
          <a:p>
            <a:pPr marL="266700" lvl="1" indent="-266700">
              <a:spcBef>
                <a:spcPts val="0"/>
              </a:spcBef>
              <a:spcAft>
                <a:spcPts val="600"/>
              </a:spcAft>
              <a:buFont typeface="Wingdings" panose="05000000000000000000" pitchFamily="2" charset="2"/>
              <a:buChar char="§"/>
            </a:pPr>
            <a:r>
              <a:rPr lang="en-GB" sz="1700" i="1" dirty="0">
                <a:latin typeface="+mn-lt"/>
              </a:rPr>
              <a:t>How many errors do users make?</a:t>
            </a:r>
          </a:p>
          <a:p>
            <a:pPr marL="266700" lvl="1" indent="-266700">
              <a:spcBef>
                <a:spcPts val="0"/>
              </a:spcBef>
              <a:spcAft>
                <a:spcPts val="600"/>
              </a:spcAft>
              <a:buFont typeface="Wingdings" panose="05000000000000000000" pitchFamily="2" charset="2"/>
              <a:buChar char="§"/>
            </a:pPr>
            <a:r>
              <a:rPr lang="en-GB" sz="1700" i="1" dirty="0">
                <a:latin typeface="+mn-lt"/>
              </a:rPr>
              <a:t>How severe those errors are?</a:t>
            </a:r>
          </a:p>
          <a:p>
            <a:pPr marL="266700" lvl="1" indent="-266700">
              <a:spcBef>
                <a:spcPts val="0"/>
              </a:spcBef>
              <a:spcAft>
                <a:spcPts val="600"/>
              </a:spcAft>
              <a:buFont typeface="Wingdings" panose="05000000000000000000" pitchFamily="2" charset="2"/>
              <a:buChar char="§"/>
            </a:pPr>
            <a:r>
              <a:rPr lang="en-GB" sz="1700" i="1" dirty="0">
                <a:latin typeface="+mn-lt"/>
              </a:rPr>
              <a:t>How easily can they recover from the errors?</a:t>
            </a:r>
          </a:p>
        </p:txBody>
      </p:sp>
      <p:sp>
        <p:nvSpPr>
          <p:cNvPr id="7" name="TextBox 6">
            <a:extLst>
              <a:ext uri="{FF2B5EF4-FFF2-40B4-BE49-F238E27FC236}">
                <a16:creationId xmlns:a16="http://schemas.microsoft.com/office/drawing/2014/main" id="{93C02181-7E44-D30B-78E4-9AF4684BF346}"/>
              </a:ext>
            </a:extLst>
          </p:cNvPr>
          <p:cNvSpPr txBox="1"/>
          <p:nvPr/>
        </p:nvSpPr>
        <p:spPr>
          <a:xfrm>
            <a:off x="4037665" y="2859929"/>
            <a:ext cx="2880320" cy="1708160"/>
          </a:xfrm>
          <a:prstGeom prst="rect">
            <a:avLst/>
          </a:prstGeom>
          <a:noFill/>
        </p:spPr>
        <p:txBody>
          <a:bodyPr wrap="square" rtlCol="0">
            <a:spAutoFit/>
          </a:bodyPr>
          <a:lstStyle/>
          <a:p>
            <a:pPr marL="358775" lvl="1" indent="-273050">
              <a:spcBef>
                <a:spcPts val="600"/>
              </a:spcBef>
            </a:pPr>
            <a:r>
              <a:rPr lang="en-GB" sz="1700" b="1" i="1" dirty="0">
                <a:latin typeface="+mn-lt"/>
              </a:rPr>
              <a:t>How is it measured?</a:t>
            </a:r>
          </a:p>
          <a:p>
            <a:pPr marL="358775" lvl="1" indent="-273050">
              <a:spcBef>
                <a:spcPts val="600"/>
              </a:spcBef>
              <a:buFont typeface="Wingdings" panose="05000000000000000000" pitchFamily="2" charset="2"/>
              <a:buChar char="§"/>
            </a:pPr>
            <a:r>
              <a:rPr lang="en-GB" sz="1700" i="1" dirty="0">
                <a:latin typeface="+mn-lt"/>
              </a:rPr>
              <a:t>Number of errors</a:t>
            </a:r>
          </a:p>
          <a:p>
            <a:pPr marL="358775" lvl="1" indent="-273050">
              <a:spcBef>
                <a:spcPts val="600"/>
              </a:spcBef>
              <a:buFont typeface="Wingdings" panose="05000000000000000000" pitchFamily="2" charset="2"/>
              <a:buChar char="§"/>
            </a:pPr>
            <a:endParaRPr lang="en-GB" sz="1700" i="1" dirty="0">
              <a:latin typeface="+mn-lt"/>
            </a:endParaRPr>
          </a:p>
          <a:p>
            <a:pPr marL="358775" lvl="1" indent="-273050">
              <a:spcBef>
                <a:spcPts val="600"/>
              </a:spcBef>
              <a:buFont typeface="Wingdings" panose="05000000000000000000" pitchFamily="2" charset="2"/>
              <a:buChar char="§"/>
            </a:pPr>
            <a:r>
              <a:rPr lang="en-GB" sz="1700" i="1" dirty="0">
                <a:latin typeface="+mn-lt"/>
              </a:rPr>
              <a:t>Scale of severity </a:t>
            </a:r>
          </a:p>
          <a:p>
            <a:pPr marL="358775" lvl="1" indent="-273050">
              <a:spcBef>
                <a:spcPts val="600"/>
              </a:spcBef>
              <a:buFont typeface="Wingdings" panose="05000000000000000000" pitchFamily="2" charset="2"/>
              <a:buChar char="§"/>
            </a:pPr>
            <a:r>
              <a:rPr lang="en-GB" sz="1700" i="1" dirty="0">
                <a:latin typeface="+mn-lt"/>
              </a:rPr>
              <a:t>Time</a:t>
            </a:r>
          </a:p>
        </p:txBody>
      </p:sp>
      <p:grpSp>
        <p:nvGrpSpPr>
          <p:cNvPr id="16" name="Group 15">
            <a:extLst>
              <a:ext uri="{FF2B5EF4-FFF2-40B4-BE49-F238E27FC236}">
                <a16:creationId xmlns:a16="http://schemas.microsoft.com/office/drawing/2014/main" id="{BFE989D3-E43B-AE6D-837B-14E08970FA4F}"/>
              </a:ext>
            </a:extLst>
          </p:cNvPr>
          <p:cNvGrpSpPr/>
          <p:nvPr/>
        </p:nvGrpSpPr>
        <p:grpSpPr>
          <a:xfrm>
            <a:off x="3603043" y="3357866"/>
            <a:ext cx="504000" cy="147240"/>
            <a:chOff x="3603043" y="3357866"/>
            <a:chExt cx="504000" cy="147240"/>
          </a:xfrm>
        </p:grpSpPr>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4FA778D0-788B-4477-0E3B-CFC7ADDC81D8}"/>
                    </a:ext>
                  </a:extLst>
                </p14:cNvPr>
                <p14:cNvContentPartPr/>
                <p14:nvPr/>
              </p14:nvContentPartPr>
              <p14:xfrm>
                <a:off x="3603043" y="3416906"/>
                <a:ext cx="403200" cy="28440"/>
              </p14:xfrm>
            </p:contentPart>
          </mc:Choice>
          <mc:Fallback xmlns="">
            <p:pic>
              <p:nvPicPr>
                <p:cNvPr id="14" name="Ink 13">
                  <a:extLst>
                    <a:ext uri="{FF2B5EF4-FFF2-40B4-BE49-F238E27FC236}">
                      <a16:creationId xmlns:a16="http://schemas.microsoft.com/office/drawing/2014/main" id="{4FA778D0-788B-4477-0E3B-CFC7ADDC81D8}"/>
                    </a:ext>
                  </a:extLst>
                </p:cNvPr>
                <p:cNvPicPr/>
                <p:nvPr/>
              </p:nvPicPr>
              <p:blipFill>
                <a:blip r:embed="rId5"/>
                <a:stretch>
                  <a:fillRect/>
                </a:stretch>
              </p:blipFill>
              <p:spPr>
                <a:xfrm>
                  <a:off x="3585043" y="3399266"/>
                  <a:ext cx="43884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 name="Ink 14">
                  <a:extLst>
                    <a:ext uri="{FF2B5EF4-FFF2-40B4-BE49-F238E27FC236}">
                      <a16:creationId xmlns:a16="http://schemas.microsoft.com/office/drawing/2014/main" id="{E29F6742-E3CA-E94E-26B3-EEB3DF66F48D}"/>
                    </a:ext>
                  </a:extLst>
                </p14:cNvPr>
                <p14:cNvContentPartPr/>
                <p14:nvPr/>
              </p14:nvContentPartPr>
              <p14:xfrm>
                <a:off x="3962323" y="3357866"/>
                <a:ext cx="144720" cy="147240"/>
              </p14:xfrm>
            </p:contentPart>
          </mc:Choice>
          <mc:Fallback xmlns="">
            <p:pic>
              <p:nvPicPr>
                <p:cNvPr id="15" name="Ink 14">
                  <a:extLst>
                    <a:ext uri="{FF2B5EF4-FFF2-40B4-BE49-F238E27FC236}">
                      <a16:creationId xmlns:a16="http://schemas.microsoft.com/office/drawing/2014/main" id="{E29F6742-E3CA-E94E-26B3-EEB3DF66F48D}"/>
                    </a:ext>
                  </a:extLst>
                </p:cNvPr>
                <p:cNvPicPr/>
                <p:nvPr/>
              </p:nvPicPr>
              <p:blipFill>
                <a:blip r:embed="rId7"/>
                <a:stretch>
                  <a:fillRect/>
                </a:stretch>
              </p:blipFill>
              <p:spPr>
                <a:xfrm>
                  <a:off x="3944323" y="3340226"/>
                  <a:ext cx="180360" cy="182880"/>
                </a:xfrm>
                <a:prstGeom prst="rect">
                  <a:avLst/>
                </a:prstGeom>
              </p:spPr>
            </p:pic>
          </mc:Fallback>
        </mc:AlternateContent>
      </p:grpSp>
      <p:grpSp>
        <p:nvGrpSpPr>
          <p:cNvPr id="19" name="Group 18">
            <a:extLst>
              <a:ext uri="{FF2B5EF4-FFF2-40B4-BE49-F238E27FC236}">
                <a16:creationId xmlns:a16="http://schemas.microsoft.com/office/drawing/2014/main" id="{1D503E6E-F35E-520B-4237-2BF9E6228BA1}"/>
              </a:ext>
            </a:extLst>
          </p:cNvPr>
          <p:cNvGrpSpPr/>
          <p:nvPr/>
        </p:nvGrpSpPr>
        <p:grpSpPr>
          <a:xfrm>
            <a:off x="3374443" y="3988946"/>
            <a:ext cx="722160" cy="114120"/>
            <a:chOff x="3374443" y="3988946"/>
            <a:chExt cx="722160" cy="114120"/>
          </a:xfrm>
        </p:grpSpPr>
        <mc:AlternateContent xmlns:mc="http://schemas.openxmlformats.org/markup-compatibility/2006" xmlns:p14="http://schemas.microsoft.com/office/powerpoint/2010/main">
          <mc:Choice Requires="p14">
            <p:contentPart p14:bwMode="auto" r:id="rId8">
              <p14:nvContentPartPr>
                <p14:cNvPr id="17" name="Ink 16">
                  <a:extLst>
                    <a:ext uri="{FF2B5EF4-FFF2-40B4-BE49-F238E27FC236}">
                      <a16:creationId xmlns:a16="http://schemas.microsoft.com/office/drawing/2014/main" id="{712598D1-AAD0-B2E5-AFED-C9693D6E5DE4}"/>
                    </a:ext>
                  </a:extLst>
                </p14:cNvPr>
                <p14:cNvContentPartPr/>
                <p14:nvPr/>
              </p14:nvContentPartPr>
              <p14:xfrm>
                <a:off x="3374443" y="4043666"/>
                <a:ext cx="686880" cy="16920"/>
              </p14:xfrm>
            </p:contentPart>
          </mc:Choice>
          <mc:Fallback xmlns="">
            <p:pic>
              <p:nvPicPr>
                <p:cNvPr id="17" name="Ink 16">
                  <a:extLst>
                    <a:ext uri="{FF2B5EF4-FFF2-40B4-BE49-F238E27FC236}">
                      <a16:creationId xmlns:a16="http://schemas.microsoft.com/office/drawing/2014/main" id="{712598D1-AAD0-B2E5-AFED-C9693D6E5DE4}"/>
                    </a:ext>
                  </a:extLst>
                </p:cNvPr>
                <p:cNvPicPr/>
                <p:nvPr/>
              </p:nvPicPr>
              <p:blipFill>
                <a:blip r:embed="rId9"/>
                <a:stretch>
                  <a:fillRect/>
                </a:stretch>
              </p:blipFill>
              <p:spPr>
                <a:xfrm>
                  <a:off x="3356443" y="4025666"/>
                  <a:ext cx="72252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8" name="Ink 17">
                  <a:extLst>
                    <a:ext uri="{FF2B5EF4-FFF2-40B4-BE49-F238E27FC236}">
                      <a16:creationId xmlns:a16="http://schemas.microsoft.com/office/drawing/2014/main" id="{21426F61-C398-E946-5428-333E6FFEB227}"/>
                    </a:ext>
                  </a:extLst>
                </p14:cNvPr>
                <p14:cNvContentPartPr/>
                <p14:nvPr/>
              </p14:nvContentPartPr>
              <p14:xfrm>
                <a:off x="3978523" y="3988946"/>
                <a:ext cx="118080" cy="114120"/>
              </p14:xfrm>
            </p:contentPart>
          </mc:Choice>
          <mc:Fallback xmlns="">
            <p:pic>
              <p:nvPicPr>
                <p:cNvPr id="18" name="Ink 17">
                  <a:extLst>
                    <a:ext uri="{FF2B5EF4-FFF2-40B4-BE49-F238E27FC236}">
                      <a16:creationId xmlns:a16="http://schemas.microsoft.com/office/drawing/2014/main" id="{21426F61-C398-E946-5428-333E6FFEB227}"/>
                    </a:ext>
                  </a:extLst>
                </p:cNvPr>
                <p:cNvPicPr/>
                <p:nvPr/>
              </p:nvPicPr>
              <p:blipFill>
                <a:blip r:embed="rId11"/>
                <a:stretch>
                  <a:fillRect/>
                </a:stretch>
              </p:blipFill>
              <p:spPr>
                <a:xfrm>
                  <a:off x="3960523" y="3970946"/>
                  <a:ext cx="153720" cy="149760"/>
                </a:xfrm>
                <a:prstGeom prst="rect">
                  <a:avLst/>
                </a:prstGeom>
              </p:spPr>
            </p:pic>
          </mc:Fallback>
        </mc:AlternateContent>
      </p:grpSp>
      <p:grpSp>
        <p:nvGrpSpPr>
          <p:cNvPr id="22" name="Group 21">
            <a:extLst>
              <a:ext uri="{FF2B5EF4-FFF2-40B4-BE49-F238E27FC236}">
                <a16:creationId xmlns:a16="http://schemas.microsoft.com/office/drawing/2014/main" id="{8B0180A3-2FFB-1E06-3024-11B8BB200910}"/>
              </a:ext>
            </a:extLst>
          </p:cNvPr>
          <p:cNvGrpSpPr/>
          <p:nvPr/>
        </p:nvGrpSpPr>
        <p:grpSpPr>
          <a:xfrm>
            <a:off x="3271123" y="4380986"/>
            <a:ext cx="831600" cy="196560"/>
            <a:chOff x="3271123" y="4380986"/>
            <a:chExt cx="831600" cy="196560"/>
          </a:xfrm>
        </p:grpSpPr>
        <mc:AlternateContent xmlns:mc="http://schemas.openxmlformats.org/markup-compatibility/2006" xmlns:p14="http://schemas.microsoft.com/office/powerpoint/2010/main">
          <mc:Choice Requires="p14">
            <p:contentPart p14:bwMode="auto" r:id="rId12">
              <p14:nvContentPartPr>
                <p14:cNvPr id="20" name="Ink 19">
                  <a:extLst>
                    <a:ext uri="{FF2B5EF4-FFF2-40B4-BE49-F238E27FC236}">
                      <a16:creationId xmlns:a16="http://schemas.microsoft.com/office/drawing/2014/main" id="{9C41CCB5-0A33-CC59-F4D9-5EE829A67A8A}"/>
                    </a:ext>
                  </a:extLst>
                </p14:cNvPr>
                <p14:cNvContentPartPr/>
                <p14:nvPr/>
              </p14:nvContentPartPr>
              <p14:xfrm>
                <a:off x="3271123" y="4410146"/>
                <a:ext cx="803880" cy="167400"/>
              </p14:xfrm>
            </p:contentPart>
          </mc:Choice>
          <mc:Fallback xmlns="">
            <p:pic>
              <p:nvPicPr>
                <p:cNvPr id="20" name="Ink 19">
                  <a:extLst>
                    <a:ext uri="{FF2B5EF4-FFF2-40B4-BE49-F238E27FC236}">
                      <a16:creationId xmlns:a16="http://schemas.microsoft.com/office/drawing/2014/main" id="{9C41CCB5-0A33-CC59-F4D9-5EE829A67A8A}"/>
                    </a:ext>
                  </a:extLst>
                </p:cNvPr>
                <p:cNvPicPr/>
                <p:nvPr/>
              </p:nvPicPr>
              <p:blipFill>
                <a:blip r:embed="rId13"/>
                <a:stretch>
                  <a:fillRect/>
                </a:stretch>
              </p:blipFill>
              <p:spPr>
                <a:xfrm>
                  <a:off x="3253123" y="4392506"/>
                  <a:ext cx="83952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1" name="Ink 20">
                  <a:extLst>
                    <a:ext uri="{FF2B5EF4-FFF2-40B4-BE49-F238E27FC236}">
                      <a16:creationId xmlns:a16="http://schemas.microsoft.com/office/drawing/2014/main" id="{182112E5-C608-EE86-6333-561ED14213D9}"/>
                    </a:ext>
                  </a:extLst>
                </p14:cNvPr>
                <p14:cNvContentPartPr/>
                <p14:nvPr/>
              </p14:nvContentPartPr>
              <p14:xfrm>
                <a:off x="4016683" y="4380986"/>
                <a:ext cx="86040" cy="108000"/>
              </p14:xfrm>
            </p:contentPart>
          </mc:Choice>
          <mc:Fallback xmlns="">
            <p:pic>
              <p:nvPicPr>
                <p:cNvPr id="21" name="Ink 20">
                  <a:extLst>
                    <a:ext uri="{FF2B5EF4-FFF2-40B4-BE49-F238E27FC236}">
                      <a16:creationId xmlns:a16="http://schemas.microsoft.com/office/drawing/2014/main" id="{182112E5-C608-EE86-6333-561ED14213D9}"/>
                    </a:ext>
                  </a:extLst>
                </p:cNvPr>
                <p:cNvPicPr/>
                <p:nvPr/>
              </p:nvPicPr>
              <p:blipFill>
                <a:blip r:embed="rId15"/>
                <a:stretch>
                  <a:fillRect/>
                </a:stretch>
              </p:blipFill>
              <p:spPr>
                <a:xfrm>
                  <a:off x="3999043" y="4362986"/>
                  <a:ext cx="121680" cy="143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25" name="Ink 24">
                <a:extLst>
                  <a:ext uri="{FF2B5EF4-FFF2-40B4-BE49-F238E27FC236}">
                    <a16:creationId xmlns:a16="http://schemas.microsoft.com/office/drawing/2014/main" id="{81B8A0CE-E7A8-5849-AED0-9D1517F03911}"/>
                  </a:ext>
                </a:extLst>
              </p14:cNvPr>
              <p14:cNvContentPartPr/>
              <p14:nvPr/>
            </p14:nvContentPartPr>
            <p14:xfrm>
              <a:off x="6825403" y="5159717"/>
              <a:ext cx="806400" cy="542160"/>
            </p14:xfrm>
          </p:contentPart>
        </mc:Choice>
        <mc:Fallback xmlns="">
          <p:pic>
            <p:nvPicPr>
              <p:cNvPr id="25" name="Ink 24">
                <a:extLst>
                  <a:ext uri="{FF2B5EF4-FFF2-40B4-BE49-F238E27FC236}">
                    <a16:creationId xmlns:a16="http://schemas.microsoft.com/office/drawing/2014/main" id="{81B8A0CE-E7A8-5849-AED0-9D1517F03911}"/>
                  </a:ext>
                </a:extLst>
              </p:cNvPr>
              <p:cNvPicPr/>
              <p:nvPr/>
            </p:nvPicPr>
            <p:blipFill>
              <a:blip r:embed="rId17"/>
              <a:stretch>
                <a:fillRect/>
              </a:stretch>
            </p:blipFill>
            <p:spPr>
              <a:xfrm>
                <a:off x="6735403" y="4979717"/>
                <a:ext cx="986040" cy="901800"/>
              </a:xfrm>
              <a:prstGeom prst="rect">
                <a:avLst/>
              </a:prstGeom>
            </p:spPr>
          </p:pic>
        </mc:Fallback>
      </mc:AlternateContent>
      <p:sp>
        <p:nvSpPr>
          <p:cNvPr id="33" name="Date Placeholder 32">
            <a:extLst>
              <a:ext uri="{FF2B5EF4-FFF2-40B4-BE49-F238E27FC236}">
                <a16:creationId xmlns:a16="http://schemas.microsoft.com/office/drawing/2014/main" id="{2E75EEB6-BA22-D33D-C316-DDF095AAF7C6}"/>
              </a:ext>
            </a:extLst>
          </p:cNvPr>
          <p:cNvSpPr>
            <a:spLocks noGrp="1"/>
          </p:cNvSpPr>
          <p:nvPr>
            <p:ph type="dt" sz="half" idx="2"/>
          </p:nvPr>
        </p:nvSpPr>
        <p:spPr/>
        <p:txBody>
          <a:bodyPr/>
          <a:lstStyle/>
          <a:p>
            <a:r>
              <a:rPr lang="en-US"/>
              <a:t>Academic year 2024-25</a:t>
            </a:r>
            <a:endParaRPr lang="en-US" dirty="0"/>
          </a:p>
        </p:txBody>
      </p:sp>
      <p:sp>
        <p:nvSpPr>
          <p:cNvPr id="34" name="Footer Placeholder 33">
            <a:extLst>
              <a:ext uri="{FF2B5EF4-FFF2-40B4-BE49-F238E27FC236}">
                <a16:creationId xmlns:a16="http://schemas.microsoft.com/office/drawing/2014/main" id="{DBE3B0D6-513B-1486-BCB6-ECF1F70A077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5" name="Slide Number Placeholder 34">
            <a:extLst>
              <a:ext uri="{FF2B5EF4-FFF2-40B4-BE49-F238E27FC236}">
                <a16:creationId xmlns:a16="http://schemas.microsoft.com/office/drawing/2014/main" id="{C4096E89-D05A-BD3F-ED51-49DEBE5C8096}"/>
              </a:ext>
            </a:extLst>
          </p:cNvPr>
          <p:cNvSpPr>
            <a:spLocks noGrp="1"/>
          </p:cNvSpPr>
          <p:nvPr>
            <p:ph type="sldNum" sz="quarter" idx="4"/>
          </p:nvPr>
        </p:nvSpPr>
        <p:spPr/>
        <p:txBody>
          <a:bodyPr/>
          <a:lstStyle/>
          <a:p>
            <a:fld id="{9FD7ECCF-50E7-4327-B945-FA93FF7B2BEF}" type="slidenum">
              <a:rPr lang="en-US" smtClean="0"/>
              <a:pPr/>
              <a:t>37</a:t>
            </a:fld>
            <a:r>
              <a:rPr lang="en-GB"/>
              <a:t>/50</a:t>
            </a:r>
            <a:endParaRPr lang="en-US" dirty="0"/>
          </a:p>
        </p:txBody>
      </p:sp>
    </p:spTree>
    <p:extLst>
      <p:ext uri="{BB962C8B-B14F-4D97-AF65-F5344CB8AC3E}">
        <p14:creationId xmlns:p14="http://schemas.microsoft.com/office/powerpoint/2010/main" val="2010880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normAutofit/>
          </a:bodyPr>
          <a:lstStyle/>
          <a:p>
            <a:pPr>
              <a:tabLst>
                <a:tab pos="7532688" algn="r"/>
              </a:tabLst>
            </a:pPr>
            <a:r>
              <a:rPr lang="en-GB" sz="4000" dirty="0"/>
              <a:t>UX - Error tolerance/safety	[</a:t>
            </a:r>
            <a:r>
              <a:rPr lang="en-GB" sz="4000" dirty="0">
                <a:solidFill>
                  <a:schemeClr val="accent2">
                    <a:lumMod val="75000"/>
                  </a:schemeClr>
                </a:solidFill>
              </a:rPr>
              <a:t>2</a:t>
            </a:r>
            <a:r>
              <a:rPr lang="en-GB" sz="4000" dirty="0"/>
              <a:t>]</a:t>
            </a:r>
            <a:endParaRPr lang="en-US" sz="4000" dirty="0"/>
          </a:p>
        </p:txBody>
      </p:sp>
      <p:sp>
        <p:nvSpPr>
          <p:cNvPr id="116739" name="Rectangle 3"/>
          <p:cNvSpPr>
            <a:spLocks noGrp="1" noChangeArrowheads="1"/>
          </p:cNvSpPr>
          <p:nvPr>
            <p:ph sz="quarter" idx="1"/>
          </p:nvPr>
        </p:nvSpPr>
        <p:spPr>
          <a:xfrm>
            <a:off x="685800" y="1500174"/>
            <a:ext cx="5974401" cy="4595826"/>
          </a:xfrm>
        </p:spPr>
        <p:txBody>
          <a:bodyPr>
            <a:normAutofit fontScale="85000" lnSpcReduction="10000"/>
          </a:bodyPr>
          <a:lstStyle/>
          <a:p>
            <a:pPr marL="609600" indent="-609600"/>
            <a:r>
              <a:rPr lang="en-GB" sz="2400" dirty="0"/>
              <a:t>safe to use (</a:t>
            </a:r>
            <a:r>
              <a:rPr lang="en-GB" sz="2400" dirty="0">
                <a:solidFill>
                  <a:schemeClr val="accent2">
                    <a:lumMod val="75000"/>
                  </a:schemeClr>
                </a:solidFill>
              </a:rPr>
              <a:t>safety</a:t>
            </a:r>
            <a:r>
              <a:rPr lang="en-GB" sz="2400" dirty="0"/>
              <a:t>)</a:t>
            </a:r>
          </a:p>
          <a:p>
            <a:pPr marL="990600" lvl="1" indent="-533400"/>
            <a:r>
              <a:rPr lang="en-GB" sz="2000" dirty="0"/>
              <a:t>protect the user from dangerous conditions and undesirable situations</a:t>
            </a:r>
          </a:p>
          <a:p>
            <a:pPr marL="1371600" lvl="2" indent="-457200"/>
            <a:r>
              <a:rPr lang="en-GB" sz="2000" dirty="0"/>
              <a:t>hazardous conditions</a:t>
            </a:r>
          </a:p>
          <a:p>
            <a:pPr marL="1371600" lvl="2" indent="-457200">
              <a:buFontTx/>
              <a:buNone/>
            </a:pPr>
            <a:r>
              <a:rPr lang="en-GB" sz="2000" dirty="0"/>
              <a:t>e.g. an x-ray machine needs to be operated remotely</a:t>
            </a:r>
          </a:p>
          <a:p>
            <a:pPr marL="1371600" lvl="2" indent="-457200"/>
            <a:r>
              <a:rPr lang="en-GB" sz="2000" dirty="0"/>
              <a:t>help any kind of user in any kind of situation avoid the danger of carrying out unwanted actions accidentally</a:t>
            </a:r>
          </a:p>
          <a:p>
            <a:pPr marL="990600" lvl="1" indent="-533400"/>
            <a:r>
              <a:rPr lang="en-GB" sz="2000" dirty="0"/>
              <a:t>Making systems safer involves:</a:t>
            </a:r>
          </a:p>
          <a:p>
            <a:pPr marL="1371600" lvl="2" indent="-457200"/>
            <a:r>
              <a:rPr lang="en-GB" sz="2000" dirty="0"/>
              <a:t>prevent the user from making serious errors by reducing the risk of wrong key/buttons being mistakenly activated</a:t>
            </a:r>
          </a:p>
          <a:p>
            <a:pPr marL="1371600" lvl="2" indent="-457200"/>
            <a:r>
              <a:rPr lang="en-GB" sz="2000" dirty="0"/>
              <a:t>Provide the user with various means of recovery. Safe interactive systems should engender confidence and allow the user the opportunity to explore the interface to try out new operations</a:t>
            </a:r>
          </a:p>
        </p:txBody>
      </p:sp>
      <p:pic>
        <p:nvPicPr>
          <p:cNvPr id="7" name="Picture 6">
            <a:extLst>
              <a:ext uri="{FF2B5EF4-FFF2-40B4-BE49-F238E27FC236}">
                <a16:creationId xmlns:a16="http://schemas.microsoft.com/office/drawing/2014/main" id="{64F8FE44-92F5-724C-6F37-3A3D9A3E8B16}"/>
              </a:ext>
            </a:extLst>
          </p:cNvPr>
          <p:cNvPicPr>
            <a:picLocks noChangeAspect="1"/>
          </p:cNvPicPr>
          <p:nvPr/>
        </p:nvPicPr>
        <p:blipFill>
          <a:blip r:embed="rId3"/>
          <a:stretch>
            <a:fillRect/>
          </a:stretch>
        </p:blipFill>
        <p:spPr>
          <a:xfrm>
            <a:off x="6660201" y="4396034"/>
            <a:ext cx="2448303" cy="2121643"/>
          </a:xfrm>
          <a:prstGeom prst="rect">
            <a:avLst/>
          </a:prstGeom>
        </p:spPr>
      </p:pic>
      <p:pic>
        <p:nvPicPr>
          <p:cNvPr id="8" name="Picture 7">
            <a:extLst>
              <a:ext uri="{FF2B5EF4-FFF2-40B4-BE49-F238E27FC236}">
                <a16:creationId xmlns:a16="http://schemas.microsoft.com/office/drawing/2014/main" id="{4B6B5F24-CA31-FB57-65D5-2D35AA2CA9F5}"/>
              </a:ext>
            </a:extLst>
          </p:cNvPr>
          <p:cNvPicPr>
            <a:picLocks noChangeAspect="1"/>
          </p:cNvPicPr>
          <p:nvPr/>
        </p:nvPicPr>
        <p:blipFill>
          <a:blip r:embed="rId4"/>
          <a:stretch>
            <a:fillRect/>
          </a:stretch>
        </p:blipFill>
        <p:spPr>
          <a:xfrm>
            <a:off x="6985188" y="1822401"/>
            <a:ext cx="1776586" cy="1975686"/>
          </a:xfrm>
          <a:prstGeom prst="rect">
            <a:avLst/>
          </a:prstGeom>
        </p:spPr>
      </p:pic>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7E9E01E5-116D-C21B-88B1-2B7A18B9BF95}"/>
                  </a:ext>
                </a:extLst>
              </p14:cNvPr>
              <p14:cNvContentPartPr/>
              <p14:nvPr/>
            </p14:nvContentPartPr>
            <p14:xfrm>
              <a:off x="6732240" y="5650998"/>
              <a:ext cx="806400" cy="542160"/>
            </p14:xfrm>
          </p:contentPart>
        </mc:Choice>
        <mc:Fallback xmlns="">
          <p:pic>
            <p:nvPicPr>
              <p:cNvPr id="6" name="Ink 5">
                <a:extLst>
                  <a:ext uri="{FF2B5EF4-FFF2-40B4-BE49-F238E27FC236}">
                    <a16:creationId xmlns:a16="http://schemas.microsoft.com/office/drawing/2014/main" id="{7E9E01E5-116D-C21B-88B1-2B7A18B9BF95}"/>
                  </a:ext>
                </a:extLst>
              </p:cNvPr>
              <p:cNvPicPr/>
              <p:nvPr/>
            </p:nvPicPr>
            <p:blipFill>
              <a:blip r:embed="rId6"/>
              <a:stretch>
                <a:fillRect/>
              </a:stretch>
            </p:blipFill>
            <p:spPr>
              <a:xfrm>
                <a:off x="6642240" y="5470998"/>
                <a:ext cx="986040" cy="901800"/>
              </a:xfrm>
              <a:prstGeom prst="rect">
                <a:avLst/>
              </a:prstGeom>
            </p:spPr>
          </p:pic>
        </mc:Fallback>
      </mc:AlternateContent>
      <p:sp>
        <p:nvSpPr>
          <p:cNvPr id="16" name="Date Placeholder 15">
            <a:extLst>
              <a:ext uri="{FF2B5EF4-FFF2-40B4-BE49-F238E27FC236}">
                <a16:creationId xmlns:a16="http://schemas.microsoft.com/office/drawing/2014/main" id="{74625581-A4F4-1461-3590-16C49BFB8866}"/>
              </a:ext>
            </a:extLst>
          </p:cNvPr>
          <p:cNvSpPr>
            <a:spLocks noGrp="1"/>
          </p:cNvSpPr>
          <p:nvPr>
            <p:ph type="dt" sz="half" idx="2"/>
          </p:nvPr>
        </p:nvSpPr>
        <p:spPr/>
        <p:txBody>
          <a:bodyPr/>
          <a:lstStyle/>
          <a:p>
            <a:r>
              <a:rPr lang="en-US"/>
              <a:t>Academic year 2024-25</a:t>
            </a:r>
            <a:endParaRPr lang="en-US" dirty="0"/>
          </a:p>
        </p:txBody>
      </p:sp>
      <p:sp>
        <p:nvSpPr>
          <p:cNvPr id="17" name="Footer Placeholder 16">
            <a:extLst>
              <a:ext uri="{FF2B5EF4-FFF2-40B4-BE49-F238E27FC236}">
                <a16:creationId xmlns:a16="http://schemas.microsoft.com/office/drawing/2014/main" id="{FAF22532-8766-768C-E6F5-67749963C83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8" name="Slide Number Placeholder 17">
            <a:extLst>
              <a:ext uri="{FF2B5EF4-FFF2-40B4-BE49-F238E27FC236}">
                <a16:creationId xmlns:a16="http://schemas.microsoft.com/office/drawing/2014/main" id="{FFA9768F-7717-92CC-74C5-0C043801AE94}"/>
              </a:ext>
            </a:extLst>
          </p:cNvPr>
          <p:cNvSpPr>
            <a:spLocks noGrp="1"/>
          </p:cNvSpPr>
          <p:nvPr>
            <p:ph type="sldNum" sz="quarter" idx="4"/>
          </p:nvPr>
        </p:nvSpPr>
        <p:spPr/>
        <p:txBody>
          <a:bodyPr/>
          <a:lstStyle/>
          <a:p>
            <a:fld id="{9FD7ECCF-50E7-4327-B945-FA93FF7B2BEF}" type="slidenum">
              <a:rPr lang="en-US" smtClean="0"/>
              <a:pPr/>
              <a:t>38</a:t>
            </a:fld>
            <a:r>
              <a:rPr lang="en-GB"/>
              <a:t>/50</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normAutofit/>
          </a:bodyPr>
          <a:lstStyle/>
          <a:p>
            <a:r>
              <a:rPr lang="en-GB" sz="4000" dirty="0"/>
              <a:t>UX - Error tolerance/safety</a:t>
            </a:r>
            <a:endParaRPr lang="en-US" sz="4000" dirty="0"/>
          </a:p>
        </p:txBody>
      </p:sp>
      <p:sp>
        <p:nvSpPr>
          <p:cNvPr id="120835" name="Rectangle 3"/>
          <p:cNvSpPr>
            <a:spLocks noGrp="1" noChangeArrowheads="1"/>
          </p:cNvSpPr>
          <p:nvPr>
            <p:ph sz="quarter" idx="1"/>
          </p:nvPr>
        </p:nvSpPr>
        <p:spPr>
          <a:xfrm>
            <a:off x="685800" y="1500174"/>
            <a:ext cx="8229600" cy="1295424"/>
          </a:xfrm>
        </p:spPr>
        <p:txBody>
          <a:bodyPr>
            <a:normAutofit/>
          </a:bodyPr>
          <a:lstStyle/>
          <a:p>
            <a:pPr marL="609600" indent="-609600">
              <a:lnSpc>
                <a:spcPct val="90000"/>
              </a:lnSpc>
            </a:pPr>
            <a:r>
              <a:rPr lang="en-GB" sz="2000" dirty="0"/>
              <a:t>safe to use (</a:t>
            </a:r>
            <a:r>
              <a:rPr lang="en-GB" sz="2000" dirty="0">
                <a:solidFill>
                  <a:schemeClr val="accent2">
                    <a:lumMod val="75000"/>
                  </a:schemeClr>
                </a:solidFill>
              </a:rPr>
              <a:t>safety</a:t>
            </a:r>
            <a:r>
              <a:rPr lang="en-GB" sz="2000" dirty="0"/>
              <a:t>) (continuous)</a:t>
            </a:r>
          </a:p>
          <a:p>
            <a:pPr marL="609600" indent="-609600">
              <a:lnSpc>
                <a:spcPct val="90000"/>
              </a:lnSpc>
            </a:pPr>
            <a:r>
              <a:rPr lang="en-GB" sz="2000" dirty="0"/>
              <a:t>Example – which menu is safe and which unsafe and why?</a:t>
            </a:r>
          </a:p>
          <a:p>
            <a:pPr marL="990600" lvl="1" indent="-533400">
              <a:lnSpc>
                <a:spcPct val="90000"/>
              </a:lnSpc>
            </a:pPr>
            <a:endParaRPr lang="en-GB" dirty="0"/>
          </a:p>
          <a:p>
            <a:pPr marL="990600" lvl="1" indent="-533400">
              <a:lnSpc>
                <a:spcPct val="90000"/>
              </a:lnSpc>
            </a:pPr>
            <a:endParaRPr lang="en-GB" sz="2400" dirty="0"/>
          </a:p>
          <a:p>
            <a:pPr marL="990600" lvl="1" indent="-533400">
              <a:lnSpc>
                <a:spcPct val="90000"/>
              </a:lnSpc>
            </a:pPr>
            <a:endParaRPr lang="en-GB" sz="2400" dirty="0"/>
          </a:p>
          <a:p>
            <a:pPr marL="990600" lvl="1" indent="-533400">
              <a:lnSpc>
                <a:spcPct val="90000"/>
              </a:lnSpc>
            </a:pPr>
            <a:endParaRPr lang="en-GB" sz="2400" dirty="0"/>
          </a:p>
          <a:p>
            <a:pPr marL="990600" lvl="1" indent="-533400">
              <a:lnSpc>
                <a:spcPct val="90000"/>
              </a:lnSpc>
            </a:pPr>
            <a:endParaRPr lang="en-GB" sz="2400" dirty="0"/>
          </a:p>
          <a:p>
            <a:pPr marL="990600" lvl="1" indent="-533400">
              <a:lnSpc>
                <a:spcPct val="90000"/>
              </a:lnSpc>
            </a:pPr>
            <a:endParaRPr lang="en-GB" sz="2400" dirty="0"/>
          </a:p>
          <a:p>
            <a:pPr marL="990600" lvl="1" indent="-533400">
              <a:lnSpc>
                <a:spcPct val="90000"/>
              </a:lnSpc>
            </a:pPr>
            <a:endParaRPr lang="en-GB" sz="2400" dirty="0"/>
          </a:p>
          <a:p>
            <a:pPr marL="990600" lvl="1" indent="-533400">
              <a:lnSpc>
                <a:spcPct val="90000"/>
              </a:lnSpc>
            </a:pPr>
            <a:endParaRPr lang="en-GB" sz="2400" dirty="0"/>
          </a:p>
        </p:txBody>
      </p:sp>
      <p:sp>
        <p:nvSpPr>
          <p:cNvPr id="120894" name="Rectangle 62"/>
          <p:cNvSpPr>
            <a:spLocks noChangeArrowheads="1"/>
          </p:cNvSpPr>
          <p:nvPr/>
        </p:nvSpPr>
        <p:spPr bwMode="auto">
          <a:xfrm>
            <a:off x="1475656" y="2520962"/>
            <a:ext cx="5943600" cy="2133600"/>
          </a:xfrm>
          <a:prstGeom prst="rect">
            <a:avLst/>
          </a:prstGeom>
          <a:solidFill>
            <a:schemeClr val="accent1"/>
          </a:solidFill>
          <a:ln w="9525">
            <a:solidFill>
              <a:schemeClr val="tx1"/>
            </a:solidFill>
            <a:miter lim="800000"/>
            <a:headEnd/>
            <a:tailEnd/>
          </a:ln>
          <a:effectLst/>
        </p:spPr>
        <p:txBody>
          <a:bodyPr wrap="none" anchor="ctr"/>
          <a:lstStyle/>
          <a:p>
            <a:endParaRPr lang="en-GB"/>
          </a:p>
        </p:txBody>
      </p:sp>
      <p:sp>
        <p:nvSpPr>
          <p:cNvPr id="120895" name="Text Box 63"/>
          <p:cNvSpPr txBox="1">
            <a:spLocks noChangeArrowheads="1"/>
          </p:cNvSpPr>
          <p:nvPr/>
        </p:nvSpPr>
        <p:spPr bwMode="auto">
          <a:xfrm>
            <a:off x="1475656" y="2479687"/>
            <a:ext cx="5943600" cy="346075"/>
          </a:xfrm>
          <a:prstGeom prst="rect">
            <a:avLst/>
          </a:prstGeom>
          <a:solidFill>
            <a:schemeClr val="accent2"/>
          </a:solidFill>
          <a:ln w="9525">
            <a:solidFill>
              <a:schemeClr val="tx2"/>
            </a:solidFill>
            <a:miter lim="800000"/>
            <a:headEnd/>
            <a:tailEnd/>
          </a:ln>
          <a:effectLst/>
        </p:spPr>
        <p:txBody>
          <a:bodyPr>
            <a:spAutoFit/>
          </a:bodyPr>
          <a:lstStyle/>
          <a:p>
            <a:pPr algn="ctr">
              <a:spcBef>
                <a:spcPct val="50000"/>
              </a:spcBef>
            </a:pPr>
            <a:r>
              <a:rPr lang="en-GB" sz="1600">
                <a:solidFill>
                  <a:srgbClr val="292929"/>
                </a:solidFill>
                <a:latin typeface="Arial" charset="0"/>
              </a:rPr>
              <a:t>Warning…</a:t>
            </a:r>
            <a:endParaRPr lang="en-US" sz="1600">
              <a:solidFill>
                <a:srgbClr val="292929"/>
              </a:solidFill>
              <a:latin typeface="Arial" charset="0"/>
            </a:endParaRPr>
          </a:p>
        </p:txBody>
      </p:sp>
      <p:sp>
        <p:nvSpPr>
          <p:cNvPr id="120896" name="Text Box 64"/>
          <p:cNvSpPr txBox="1">
            <a:spLocks noChangeArrowheads="1"/>
          </p:cNvSpPr>
          <p:nvPr/>
        </p:nvSpPr>
        <p:spPr bwMode="auto">
          <a:xfrm>
            <a:off x="1475656" y="3054362"/>
            <a:ext cx="5872163" cy="336550"/>
          </a:xfrm>
          <a:prstGeom prst="rect">
            <a:avLst/>
          </a:prstGeom>
          <a:noFill/>
          <a:ln w="9525">
            <a:noFill/>
            <a:miter lim="800000"/>
            <a:headEnd/>
            <a:tailEnd/>
          </a:ln>
          <a:effectLst/>
        </p:spPr>
        <p:txBody>
          <a:bodyPr>
            <a:spAutoFit/>
          </a:bodyPr>
          <a:lstStyle/>
          <a:p>
            <a:pPr algn="ctr">
              <a:spcBef>
                <a:spcPct val="50000"/>
              </a:spcBef>
            </a:pPr>
            <a:r>
              <a:rPr lang="en-GB" sz="1600" dirty="0">
                <a:latin typeface="Arial" charset="0"/>
              </a:rPr>
              <a:t>You haven’t read all those messages; trash them anyway?</a:t>
            </a:r>
            <a:endParaRPr lang="en-US" sz="1600" dirty="0">
              <a:latin typeface="Arial" charset="0"/>
            </a:endParaRPr>
          </a:p>
        </p:txBody>
      </p:sp>
      <p:sp>
        <p:nvSpPr>
          <p:cNvPr id="120897" name="Text Box 65"/>
          <p:cNvSpPr txBox="1">
            <a:spLocks noChangeArrowheads="1"/>
          </p:cNvSpPr>
          <p:nvPr/>
        </p:nvSpPr>
        <p:spPr bwMode="auto">
          <a:xfrm>
            <a:off x="1780456" y="3587762"/>
            <a:ext cx="3657600" cy="374650"/>
          </a:xfrm>
          <a:prstGeom prst="rect">
            <a:avLst/>
          </a:prstGeom>
          <a:solidFill>
            <a:schemeClr val="accent2"/>
          </a:solidFill>
          <a:ln w="38100" cmpd="dbl">
            <a:solidFill>
              <a:srgbClr val="292929"/>
            </a:solidFill>
            <a:miter lim="800000"/>
            <a:headEnd/>
            <a:tailEnd/>
          </a:ln>
          <a:effectLst/>
        </p:spPr>
        <p:txBody>
          <a:bodyPr>
            <a:spAutoFit/>
          </a:bodyPr>
          <a:lstStyle/>
          <a:p>
            <a:pPr>
              <a:spcBef>
                <a:spcPct val="50000"/>
              </a:spcBef>
            </a:pPr>
            <a:r>
              <a:rPr lang="en-GB" sz="1600">
                <a:solidFill>
                  <a:srgbClr val="292929"/>
                </a:solidFill>
                <a:latin typeface="Arial" charset="0"/>
              </a:rPr>
              <a:t>Trash &amp; Don’t Warn</a:t>
            </a:r>
            <a:endParaRPr lang="en-US" sz="1600">
              <a:solidFill>
                <a:srgbClr val="292929"/>
              </a:solidFill>
              <a:latin typeface="Arial" charset="0"/>
            </a:endParaRPr>
          </a:p>
        </p:txBody>
      </p:sp>
      <p:sp>
        <p:nvSpPr>
          <p:cNvPr id="120898" name="Text Box 66"/>
          <p:cNvSpPr txBox="1">
            <a:spLocks noChangeArrowheads="1"/>
          </p:cNvSpPr>
          <p:nvPr/>
        </p:nvSpPr>
        <p:spPr bwMode="auto">
          <a:xfrm>
            <a:off x="5819056" y="3587762"/>
            <a:ext cx="1316038" cy="423863"/>
          </a:xfrm>
          <a:prstGeom prst="rect">
            <a:avLst/>
          </a:prstGeom>
          <a:solidFill>
            <a:schemeClr val="accent2"/>
          </a:solidFill>
          <a:ln w="57150" cmpd="thinThick">
            <a:solidFill>
              <a:srgbClr val="292929"/>
            </a:solidFill>
            <a:miter lim="800000"/>
            <a:headEnd/>
            <a:tailEnd/>
          </a:ln>
          <a:effectLst/>
        </p:spPr>
        <p:txBody>
          <a:bodyPr>
            <a:spAutoFit/>
          </a:bodyPr>
          <a:lstStyle/>
          <a:p>
            <a:pPr algn="ctr">
              <a:spcBef>
                <a:spcPct val="50000"/>
              </a:spcBef>
            </a:pPr>
            <a:r>
              <a:rPr lang="en-GB" sz="1800" b="1">
                <a:solidFill>
                  <a:srgbClr val="292929"/>
                </a:solidFill>
                <a:latin typeface="Arial" charset="0"/>
              </a:rPr>
              <a:t>Trash</a:t>
            </a:r>
            <a:endParaRPr lang="en-US" sz="1800" b="1">
              <a:solidFill>
                <a:srgbClr val="292929"/>
              </a:solidFill>
              <a:latin typeface="Arial" charset="0"/>
            </a:endParaRPr>
          </a:p>
        </p:txBody>
      </p:sp>
      <p:sp>
        <p:nvSpPr>
          <p:cNvPr id="120899" name="Text Box 67"/>
          <p:cNvSpPr txBox="1">
            <a:spLocks noChangeArrowheads="1"/>
          </p:cNvSpPr>
          <p:nvPr/>
        </p:nvSpPr>
        <p:spPr bwMode="auto">
          <a:xfrm>
            <a:off x="5819056" y="4197362"/>
            <a:ext cx="1316038" cy="374650"/>
          </a:xfrm>
          <a:prstGeom prst="rect">
            <a:avLst/>
          </a:prstGeom>
          <a:solidFill>
            <a:schemeClr val="accent2"/>
          </a:solidFill>
          <a:ln w="38100" cmpd="dbl">
            <a:solidFill>
              <a:srgbClr val="292929"/>
            </a:solidFill>
            <a:miter lim="800000"/>
            <a:headEnd/>
            <a:tailEnd/>
          </a:ln>
          <a:effectLst/>
        </p:spPr>
        <p:txBody>
          <a:bodyPr>
            <a:spAutoFit/>
          </a:bodyPr>
          <a:lstStyle/>
          <a:p>
            <a:pPr algn="ctr">
              <a:spcBef>
                <a:spcPct val="50000"/>
              </a:spcBef>
            </a:pPr>
            <a:r>
              <a:rPr lang="en-GB" sz="1600">
                <a:solidFill>
                  <a:srgbClr val="292929"/>
                </a:solidFill>
                <a:latin typeface="Arial" charset="0"/>
              </a:rPr>
              <a:t>Don’t trash</a:t>
            </a:r>
            <a:endParaRPr lang="en-US" sz="1600">
              <a:solidFill>
                <a:srgbClr val="292929"/>
              </a:solidFill>
              <a:latin typeface="Arial" charset="0"/>
            </a:endParaRPr>
          </a:p>
        </p:txBody>
      </p:sp>
      <p:sp>
        <p:nvSpPr>
          <p:cNvPr id="13" name="Content Placeholder 2">
            <a:extLst>
              <a:ext uri="{FF2B5EF4-FFF2-40B4-BE49-F238E27FC236}">
                <a16:creationId xmlns:a16="http://schemas.microsoft.com/office/drawing/2014/main" id="{C020CA1A-7909-4C43-B62F-0CA6966A324E}"/>
              </a:ext>
            </a:extLst>
          </p:cNvPr>
          <p:cNvSpPr txBox="1">
            <a:spLocks/>
          </p:cNvSpPr>
          <p:nvPr/>
        </p:nvSpPr>
        <p:spPr>
          <a:xfrm>
            <a:off x="685800" y="5037160"/>
            <a:ext cx="7774358" cy="1037791"/>
          </a:xfrm>
          <a:prstGeom prst="rect">
            <a:avLst/>
          </a:prstGeom>
          <a:solidFill>
            <a:schemeClr val="accent2">
              <a:lumMod val="75000"/>
            </a:schemeClr>
          </a:solidFill>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539750" lvl="1" indent="-539750" defTabSz="222250">
              <a:buFontTx/>
              <a:buNone/>
              <a:tabLst>
                <a:tab pos="539750" algn="l"/>
              </a:tabLst>
            </a:pPr>
            <a:r>
              <a:rPr lang="en-GB" sz="2000" dirty="0">
                <a:solidFill>
                  <a:schemeClr val="bg1"/>
                </a:solidFill>
              </a:rPr>
              <a:t>Q:	Does the system prevent users from making serious errors and, if they do make an error, does it permit them to recover easily?</a:t>
            </a:r>
          </a:p>
          <a:p>
            <a:pPr marL="714375" lvl="1" indent="-714375" defTabSz="714375">
              <a:buFontTx/>
              <a:buNone/>
            </a:pPr>
            <a:endParaRPr lang="en-GB" sz="2000" dirty="0">
              <a:solidFill>
                <a:schemeClr val="bg1"/>
              </a:solidFill>
            </a:endParaRPr>
          </a:p>
        </p:txBody>
      </p:sp>
      <p:sp>
        <p:nvSpPr>
          <p:cNvPr id="12" name="Date Placeholder 11">
            <a:extLst>
              <a:ext uri="{FF2B5EF4-FFF2-40B4-BE49-F238E27FC236}">
                <a16:creationId xmlns:a16="http://schemas.microsoft.com/office/drawing/2014/main" id="{A4A93119-86DB-27BA-56AB-97F22687ED33}"/>
              </a:ext>
            </a:extLst>
          </p:cNvPr>
          <p:cNvSpPr>
            <a:spLocks noGrp="1"/>
          </p:cNvSpPr>
          <p:nvPr>
            <p:ph type="dt" sz="half" idx="2"/>
          </p:nvPr>
        </p:nvSpPr>
        <p:spPr/>
        <p:txBody>
          <a:bodyPr/>
          <a:lstStyle/>
          <a:p>
            <a:r>
              <a:rPr lang="en-US"/>
              <a:t>Academic year 2024-25</a:t>
            </a:r>
            <a:endParaRPr lang="en-US" dirty="0"/>
          </a:p>
        </p:txBody>
      </p:sp>
      <p:sp>
        <p:nvSpPr>
          <p:cNvPr id="14" name="Footer Placeholder 13">
            <a:extLst>
              <a:ext uri="{FF2B5EF4-FFF2-40B4-BE49-F238E27FC236}">
                <a16:creationId xmlns:a16="http://schemas.microsoft.com/office/drawing/2014/main" id="{EBF7B34C-61F6-8F4D-4878-AAF76F26600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5" name="Slide Number Placeholder 14">
            <a:extLst>
              <a:ext uri="{FF2B5EF4-FFF2-40B4-BE49-F238E27FC236}">
                <a16:creationId xmlns:a16="http://schemas.microsoft.com/office/drawing/2014/main" id="{16130346-0D46-DF1F-4985-674E9C61AA19}"/>
              </a:ext>
            </a:extLst>
          </p:cNvPr>
          <p:cNvSpPr>
            <a:spLocks noGrp="1"/>
          </p:cNvSpPr>
          <p:nvPr>
            <p:ph type="sldNum" sz="quarter" idx="4"/>
          </p:nvPr>
        </p:nvSpPr>
        <p:spPr/>
        <p:txBody>
          <a:bodyPr/>
          <a:lstStyle/>
          <a:p>
            <a:fld id="{9FD7ECCF-50E7-4327-B945-FA93FF7B2BEF}" type="slidenum">
              <a:rPr lang="en-US" smtClean="0"/>
              <a:pPr/>
              <a:t>39</a:t>
            </a:fld>
            <a:r>
              <a:rPr lang="en-GB"/>
              <a:t>/50</a:t>
            </a:r>
            <a:endParaRPr lang="en-US" dirty="0"/>
          </a:p>
        </p:txBody>
      </p:sp>
    </p:spTree>
    <p:extLst>
      <p:ext uri="{BB962C8B-B14F-4D97-AF65-F5344CB8AC3E}">
        <p14:creationId xmlns:p14="http://schemas.microsoft.com/office/powerpoint/2010/main" val="38750078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86E24-03D3-44A7-9683-7EAD69AD1871}"/>
              </a:ext>
            </a:extLst>
          </p:cNvPr>
          <p:cNvSpPr>
            <a:spLocks noGrp="1"/>
          </p:cNvSpPr>
          <p:nvPr>
            <p:ph type="title"/>
          </p:nvPr>
        </p:nvSpPr>
        <p:spPr>
          <a:xfrm>
            <a:off x="609600" y="228600"/>
            <a:ext cx="8156448" cy="990600"/>
          </a:xfrm>
        </p:spPr>
        <p:txBody>
          <a:bodyPr>
            <a:normAutofit/>
          </a:bodyPr>
          <a:lstStyle/>
          <a:p>
            <a:r>
              <a:rPr lang="en-GB" dirty="0"/>
              <a:t>UX – Satisfaction/Engagement </a:t>
            </a:r>
          </a:p>
        </p:txBody>
      </p:sp>
      <p:sp>
        <p:nvSpPr>
          <p:cNvPr id="3" name="Content Placeholder 2">
            <a:extLst>
              <a:ext uri="{FF2B5EF4-FFF2-40B4-BE49-F238E27FC236}">
                <a16:creationId xmlns:a16="http://schemas.microsoft.com/office/drawing/2014/main" id="{0E6E2E5B-5FFD-427B-8550-10E75A576AF2}"/>
              </a:ext>
            </a:extLst>
          </p:cNvPr>
          <p:cNvSpPr>
            <a:spLocks noGrp="1"/>
          </p:cNvSpPr>
          <p:nvPr>
            <p:ph sz="quarter" idx="1"/>
          </p:nvPr>
        </p:nvSpPr>
        <p:spPr>
          <a:xfrm>
            <a:off x="612648" y="1600200"/>
            <a:ext cx="5975576" cy="4495800"/>
          </a:xfrm>
        </p:spPr>
        <p:txBody>
          <a:bodyPr>
            <a:normAutofit/>
          </a:bodyPr>
          <a:lstStyle/>
          <a:p>
            <a:r>
              <a:rPr lang="en-GB" sz="2000" dirty="0"/>
              <a:t>If users find it appropriate for its industry/topic and pleasant to use.</a:t>
            </a:r>
          </a:p>
          <a:p>
            <a:r>
              <a:rPr lang="en-GB" sz="2000" dirty="0"/>
              <a:t>It deals with:</a:t>
            </a:r>
          </a:p>
          <a:p>
            <a:endParaRPr lang="en-GB" dirty="0"/>
          </a:p>
          <a:p>
            <a:endParaRPr lang="en-GB" dirty="0"/>
          </a:p>
        </p:txBody>
      </p:sp>
      <p:pic>
        <p:nvPicPr>
          <p:cNvPr id="9" name="Picture 8">
            <a:extLst>
              <a:ext uri="{FF2B5EF4-FFF2-40B4-BE49-F238E27FC236}">
                <a16:creationId xmlns:a16="http://schemas.microsoft.com/office/drawing/2014/main" id="{7E03033F-C6FD-4C41-8DAA-0BED6BD024B0}"/>
              </a:ext>
            </a:extLst>
          </p:cNvPr>
          <p:cNvPicPr>
            <a:picLocks noChangeAspect="1"/>
          </p:cNvPicPr>
          <p:nvPr/>
        </p:nvPicPr>
        <p:blipFill>
          <a:blip r:embed="rId2"/>
          <a:stretch>
            <a:fillRect/>
          </a:stretch>
        </p:blipFill>
        <p:spPr>
          <a:xfrm>
            <a:off x="6869696" y="1712585"/>
            <a:ext cx="1973757" cy="1830583"/>
          </a:xfrm>
          <a:prstGeom prst="rect">
            <a:avLst/>
          </a:prstGeom>
        </p:spPr>
      </p:pic>
      <p:pic>
        <p:nvPicPr>
          <p:cNvPr id="4" name="Picture 3" descr="A hexagon with white text&#10;&#10;Description automatically generated">
            <a:extLst>
              <a:ext uri="{FF2B5EF4-FFF2-40B4-BE49-F238E27FC236}">
                <a16:creationId xmlns:a16="http://schemas.microsoft.com/office/drawing/2014/main" id="{7DC87C39-0298-D65C-10C5-08D40E5C9A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2240" y="3997749"/>
            <a:ext cx="2248671" cy="1947241"/>
          </a:xfrm>
          <a:prstGeom prst="rect">
            <a:avLst/>
          </a:prstGeom>
        </p:spPr>
      </p:pic>
      <p:sp>
        <p:nvSpPr>
          <p:cNvPr id="5" name="TextBox 4">
            <a:extLst>
              <a:ext uri="{FF2B5EF4-FFF2-40B4-BE49-F238E27FC236}">
                <a16:creationId xmlns:a16="http://schemas.microsoft.com/office/drawing/2014/main" id="{C206932D-A731-4C7A-D99B-3451610E2549}"/>
              </a:ext>
            </a:extLst>
          </p:cNvPr>
          <p:cNvSpPr txBox="1"/>
          <p:nvPr/>
        </p:nvSpPr>
        <p:spPr>
          <a:xfrm>
            <a:off x="899592" y="2694957"/>
            <a:ext cx="2971952" cy="1892826"/>
          </a:xfrm>
          <a:prstGeom prst="rect">
            <a:avLst/>
          </a:prstGeom>
          <a:noFill/>
        </p:spPr>
        <p:txBody>
          <a:bodyPr wrap="square" rtlCol="0">
            <a:spAutoFit/>
          </a:bodyPr>
          <a:lstStyle/>
          <a:p>
            <a:pPr marL="266700" lvl="1" indent="-266700">
              <a:spcBef>
                <a:spcPts val="0"/>
              </a:spcBef>
              <a:spcAft>
                <a:spcPts val="600"/>
              </a:spcAft>
              <a:buFont typeface="Wingdings" panose="05000000000000000000" pitchFamily="2" charset="2"/>
              <a:buChar char="§"/>
            </a:pPr>
            <a:r>
              <a:rPr lang="en-GB" sz="1700" i="1" dirty="0">
                <a:latin typeface="+mn-lt"/>
              </a:rPr>
              <a:t>what makes users like a product</a:t>
            </a:r>
          </a:p>
          <a:p>
            <a:pPr marL="266700" lvl="1" indent="-266700">
              <a:spcBef>
                <a:spcPts val="0"/>
              </a:spcBef>
              <a:spcAft>
                <a:spcPts val="600"/>
              </a:spcAft>
              <a:buFont typeface="Wingdings" panose="05000000000000000000" pitchFamily="2" charset="2"/>
              <a:buChar char="§"/>
            </a:pPr>
            <a:r>
              <a:rPr lang="en-GB" sz="1700" i="1" dirty="0">
                <a:latin typeface="+mn-lt"/>
              </a:rPr>
              <a:t>how long they can keep using a product (game)</a:t>
            </a:r>
          </a:p>
          <a:p>
            <a:pPr marL="266700" lvl="1" indent="-266700">
              <a:spcBef>
                <a:spcPts val="0"/>
              </a:spcBef>
              <a:spcAft>
                <a:spcPts val="600"/>
              </a:spcAft>
              <a:buFont typeface="Wingdings" panose="05000000000000000000" pitchFamily="2" charset="2"/>
              <a:buChar char="§"/>
            </a:pPr>
            <a:r>
              <a:rPr lang="en-GB" sz="1700" i="1" dirty="0">
                <a:latin typeface="+mn-lt"/>
              </a:rPr>
              <a:t>task level satisfaction</a:t>
            </a:r>
          </a:p>
          <a:p>
            <a:pPr marL="266700" lvl="1" indent="-266700">
              <a:spcBef>
                <a:spcPts val="0"/>
              </a:spcBef>
              <a:spcAft>
                <a:spcPts val="600"/>
              </a:spcAft>
              <a:buFont typeface="Wingdings" panose="05000000000000000000" pitchFamily="2" charset="2"/>
              <a:buChar char="§"/>
            </a:pPr>
            <a:r>
              <a:rPr lang="en-GB" sz="1700" i="1" dirty="0">
                <a:latin typeface="+mn-lt"/>
              </a:rPr>
              <a:t>post task satisfaction</a:t>
            </a:r>
          </a:p>
        </p:txBody>
      </p:sp>
      <p:sp>
        <p:nvSpPr>
          <p:cNvPr id="6" name="TextBox 5">
            <a:extLst>
              <a:ext uri="{FF2B5EF4-FFF2-40B4-BE49-F238E27FC236}">
                <a16:creationId xmlns:a16="http://schemas.microsoft.com/office/drawing/2014/main" id="{9623810F-63F5-C961-CC81-DDA36DA13D08}"/>
              </a:ext>
            </a:extLst>
          </p:cNvPr>
          <p:cNvSpPr txBox="1"/>
          <p:nvPr/>
        </p:nvSpPr>
        <p:spPr>
          <a:xfrm>
            <a:off x="4427984" y="2357997"/>
            <a:ext cx="2880320" cy="2385268"/>
          </a:xfrm>
          <a:prstGeom prst="rect">
            <a:avLst/>
          </a:prstGeom>
          <a:noFill/>
        </p:spPr>
        <p:txBody>
          <a:bodyPr wrap="square" rtlCol="0">
            <a:spAutoFit/>
          </a:bodyPr>
          <a:lstStyle/>
          <a:p>
            <a:pPr marL="358775" lvl="1" indent="-273050">
              <a:spcBef>
                <a:spcPts val="600"/>
              </a:spcBef>
            </a:pPr>
            <a:r>
              <a:rPr lang="en-GB" sz="1700" b="1" i="1" dirty="0">
                <a:latin typeface="+mn-lt"/>
              </a:rPr>
              <a:t>How is it measured?</a:t>
            </a:r>
          </a:p>
          <a:p>
            <a:pPr marL="358775" lvl="1" indent="-273050">
              <a:spcBef>
                <a:spcPts val="600"/>
              </a:spcBef>
              <a:buFont typeface="Wingdings" panose="05000000000000000000" pitchFamily="2" charset="2"/>
              <a:buChar char="§"/>
            </a:pPr>
            <a:r>
              <a:rPr lang="en-GB" sz="1700" i="1" dirty="0">
                <a:latin typeface="+mn-lt"/>
              </a:rPr>
              <a:t>features</a:t>
            </a:r>
          </a:p>
          <a:p>
            <a:pPr marL="358775" lvl="1" indent="-273050">
              <a:spcBef>
                <a:spcPts val="600"/>
              </a:spcBef>
              <a:buFont typeface="Wingdings" panose="05000000000000000000" pitchFamily="2" charset="2"/>
              <a:buChar char="§"/>
            </a:pPr>
            <a:endParaRPr lang="en-GB" sz="1700" i="1" dirty="0">
              <a:latin typeface="+mn-lt"/>
            </a:endParaRPr>
          </a:p>
          <a:p>
            <a:pPr marL="358775" lvl="1" indent="-273050">
              <a:spcBef>
                <a:spcPts val="600"/>
              </a:spcBef>
              <a:buFont typeface="Wingdings" panose="05000000000000000000" pitchFamily="2" charset="2"/>
              <a:buChar char="§"/>
            </a:pPr>
            <a:r>
              <a:rPr lang="en-GB" sz="1700" i="1" dirty="0">
                <a:latin typeface="+mn-lt"/>
              </a:rPr>
              <a:t>Time</a:t>
            </a:r>
          </a:p>
          <a:p>
            <a:pPr marL="358775" lvl="1" indent="-273050">
              <a:spcBef>
                <a:spcPts val="600"/>
              </a:spcBef>
              <a:buFont typeface="Wingdings" panose="05000000000000000000" pitchFamily="2" charset="2"/>
              <a:buChar char="§"/>
            </a:pPr>
            <a:endParaRPr lang="en-GB" sz="1700" i="1" dirty="0">
              <a:latin typeface="+mn-lt"/>
            </a:endParaRPr>
          </a:p>
          <a:p>
            <a:pPr marL="358775" lvl="1" indent="-273050">
              <a:spcBef>
                <a:spcPts val="600"/>
              </a:spcBef>
              <a:buFont typeface="Wingdings" panose="05000000000000000000" pitchFamily="2" charset="2"/>
              <a:buChar char="§"/>
            </a:pPr>
            <a:r>
              <a:rPr lang="en-GB" sz="1700" i="1" dirty="0">
                <a:latin typeface="+mn-lt"/>
              </a:rPr>
              <a:t>Rating</a:t>
            </a:r>
          </a:p>
          <a:p>
            <a:pPr marL="358775" lvl="1" indent="-273050">
              <a:spcBef>
                <a:spcPts val="600"/>
              </a:spcBef>
              <a:buFont typeface="Wingdings" panose="05000000000000000000" pitchFamily="2" charset="2"/>
              <a:buChar char="§"/>
            </a:pPr>
            <a:r>
              <a:rPr lang="en-GB" sz="1700" i="1" dirty="0">
                <a:latin typeface="+mn-lt"/>
              </a:rPr>
              <a:t>Opinions</a:t>
            </a:r>
          </a:p>
        </p:txBody>
      </p:sp>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4427FDC1-2C92-2632-659B-A8D2200064DB}"/>
                  </a:ext>
                </a:extLst>
              </p14:cNvPr>
              <p14:cNvContentPartPr/>
              <p14:nvPr/>
            </p14:nvContentPartPr>
            <p14:xfrm>
              <a:off x="6674923" y="4359643"/>
              <a:ext cx="920520" cy="538920"/>
            </p14:xfrm>
          </p:contentPart>
        </mc:Choice>
        <mc:Fallback xmlns="">
          <p:pic>
            <p:nvPicPr>
              <p:cNvPr id="14" name="Ink 13">
                <a:extLst>
                  <a:ext uri="{FF2B5EF4-FFF2-40B4-BE49-F238E27FC236}">
                    <a16:creationId xmlns:a16="http://schemas.microsoft.com/office/drawing/2014/main" id="{4427FDC1-2C92-2632-659B-A8D2200064DB}"/>
                  </a:ext>
                </a:extLst>
              </p:cNvPr>
              <p:cNvPicPr/>
              <p:nvPr/>
            </p:nvPicPr>
            <p:blipFill>
              <a:blip r:embed="rId5"/>
              <a:stretch>
                <a:fillRect/>
              </a:stretch>
            </p:blipFill>
            <p:spPr>
              <a:xfrm>
                <a:off x="6584923" y="4179643"/>
                <a:ext cx="1100160" cy="898560"/>
              </a:xfrm>
              <a:prstGeom prst="rect">
                <a:avLst/>
              </a:prstGeom>
            </p:spPr>
          </p:pic>
        </mc:Fallback>
      </mc:AlternateContent>
      <p:grpSp>
        <p:nvGrpSpPr>
          <p:cNvPr id="38" name="Group 37">
            <a:extLst>
              <a:ext uri="{FF2B5EF4-FFF2-40B4-BE49-F238E27FC236}">
                <a16:creationId xmlns:a16="http://schemas.microsoft.com/office/drawing/2014/main" id="{6E87912F-C625-BF0C-31BF-33DD3E7F4B45}"/>
              </a:ext>
            </a:extLst>
          </p:cNvPr>
          <p:cNvGrpSpPr/>
          <p:nvPr/>
        </p:nvGrpSpPr>
        <p:grpSpPr>
          <a:xfrm>
            <a:off x="3466963" y="2819151"/>
            <a:ext cx="913320" cy="131040"/>
            <a:chOff x="3466963" y="2819151"/>
            <a:chExt cx="913320" cy="131040"/>
          </a:xfrm>
        </p:grpSpPr>
        <mc:AlternateContent xmlns:mc="http://schemas.openxmlformats.org/markup-compatibility/2006" xmlns:p14="http://schemas.microsoft.com/office/powerpoint/2010/main">
          <mc:Choice Requires="p14">
            <p:contentPart p14:bwMode="auto" r:id="rId6">
              <p14:nvContentPartPr>
                <p14:cNvPr id="36" name="Ink 35">
                  <a:extLst>
                    <a:ext uri="{FF2B5EF4-FFF2-40B4-BE49-F238E27FC236}">
                      <a16:creationId xmlns:a16="http://schemas.microsoft.com/office/drawing/2014/main" id="{86868219-C9B8-328F-F294-F471A1E8C085}"/>
                    </a:ext>
                  </a:extLst>
                </p14:cNvPr>
                <p14:cNvContentPartPr/>
                <p14:nvPr/>
              </p14:nvContentPartPr>
              <p14:xfrm>
                <a:off x="3466963" y="2884311"/>
                <a:ext cx="790560" cy="38520"/>
              </p14:xfrm>
            </p:contentPart>
          </mc:Choice>
          <mc:Fallback xmlns="">
            <p:pic>
              <p:nvPicPr>
                <p:cNvPr id="36" name="Ink 35">
                  <a:extLst>
                    <a:ext uri="{FF2B5EF4-FFF2-40B4-BE49-F238E27FC236}">
                      <a16:creationId xmlns:a16="http://schemas.microsoft.com/office/drawing/2014/main" id="{86868219-C9B8-328F-F294-F471A1E8C085}"/>
                    </a:ext>
                  </a:extLst>
                </p:cNvPr>
                <p:cNvPicPr/>
                <p:nvPr/>
              </p:nvPicPr>
              <p:blipFill>
                <a:blip r:embed="rId7"/>
                <a:stretch>
                  <a:fillRect/>
                </a:stretch>
              </p:blipFill>
              <p:spPr>
                <a:xfrm>
                  <a:off x="3448963" y="2866671"/>
                  <a:ext cx="82620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7" name="Ink 36">
                  <a:extLst>
                    <a:ext uri="{FF2B5EF4-FFF2-40B4-BE49-F238E27FC236}">
                      <a16:creationId xmlns:a16="http://schemas.microsoft.com/office/drawing/2014/main" id="{ABA14E16-9B41-A29D-FBD7-BACF511CE259}"/>
                    </a:ext>
                  </a:extLst>
                </p14:cNvPr>
                <p14:cNvContentPartPr/>
                <p14:nvPr/>
              </p14:nvContentPartPr>
              <p14:xfrm>
                <a:off x="4212523" y="2819151"/>
                <a:ext cx="167760" cy="131040"/>
              </p14:xfrm>
            </p:contentPart>
          </mc:Choice>
          <mc:Fallback xmlns="">
            <p:pic>
              <p:nvPicPr>
                <p:cNvPr id="37" name="Ink 36">
                  <a:extLst>
                    <a:ext uri="{FF2B5EF4-FFF2-40B4-BE49-F238E27FC236}">
                      <a16:creationId xmlns:a16="http://schemas.microsoft.com/office/drawing/2014/main" id="{ABA14E16-9B41-A29D-FBD7-BACF511CE259}"/>
                    </a:ext>
                  </a:extLst>
                </p:cNvPr>
                <p:cNvPicPr/>
                <p:nvPr/>
              </p:nvPicPr>
              <p:blipFill>
                <a:blip r:embed="rId9"/>
                <a:stretch>
                  <a:fillRect/>
                </a:stretch>
              </p:blipFill>
              <p:spPr>
                <a:xfrm>
                  <a:off x="4194883" y="2801511"/>
                  <a:ext cx="203400" cy="166680"/>
                </a:xfrm>
                <a:prstGeom prst="rect">
                  <a:avLst/>
                </a:prstGeom>
              </p:spPr>
            </p:pic>
          </mc:Fallback>
        </mc:AlternateContent>
      </p:grpSp>
      <p:grpSp>
        <p:nvGrpSpPr>
          <p:cNvPr id="41" name="Group 40">
            <a:extLst>
              <a:ext uri="{FF2B5EF4-FFF2-40B4-BE49-F238E27FC236}">
                <a16:creationId xmlns:a16="http://schemas.microsoft.com/office/drawing/2014/main" id="{4764456C-1E50-C13D-F6A7-77B75B98D289}"/>
              </a:ext>
            </a:extLst>
          </p:cNvPr>
          <p:cNvGrpSpPr/>
          <p:nvPr/>
        </p:nvGrpSpPr>
        <p:grpSpPr>
          <a:xfrm>
            <a:off x="3733723" y="3526551"/>
            <a:ext cx="843120" cy="250560"/>
            <a:chOff x="3733723" y="3526551"/>
            <a:chExt cx="843120" cy="250560"/>
          </a:xfrm>
        </p:grpSpPr>
        <mc:AlternateContent xmlns:mc="http://schemas.openxmlformats.org/markup-compatibility/2006" xmlns:p14="http://schemas.microsoft.com/office/powerpoint/2010/main">
          <mc:Choice Requires="p14">
            <p:contentPart p14:bwMode="auto" r:id="rId10">
              <p14:nvContentPartPr>
                <p14:cNvPr id="39" name="Ink 38">
                  <a:extLst>
                    <a:ext uri="{FF2B5EF4-FFF2-40B4-BE49-F238E27FC236}">
                      <a16:creationId xmlns:a16="http://schemas.microsoft.com/office/drawing/2014/main" id="{5E649ECE-4CB0-6BE2-34C2-C16208D8E038}"/>
                    </a:ext>
                  </a:extLst>
                </p14:cNvPr>
                <p14:cNvContentPartPr/>
                <p14:nvPr/>
              </p14:nvContentPartPr>
              <p14:xfrm>
                <a:off x="3733723" y="3565071"/>
                <a:ext cx="798840" cy="22320"/>
              </p14:xfrm>
            </p:contentPart>
          </mc:Choice>
          <mc:Fallback xmlns="">
            <p:pic>
              <p:nvPicPr>
                <p:cNvPr id="39" name="Ink 38">
                  <a:extLst>
                    <a:ext uri="{FF2B5EF4-FFF2-40B4-BE49-F238E27FC236}">
                      <a16:creationId xmlns:a16="http://schemas.microsoft.com/office/drawing/2014/main" id="{5E649ECE-4CB0-6BE2-34C2-C16208D8E038}"/>
                    </a:ext>
                  </a:extLst>
                </p:cNvPr>
                <p:cNvPicPr/>
                <p:nvPr/>
              </p:nvPicPr>
              <p:blipFill>
                <a:blip r:embed="rId11"/>
                <a:stretch>
                  <a:fillRect/>
                </a:stretch>
              </p:blipFill>
              <p:spPr>
                <a:xfrm>
                  <a:off x="3715723" y="3547071"/>
                  <a:ext cx="83448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0" name="Ink 39">
                  <a:extLst>
                    <a:ext uri="{FF2B5EF4-FFF2-40B4-BE49-F238E27FC236}">
                      <a16:creationId xmlns:a16="http://schemas.microsoft.com/office/drawing/2014/main" id="{AEA9E367-6181-3326-8824-C945009E192E}"/>
                    </a:ext>
                  </a:extLst>
                </p14:cNvPr>
                <p14:cNvContentPartPr/>
                <p14:nvPr/>
              </p14:nvContentPartPr>
              <p14:xfrm>
                <a:off x="4392883" y="3526551"/>
                <a:ext cx="183960" cy="250560"/>
              </p14:xfrm>
            </p:contentPart>
          </mc:Choice>
          <mc:Fallback xmlns="">
            <p:pic>
              <p:nvPicPr>
                <p:cNvPr id="40" name="Ink 39">
                  <a:extLst>
                    <a:ext uri="{FF2B5EF4-FFF2-40B4-BE49-F238E27FC236}">
                      <a16:creationId xmlns:a16="http://schemas.microsoft.com/office/drawing/2014/main" id="{AEA9E367-6181-3326-8824-C945009E192E}"/>
                    </a:ext>
                  </a:extLst>
                </p:cNvPr>
                <p:cNvPicPr/>
                <p:nvPr/>
              </p:nvPicPr>
              <p:blipFill>
                <a:blip r:embed="rId13"/>
                <a:stretch>
                  <a:fillRect/>
                </a:stretch>
              </p:blipFill>
              <p:spPr>
                <a:xfrm>
                  <a:off x="4374883" y="3508911"/>
                  <a:ext cx="219600" cy="286200"/>
                </a:xfrm>
                <a:prstGeom prst="rect">
                  <a:avLst/>
                </a:prstGeom>
              </p:spPr>
            </p:pic>
          </mc:Fallback>
        </mc:AlternateContent>
      </p:grpSp>
      <p:grpSp>
        <p:nvGrpSpPr>
          <p:cNvPr id="46" name="Group 45">
            <a:extLst>
              <a:ext uri="{FF2B5EF4-FFF2-40B4-BE49-F238E27FC236}">
                <a16:creationId xmlns:a16="http://schemas.microsoft.com/office/drawing/2014/main" id="{A66648FD-2658-56A2-1491-EC0368AEC65D}"/>
              </a:ext>
            </a:extLst>
          </p:cNvPr>
          <p:cNvGrpSpPr/>
          <p:nvPr/>
        </p:nvGrpSpPr>
        <p:grpSpPr>
          <a:xfrm>
            <a:off x="3140443" y="4071231"/>
            <a:ext cx="1437480" cy="473400"/>
            <a:chOff x="3140443" y="4071231"/>
            <a:chExt cx="1437480" cy="473400"/>
          </a:xfrm>
        </p:grpSpPr>
        <mc:AlternateContent xmlns:mc="http://schemas.openxmlformats.org/markup-compatibility/2006" xmlns:p14="http://schemas.microsoft.com/office/powerpoint/2010/main">
          <mc:Choice Requires="p14">
            <p:contentPart p14:bwMode="auto" r:id="rId14">
              <p14:nvContentPartPr>
                <p14:cNvPr id="42" name="Ink 41">
                  <a:extLst>
                    <a:ext uri="{FF2B5EF4-FFF2-40B4-BE49-F238E27FC236}">
                      <a16:creationId xmlns:a16="http://schemas.microsoft.com/office/drawing/2014/main" id="{48450A7D-B157-530A-6D23-0B8A773001BA}"/>
                    </a:ext>
                  </a:extLst>
                </p14:cNvPr>
                <p14:cNvContentPartPr/>
                <p14:nvPr/>
              </p14:nvContentPartPr>
              <p14:xfrm>
                <a:off x="3140443" y="4071231"/>
                <a:ext cx="16920" cy="473400"/>
              </p14:xfrm>
            </p:contentPart>
          </mc:Choice>
          <mc:Fallback xmlns="">
            <p:pic>
              <p:nvPicPr>
                <p:cNvPr id="42" name="Ink 41">
                  <a:extLst>
                    <a:ext uri="{FF2B5EF4-FFF2-40B4-BE49-F238E27FC236}">
                      <a16:creationId xmlns:a16="http://schemas.microsoft.com/office/drawing/2014/main" id="{48450A7D-B157-530A-6D23-0B8A773001BA}"/>
                    </a:ext>
                  </a:extLst>
                </p:cNvPr>
                <p:cNvPicPr/>
                <p:nvPr/>
              </p:nvPicPr>
              <p:blipFill>
                <a:blip r:embed="rId15"/>
                <a:stretch>
                  <a:fillRect/>
                </a:stretch>
              </p:blipFill>
              <p:spPr>
                <a:xfrm>
                  <a:off x="3122443" y="4053231"/>
                  <a:ext cx="52560" cy="5090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3" name="Ink 42">
                  <a:extLst>
                    <a:ext uri="{FF2B5EF4-FFF2-40B4-BE49-F238E27FC236}">
                      <a16:creationId xmlns:a16="http://schemas.microsoft.com/office/drawing/2014/main" id="{2CF87DBB-ABCA-2F43-8BF8-998D503E2775}"/>
                    </a:ext>
                  </a:extLst>
                </p14:cNvPr>
                <p14:cNvContentPartPr/>
                <p14:nvPr/>
              </p14:nvContentPartPr>
              <p14:xfrm>
                <a:off x="3189043" y="4353471"/>
                <a:ext cx="1301760" cy="23040"/>
              </p14:xfrm>
            </p:contentPart>
          </mc:Choice>
          <mc:Fallback xmlns="">
            <p:pic>
              <p:nvPicPr>
                <p:cNvPr id="43" name="Ink 42">
                  <a:extLst>
                    <a:ext uri="{FF2B5EF4-FFF2-40B4-BE49-F238E27FC236}">
                      <a16:creationId xmlns:a16="http://schemas.microsoft.com/office/drawing/2014/main" id="{2CF87DBB-ABCA-2F43-8BF8-998D503E2775}"/>
                    </a:ext>
                  </a:extLst>
                </p:cNvPr>
                <p:cNvPicPr/>
                <p:nvPr/>
              </p:nvPicPr>
              <p:blipFill>
                <a:blip r:embed="rId17"/>
                <a:stretch>
                  <a:fillRect/>
                </a:stretch>
              </p:blipFill>
              <p:spPr>
                <a:xfrm>
                  <a:off x="3171403" y="4335471"/>
                  <a:ext cx="133740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5" name="Ink 44">
                  <a:extLst>
                    <a:ext uri="{FF2B5EF4-FFF2-40B4-BE49-F238E27FC236}">
                      <a16:creationId xmlns:a16="http://schemas.microsoft.com/office/drawing/2014/main" id="{ED0542E5-31A2-4F1B-58E2-BF702FD0A59D}"/>
                    </a:ext>
                  </a:extLst>
                </p14:cNvPr>
                <p14:cNvContentPartPr/>
                <p14:nvPr/>
              </p14:nvContentPartPr>
              <p14:xfrm>
                <a:off x="4419883" y="4283631"/>
                <a:ext cx="158040" cy="182160"/>
              </p14:xfrm>
            </p:contentPart>
          </mc:Choice>
          <mc:Fallback xmlns="">
            <p:pic>
              <p:nvPicPr>
                <p:cNvPr id="45" name="Ink 44">
                  <a:extLst>
                    <a:ext uri="{FF2B5EF4-FFF2-40B4-BE49-F238E27FC236}">
                      <a16:creationId xmlns:a16="http://schemas.microsoft.com/office/drawing/2014/main" id="{ED0542E5-31A2-4F1B-58E2-BF702FD0A59D}"/>
                    </a:ext>
                  </a:extLst>
                </p:cNvPr>
                <p:cNvPicPr/>
                <p:nvPr/>
              </p:nvPicPr>
              <p:blipFill>
                <a:blip r:embed="rId19"/>
                <a:stretch>
                  <a:fillRect/>
                </a:stretch>
              </p:blipFill>
              <p:spPr>
                <a:xfrm>
                  <a:off x="4402243" y="4265631"/>
                  <a:ext cx="193680" cy="217800"/>
                </a:xfrm>
                <a:prstGeom prst="rect">
                  <a:avLst/>
                </a:prstGeom>
              </p:spPr>
            </p:pic>
          </mc:Fallback>
        </mc:AlternateContent>
      </p:grpSp>
      <p:sp>
        <p:nvSpPr>
          <p:cNvPr id="54" name="Date Placeholder 53">
            <a:extLst>
              <a:ext uri="{FF2B5EF4-FFF2-40B4-BE49-F238E27FC236}">
                <a16:creationId xmlns:a16="http://schemas.microsoft.com/office/drawing/2014/main" id="{29CCD73E-AD19-649F-E98B-4DA47ED866FE}"/>
              </a:ext>
            </a:extLst>
          </p:cNvPr>
          <p:cNvSpPr>
            <a:spLocks noGrp="1"/>
          </p:cNvSpPr>
          <p:nvPr>
            <p:ph type="dt" sz="half" idx="2"/>
          </p:nvPr>
        </p:nvSpPr>
        <p:spPr/>
        <p:txBody>
          <a:bodyPr/>
          <a:lstStyle/>
          <a:p>
            <a:r>
              <a:rPr lang="en-US"/>
              <a:t>Academic year 2024-25</a:t>
            </a:r>
            <a:endParaRPr lang="en-US" dirty="0"/>
          </a:p>
        </p:txBody>
      </p:sp>
      <p:sp>
        <p:nvSpPr>
          <p:cNvPr id="55" name="Footer Placeholder 54">
            <a:extLst>
              <a:ext uri="{FF2B5EF4-FFF2-40B4-BE49-F238E27FC236}">
                <a16:creationId xmlns:a16="http://schemas.microsoft.com/office/drawing/2014/main" id="{0FB63D03-1567-F205-5A0C-A47AD731CAC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6" name="Slide Number Placeholder 55">
            <a:extLst>
              <a:ext uri="{FF2B5EF4-FFF2-40B4-BE49-F238E27FC236}">
                <a16:creationId xmlns:a16="http://schemas.microsoft.com/office/drawing/2014/main" id="{C522906F-BA67-13EE-4BC2-2A3E992B8E87}"/>
              </a:ext>
            </a:extLst>
          </p:cNvPr>
          <p:cNvSpPr>
            <a:spLocks noGrp="1"/>
          </p:cNvSpPr>
          <p:nvPr>
            <p:ph type="sldNum" sz="quarter" idx="4"/>
          </p:nvPr>
        </p:nvSpPr>
        <p:spPr/>
        <p:txBody>
          <a:bodyPr/>
          <a:lstStyle/>
          <a:p>
            <a:fld id="{9FD7ECCF-50E7-4327-B945-FA93FF7B2BEF}" type="slidenum">
              <a:rPr lang="en-US" smtClean="0"/>
              <a:pPr/>
              <a:t>40</a:t>
            </a:fld>
            <a:r>
              <a:rPr lang="en-GB"/>
              <a:t>/50</a:t>
            </a:r>
            <a:endParaRPr lang="en-US" dirty="0"/>
          </a:p>
        </p:txBody>
      </p:sp>
    </p:spTree>
    <p:extLst>
      <p:ext uri="{BB962C8B-B14F-4D97-AF65-F5344CB8AC3E}">
        <p14:creationId xmlns:p14="http://schemas.microsoft.com/office/powerpoint/2010/main" val="13985510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xfrm>
            <a:off x="612648" y="228600"/>
            <a:ext cx="8531352" cy="990600"/>
          </a:xfrm>
        </p:spPr>
        <p:txBody>
          <a:bodyPr>
            <a:normAutofit/>
          </a:bodyPr>
          <a:lstStyle/>
          <a:p>
            <a:r>
              <a:rPr lang="en-GB" dirty="0"/>
              <a:t>An extended list of experience goals</a:t>
            </a:r>
            <a:endParaRPr lang="en-US" dirty="0"/>
          </a:p>
        </p:txBody>
      </p:sp>
      <p:sp>
        <p:nvSpPr>
          <p:cNvPr id="133123" name="Rectangle 3"/>
          <p:cNvSpPr>
            <a:spLocks noGrp="1" noChangeArrowheads="1"/>
          </p:cNvSpPr>
          <p:nvPr>
            <p:ph sz="quarter" idx="1"/>
          </p:nvPr>
        </p:nvSpPr>
        <p:spPr>
          <a:xfrm>
            <a:off x="685800" y="1571612"/>
            <a:ext cx="8229600" cy="4524388"/>
          </a:xfrm>
        </p:spPr>
        <p:txBody>
          <a:bodyPr>
            <a:normAutofit/>
          </a:bodyPr>
          <a:lstStyle/>
          <a:p>
            <a:pPr marL="609600" indent="-609600">
              <a:spcBef>
                <a:spcPct val="5000"/>
              </a:spcBef>
            </a:pPr>
            <a:r>
              <a:rPr lang="en-GB" sz="2000" dirty="0"/>
              <a:t>Satisfying</a:t>
            </a:r>
          </a:p>
          <a:p>
            <a:pPr marL="609600" indent="-609600">
              <a:spcBef>
                <a:spcPct val="5000"/>
              </a:spcBef>
            </a:pPr>
            <a:r>
              <a:rPr lang="en-GB" sz="2000" dirty="0"/>
              <a:t>Enjoyable</a:t>
            </a:r>
          </a:p>
          <a:p>
            <a:pPr marL="609600" indent="-609600">
              <a:spcBef>
                <a:spcPct val="5000"/>
              </a:spcBef>
            </a:pPr>
            <a:r>
              <a:rPr lang="en-GB" sz="2000" dirty="0"/>
              <a:t>Fun</a:t>
            </a:r>
          </a:p>
          <a:p>
            <a:pPr marL="609600" indent="-609600">
              <a:spcBef>
                <a:spcPct val="5000"/>
              </a:spcBef>
            </a:pPr>
            <a:r>
              <a:rPr lang="en-GB" sz="2000" dirty="0"/>
              <a:t>Entertaining</a:t>
            </a:r>
          </a:p>
          <a:p>
            <a:pPr marL="609600" indent="-609600">
              <a:spcBef>
                <a:spcPct val="5000"/>
              </a:spcBef>
            </a:pPr>
            <a:r>
              <a:rPr lang="en-GB" sz="2000" dirty="0"/>
              <a:t>Helpful</a:t>
            </a:r>
          </a:p>
          <a:p>
            <a:pPr marL="609600" indent="-609600">
              <a:spcBef>
                <a:spcPct val="5000"/>
              </a:spcBef>
            </a:pPr>
            <a:r>
              <a:rPr lang="en-GB" sz="2000" dirty="0"/>
              <a:t>Motivating</a:t>
            </a:r>
          </a:p>
          <a:p>
            <a:pPr marL="609600" indent="-609600">
              <a:spcBef>
                <a:spcPct val="5000"/>
              </a:spcBef>
            </a:pPr>
            <a:r>
              <a:rPr lang="en-GB" sz="2000" dirty="0"/>
              <a:t>Aesthetically pleasing</a:t>
            </a:r>
          </a:p>
          <a:p>
            <a:pPr marL="609600" indent="-609600">
              <a:spcBef>
                <a:spcPct val="5000"/>
              </a:spcBef>
            </a:pPr>
            <a:r>
              <a:rPr lang="en-GB" sz="2000" dirty="0"/>
              <a:t>Supportive of creativity</a:t>
            </a:r>
          </a:p>
          <a:p>
            <a:pPr marL="609600" indent="-609600">
              <a:spcBef>
                <a:spcPct val="5000"/>
              </a:spcBef>
            </a:pPr>
            <a:r>
              <a:rPr lang="en-GB" sz="2000" dirty="0"/>
              <a:t>Rewarding</a:t>
            </a:r>
          </a:p>
          <a:p>
            <a:pPr marL="609600" indent="-609600">
              <a:spcBef>
                <a:spcPct val="5000"/>
              </a:spcBef>
            </a:pPr>
            <a:r>
              <a:rPr lang="en-GB" sz="2000" dirty="0"/>
              <a:t>Emotionally fulfilling</a:t>
            </a:r>
          </a:p>
        </p:txBody>
      </p:sp>
      <p:sp>
        <p:nvSpPr>
          <p:cNvPr id="12" name="Date Placeholder 11">
            <a:extLst>
              <a:ext uri="{FF2B5EF4-FFF2-40B4-BE49-F238E27FC236}">
                <a16:creationId xmlns:a16="http://schemas.microsoft.com/office/drawing/2014/main" id="{27A430EB-5A03-B20E-B67F-FAB2D9BAA18F}"/>
              </a:ext>
            </a:extLst>
          </p:cNvPr>
          <p:cNvSpPr>
            <a:spLocks noGrp="1"/>
          </p:cNvSpPr>
          <p:nvPr>
            <p:ph type="dt" sz="half" idx="2"/>
          </p:nvPr>
        </p:nvSpPr>
        <p:spPr/>
        <p:txBody>
          <a:bodyPr/>
          <a:lstStyle/>
          <a:p>
            <a:r>
              <a:rPr lang="en-US"/>
              <a:t>Academic year 2024-25</a:t>
            </a:r>
            <a:endParaRPr lang="en-US" dirty="0"/>
          </a:p>
        </p:txBody>
      </p:sp>
      <p:sp>
        <p:nvSpPr>
          <p:cNvPr id="13" name="Footer Placeholder 12">
            <a:extLst>
              <a:ext uri="{FF2B5EF4-FFF2-40B4-BE49-F238E27FC236}">
                <a16:creationId xmlns:a16="http://schemas.microsoft.com/office/drawing/2014/main" id="{14716ABF-A1A6-50E4-3F89-20453EE0479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4" name="Slide Number Placeholder 13">
            <a:extLst>
              <a:ext uri="{FF2B5EF4-FFF2-40B4-BE49-F238E27FC236}">
                <a16:creationId xmlns:a16="http://schemas.microsoft.com/office/drawing/2014/main" id="{EBBB7236-27D3-96AD-B5A8-49360F41ED20}"/>
              </a:ext>
            </a:extLst>
          </p:cNvPr>
          <p:cNvSpPr>
            <a:spLocks noGrp="1"/>
          </p:cNvSpPr>
          <p:nvPr>
            <p:ph type="sldNum" sz="quarter" idx="4"/>
          </p:nvPr>
        </p:nvSpPr>
        <p:spPr/>
        <p:txBody>
          <a:bodyPr/>
          <a:lstStyle/>
          <a:p>
            <a:fld id="{9FD7ECCF-50E7-4327-B945-FA93FF7B2BEF}" type="slidenum">
              <a:rPr lang="en-US" smtClean="0"/>
              <a:pPr/>
              <a:t>41</a:t>
            </a:fld>
            <a:r>
              <a:rPr lang="en-GB"/>
              <a:t>/50</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p:txBody>
          <a:bodyPr>
            <a:normAutofit/>
          </a:bodyPr>
          <a:lstStyle/>
          <a:p>
            <a:r>
              <a:rPr lang="en-GB" dirty="0"/>
              <a:t>Enjoyable</a:t>
            </a:r>
            <a:endParaRPr lang="en-US" dirty="0"/>
          </a:p>
        </p:txBody>
      </p:sp>
      <p:sp>
        <p:nvSpPr>
          <p:cNvPr id="135171" name="Rectangle 3"/>
          <p:cNvSpPr>
            <a:spLocks noGrp="1" noChangeArrowheads="1"/>
          </p:cNvSpPr>
          <p:nvPr>
            <p:ph sz="quarter" idx="1"/>
          </p:nvPr>
        </p:nvSpPr>
        <p:spPr>
          <a:xfrm>
            <a:off x="685800" y="1643050"/>
            <a:ext cx="8229600" cy="4452950"/>
          </a:xfrm>
        </p:spPr>
        <p:txBody>
          <a:bodyPr>
            <a:normAutofit/>
          </a:bodyPr>
          <a:lstStyle/>
          <a:p>
            <a:pPr marL="609600" indent="-609600">
              <a:spcBef>
                <a:spcPct val="5000"/>
              </a:spcBef>
            </a:pPr>
            <a:r>
              <a:rPr lang="en-GB" sz="2000" dirty="0"/>
              <a:t>Some aspects that have been describe as contributing to pleasure include:</a:t>
            </a:r>
          </a:p>
          <a:p>
            <a:pPr marL="990600" lvl="1" indent="-533400">
              <a:spcBef>
                <a:spcPct val="5000"/>
              </a:spcBef>
            </a:pPr>
            <a:r>
              <a:rPr lang="en-GB" sz="2000" dirty="0"/>
              <a:t>attention</a:t>
            </a:r>
          </a:p>
          <a:p>
            <a:pPr marL="990600" lvl="1" indent="-533400">
              <a:spcBef>
                <a:spcPct val="5000"/>
              </a:spcBef>
            </a:pPr>
            <a:r>
              <a:rPr lang="en-GB" sz="2000" dirty="0"/>
              <a:t>pace</a:t>
            </a:r>
          </a:p>
          <a:p>
            <a:pPr marL="990600" lvl="1" indent="-533400">
              <a:spcBef>
                <a:spcPct val="5000"/>
              </a:spcBef>
            </a:pPr>
            <a:r>
              <a:rPr lang="en-GB" sz="2000" dirty="0"/>
              <a:t>play</a:t>
            </a:r>
          </a:p>
          <a:p>
            <a:pPr marL="990600" lvl="1" indent="-533400">
              <a:spcBef>
                <a:spcPct val="5000"/>
              </a:spcBef>
            </a:pPr>
            <a:r>
              <a:rPr lang="en-GB" sz="2000" dirty="0"/>
              <a:t>interactivity</a:t>
            </a:r>
          </a:p>
          <a:p>
            <a:pPr marL="990600" lvl="1" indent="-533400">
              <a:spcBef>
                <a:spcPct val="5000"/>
              </a:spcBef>
            </a:pPr>
            <a:r>
              <a:rPr lang="en-GB" sz="2000" dirty="0"/>
              <a:t>conscious and unconscious control</a:t>
            </a:r>
          </a:p>
          <a:p>
            <a:pPr marL="990600" lvl="1" indent="-533400">
              <a:spcBef>
                <a:spcPct val="5000"/>
              </a:spcBef>
            </a:pPr>
            <a:r>
              <a:rPr lang="en-GB" sz="2000" dirty="0"/>
              <a:t>engagement</a:t>
            </a:r>
          </a:p>
          <a:p>
            <a:pPr marL="990600" lvl="1" indent="-533400">
              <a:spcBef>
                <a:spcPct val="5000"/>
              </a:spcBef>
            </a:pPr>
            <a:r>
              <a:rPr lang="en-GB" sz="2000" dirty="0"/>
              <a:t>style of narrative</a:t>
            </a:r>
          </a:p>
          <a:p>
            <a:pPr marL="609600" indent="-609600">
              <a:spcBef>
                <a:spcPct val="5000"/>
              </a:spcBef>
            </a:pPr>
            <a:r>
              <a:rPr lang="en-GB" sz="2000" dirty="0"/>
              <a:t>Easy to use is not always more enjoyable and fun</a:t>
            </a:r>
          </a:p>
          <a:p>
            <a:pPr marL="609600" indent="-609600">
              <a:spcBef>
                <a:spcPct val="5000"/>
              </a:spcBef>
              <a:buFontTx/>
              <a:buNone/>
            </a:pPr>
            <a:endParaRPr lang="en-GB" sz="2000" dirty="0"/>
          </a:p>
        </p:txBody>
      </p:sp>
      <p:sp>
        <p:nvSpPr>
          <p:cNvPr id="12" name="Date Placeholder 11">
            <a:extLst>
              <a:ext uri="{FF2B5EF4-FFF2-40B4-BE49-F238E27FC236}">
                <a16:creationId xmlns:a16="http://schemas.microsoft.com/office/drawing/2014/main" id="{019C5192-1843-BC12-4B13-0520FDEDBECA}"/>
              </a:ext>
            </a:extLst>
          </p:cNvPr>
          <p:cNvSpPr>
            <a:spLocks noGrp="1"/>
          </p:cNvSpPr>
          <p:nvPr>
            <p:ph type="dt" sz="half" idx="2"/>
          </p:nvPr>
        </p:nvSpPr>
        <p:spPr/>
        <p:txBody>
          <a:bodyPr/>
          <a:lstStyle/>
          <a:p>
            <a:r>
              <a:rPr lang="en-US"/>
              <a:t>Academic year 2024-25</a:t>
            </a:r>
            <a:endParaRPr lang="en-US" dirty="0"/>
          </a:p>
        </p:txBody>
      </p:sp>
      <p:sp>
        <p:nvSpPr>
          <p:cNvPr id="13" name="Footer Placeholder 12">
            <a:extLst>
              <a:ext uri="{FF2B5EF4-FFF2-40B4-BE49-F238E27FC236}">
                <a16:creationId xmlns:a16="http://schemas.microsoft.com/office/drawing/2014/main" id="{28371691-5DBA-1C48-D0B6-C43A5AA6E3B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4" name="Slide Number Placeholder 13">
            <a:extLst>
              <a:ext uri="{FF2B5EF4-FFF2-40B4-BE49-F238E27FC236}">
                <a16:creationId xmlns:a16="http://schemas.microsoft.com/office/drawing/2014/main" id="{A736B069-D857-E9A4-2C09-D30A4940F3F7}"/>
              </a:ext>
            </a:extLst>
          </p:cNvPr>
          <p:cNvSpPr>
            <a:spLocks noGrp="1"/>
          </p:cNvSpPr>
          <p:nvPr>
            <p:ph type="sldNum" sz="quarter" idx="4"/>
          </p:nvPr>
        </p:nvSpPr>
        <p:spPr/>
        <p:txBody>
          <a:bodyPr/>
          <a:lstStyle/>
          <a:p>
            <a:fld id="{9FD7ECCF-50E7-4327-B945-FA93FF7B2BEF}" type="slidenum">
              <a:rPr lang="en-US" smtClean="0"/>
              <a:pPr/>
              <a:t>42</a:t>
            </a:fld>
            <a:r>
              <a:rPr lang="en-GB"/>
              <a:t>/50</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00418FE7-713D-9DAD-CB21-13E178872852}"/>
              </a:ext>
            </a:extLst>
          </p:cNvPr>
          <p:cNvSpPr>
            <a:spLocks noGrp="1"/>
          </p:cNvSpPr>
          <p:nvPr>
            <p:ph type="body" idx="1"/>
          </p:nvPr>
        </p:nvSpPr>
        <p:spPr/>
        <p:txBody>
          <a:bodyPr/>
          <a:lstStyle/>
          <a:p>
            <a:endParaRPr lang="en-GB"/>
          </a:p>
        </p:txBody>
      </p:sp>
      <p:sp>
        <p:nvSpPr>
          <p:cNvPr id="7" name="Title 6">
            <a:extLst>
              <a:ext uri="{FF2B5EF4-FFF2-40B4-BE49-F238E27FC236}">
                <a16:creationId xmlns:a16="http://schemas.microsoft.com/office/drawing/2014/main" id="{2D1A413A-D587-B527-0866-093B88838DA2}"/>
              </a:ext>
            </a:extLst>
          </p:cNvPr>
          <p:cNvSpPr>
            <a:spLocks noGrp="1"/>
          </p:cNvSpPr>
          <p:nvPr>
            <p:ph type="title"/>
          </p:nvPr>
        </p:nvSpPr>
        <p:spPr/>
        <p:txBody>
          <a:bodyPr/>
          <a:lstStyle/>
          <a:p>
            <a:r>
              <a:rPr lang="en-GB" dirty="0"/>
              <a:t>A brief history of usability testing</a:t>
            </a:r>
          </a:p>
        </p:txBody>
      </p:sp>
      <p:sp>
        <p:nvSpPr>
          <p:cNvPr id="14" name="Date Placeholder 13">
            <a:extLst>
              <a:ext uri="{FF2B5EF4-FFF2-40B4-BE49-F238E27FC236}">
                <a16:creationId xmlns:a16="http://schemas.microsoft.com/office/drawing/2014/main" id="{4A1B0E72-3961-715B-F20A-9CC0A6D3550F}"/>
              </a:ext>
            </a:extLst>
          </p:cNvPr>
          <p:cNvSpPr>
            <a:spLocks noGrp="1"/>
          </p:cNvSpPr>
          <p:nvPr>
            <p:ph type="dt" sz="half" idx="2"/>
          </p:nvPr>
        </p:nvSpPr>
        <p:spPr/>
        <p:txBody>
          <a:bodyPr/>
          <a:lstStyle/>
          <a:p>
            <a:r>
              <a:rPr lang="en-US"/>
              <a:t>Academic year 2024-25</a:t>
            </a:r>
            <a:endParaRPr lang="en-US" dirty="0"/>
          </a:p>
        </p:txBody>
      </p:sp>
      <p:sp>
        <p:nvSpPr>
          <p:cNvPr id="15" name="Footer Placeholder 14">
            <a:extLst>
              <a:ext uri="{FF2B5EF4-FFF2-40B4-BE49-F238E27FC236}">
                <a16:creationId xmlns:a16="http://schemas.microsoft.com/office/drawing/2014/main" id="{0799256A-DFCD-DFA2-6D2C-BC531F9C071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6" name="Slide Number Placeholder 15">
            <a:extLst>
              <a:ext uri="{FF2B5EF4-FFF2-40B4-BE49-F238E27FC236}">
                <a16:creationId xmlns:a16="http://schemas.microsoft.com/office/drawing/2014/main" id="{E90E0AED-1CE4-5758-CB67-D7862265CFE5}"/>
              </a:ext>
            </a:extLst>
          </p:cNvPr>
          <p:cNvSpPr>
            <a:spLocks noGrp="1"/>
          </p:cNvSpPr>
          <p:nvPr>
            <p:ph type="sldNum" sz="quarter" idx="11"/>
          </p:nvPr>
        </p:nvSpPr>
        <p:spPr/>
        <p:txBody>
          <a:bodyPr/>
          <a:lstStyle/>
          <a:p>
            <a:fld id="{4F96EDF4-259A-48E8-B98E-8CB70E21F623}" type="slidenum">
              <a:rPr lang="en-US" smtClean="0"/>
              <a:pPr/>
              <a:t>43</a:t>
            </a:fld>
            <a:r>
              <a:rPr lang="en-GB"/>
              <a:t>/ 50</a:t>
            </a:r>
            <a:endParaRPr lang="en-US" dirty="0"/>
          </a:p>
        </p:txBody>
      </p:sp>
    </p:spTree>
    <p:extLst>
      <p:ext uri="{BB962C8B-B14F-4D97-AF65-F5344CB8AC3E}">
        <p14:creationId xmlns:p14="http://schemas.microsoft.com/office/powerpoint/2010/main" val="34193328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Scope of usability testing in the 80s</a:t>
            </a:r>
          </a:p>
        </p:txBody>
      </p:sp>
      <p:sp>
        <p:nvSpPr>
          <p:cNvPr id="3" name="Content Placeholder 2"/>
          <p:cNvSpPr>
            <a:spLocks noGrp="1"/>
          </p:cNvSpPr>
          <p:nvPr>
            <p:ph sz="quarter" idx="1"/>
          </p:nvPr>
        </p:nvSpPr>
        <p:spPr/>
        <p:txBody>
          <a:bodyPr>
            <a:normAutofit/>
          </a:bodyPr>
          <a:lstStyle/>
          <a:p>
            <a:r>
              <a:rPr lang="en-GB" sz="2800" dirty="0"/>
              <a:t>Early usability testing (in the 1980s, mostly for software interfaces) had its origins in two traditions that called for large numbers (and therefore much money).</a:t>
            </a:r>
          </a:p>
          <a:p>
            <a:pPr marL="880110" lvl="1" indent="-514350">
              <a:buFont typeface="+mj-lt"/>
              <a:buAutoNum type="arabicPeriod"/>
            </a:pPr>
            <a:r>
              <a:rPr lang="en-GB" sz="2400" dirty="0"/>
              <a:t>it was modelled on academic psychology studies where having enough people to reach </a:t>
            </a:r>
            <a:r>
              <a:rPr lang="en-GB" sz="2400" b="1" dirty="0">
                <a:solidFill>
                  <a:schemeClr val="accent2">
                    <a:lumMod val="75000"/>
                  </a:schemeClr>
                </a:solidFill>
              </a:rPr>
              <a:t>statistical validity</a:t>
            </a:r>
            <a:r>
              <a:rPr lang="en-GB" sz="2400" b="1" dirty="0">
                <a:solidFill>
                  <a:srgbClr val="FFC000"/>
                </a:solidFill>
              </a:rPr>
              <a:t> </a:t>
            </a:r>
            <a:r>
              <a:rPr lang="en-GB" sz="2400" dirty="0"/>
              <a:t>was a critical factor</a:t>
            </a:r>
          </a:p>
          <a:p>
            <a:pPr marL="880110" lvl="1" indent="-514350">
              <a:buFont typeface="+mj-lt"/>
              <a:buAutoNum type="arabicPeriod"/>
            </a:pPr>
            <a:r>
              <a:rPr lang="en-GB" sz="2400" dirty="0"/>
              <a:t>the goal was usually “</a:t>
            </a:r>
            <a:r>
              <a:rPr lang="en-GB" sz="2400" b="1" dirty="0">
                <a:solidFill>
                  <a:schemeClr val="accent2">
                    <a:lumMod val="75000"/>
                  </a:schemeClr>
                </a:solidFill>
              </a:rPr>
              <a:t>validation</a:t>
            </a:r>
            <a:r>
              <a:rPr lang="en-GB" sz="2400" dirty="0"/>
              <a:t>” – testing once at the end just before release with the goal of showing that all was well</a:t>
            </a:r>
          </a:p>
          <a:p>
            <a:endParaRPr lang="en-GB" sz="2800" dirty="0"/>
          </a:p>
        </p:txBody>
      </p:sp>
      <p:sp>
        <p:nvSpPr>
          <p:cNvPr id="14" name="Date Placeholder 13">
            <a:extLst>
              <a:ext uri="{FF2B5EF4-FFF2-40B4-BE49-F238E27FC236}">
                <a16:creationId xmlns:a16="http://schemas.microsoft.com/office/drawing/2014/main" id="{320E696B-6102-D85B-616F-E98D67359DDB}"/>
              </a:ext>
            </a:extLst>
          </p:cNvPr>
          <p:cNvSpPr>
            <a:spLocks noGrp="1"/>
          </p:cNvSpPr>
          <p:nvPr>
            <p:ph type="dt" sz="half" idx="2"/>
          </p:nvPr>
        </p:nvSpPr>
        <p:spPr/>
        <p:txBody>
          <a:bodyPr/>
          <a:lstStyle/>
          <a:p>
            <a:r>
              <a:rPr lang="en-US"/>
              <a:t>Academic year 2024-25</a:t>
            </a:r>
            <a:endParaRPr lang="en-US" dirty="0"/>
          </a:p>
        </p:txBody>
      </p:sp>
      <p:sp>
        <p:nvSpPr>
          <p:cNvPr id="15" name="Footer Placeholder 14">
            <a:extLst>
              <a:ext uri="{FF2B5EF4-FFF2-40B4-BE49-F238E27FC236}">
                <a16:creationId xmlns:a16="http://schemas.microsoft.com/office/drawing/2014/main" id="{7DEE4219-4AE9-2C56-CF59-C71B005EACB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6" name="Slide Number Placeholder 15">
            <a:extLst>
              <a:ext uri="{FF2B5EF4-FFF2-40B4-BE49-F238E27FC236}">
                <a16:creationId xmlns:a16="http://schemas.microsoft.com/office/drawing/2014/main" id="{DA072390-264D-28B9-D66B-87699FED285E}"/>
              </a:ext>
            </a:extLst>
          </p:cNvPr>
          <p:cNvSpPr>
            <a:spLocks noGrp="1"/>
          </p:cNvSpPr>
          <p:nvPr>
            <p:ph type="sldNum" sz="quarter" idx="4"/>
          </p:nvPr>
        </p:nvSpPr>
        <p:spPr/>
        <p:txBody>
          <a:bodyPr/>
          <a:lstStyle/>
          <a:p>
            <a:fld id="{9FD7ECCF-50E7-4327-B945-FA93FF7B2BEF}" type="slidenum">
              <a:rPr lang="en-US" smtClean="0"/>
              <a:pPr/>
              <a:t>44</a:t>
            </a:fld>
            <a:r>
              <a:rPr lang="en-GB"/>
              <a:t>/50</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A brief history of usability testing</a:t>
            </a:r>
          </a:p>
        </p:txBody>
      </p:sp>
      <p:sp>
        <p:nvSpPr>
          <p:cNvPr id="3" name="Content Placeholder 2"/>
          <p:cNvSpPr>
            <a:spLocks noGrp="1"/>
          </p:cNvSpPr>
          <p:nvPr>
            <p:ph sz="quarter" idx="1"/>
          </p:nvPr>
        </p:nvSpPr>
        <p:spPr>
          <a:xfrm>
            <a:off x="609600" y="1531187"/>
            <a:ext cx="8423848" cy="4925144"/>
          </a:xfrm>
        </p:spPr>
        <p:txBody>
          <a:bodyPr>
            <a:normAutofit/>
          </a:bodyPr>
          <a:lstStyle/>
          <a:p>
            <a:r>
              <a:rPr lang="en-GB" dirty="0"/>
              <a:t>We quickly learned that the previously model was not right and the focus of usability testing then shifted. Key words for usability testing now are </a:t>
            </a:r>
            <a:r>
              <a:rPr lang="en-GB" b="1" dirty="0">
                <a:solidFill>
                  <a:schemeClr val="accent2">
                    <a:lumMod val="75000"/>
                  </a:schemeClr>
                </a:solidFill>
              </a:rPr>
              <a:t>early</a:t>
            </a:r>
            <a:r>
              <a:rPr lang="en-GB" dirty="0"/>
              <a:t>, </a:t>
            </a:r>
            <a:r>
              <a:rPr lang="en-GB" b="1" dirty="0">
                <a:solidFill>
                  <a:schemeClr val="accent2">
                    <a:lumMod val="75000"/>
                  </a:schemeClr>
                </a:solidFill>
              </a:rPr>
              <a:t>often</a:t>
            </a:r>
            <a:r>
              <a:rPr lang="en-GB" dirty="0"/>
              <a:t> and </a:t>
            </a:r>
            <a:r>
              <a:rPr lang="en-GB" b="1" dirty="0">
                <a:solidFill>
                  <a:schemeClr val="accent2">
                    <a:lumMod val="75000"/>
                  </a:schemeClr>
                </a:solidFill>
              </a:rPr>
              <a:t>iterative</a:t>
            </a:r>
          </a:p>
        </p:txBody>
      </p:sp>
      <p:sp>
        <p:nvSpPr>
          <p:cNvPr id="14" name="Date Placeholder 13">
            <a:extLst>
              <a:ext uri="{FF2B5EF4-FFF2-40B4-BE49-F238E27FC236}">
                <a16:creationId xmlns:a16="http://schemas.microsoft.com/office/drawing/2014/main" id="{7DBB81E9-A274-4BA1-1229-8D8FBC3C3E61}"/>
              </a:ext>
            </a:extLst>
          </p:cNvPr>
          <p:cNvSpPr>
            <a:spLocks noGrp="1"/>
          </p:cNvSpPr>
          <p:nvPr>
            <p:ph type="dt" sz="half" idx="2"/>
          </p:nvPr>
        </p:nvSpPr>
        <p:spPr/>
        <p:txBody>
          <a:bodyPr/>
          <a:lstStyle/>
          <a:p>
            <a:r>
              <a:rPr lang="en-US"/>
              <a:t>Academic year 2024-25</a:t>
            </a:r>
            <a:endParaRPr lang="en-US" dirty="0"/>
          </a:p>
        </p:txBody>
      </p:sp>
      <p:sp>
        <p:nvSpPr>
          <p:cNvPr id="15" name="Footer Placeholder 14">
            <a:extLst>
              <a:ext uri="{FF2B5EF4-FFF2-40B4-BE49-F238E27FC236}">
                <a16:creationId xmlns:a16="http://schemas.microsoft.com/office/drawing/2014/main" id="{59693D22-AB41-6380-6FB9-4DE965D06C2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6" name="Slide Number Placeholder 15">
            <a:extLst>
              <a:ext uri="{FF2B5EF4-FFF2-40B4-BE49-F238E27FC236}">
                <a16:creationId xmlns:a16="http://schemas.microsoft.com/office/drawing/2014/main" id="{4CCF1EAC-71B5-ACF5-D95C-A54F6D73B5B5}"/>
              </a:ext>
            </a:extLst>
          </p:cNvPr>
          <p:cNvSpPr>
            <a:spLocks noGrp="1"/>
          </p:cNvSpPr>
          <p:nvPr>
            <p:ph type="sldNum" sz="quarter" idx="4"/>
          </p:nvPr>
        </p:nvSpPr>
        <p:spPr/>
        <p:txBody>
          <a:bodyPr/>
          <a:lstStyle/>
          <a:p>
            <a:fld id="{9FD7ECCF-50E7-4327-B945-FA93FF7B2BEF}" type="slidenum">
              <a:rPr lang="en-US" smtClean="0"/>
              <a:pPr/>
              <a:t>45</a:t>
            </a:fld>
            <a:r>
              <a:rPr lang="en-GB"/>
              <a:t>/50</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Scope of usability testing in the 90s</a:t>
            </a:r>
          </a:p>
        </p:txBody>
      </p:sp>
      <p:sp>
        <p:nvSpPr>
          <p:cNvPr id="3" name="Content Placeholder 2"/>
          <p:cNvSpPr>
            <a:spLocks noGrp="1"/>
          </p:cNvSpPr>
          <p:nvPr>
            <p:ph sz="quarter" idx="1"/>
          </p:nvPr>
        </p:nvSpPr>
        <p:spPr>
          <a:xfrm>
            <a:off x="609600" y="1531187"/>
            <a:ext cx="8423848" cy="4925144"/>
          </a:xfrm>
        </p:spPr>
        <p:txBody>
          <a:bodyPr>
            <a:normAutofit fontScale="77500" lnSpcReduction="20000"/>
          </a:bodyPr>
          <a:lstStyle/>
          <a:p>
            <a:r>
              <a:rPr lang="en-GB" dirty="0"/>
              <a:t>The new model</a:t>
            </a:r>
          </a:p>
          <a:p>
            <a:pPr lvl="1"/>
            <a:r>
              <a:rPr lang="en-GB" b="1" dirty="0">
                <a:solidFill>
                  <a:schemeClr val="accent2">
                    <a:lumMod val="75000"/>
                  </a:schemeClr>
                </a:solidFill>
              </a:rPr>
              <a:t>small-scale and “discount” </a:t>
            </a:r>
          </a:p>
          <a:p>
            <a:pPr lvl="2"/>
            <a:r>
              <a:rPr lang="en-GB" dirty="0"/>
              <a:t>how many participants you need in each test cycle is still a matter of controversy</a:t>
            </a:r>
          </a:p>
          <a:p>
            <a:pPr lvl="2"/>
            <a:r>
              <a:rPr lang="en-GB" dirty="0" err="1">
                <a:solidFill>
                  <a:srgbClr val="F7B615"/>
                </a:solidFill>
                <a:hlinkClick r:id="rId2">
                  <a:extLst>
                    <a:ext uri="{A12FA001-AC4F-418D-AE19-62706E023703}">
                      <ahyp:hlinkClr xmlns:ahyp="http://schemas.microsoft.com/office/drawing/2018/hyperlinkcolor" val="tx"/>
                    </a:ext>
                  </a:extLst>
                </a:hlinkClick>
              </a:rPr>
              <a:t>Jakob</a:t>
            </a:r>
            <a:r>
              <a:rPr lang="en-GB" dirty="0">
                <a:solidFill>
                  <a:schemeClr val="accent2">
                    <a:lumMod val="75000"/>
                  </a:schemeClr>
                </a:solidFill>
                <a:hlinkClick r:id="rId2">
                  <a:extLst>
                    <a:ext uri="{A12FA001-AC4F-418D-AE19-62706E023703}">
                      <ahyp:hlinkClr xmlns:ahyp="http://schemas.microsoft.com/office/drawing/2018/hyperlinkcolor" val="tx"/>
                    </a:ext>
                  </a:extLst>
                </a:hlinkClick>
              </a:rPr>
              <a:t> Nielsen</a:t>
            </a:r>
            <a:r>
              <a:rPr lang="en-GB" dirty="0">
                <a:solidFill>
                  <a:schemeClr val="accent2">
                    <a:lumMod val="75000"/>
                  </a:schemeClr>
                </a:solidFill>
              </a:rPr>
              <a:t> </a:t>
            </a:r>
            <a:r>
              <a:rPr lang="en-GB" dirty="0"/>
              <a:t>introduced the notion of “</a:t>
            </a:r>
            <a:r>
              <a:rPr lang="en-GB" dirty="0">
                <a:hlinkClick r:id="rId3"/>
              </a:rPr>
              <a:t>discount usability engineering</a:t>
            </a:r>
            <a:r>
              <a:rPr lang="en-GB" dirty="0"/>
              <a:t>” in the early 1990s.</a:t>
            </a:r>
          </a:p>
          <a:p>
            <a:pPr lvl="2"/>
            <a:r>
              <a:rPr lang="en-GB" dirty="0"/>
              <a:t>According to Nielsen &amp; </a:t>
            </a:r>
            <a:r>
              <a:rPr lang="en-GB" dirty="0" err="1"/>
              <a:t>Landauer</a:t>
            </a:r>
            <a:r>
              <a:rPr lang="en-GB" dirty="0"/>
              <a:t> (1993) The </a:t>
            </a:r>
            <a:r>
              <a:rPr lang="en-GB" u="sng" dirty="0"/>
              <a:t>best results come from testing no more than 5 users and running as many small tests as you can afford</a:t>
            </a:r>
          </a:p>
          <a:p>
            <a:pPr lvl="2">
              <a:buNone/>
            </a:pPr>
            <a:r>
              <a:rPr lang="en-GB" dirty="0"/>
              <a:t>	Nielsen, </a:t>
            </a:r>
            <a:r>
              <a:rPr lang="en-GB" dirty="0" err="1"/>
              <a:t>Jakob</a:t>
            </a:r>
            <a:r>
              <a:rPr lang="en-GB" dirty="0"/>
              <a:t> &amp; </a:t>
            </a:r>
            <a:r>
              <a:rPr lang="en-GB" dirty="0" err="1"/>
              <a:t>Landauer</a:t>
            </a:r>
            <a:r>
              <a:rPr lang="en-GB" dirty="0"/>
              <a:t>, Thomas K.: "A mathematical model of the finding of usability problems," </a:t>
            </a:r>
            <a:r>
              <a:rPr lang="en-GB" i="1" dirty="0"/>
              <a:t>Proceedings of ACM INTERCHI'93 Conference</a:t>
            </a:r>
            <a:r>
              <a:rPr lang="en-GB" dirty="0"/>
              <a:t> (Amsterdam, The Netherlands, 24-29 April 1993), pp. 206-213.</a:t>
            </a:r>
          </a:p>
          <a:p>
            <a:pPr lvl="2"/>
            <a:r>
              <a:rPr lang="en-GB" dirty="0"/>
              <a:t>when you have a </a:t>
            </a:r>
            <a:r>
              <a:rPr lang="en-GB" u="sng" dirty="0"/>
              <a:t>series of usability tests</a:t>
            </a:r>
            <a:r>
              <a:rPr lang="en-GB" dirty="0"/>
              <a:t>, as your prototype moves through design and development, you can </a:t>
            </a:r>
            <a:r>
              <a:rPr lang="en-GB" u="sng" dirty="0"/>
              <a:t>do each test cycle with only a few people</a:t>
            </a:r>
          </a:p>
          <a:p>
            <a:pPr lvl="2"/>
            <a:r>
              <a:rPr lang="en-GB" dirty="0" err="1"/>
              <a:t>Lindgaard</a:t>
            </a:r>
            <a:r>
              <a:rPr lang="en-GB" dirty="0"/>
              <a:t> &amp; </a:t>
            </a:r>
            <a:r>
              <a:rPr lang="en-GB" dirty="0" err="1"/>
              <a:t>Chattratichart</a:t>
            </a:r>
            <a:r>
              <a:rPr lang="en-GB" dirty="0"/>
              <a:t> suggest that </a:t>
            </a:r>
            <a:r>
              <a:rPr lang="en-GB" u="sng" dirty="0"/>
              <a:t>what matters most isn’t how many people you involve in your usability test but how many different tasks they try</a:t>
            </a:r>
          </a:p>
          <a:p>
            <a:pPr lvl="2">
              <a:buNone/>
            </a:pPr>
            <a:r>
              <a:rPr lang="en-GB" dirty="0"/>
              <a:t>	</a:t>
            </a:r>
            <a:r>
              <a:rPr lang="en-GB" dirty="0" err="1"/>
              <a:t>Gitte</a:t>
            </a:r>
            <a:r>
              <a:rPr lang="en-GB" dirty="0"/>
              <a:t>, </a:t>
            </a:r>
            <a:r>
              <a:rPr lang="en-GB" dirty="0" err="1"/>
              <a:t>Lindgaard</a:t>
            </a:r>
            <a:r>
              <a:rPr lang="en-GB" dirty="0"/>
              <a:t> &amp; </a:t>
            </a:r>
            <a:r>
              <a:rPr lang="en-GB" dirty="0" err="1"/>
              <a:t>Jarinee</a:t>
            </a:r>
            <a:r>
              <a:rPr lang="en-GB" dirty="0"/>
              <a:t>, </a:t>
            </a:r>
            <a:r>
              <a:rPr lang="en-GB" dirty="0" err="1"/>
              <a:t>Chattratichart</a:t>
            </a:r>
            <a:r>
              <a:rPr lang="en-GB" dirty="0"/>
              <a:t> (2007) Usability testing: what have we overlooked</a:t>
            </a:r>
            <a:r>
              <a:rPr lang="en-GB" i="1" dirty="0"/>
              <a:t>?, CHI '07 Proceedings of the SIGCHI conference on Human factors in computing systems </a:t>
            </a:r>
            <a:r>
              <a:rPr lang="en-GB" dirty="0"/>
              <a:t>, ACM New York, NY, USA.</a:t>
            </a:r>
          </a:p>
        </p:txBody>
      </p:sp>
      <p:sp>
        <p:nvSpPr>
          <p:cNvPr id="14" name="Date Placeholder 13">
            <a:extLst>
              <a:ext uri="{FF2B5EF4-FFF2-40B4-BE49-F238E27FC236}">
                <a16:creationId xmlns:a16="http://schemas.microsoft.com/office/drawing/2014/main" id="{909129C1-CD5A-C79E-4553-5446F0238614}"/>
              </a:ext>
            </a:extLst>
          </p:cNvPr>
          <p:cNvSpPr>
            <a:spLocks noGrp="1"/>
          </p:cNvSpPr>
          <p:nvPr>
            <p:ph type="dt" sz="half" idx="2"/>
          </p:nvPr>
        </p:nvSpPr>
        <p:spPr/>
        <p:txBody>
          <a:bodyPr/>
          <a:lstStyle/>
          <a:p>
            <a:r>
              <a:rPr lang="en-US"/>
              <a:t>Academic year 2024-25</a:t>
            </a:r>
            <a:endParaRPr lang="en-US" dirty="0"/>
          </a:p>
        </p:txBody>
      </p:sp>
      <p:sp>
        <p:nvSpPr>
          <p:cNvPr id="15" name="Footer Placeholder 14">
            <a:extLst>
              <a:ext uri="{FF2B5EF4-FFF2-40B4-BE49-F238E27FC236}">
                <a16:creationId xmlns:a16="http://schemas.microsoft.com/office/drawing/2014/main" id="{8FB98B43-EEF5-32A5-6BAD-B6638721A6E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6" name="Slide Number Placeholder 15">
            <a:extLst>
              <a:ext uri="{FF2B5EF4-FFF2-40B4-BE49-F238E27FC236}">
                <a16:creationId xmlns:a16="http://schemas.microsoft.com/office/drawing/2014/main" id="{677DD5DB-BFFC-88C8-722F-9E77B33BCD51}"/>
              </a:ext>
            </a:extLst>
          </p:cNvPr>
          <p:cNvSpPr>
            <a:spLocks noGrp="1"/>
          </p:cNvSpPr>
          <p:nvPr>
            <p:ph type="sldNum" sz="quarter" idx="4"/>
          </p:nvPr>
        </p:nvSpPr>
        <p:spPr/>
        <p:txBody>
          <a:bodyPr/>
          <a:lstStyle/>
          <a:p>
            <a:fld id="{9FD7ECCF-50E7-4327-B945-FA93FF7B2BEF}" type="slidenum">
              <a:rPr lang="en-US" smtClean="0"/>
              <a:pPr/>
              <a:t>46</a:t>
            </a:fld>
            <a:r>
              <a:rPr lang="en-GB"/>
              <a:t>/50</a:t>
            </a:r>
            <a:endParaRPr lang="en-US" dirty="0"/>
          </a:p>
        </p:txBody>
      </p:sp>
    </p:spTree>
    <p:extLst>
      <p:ext uri="{BB962C8B-B14F-4D97-AF65-F5344CB8AC3E}">
        <p14:creationId xmlns:p14="http://schemas.microsoft.com/office/powerpoint/2010/main" val="19228924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A brief history of usability testing</a:t>
            </a:r>
          </a:p>
        </p:txBody>
      </p:sp>
      <p:sp>
        <p:nvSpPr>
          <p:cNvPr id="3" name="Content Placeholder 2"/>
          <p:cNvSpPr>
            <a:spLocks noGrp="1"/>
          </p:cNvSpPr>
          <p:nvPr>
            <p:ph sz="quarter" idx="1"/>
          </p:nvPr>
        </p:nvSpPr>
        <p:spPr>
          <a:xfrm>
            <a:off x="612648" y="1600200"/>
            <a:ext cx="8153400" cy="4133056"/>
          </a:xfrm>
        </p:spPr>
        <p:txBody>
          <a:bodyPr>
            <a:normAutofit fontScale="92500" lnSpcReduction="20000"/>
          </a:bodyPr>
          <a:lstStyle/>
          <a:p>
            <a:pPr>
              <a:spcBef>
                <a:spcPts val="600"/>
              </a:spcBef>
              <a:spcAft>
                <a:spcPts val="600"/>
              </a:spcAft>
            </a:pPr>
            <a:r>
              <a:rPr lang="en-GB" dirty="0"/>
              <a:t>The new model (continuous)</a:t>
            </a:r>
          </a:p>
          <a:p>
            <a:pPr lvl="1">
              <a:spcBef>
                <a:spcPts val="600"/>
              </a:spcBef>
              <a:spcAft>
                <a:spcPts val="600"/>
              </a:spcAft>
            </a:pPr>
            <a:r>
              <a:rPr lang="en-GB" b="1" dirty="0"/>
              <a:t>looking for and diagnosing problems</a:t>
            </a:r>
          </a:p>
          <a:p>
            <a:pPr lvl="2">
              <a:spcBef>
                <a:spcPts val="600"/>
              </a:spcBef>
              <a:spcAft>
                <a:spcPts val="600"/>
              </a:spcAft>
            </a:pPr>
            <a:r>
              <a:rPr lang="en-GB" dirty="0"/>
              <a:t>the greatest benefit of usability testing is </a:t>
            </a:r>
            <a:r>
              <a:rPr lang="en-GB" dirty="0">
                <a:solidFill>
                  <a:schemeClr val="accent2">
                    <a:lumMod val="75000"/>
                  </a:schemeClr>
                </a:solidFill>
              </a:rPr>
              <a:t>finding out what is not working well</a:t>
            </a:r>
            <a:r>
              <a:rPr lang="en-GB" dirty="0"/>
              <a:t>, it helps to </a:t>
            </a:r>
            <a:r>
              <a:rPr lang="en-GB" dirty="0">
                <a:solidFill>
                  <a:schemeClr val="accent2">
                    <a:lumMod val="75000"/>
                  </a:schemeClr>
                </a:solidFill>
              </a:rPr>
              <a:t>find and understand the problems </a:t>
            </a:r>
            <a:r>
              <a:rPr lang="en-GB" dirty="0"/>
              <a:t>people are likely to have so that you can fix those problems and thus keep hundreds (thousands? millions?) of other people from having those same problems</a:t>
            </a:r>
          </a:p>
          <a:p>
            <a:pPr lvl="1">
              <a:spcBef>
                <a:spcPts val="600"/>
              </a:spcBef>
              <a:spcAft>
                <a:spcPts val="600"/>
              </a:spcAft>
            </a:pPr>
            <a:r>
              <a:rPr lang="en-GB" b="1" dirty="0"/>
              <a:t>“quick and dirty” </a:t>
            </a:r>
            <a:r>
              <a:rPr lang="en-GB" dirty="0"/>
              <a:t>or </a:t>
            </a:r>
            <a:r>
              <a:rPr lang="en-GB" b="1" dirty="0"/>
              <a:t>“quick and clean” </a:t>
            </a:r>
            <a:r>
              <a:rPr lang="en-GB" dirty="0"/>
              <a:t>formative evaluation is a well-established social science technique</a:t>
            </a:r>
          </a:p>
          <a:p>
            <a:pPr lvl="2">
              <a:spcBef>
                <a:spcPts val="600"/>
              </a:spcBef>
              <a:spcAft>
                <a:spcPts val="600"/>
              </a:spcAft>
            </a:pPr>
            <a:r>
              <a:rPr lang="en-GB" dirty="0"/>
              <a:t>a prototype is created and tried out with people, fixed, then tried out again, and so on – while it’s still being developed</a:t>
            </a:r>
          </a:p>
          <a:p>
            <a:pPr lvl="1">
              <a:spcBef>
                <a:spcPts val="600"/>
              </a:spcBef>
              <a:spcAft>
                <a:spcPts val="600"/>
              </a:spcAft>
            </a:pPr>
            <a:endParaRPr lang="en-GB" dirty="0"/>
          </a:p>
          <a:p>
            <a:pPr>
              <a:spcBef>
                <a:spcPts val="600"/>
              </a:spcBef>
              <a:spcAft>
                <a:spcPts val="600"/>
              </a:spcAft>
            </a:pPr>
            <a:endParaRPr lang="en-GB" dirty="0"/>
          </a:p>
        </p:txBody>
      </p:sp>
      <p:sp>
        <p:nvSpPr>
          <p:cNvPr id="14" name="Date Placeholder 13">
            <a:extLst>
              <a:ext uri="{FF2B5EF4-FFF2-40B4-BE49-F238E27FC236}">
                <a16:creationId xmlns:a16="http://schemas.microsoft.com/office/drawing/2014/main" id="{7DACD63F-D27E-F040-01AC-BF31CB971C32}"/>
              </a:ext>
            </a:extLst>
          </p:cNvPr>
          <p:cNvSpPr>
            <a:spLocks noGrp="1"/>
          </p:cNvSpPr>
          <p:nvPr>
            <p:ph type="dt" sz="half" idx="2"/>
          </p:nvPr>
        </p:nvSpPr>
        <p:spPr/>
        <p:txBody>
          <a:bodyPr/>
          <a:lstStyle/>
          <a:p>
            <a:r>
              <a:rPr lang="en-US"/>
              <a:t>Academic year 2024-25</a:t>
            </a:r>
            <a:endParaRPr lang="en-US" dirty="0"/>
          </a:p>
        </p:txBody>
      </p:sp>
      <p:sp>
        <p:nvSpPr>
          <p:cNvPr id="15" name="Footer Placeholder 14">
            <a:extLst>
              <a:ext uri="{FF2B5EF4-FFF2-40B4-BE49-F238E27FC236}">
                <a16:creationId xmlns:a16="http://schemas.microsoft.com/office/drawing/2014/main" id="{28933827-B935-01B8-9BA3-05435809913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6" name="Slide Number Placeholder 15">
            <a:extLst>
              <a:ext uri="{FF2B5EF4-FFF2-40B4-BE49-F238E27FC236}">
                <a16:creationId xmlns:a16="http://schemas.microsoft.com/office/drawing/2014/main" id="{6CBEA69F-3201-2B04-1036-EE86FE16EE42}"/>
              </a:ext>
            </a:extLst>
          </p:cNvPr>
          <p:cNvSpPr>
            <a:spLocks noGrp="1"/>
          </p:cNvSpPr>
          <p:nvPr>
            <p:ph type="sldNum" sz="quarter" idx="4"/>
          </p:nvPr>
        </p:nvSpPr>
        <p:spPr/>
        <p:txBody>
          <a:bodyPr/>
          <a:lstStyle/>
          <a:p>
            <a:fld id="{9FD7ECCF-50E7-4327-B945-FA93FF7B2BEF}" type="slidenum">
              <a:rPr lang="en-US" smtClean="0"/>
              <a:pPr/>
              <a:t>47</a:t>
            </a:fld>
            <a:r>
              <a:rPr lang="en-GB"/>
              <a:t>/50</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noAutofit/>
          </a:bodyPr>
          <a:lstStyle/>
          <a:p>
            <a:r>
              <a:rPr lang="en-GB" dirty="0"/>
              <a:t>Recap</a:t>
            </a:r>
            <a:endParaRPr lang="en-US" dirty="0"/>
          </a:p>
        </p:txBody>
      </p:sp>
      <p:sp>
        <p:nvSpPr>
          <p:cNvPr id="157699" name="Rectangle 3"/>
          <p:cNvSpPr>
            <a:spLocks noGrp="1" noChangeArrowheads="1"/>
          </p:cNvSpPr>
          <p:nvPr>
            <p:ph sz="quarter" idx="1"/>
          </p:nvPr>
        </p:nvSpPr>
        <p:spPr/>
        <p:txBody>
          <a:bodyPr>
            <a:normAutofit fontScale="77500" lnSpcReduction="20000"/>
          </a:bodyPr>
          <a:lstStyle/>
          <a:p>
            <a:pPr>
              <a:lnSpc>
                <a:spcPct val="110000"/>
              </a:lnSpc>
              <a:spcBef>
                <a:spcPts val="600"/>
              </a:spcBef>
              <a:spcAft>
                <a:spcPts val="600"/>
              </a:spcAft>
            </a:pPr>
            <a:r>
              <a:rPr lang="en-GB" sz="2800" dirty="0"/>
              <a:t>The key factors to consider when designing a digital product</a:t>
            </a:r>
          </a:p>
          <a:p>
            <a:pPr>
              <a:lnSpc>
                <a:spcPct val="110000"/>
              </a:lnSpc>
              <a:spcBef>
                <a:spcPts val="600"/>
              </a:spcBef>
              <a:spcAft>
                <a:spcPts val="600"/>
              </a:spcAft>
            </a:pPr>
            <a:r>
              <a:rPr lang="en-GB" sz="2800" dirty="0"/>
              <a:t>Clarification of terminology used interchangeably</a:t>
            </a:r>
          </a:p>
          <a:p>
            <a:pPr>
              <a:lnSpc>
                <a:spcPct val="110000"/>
              </a:lnSpc>
              <a:spcBef>
                <a:spcPts val="600"/>
              </a:spcBef>
              <a:spcAft>
                <a:spcPts val="600"/>
              </a:spcAft>
            </a:pPr>
            <a:r>
              <a:rPr lang="en-GB" sz="2800" dirty="0"/>
              <a:t>Defined user experience design</a:t>
            </a:r>
          </a:p>
          <a:p>
            <a:pPr>
              <a:lnSpc>
                <a:spcPct val="110000"/>
              </a:lnSpc>
              <a:spcBef>
                <a:spcPts val="600"/>
              </a:spcBef>
              <a:spcAft>
                <a:spcPts val="600"/>
              </a:spcAft>
            </a:pPr>
            <a:r>
              <a:rPr lang="en-GB" sz="2800" dirty="0"/>
              <a:t>Defined user interface design</a:t>
            </a:r>
          </a:p>
          <a:p>
            <a:pPr>
              <a:lnSpc>
                <a:spcPct val="110000"/>
              </a:lnSpc>
              <a:spcBef>
                <a:spcPts val="600"/>
              </a:spcBef>
              <a:spcAft>
                <a:spcPts val="600"/>
              </a:spcAft>
            </a:pPr>
            <a:r>
              <a:rPr lang="en-GB" sz="2800" dirty="0"/>
              <a:t>Defined usability testing</a:t>
            </a:r>
          </a:p>
          <a:p>
            <a:pPr>
              <a:lnSpc>
                <a:spcPct val="110000"/>
              </a:lnSpc>
              <a:spcBef>
                <a:spcPts val="600"/>
              </a:spcBef>
              <a:spcAft>
                <a:spcPts val="600"/>
              </a:spcAft>
            </a:pPr>
            <a:r>
              <a:rPr lang="en-GB" sz="2800" dirty="0"/>
              <a:t>The metrics of usability testing</a:t>
            </a:r>
          </a:p>
          <a:p>
            <a:pPr>
              <a:lnSpc>
                <a:spcPct val="110000"/>
              </a:lnSpc>
              <a:spcBef>
                <a:spcPts val="600"/>
              </a:spcBef>
              <a:spcAft>
                <a:spcPts val="600"/>
              </a:spcAft>
            </a:pPr>
            <a:r>
              <a:rPr lang="en-GB" sz="2800" dirty="0"/>
              <a:t>History of usability testing</a:t>
            </a:r>
          </a:p>
          <a:p>
            <a:pPr>
              <a:lnSpc>
                <a:spcPct val="110000"/>
              </a:lnSpc>
              <a:spcBef>
                <a:spcPts val="600"/>
              </a:spcBef>
              <a:spcAft>
                <a:spcPts val="600"/>
              </a:spcAft>
            </a:pPr>
            <a:endParaRPr lang="en-GB" sz="2800" dirty="0"/>
          </a:p>
          <a:p>
            <a:pPr>
              <a:lnSpc>
                <a:spcPct val="110000"/>
              </a:lnSpc>
              <a:spcBef>
                <a:spcPts val="600"/>
              </a:spcBef>
              <a:spcAft>
                <a:spcPts val="600"/>
              </a:spcAft>
            </a:pPr>
            <a:r>
              <a:rPr lang="en-GB" sz="2800" dirty="0"/>
              <a:t>Next week - types of usability testing &amp; usability testing methods</a:t>
            </a:r>
          </a:p>
        </p:txBody>
      </p:sp>
      <p:sp>
        <p:nvSpPr>
          <p:cNvPr id="12" name="Date Placeholder 11">
            <a:extLst>
              <a:ext uri="{FF2B5EF4-FFF2-40B4-BE49-F238E27FC236}">
                <a16:creationId xmlns:a16="http://schemas.microsoft.com/office/drawing/2014/main" id="{DA6CB695-7205-E0DF-852F-CCC3CB476BA0}"/>
              </a:ext>
            </a:extLst>
          </p:cNvPr>
          <p:cNvSpPr>
            <a:spLocks noGrp="1"/>
          </p:cNvSpPr>
          <p:nvPr>
            <p:ph type="dt" sz="half" idx="2"/>
          </p:nvPr>
        </p:nvSpPr>
        <p:spPr/>
        <p:txBody>
          <a:bodyPr/>
          <a:lstStyle/>
          <a:p>
            <a:r>
              <a:rPr lang="en-US"/>
              <a:t>Academic year 2024-25</a:t>
            </a:r>
            <a:endParaRPr lang="en-US" dirty="0"/>
          </a:p>
        </p:txBody>
      </p:sp>
      <p:sp>
        <p:nvSpPr>
          <p:cNvPr id="13" name="Footer Placeholder 12">
            <a:extLst>
              <a:ext uri="{FF2B5EF4-FFF2-40B4-BE49-F238E27FC236}">
                <a16:creationId xmlns:a16="http://schemas.microsoft.com/office/drawing/2014/main" id="{5B228910-0284-C58D-6716-2C0C49CABEC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4" name="Slide Number Placeholder 13">
            <a:extLst>
              <a:ext uri="{FF2B5EF4-FFF2-40B4-BE49-F238E27FC236}">
                <a16:creationId xmlns:a16="http://schemas.microsoft.com/office/drawing/2014/main" id="{3F6E3021-C736-1742-B0B7-2790A2DF4F4F}"/>
              </a:ext>
            </a:extLst>
          </p:cNvPr>
          <p:cNvSpPr>
            <a:spLocks noGrp="1"/>
          </p:cNvSpPr>
          <p:nvPr>
            <p:ph type="sldNum" sz="quarter" idx="4"/>
          </p:nvPr>
        </p:nvSpPr>
        <p:spPr/>
        <p:txBody>
          <a:bodyPr/>
          <a:lstStyle/>
          <a:p>
            <a:fld id="{9FD7ECCF-50E7-4327-B945-FA93FF7B2BEF}" type="slidenum">
              <a:rPr lang="en-US" smtClean="0"/>
              <a:pPr/>
              <a:t>48</a:t>
            </a:fld>
            <a:r>
              <a:rPr lang="en-GB"/>
              <a:t>/50</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C55D9-03B7-6735-E4EA-9CDF79CCBBCC}"/>
              </a:ext>
            </a:extLst>
          </p:cNvPr>
          <p:cNvSpPr>
            <a:spLocks noGrp="1"/>
          </p:cNvSpPr>
          <p:nvPr>
            <p:ph type="title"/>
          </p:nvPr>
        </p:nvSpPr>
        <p:spPr/>
        <p:txBody>
          <a:bodyPr/>
          <a:lstStyle/>
          <a:p>
            <a:r>
              <a:rPr lang="en-GB" dirty="0"/>
              <a:t>Test your understanding</a:t>
            </a:r>
          </a:p>
        </p:txBody>
      </p:sp>
      <p:sp>
        <p:nvSpPr>
          <p:cNvPr id="3" name="Content Placeholder 2">
            <a:extLst>
              <a:ext uri="{FF2B5EF4-FFF2-40B4-BE49-F238E27FC236}">
                <a16:creationId xmlns:a16="http://schemas.microsoft.com/office/drawing/2014/main" id="{2C69F99F-A699-D3F6-AAD3-A9DBE9A177F1}"/>
              </a:ext>
            </a:extLst>
          </p:cNvPr>
          <p:cNvSpPr>
            <a:spLocks noGrp="1"/>
          </p:cNvSpPr>
          <p:nvPr>
            <p:ph sz="quarter" idx="1"/>
          </p:nvPr>
        </p:nvSpPr>
        <p:spPr>
          <a:xfrm>
            <a:off x="612648" y="1600200"/>
            <a:ext cx="8153400" cy="4781128"/>
          </a:xfrm>
        </p:spPr>
        <p:txBody>
          <a:bodyPr>
            <a:normAutofit fontScale="55000" lnSpcReduction="20000"/>
          </a:bodyPr>
          <a:lstStyle/>
          <a:p>
            <a:pPr>
              <a:lnSpc>
                <a:spcPct val="110000"/>
              </a:lnSpc>
              <a:spcBef>
                <a:spcPts val="600"/>
              </a:spcBef>
              <a:spcAft>
                <a:spcPts val="600"/>
              </a:spcAft>
            </a:pPr>
            <a:r>
              <a:rPr lang="en-GB" sz="3200" dirty="0"/>
              <a:t>What are the key factors to consider when designing a digital product?</a:t>
            </a:r>
          </a:p>
          <a:p>
            <a:pPr>
              <a:lnSpc>
                <a:spcPct val="110000"/>
              </a:lnSpc>
              <a:spcBef>
                <a:spcPts val="600"/>
              </a:spcBef>
              <a:spcAft>
                <a:spcPts val="600"/>
              </a:spcAft>
            </a:pPr>
            <a:r>
              <a:rPr lang="en-GB" sz="3200" dirty="0"/>
              <a:t>What is UX design?</a:t>
            </a:r>
          </a:p>
          <a:p>
            <a:pPr>
              <a:lnSpc>
                <a:spcPct val="110000"/>
              </a:lnSpc>
              <a:spcBef>
                <a:spcPts val="600"/>
              </a:spcBef>
              <a:spcAft>
                <a:spcPts val="600"/>
              </a:spcAft>
            </a:pPr>
            <a:r>
              <a:rPr lang="en-GB" sz="3200" dirty="0"/>
              <a:t>What is UI design?</a:t>
            </a:r>
          </a:p>
          <a:p>
            <a:pPr>
              <a:lnSpc>
                <a:spcPct val="110000"/>
              </a:lnSpc>
              <a:spcBef>
                <a:spcPts val="600"/>
              </a:spcBef>
              <a:spcAft>
                <a:spcPts val="600"/>
              </a:spcAft>
            </a:pPr>
            <a:r>
              <a:rPr lang="en-GB" sz="3200" dirty="0"/>
              <a:t>What is usability?</a:t>
            </a:r>
          </a:p>
          <a:p>
            <a:pPr>
              <a:lnSpc>
                <a:spcPct val="110000"/>
              </a:lnSpc>
              <a:spcBef>
                <a:spcPts val="600"/>
              </a:spcBef>
              <a:spcAft>
                <a:spcPts val="600"/>
              </a:spcAft>
            </a:pPr>
            <a:r>
              <a:rPr lang="en-GB" sz="3200" dirty="0"/>
              <a:t>What is usability testing?</a:t>
            </a:r>
          </a:p>
          <a:p>
            <a:pPr>
              <a:lnSpc>
                <a:spcPct val="110000"/>
              </a:lnSpc>
              <a:spcBef>
                <a:spcPts val="600"/>
              </a:spcBef>
              <a:spcAft>
                <a:spcPts val="600"/>
              </a:spcAft>
            </a:pPr>
            <a:r>
              <a:rPr lang="en-GB" sz="3200" dirty="0"/>
              <a:t>What are the main usability testing goals/metrics?</a:t>
            </a:r>
          </a:p>
          <a:p>
            <a:pPr>
              <a:lnSpc>
                <a:spcPct val="110000"/>
              </a:lnSpc>
              <a:spcBef>
                <a:spcPts val="600"/>
              </a:spcBef>
              <a:spcAft>
                <a:spcPts val="600"/>
              </a:spcAft>
            </a:pPr>
            <a:r>
              <a:rPr lang="en-GB" sz="3200" dirty="0"/>
              <a:t>What values do we collect for usability testing?</a:t>
            </a:r>
          </a:p>
          <a:p>
            <a:pPr>
              <a:lnSpc>
                <a:spcPct val="110000"/>
              </a:lnSpc>
              <a:spcBef>
                <a:spcPts val="600"/>
              </a:spcBef>
              <a:spcAft>
                <a:spcPts val="600"/>
              </a:spcAft>
            </a:pPr>
            <a:r>
              <a:rPr lang="en-GB" sz="3200" dirty="0"/>
              <a:t>What data biometric test provide and how those evaluate usability metrics?</a:t>
            </a:r>
          </a:p>
          <a:p>
            <a:pPr>
              <a:lnSpc>
                <a:spcPct val="110000"/>
              </a:lnSpc>
              <a:spcBef>
                <a:spcPts val="600"/>
              </a:spcBef>
              <a:spcAft>
                <a:spcPts val="600"/>
              </a:spcAft>
            </a:pPr>
            <a:r>
              <a:rPr lang="en-GB" sz="3200" dirty="0"/>
              <a:t>Can you think of some extended usability testing goals? What might be the issue with those?</a:t>
            </a:r>
          </a:p>
          <a:p>
            <a:pPr>
              <a:lnSpc>
                <a:spcPct val="110000"/>
              </a:lnSpc>
              <a:spcBef>
                <a:spcPts val="600"/>
              </a:spcBef>
              <a:spcAft>
                <a:spcPts val="600"/>
              </a:spcAft>
            </a:pPr>
            <a:r>
              <a:rPr lang="en-GB" sz="3200" dirty="0"/>
              <a:t>What drove usability testing and the 80s?</a:t>
            </a:r>
          </a:p>
          <a:p>
            <a:pPr>
              <a:lnSpc>
                <a:spcPct val="110000"/>
              </a:lnSpc>
              <a:spcBef>
                <a:spcPts val="600"/>
              </a:spcBef>
              <a:spcAft>
                <a:spcPts val="600"/>
              </a:spcAft>
            </a:pPr>
            <a:r>
              <a:rPr lang="en-GB" sz="3200" dirty="0"/>
              <a:t>What are the current trends in usability testing?</a:t>
            </a:r>
          </a:p>
          <a:p>
            <a:endParaRPr lang="en-GB" dirty="0"/>
          </a:p>
        </p:txBody>
      </p:sp>
      <p:sp>
        <p:nvSpPr>
          <p:cNvPr id="14" name="Date Placeholder 13">
            <a:extLst>
              <a:ext uri="{FF2B5EF4-FFF2-40B4-BE49-F238E27FC236}">
                <a16:creationId xmlns:a16="http://schemas.microsoft.com/office/drawing/2014/main" id="{3FE882D8-6C87-9B14-60A7-C57A943FDD81}"/>
              </a:ext>
            </a:extLst>
          </p:cNvPr>
          <p:cNvSpPr>
            <a:spLocks noGrp="1"/>
          </p:cNvSpPr>
          <p:nvPr>
            <p:ph type="dt" sz="half" idx="2"/>
          </p:nvPr>
        </p:nvSpPr>
        <p:spPr/>
        <p:txBody>
          <a:bodyPr/>
          <a:lstStyle/>
          <a:p>
            <a:r>
              <a:rPr lang="en-US"/>
              <a:t>Academic year 2024-25</a:t>
            </a:r>
            <a:endParaRPr lang="en-US" dirty="0"/>
          </a:p>
        </p:txBody>
      </p:sp>
      <p:sp>
        <p:nvSpPr>
          <p:cNvPr id="15" name="Footer Placeholder 14">
            <a:extLst>
              <a:ext uri="{FF2B5EF4-FFF2-40B4-BE49-F238E27FC236}">
                <a16:creationId xmlns:a16="http://schemas.microsoft.com/office/drawing/2014/main" id="{EFB1D993-4538-DF34-F447-6FE1016E082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6" name="Slide Number Placeholder 15">
            <a:extLst>
              <a:ext uri="{FF2B5EF4-FFF2-40B4-BE49-F238E27FC236}">
                <a16:creationId xmlns:a16="http://schemas.microsoft.com/office/drawing/2014/main" id="{38779DFA-9E82-8606-B0B9-B94258F5C6DE}"/>
              </a:ext>
            </a:extLst>
          </p:cNvPr>
          <p:cNvSpPr>
            <a:spLocks noGrp="1"/>
          </p:cNvSpPr>
          <p:nvPr>
            <p:ph type="sldNum" sz="quarter" idx="4"/>
          </p:nvPr>
        </p:nvSpPr>
        <p:spPr/>
        <p:txBody>
          <a:bodyPr/>
          <a:lstStyle/>
          <a:p>
            <a:fld id="{9FD7ECCF-50E7-4327-B945-FA93FF7B2BEF}" type="slidenum">
              <a:rPr lang="en-US" smtClean="0"/>
              <a:pPr/>
              <a:t>49</a:t>
            </a:fld>
            <a:r>
              <a:rPr lang="en-GB"/>
              <a:t>/50</a:t>
            </a:r>
            <a:endParaRPr lang="en-US" dirty="0"/>
          </a:p>
        </p:txBody>
      </p:sp>
    </p:spTree>
    <p:extLst>
      <p:ext uri="{BB962C8B-B14F-4D97-AF65-F5344CB8AC3E}">
        <p14:creationId xmlns:p14="http://schemas.microsoft.com/office/powerpoint/2010/main" val="13931133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r>
              <a:rPr lang="en-GB" dirty="0"/>
              <a:t>Reading</a:t>
            </a:r>
            <a:endParaRPr lang="en-US" dirty="0"/>
          </a:p>
        </p:txBody>
      </p:sp>
      <p:sp>
        <p:nvSpPr>
          <p:cNvPr id="223235" name="Rectangle 3"/>
          <p:cNvSpPr>
            <a:spLocks noGrp="1" noChangeArrowheads="1"/>
          </p:cNvSpPr>
          <p:nvPr>
            <p:ph sz="quarter" idx="1"/>
          </p:nvPr>
        </p:nvSpPr>
        <p:spPr>
          <a:xfrm>
            <a:off x="685800" y="1571612"/>
            <a:ext cx="8229600" cy="5169756"/>
          </a:xfrm>
        </p:spPr>
        <p:txBody>
          <a:bodyPr>
            <a:normAutofit/>
          </a:bodyPr>
          <a:lstStyle/>
          <a:p>
            <a:pPr algn="just">
              <a:lnSpc>
                <a:spcPts val="1700"/>
              </a:lnSpc>
              <a:spcBef>
                <a:spcPts val="0"/>
              </a:spcBef>
            </a:pPr>
            <a:r>
              <a:rPr lang="en-GB" sz="1800" dirty="0">
                <a:cs typeface="Times New Roman" pitchFamily="18" charset="0"/>
              </a:rPr>
              <a:t>Carol M. Barnum (2020) </a:t>
            </a:r>
            <a:r>
              <a:rPr lang="en-GB" sz="1800" i="1" dirty="0">
                <a:cs typeface="Times New Roman" pitchFamily="18" charset="0"/>
              </a:rPr>
              <a:t>Usability testing essentials, Ready, Set... Test!</a:t>
            </a:r>
            <a:r>
              <a:rPr lang="en-GB" sz="1800" dirty="0">
                <a:cs typeface="Times New Roman" pitchFamily="18" charset="0"/>
              </a:rPr>
              <a:t>, </a:t>
            </a:r>
            <a:r>
              <a:rPr lang="en-GB" sz="1800" dirty="0"/>
              <a:t>Morgan Kaufmann. </a:t>
            </a:r>
          </a:p>
          <a:p>
            <a:pPr lvl="1" algn="just">
              <a:lnSpc>
                <a:spcPts val="1700"/>
              </a:lnSpc>
              <a:spcBef>
                <a:spcPts val="0"/>
              </a:spcBef>
            </a:pPr>
            <a:r>
              <a:rPr lang="en-GB" sz="1600" i="1" dirty="0">
                <a:solidFill>
                  <a:schemeClr val="accent1">
                    <a:lumMod val="50000"/>
                  </a:schemeClr>
                </a:solidFill>
              </a:rPr>
              <a:t>Chapter 1, Establishing the essentials</a:t>
            </a:r>
          </a:p>
          <a:p>
            <a:pPr lvl="1" algn="just">
              <a:lnSpc>
                <a:spcPts val="1700"/>
              </a:lnSpc>
              <a:spcBef>
                <a:spcPts val="0"/>
              </a:spcBef>
            </a:pPr>
            <a:r>
              <a:rPr lang="en-GB" sz="1600" i="1" dirty="0">
                <a:solidFill>
                  <a:schemeClr val="accent1">
                    <a:lumMod val="50000"/>
                  </a:schemeClr>
                </a:solidFill>
              </a:rPr>
              <a:t>Chapter 2 Testing here, there, everywhere</a:t>
            </a:r>
          </a:p>
          <a:p>
            <a:pPr algn="just">
              <a:lnSpc>
                <a:spcPts val="1700"/>
              </a:lnSpc>
              <a:spcBef>
                <a:spcPts val="0"/>
              </a:spcBef>
            </a:pPr>
            <a:endParaRPr lang="en-GB" sz="1800" i="1" dirty="0">
              <a:solidFill>
                <a:srgbClr val="00B0F0"/>
              </a:solidFill>
            </a:endParaRPr>
          </a:p>
          <a:p>
            <a:pPr algn="just">
              <a:lnSpc>
                <a:spcPts val="1700"/>
              </a:lnSpc>
              <a:spcBef>
                <a:spcPts val="0"/>
              </a:spcBef>
            </a:pPr>
            <a:r>
              <a:rPr lang="en-GB" sz="1800" dirty="0">
                <a:cs typeface="Times New Roman" pitchFamily="18" charset="0"/>
              </a:rPr>
              <a:t>Rubin, J. &amp; </a:t>
            </a:r>
            <a:r>
              <a:rPr lang="en-GB" sz="1800" dirty="0" err="1">
                <a:cs typeface="Times New Roman" pitchFamily="18" charset="0"/>
              </a:rPr>
              <a:t>Chisnell</a:t>
            </a:r>
            <a:r>
              <a:rPr lang="en-GB" sz="1800" dirty="0">
                <a:cs typeface="Times New Roman" pitchFamily="18" charset="0"/>
              </a:rPr>
              <a:t>, D. (2008) Handbook of usability testing: how to plan, design, and conduct effective tests, second edition. 2nd ed. Indianapolis, Ind: Wiley.</a:t>
            </a:r>
          </a:p>
          <a:p>
            <a:pPr lvl="1">
              <a:lnSpc>
                <a:spcPts val="1700"/>
              </a:lnSpc>
              <a:spcBef>
                <a:spcPts val="0"/>
              </a:spcBef>
            </a:pPr>
            <a:r>
              <a:rPr lang="en-GB" sz="1400" i="1" dirty="0">
                <a:solidFill>
                  <a:schemeClr val="accent1">
                    <a:lumMod val="50000"/>
                  </a:schemeClr>
                </a:solidFill>
              </a:rPr>
              <a:t>Chapter 1. What Makes Something Usable?</a:t>
            </a:r>
          </a:p>
          <a:p>
            <a:pPr lvl="1">
              <a:lnSpc>
                <a:spcPts val="1700"/>
              </a:lnSpc>
              <a:spcBef>
                <a:spcPts val="0"/>
              </a:spcBef>
            </a:pPr>
            <a:r>
              <a:rPr lang="en-GB" sz="1400" i="1" dirty="0">
                <a:solidFill>
                  <a:schemeClr val="accent1">
                    <a:lumMod val="50000"/>
                  </a:schemeClr>
                </a:solidFill>
              </a:rPr>
              <a:t>Chapter 2. What Is Usability Testing?</a:t>
            </a:r>
          </a:p>
          <a:p>
            <a:pPr lvl="1" algn="just">
              <a:lnSpc>
                <a:spcPts val="1700"/>
              </a:lnSpc>
              <a:spcBef>
                <a:spcPts val="0"/>
              </a:spcBef>
            </a:pPr>
            <a:endParaRPr lang="en-GB" sz="1600" i="1" dirty="0">
              <a:solidFill>
                <a:srgbClr val="00B0F0"/>
              </a:solidFill>
            </a:endParaRPr>
          </a:p>
          <a:p>
            <a:pPr algn="just">
              <a:lnSpc>
                <a:spcPts val="1700"/>
              </a:lnSpc>
              <a:spcBef>
                <a:spcPts val="0"/>
              </a:spcBef>
            </a:pPr>
            <a:r>
              <a:rPr lang="en-GB" sz="1800" i="1" dirty="0">
                <a:solidFill>
                  <a:schemeClr val="accent1">
                    <a:lumMod val="50000"/>
                  </a:schemeClr>
                </a:solidFill>
              </a:rPr>
              <a:t>Online Resources</a:t>
            </a:r>
          </a:p>
          <a:p>
            <a:pPr lvl="1" algn="just">
              <a:lnSpc>
                <a:spcPts val="1700"/>
              </a:lnSpc>
              <a:spcBef>
                <a:spcPts val="0"/>
              </a:spcBef>
            </a:pPr>
            <a:r>
              <a:rPr lang="en-GB" sz="1600" dirty="0">
                <a:cs typeface="Times New Roman" pitchFamily="18" charset="0"/>
              </a:rPr>
              <a:t>Definition of User Experience</a:t>
            </a:r>
          </a:p>
          <a:p>
            <a:pPr marL="640080" lvl="2" indent="0" algn="just">
              <a:lnSpc>
                <a:spcPts val="1700"/>
              </a:lnSpc>
              <a:spcBef>
                <a:spcPts val="0"/>
              </a:spcBef>
              <a:buNone/>
            </a:pPr>
            <a:r>
              <a:rPr lang="en-GB" sz="1400" dirty="0">
                <a:solidFill>
                  <a:schemeClr val="accent2">
                    <a:lumMod val="75000"/>
                  </a:schemeClr>
                </a:solidFill>
                <a:cs typeface="Times New Roman" pitchFamily="18" charset="0"/>
                <a:hlinkClick r:id="rId3">
                  <a:extLst>
                    <a:ext uri="{A12FA001-AC4F-418D-AE19-62706E023703}">
                      <ahyp:hlinkClr xmlns:ahyp="http://schemas.microsoft.com/office/drawing/2018/hyperlinkcolor" val="tx"/>
                    </a:ext>
                  </a:extLst>
                </a:hlinkClick>
              </a:rPr>
              <a:t>https://www.nngroup.com/articles/definition-user-experience/ </a:t>
            </a:r>
            <a:endParaRPr lang="en-GB" sz="1400" dirty="0">
              <a:solidFill>
                <a:schemeClr val="accent2">
                  <a:lumMod val="75000"/>
                </a:schemeClr>
              </a:solidFill>
              <a:cs typeface="Times New Roman" pitchFamily="18" charset="0"/>
            </a:endParaRPr>
          </a:p>
          <a:p>
            <a:pPr lvl="1" algn="just">
              <a:lnSpc>
                <a:spcPts val="1700"/>
              </a:lnSpc>
              <a:spcBef>
                <a:spcPts val="0"/>
              </a:spcBef>
            </a:pPr>
            <a:r>
              <a:rPr lang="en-GB" sz="1600" dirty="0">
                <a:cs typeface="Times New Roman" pitchFamily="18" charset="0"/>
              </a:rPr>
              <a:t>Usability 101: Introduction to Usability</a:t>
            </a:r>
          </a:p>
          <a:p>
            <a:pPr marL="594360" lvl="2" indent="0" algn="just">
              <a:lnSpc>
                <a:spcPts val="1700"/>
              </a:lnSpc>
              <a:spcBef>
                <a:spcPts val="0"/>
              </a:spcBef>
              <a:buNone/>
            </a:pPr>
            <a:r>
              <a:rPr lang="en-GB" sz="1400" i="1" dirty="0">
                <a:solidFill>
                  <a:schemeClr val="accent2">
                    <a:lumMod val="75000"/>
                  </a:schemeClr>
                </a:solidFill>
                <a:hlinkClick r:id="rId4">
                  <a:extLst>
                    <a:ext uri="{A12FA001-AC4F-418D-AE19-62706E023703}">
                      <ahyp:hlinkClr xmlns:ahyp="http://schemas.microsoft.com/office/drawing/2018/hyperlinkcolor" val="tx"/>
                    </a:ext>
                  </a:extLst>
                </a:hlinkClick>
              </a:rPr>
              <a:t>https://www.nngroup.com/articles/usability-101-introduction-to-usability/</a:t>
            </a:r>
            <a:endParaRPr lang="en-GB" sz="1400" i="1" dirty="0">
              <a:solidFill>
                <a:schemeClr val="accent2">
                  <a:lumMod val="75000"/>
                </a:schemeClr>
              </a:solidFill>
            </a:endParaRPr>
          </a:p>
          <a:p>
            <a:pPr lvl="1" algn="just">
              <a:lnSpc>
                <a:spcPts val="1700"/>
              </a:lnSpc>
              <a:spcBef>
                <a:spcPts val="0"/>
              </a:spcBef>
            </a:pPr>
            <a:r>
              <a:rPr lang="en-GB" sz="1600" dirty="0">
                <a:cs typeface="Times New Roman" pitchFamily="18" charset="0"/>
              </a:rPr>
              <a:t>Usability Testing 101</a:t>
            </a:r>
          </a:p>
          <a:p>
            <a:pPr marL="594360" lvl="2" indent="0" algn="just">
              <a:lnSpc>
                <a:spcPts val="1700"/>
              </a:lnSpc>
              <a:spcBef>
                <a:spcPts val="0"/>
              </a:spcBef>
              <a:buNone/>
            </a:pPr>
            <a:r>
              <a:rPr lang="en-GB" sz="1400" i="1" dirty="0">
                <a:solidFill>
                  <a:schemeClr val="accent2">
                    <a:lumMod val="75000"/>
                  </a:schemeClr>
                </a:solidFill>
                <a:cs typeface="Times New Roman" pitchFamily="18" charset="0"/>
                <a:hlinkClick r:id="rId5"/>
              </a:rPr>
              <a:t>https://www.nngroup.com/articles/usability-testing-101/</a:t>
            </a:r>
            <a:endParaRPr lang="en-GB" sz="1400" i="1" dirty="0">
              <a:solidFill>
                <a:schemeClr val="accent2">
                  <a:lumMod val="75000"/>
                </a:schemeClr>
              </a:solidFill>
              <a:cs typeface="Times New Roman" pitchFamily="18" charset="0"/>
            </a:endParaRPr>
          </a:p>
          <a:p>
            <a:pPr marL="605790" lvl="1" indent="-285750" algn="just">
              <a:lnSpc>
                <a:spcPts val="1700"/>
              </a:lnSpc>
              <a:spcBef>
                <a:spcPts val="0"/>
              </a:spcBef>
            </a:pPr>
            <a:r>
              <a:rPr lang="en-GB" sz="1700" dirty="0">
                <a:cs typeface="Times New Roman" pitchFamily="18" charset="0"/>
              </a:rPr>
              <a:t>Measuring Usability with biometrics</a:t>
            </a:r>
          </a:p>
          <a:p>
            <a:pPr marL="594360" lvl="2" indent="0" algn="just">
              <a:lnSpc>
                <a:spcPts val="1700"/>
              </a:lnSpc>
              <a:spcBef>
                <a:spcPts val="0"/>
              </a:spcBef>
              <a:buNone/>
            </a:pPr>
            <a:r>
              <a:rPr lang="en-GB" sz="1400" i="1" dirty="0" err="1">
                <a:solidFill>
                  <a:schemeClr val="accent1">
                    <a:lumMod val="50000"/>
                  </a:schemeClr>
                </a:solidFill>
                <a:hlinkClick r:id="rId6"/>
              </a:rPr>
              <a:t>Phukan</a:t>
            </a:r>
            <a:r>
              <a:rPr lang="en-GB" sz="1400" i="1" dirty="0">
                <a:solidFill>
                  <a:schemeClr val="accent1">
                    <a:lumMod val="50000"/>
                  </a:schemeClr>
                </a:solidFill>
                <a:hlinkClick r:id="rId6"/>
              </a:rPr>
              <a:t>, A. (2009). Measuring Usability via Biometrics. In: </a:t>
            </a:r>
            <a:r>
              <a:rPr lang="en-GB" sz="1400" i="1" dirty="0" err="1">
                <a:solidFill>
                  <a:schemeClr val="accent1">
                    <a:lumMod val="50000"/>
                  </a:schemeClr>
                </a:solidFill>
                <a:hlinkClick r:id="rId6"/>
              </a:rPr>
              <a:t>Ozok</a:t>
            </a:r>
            <a:r>
              <a:rPr lang="en-GB" sz="1400" i="1" dirty="0">
                <a:solidFill>
                  <a:schemeClr val="accent1">
                    <a:lumMod val="50000"/>
                  </a:schemeClr>
                </a:solidFill>
                <a:hlinkClick r:id="rId6"/>
              </a:rPr>
              <a:t>, A.A., </a:t>
            </a:r>
            <a:r>
              <a:rPr lang="en-GB" sz="1400" i="1" dirty="0" err="1">
                <a:solidFill>
                  <a:schemeClr val="accent1">
                    <a:lumMod val="50000"/>
                  </a:schemeClr>
                </a:solidFill>
                <a:hlinkClick r:id="rId6"/>
              </a:rPr>
              <a:t>Zaphiris</a:t>
            </a:r>
            <a:r>
              <a:rPr lang="en-GB" sz="1400" i="1" dirty="0">
                <a:solidFill>
                  <a:schemeClr val="accent1">
                    <a:lumMod val="50000"/>
                  </a:schemeClr>
                </a:solidFill>
                <a:hlinkClick r:id="rId6"/>
              </a:rPr>
              <a:t>, P. (eds) Online Communities and Social Computing. OCSC 2009. Lecture Notes in Computer Science, vol 5621. Springer, Berlin, Heidelberg. https://doi.org/10.1007/978-3-642-02774-1_11</a:t>
            </a:r>
            <a:endParaRPr lang="en-GB" sz="1400" i="1" dirty="0">
              <a:solidFill>
                <a:schemeClr val="accent1">
                  <a:lumMod val="50000"/>
                </a:schemeClr>
              </a:solidFill>
            </a:endParaRPr>
          </a:p>
        </p:txBody>
      </p:sp>
      <p:sp>
        <p:nvSpPr>
          <p:cNvPr id="12" name="Date Placeholder 11">
            <a:extLst>
              <a:ext uri="{FF2B5EF4-FFF2-40B4-BE49-F238E27FC236}">
                <a16:creationId xmlns:a16="http://schemas.microsoft.com/office/drawing/2014/main" id="{9B74BE13-F349-4FF1-4E89-27B9F275CFE8}"/>
              </a:ext>
            </a:extLst>
          </p:cNvPr>
          <p:cNvSpPr>
            <a:spLocks noGrp="1"/>
          </p:cNvSpPr>
          <p:nvPr>
            <p:ph type="dt" sz="half" idx="2"/>
          </p:nvPr>
        </p:nvSpPr>
        <p:spPr/>
        <p:txBody>
          <a:bodyPr/>
          <a:lstStyle/>
          <a:p>
            <a:r>
              <a:rPr lang="en-US"/>
              <a:t>Academic year 2024-25</a:t>
            </a:r>
            <a:endParaRPr lang="en-US" dirty="0"/>
          </a:p>
        </p:txBody>
      </p:sp>
      <p:sp>
        <p:nvSpPr>
          <p:cNvPr id="13" name="Footer Placeholder 12">
            <a:extLst>
              <a:ext uri="{FF2B5EF4-FFF2-40B4-BE49-F238E27FC236}">
                <a16:creationId xmlns:a16="http://schemas.microsoft.com/office/drawing/2014/main" id="{AC4804FF-7DFD-4D68-88FE-B2C469E934F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4" name="Slide Number Placeholder 13">
            <a:extLst>
              <a:ext uri="{FF2B5EF4-FFF2-40B4-BE49-F238E27FC236}">
                <a16:creationId xmlns:a16="http://schemas.microsoft.com/office/drawing/2014/main" id="{4A202CE7-666C-D321-4AC5-DC47C875CFB5}"/>
              </a:ext>
            </a:extLst>
          </p:cNvPr>
          <p:cNvSpPr>
            <a:spLocks noGrp="1"/>
          </p:cNvSpPr>
          <p:nvPr>
            <p:ph type="sldNum" sz="quarter" idx="4"/>
          </p:nvPr>
        </p:nvSpPr>
        <p:spPr/>
        <p:txBody>
          <a:bodyPr/>
          <a:lstStyle/>
          <a:p>
            <a:fld id="{9FD7ECCF-50E7-4327-B945-FA93FF7B2BEF}" type="slidenum">
              <a:rPr lang="en-US" smtClean="0"/>
              <a:pPr/>
              <a:t>50</a:t>
            </a:fld>
            <a:r>
              <a:rPr lang="en-GB"/>
              <a:t>/50</a:t>
            </a:r>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8235</TotalTime>
  <Words>7951</Words>
  <Application>Microsoft Office PowerPoint</Application>
  <PresentationFormat>On-screen Show (4:3)</PresentationFormat>
  <Paragraphs>706</Paragraphs>
  <Slides>50</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50</vt:i4>
      </vt:variant>
    </vt:vector>
  </HeadingPairs>
  <TitlesOfParts>
    <vt:vector size="59" baseType="lpstr">
      <vt:lpstr>Abadi</vt:lpstr>
      <vt:lpstr>Arial</vt:lpstr>
      <vt:lpstr>Arial</vt:lpstr>
      <vt:lpstr>Times New Roman</vt:lpstr>
      <vt:lpstr>TradeGothic</vt:lpstr>
      <vt:lpstr>Tw Cen MT</vt:lpstr>
      <vt:lpstr>Wingdings</vt:lpstr>
      <vt:lpstr>Wingdings 2</vt:lpstr>
      <vt:lpstr>Median</vt:lpstr>
      <vt:lpstr>Usability Testing concepts</vt:lpstr>
      <vt:lpstr>How to create the best product</vt:lpstr>
      <vt:lpstr>Example - issues to be considered when designing a new digital product</vt:lpstr>
      <vt:lpstr>Example - issues to be considered when designing a new digital product</vt:lpstr>
      <vt:lpstr>PowerPoint Presentation</vt:lpstr>
      <vt:lpstr>Digital product design process</vt:lpstr>
      <vt:lpstr>Product evaluation</vt:lpstr>
      <vt:lpstr>Clarify the terminology</vt:lpstr>
      <vt:lpstr>UX vs UI design</vt:lpstr>
      <vt:lpstr>What is user experience design?</vt:lpstr>
      <vt:lpstr>UX design is about</vt:lpstr>
      <vt:lpstr>What is user interface design?</vt:lpstr>
      <vt:lpstr>UI design is about</vt:lpstr>
      <vt:lpstr>Why good UX and UI is important?</vt:lpstr>
      <vt:lpstr>Utility</vt:lpstr>
      <vt:lpstr>Level of importance of usability</vt:lpstr>
      <vt:lpstr>Usability</vt:lpstr>
      <vt:lpstr>Example - hotel alarm clocks</vt:lpstr>
      <vt:lpstr>Terminology</vt:lpstr>
      <vt:lpstr>When can we test usability?</vt:lpstr>
      <vt:lpstr>Usability testing</vt:lpstr>
      <vt:lpstr>Elements of usability testing</vt:lpstr>
      <vt:lpstr>Elements of usability testing</vt:lpstr>
      <vt:lpstr>Why usability testing?</vt:lpstr>
      <vt:lpstr>Goals of usability testing</vt:lpstr>
      <vt:lpstr>To clarify some confusion</vt:lpstr>
      <vt:lpstr>Usability is defined by 5 quality components</vt:lpstr>
      <vt:lpstr>UX – Effectiveness  [1]</vt:lpstr>
      <vt:lpstr>UX – Effectiveness  [2]</vt:lpstr>
      <vt:lpstr>UX – Effectiveness  [3]</vt:lpstr>
      <vt:lpstr>UX – Efficiency</vt:lpstr>
      <vt:lpstr>UX - Ease of learning/learnability [1]</vt:lpstr>
      <vt:lpstr>UX - Ease of learning/learnability [2]</vt:lpstr>
      <vt:lpstr>UX - Ease of learning/learnability [3]</vt:lpstr>
      <vt:lpstr>UX – Memorability [1]</vt:lpstr>
      <vt:lpstr>UX - Ease of learning/memorability [2]</vt:lpstr>
      <vt:lpstr>UX - Error tolerance [1]</vt:lpstr>
      <vt:lpstr>UX - Error tolerance/safety [2]</vt:lpstr>
      <vt:lpstr>UX - Error tolerance/safety</vt:lpstr>
      <vt:lpstr>UX – Satisfaction/Engagement </vt:lpstr>
      <vt:lpstr>An extended list of experience goals</vt:lpstr>
      <vt:lpstr>Enjoyable</vt:lpstr>
      <vt:lpstr>A brief history of usability testing</vt:lpstr>
      <vt:lpstr>Scope of usability testing in the 80s</vt:lpstr>
      <vt:lpstr>A brief history of usability testing</vt:lpstr>
      <vt:lpstr>Scope of usability testing in the 90s</vt:lpstr>
      <vt:lpstr>A brief history of usability testing</vt:lpstr>
      <vt:lpstr>Recap</vt:lpstr>
      <vt:lpstr>Test your understanding</vt:lpstr>
      <vt:lpstr>Reading</vt:lpstr>
    </vt:vector>
  </TitlesOfParts>
  <Company>University of Westminster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2AIT504  Human Computer Interaction</dc:title>
  <dc:creator>daphne</dc:creator>
  <cp:lastModifiedBy>Daphne Economou</cp:lastModifiedBy>
  <cp:revision>606</cp:revision>
  <cp:lastPrinted>1601-01-01T00:00:00Z</cp:lastPrinted>
  <dcterms:created xsi:type="dcterms:W3CDTF">2003-07-23T09:11:55Z</dcterms:created>
  <dcterms:modified xsi:type="dcterms:W3CDTF">2024-09-22T11:18:29Z</dcterms:modified>
</cp:coreProperties>
</file>