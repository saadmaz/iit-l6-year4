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82"/>
  </p:notesMasterIdLst>
  <p:handoutMasterIdLst>
    <p:handoutMasterId r:id="rId83"/>
  </p:handoutMasterIdLst>
  <p:sldIdLst>
    <p:sldId id="443" r:id="rId2"/>
    <p:sldId id="499" r:id="rId3"/>
    <p:sldId id="664" r:id="rId4"/>
    <p:sldId id="659" r:id="rId5"/>
    <p:sldId id="662" r:id="rId6"/>
    <p:sldId id="709" r:id="rId7"/>
    <p:sldId id="710" r:id="rId8"/>
    <p:sldId id="707" r:id="rId9"/>
    <p:sldId id="748" r:id="rId10"/>
    <p:sldId id="714" r:id="rId11"/>
    <p:sldId id="663" r:id="rId12"/>
    <p:sldId id="749" r:id="rId13"/>
    <p:sldId id="667" r:id="rId14"/>
    <p:sldId id="670" r:id="rId15"/>
    <p:sldId id="715" r:id="rId16"/>
    <p:sldId id="712" r:id="rId17"/>
    <p:sldId id="671" r:id="rId18"/>
    <p:sldId id="668" r:id="rId19"/>
    <p:sldId id="672" r:id="rId20"/>
    <p:sldId id="673" r:id="rId21"/>
    <p:sldId id="674" r:id="rId22"/>
    <p:sldId id="708" r:id="rId23"/>
    <p:sldId id="723" r:id="rId24"/>
    <p:sldId id="724" r:id="rId25"/>
    <p:sldId id="711" r:id="rId26"/>
    <p:sldId id="706" r:id="rId27"/>
    <p:sldId id="677" r:id="rId28"/>
    <p:sldId id="750" r:id="rId29"/>
    <p:sldId id="713" r:id="rId30"/>
    <p:sldId id="681" r:id="rId31"/>
    <p:sldId id="752" r:id="rId32"/>
    <p:sldId id="751" r:id="rId33"/>
    <p:sldId id="682" r:id="rId34"/>
    <p:sldId id="684" r:id="rId35"/>
    <p:sldId id="685" r:id="rId36"/>
    <p:sldId id="686" r:id="rId37"/>
    <p:sldId id="687" r:id="rId38"/>
    <p:sldId id="688" r:id="rId39"/>
    <p:sldId id="689" r:id="rId40"/>
    <p:sldId id="691" r:id="rId41"/>
    <p:sldId id="753" r:id="rId42"/>
    <p:sldId id="695" r:id="rId43"/>
    <p:sldId id="696" r:id="rId44"/>
    <p:sldId id="697" r:id="rId45"/>
    <p:sldId id="698" r:id="rId46"/>
    <p:sldId id="722" r:id="rId47"/>
    <p:sldId id="720" r:id="rId48"/>
    <p:sldId id="747" r:id="rId49"/>
    <p:sldId id="754" r:id="rId50"/>
    <p:sldId id="726" r:id="rId51"/>
    <p:sldId id="727" r:id="rId52"/>
    <p:sldId id="728" r:id="rId53"/>
    <p:sldId id="718" r:id="rId54"/>
    <p:sldId id="719" r:id="rId55"/>
    <p:sldId id="755" r:id="rId56"/>
    <p:sldId id="756" r:id="rId57"/>
    <p:sldId id="758" r:id="rId58"/>
    <p:sldId id="757" r:id="rId59"/>
    <p:sldId id="759" r:id="rId60"/>
    <p:sldId id="717" r:id="rId61"/>
    <p:sldId id="733" r:id="rId62"/>
    <p:sldId id="735" r:id="rId63"/>
    <p:sldId id="736" r:id="rId64"/>
    <p:sldId id="737" r:id="rId65"/>
    <p:sldId id="738" r:id="rId66"/>
    <p:sldId id="739" r:id="rId67"/>
    <p:sldId id="740" r:id="rId68"/>
    <p:sldId id="716" r:id="rId69"/>
    <p:sldId id="741" r:id="rId70"/>
    <p:sldId id="742" r:id="rId71"/>
    <p:sldId id="745" r:id="rId72"/>
    <p:sldId id="743" r:id="rId73"/>
    <p:sldId id="744" r:id="rId74"/>
    <p:sldId id="734" r:id="rId75"/>
    <p:sldId id="721" r:id="rId76"/>
    <p:sldId id="702" r:id="rId77"/>
    <p:sldId id="705" r:id="rId78"/>
    <p:sldId id="704" r:id="rId79"/>
    <p:sldId id="498" r:id="rId80"/>
    <p:sldId id="358" r:id="rId81"/>
  </p:sldIdLst>
  <p:sldSz cx="9144000" cy="6858000" type="screen4x3"/>
  <p:notesSz cx="6858000" cy="9144000"/>
  <p:embeddedFontLst>
    <p:embeddedFont>
      <p:font typeface="Georgia" panose="02040502050405020303" pitchFamily="18" charset="0"/>
      <p:regular r:id="rId84"/>
      <p:bold r:id="rId85"/>
      <p:italic r:id="rId86"/>
      <p:boldItalic r:id="rId87"/>
    </p:embeddedFont>
    <p:embeddedFont>
      <p:font typeface="Lato" panose="020F0502020204030203" pitchFamily="34" charset="0"/>
      <p:regular r:id="rId88"/>
      <p:bold r:id="rId89"/>
      <p:italic r:id="rId90"/>
      <p:boldItalic r:id="rId91"/>
    </p:embeddedFont>
    <p:embeddedFont>
      <p:font typeface="Tw Cen MT" panose="020B0602020104020603" pitchFamily="34" charset="0"/>
      <p:regular r:id="rId92"/>
      <p:bold r:id="rId93"/>
      <p:italic r:id="rId94"/>
      <p:boldItalic r:id="rId95"/>
    </p:embeddedFont>
    <p:embeddedFont>
      <p:font typeface="Wingdings 2" panose="05020102010507070707" pitchFamily="18" charset="2"/>
      <p:regular r:id="rId96"/>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AC20AF"/>
    <a:srgbClr val="777777"/>
    <a:srgbClr val="292929"/>
    <a:srgbClr val="FFFFFF"/>
    <a:srgbClr val="FED4FB"/>
    <a:srgbClr val="D4FEFD"/>
    <a:srgbClr val="FFFCD3"/>
    <a:srgbClr val="E0CBA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5D2535-6F30-4D32-9E4B-0E07407F9CEE}" v="259" dt="2024-11-04T17:46:34.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1173" autoAdjust="0"/>
  </p:normalViewPr>
  <p:slideViewPr>
    <p:cSldViewPr>
      <p:cViewPr varScale="1">
        <p:scale>
          <a:sx n="93" d="100"/>
          <a:sy n="93" d="100"/>
        </p:scale>
        <p:origin x="156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font" Target="fonts/font7.fntdata"/><Relationship Id="rId95" Type="http://schemas.openxmlformats.org/officeDocument/2006/relationships/font" Target="fonts/font12.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94" Type="http://schemas.openxmlformats.org/officeDocument/2006/relationships/font" Target="fonts/font11.fntdata"/><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0.fntdata"/><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0B5D2535-6F30-4D32-9E4B-0E07407F9CEE}"/>
    <pc:docChg chg="undo custSel addSld delSld modSld sldOrd modMainMaster">
      <pc:chgData name="Daphne Economou" userId="d065a339-36cf-4937-af08-41751becbd81" providerId="ADAL" clId="{0B5D2535-6F30-4D32-9E4B-0E07407F9CEE}" dt="2024-11-04T17:48:39.957" v="3704" actId="962"/>
      <pc:docMkLst>
        <pc:docMk/>
      </pc:docMkLst>
      <pc:sldChg chg="modSp mod">
        <pc:chgData name="Daphne Economou" userId="d065a339-36cf-4937-af08-41751becbd81" providerId="ADAL" clId="{0B5D2535-6F30-4D32-9E4B-0E07407F9CEE}" dt="2024-11-04T17:44:25.215" v="3386" actId="20577"/>
        <pc:sldMkLst>
          <pc:docMk/>
          <pc:sldMk cId="0" sldId="499"/>
        </pc:sldMkLst>
        <pc:spChg chg="mod">
          <ac:chgData name="Daphne Economou" userId="d065a339-36cf-4937-af08-41751becbd81" providerId="ADAL" clId="{0B5D2535-6F30-4D32-9E4B-0E07407F9CEE}" dt="2024-11-04T17:44:25.215" v="3386" actId="20577"/>
          <ac:spMkLst>
            <pc:docMk/>
            <pc:sldMk cId="0" sldId="499"/>
            <ac:spMk id="157699" creationId="{00000000-0000-0000-0000-000000000000}"/>
          </ac:spMkLst>
        </pc:spChg>
      </pc:sldChg>
      <pc:sldChg chg="modSp mod">
        <pc:chgData name="Daphne Economou" userId="d065a339-36cf-4937-af08-41751becbd81" providerId="ADAL" clId="{0B5D2535-6F30-4D32-9E4B-0E07407F9CEE}" dt="2024-11-04T10:58:48.999" v="46" actId="6549"/>
        <pc:sldMkLst>
          <pc:docMk/>
          <pc:sldMk cId="4089075956" sldId="663"/>
        </pc:sldMkLst>
        <pc:spChg chg="mod">
          <ac:chgData name="Daphne Economou" userId="d065a339-36cf-4937-af08-41751becbd81" providerId="ADAL" clId="{0B5D2535-6F30-4D32-9E4B-0E07407F9CEE}" dt="2024-11-04T10:58:48.999" v="46" actId="6549"/>
          <ac:spMkLst>
            <pc:docMk/>
            <pc:sldMk cId="4089075956" sldId="663"/>
            <ac:spMk id="3" creationId="{950F3388-1A1E-BBBC-0F9E-D4170D81CE1F}"/>
          </ac:spMkLst>
        </pc:spChg>
      </pc:sldChg>
      <pc:sldChg chg="modSp">
        <pc:chgData name="Daphne Economou" userId="d065a339-36cf-4937-af08-41751becbd81" providerId="ADAL" clId="{0B5D2535-6F30-4D32-9E4B-0E07407F9CEE}" dt="2024-11-04T11:04:44.738" v="153" actId="20577"/>
        <pc:sldMkLst>
          <pc:docMk/>
          <pc:sldMk cId="2662178917" sldId="667"/>
        </pc:sldMkLst>
        <pc:graphicFrameChg chg="mod">
          <ac:chgData name="Daphne Economou" userId="d065a339-36cf-4937-af08-41751becbd81" providerId="ADAL" clId="{0B5D2535-6F30-4D32-9E4B-0E07407F9CEE}" dt="2024-11-04T11:04:44.738" v="153" actId="20577"/>
          <ac:graphicFrameMkLst>
            <pc:docMk/>
            <pc:sldMk cId="2662178917" sldId="667"/>
            <ac:graphicFrameMk id="8" creationId="{64F57432-C1E0-8411-04BD-9A8830AFFF44}"/>
          </ac:graphicFrameMkLst>
        </pc:graphicFrameChg>
      </pc:sldChg>
      <pc:sldChg chg="addSp delSp modSp mod">
        <pc:chgData name="Daphne Economou" userId="d065a339-36cf-4937-af08-41751becbd81" providerId="ADAL" clId="{0B5D2535-6F30-4D32-9E4B-0E07407F9CEE}" dt="2024-11-04T12:26:49.079" v="1042" actId="207"/>
        <pc:sldMkLst>
          <pc:docMk/>
          <pc:sldMk cId="2205690091" sldId="677"/>
        </pc:sldMkLst>
        <pc:spChg chg="mod">
          <ac:chgData name="Daphne Economou" userId="d065a339-36cf-4937-af08-41751becbd81" providerId="ADAL" clId="{0B5D2535-6F30-4D32-9E4B-0E07407F9CEE}" dt="2024-11-04T12:16:46.300" v="641" actId="113"/>
          <ac:spMkLst>
            <pc:docMk/>
            <pc:sldMk cId="2205690091" sldId="677"/>
            <ac:spMk id="3" creationId="{D5E34B7E-D545-46DB-4F19-2A45BAF69A11}"/>
          </ac:spMkLst>
        </pc:spChg>
        <pc:spChg chg="del mod">
          <ac:chgData name="Daphne Economou" userId="d065a339-36cf-4937-af08-41751becbd81" providerId="ADAL" clId="{0B5D2535-6F30-4D32-9E4B-0E07407F9CEE}" dt="2024-11-04T12:15:58.632" v="629" actId="478"/>
          <ac:spMkLst>
            <pc:docMk/>
            <pc:sldMk cId="2205690091" sldId="677"/>
            <ac:spMk id="10" creationId="{F37E93D6-39CD-57CA-D965-BB6B30BA12C7}"/>
          </ac:spMkLst>
        </pc:spChg>
        <pc:spChg chg="add mod">
          <ac:chgData name="Daphne Economou" userId="d065a339-36cf-4937-af08-41751becbd81" providerId="ADAL" clId="{0B5D2535-6F30-4D32-9E4B-0E07407F9CEE}" dt="2024-11-04T12:26:49.079" v="1042" actId="207"/>
          <ac:spMkLst>
            <pc:docMk/>
            <pc:sldMk cId="2205690091" sldId="677"/>
            <ac:spMk id="18" creationId="{A1B544A1-3DF1-F911-15D9-0858D86FFD70}"/>
          </ac:spMkLst>
        </pc:spChg>
        <pc:grpChg chg="mod">
          <ac:chgData name="Daphne Economou" userId="d065a339-36cf-4937-af08-41751becbd81" providerId="ADAL" clId="{0B5D2535-6F30-4D32-9E4B-0E07407F9CEE}" dt="2024-11-04T12:16:10.962" v="634"/>
          <ac:grpSpMkLst>
            <pc:docMk/>
            <pc:sldMk cId="2205690091" sldId="677"/>
            <ac:grpSpMk id="13" creationId="{B18B5EC4-1F4F-E7EE-9CB2-23FCFF57FF5F}"/>
          </ac:grpSpMkLst>
        </pc:grpChg>
        <pc:grpChg chg="mod">
          <ac:chgData name="Daphne Economou" userId="d065a339-36cf-4937-af08-41751becbd81" providerId="ADAL" clId="{0B5D2535-6F30-4D32-9E4B-0E07407F9CEE}" dt="2024-11-04T12:16:15.426" v="638"/>
          <ac:grpSpMkLst>
            <pc:docMk/>
            <pc:sldMk cId="2205690091" sldId="677"/>
            <ac:grpSpMk id="16" creationId="{C98D906C-D6CB-6C72-B5DC-55BFCF09FEDD}"/>
          </ac:grpSpMkLst>
        </pc:grpChg>
        <pc:graphicFrameChg chg="mod modGraphic">
          <ac:chgData name="Daphne Economou" userId="d065a339-36cf-4937-af08-41751becbd81" providerId="ADAL" clId="{0B5D2535-6F30-4D32-9E4B-0E07407F9CEE}" dt="2024-11-04T12:15:43.952" v="611" actId="20577"/>
          <ac:graphicFrameMkLst>
            <pc:docMk/>
            <pc:sldMk cId="2205690091" sldId="677"/>
            <ac:graphicFrameMk id="2" creationId="{E9392F03-EEE5-F9BB-36BF-261C97E2D934}"/>
          </ac:graphicFrameMkLst>
        </pc:graphicFrameChg>
        <pc:graphicFrameChg chg="add del mod">
          <ac:chgData name="Daphne Economou" userId="d065a339-36cf-4937-af08-41751becbd81" providerId="ADAL" clId="{0B5D2535-6F30-4D32-9E4B-0E07407F9CEE}" dt="2024-11-04T12:16:23.849" v="639" actId="478"/>
          <ac:graphicFrameMkLst>
            <pc:docMk/>
            <pc:sldMk cId="2205690091" sldId="677"/>
            <ac:graphicFrameMk id="4" creationId="{8AA76005-7EDF-BEE3-FE4B-D68F7D8E8582}"/>
          </ac:graphicFrameMkLst>
        </pc:graphicFrameChg>
        <pc:graphicFrameChg chg="add del mod">
          <ac:chgData name="Daphne Economou" userId="d065a339-36cf-4937-af08-41751becbd81" providerId="ADAL" clId="{0B5D2535-6F30-4D32-9E4B-0E07407F9CEE}" dt="2024-11-04T12:16:25.410" v="640" actId="478"/>
          <ac:graphicFrameMkLst>
            <pc:docMk/>
            <pc:sldMk cId="2205690091" sldId="677"/>
            <ac:graphicFrameMk id="5" creationId="{229F35E5-B9EC-22CE-0236-A9ECAC180395}"/>
          </ac:graphicFrameMkLst>
        </pc:graphicFrameChg>
        <pc:graphicFrameChg chg="mod modGraphic">
          <ac:chgData name="Daphne Economou" userId="d065a339-36cf-4937-af08-41751becbd81" providerId="ADAL" clId="{0B5D2535-6F30-4D32-9E4B-0E07407F9CEE}" dt="2024-11-04T12:17:10.026" v="643" actId="1076"/>
          <ac:graphicFrameMkLst>
            <pc:docMk/>
            <pc:sldMk cId="2205690091" sldId="677"/>
            <ac:graphicFrameMk id="7" creationId="{B37AE314-9EB3-BE63-8C08-323A4087DFBA}"/>
          </ac:graphicFrameMkLst>
        </pc:graphicFrameChg>
        <pc:graphicFrameChg chg="add del mod">
          <ac:chgData name="Daphne Economou" userId="d065a339-36cf-4937-af08-41751becbd81" providerId="ADAL" clId="{0B5D2535-6F30-4D32-9E4B-0E07407F9CEE}" dt="2024-11-04T12:18:41.075" v="647" actId="478"/>
          <ac:graphicFrameMkLst>
            <pc:docMk/>
            <pc:sldMk cId="2205690091" sldId="677"/>
            <ac:graphicFrameMk id="17" creationId="{8214958C-7CC1-3EEF-9730-317E546E6897}"/>
          </ac:graphicFrameMkLst>
        </pc:graphicFrameChg>
        <pc:inkChg chg="add del mod">
          <ac:chgData name="Daphne Economou" userId="d065a339-36cf-4937-af08-41751becbd81" providerId="ADAL" clId="{0B5D2535-6F30-4D32-9E4B-0E07407F9CEE}" dt="2024-11-04T12:16:11.380" v="635" actId="9405"/>
          <ac:inkMkLst>
            <pc:docMk/>
            <pc:sldMk cId="2205690091" sldId="677"/>
            <ac:inkMk id="11" creationId="{4A1AD282-F4B8-8F43-D2FD-5608B5A4D857}"/>
          </ac:inkMkLst>
        </pc:inkChg>
        <pc:inkChg chg="add del mod">
          <ac:chgData name="Daphne Economou" userId="d065a339-36cf-4937-af08-41751becbd81" providerId="ADAL" clId="{0B5D2535-6F30-4D32-9E4B-0E07407F9CEE}" dt="2024-11-04T12:16:10.962" v="634"/>
          <ac:inkMkLst>
            <pc:docMk/>
            <pc:sldMk cId="2205690091" sldId="677"/>
            <ac:inkMk id="12" creationId="{22EB58DF-3305-2768-C990-85D4B8956A42}"/>
          </ac:inkMkLst>
        </pc:inkChg>
        <pc:inkChg chg="add mod">
          <ac:chgData name="Daphne Economou" userId="d065a339-36cf-4937-af08-41751becbd81" providerId="ADAL" clId="{0B5D2535-6F30-4D32-9E4B-0E07407F9CEE}" dt="2024-11-04T12:16:15.426" v="638"/>
          <ac:inkMkLst>
            <pc:docMk/>
            <pc:sldMk cId="2205690091" sldId="677"/>
            <ac:inkMk id="14" creationId="{3C93E461-DC48-5D0C-AD92-66E6707458D5}"/>
          </ac:inkMkLst>
        </pc:inkChg>
        <pc:inkChg chg="add mod">
          <ac:chgData name="Daphne Economou" userId="d065a339-36cf-4937-af08-41751becbd81" providerId="ADAL" clId="{0B5D2535-6F30-4D32-9E4B-0E07407F9CEE}" dt="2024-11-04T12:16:15.426" v="638"/>
          <ac:inkMkLst>
            <pc:docMk/>
            <pc:sldMk cId="2205690091" sldId="677"/>
            <ac:inkMk id="15" creationId="{DDB96037-158D-276F-1ACA-4E4A21A73E88}"/>
          </ac:inkMkLst>
        </pc:inkChg>
      </pc:sldChg>
      <pc:sldChg chg="addSp delSp modSp mod modNotesTx">
        <pc:chgData name="Daphne Economou" userId="d065a339-36cf-4937-af08-41751becbd81" providerId="ADAL" clId="{0B5D2535-6F30-4D32-9E4B-0E07407F9CEE}" dt="2024-11-04T17:46:02.106" v="3510" actId="962"/>
        <pc:sldMkLst>
          <pc:docMk/>
          <pc:sldMk cId="3955673542" sldId="681"/>
        </pc:sldMkLst>
        <pc:spChg chg="del mod">
          <ac:chgData name="Daphne Economou" userId="d065a339-36cf-4937-af08-41751becbd81" providerId="ADAL" clId="{0B5D2535-6F30-4D32-9E4B-0E07407F9CEE}" dt="2024-11-04T12:44:12.889" v="1049" actId="478"/>
          <ac:spMkLst>
            <pc:docMk/>
            <pc:sldMk cId="3955673542" sldId="681"/>
            <ac:spMk id="3" creationId="{D5E34B7E-D545-46DB-4F19-2A45BAF69A11}"/>
          </ac:spMkLst>
        </pc:spChg>
        <pc:spChg chg="add mod">
          <ac:chgData name="Daphne Economou" userId="d065a339-36cf-4937-af08-41751becbd81" providerId="ADAL" clId="{0B5D2535-6F30-4D32-9E4B-0E07407F9CEE}" dt="2024-11-04T12:26:52.831" v="1043" actId="207"/>
          <ac:spMkLst>
            <pc:docMk/>
            <pc:sldMk cId="3955673542" sldId="681"/>
            <ac:spMk id="4" creationId="{636BB951-FB5F-7DBF-ACCF-AEFF31D5F5FE}"/>
          </ac:spMkLst>
        </pc:spChg>
        <pc:spChg chg="del mod">
          <ac:chgData name="Daphne Economou" userId="d065a339-36cf-4937-af08-41751becbd81" providerId="ADAL" clId="{0B5D2535-6F30-4D32-9E4B-0E07407F9CEE}" dt="2024-11-04T12:44:08.203" v="1045" actId="478"/>
          <ac:spMkLst>
            <pc:docMk/>
            <pc:sldMk cId="3955673542" sldId="681"/>
            <ac:spMk id="6" creationId="{A145C051-F698-31A5-7DE3-45C58F9C3345}"/>
          </ac:spMkLst>
        </pc:spChg>
        <pc:spChg chg="del mod">
          <ac:chgData name="Daphne Economou" userId="d065a339-36cf-4937-af08-41751becbd81" providerId="ADAL" clId="{0B5D2535-6F30-4D32-9E4B-0E07407F9CEE}" dt="2024-11-04T12:44:09.819" v="1046" actId="478"/>
          <ac:spMkLst>
            <pc:docMk/>
            <pc:sldMk cId="3955673542" sldId="681"/>
            <ac:spMk id="9" creationId="{A0784D31-CD56-FEFF-070D-E2F67E2774AF}"/>
          </ac:spMkLst>
        </pc:spChg>
        <pc:spChg chg="add del mod">
          <ac:chgData name="Daphne Economou" userId="d065a339-36cf-4937-af08-41751becbd81" providerId="ADAL" clId="{0B5D2535-6F30-4D32-9E4B-0E07407F9CEE}" dt="2024-11-04T12:44:10.778" v="1047" actId="478"/>
          <ac:spMkLst>
            <pc:docMk/>
            <pc:sldMk cId="3955673542" sldId="681"/>
            <ac:spMk id="11" creationId="{56802A30-27C1-C99C-257C-63397753D5AA}"/>
          </ac:spMkLst>
        </pc:spChg>
        <pc:spChg chg="del mod">
          <ac:chgData name="Daphne Economou" userId="d065a339-36cf-4937-af08-41751becbd81" providerId="ADAL" clId="{0B5D2535-6F30-4D32-9E4B-0E07407F9CEE}" dt="2024-11-04T12:44:14.113" v="1050" actId="478"/>
          <ac:spMkLst>
            <pc:docMk/>
            <pc:sldMk cId="3955673542" sldId="681"/>
            <ac:spMk id="12" creationId="{2B637A72-4EC7-E6BB-9B3D-BA6FF95297E9}"/>
          </ac:spMkLst>
        </pc:spChg>
        <pc:spChg chg="add del mod">
          <ac:chgData name="Daphne Economou" userId="d065a339-36cf-4937-af08-41751becbd81" providerId="ADAL" clId="{0B5D2535-6F30-4D32-9E4B-0E07407F9CEE}" dt="2024-11-04T12:44:11.530" v="1048" actId="478"/>
          <ac:spMkLst>
            <pc:docMk/>
            <pc:sldMk cId="3955673542" sldId="681"/>
            <ac:spMk id="14" creationId="{5D49D606-906A-410D-9322-4F058E174CFD}"/>
          </ac:spMkLst>
        </pc:spChg>
        <pc:spChg chg="add del mod">
          <ac:chgData name="Daphne Economou" userId="d065a339-36cf-4937-af08-41751becbd81" providerId="ADAL" clId="{0B5D2535-6F30-4D32-9E4B-0E07407F9CEE}" dt="2024-11-04T12:44:15.333" v="1051" actId="478"/>
          <ac:spMkLst>
            <pc:docMk/>
            <pc:sldMk cId="3955673542" sldId="681"/>
            <ac:spMk id="17" creationId="{744DDC9D-2B91-62B5-D815-D8433C30766A}"/>
          </ac:spMkLst>
        </pc:spChg>
        <pc:picChg chg="add del mod">
          <ac:chgData name="Daphne Economou" userId="d065a339-36cf-4937-af08-41751becbd81" providerId="ADAL" clId="{0B5D2535-6F30-4D32-9E4B-0E07407F9CEE}" dt="2024-11-04T12:48:02.448" v="1325" actId="478"/>
          <ac:picMkLst>
            <pc:docMk/>
            <pc:sldMk cId="3955673542" sldId="681"/>
            <ac:picMk id="19" creationId="{A3B2BBD5-36D1-8E43-FC9A-683D4A3BF322}"/>
          </ac:picMkLst>
        </pc:picChg>
        <pc:picChg chg="add mod">
          <ac:chgData name="Daphne Economou" userId="d065a339-36cf-4937-af08-41751becbd81" providerId="ADAL" clId="{0B5D2535-6F30-4D32-9E4B-0E07407F9CEE}" dt="2024-11-04T17:46:02.106" v="3510" actId="962"/>
          <ac:picMkLst>
            <pc:docMk/>
            <pc:sldMk cId="3955673542" sldId="681"/>
            <ac:picMk id="21" creationId="{6D934B32-1253-1325-706C-6081AEA3B851}"/>
          </ac:picMkLst>
        </pc:picChg>
        <pc:picChg chg="del mod">
          <ac:chgData name="Daphne Economou" userId="d065a339-36cf-4937-af08-41751becbd81" providerId="ADAL" clId="{0B5D2535-6F30-4D32-9E4B-0E07407F9CEE}" dt="2024-11-04T12:44:17.625" v="1053" actId="478"/>
          <ac:picMkLst>
            <pc:docMk/>
            <pc:sldMk cId="3955673542" sldId="681"/>
            <ac:picMk id="6146" creationId="{6D3CE301-85FB-1326-0E83-8167574D93B8}"/>
          </ac:picMkLst>
        </pc:picChg>
        <pc:picChg chg="del mod">
          <ac:chgData name="Daphne Economou" userId="d065a339-36cf-4937-af08-41751becbd81" providerId="ADAL" clId="{0B5D2535-6F30-4D32-9E4B-0E07407F9CEE}" dt="2024-11-04T12:44:16.588" v="1052" actId="478"/>
          <ac:picMkLst>
            <pc:docMk/>
            <pc:sldMk cId="3955673542" sldId="681"/>
            <ac:picMk id="6148" creationId="{5C2C492D-5307-095F-DD7A-D48ECE88A76C}"/>
          </ac:picMkLst>
        </pc:picChg>
        <pc:cxnChg chg="del">
          <ac:chgData name="Daphne Economou" userId="d065a339-36cf-4937-af08-41751becbd81" providerId="ADAL" clId="{0B5D2535-6F30-4D32-9E4B-0E07407F9CEE}" dt="2024-11-04T12:44:18.636" v="1054" actId="478"/>
          <ac:cxnSpMkLst>
            <pc:docMk/>
            <pc:sldMk cId="3955673542" sldId="681"/>
            <ac:cxnSpMk id="22" creationId="{946F0BEA-463B-4550-328A-D1361698EC66}"/>
          </ac:cxnSpMkLst>
        </pc:cxnChg>
      </pc:sldChg>
      <pc:sldChg chg="addSp modSp mod">
        <pc:chgData name="Daphne Economou" userId="d065a339-36cf-4937-af08-41751becbd81" providerId="ADAL" clId="{0B5D2535-6F30-4D32-9E4B-0E07407F9CEE}" dt="2024-11-04T13:51:07.973" v="2313" actId="14100"/>
        <pc:sldMkLst>
          <pc:docMk/>
          <pc:sldMk cId="1268397854" sldId="688"/>
        </pc:sldMkLst>
        <pc:spChg chg="add mod">
          <ac:chgData name="Daphne Economou" userId="d065a339-36cf-4937-af08-41751becbd81" providerId="ADAL" clId="{0B5D2535-6F30-4D32-9E4B-0E07407F9CEE}" dt="2024-11-04T13:12:42.271" v="2033" actId="1076"/>
          <ac:spMkLst>
            <pc:docMk/>
            <pc:sldMk cId="1268397854" sldId="688"/>
            <ac:spMk id="5" creationId="{EEB91A9D-168D-480C-B12B-C2917D5EDC6F}"/>
          </ac:spMkLst>
        </pc:spChg>
        <pc:spChg chg="add mod">
          <ac:chgData name="Daphne Economou" userId="d065a339-36cf-4937-af08-41751becbd81" providerId="ADAL" clId="{0B5D2535-6F30-4D32-9E4B-0E07407F9CEE}" dt="2024-11-04T13:51:07.973" v="2313" actId="14100"/>
          <ac:spMkLst>
            <pc:docMk/>
            <pc:sldMk cId="1268397854" sldId="688"/>
            <ac:spMk id="10" creationId="{763276FF-74DF-6FA9-1AF9-30D7C74857B3}"/>
          </ac:spMkLst>
        </pc:spChg>
      </pc:sldChg>
      <pc:sldChg chg="addSp modSp mod">
        <pc:chgData name="Daphne Economou" userId="d065a339-36cf-4937-af08-41751becbd81" providerId="ADAL" clId="{0B5D2535-6F30-4D32-9E4B-0E07407F9CEE}" dt="2024-11-04T13:50:57.549" v="2309" actId="1076"/>
        <pc:sldMkLst>
          <pc:docMk/>
          <pc:sldMk cId="4170147541" sldId="689"/>
        </pc:sldMkLst>
        <pc:spChg chg="add mod">
          <ac:chgData name="Daphne Economou" userId="d065a339-36cf-4937-af08-41751becbd81" providerId="ADAL" clId="{0B5D2535-6F30-4D32-9E4B-0E07407F9CEE}" dt="2024-11-04T13:50:57.549" v="2309" actId="1076"/>
          <ac:spMkLst>
            <pc:docMk/>
            <pc:sldMk cId="4170147541" sldId="689"/>
            <ac:spMk id="4" creationId="{51F2911C-5250-64B9-B44E-0889C0B1B17B}"/>
          </ac:spMkLst>
        </pc:spChg>
      </pc:sldChg>
      <pc:sldChg chg="addSp delSp modSp add mod">
        <pc:chgData name="Daphne Economou" userId="d065a339-36cf-4937-af08-41751becbd81" providerId="ADAL" clId="{0B5D2535-6F30-4D32-9E4B-0E07407F9CEE}" dt="2024-11-04T17:47:01.964" v="3524" actId="962"/>
        <pc:sldMkLst>
          <pc:docMk/>
          <pc:sldMk cId="2160952387" sldId="695"/>
        </pc:sldMkLst>
        <pc:spChg chg="mod">
          <ac:chgData name="Daphne Economou" userId="d065a339-36cf-4937-af08-41751becbd81" providerId="ADAL" clId="{0B5D2535-6F30-4D32-9E4B-0E07407F9CEE}" dt="2024-11-04T13:30:45.439" v="2263" actId="6549"/>
          <ac:spMkLst>
            <pc:docMk/>
            <pc:sldMk cId="2160952387" sldId="695"/>
            <ac:spMk id="2" creationId="{39722DCC-9B28-C2BA-08C1-3A598FB94BA8}"/>
          </ac:spMkLst>
        </pc:spChg>
        <pc:spChg chg="mod">
          <ac:chgData name="Daphne Economou" userId="d065a339-36cf-4937-af08-41751becbd81" providerId="ADAL" clId="{0B5D2535-6F30-4D32-9E4B-0E07407F9CEE}" dt="2024-11-04T13:32:56.505" v="2281" actId="14100"/>
          <ac:spMkLst>
            <pc:docMk/>
            <pc:sldMk cId="2160952387" sldId="695"/>
            <ac:spMk id="3" creationId="{FAE3F511-59E2-FF58-7185-7FD8F9FBD060}"/>
          </ac:spMkLst>
        </pc:spChg>
        <pc:spChg chg="add del mod">
          <ac:chgData name="Daphne Economou" userId="d065a339-36cf-4937-af08-41751becbd81" providerId="ADAL" clId="{0B5D2535-6F30-4D32-9E4B-0E07407F9CEE}" dt="2024-11-04T13:32:00.877" v="2266" actId="478"/>
          <ac:spMkLst>
            <pc:docMk/>
            <pc:sldMk cId="2160952387" sldId="695"/>
            <ac:spMk id="5" creationId="{EFF86C1E-A76C-D53F-45CC-C1125D85409D}"/>
          </ac:spMkLst>
        </pc:spChg>
        <pc:picChg chg="mod">
          <ac:chgData name="Daphne Economou" userId="d065a339-36cf-4937-af08-41751becbd81" providerId="ADAL" clId="{0B5D2535-6F30-4D32-9E4B-0E07407F9CEE}" dt="2024-11-04T17:47:01.964" v="3524" actId="962"/>
          <ac:picMkLst>
            <pc:docMk/>
            <pc:sldMk cId="2160952387" sldId="695"/>
            <ac:picMk id="7" creationId="{E1C5F979-7F44-9B1C-BE97-E4B070CBB663}"/>
          </ac:picMkLst>
        </pc:picChg>
      </pc:sldChg>
      <pc:sldChg chg="add del">
        <pc:chgData name="Daphne Economou" userId="d065a339-36cf-4937-af08-41751becbd81" providerId="ADAL" clId="{0B5D2535-6F30-4D32-9E4B-0E07407F9CEE}" dt="2024-11-04T13:30:22.618" v="2260" actId="2696"/>
        <pc:sldMkLst>
          <pc:docMk/>
          <pc:sldMk cId="3813353925" sldId="695"/>
        </pc:sldMkLst>
      </pc:sldChg>
      <pc:sldChg chg="add del">
        <pc:chgData name="Daphne Economou" userId="d065a339-36cf-4937-af08-41751becbd81" providerId="ADAL" clId="{0B5D2535-6F30-4D32-9E4B-0E07407F9CEE}" dt="2024-11-04T13:30:22.618" v="2260" actId="2696"/>
        <pc:sldMkLst>
          <pc:docMk/>
          <pc:sldMk cId="956517098" sldId="696"/>
        </pc:sldMkLst>
      </pc:sldChg>
      <pc:sldChg chg="add">
        <pc:chgData name="Daphne Economou" userId="d065a339-36cf-4937-af08-41751becbd81" providerId="ADAL" clId="{0B5D2535-6F30-4D32-9E4B-0E07407F9CEE}" dt="2024-11-04T13:30:26.896" v="2261"/>
        <pc:sldMkLst>
          <pc:docMk/>
          <pc:sldMk cId="3361576015" sldId="696"/>
        </pc:sldMkLst>
      </pc:sldChg>
      <pc:sldChg chg="add del">
        <pc:chgData name="Daphne Economou" userId="d065a339-36cf-4937-af08-41751becbd81" providerId="ADAL" clId="{0B5D2535-6F30-4D32-9E4B-0E07407F9CEE}" dt="2024-11-04T13:30:22.618" v="2260" actId="2696"/>
        <pc:sldMkLst>
          <pc:docMk/>
          <pc:sldMk cId="652799084" sldId="697"/>
        </pc:sldMkLst>
      </pc:sldChg>
      <pc:sldChg chg="add">
        <pc:chgData name="Daphne Economou" userId="d065a339-36cf-4937-af08-41751becbd81" providerId="ADAL" clId="{0B5D2535-6F30-4D32-9E4B-0E07407F9CEE}" dt="2024-11-04T13:30:26.896" v="2261"/>
        <pc:sldMkLst>
          <pc:docMk/>
          <pc:sldMk cId="1989885812" sldId="697"/>
        </pc:sldMkLst>
      </pc:sldChg>
      <pc:sldChg chg="add">
        <pc:chgData name="Daphne Economou" userId="d065a339-36cf-4937-af08-41751becbd81" providerId="ADAL" clId="{0B5D2535-6F30-4D32-9E4B-0E07407F9CEE}" dt="2024-11-04T13:30:26.896" v="2261"/>
        <pc:sldMkLst>
          <pc:docMk/>
          <pc:sldMk cId="1860412962" sldId="698"/>
        </pc:sldMkLst>
      </pc:sldChg>
      <pc:sldChg chg="add del">
        <pc:chgData name="Daphne Economou" userId="d065a339-36cf-4937-af08-41751becbd81" providerId="ADAL" clId="{0B5D2535-6F30-4D32-9E4B-0E07407F9CEE}" dt="2024-11-04T13:30:22.618" v="2260" actId="2696"/>
        <pc:sldMkLst>
          <pc:docMk/>
          <pc:sldMk cId="1861020392" sldId="698"/>
        </pc:sldMkLst>
      </pc:sldChg>
      <pc:sldChg chg="addSp delSp modSp mod">
        <pc:chgData name="Daphne Economou" userId="d065a339-36cf-4937-af08-41751becbd81" providerId="ADAL" clId="{0B5D2535-6F30-4D32-9E4B-0E07407F9CEE}" dt="2024-11-04T12:19:55.262" v="691" actId="27918"/>
        <pc:sldMkLst>
          <pc:docMk/>
          <pc:sldMk cId="2478527240" sldId="711"/>
        </pc:sldMkLst>
        <pc:spChg chg="mod">
          <ac:chgData name="Daphne Economou" userId="d065a339-36cf-4937-af08-41751becbd81" providerId="ADAL" clId="{0B5D2535-6F30-4D32-9E4B-0E07407F9CEE}" dt="2024-11-04T11:33:11.393" v="199" actId="1076"/>
          <ac:spMkLst>
            <pc:docMk/>
            <pc:sldMk cId="2478527240" sldId="711"/>
            <ac:spMk id="3" creationId="{FF57F37C-72D7-4C41-F4BB-433C37563CC3}"/>
          </ac:spMkLst>
        </pc:spChg>
        <pc:spChg chg="del mod">
          <ac:chgData name="Daphne Economou" userId="d065a339-36cf-4937-af08-41751becbd81" providerId="ADAL" clId="{0B5D2535-6F30-4D32-9E4B-0E07407F9CEE}" dt="2024-11-04T12:03:34.042" v="305" actId="478"/>
          <ac:spMkLst>
            <pc:docMk/>
            <pc:sldMk cId="2478527240" sldId="711"/>
            <ac:spMk id="10" creationId="{49145B90-C46A-DA4B-6CAC-74D7BF8118B8}"/>
          </ac:spMkLst>
        </pc:spChg>
        <pc:spChg chg="del mod">
          <ac:chgData name="Daphne Economou" userId="d065a339-36cf-4937-af08-41751becbd81" providerId="ADAL" clId="{0B5D2535-6F30-4D32-9E4B-0E07407F9CEE}" dt="2024-11-04T12:03:32.409" v="304" actId="478"/>
          <ac:spMkLst>
            <pc:docMk/>
            <pc:sldMk cId="2478527240" sldId="711"/>
            <ac:spMk id="11" creationId="{5BC9AD54-EBD3-B78B-B4A3-481AC6949DC2}"/>
          </ac:spMkLst>
        </pc:spChg>
        <pc:graphicFrameChg chg="del mod modGraphic">
          <ac:chgData name="Daphne Economou" userId="d065a339-36cf-4937-af08-41751becbd81" providerId="ADAL" clId="{0B5D2535-6F30-4D32-9E4B-0E07407F9CEE}" dt="2024-11-04T11:53:37.526" v="275" actId="478"/>
          <ac:graphicFrameMkLst>
            <pc:docMk/>
            <pc:sldMk cId="2478527240" sldId="711"/>
            <ac:graphicFrameMk id="6" creationId="{EA972FBB-0794-A506-A36A-7EDE066FA854}"/>
          </ac:graphicFrameMkLst>
        </pc:graphicFrameChg>
        <pc:graphicFrameChg chg="del mod modGraphic">
          <ac:chgData name="Daphne Economou" userId="d065a339-36cf-4937-af08-41751becbd81" providerId="ADAL" clId="{0B5D2535-6F30-4D32-9E4B-0E07407F9CEE}" dt="2024-11-04T11:53:37.526" v="275" actId="478"/>
          <ac:graphicFrameMkLst>
            <pc:docMk/>
            <pc:sldMk cId="2478527240" sldId="711"/>
            <ac:graphicFrameMk id="7" creationId="{2A6A4EA2-D517-9191-A19F-49EA02CE7476}"/>
          </ac:graphicFrameMkLst>
        </pc:graphicFrameChg>
        <pc:graphicFrameChg chg="del mod modGraphic">
          <ac:chgData name="Daphne Economou" userId="d065a339-36cf-4937-af08-41751becbd81" providerId="ADAL" clId="{0B5D2535-6F30-4D32-9E4B-0E07407F9CEE}" dt="2024-11-04T11:53:37.526" v="275" actId="478"/>
          <ac:graphicFrameMkLst>
            <pc:docMk/>
            <pc:sldMk cId="2478527240" sldId="711"/>
            <ac:graphicFrameMk id="8" creationId="{8902BCC3-99E7-EBB5-0BD6-3496C27214F2}"/>
          </ac:graphicFrameMkLst>
        </pc:graphicFrameChg>
        <pc:graphicFrameChg chg="del mod modGraphic">
          <ac:chgData name="Daphne Economou" userId="d065a339-36cf-4937-af08-41751becbd81" providerId="ADAL" clId="{0B5D2535-6F30-4D32-9E4B-0E07407F9CEE}" dt="2024-11-04T11:53:37.526" v="275" actId="478"/>
          <ac:graphicFrameMkLst>
            <pc:docMk/>
            <pc:sldMk cId="2478527240" sldId="711"/>
            <ac:graphicFrameMk id="9" creationId="{63239445-D2C6-7A00-DBA6-FCBE746A938D}"/>
          </ac:graphicFrameMkLst>
        </pc:graphicFrameChg>
        <pc:graphicFrameChg chg="add del mod">
          <ac:chgData name="Daphne Economou" userId="d065a339-36cf-4937-af08-41751becbd81" providerId="ADAL" clId="{0B5D2535-6F30-4D32-9E4B-0E07407F9CEE}" dt="2024-11-04T12:00:18.847" v="288" actId="478"/>
          <ac:graphicFrameMkLst>
            <pc:docMk/>
            <pc:sldMk cId="2478527240" sldId="711"/>
            <ac:graphicFrameMk id="12" creationId="{180262F4-35D9-E631-174C-727A5D080A75}"/>
          </ac:graphicFrameMkLst>
        </pc:graphicFrameChg>
        <pc:graphicFrameChg chg="add del mod">
          <ac:chgData name="Daphne Economou" userId="d065a339-36cf-4937-af08-41751becbd81" providerId="ADAL" clId="{0B5D2535-6F30-4D32-9E4B-0E07407F9CEE}" dt="2024-11-04T12:00:18.087" v="287" actId="478"/>
          <ac:graphicFrameMkLst>
            <pc:docMk/>
            <pc:sldMk cId="2478527240" sldId="711"/>
            <ac:graphicFrameMk id="13" creationId="{9F58D320-3C16-5C55-1888-F39D03E7E811}"/>
          </ac:graphicFrameMkLst>
        </pc:graphicFrameChg>
        <pc:graphicFrameChg chg="add mod">
          <ac:chgData name="Daphne Economou" userId="d065a339-36cf-4937-af08-41751becbd81" providerId="ADAL" clId="{0B5D2535-6F30-4D32-9E4B-0E07407F9CEE}" dt="2024-11-04T12:03:55.820" v="311" actId="1076"/>
          <ac:graphicFrameMkLst>
            <pc:docMk/>
            <pc:sldMk cId="2478527240" sldId="711"/>
            <ac:graphicFrameMk id="14" creationId="{2BFD54AC-2725-2A97-79D2-ED8ECCD295AA}"/>
          </ac:graphicFrameMkLst>
        </pc:graphicFrameChg>
        <pc:graphicFrameChg chg="add mod">
          <ac:chgData name="Daphne Economou" userId="d065a339-36cf-4937-af08-41751becbd81" providerId="ADAL" clId="{0B5D2535-6F30-4D32-9E4B-0E07407F9CEE}" dt="2024-11-04T12:03:55.820" v="311" actId="1076"/>
          <ac:graphicFrameMkLst>
            <pc:docMk/>
            <pc:sldMk cId="2478527240" sldId="711"/>
            <ac:graphicFrameMk id="15" creationId="{37851428-CDB4-4B20-C417-ABBC43729982}"/>
          </ac:graphicFrameMkLst>
        </pc:graphicFrameChg>
        <pc:graphicFrameChg chg="add mod modGraphic">
          <ac:chgData name="Daphne Economou" userId="d065a339-36cf-4937-af08-41751becbd81" providerId="ADAL" clId="{0B5D2535-6F30-4D32-9E4B-0E07407F9CEE}" dt="2024-11-04T12:03:55.820" v="311" actId="1076"/>
          <ac:graphicFrameMkLst>
            <pc:docMk/>
            <pc:sldMk cId="2478527240" sldId="711"/>
            <ac:graphicFrameMk id="16" creationId="{960A40D8-1FDB-38CE-DD5F-654024ECA692}"/>
          </ac:graphicFrameMkLst>
        </pc:graphicFrameChg>
        <pc:graphicFrameChg chg="add mod">
          <ac:chgData name="Daphne Economou" userId="d065a339-36cf-4937-af08-41751becbd81" providerId="ADAL" clId="{0B5D2535-6F30-4D32-9E4B-0E07407F9CEE}" dt="2024-11-04T12:03:55.820" v="311" actId="1076"/>
          <ac:graphicFrameMkLst>
            <pc:docMk/>
            <pc:sldMk cId="2478527240" sldId="711"/>
            <ac:graphicFrameMk id="17" creationId="{CE493911-D037-5FA8-B171-E4C21C4A78F6}"/>
          </ac:graphicFrameMkLst>
        </pc:graphicFrameChg>
        <pc:graphicFrameChg chg="add mod">
          <ac:chgData name="Daphne Economou" userId="d065a339-36cf-4937-af08-41751becbd81" providerId="ADAL" clId="{0B5D2535-6F30-4D32-9E4B-0E07407F9CEE}" dt="2024-11-04T12:03:58.674" v="312" actId="1076"/>
          <ac:graphicFrameMkLst>
            <pc:docMk/>
            <pc:sldMk cId="2478527240" sldId="711"/>
            <ac:graphicFrameMk id="18" creationId="{26FFB5AF-3EF9-4B1A-A203-0544B735A01A}"/>
          </ac:graphicFrameMkLst>
        </pc:graphicFrameChg>
      </pc:sldChg>
      <pc:sldChg chg="modSp mod">
        <pc:chgData name="Daphne Economou" userId="d065a339-36cf-4937-af08-41751becbd81" providerId="ADAL" clId="{0B5D2535-6F30-4D32-9E4B-0E07407F9CEE}" dt="2024-11-04T17:33:01.935" v="3329" actId="27636"/>
        <pc:sldMkLst>
          <pc:docMk/>
          <pc:sldMk cId="4192312966" sldId="716"/>
        </pc:sldMkLst>
        <pc:spChg chg="mod">
          <ac:chgData name="Daphne Economou" userId="d065a339-36cf-4937-af08-41751becbd81" providerId="ADAL" clId="{0B5D2535-6F30-4D32-9E4B-0E07407F9CEE}" dt="2024-11-04T17:33:01.935" v="3329" actId="27636"/>
          <ac:spMkLst>
            <pc:docMk/>
            <pc:sldMk cId="4192312966" sldId="716"/>
            <ac:spMk id="3" creationId="{9E327EE8-F85C-DE7C-1A43-E75A25B31A5F}"/>
          </ac:spMkLst>
        </pc:spChg>
      </pc:sldChg>
      <pc:sldChg chg="modSp mod">
        <pc:chgData name="Daphne Economou" userId="d065a339-36cf-4937-af08-41751becbd81" providerId="ADAL" clId="{0B5D2535-6F30-4D32-9E4B-0E07407F9CEE}" dt="2024-11-04T17:32:43.350" v="3321" actId="113"/>
        <pc:sldMkLst>
          <pc:docMk/>
          <pc:sldMk cId="1811354348" sldId="717"/>
        </pc:sldMkLst>
        <pc:spChg chg="mod">
          <ac:chgData name="Daphne Economou" userId="d065a339-36cf-4937-af08-41751becbd81" providerId="ADAL" clId="{0B5D2535-6F30-4D32-9E4B-0E07407F9CEE}" dt="2024-11-04T17:32:43.350" v="3321" actId="113"/>
          <ac:spMkLst>
            <pc:docMk/>
            <pc:sldMk cId="1811354348" sldId="717"/>
            <ac:spMk id="3" creationId="{ACB75693-BAB2-7C8B-FAF7-ACA0E3127817}"/>
          </ac:spMkLst>
        </pc:spChg>
      </pc:sldChg>
      <pc:sldChg chg="ord">
        <pc:chgData name="Daphne Economou" userId="d065a339-36cf-4937-af08-41751becbd81" providerId="ADAL" clId="{0B5D2535-6F30-4D32-9E4B-0E07407F9CEE}" dt="2024-11-04T17:25:20.155" v="3305"/>
        <pc:sldMkLst>
          <pc:docMk/>
          <pc:sldMk cId="938708808" sldId="719"/>
        </pc:sldMkLst>
      </pc:sldChg>
      <pc:sldChg chg="add">
        <pc:chgData name="Daphne Economou" userId="d065a339-36cf-4937-af08-41751becbd81" providerId="ADAL" clId="{0B5D2535-6F30-4D32-9E4B-0E07407F9CEE}" dt="2024-11-04T13:30:26.896" v="2261"/>
        <pc:sldMkLst>
          <pc:docMk/>
          <pc:sldMk cId="1843330355" sldId="720"/>
        </pc:sldMkLst>
      </pc:sldChg>
      <pc:sldChg chg="del">
        <pc:chgData name="Daphne Economou" userId="d065a339-36cf-4937-af08-41751becbd81" providerId="ADAL" clId="{0B5D2535-6F30-4D32-9E4B-0E07407F9CEE}" dt="2024-11-04T13:30:22.618" v="2260" actId="2696"/>
        <pc:sldMkLst>
          <pc:docMk/>
          <pc:sldMk cId="2556786808" sldId="720"/>
        </pc:sldMkLst>
      </pc:sldChg>
      <pc:sldChg chg="del">
        <pc:chgData name="Daphne Economou" userId="d065a339-36cf-4937-af08-41751becbd81" providerId="ADAL" clId="{0B5D2535-6F30-4D32-9E4B-0E07407F9CEE}" dt="2024-11-04T13:30:22.618" v="2260" actId="2696"/>
        <pc:sldMkLst>
          <pc:docMk/>
          <pc:sldMk cId="1656869834" sldId="722"/>
        </pc:sldMkLst>
      </pc:sldChg>
      <pc:sldChg chg="modSp add">
        <pc:chgData name="Daphne Economou" userId="d065a339-36cf-4937-af08-41751becbd81" providerId="ADAL" clId="{0B5D2535-6F30-4D32-9E4B-0E07407F9CEE}" dt="2024-11-04T13:40:47.837" v="2292" actId="572"/>
        <pc:sldMkLst>
          <pc:docMk/>
          <pc:sldMk cId="3971361429" sldId="722"/>
        </pc:sldMkLst>
        <pc:graphicFrameChg chg="mod">
          <ac:chgData name="Daphne Economou" userId="d065a339-36cf-4937-af08-41751becbd81" providerId="ADAL" clId="{0B5D2535-6F30-4D32-9E4B-0E07407F9CEE}" dt="2024-11-04T13:40:47.837" v="2292" actId="572"/>
          <ac:graphicFrameMkLst>
            <pc:docMk/>
            <pc:sldMk cId="3971361429" sldId="722"/>
            <ac:graphicFrameMk id="6" creationId="{5686D4FD-4C52-0B5E-71CB-9970155E3D0A}"/>
          </ac:graphicFrameMkLst>
        </pc:graphicFrameChg>
      </pc:sldChg>
      <pc:sldChg chg="addSp delSp modSp mod">
        <pc:chgData name="Daphne Economou" userId="d065a339-36cf-4937-af08-41751becbd81" providerId="ADAL" clId="{0B5D2535-6F30-4D32-9E4B-0E07407F9CEE}" dt="2024-11-04T11:53:13.704" v="272" actId="20577"/>
        <pc:sldMkLst>
          <pc:docMk/>
          <pc:sldMk cId="1400181624" sldId="724"/>
        </pc:sldMkLst>
        <pc:graphicFrameChg chg="add del mod">
          <ac:chgData name="Daphne Economou" userId="d065a339-36cf-4937-af08-41751becbd81" providerId="ADAL" clId="{0B5D2535-6F30-4D32-9E4B-0E07407F9CEE}" dt="2024-11-04T11:35:15.200" v="233" actId="478"/>
          <ac:graphicFrameMkLst>
            <pc:docMk/>
            <pc:sldMk cId="1400181624" sldId="724"/>
            <ac:graphicFrameMk id="3" creationId="{4444AE3C-38C3-3406-FAFE-477F4243196E}"/>
          </ac:graphicFrameMkLst>
        </pc:graphicFrameChg>
        <pc:graphicFrameChg chg="mod modGraphic">
          <ac:chgData name="Daphne Economou" userId="d065a339-36cf-4937-af08-41751becbd81" providerId="ADAL" clId="{0B5D2535-6F30-4D32-9E4B-0E07407F9CEE}" dt="2024-11-04T11:52:07.658" v="268" actId="14734"/>
          <ac:graphicFrameMkLst>
            <pc:docMk/>
            <pc:sldMk cId="1400181624" sldId="724"/>
            <ac:graphicFrameMk id="6" creationId="{0E679E65-B26B-6464-11A5-0289083DBBF1}"/>
          </ac:graphicFrameMkLst>
        </pc:graphicFrameChg>
        <pc:graphicFrameChg chg="mod modGraphic">
          <ac:chgData name="Daphne Economou" userId="d065a339-36cf-4937-af08-41751becbd81" providerId="ADAL" clId="{0B5D2535-6F30-4D32-9E4B-0E07407F9CEE}" dt="2024-11-04T11:51:22.016" v="262" actId="2164"/>
          <ac:graphicFrameMkLst>
            <pc:docMk/>
            <pc:sldMk cId="1400181624" sldId="724"/>
            <ac:graphicFrameMk id="8" creationId="{0229B49A-ADF5-B9DA-0B58-1605904226B5}"/>
          </ac:graphicFrameMkLst>
        </pc:graphicFrameChg>
        <pc:graphicFrameChg chg="mod modGraphic">
          <ac:chgData name="Daphne Economou" userId="d065a339-36cf-4937-af08-41751becbd81" providerId="ADAL" clId="{0B5D2535-6F30-4D32-9E4B-0E07407F9CEE}" dt="2024-11-04T11:53:08.941" v="270" actId="20577"/>
          <ac:graphicFrameMkLst>
            <pc:docMk/>
            <pc:sldMk cId="1400181624" sldId="724"/>
            <ac:graphicFrameMk id="9" creationId="{6E5018DC-34A3-A0FE-4F63-783F90FCFD60}"/>
          </ac:graphicFrameMkLst>
        </pc:graphicFrameChg>
        <pc:graphicFrameChg chg="mod modGraphic">
          <ac:chgData name="Daphne Economou" userId="d065a339-36cf-4937-af08-41751becbd81" providerId="ADAL" clId="{0B5D2535-6F30-4D32-9E4B-0E07407F9CEE}" dt="2024-11-04T11:53:13.704" v="272" actId="20577"/>
          <ac:graphicFrameMkLst>
            <pc:docMk/>
            <pc:sldMk cId="1400181624" sldId="724"/>
            <ac:graphicFrameMk id="10" creationId="{87D810F7-4F2B-AF08-86D8-141A0ACBCA44}"/>
          </ac:graphicFrameMkLst>
        </pc:graphicFrameChg>
        <pc:graphicFrameChg chg="add del mod">
          <ac:chgData name="Daphne Economou" userId="d065a339-36cf-4937-af08-41751becbd81" providerId="ADAL" clId="{0B5D2535-6F30-4D32-9E4B-0E07407F9CEE}" dt="2024-11-04T11:35:17.101" v="234" actId="478"/>
          <ac:graphicFrameMkLst>
            <pc:docMk/>
            <pc:sldMk cId="1400181624" sldId="724"/>
            <ac:graphicFrameMk id="11" creationId="{059E2D59-047D-A0D8-D539-CDC9E6D15E80}"/>
          </ac:graphicFrameMkLst>
        </pc:graphicFrameChg>
      </pc:sldChg>
      <pc:sldChg chg="del">
        <pc:chgData name="Daphne Economou" userId="d065a339-36cf-4937-af08-41751becbd81" providerId="ADAL" clId="{0B5D2535-6F30-4D32-9E4B-0E07407F9CEE}" dt="2024-11-04T17:41:10.510" v="3348" actId="47"/>
        <pc:sldMkLst>
          <pc:docMk/>
          <pc:sldMk cId="4129570148" sldId="725"/>
        </pc:sldMkLst>
      </pc:sldChg>
      <pc:sldChg chg="modSp mod">
        <pc:chgData name="Daphne Economou" userId="d065a339-36cf-4937-af08-41751becbd81" providerId="ADAL" clId="{0B5D2535-6F30-4D32-9E4B-0E07407F9CEE}" dt="2024-11-04T13:54:45.176" v="2366" actId="14100"/>
        <pc:sldMkLst>
          <pc:docMk/>
          <pc:sldMk cId="3072863535" sldId="726"/>
        </pc:sldMkLst>
        <pc:spChg chg="mod">
          <ac:chgData name="Daphne Economou" userId="d065a339-36cf-4937-af08-41751becbd81" providerId="ADAL" clId="{0B5D2535-6F30-4D32-9E4B-0E07407F9CEE}" dt="2024-11-04T13:54:14.242" v="2360" actId="108"/>
          <ac:spMkLst>
            <pc:docMk/>
            <pc:sldMk cId="3072863535" sldId="726"/>
            <ac:spMk id="3" creationId="{5A63FEF0-0AA7-4CEC-CDA9-7798526211B7}"/>
          </ac:spMkLst>
        </pc:spChg>
        <pc:spChg chg="mod ord">
          <ac:chgData name="Daphne Economou" userId="d065a339-36cf-4937-af08-41751becbd81" providerId="ADAL" clId="{0B5D2535-6F30-4D32-9E4B-0E07407F9CEE}" dt="2024-11-04T13:54:45.176" v="2366" actId="14100"/>
          <ac:spMkLst>
            <pc:docMk/>
            <pc:sldMk cId="3072863535" sldId="726"/>
            <ac:spMk id="5" creationId="{3B6F064D-00A3-E438-C546-A5AB28E25172}"/>
          </ac:spMkLst>
        </pc:spChg>
        <pc:cxnChg chg="mod">
          <ac:chgData name="Daphne Economou" userId="d065a339-36cf-4937-af08-41751becbd81" providerId="ADAL" clId="{0B5D2535-6F30-4D32-9E4B-0E07407F9CEE}" dt="2024-11-04T13:54:14.242" v="2360" actId="108"/>
          <ac:cxnSpMkLst>
            <pc:docMk/>
            <pc:sldMk cId="3072863535" sldId="726"/>
            <ac:cxnSpMk id="9" creationId="{1F773055-ADC8-9534-953F-93731451D678}"/>
          </ac:cxnSpMkLst>
        </pc:cxnChg>
      </pc:sldChg>
      <pc:sldChg chg="modSp mod">
        <pc:chgData name="Daphne Economou" userId="d065a339-36cf-4937-af08-41751becbd81" providerId="ADAL" clId="{0B5D2535-6F30-4D32-9E4B-0E07407F9CEE}" dt="2024-11-04T13:58:55.563" v="2370" actId="1076"/>
        <pc:sldMkLst>
          <pc:docMk/>
          <pc:sldMk cId="73084371" sldId="728"/>
        </pc:sldMkLst>
        <pc:spChg chg="mod">
          <ac:chgData name="Daphne Economou" userId="d065a339-36cf-4937-af08-41751becbd81" providerId="ADAL" clId="{0B5D2535-6F30-4D32-9E4B-0E07407F9CEE}" dt="2024-11-04T13:58:55.563" v="2370" actId="1076"/>
          <ac:spMkLst>
            <pc:docMk/>
            <pc:sldMk cId="73084371" sldId="728"/>
            <ac:spMk id="21" creationId="{936DFE41-BCA4-8B89-11CA-24CB01D48C64}"/>
          </ac:spMkLst>
        </pc:spChg>
      </pc:sldChg>
      <pc:sldChg chg="del">
        <pc:chgData name="Daphne Economou" userId="d065a339-36cf-4937-af08-41751becbd81" providerId="ADAL" clId="{0B5D2535-6F30-4D32-9E4B-0E07407F9CEE}" dt="2024-11-04T17:40:01.337" v="3344" actId="2696"/>
        <pc:sldMkLst>
          <pc:docMk/>
          <pc:sldMk cId="242331894" sldId="729"/>
        </pc:sldMkLst>
      </pc:sldChg>
      <pc:sldChg chg="add del">
        <pc:chgData name="Daphne Economou" userId="d065a339-36cf-4937-af08-41751becbd81" providerId="ADAL" clId="{0B5D2535-6F30-4D32-9E4B-0E07407F9CEE}" dt="2024-11-04T17:40:50.520" v="3346" actId="47"/>
        <pc:sldMkLst>
          <pc:docMk/>
          <pc:sldMk cId="3455340465" sldId="729"/>
        </pc:sldMkLst>
      </pc:sldChg>
      <pc:sldChg chg="del">
        <pc:chgData name="Daphne Economou" userId="d065a339-36cf-4937-af08-41751becbd81" providerId="ADAL" clId="{0B5D2535-6F30-4D32-9E4B-0E07407F9CEE}" dt="2024-11-04T17:41:07.417" v="3347" actId="47"/>
        <pc:sldMkLst>
          <pc:docMk/>
          <pc:sldMk cId="3388126192" sldId="730"/>
        </pc:sldMkLst>
      </pc:sldChg>
      <pc:sldChg chg="del">
        <pc:chgData name="Daphne Economou" userId="d065a339-36cf-4937-af08-41751becbd81" providerId="ADAL" clId="{0B5D2535-6F30-4D32-9E4B-0E07407F9CEE}" dt="2024-11-04T17:41:45.251" v="3351" actId="47"/>
        <pc:sldMkLst>
          <pc:docMk/>
          <pc:sldMk cId="3914953933" sldId="731"/>
        </pc:sldMkLst>
      </pc:sldChg>
      <pc:sldChg chg="ord">
        <pc:chgData name="Daphne Economou" userId="d065a339-36cf-4937-af08-41751becbd81" providerId="ADAL" clId="{0B5D2535-6F30-4D32-9E4B-0E07407F9CEE}" dt="2024-11-04T17:35:19.642" v="3331"/>
        <pc:sldMkLst>
          <pc:docMk/>
          <pc:sldMk cId="976159794" sldId="733"/>
        </pc:sldMkLst>
      </pc:sldChg>
      <pc:sldChg chg="ord">
        <pc:chgData name="Daphne Economou" userId="d065a339-36cf-4937-af08-41751becbd81" providerId="ADAL" clId="{0B5D2535-6F30-4D32-9E4B-0E07407F9CEE}" dt="2024-11-04T17:35:27.513" v="3333"/>
        <pc:sldMkLst>
          <pc:docMk/>
          <pc:sldMk cId="803765718" sldId="735"/>
        </pc:sldMkLst>
      </pc:sldChg>
      <pc:sldChg chg="ord">
        <pc:chgData name="Daphne Economou" userId="d065a339-36cf-4937-af08-41751becbd81" providerId="ADAL" clId="{0B5D2535-6F30-4D32-9E4B-0E07407F9CEE}" dt="2024-11-04T17:35:34.730" v="3335"/>
        <pc:sldMkLst>
          <pc:docMk/>
          <pc:sldMk cId="274419531" sldId="736"/>
        </pc:sldMkLst>
      </pc:sldChg>
      <pc:sldChg chg="ord">
        <pc:chgData name="Daphne Economou" userId="d065a339-36cf-4937-af08-41751becbd81" providerId="ADAL" clId="{0B5D2535-6F30-4D32-9E4B-0E07407F9CEE}" dt="2024-11-04T17:35:36.230" v="3337"/>
        <pc:sldMkLst>
          <pc:docMk/>
          <pc:sldMk cId="2141959207" sldId="737"/>
        </pc:sldMkLst>
      </pc:sldChg>
      <pc:sldChg chg="ord">
        <pc:chgData name="Daphne Economou" userId="d065a339-36cf-4937-af08-41751becbd81" providerId="ADAL" clId="{0B5D2535-6F30-4D32-9E4B-0E07407F9CEE}" dt="2024-11-04T17:35:42.606" v="3339"/>
        <pc:sldMkLst>
          <pc:docMk/>
          <pc:sldMk cId="2094439085" sldId="738"/>
        </pc:sldMkLst>
      </pc:sldChg>
      <pc:sldChg chg="ord">
        <pc:chgData name="Daphne Economou" userId="d065a339-36cf-4937-af08-41751becbd81" providerId="ADAL" clId="{0B5D2535-6F30-4D32-9E4B-0E07407F9CEE}" dt="2024-11-04T17:35:43.892" v="3341"/>
        <pc:sldMkLst>
          <pc:docMk/>
          <pc:sldMk cId="2951064161" sldId="739"/>
        </pc:sldMkLst>
      </pc:sldChg>
      <pc:sldChg chg="ord">
        <pc:chgData name="Daphne Economou" userId="d065a339-36cf-4937-af08-41751becbd81" providerId="ADAL" clId="{0B5D2535-6F30-4D32-9E4B-0E07407F9CEE}" dt="2024-11-04T17:35:45.227" v="3343"/>
        <pc:sldMkLst>
          <pc:docMk/>
          <pc:sldMk cId="4280025407" sldId="740"/>
        </pc:sldMkLst>
      </pc:sldChg>
      <pc:sldChg chg="ord">
        <pc:chgData name="Daphne Economou" userId="d065a339-36cf-4937-af08-41751becbd81" providerId="ADAL" clId="{0B5D2535-6F30-4D32-9E4B-0E07407F9CEE}" dt="2024-11-04T17:41:25.297" v="3350"/>
        <pc:sldMkLst>
          <pc:docMk/>
          <pc:sldMk cId="2321251037" sldId="745"/>
        </pc:sldMkLst>
      </pc:sldChg>
      <pc:sldChg chg="del">
        <pc:chgData name="Daphne Economou" userId="d065a339-36cf-4937-af08-41751becbd81" providerId="ADAL" clId="{0B5D2535-6F30-4D32-9E4B-0E07407F9CEE}" dt="2024-11-04T13:30:22.618" v="2260" actId="2696"/>
        <pc:sldMkLst>
          <pc:docMk/>
          <pc:sldMk cId="17336600" sldId="747"/>
        </pc:sldMkLst>
      </pc:sldChg>
      <pc:sldChg chg="add">
        <pc:chgData name="Daphne Economou" userId="d065a339-36cf-4937-af08-41751becbd81" providerId="ADAL" clId="{0B5D2535-6F30-4D32-9E4B-0E07407F9CEE}" dt="2024-11-04T13:30:26.896" v="2261"/>
        <pc:sldMkLst>
          <pc:docMk/>
          <pc:sldMk cId="774485613" sldId="747"/>
        </pc:sldMkLst>
      </pc:sldChg>
      <pc:sldChg chg="addSp delSp modSp new mod modAnim">
        <pc:chgData name="Daphne Economou" userId="d065a339-36cf-4937-af08-41751becbd81" providerId="ADAL" clId="{0B5D2535-6F30-4D32-9E4B-0E07407F9CEE}" dt="2024-11-04T10:50:28.563" v="23" actId="1076"/>
        <pc:sldMkLst>
          <pc:docMk/>
          <pc:sldMk cId="1841461199" sldId="748"/>
        </pc:sldMkLst>
        <pc:graphicFrameChg chg="add mod">
          <ac:chgData name="Daphne Economou" userId="d065a339-36cf-4937-af08-41751becbd81" providerId="ADAL" clId="{0B5D2535-6F30-4D32-9E4B-0E07407F9CEE}" dt="2024-11-04T10:45:02.783" v="1"/>
          <ac:graphicFrameMkLst>
            <pc:docMk/>
            <pc:sldMk cId="1841461199" sldId="748"/>
            <ac:graphicFrameMk id="6" creationId="{2D4EA9E3-F9B5-060E-EA0F-8484B10BFBA2}"/>
          </ac:graphicFrameMkLst>
        </pc:graphicFrameChg>
        <pc:graphicFrameChg chg="add del mod">
          <ac:chgData name="Daphne Economou" userId="d065a339-36cf-4937-af08-41751becbd81" providerId="ADAL" clId="{0B5D2535-6F30-4D32-9E4B-0E07407F9CEE}" dt="2024-11-04T10:48:18.322" v="7" actId="478"/>
          <ac:graphicFrameMkLst>
            <pc:docMk/>
            <pc:sldMk cId="1841461199" sldId="748"/>
            <ac:graphicFrameMk id="7" creationId="{9AA0DBB3-9B21-B69A-4FB9-53E30A87503F}"/>
          </ac:graphicFrameMkLst>
        </pc:graphicFrameChg>
        <pc:graphicFrameChg chg="add mod">
          <ac:chgData name="Daphne Economou" userId="d065a339-36cf-4937-af08-41751becbd81" providerId="ADAL" clId="{0B5D2535-6F30-4D32-9E4B-0E07407F9CEE}" dt="2024-11-04T10:48:24.352" v="10" actId="1076"/>
          <ac:graphicFrameMkLst>
            <pc:docMk/>
            <pc:sldMk cId="1841461199" sldId="748"/>
            <ac:graphicFrameMk id="8" creationId="{E67A122C-06ED-F833-E199-023B51D7EC7B}"/>
          </ac:graphicFrameMkLst>
        </pc:graphicFrameChg>
        <pc:graphicFrameChg chg="add del mod">
          <ac:chgData name="Daphne Economou" userId="d065a339-36cf-4937-af08-41751becbd81" providerId="ADAL" clId="{0B5D2535-6F30-4D32-9E4B-0E07407F9CEE}" dt="2024-11-04T10:49:47.254" v="15" actId="478"/>
          <ac:graphicFrameMkLst>
            <pc:docMk/>
            <pc:sldMk cId="1841461199" sldId="748"/>
            <ac:graphicFrameMk id="9" creationId="{E8C7533A-CCB7-D708-1625-32F82840F178}"/>
          </ac:graphicFrameMkLst>
        </pc:graphicFrameChg>
        <pc:graphicFrameChg chg="add mod">
          <ac:chgData name="Daphne Economou" userId="d065a339-36cf-4937-af08-41751becbd81" providerId="ADAL" clId="{0B5D2535-6F30-4D32-9E4B-0E07407F9CEE}" dt="2024-11-04T10:50:28.563" v="23" actId="1076"/>
          <ac:graphicFrameMkLst>
            <pc:docMk/>
            <pc:sldMk cId="1841461199" sldId="748"/>
            <ac:graphicFrameMk id="10" creationId="{303F8CD8-BFCF-4DAE-E531-0AE98EC65F48}"/>
          </ac:graphicFrameMkLst>
        </pc:graphicFrameChg>
      </pc:sldChg>
      <pc:sldChg chg="addSp delSp modSp new mod">
        <pc:chgData name="Daphne Economou" userId="d065a339-36cf-4937-af08-41751becbd81" providerId="ADAL" clId="{0B5D2535-6F30-4D32-9E4B-0E07407F9CEE}" dt="2024-11-04T11:03:30.794" v="104" actId="113"/>
        <pc:sldMkLst>
          <pc:docMk/>
          <pc:sldMk cId="3648613573" sldId="749"/>
        </pc:sldMkLst>
        <pc:spChg chg="mod">
          <ac:chgData name="Daphne Economou" userId="d065a339-36cf-4937-af08-41751becbd81" providerId="ADAL" clId="{0B5D2535-6F30-4D32-9E4B-0E07407F9CEE}" dt="2024-11-04T11:02:47.373" v="99" actId="14100"/>
          <ac:spMkLst>
            <pc:docMk/>
            <pc:sldMk cId="3648613573" sldId="749"/>
            <ac:spMk id="2" creationId="{1BB106E5-040B-07B4-2952-8AE76BC5C0EC}"/>
          </ac:spMkLst>
        </pc:spChg>
        <pc:spChg chg="add del mod">
          <ac:chgData name="Daphne Economou" userId="d065a339-36cf-4937-af08-41751becbd81" providerId="ADAL" clId="{0B5D2535-6F30-4D32-9E4B-0E07407F9CEE}" dt="2024-11-04T11:03:30.794" v="104" actId="113"/>
          <ac:spMkLst>
            <pc:docMk/>
            <pc:sldMk cId="3648613573" sldId="749"/>
            <ac:spMk id="3" creationId="{949EF613-312D-C997-CB8C-6FE0CF11115A}"/>
          </ac:spMkLst>
        </pc:spChg>
        <pc:spChg chg="add mod">
          <ac:chgData name="Daphne Economou" userId="d065a339-36cf-4937-af08-41751becbd81" providerId="ADAL" clId="{0B5D2535-6F30-4D32-9E4B-0E07407F9CEE}" dt="2024-11-04T11:01:57.775" v="91"/>
          <ac:spMkLst>
            <pc:docMk/>
            <pc:sldMk cId="3648613573" sldId="749"/>
            <ac:spMk id="6" creationId="{EB8F301C-EA1D-BBF9-409A-F2F91446DFA3}"/>
          </ac:spMkLst>
        </pc:spChg>
      </pc:sldChg>
      <pc:sldChg chg="addSp delSp modSp new mod">
        <pc:chgData name="Daphne Economou" userId="d065a339-36cf-4937-af08-41751becbd81" providerId="ADAL" clId="{0B5D2535-6F30-4D32-9E4B-0E07407F9CEE}" dt="2024-11-04T17:45:44.510" v="3480" actId="962"/>
        <pc:sldMkLst>
          <pc:docMk/>
          <pc:sldMk cId="1597106782" sldId="750"/>
        </pc:sldMkLst>
        <pc:spChg chg="mod">
          <ac:chgData name="Daphne Economou" userId="d065a339-36cf-4937-af08-41751becbd81" providerId="ADAL" clId="{0B5D2535-6F30-4D32-9E4B-0E07407F9CEE}" dt="2024-11-04T12:19:08.271" v="656" actId="20577"/>
          <ac:spMkLst>
            <pc:docMk/>
            <pc:sldMk cId="1597106782" sldId="750"/>
            <ac:spMk id="2" creationId="{542258FE-B6B0-8E21-3F82-544C2F7308E3}"/>
          </ac:spMkLst>
        </pc:spChg>
        <pc:spChg chg="del mod">
          <ac:chgData name="Daphne Economou" userId="d065a339-36cf-4937-af08-41751becbd81" providerId="ADAL" clId="{0B5D2535-6F30-4D32-9E4B-0E07407F9CEE}" dt="2024-11-04T12:19:30.970" v="670" actId="478"/>
          <ac:spMkLst>
            <pc:docMk/>
            <pc:sldMk cId="1597106782" sldId="750"/>
            <ac:spMk id="3" creationId="{1282F536-77B4-B543-D978-DB303C390227}"/>
          </ac:spMkLst>
        </pc:spChg>
        <pc:spChg chg="add del mod">
          <ac:chgData name="Daphne Economou" userId="d065a339-36cf-4937-af08-41751becbd81" providerId="ADAL" clId="{0B5D2535-6F30-4D32-9E4B-0E07407F9CEE}" dt="2024-11-04T12:19:33.200" v="671" actId="478"/>
          <ac:spMkLst>
            <pc:docMk/>
            <pc:sldMk cId="1597106782" sldId="750"/>
            <ac:spMk id="9" creationId="{34F70ECE-7DFB-EA1E-C8C4-1CE71802B864}"/>
          </ac:spMkLst>
        </pc:spChg>
        <pc:spChg chg="add mod">
          <ac:chgData name="Daphne Economou" userId="d065a339-36cf-4937-af08-41751becbd81" providerId="ADAL" clId="{0B5D2535-6F30-4D32-9E4B-0E07407F9CEE}" dt="2024-11-04T12:20:11.480" v="693" actId="108"/>
          <ac:spMkLst>
            <pc:docMk/>
            <pc:sldMk cId="1597106782" sldId="750"/>
            <ac:spMk id="10" creationId="{A7B8122A-1008-6A10-B538-9B076BDAAA8D}"/>
          </ac:spMkLst>
        </pc:spChg>
        <pc:spChg chg="add mod">
          <ac:chgData name="Daphne Economou" userId="d065a339-36cf-4937-af08-41751becbd81" providerId="ADAL" clId="{0B5D2535-6F30-4D32-9E4B-0E07407F9CEE}" dt="2024-11-04T12:20:14.903" v="694" actId="108"/>
          <ac:spMkLst>
            <pc:docMk/>
            <pc:sldMk cId="1597106782" sldId="750"/>
            <ac:spMk id="11" creationId="{190DDF6A-F0E6-44FF-9BEF-A2AE04B2DF61}"/>
          </ac:spMkLst>
        </pc:spChg>
        <pc:spChg chg="add mod">
          <ac:chgData name="Daphne Economou" userId="d065a339-36cf-4937-af08-41751becbd81" providerId="ADAL" clId="{0B5D2535-6F30-4D32-9E4B-0E07407F9CEE}" dt="2024-11-04T12:21:15.305" v="841" actId="20577"/>
          <ac:spMkLst>
            <pc:docMk/>
            <pc:sldMk cId="1597106782" sldId="750"/>
            <ac:spMk id="12" creationId="{3765CE53-CB4F-85C0-70D6-3673F0D5DE21}"/>
          </ac:spMkLst>
        </pc:spChg>
        <pc:spChg chg="add mod">
          <ac:chgData name="Daphne Economou" userId="d065a339-36cf-4937-af08-41751becbd81" providerId="ADAL" clId="{0B5D2535-6F30-4D32-9E4B-0E07407F9CEE}" dt="2024-11-04T12:21:49.238" v="860" actId="1076"/>
          <ac:spMkLst>
            <pc:docMk/>
            <pc:sldMk cId="1597106782" sldId="750"/>
            <ac:spMk id="16" creationId="{56CE71DC-5717-BBF3-4420-CBEA044C8538}"/>
          </ac:spMkLst>
        </pc:spChg>
        <pc:grpChg chg="mod">
          <ac:chgData name="Daphne Economou" userId="d065a339-36cf-4937-af08-41751becbd81" providerId="ADAL" clId="{0B5D2535-6F30-4D32-9E4B-0E07407F9CEE}" dt="2024-11-04T12:21:32.980" v="844"/>
          <ac:grpSpMkLst>
            <pc:docMk/>
            <pc:sldMk cId="1597106782" sldId="750"/>
            <ac:grpSpMk id="15" creationId="{72E1D457-CD55-DC6A-1CEA-F9CC9747B4AA}"/>
          </ac:grpSpMkLst>
        </pc:grpChg>
        <pc:picChg chg="add mod">
          <ac:chgData name="Daphne Economou" userId="d065a339-36cf-4937-af08-41751becbd81" providerId="ADAL" clId="{0B5D2535-6F30-4D32-9E4B-0E07407F9CEE}" dt="2024-11-04T17:45:44.510" v="3480" actId="962"/>
          <ac:picMkLst>
            <pc:docMk/>
            <pc:sldMk cId="1597106782" sldId="750"/>
            <ac:picMk id="7" creationId="{F37E04F8-D6E7-2EC0-B70D-0EA3E20D4985}"/>
          </ac:picMkLst>
        </pc:picChg>
        <pc:inkChg chg="add mod">
          <ac:chgData name="Daphne Economou" userId="d065a339-36cf-4937-af08-41751becbd81" providerId="ADAL" clId="{0B5D2535-6F30-4D32-9E4B-0E07407F9CEE}" dt="2024-11-04T12:21:32.980" v="844"/>
          <ac:inkMkLst>
            <pc:docMk/>
            <pc:sldMk cId="1597106782" sldId="750"/>
            <ac:inkMk id="13" creationId="{34BD85E1-959F-4132-032B-8DAE1BA62F88}"/>
          </ac:inkMkLst>
        </pc:inkChg>
        <pc:inkChg chg="add mod">
          <ac:chgData name="Daphne Economou" userId="d065a339-36cf-4937-af08-41751becbd81" providerId="ADAL" clId="{0B5D2535-6F30-4D32-9E4B-0E07407F9CEE}" dt="2024-11-04T12:21:32.980" v="844"/>
          <ac:inkMkLst>
            <pc:docMk/>
            <pc:sldMk cId="1597106782" sldId="750"/>
            <ac:inkMk id="14" creationId="{7A540C84-54DA-42DD-1F09-856522ADFE06}"/>
          </ac:inkMkLst>
        </pc:inkChg>
      </pc:sldChg>
      <pc:sldChg chg="modSp new del mod">
        <pc:chgData name="Daphne Economou" userId="d065a339-36cf-4937-af08-41751becbd81" providerId="ADAL" clId="{0B5D2535-6F30-4D32-9E4B-0E07407F9CEE}" dt="2024-11-04T12:09:05.805" v="511" actId="47"/>
        <pc:sldMkLst>
          <pc:docMk/>
          <pc:sldMk cId="1933115425" sldId="750"/>
        </pc:sldMkLst>
        <pc:spChg chg="mod">
          <ac:chgData name="Daphne Economou" userId="d065a339-36cf-4937-af08-41751becbd81" providerId="ADAL" clId="{0B5D2535-6F30-4D32-9E4B-0E07407F9CEE}" dt="2024-11-04T12:06:25.365" v="336" actId="20577"/>
          <ac:spMkLst>
            <pc:docMk/>
            <pc:sldMk cId="1933115425" sldId="750"/>
            <ac:spMk id="2" creationId="{4058073F-79AE-8BC5-CD8B-E97053D1DB78}"/>
          </ac:spMkLst>
        </pc:spChg>
        <pc:spChg chg="mod">
          <ac:chgData name="Daphne Economou" userId="d065a339-36cf-4937-af08-41751becbd81" providerId="ADAL" clId="{0B5D2535-6F30-4D32-9E4B-0E07407F9CEE}" dt="2024-11-04T12:07:38.528" v="510" actId="313"/>
          <ac:spMkLst>
            <pc:docMk/>
            <pc:sldMk cId="1933115425" sldId="750"/>
            <ac:spMk id="3" creationId="{9A20B509-18CA-2650-5B18-5C3A713C6C89}"/>
          </ac:spMkLst>
        </pc:spChg>
      </pc:sldChg>
      <pc:sldChg chg="add">
        <pc:chgData name="Daphne Economou" userId="d065a339-36cf-4937-af08-41751becbd81" providerId="ADAL" clId="{0B5D2535-6F30-4D32-9E4B-0E07407F9CEE}" dt="2024-11-04T12:44:05.102" v="1044"/>
        <pc:sldMkLst>
          <pc:docMk/>
          <pc:sldMk cId="1496021903" sldId="751"/>
        </pc:sldMkLst>
      </pc:sldChg>
      <pc:sldChg chg="addSp delSp modSp new mod modClrScheme chgLayout">
        <pc:chgData name="Daphne Economou" userId="d065a339-36cf-4937-af08-41751becbd81" providerId="ADAL" clId="{0B5D2535-6F30-4D32-9E4B-0E07407F9CEE}" dt="2024-11-04T17:46:38.344" v="3521" actId="962"/>
        <pc:sldMkLst>
          <pc:docMk/>
          <pc:sldMk cId="725853824" sldId="752"/>
        </pc:sldMkLst>
        <pc:spChg chg="del mod ord">
          <ac:chgData name="Daphne Economou" userId="d065a339-36cf-4937-af08-41751becbd81" providerId="ADAL" clId="{0B5D2535-6F30-4D32-9E4B-0E07407F9CEE}" dt="2024-11-04T12:52:14.883" v="1584" actId="700"/>
          <ac:spMkLst>
            <pc:docMk/>
            <pc:sldMk cId="725853824" sldId="752"/>
            <ac:spMk id="2" creationId="{3A5BAC55-0AAE-A898-EECC-10F421C06DD7}"/>
          </ac:spMkLst>
        </pc:spChg>
        <pc:spChg chg="del">
          <ac:chgData name="Daphne Economou" userId="d065a339-36cf-4937-af08-41751becbd81" providerId="ADAL" clId="{0B5D2535-6F30-4D32-9E4B-0E07407F9CEE}" dt="2024-11-04T12:52:14.883" v="1584" actId="700"/>
          <ac:spMkLst>
            <pc:docMk/>
            <pc:sldMk cId="725853824" sldId="752"/>
            <ac:spMk id="3" creationId="{AADA032C-14AD-65AF-A54C-79D308DC562B}"/>
          </ac:spMkLst>
        </pc:spChg>
        <pc:spChg chg="del">
          <ac:chgData name="Daphne Economou" userId="d065a339-36cf-4937-af08-41751becbd81" providerId="ADAL" clId="{0B5D2535-6F30-4D32-9E4B-0E07407F9CEE}" dt="2024-11-04T12:52:14.883" v="1584" actId="700"/>
          <ac:spMkLst>
            <pc:docMk/>
            <pc:sldMk cId="725853824" sldId="752"/>
            <ac:spMk id="4" creationId="{95A9A814-B537-E91A-EA69-2DD3389393D6}"/>
          </ac:spMkLst>
        </pc:spChg>
        <pc:spChg chg="del">
          <ac:chgData name="Daphne Economou" userId="d065a339-36cf-4937-af08-41751becbd81" providerId="ADAL" clId="{0B5D2535-6F30-4D32-9E4B-0E07407F9CEE}" dt="2024-11-04T12:52:14.883" v="1584" actId="700"/>
          <ac:spMkLst>
            <pc:docMk/>
            <pc:sldMk cId="725853824" sldId="752"/>
            <ac:spMk id="5" creationId="{AFEC2AEF-6055-250E-9EB0-77A5C6FE1495}"/>
          </ac:spMkLst>
        </pc:spChg>
        <pc:spChg chg="del">
          <ac:chgData name="Daphne Economou" userId="d065a339-36cf-4937-af08-41751becbd81" providerId="ADAL" clId="{0B5D2535-6F30-4D32-9E4B-0E07407F9CEE}" dt="2024-11-04T12:52:14.883" v="1584" actId="700"/>
          <ac:spMkLst>
            <pc:docMk/>
            <pc:sldMk cId="725853824" sldId="752"/>
            <ac:spMk id="6" creationId="{8A7E81ED-0D8C-2397-89C3-D893F1E8B59E}"/>
          </ac:spMkLst>
        </pc:spChg>
        <pc:spChg chg="mod ord">
          <ac:chgData name="Daphne Economou" userId="d065a339-36cf-4937-af08-41751becbd81" providerId="ADAL" clId="{0B5D2535-6F30-4D32-9E4B-0E07407F9CEE}" dt="2024-11-04T12:52:14.883" v="1584" actId="700"/>
          <ac:spMkLst>
            <pc:docMk/>
            <pc:sldMk cId="725853824" sldId="752"/>
            <ac:spMk id="7" creationId="{804C90AD-9CB7-CBED-F5AA-9119DA058801}"/>
          </ac:spMkLst>
        </pc:spChg>
        <pc:spChg chg="mod ord">
          <ac:chgData name="Daphne Economou" userId="d065a339-36cf-4937-af08-41751becbd81" providerId="ADAL" clId="{0B5D2535-6F30-4D32-9E4B-0E07407F9CEE}" dt="2024-11-04T12:52:14.883" v="1584" actId="700"/>
          <ac:spMkLst>
            <pc:docMk/>
            <pc:sldMk cId="725853824" sldId="752"/>
            <ac:spMk id="8" creationId="{F6648980-1DA4-6444-58D6-B65345D991E5}"/>
          </ac:spMkLst>
        </pc:spChg>
        <pc:spChg chg="mod ord">
          <ac:chgData name="Daphne Economou" userId="d065a339-36cf-4937-af08-41751becbd81" providerId="ADAL" clId="{0B5D2535-6F30-4D32-9E4B-0E07407F9CEE}" dt="2024-11-04T12:52:14.883" v="1584" actId="700"/>
          <ac:spMkLst>
            <pc:docMk/>
            <pc:sldMk cId="725853824" sldId="752"/>
            <ac:spMk id="9" creationId="{D35C2E86-5328-5DC5-46D5-C2EBC585AC52}"/>
          </ac:spMkLst>
        </pc:spChg>
        <pc:spChg chg="add mod ord">
          <ac:chgData name="Daphne Economou" userId="d065a339-36cf-4937-af08-41751becbd81" providerId="ADAL" clId="{0B5D2535-6F30-4D32-9E4B-0E07407F9CEE}" dt="2024-11-04T13:04:23.891" v="1905" actId="20577"/>
          <ac:spMkLst>
            <pc:docMk/>
            <pc:sldMk cId="725853824" sldId="752"/>
            <ac:spMk id="10" creationId="{CF531BCC-AB92-5F43-A6DC-37859D90EE86}"/>
          </ac:spMkLst>
        </pc:spChg>
        <pc:spChg chg="add mod">
          <ac:chgData name="Daphne Economou" userId="d065a339-36cf-4937-af08-41751becbd81" providerId="ADAL" clId="{0B5D2535-6F30-4D32-9E4B-0E07407F9CEE}" dt="2024-11-04T17:46:34.335" v="3511" actId="164"/>
          <ac:spMkLst>
            <pc:docMk/>
            <pc:sldMk cId="725853824" sldId="752"/>
            <ac:spMk id="24" creationId="{17C26FA1-FBD2-C1C5-539E-1249731E01E7}"/>
          </ac:spMkLst>
        </pc:spChg>
        <pc:spChg chg="add mod">
          <ac:chgData name="Daphne Economou" userId="d065a339-36cf-4937-af08-41751becbd81" providerId="ADAL" clId="{0B5D2535-6F30-4D32-9E4B-0E07407F9CEE}" dt="2024-11-04T17:46:34.335" v="3511" actId="164"/>
          <ac:spMkLst>
            <pc:docMk/>
            <pc:sldMk cId="725853824" sldId="752"/>
            <ac:spMk id="25" creationId="{9AD14BFF-ADEE-408C-282A-1C929D5FE51E}"/>
          </ac:spMkLst>
        </pc:spChg>
        <pc:spChg chg="add mod">
          <ac:chgData name="Daphne Economou" userId="d065a339-36cf-4937-af08-41751becbd81" providerId="ADAL" clId="{0B5D2535-6F30-4D32-9E4B-0E07407F9CEE}" dt="2024-11-04T17:46:34.335" v="3511" actId="164"/>
          <ac:spMkLst>
            <pc:docMk/>
            <pc:sldMk cId="725853824" sldId="752"/>
            <ac:spMk id="26" creationId="{52ADCB77-006F-D57A-4210-6232A0ABC7E6}"/>
          </ac:spMkLst>
        </pc:spChg>
        <pc:spChg chg="add mod">
          <ac:chgData name="Daphne Economou" userId="d065a339-36cf-4937-af08-41751becbd81" providerId="ADAL" clId="{0B5D2535-6F30-4D32-9E4B-0E07407F9CEE}" dt="2024-11-04T17:46:34.335" v="3511" actId="164"/>
          <ac:spMkLst>
            <pc:docMk/>
            <pc:sldMk cId="725853824" sldId="752"/>
            <ac:spMk id="27" creationId="{72F58501-7195-4B51-D510-D3DCC9D791F2}"/>
          </ac:spMkLst>
        </pc:spChg>
        <pc:spChg chg="add mod">
          <ac:chgData name="Daphne Economou" userId="d065a339-36cf-4937-af08-41751becbd81" providerId="ADAL" clId="{0B5D2535-6F30-4D32-9E4B-0E07407F9CEE}" dt="2024-11-04T17:46:34.335" v="3511" actId="164"/>
          <ac:spMkLst>
            <pc:docMk/>
            <pc:sldMk cId="725853824" sldId="752"/>
            <ac:spMk id="28" creationId="{1FD2721C-59C6-0F2A-DA21-A409D09841B4}"/>
          </ac:spMkLst>
        </pc:spChg>
        <pc:spChg chg="add mod">
          <ac:chgData name="Daphne Economou" userId="d065a339-36cf-4937-af08-41751becbd81" providerId="ADAL" clId="{0B5D2535-6F30-4D32-9E4B-0E07407F9CEE}" dt="2024-11-04T12:55:08.491" v="1636"/>
          <ac:spMkLst>
            <pc:docMk/>
            <pc:sldMk cId="725853824" sldId="752"/>
            <ac:spMk id="29" creationId="{BB47D65E-934E-10E4-762C-B6AE4C9FE7AD}"/>
          </ac:spMkLst>
        </pc:spChg>
        <pc:spChg chg="add del">
          <ac:chgData name="Daphne Economou" userId="d065a339-36cf-4937-af08-41751becbd81" providerId="ADAL" clId="{0B5D2535-6F30-4D32-9E4B-0E07407F9CEE}" dt="2024-11-04T12:56:34.935" v="1667" actId="22"/>
          <ac:spMkLst>
            <pc:docMk/>
            <pc:sldMk cId="725853824" sldId="752"/>
            <ac:spMk id="31" creationId="{BD656F60-374E-A55D-6BEC-CC88C9660EB9}"/>
          </ac:spMkLst>
        </pc:spChg>
        <pc:spChg chg="add del mod">
          <ac:chgData name="Daphne Economou" userId="d065a339-36cf-4937-af08-41751becbd81" providerId="ADAL" clId="{0B5D2535-6F30-4D32-9E4B-0E07407F9CEE}" dt="2024-11-04T12:56:47.638" v="1670" actId="478"/>
          <ac:spMkLst>
            <pc:docMk/>
            <pc:sldMk cId="725853824" sldId="752"/>
            <ac:spMk id="32" creationId="{A29F3005-9A5C-965D-947B-02FF861BACE9}"/>
          </ac:spMkLst>
        </pc:spChg>
        <pc:spChg chg="add mod">
          <ac:chgData name="Daphne Economou" userId="d065a339-36cf-4937-af08-41751becbd81" providerId="ADAL" clId="{0B5D2535-6F30-4D32-9E4B-0E07407F9CEE}" dt="2024-11-04T17:46:34.335" v="3511" actId="164"/>
          <ac:spMkLst>
            <pc:docMk/>
            <pc:sldMk cId="725853824" sldId="752"/>
            <ac:spMk id="33" creationId="{33755DE9-1A8E-E17F-4C14-F17B6D1C806F}"/>
          </ac:spMkLst>
        </pc:spChg>
        <pc:spChg chg="add mod">
          <ac:chgData name="Daphne Economou" userId="d065a339-36cf-4937-af08-41751becbd81" providerId="ADAL" clId="{0B5D2535-6F30-4D32-9E4B-0E07407F9CEE}" dt="2024-11-04T17:46:34.335" v="3511" actId="164"/>
          <ac:spMkLst>
            <pc:docMk/>
            <pc:sldMk cId="725853824" sldId="752"/>
            <ac:spMk id="34" creationId="{1A30F662-E038-F5FC-1A59-BF3EC5E51EF1}"/>
          </ac:spMkLst>
        </pc:spChg>
        <pc:spChg chg="add mod">
          <ac:chgData name="Daphne Economou" userId="d065a339-36cf-4937-af08-41751becbd81" providerId="ADAL" clId="{0B5D2535-6F30-4D32-9E4B-0E07407F9CEE}" dt="2024-11-04T17:46:34.335" v="3511" actId="164"/>
          <ac:spMkLst>
            <pc:docMk/>
            <pc:sldMk cId="725853824" sldId="752"/>
            <ac:spMk id="35" creationId="{51B1EA23-270A-74C1-B843-241BDB8CF729}"/>
          </ac:spMkLst>
        </pc:spChg>
        <pc:spChg chg="add mod">
          <ac:chgData name="Daphne Economou" userId="d065a339-36cf-4937-af08-41751becbd81" providerId="ADAL" clId="{0B5D2535-6F30-4D32-9E4B-0E07407F9CEE}" dt="2024-11-04T17:46:34.335" v="3511" actId="164"/>
          <ac:spMkLst>
            <pc:docMk/>
            <pc:sldMk cId="725853824" sldId="752"/>
            <ac:spMk id="56" creationId="{7E0356E5-7F57-39C1-5181-C7B4336D5320}"/>
          </ac:spMkLst>
        </pc:spChg>
        <pc:spChg chg="add mod">
          <ac:chgData name="Daphne Economou" userId="d065a339-36cf-4937-af08-41751becbd81" providerId="ADAL" clId="{0B5D2535-6F30-4D32-9E4B-0E07407F9CEE}" dt="2024-11-04T17:46:34.335" v="3511" actId="164"/>
          <ac:spMkLst>
            <pc:docMk/>
            <pc:sldMk cId="725853824" sldId="752"/>
            <ac:spMk id="57" creationId="{796367CF-A1D1-0E02-9F18-100CBC104D24}"/>
          </ac:spMkLst>
        </pc:spChg>
        <pc:spChg chg="add mod">
          <ac:chgData name="Daphne Economou" userId="d065a339-36cf-4937-af08-41751becbd81" providerId="ADAL" clId="{0B5D2535-6F30-4D32-9E4B-0E07407F9CEE}" dt="2024-11-04T17:46:34.335" v="3511" actId="164"/>
          <ac:spMkLst>
            <pc:docMk/>
            <pc:sldMk cId="725853824" sldId="752"/>
            <ac:spMk id="58" creationId="{7C579A9B-E975-2D2B-8FE5-28B4B55D6BD5}"/>
          </ac:spMkLst>
        </pc:spChg>
        <pc:spChg chg="add mod">
          <ac:chgData name="Daphne Economou" userId="d065a339-36cf-4937-af08-41751becbd81" providerId="ADAL" clId="{0B5D2535-6F30-4D32-9E4B-0E07407F9CEE}" dt="2024-11-04T17:46:34.335" v="3511" actId="164"/>
          <ac:spMkLst>
            <pc:docMk/>
            <pc:sldMk cId="725853824" sldId="752"/>
            <ac:spMk id="59" creationId="{E87AA6F6-7F3D-558E-3E35-4600C525A411}"/>
          </ac:spMkLst>
        </pc:spChg>
        <pc:spChg chg="add mod">
          <ac:chgData name="Daphne Economou" userId="d065a339-36cf-4937-af08-41751becbd81" providerId="ADAL" clId="{0B5D2535-6F30-4D32-9E4B-0E07407F9CEE}" dt="2024-11-04T17:46:34.335" v="3511" actId="164"/>
          <ac:spMkLst>
            <pc:docMk/>
            <pc:sldMk cId="725853824" sldId="752"/>
            <ac:spMk id="60" creationId="{8A552AD8-FC66-FC98-8456-7692D6CA6FD5}"/>
          </ac:spMkLst>
        </pc:spChg>
        <pc:spChg chg="add mod">
          <ac:chgData name="Daphne Economou" userId="d065a339-36cf-4937-af08-41751becbd81" providerId="ADAL" clId="{0B5D2535-6F30-4D32-9E4B-0E07407F9CEE}" dt="2024-11-04T17:46:34.335" v="3511" actId="164"/>
          <ac:spMkLst>
            <pc:docMk/>
            <pc:sldMk cId="725853824" sldId="752"/>
            <ac:spMk id="61" creationId="{EA0DC641-AD6D-3AD4-CC89-FCD553CAB81A}"/>
          </ac:spMkLst>
        </pc:spChg>
        <pc:spChg chg="add mod">
          <ac:chgData name="Daphne Economou" userId="d065a339-36cf-4937-af08-41751becbd81" providerId="ADAL" clId="{0B5D2535-6F30-4D32-9E4B-0E07407F9CEE}" dt="2024-11-04T13:03:55.972" v="1867" actId="1076"/>
          <ac:spMkLst>
            <pc:docMk/>
            <pc:sldMk cId="725853824" sldId="752"/>
            <ac:spMk id="65" creationId="{724DC9BC-E44F-E668-4E18-69BFBD597F4D}"/>
          </ac:spMkLst>
        </pc:spChg>
        <pc:spChg chg="add mod">
          <ac:chgData name="Daphne Economou" userId="d065a339-36cf-4937-af08-41751becbd81" providerId="ADAL" clId="{0B5D2535-6F30-4D32-9E4B-0E07407F9CEE}" dt="2024-11-04T13:05:32.396" v="1990" actId="20577"/>
          <ac:spMkLst>
            <pc:docMk/>
            <pc:sldMk cId="725853824" sldId="752"/>
            <ac:spMk id="69" creationId="{3B2E36C9-34B4-4F4A-984B-23D6B53AB43E}"/>
          </ac:spMkLst>
        </pc:spChg>
        <pc:grpChg chg="add mod">
          <ac:chgData name="Daphne Economou" userId="d065a339-36cf-4937-af08-41751becbd81" providerId="ADAL" clId="{0B5D2535-6F30-4D32-9E4B-0E07407F9CEE}" dt="2024-11-04T17:46:38.344" v="3521" actId="962"/>
          <ac:grpSpMkLst>
            <pc:docMk/>
            <pc:sldMk cId="725853824" sldId="752"/>
            <ac:grpSpMk id="2" creationId="{25FD10A4-CF06-7DEC-5646-5A37F922F0E4}"/>
          </ac:grpSpMkLst>
        </pc:grpChg>
        <pc:grpChg chg="mod">
          <ac:chgData name="Daphne Economou" userId="d065a339-36cf-4937-af08-41751becbd81" providerId="ADAL" clId="{0B5D2535-6F30-4D32-9E4B-0E07407F9CEE}" dt="2024-11-04T12:52:44.056" v="1589"/>
          <ac:grpSpMkLst>
            <pc:docMk/>
            <pc:sldMk cId="725853824" sldId="752"/>
            <ac:grpSpMk id="13" creationId="{8E704759-C33F-D76E-BDAA-3309C3892466}"/>
          </ac:grpSpMkLst>
        </pc:grpChg>
        <pc:grpChg chg="del mod">
          <ac:chgData name="Daphne Economou" userId="d065a339-36cf-4937-af08-41751becbd81" providerId="ADAL" clId="{0B5D2535-6F30-4D32-9E4B-0E07407F9CEE}" dt="2024-11-04T12:53:18.442" v="1602"/>
          <ac:grpSpMkLst>
            <pc:docMk/>
            <pc:sldMk cId="725853824" sldId="752"/>
            <ac:grpSpMk id="21" creationId="{1C951A16-CAD0-5378-B19A-D6948E64703C}"/>
          </ac:grpSpMkLst>
        </pc:grpChg>
        <pc:grpChg chg="del mod">
          <ac:chgData name="Daphne Economou" userId="d065a339-36cf-4937-af08-41751becbd81" providerId="ADAL" clId="{0B5D2535-6F30-4D32-9E4B-0E07407F9CEE}" dt="2024-11-04T12:53:22.078" v="1603" actId="478"/>
          <ac:grpSpMkLst>
            <pc:docMk/>
            <pc:sldMk cId="725853824" sldId="752"/>
            <ac:grpSpMk id="23" creationId="{DFF9D957-E7AA-C056-5F38-EB822908C154}"/>
          </ac:grpSpMkLst>
        </pc:grpChg>
        <pc:grpChg chg="mod">
          <ac:chgData name="Daphne Economou" userId="d065a339-36cf-4937-af08-41751becbd81" providerId="ADAL" clId="{0B5D2535-6F30-4D32-9E4B-0E07407F9CEE}" dt="2024-11-04T12:58:01.047" v="1685"/>
          <ac:grpSpMkLst>
            <pc:docMk/>
            <pc:sldMk cId="725853824" sldId="752"/>
            <ac:grpSpMk id="38" creationId="{D76B1A8B-D3E4-C945-A857-C2AA84026CBE}"/>
          </ac:grpSpMkLst>
        </pc:grpChg>
        <pc:grpChg chg="mod">
          <ac:chgData name="Daphne Economou" userId="d065a339-36cf-4937-af08-41751becbd81" providerId="ADAL" clId="{0B5D2535-6F30-4D32-9E4B-0E07407F9CEE}" dt="2024-11-04T17:46:34.335" v="3511" actId="164"/>
          <ac:grpSpMkLst>
            <pc:docMk/>
            <pc:sldMk cId="725853824" sldId="752"/>
            <ac:grpSpMk id="42" creationId="{9F214DCF-F796-4E0D-71C5-08A5A1B83CF9}"/>
          </ac:grpSpMkLst>
        </pc:grpChg>
        <pc:grpChg chg="add mod">
          <ac:chgData name="Daphne Economou" userId="d065a339-36cf-4937-af08-41751becbd81" providerId="ADAL" clId="{0B5D2535-6F30-4D32-9E4B-0E07407F9CEE}" dt="2024-11-04T12:58:34.044" v="1696"/>
          <ac:grpSpMkLst>
            <pc:docMk/>
            <pc:sldMk cId="725853824" sldId="752"/>
            <ac:grpSpMk id="47" creationId="{65F85D74-0D7A-D911-4478-8D506C1590FB}"/>
          </ac:grpSpMkLst>
        </pc:grpChg>
        <pc:grpChg chg="add mod">
          <ac:chgData name="Daphne Economou" userId="d065a339-36cf-4937-af08-41751becbd81" providerId="ADAL" clId="{0B5D2535-6F30-4D32-9E4B-0E07407F9CEE}" dt="2024-11-04T17:46:34.335" v="3511" actId="164"/>
          <ac:grpSpMkLst>
            <pc:docMk/>
            <pc:sldMk cId="725853824" sldId="752"/>
            <ac:grpSpMk id="51" creationId="{BF9E6D84-D229-272D-1046-95F9CAE74E09}"/>
          </ac:grpSpMkLst>
        </pc:grpChg>
        <pc:grpChg chg="mod">
          <ac:chgData name="Daphne Economou" userId="d065a339-36cf-4937-af08-41751becbd81" providerId="ADAL" clId="{0B5D2535-6F30-4D32-9E4B-0E07407F9CEE}" dt="2024-11-04T17:46:34.335" v="3511" actId="164"/>
          <ac:grpSpMkLst>
            <pc:docMk/>
            <pc:sldMk cId="725853824" sldId="752"/>
            <ac:grpSpMk id="64" creationId="{7F470856-9047-2434-A79C-0965AF4DAAB8}"/>
          </ac:grpSpMkLst>
        </pc:grpChg>
        <pc:grpChg chg="mod">
          <ac:chgData name="Daphne Economou" userId="d065a339-36cf-4937-af08-41751becbd81" providerId="ADAL" clId="{0B5D2535-6F30-4D32-9E4B-0E07407F9CEE}" dt="2024-11-04T17:46:34.335" v="3511" actId="164"/>
          <ac:grpSpMkLst>
            <pc:docMk/>
            <pc:sldMk cId="725853824" sldId="752"/>
            <ac:grpSpMk id="68" creationId="{369AC9E3-A69B-4F27-1F8A-5D23A75BDB0B}"/>
          </ac:grpSpMkLst>
        </pc:grpChg>
        <pc:inkChg chg="add del mod">
          <ac:chgData name="Daphne Economou" userId="d065a339-36cf-4937-af08-41751becbd81" providerId="ADAL" clId="{0B5D2535-6F30-4D32-9E4B-0E07407F9CEE}" dt="2024-11-04T12:52:44.461" v="1590" actId="9405"/>
          <ac:inkMkLst>
            <pc:docMk/>
            <pc:sldMk cId="725853824" sldId="752"/>
            <ac:inkMk id="11" creationId="{29AF485E-A965-4AD7-1074-A298C268C845}"/>
          </ac:inkMkLst>
        </pc:inkChg>
        <pc:inkChg chg="add del mod">
          <ac:chgData name="Daphne Economou" userId="d065a339-36cf-4937-af08-41751becbd81" providerId="ADAL" clId="{0B5D2535-6F30-4D32-9E4B-0E07407F9CEE}" dt="2024-11-04T12:52:44.056" v="1589"/>
          <ac:inkMkLst>
            <pc:docMk/>
            <pc:sldMk cId="725853824" sldId="752"/>
            <ac:inkMk id="12" creationId="{577AC268-C989-1CE8-1DDE-328286737EBF}"/>
          </ac:inkMkLst>
        </pc:inkChg>
        <pc:inkChg chg="add del">
          <ac:chgData name="Daphne Economou" userId="d065a339-36cf-4937-af08-41751becbd81" providerId="ADAL" clId="{0B5D2535-6F30-4D32-9E4B-0E07407F9CEE}" dt="2024-11-04T12:52:55.676" v="1592" actId="9405"/>
          <ac:inkMkLst>
            <pc:docMk/>
            <pc:sldMk cId="725853824" sldId="752"/>
            <ac:inkMk id="14" creationId="{918EF746-8C43-083D-11AA-BA8DCD4DA7AA}"/>
          </ac:inkMkLst>
        </pc:inkChg>
        <pc:inkChg chg="add">
          <ac:chgData name="Daphne Economou" userId="d065a339-36cf-4937-af08-41751becbd81" providerId="ADAL" clId="{0B5D2535-6F30-4D32-9E4B-0E07407F9CEE}" dt="2024-11-04T12:52:57.518" v="1593" actId="9405"/>
          <ac:inkMkLst>
            <pc:docMk/>
            <pc:sldMk cId="725853824" sldId="752"/>
            <ac:inkMk id="15" creationId="{CC576580-9F22-180E-4C8B-5D94E043D937}"/>
          </ac:inkMkLst>
        </pc:inkChg>
        <pc:inkChg chg="add mod">
          <ac:chgData name="Daphne Economou" userId="d065a339-36cf-4937-af08-41751becbd81" providerId="ADAL" clId="{0B5D2535-6F30-4D32-9E4B-0E07407F9CEE}" dt="2024-11-04T17:46:34.335" v="3511" actId="164"/>
          <ac:inkMkLst>
            <pc:docMk/>
            <pc:sldMk cId="725853824" sldId="752"/>
            <ac:inkMk id="16" creationId="{6C1984D7-A62E-AB56-594E-0358668241DA}"/>
          </ac:inkMkLst>
        </pc:inkChg>
        <pc:inkChg chg="add del">
          <ac:chgData name="Daphne Economou" userId="d065a339-36cf-4937-af08-41751becbd81" providerId="ADAL" clId="{0B5D2535-6F30-4D32-9E4B-0E07407F9CEE}" dt="2024-11-04T12:53:07.183" v="1596" actId="9405"/>
          <ac:inkMkLst>
            <pc:docMk/>
            <pc:sldMk cId="725853824" sldId="752"/>
            <ac:inkMk id="17" creationId="{E2EB6973-8170-BD75-F0B3-AF4900001D21}"/>
          </ac:inkMkLst>
        </pc:inkChg>
        <pc:inkChg chg="add mod">
          <ac:chgData name="Daphne Economou" userId="d065a339-36cf-4937-af08-41751becbd81" providerId="ADAL" clId="{0B5D2535-6F30-4D32-9E4B-0E07407F9CEE}" dt="2024-11-04T17:46:34.335" v="3511" actId="164"/>
          <ac:inkMkLst>
            <pc:docMk/>
            <pc:sldMk cId="725853824" sldId="752"/>
            <ac:inkMk id="18" creationId="{D8F7D78E-AEC4-1314-5C01-183DC7915143}"/>
          </ac:inkMkLst>
        </pc:inkChg>
        <pc:inkChg chg="add mod">
          <ac:chgData name="Daphne Economou" userId="d065a339-36cf-4937-af08-41751becbd81" providerId="ADAL" clId="{0B5D2535-6F30-4D32-9E4B-0E07407F9CEE}" dt="2024-11-04T12:53:18.442" v="1602"/>
          <ac:inkMkLst>
            <pc:docMk/>
            <pc:sldMk cId="725853824" sldId="752"/>
            <ac:inkMk id="19" creationId="{96C68938-4C67-904A-37F8-977725FB6948}"/>
          </ac:inkMkLst>
        </pc:inkChg>
        <pc:inkChg chg="add mod">
          <ac:chgData name="Daphne Economou" userId="d065a339-36cf-4937-af08-41751becbd81" providerId="ADAL" clId="{0B5D2535-6F30-4D32-9E4B-0E07407F9CEE}" dt="2024-11-04T12:53:18.442" v="1602"/>
          <ac:inkMkLst>
            <pc:docMk/>
            <pc:sldMk cId="725853824" sldId="752"/>
            <ac:inkMk id="20" creationId="{ED25DD24-5A60-5F13-1366-8F270ED1A6D7}"/>
          </ac:inkMkLst>
        </pc:inkChg>
        <pc:inkChg chg="add mod">
          <ac:chgData name="Daphne Economou" userId="d065a339-36cf-4937-af08-41751becbd81" providerId="ADAL" clId="{0B5D2535-6F30-4D32-9E4B-0E07407F9CEE}" dt="2024-11-04T12:53:18.442" v="1602"/>
          <ac:inkMkLst>
            <pc:docMk/>
            <pc:sldMk cId="725853824" sldId="752"/>
            <ac:inkMk id="22" creationId="{DB7E0C00-0344-1A26-5133-AD3C8F128017}"/>
          </ac:inkMkLst>
        </pc:inkChg>
        <pc:inkChg chg="add del mod">
          <ac:chgData name="Daphne Economou" userId="d065a339-36cf-4937-af08-41751becbd81" providerId="ADAL" clId="{0B5D2535-6F30-4D32-9E4B-0E07407F9CEE}" dt="2024-11-04T12:58:01.512" v="1686" actId="9405"/>
          <ac:inkMkLst>
            <pc:docMk/>
            <pc:sldMk cId="725853824" sldId="752"/>
            <ac:inkMk id="36" creationId="{6EC468EC-EB0C-B662-577F-A0C1C2241D18}"/>
          </ac:inkMkLst>
        </pc:inkChg>
        <pc:inkChg chg="add del mod">
          <ac:chgData name="Daphne Economou" userId="d065a339-36cf-4937-af08-41751becbd81" providerId="ADAL" clId="{0B5D2535-6F30-4D32-9E4B-0E07407F9CEE}" dt="2024-11-04T12:58:01.047" v="1685"/>
          <ac:inkMkLst>
            <pc:docMk/>
            <pc:sldMk cId="725853824" sldId="752"/>
            <ac:inkMk id="37" creationId="{AEE75F67-BC09-AC95-A82B-257A508A4079}"/>
          </ac:inkMkLst>
        </pc:inkChg>
        <pc:inkChg chg="add del">
          <ac:chgData name="Daphne Economou" userId="d065a339-36cf-4937-af08-41751becbd81" providerId="ADAL" clId="{0B5D2535-6F30-4D32-9E4B-0E07407F9CEE}" dt="2024-11-04T12:58:08.852" v="1688" actId="9405"/>
          <ac:inkMkLst>
            <pc:docMk/>
            <pc:sldMk cId="725853824" sldId="752"/>
            <ac:inkMk id="39" creationId="{891EEDA9-E0E5-F656-2843-72F3BCEDF120}"/>
          </ac:inkMkLst>
        </pc:inkChg>
        <pc:inkChg chg="add mod">
          <ac:chgData name="Daphne Economou" userId="d065a339-36cf-4937-af08-41751becbd81" providerId="ADAL" clId="{0B5D2535-6F30-4D32-9E4B-0E07407F9CEE}" dt="2024-11-04T12:58:17.306" v="1691"/>
          <ac:inkMkLst>
            <pc:docMk/>
            <pc:sldMk cId="725853824" sldId="752"/>
            <ac:inkMk id="40" creationId="{36E470F7-811D-A748-A56C-D0DD06761272}"/>
          </ac:inkMkLst>
        </pc:inkChg>
        <pc:inkChg chg="add mod">
          <ac:chgData name="Daphne Economou" userId="d065a339-36cf-4937-af08-41751becbd81" providerId="ADAL" clId="{0B5D2535-6F30-4D32-9E4B-0E07407F9CEE}" dt="2024-11-04T12:58:17.306" v="1691"/>
          <ac:inkMkLst>
            <pc:docMk/>
            <pc:sldMk cId="725853824" sldId="752"/>
            <ac:inkMk id="41" creationId="{B9B97249-B9CC-5F0D-9159-8B967B0F982B}"/>
          </ac:inkMkLst>
        </pc:inkChg>
        <pc:inkChg chg="add mod">
          <ac:chgData name="Daphne Economou" userId="d065a339-36cf-4937-af08-41751becbd81" providerId="ADAL" clId="{0B5D2535-6F30-4D32-9E4B-0E07407F9CEE}" dt="2024-11-04T17:46:34.335" v="3511" actId="164"/>
          <ac:inkMkLst>
            <pc:docMk/>
            <pc:sldMk cId="725853824" sldId="752"/>
            <ac:inkMk id="43" creationId="{7649F976-2D83-BAF7-0F0E-632D03E37A12}"/>
          </ac:inkMkLst>
        </pc:inkChg>
        <pc:inkChg chg="add del">
          <ac:chgData name="Daphne Economou" userId="d065a339-36cf-4937-af08-41751becbd81" providerId="ADAL" clId="{0B5D2535-6F30-4D32-9E4B-0E07407F9CEE}" dt="2024-11-04T12:58:50.737" v="1700" actId="478"/>
          <ac:inkMkLst>
            <pc:docMk/>
            <pc:sldMk cId="725853824" sldId="752"/>
            <ac:inkMk id="44" creationId="{C7FB30E8-F85D-D104-3784-F434B140E10B}"/>
          </ac:inkMkLst>
        </pc:inkChg>
        <pc:inkChg chg="add del">
          <ac:chgData name="Daphne Economou" userId="d065a339-36cf-4937-af08-41751becbd81" providerId="ADAL" clId="{0B5D2535-6F30-4D32-9E4B-0E07407F9CEE}" dt="2024-11-04T12:58:50.737" v="1700" actId="478"/>
          <ac:inkMkLst>
            <pc:docMk/>
            <pc:sldMk cId="725853824" sldId="752"/>
            <ac:inkMk id="45" creationId="{CFD878AB-A326-AD95-76B2-6B8AD23C20F7}"/>
          </ac:inkMkLst>
        </pc:inkChg>
        <pc:inkChg chg="add del">
          <ac:chgData name="Daphne Economou" userId="d065a339-36cf-4937-af08-41751becbd81" providerId="ADAL" clId="{0B5D2535-6F30-4D32-9E4B-0E07407F9CEE}" dt="2024-11-04T12:58:50.737" v="1700" actId="478"/>
          <ac:inkMkLst>
            <pc:docMk/>
            <pc:sldMk cId="725853824" sldId="752"/>
            <ac:inkMk id="46" creationId="{139EB421-524C-E919-588C-8D21C9B515B8}"/>
          </ac:inkMkLst>
        </pc:inkChg>
        <pc:inkChg chg="mod">
          <ac:chgData name="Daphne Economou" userId="d065a339-36cf-4937-af08-41751becbd81" providerId="ADAL" clId="{0B5D2535-6F30-4D32-9E4B-0E07407F9CEE}" dt="2024-11-04T12:58:34.044" v="1696"/>
          <ac:inkMkLst>
            <pc:docMk/>
            <pc:sldMk cId="725853824" sldId="752"/>
            <ac:inkMk id="48" creationId="{41DBF03A-1AC7-B743-585F-0DB2695258B8}"/>
          </ac:inkMkLst>
        </pc:inkChg>
        <pc:inkChg chg="mod">
          <ac:chgData name="Daphne Economou" userId="d065a339-36cf-4937-af08-41751becbd81" providerId="ADAL" clId="{0B5D2535-6F30-4D32-9E4B-0E07407F9CEE}" dt="2024-11-04T12:58:34.044" v="1696"/>
          <ac:inkMkLst>
            <pc:docMk/>
            <pc:sldMk cId="725853824" sldId="752"/>
            <ac:inkMk id="49" creationId="{3EE33324-A5DD-3834-C65A-AA0CB83FD33C}"/>
          </ac:inkMkLst>
        </pc:inkChg>
        <pc:inkChg chg="add mod">
          <ac:chgData name="Daphne Economou" userId="d065a339-36cf-4937-af08-41751becbd81" providerId="ADAL" clId="{0B5D2535-6F30-4D32-9E4B-0E07407F9CEE}" dt="2024-11-04T12:58:34.044" v="1696"/>
          <ac:inkMkLst>
            <pc:docMk/>
            <pc:sldMk cId="725853824" sldId="752"/>
            <ac:inkMk id="50" creationId="{03424160-51C4-FF4D-D46D-A79B0D5BE5EC}"/>
          </ac:inkMkLst>
        </pc:inkChg>
        <pc:inkChg chg="mod">
          <ac:chgData name="Daphne Economou" userId="d065a339-36cf-4937-af08-41751becbd81" providerId="ADAL" clId="{0B5D2535-6F30-4D32-9E4B-0E07407F9CEE}" dt="2024-11-04T12:59:00.407" v="1702"/>
          <ac:inkMkLst>
            <pc:docMk/>
            <pc:sldMk cId="725853824" sldId="752"/>
            <ac:inkMk id="52" creationId="{CA148C8F-E06F-F5C8-883D-7019A127FC78}"/>
          </ac:inkMkLst>
        </pc:inkChg>
        <pc:inkChg chg="mod">
          <ac:chgData name="Daphne Economou" userId="d065a339-36cf-4937-af08-41751becbd81" providerId="ADAL" clId="{0B5D2535-6F30-4D32-9E4B-0E07407F9CEE}" dt="2024-11-04T12:59:00.407" v="1702"/>
          <ac:inkMkLst>
            <pc:docMk/>
            <pc:sldMk cId="725853824" sldId="752"/>
            <ac:inkMk id="53" creationId="{7555541F-F35A-2633-3DBF-3CA3DDA96239}"/>
          </ac:inkMkLst>
        </pc:inkChg>
        <pc:inkChg chg="add mod">
          <ac:chgData name="Daphne Economou" userId="d065a339-36cf-4937-af08-41751becbd81" providerId="ADAL" clId="{0B5D2535-6F30-4D32-9E4B-0E07407F9CEE}" dt="2024-11-04T17:46:34.335" v="3511" actId="164"/>
          <ac:inkMkLst>
            <pc:docMk/>
            <pc:sldMk cId="725853824" sldId="752"/>
            <ac:inkMk id="54" creationId="{A2519B71-8851-3F14-0AF3-D1162CDEFDBF}"/>
          </ac:inkMkLst>
        </pc:inkChg>
        <pc:inkChg chg="add del">
          <ac:chgData name="Daphne Economou" userId="d065a339-36cf-4937-af08-41751becbd81" providerId="ADAL" clId="{0B5D2535-6F30-4D32-9E4B-0E07407F9CEE}" dt="2024-11-04T12:59:35.110" v="1709" actId="9405"/>
          <ac:inkMkLst>
            <pc:docMk/>
            <pc:sldMk cId="725853824" sldId="752"/>
            <ac:inkMk id="55" creationId="{DDDA9214-AB56-EDB7-B543-2C0170F713AB}"/>
          </ac:inkMkLst>
        </pc:inkChg>
        <pc:inkChg chg="add mod">
          <ac:chgData name="Daphne Economou" userId="d065a339-36cf-4937-af08-41751becbd81" providerId="ADAL" clId="{0B5D2535-6F30-4D32-9E4B-0E07407F9CEE}" dt="2024-11-04T13:02:07.951" v="1750"/>
          <ac:inkMkLst>
            <pc:docMk/>
            <pc:sldMk cId="725853824" sldId="752"/>
            <ac:inkMk id="62" creationId="{D431D820-8FBA-7A9D-11F7-9C2B39A3717B}"/>
          </ac:inkMkLst>
        </pc:inkChg>
        <pc:inkChg chg="add mod">
          <ac:chgData name="Daphne Economou" userId="d065a339-36cf-4937-af08-41751becbd81" providerId="ADAL" clId="{0B5D2535-6F30-4D32-9E4B-0E07407F9CEE}" dt="2024-11-04T13:02:07.951" v="1750"/>
          <ac:inkMkLst>
            <pc:docMk/>
            <pc:sldMk cId="725853824" sldId="752"/>
            <ac:inkMk id="63" creationId="{3F168990-288F-C28A-8374-99C58E41CE74}"/>
          </ac:inkMkLst>
        </pc:inkChg>
        <pc:inkChg chg="add mod">
          <ac:chgData name="Daphne Economou" userId="d065a339-36cf-4937-af08-41751becbd81" providerId="ADAL" clId="{0B5D2535-6F30-4D32-9E4B-0E07407F9CEE}" dt="2024-11-04T13:04:44.863" v="1908"/>
          <ac:inkMkLst>
            <pc:docMk/>
            <pc:sldMk cId="725853824" sldId="752"/>
            <ac:inkMk id="66" creationId="{BE3E2E0A-5770-EE1A-7BE9-7BF7B8EC47FE}"/>
          </ac:inkMkLst>
        </pc:inkChg>
        <pc:inkChg chg="add mod">
          <ac:chgData name="Daphne Economou" userId="d065a339-36cf-4937-af08-41751becbd81" providerId="ADAL" clId="{0B5D2535-6F30-4D32-9E4B-0E07407F9CEE}" dt="2024-11-04T13:04:44.863" v="1908"/>
          <ac:inkMkLst>
            <pc:docMk/>
            <pc:sldMk cId="725853824" sldId="752"/>
            <ac:inkMk id="67" creationId="{0EB814F2-47B9-F6DB-76D6-2D805D953044}"/>
          </ac:inkMkLst>
        </pc:inkChg>
        <pc:inkChg chg="add del">
          <ac:chgData name="Daphne Economou" userId="d065a339-36cf-4937-af08-41751becbd81" providerId="ADAL" clId="{0B5D2535-6F30-4D32-9E4B-0E07407F9CEE}" dt="2024-11-04T13:07:45.302" v="1998" actId="9405"/>
          <ac:inkMkLst>
            <pc:docMk/>
            <pc:sldMk cId="725853824" sldId="752"/>
            <ac:inkMk id="70" creationId="{21E7739B-D785-0E14-DD93-47A51EE601F1}"/>
          </ac:inkMkLst>
        </pc:inkChg>
        <pc:inkChg chg="add del">
          <ac:chgData name="Daphne Economou" userId="d065a339-36cf-4937-af08-41751becbd81" providerId="ADAL" clId="{0B5D2535-6F30-4D32-9E4B-0E07407F9CEE}" dt="2024-11-04T13:07:50.347" v="2000" actId="9405"/>
          <ac:inkMkLst>
            <pc:docMk/>
            <pc:sldMk cId="725853824" sldId="752"/>
            <ac:inkMk id="71" creationId="{41BA8668-16CF-2355-C9C4-86745D2F4079}"/>
          </ac:inkMkLst>
        </pc:inkChg>
        <pc:inkChg chg="add del mod">
          <ac:chgData name="Daphne Economou" userId="d065a339-36cf-4937-af08-41751becbd81" providerId="ADAL" clId="{0B5D2535-6F30-4D32-9E4B-0E07407F9CEE}" dt="2024-11-04T13:08:03.567" v="2004" actId="478"/>
          <ac:inkMkLst>
            <pc:docMk/>
            <pc:sldMk cId="725853824" sldId="752"/>
            <ac:inkMk id="72" creationId="{43E08634-1B54-2C56-ECB9-6D49EA1F6253}"/>
          </ac:inkMkLst>
        </pc:inkChg>
        <pc:inkChg chg="add del">
          <ac:chgData name="Daphne Economou" userId="d065a339-36cf-4937-af08-41751becbd81" providerId="ADAL" clId="{0B5D2535-6F30-4D32-9E4B-0E07407F9CEE}" dt="2024-11-04T13:08:11.661" v="2006" actId="9405"/>
          <ac:inkMkLst>
            <pc:docMk/>
            <pc:sldMk cId="725853824" sldId="752"/>
            <ac:inkMk id="73" creationId="{D5A4C48D-53E8-110E-53F4-969A4AAD8A6B}"/>
          </ac:inkMkLst>
        </pc:inkChg>
        <pc:inkChg chg="add del">
          <ac:chgData name="Daphne Economou" userId="d065a339-36cf-4937-af08-41751becbd81" providerId="ADAL" clId="{0B5D2535-6F30-4D32-9E4B-0E07407F9CEE}" dt="2024-11-04T13:08:14.837" v="2008" actId="9405"/>
          <ac:inkMkLst>
            <pc:docMk/>
            <pc:sldMk cId="725853824" sldId="752"/>
            <ac:inkMk id="74" creationId="{B0DFBF33-857F-FB9B-0ADD-217E54688198}"/>
          </ac:inkMkLst>
        </pc:inkChg>
        <pc:inkChg chg="add del">
          <ac:chgData name="Daphne Economou" userId="d065a339-36cf-4937-af08-41751becbd81" providerId="ADAL" clId="{0B5D2535-6F30-4D32-9E4B-0E07407F9CEE}" dt="2024-11-04T13:08:17.936" v="2010" actId="9405"/>
          <ac:inkMkLst>
            <pc:docMk/>
            <pc:sldMk cId="725853824" sldId="752"/>
            <ac:inkMk id="75" creationId="{53213519-296A-191F-3465-BDC560AE05FE}"/>
          </ac:inkMkLst>
        </pc:inkChg>
        <pc:inkChg chg="add del">
          <ac:chgData name="Daphne Economou" userId="d065a339-36cf-4937-af08-41751becbd81" providerId="ADAL" clId="{0B5D2535-6F30-4D32-9E4B-0E07407F9CEE}" dt="2024-11-04T13:08:21.233" v="2012" actId="9405"/>
          <ac:inkMkLst>
            <pc:docMk/>
            <pc:sldMk cId="725853824" sldId="752"/>
            <ac:inkMk id="76" creationId="{94889A17-DBC8-D3EE-5F8F-2E3E08121102}"/>
          </ac:inkMkLst>
        </pc:inkChg>
        <pc:inkChg chg="add del">
          <ac:chgData name="Daphne Economou" userId="d065a339-36cf-4937-af08-41751becbd81" providerId="ADAL" clId="{0B5D2535-6F30-4D32-9E4B-0E07407F9CEE}" dt="2024-11-04T13:08:23.660" v="2014" actId="9405"/>
          <ac:inkMkLst>
            <pc:docMk/>
            <pc:sldMk cId="725853824" sldId="752"/>
            <ac:inkMk id="77" creationId="{0069AC5C-BF48-A9A5-743A-5D6D0A53EB5E}"/>
          </ac:inkMkLst>
        </pc:inkChg>
        <pc:inkChg chg="add mod">
          <ac:chgData name="Daphne Economou" userId="d065a339-36cf-4937-af08-41751becbd81" providerId="ADAL" clId="{0B5D2535-6F30-4D32-9E4B-0E07407F9CEE}" dt="2024-11-04T17:46:34.335" v="3511" actId="164"/>
          <ac:inkMkLst>
            <pc:docMk/>
            <pc:sldMk cId="725853824" sldId="752"/>
            <ac:inkMk id="78" creationId="{7420C259-B5E9-CE57-ADB9-0CDD7FE690F1}"/>
          </ac:inkMkLst>
        </pc:inkChg>
      </pc:sldChg>
      <pc:sldChg chg="addSp delSp modSp new mod">
        <pc:chgData name="Daphne Economou" userId="d065a339-36cf-4937-af08-41751becbd81" providerId="ADAL" clId="{0B5D2535-6F30-4D32-9E4B-0E07407F9CEE}" dt="2024-11-04T17:46:50.902" v="3522" actId="962"/>
        <pc:sldMkLst>
          <pc:docMk/>
          <pc:sldMk cId="1198809894" sldId="753"/>
        </pc:sldMkLst>
        <pc:spChg chg="mod">
          <ac:chgData name="Daphne Economou" userId="d065a339-36cf-4937-af08-41751becbd81" providerId="ADAL" clId="{0B5D2535-6F30-4D32-9E4B-0E07407F9CEE}" dt="2024-11-04T13:22:35.478" v="2225" actId="20577"/>
          <ac:spMkLst>
            <pc:docMk/>
            <pc:sldMk cId="1198809894" sldId="753"/>
            <ac:spMk id="2" creationId="{B34FC66A-D74F-B689-FF54-96E374C8BC59}"/>
          </ac:spMkLst>
        </pc:spChg>
        <pc:spChg chg="del mod">
          <ac:chgData name="Daphne Economou" userId="d065a339-36cf-4937-af08-41751becbd81" providerId="ADAL" clId="{0B5D2535-6F30-4D32-9E4B-0E07407F9CEE}" dt="2024-11-04T13:28:28.887" v="2254" actId="478"/>
          <ac:spMkLst>
            <pc:docMk/>
            <pc:sldMk cId="1198809894" sldId="753"/>
            <ac:spMk id="3" creationId="{CCDCE45B-4075-245E-59D9-E8306AA67DA6}"/>
          </ac:spMkLst>
        </pc:spChg>
        <pc:spChg chg="add del mod">
          <ac:chgData name="Daphne Economou" userId="d065a339-36cf-4937-af08-41751becbd81" providerId="ADAL" clId="{0B5D2535-6F30-4D32-9E4B-0E07407F9CEE}" dt="2024-11-04T13:28:30.594" v="2255" actId="478"/>
          <ac:spMkLst>
            <pc:docMk/>
            <pc:sldMk cId="1198809894" sldId="753"/>
            <ac:spMk id="10" creationId="{2C330F28-3495-4CCE-D1CD-1DEFFA519009}"/>
          </ac:spMkLst>
        </pc:spChg>
        <pc:picChg chg="add del mod">
          <ac:chgData name="Daphne Economou" userId="d065a339-36cf-4937-af08-41751becbd81" providerId="ADAL" clId="{0B5D2535-6F30-4D32-9E4B-0E07407F9CEE}" dt="2024-11-04T13:19:44.863" v="2218" actId="478"/>
          <ac:picMkLst>
            <pc:docMk/>
            <pc:sldMk cId="1198809894" sldId="753"/>
            <ac:picMk id="6" creationId="{44178C66-B89E-2777-7790-B4AC785B655B}"/>
          </ac:picMkLst>
        </pc:picChg>
        <pc:picChg chg="add del mod">
          <ac:chgData name="Daphne Economou" userId="d065a339-36cf-4937-af08-41751becbd81" providerId="ADAL" clId="{0B5D2535-6F30-4D32-9E4B-0E07407F9CEE}" dt="2024-11-04T13:36:47.818" v="2282" actId="478"/>
          <ac:picMkLst>
            <pc:docMk/>
            <pc:sldMk cId="1198809894" sldId="753"/>
            <ac:picMk id="8" creationId="{50F61181-47D9-34A4-580C-3B4931932A23}"/>
          </ac:picMkLst>
        </pc:picChg>
        <pc:picChg chg="add mod">
          <ac:chgData name="Daphne Economou" userId="d065a339-36cf-4937-af08-41751becbd81" providerId="ADAL" clId="{0B5D2535-6F30-4D32-9E4B-0E07407F9CEE}" dt="2024-11-04T17:46:50.902" v="3522" actId="962"/>
          <ac:picMkLst>
            <pc:docMk/>
            <pc:sldMk cId="1198809894" sldId="753"/>
            <ac:picMk id="12" creationId="{D42D5FCD-B6CA-BD78-E7FE-FB46B9A7EBAA}"/>
          </ac:picMkLst>
        </pc:picChg>
      </pc:sldChg>
      <pc:sldChg chg="addSp delSp modSp new mod modClrScheme chgLayout">
        <pc:chgData name="Daphne Economou" userId="d065a339-36cf-4937-af08-41751becbd81" providerId="ADAL" clId="{0B5D2535-6F30-4D32-9E4B-0E07407F9CEE}" dt="2024-11-04T13:53:06.831" v="2328" actId="700"/>
        <pc:sldMkLst>
          <pc:docMk/>
          <pc:sldMk cId="4029949362" sldId="754"/>
        </pc:sldMkLst>
        <pc:spChg chg="del">
          <ac:chgData name="Daphne Economou" userId="d065a339-36cf-4937-af08-41751becbd81" providerId="ADAL" clId="{0B5D2535-6F30-4D32-9E4B-0E07407F9CEE}" dt="2024-11-04T13:53:06.831" v="2328" actId="700"/>
          <ac:spMkLst>
            <pc:docMk/>
            <pc:sldMk cId="4029949362" sldId="754"/>
            <ac:spMk id="2" creationId="{9A15D586-5375-F66A-3947-18AD015B033E}"/>
          </ac:spMkLst>
        </pc:spChg>
        <pc:spChg chg="del mod">
          <ac:chgData name="Daphne Economou" userId="d065a339-36cf-4937-af08-41751becbd81" providerId="ADAL" clId="{0B5D2535-6F30-4D32-9E4B-0E07407F9CEE}" dt="2024-11-04T13:52:36.889" v="2317" actId="478"/>
          <ac:spMkLst>
            <pc:docMk/>
            <pc:sldMk cId="4029949362" sldId="754"/>
            <ac:spMk id="3" creationId="{B2E9B54E-7C2E-D720-E94D-2F3257D1F749}"/>
          </ac:spMkLst>
        </pc:spChg>
        <pc:spChg chg="mod ord">
          <ac:chgData name="Daphne Economou" userId="d065a339-36cf-4937-af08-41751becbd81" providerId="ADAL" clId="{0B5D2535-6F30-4D32-9E4B-0E07407F9CEE}" dt="2024-11-04T13:53:06.831" v="2328" actId="700"/>
          <ac:spMkLst>
            <pc:docMk/>
            <pc:sldMk cId="4029949362" sldId="754"/>
            <ac:spMk id="4" creationId="{77D99E11-E966-E4B1-3202-F5E9A8F6D35E}"/>
          </ac:spMkLst>
        </pc:spChg>
        <pc:spChg chg="mod ord">
          <ac:chgData name="Daphne Economou" userId="d065a339-36cf-4937-af08-41751becbd81" providerId="ADAL" clId="{0B5D2535-6F30-4D32-9E4B-0E07407F9CEE}" dt="2024-11-04T13:53:06.831" v="2328" actId="700"/>
          <ac:spMkLst>
            <pc:docMk/>
            <pc:sldMk cId="4029949362" sldId="754"/>
            <ac:spMk id="5" creationId="{D70F9417-490F-B380-A555-1B66CBFF18F4}"/>
          </ac:spMkLst>
        </pc:spChg>
        <pc:spChg chg="add mod">
          <ac:chgData name="Daphne Economou" userId="d065a339-36cf-4937-af08-41751becbd81" providerId="ADAL" clId="{0B5D2535-6F30-4D32-9E4B-0E07407F9CEE}" dt="2024-11-04T13:52:59.097" v="2327" actId="403"/>
          <ac:spMkLst>
            <pc:docMk/>
            <pc:sldMk cId="4029949362" sldId="754"/>
            <ac:spMk id="6" creationId="{D0734A45-037F-7B43-1DA0-491DDC80DBE4}"/>
          </ac:spMkLst>
        </pc:spChg>
        <pc:spChg chg="add del mod">
          <ac:chgData name="Daphne Economou" userId="d065a339-36cf-4937-af08-41751becbd81" providerId="ADAL" clId="{0B5D2535-6F30-4D32-9E4B-0E07407F9CEE}" dt="2024-11-04T13:52:38.975" v="2318" actId="478"/>
          <ac:spMkLst>
            <pc:docMk/>
            <pc:sldMk cId="4029949362" sldId="754"/>
            <ac:spMk id="8" creationId="{39FB04F5-EC93-A0C4-6458-E4108F3F2F86}"/>
          </ac:spMkLst>
        </pc:spChg>
      </pc:sldChg>
      <pc:sldChg chg="addSp delSp modSp new mod modAnim">
        <pc:chgData name="Daphne Economou" userId="d065a339-36cf-4937-af08-41751becbd81" providerId="ADAL" clId="{0B5D2535-6F30-4D32-9E4B-0E07407F9CEE}" dt="2024-11-04T17:48:01.232" v="3658" actId="962"/>
        <pc:sldMkLst>
          <pc:docMk/>
          <pc:sldMk cId="714497178" sldId="755"/>
        </pc:sldMkLst>
        <pc:spChg chg="mod">
          <ac:chgData name="Daphne Economou" userId="d065a339-36cf-4937-af08-41751becbd81" providerId="ADAL" clId="{0B5D2535-6F30-4D32-9E4B-0E07407F9CEE}" dt="2024-11-04T14:06:09.589" v="2421" actId="20577"/>
          <ac:spMkLst>
            <pc:docMk/>
            <pc:sldMk cId="714497178" sldId="755"/>
            <ac:spMk id="2" creationId="{66DADCD1-E784-CD9C-7E55-71E3E57A1474}"/>
          </ac:spMkLst>
        </pc:spChg>
        <pc:spChg chg="del mod">
          <ac:chgData name="Daphne Economou" userId="d065a339-36cf-4937-af08-41751becbd81" providerId="ADAL" clId="{0B5D2535-6F30-4D32-9E4B-0E07407F9CEE}" dt="2024-11-04T14:05:11.156" v="2384" actId="478"/>
          <ac:spMkLst>
            <pc:docMk/>
            <pc:sldMk cId="714497178" sldId="755"/>
            <ac:spMk id="3" creationId="{955F9E08-0020-708F-7A21-52A8D5AE6E3C}"/>
          </ac:spMkLst>
        </pc:spChg>
        <pc:spChg chg="add mod">
          <ac:chgData name="Daphne Economou" userId="d065a339-36cf-4937-af08-41751becbd81" providerId="ADAL" clId="{0B5D2535-6F30-4D32-9E4B-0E07407F9CEE}" dt="2024-11-04T14:18:21.731" v="2446" actId="20577"/>
          <ac:spMkLst>
            <pc:docMk/>
            <pc:sldMk cId="714497178" sldId="755"/>
            <ac:spMk id="9" creationId="{17CE0DA4-556B-7544-F7AE-04A2AE7DEC0F}"/>
          </ac:spMkLst>
        </pc:spChg>
        <pc:spChg chg="add mod">
          <ac:chgData name="Daphne Economou" userId="d065a339-36cf-4937-af08-41751becbd81" providerId="ADAL" clId="{0B5D2535-6F30-4D32-9E4B-0E07407F9CEE}" dt="2024-11-04T14:18:30.447" v="2451" actId="20577"/>
          <ac:spMkLst>
            <pc:docMk/>
            <pc:sldMk cId="714497178" sldId="755"/>
            <ac:spMk id="10" creationId="{C9417E79-56EC-6D6E-48F0-A63C38FAF8F2}"/>
          </ac:spMkLst>
        </pc:spChg>
        <pc:spChg chg="add mod">
          <ac:chgData name="Daphne Economou" userId="d065a339-36cf-4937-af08-41751becbd81" providerId="ADAL" clId="{0B5D2535-6F30-4D32-9E4B-0E07407F9CEE}" dt="2024-11-04T14:18:32.898" v="2452" actId="20577"/>
          <ac:spMkLst>
            <pc:docMk/>
            <pc:sldMk cId="714497178" sldId="755"/>
            <ac:spMk id="11" creationId="{25FED079-97D3-51FC-AD2C-8653259E8C45}"/>
          </ac:spMkLst>
        </pc:spChg>
        <pc:spChg chg="add mod">
          <ac:chgData name="Daphne Economou" userId="d065a339-36cf-4937-af08-41751becbd81" providerId="ADAL" clId="{0B5D2535-6F30-4D32-9E4B-0E07407F9CEE}" dt="2024-11-04T14:18:35.200" v="2453" actId="20577"/>
          <ac:spMkLst>
            <pc:docMk/>
            <pc:sldMk cId="714497178" sldId="755"/>
            <ac:spMk id="12" creationId="{103A20A9-BF0B-7780-69CB-40B2D37FF0C0}"/>
          </ac:spMkLst>
        </pc:spChg>
        <pc:spChg chg="add mod">
          <ac:chgData name="Daphne Economou" userId="d065a339-36cf-4937-af08-41751becbd81" providerId="ADAL" clId="{0B5D2535-6F30-4D32-9E4B-0E07407F9CEE}" dt="2024-11-04T17:13:04.627" v="3133" actId="20577"/>
          <ac:spMkLst>
            <pc:docMk/>
            <pc:sldMk cId="714497178" sldId="755"/>
            <ac:spMk id="13" creationId="{0D557267-9253-20BC-85A8-5950E40A3331}"/>
          </ac:spMkLst>
        </pc:spChg>
        <pc:spChg chg="add mod">
          <ac:chgData name="Daphne Economou" userId="d065a339-36cf-4937-af08-41751becbd81" providerId="ADAL" clId="{0B5D2535-6F30-4D32-9E4B-0E07407F9CEE}" dt="2024-11-04T14:18:43.982" v="2459" actId="20577"/>
          <ac:spMkLst>
            <pc:docMk/>
            <pc:sldMk cId="714497178" sldId="755"/>
            <ac:spMk id="14" creationId="{346D1458-7DAF-0130-083E-BDDF7A44D514}"/>
          </ac:spMkLst>
        </pc:spChg>
        <pc:spChg chg="add mod">
          <ac:chgData name="Daphne Economou" userId="d065a339-36cf-4937-af08-41751becbd81" providerId="ADAL" clId="{0B5D2535-6F30-4D32-9E4B-0E07407F9CEE}" dt="2024-11-04T14:18:41.239" v="2457" actId="20577"/>
          <ac:spMkLst>
            <pc:docMk/>
            <pc:sldMk cId="714497178" sldId="755"/>
            <ac:spMk id="15" creationId="{6A5502A5-8865-9863-D44C-AE990165D432}"/>
          </ac:spMkLst>
        </pc:spChg>
        <pc:spChg chg="add mod">
          <ac:chgData name="Daphne Economou" userId="d065a339-36cf-4937-af08-41751becbd81" providerId="ADAL" clId="{0B5D2535-6F30-4D32-9E4B-0E07407F9CEE}" dt="2024-11-04T14:18:38.576" v="2455" actId="20577"/>
          <ac:spMkLst>
            <pc:docMk/>
            <pc:sldMk cId="714497178" sldId="755"/>
            <ac:spMk id="16" creationId="{E4074195-D4A3-4E0E-180F-387C17636FE4}"/>
          </ac:spMkLst>
        </pc:spChg>
        <pc:spChg chg="add mod">
          <ac:chgData name="Daphne Economou" userId="d065a339-36cf-4937-af08-41751becbd81" providerId="ADAL" clId="{0B5D2535-6F30-4D32-9E4B-0E07407F9CEE}" dt="2024-11-04T14:04:45.427" v="2372"/>
          <ac:spMkLst>
            <pc:docMk/>
            <pc:sldMk cId="714497178" sldId="755"/>
            <ac:spMk id="25" creationId="{BF6166E6-C73C-32A1-6CEA-E1E436877DA8}"/>
          </ac:spMkLst>
        </pc:spChg>
        <pc:spChg chg="add del mod">
          <ac:chgData name="Daphne Economou" userId="d065a339-36cf-4937-af08-41751becbd81" providerId="ADAL" clId="{0B5D2535-6F30-4D32-9E4B-0E07407F9CEE}" dt="2024-11-04T16:44:17.244" v="2486" actId="478"/>
          <ac:spMkLst>
            <pc:docMk/>
            <pc:sldMk cId="714497178" sldId="755"/>
            <ac:spMk id="26" creationId="{3CD9D1A3-D13E-33A0-6D93-71E85ACE0096}"/>
          </ac:spMkLst>
        </pc:spChg>
        <pc:spChg chg="add mod">
          <ac:chgData name="Daphne Economou" userId="d065a339-36cf-4937-af08-41751becbd81" providerId="ADAL" clId="{0B5D2535-6F30-4D32-9E4B-0E07407F9CEE}" dt="2024-11-04T14:04:45.427" v="2372"/>
          <ac:spMkLst>
            <pc:docMk/>
            <pc:sldMk cId="714497178" sldId="755"/>
            <ac:spMk id="27" creationId="{5778BA1B-BE03-9E6D-7938-E13DC6184355}"/>
          </ac:spMkLst>
        </pc:spChg>
        <pc:spChg chg="add mod">
          <ac:chgData name="Daphne Economou" userId="d065a339-36cf-4937-af08-41751becbd81" providerId="ADAL" clId="{0B5D2535-6F30-4D32-9E4B-0E07407F9CEE}" dt="2024-11-04T14:04:45.427" v="2372"/>
          <ac:spMkLst>
            <pc:docMk/>
            <pc:sldMk cId="714497178" sldId="755"/>
            <ac:spMk id="28" creationId="{B2D18E13-827A-681C-3EFE-1E030D4BCF2D}"/>
          </ac:spMkLst>
        </pc:spChg>
        <pc:spChg chg="add mod">
          <ac:chgData name="Daphne Economou" userId="d065a339-36cf-4937-af08-41751becbd81" providerId="ADAL" clId="{0B5D2535-6F30-4D32-9E4B-0E07407F9CEE}" dt="2024-11-04T14:04:45.427" v="2372"/>
          <ac:spMkLst>
            <pc:docMk/>
            <pc:sldMk cId="714497178" sldId="755"/>
            <ac:spMk id="29" creationId="{9820C726-8A22-14D2-207D-3FD9A042BDCA}"/>
          </ac:spMkLst>
        </pc:spChg>
        <pc:spChg chg="add mod">
          <ac:chgData name="Daphne Economou" userId="d065a339-36cf-4937-af08-41751becbd81" providerId="ADAL" clId="{0B5D2535-6F30-4D32-9E4B-0E07407F9CEE}" dt="2024-11-04T16:44:44.900" v="2487" actId="14100"/>
          <ac:spMkLst>
            <pc:docMk/>
            <pc:sldMk cId="714497178" sldId="755"/>
            <ac:spMk id="33" creationId="{B2691D13-99D4-5CC8-23EC-B3C323DDD300}"/>
          </ac:spMkLst>
        </pc:spChg>
        <pc:spChg chg="add del mod">
          <ac:chgData name="Daphne Economou" userId="d065a339-36cf-4937-af08-41751becbd81" providerId="ADAL" clId="{0B5D2535-6F30-4D32-9E4B-0E07407F9CEE}" dt="2024-11-04T14:18:53.079" v="2460" actId="478"/>
          <ac:spMkLst>
            <pc:docMk/>
            <pc:sldMk cId="714497178" sldId="755"/>
            <ac:spMk id="37" creationId="{FC7E1585-E911-0CB5-22C7-EEBF6CD643CA}"/>
          </ac:spMkLst>
        </pc:spChg>
        <pc:spChg chg="add mod">
          <ac:chgData name="Daphne Economou" userId="d065a339-36cf-4937-af08-41751becbd81" providerId="ADAL" clId="{0B5D2535-6F30-4D32-9E4B-0E07407F9CEE}" dt="2024-11-04T14:18:02.568" v="2445" actId="207"/>
          <ac:spMkLst>
            <pc:docMk/>
            <pc:sldMk cId="714497178" sldId="755"/>
            <ac:spMk id="39" creationId="{28C49A91-394A-16FA-6189-9955419F05BA}"/>
          </ac:spMkLst>
        </pc:spChg>
        <pc:spChg chg="add mod">
          <ac:chgData name="Daphne Economou" userId="d065a339-36cf-4937-af08-41751becbd81" providerId="ADAL" clId="{0B5D2535-6F30-4D32-9E4B-0E07407F9CEE}" dt="2024-11-04T16:43:16.748" v="2471" actId="1076"/>
          <ac:spMkLst>
            <pc:docMk/>
            <pc:sldMk cId="714497178" sldId="755"/>
            <ac:spMk id="40" creationId="{CD7AD9F0-DA87-C64C-542D-5DC625B6913F}"/>
          </ac:spMkLst>
        </pc:spChg>
        <pc:spChg chg="add mod">
          <ac:chgData name="Daphne Economou" userId="d065a339-36cf-4937-af08-41751becbd81" providerId="ADAL" clId="{0B5D2535-6F30-4D32-9E4B-0E07407F9CEE}" dt="2024-11-04T17:26:42.062" v="3307" actId="14100"/>
          <ac:spMkLst>
            <pc:docMk/>
            <pc:sldMk cId="714497178" sldId="755"/>
            <ac:spMk id="49" creationId="{FB148FC1-2CEB-551C-0850-1AC1652D216D}"/>
          </ac:spMkLst>
        </pc:spChg>
        <pc:spChg chg="add mod">
          <ac:chgData name="Daphne Economou" userId="d065a339-36cf-4937-af08-41751becbd81" providerId="ADAL" clId="{0B5D2535-6F30-4D32-9E4B-0E07407F9CEE}" dt="2024-11-04T16:48:01.190" v="2787" actId="1076"/>
          <ac:spMkLst>
            <pc:docMk/>
            <pc:sldMk cId="714497178" sldId="755"/>
            <ac:spMk id="50" creationId="{712900F1-5851-8948-FD0C-0FC1EB48C3BE}"/>
          </ac:spMkLst>
        </pc:spChg>
        <pc:spChg chg="add mod">
          <ac:chgData name="Daphne Economou" userId="d065a339-36cf-4937-af08-41751becbd81" providerId="ADAL" clId="{0B5D2535-6F30-4D32-9E4B-0E07407F9CEE}" dt="2024-11-04T16:49:59.100" v="2878" actId="1076"/>
          <ac:spMkLst>
            <pc:docMk/>
            <pc:sldMk cId="714497178" sldId="755"/>
            <ac:spMk id="53" creationId="{4284919B-EF65-3224-4799-DDB2C830E521}"/>
          </ac:spMkLst>
        </pc:spChg>
        <pc:grpChg chg="add mod">
          <ac:chgData name="Daphne Economou" userId="d065a339-36cf-4937-af08-41751becbd81" providerId="ADAL" clId="{0B5D2535-6F30-4D32-9E4B-0E07407F9CEE}" dt="2024-11-04T14:04:45.427" v="2372"/>
          <ac:grpSpMkLst>
            <pc:docMk/>
            <pc:sldMk cId="714497178" sldId="755"/>
            <ac:grpSpMk id="17" creationId="{3AFBFDB2-BBAC-88D6-EFA1-D045658D31B4}"/>
          </ac:grpSpMkLst>
        </pc:grpChg>
        <pc:grpChg chg="add mod">
          <ac:chgData name="Daphne Economou" userId="d065a339-36cf-4937-af08-41751becbd81" providerId="ADAL" clId="{0B5D2535-6F30-4D32-9E4B-0E07407F9CEE}" dt="2024-11-04T14:04:45.427" v="2372"/>
          <ac:grpSpMkLst>
            <pc:docMk/>
            <pc:sldMk cId="714497178" sldId="755"/>
            <ac:grpSpMk id="21" creationId="{6B7BC617-925F-0EDB-FB69-64C469D85CA0}"/>
          </ac:grpSpMkLst>
        </pc:grpChg>
        <pc:grpChg chg="add del mod">
          <ac:chgData name="Daphne Economou" userId="d065a339-36cf-4937-af08-41751becbd81" providerId="ADAL" clId="{0B5D2535-6F30-4D32-9E4B-0E07407F9CEE}" dt="2024-11-04T16:43:25.100" v="2474" actId="478"/>
          <ac:grpSpMkLst>
            <pc:docMk/>
            <pc:sldMk cId="714497178" sldId="755"/>
            <ac:grpSpMk id="30" creationId="{E756671B-D4B2-3DD2-78A2-3563018C9012}"/>
          </ac:grpSpMkLst>
        </pc:grpChg>
        <pc:grpChg chg="add del mod">
          <ac:chgData name="Daphne Economou" userId="d065a339-36cf-4937-af08-41751becbd81" providerId="ADAL" clId="{0B5D2535-6F30-4D32-9E4B-0E07407F9CEE}" dt="2024-11-04T14:18:54.995" v="2461" actId="478"/>
          <ac:grpSpMkLst>
            <pc:docMk/>
            <pc:sldMk cId="714497178" sldId="755"/>
            <ac:grpSpMk id="34" creationId="{29CCD910-3F02-B286-695A-914D2653204F}"/>
          </ac:grpSpMkLst>
        </pc:grpChg>
        <pc:grpChg chg="mod">
          <ac:chgData name="Daphne Economou" userId="d065a339-36cf-4937-af08-41751becbd81" providerId="ADAL" clId="{0B5D2535-6F30-4D32-9E4B-0E07407F9CEE}" dt="2024-11-04T16:43:57.237" v="2482"/>
          <ac:grpSpMkLst>
            <pc:docMk/>
            <pc:sldMk cId="714497178" sldId="755"/>
            <ac:grpSpMk id="45" creationId="{5C98FF74-657A-A8AF-6487-090BB2AD385F}"/>
          </ac:grpSpMkLst>
        </pc:grpChg>
        <pc:grpChg chg="mod">
          <ac:chgData name="Daphne Economou" userId="d065a339-36cf-4937-af08-41751becbd81" providerId="ADAL" clId="{0B5D2535-6F30-4D32-9E4B-0E07407F9CEE}" dt="2024-11-04T16:44:05.814" v="2485"/>
          <ac:grpSpMkLst>
            <pc:docMk/>
            <pc:sldMk cId="714497178" sldId="755"/>
            <ac:grpSpMk id="48" creationId="{2195E905-A6DB-08BC-BE61-0AC522084372}"/>
          </ac:grpSpMkLst>
        </pc:grpChg>
        <pc:grpChg chg="add del mod">
          <ac:chgData name="Daphne Economou" userId="d065a339-36cf-4937-af08-41751becbd81" providerId="ADAL" clId="{0B5D2535-6F30-4D32-9E4B-0E07407F9CEE}" dt="2024-11-04T16:50:13.343" v="2894"/>
          <ac:grpSpMkLst>
            <pc:docMk/>
            <pc:sldMk cId="714497178" sldId="755"/>
            <ac:grpSpMk id="59" creationId="{C6B1C850-1D98-E31A-6EA7-BB8E88A195AE}"/>
          </ac:grpSpMkLst>
        </pc:grpChg>
        <pc:grpChg chg="add del mod">
          <ac:chgData name="Daphne Economou" userId="d065a339-36cf-4937-af08-41751becbd81" providerId="ADAL" clId="{0B5D2535-6F30-4D32-9E4B-0E07407F9CEE}" dt="2024-11-04T16:50:13.037" v="2892"/>
          <ac:grpSpMkLst>
            <pc:docMk/>
            <pc:sldMk cId="714497178" sldId="755"/>
            <ac:grpSpMk id="61" creationId="{F08CAF52-7392-EC67-44E3-78C472CF9873}"/>
          </ac:grpSpMkLst>
        </pc:grpChg>
        <pc:grpChg chg="mod">
          <ac:chgData name="Daphne Economou" userId="d065a339-36cf-4937-af08-41751becbd81" providerId="ADAL" clId="{0B5D2535-6F30-4D32-9E4B-0E07407F9CEE}" dt="2024-11-04T16:50:12.736" v="2890"/>
          <ac:grpSpMkLst>
            <pc:docMk/>
            <pc:sldMk cId="714497178" sldId="755"/>
            <ac:grpSpMk id="63" creationId="{CB18D423-0003-01A9-74E7-C2F53D123472}"/>
          </ac:grpSpMkLst>
        </pc:grpChg>
        <pc:grpChg chg="add del mod">
          <ac:chgData name="Daphne Economou" userId="d065a339-36cf-4937-af08-41751becbd81" providerId="ADAL" clId="{0B5D2535-6F30-4D32-9E4B-0E07407F9CEE}" dt="2024-11-04T16:50:48.419" v="2915"/>
          <ac:grpSpMkLst>
            <pc:docMk/>
            <pc:sldMk cId="714497178" sldId="755"/>
            <ac:grpSpMk id="67" creationId="{EA6972A5-C39E-EA41-1B5F-5B6000838352}"/>
          </ac:grpSpMkLst>
        </pc:grpChg>
        <pc:grpChg chg="mod">
          <ac:chgData name="Daphne Economou" userId="d065a339-36cf-4937-af08-41751becbd81" providerId="ADAL" clId="{0B5D2535-6F30-4D32-9E4B-0E07407F9CEE}" dt="2024-11-04T16:50:34.786" v="2908"/>
          <ac:grpSpMkLst>
            <pc:docMk/>
            <pc:sldMk cId="714497178" sldId="755"/>
            <ac:grpSpMk id="71" creationId="{D60EFDDD-80CE-85F3-ABE7-F80F146F4F78}"/>
          </ac:grpSpMkLst>
        </pc:grpChg>
        <pc:grpChg chg="mod">
          <ac:chgData name="Daphne Economou" userId="d065a339-36cf-4937-af08-41751becbd81" providerId="ADAL" clId="{0B5D2535-6F30-4D32-9E4B-0E07407F9CEE}" dt="2024-11-04T16:50:39.511" v="2912"/>
          <ac:grpSpMkLst>
            <pc:docMk/>
            <pc:sldMk cId="714497178" sldId="755"/>
            <ac:grpSpMk id="73" creationId="{C414180D-3A5A-E9C6-B5A7-25BF41C20022}"/>
          </ac:grpSpMkLst>
        </pc:grpChg>
        <pc:grpChg chg="del mod">
          <ac:chgData name="Daphne Economou" userId="d065a339-36cf-4937-af08-41751becbd81" providerId="ADAL" clId="{0B5D2535-6F30-4D32-9E4B-0E07407F9CEE}" dt="2024-11-04T16:50:53.445" v="2919"/>
          <ac:grpSpMkLst>
            <pc:docMk/>
            <pc:sldMk cId="714497178" sldId="755"/>
            <ac:grpSpMk id="76" creationId="{06A10EB4-6711-025C-B3A3-82103C9995D9}"/>
          </ac:grpSpMkLst>
        </pc:grpChg>
        <pc:grpChg chg="del mod">
          <ac:chgData name="Daphne Economou" userId="d065a339-36cf-4937-af08-41751becbd81" providerId="ADAL" clId="{0B5D2535-6F30-4D32-9E4B-0E07407F9CEE}" dt="2024-11-04T16:50:55.325" v="2921"/>
          <ac:grpSpMkLst>
            <pc:docMk/>
            <pc:sldMk cId="714497178" sldId="755"/>
            <ac:grpSpMk id="80" creationId="{E910D2CE-08B8-78A7-3B51-E0F16088CB58}"/>
          </ac:grpSpMkLst>
        </pc:grpChg>
        <pc:grpChg chg="del mod">
          <ac:chgData name="Daphne Economou" userId="d065a339-36cf-4937-af08-41751becbd81" providerId="ADAL" clId="{0B5D2535-6F30-4D32-9E4B-0E07407F9CEE}" dt="2024-11-04T16:50:57.467" v="2923"/>
          <ac:grpSpMkLst>
            <pc:docMk/>
            <pc:sldMk cId="714497178" sldId="755"/>
            <ac:grpSpMk id="82" creationId="{FCE4DB41-47AD-47B6-96CD-462160263D9A}"/>
          </ac:grpSpMkLst>
        </pc:grpChg>
        <pc:grpChg chg="mod">
          <ac:chgData name="Daphne Economou" userId="d065a339-36cf-4937-af08-41751becbd81" providerId="ADAL" clId="{0B5D2535-6F30-4D32-9E4B-0E07407F9CEE}" dt="2024-11-04T17:48:01.232" v="3658" actId="962"/>
          <ac:grpSpMkLst>
            <pc:docMk/>
            <pc:sldMk cId="714497178" sldId="755"/>
            <ac:grpSpMk id="84" creationId="{B186C2E1-FBC4-84C4-7581-594AF843A393}"/>
          </ac:grpSpMkLst>
        </pc:grpChg>
        <pc:grpChg chg="del mod">
          <ac:chgData name="Daphne Economou" userId="d065a339-36cf-4937-af08-41751becbd81" providerId="ADAL" clId="{0B5D2535-6F30-4D32-9E4B-0E07407F9CEE}" dt="2024-11-04T16:51:50.248" v="2935"/>
          <ac:grpSpMkLst>
            <pc:docMk/>
            <pc:sldMk cId="714497178" sldId="755"/>
            <ac:grpSpMk id="91" creationId="{0366C2F6-03E4-459B-EF5C-71B66104F8C9}"/>
          </ac:grpSpMkLst>
        </pc:grpChg>
        <pc:grpChg chg="del mod">
          <ac:chgData name="Daphne Economou" userId="d065a339-36cf-4937-af08-41751becbd81" providerId="ADAL" clId="{0B5D2535-6F30-4D32-9E4B-0E07407F9CEE}" dt="2024-11-04T16:51:53.083" v="2938"/>
          <ac:grpSpMkLst>
            <pc:docMk/>
            <pc:sldMk cId="714497178" sldId="755"/>
            <ac:grpSpMk id="94" creationId="{F5DC2CD1-EC6D-79B9-D3C6-03F056ADB3B8}"/>
          </ac:grpSpMkLst>
        </pc:grpChg>
        <pc:grpChg chg="del mod">
          <ac:chgData name="Daphne Economou" userId="d065a339-36cf-4937-af08-41751becbd81" providerId="ADAL" clId="{0B5D2535-6F30-4D32-9E4B-0E07407F9CEE}" dt="2024-11-04T16:51:54.485" v="2940"/>
          <ac:grpSpMkLst>
            <pc:docMk/>
            <pc:sldMk cId="714497178" sldId="755"/>
            <ac:grpSpMk id="97" creationId="{D581D28D-FEB9-3E85-07EE-555A6C9AD264}"/>
          </ac:grpSpMkLst>
        </pc:grpChg>
        <pc:grpChg chg="mod">
          <ac:chgData name="Daphne Economou" userId="d065a339-36cf-4937-af08-41751becbd81" providerId="ADAL" clId="{0B5D2535-6F30-4D32-9E4B-0E07407F9CEE}" dt="2024-11-04T17:47:49.667" v="3594" actId="962"/>
          <ac:grpSpMkLst>
            <pc:docMk/>
            <pc:sldMk cId="714497178" sldId="755"/>
            <ac:grpSpMk id="99" creationId="{510EE8BF-E082-2846-9402-5B0D149751B4}"/>
          </ac:grpSpMkLst>
        </pc:grpChg>
        <pc:picChg chg="add mod">
          <ac:chgData name="Daphne Economou" userId="d065a339-36cf-4937-af08-41751becbd81" providerId="ADAL" clId="{0B5D2535-6F30-4D32-9E4B-0E07407F9CEE}" dt="2024-11-04T17:26:48.515" v="3308" actId="1076"/>
          <ac:picMkLst>
            <pc:docMk/>
            <pc:sldMk cId="714497178" sldId="755"/>
            <ac:picMk id="101" creationId="{24D97B75-4267-9410-40A7-3793870495DB}"/>
          </ac:picMkLst>
        </pc:picChg>
        <pc:inkChg chg="add mod">
          <ac:chgData name="Daphne Economou" userId="d065a339-36cf-4937-af08-41751becbd81" providerId="ADAL" clId="{0B5D2535-6F30-4D32-9E4B-0E07407F9CEE}" dt="2024-11-04T14:04:45.427" v="2372"/>
          <ac:inkMkLst>
            <pc:docMk/>
            <pc:sldMk cId="714497178" sldId="755"/>
            <ac:inkMk id="6" creationId="{B59EE9F9-FD72-B420-8CC5-9B24B375FE2D}"/>
          </ac:inkMkLst>
        </pc:inkChg>
        <pc:inkChg chg="add mod">
          <ac:chgData name="Daphne Economou" userId="d065a339-36cf-4937-af08-41751becbd81" providerId="ADAL" clId="{0B5D2535-6F30-4D32-9E4B-0E07407F9CEE}" dt="2024-11-04T14:04:45.427" v="2372"/>
          <ac:inkMkLst>
            <pc:docMk/>
            <pc:sldMk cId="714497178" sldId="755"/>
            <ac:inkMk id="7" creationId="{06E53663-B957-4514-3635-FA6E54278DD7}"/>
          </ac:inkMkLst>
        </pc:inkChg>
        <pc:inkChg chg="add mod">
          <ac:chgData name="Daphne Economou" userId="d065a339-36cf-4937-af08-41751becbd81" providerId="ADAL" clId="{0B5D2535-6F30-4D32-9E4B-0E07407F9CEE}" dt="2024-11-04T14:04:45.427" v="2372"/>
          <ac:inkMkLst>
            <pc:docMk/>
            <pc:sldMk cId="714497178" sldId="755"/>
            <ac:inkMk id="8" creationId="{E2FBACEB-7AC2-EF56-63EF-79193FD1D8AD}"/>
          </ac:inkMkLst>
        </pc:inkChg>
        <pc:inkChg chg="mod">
          <ac:chgData name="Daphne Economou" userId="d065a339-36cf-4937-af08-41751becbd81" providerId="ADAL" clId="{0B5D2535-6F30-4D32-9E4B-0E07407F9CEE}" dt="2024-11-04T14:04:45.427" v="2372"/>
          <ac:inkMkLst>
            <pc:docMk/>
            <pc:sldMk cId="714497178" sldId="755"/>
            <ac:inkMk id="18" creationId="{E3E43463-1792-B08D-F475-3E5615DF0157}"/>
          </ac:inkMkLst>
        </pc:inkChg>
        <pc:inkChg chg="mod">
          <ac:chgData name="Daphne Economou" userId="d065a339-36cf-4937-af08-41751becbd81" providerId="ADAL" clId="{0B5D2535-6F30-4D32-9E4B-0E07407F9CEE}" dt="2024-11-04T14:04:45.427" v="2372"/>
          <ac:inkMkLst>
            <pc:docMk/>
            <pc:sldMk cId="714497178" sldId="755"/>
            <ac:inkMk id="19" creationId="{1723C67D-B519-69BF-F9BF-E6E3C6E9347E}"/>
          </ac:inkMkLst>
        </pc:inkChg>
        <pc:inkChg chg="add mod">
          <ac:chgData name="Daphne Economou" userId="d065a339-36cf-4937-af08-41751becbd81" providerId="ADAL" clId="{0B5D2535-6F30-4D32-9E4B-0E07407F9CEE}" dt="2024-11-04T14:04:45.427" v="2372"/>
          <ac:inkMkLst>
            <pc:docMk/>
            <pc:sldMk cId="714497178" sldId="755"/>
            <ac:inkMk id="20" creationId="{106B9B77-AE0D-4AEE-875B-E12E84DF0B45}"/>
          </ac:inkMkLst>
        </pc:inkChg>
        <pc:inkChg chg="mod">
          <ac:chgData name="Daphne Economou" userId="d065a339-36cf-4937-af08-41751becbd81" providerId="ADAL" clId="{0B5D2535-6F30-4D32-9E4B-0E07407F9CEE}" dt="2024-11-04T14:04:45.427" v="2372"/>
          <ac:inkMkLst>
            <pc:docMk/>
            <pc:sldMk cId="714497178" sldId="755"/>
            <ac:inkMk id="22" creationId="{22FD329A-C27B-CF11-4DC6-9D18D209E93A}"/>
          </ac:inkMkLst>
        </pc:inkChg>
        <pc:inkChg chg="mod">
          <ac:chgData name="Daphne Economou" userId="d065a339-36cf-4937-af08-41751becbd81" providerId="ADAL" clId="{0B5D2535-6F30-4D32-9E4B-0E07407F9CEE}" dt="2024-11-04T14:04:45.427" v="2372"/>
          <ac:inkMkLst>
            <pc:docMk/>
            <pc:sldMk cId="714497178" sldId="755"/>
            <ac:inkMk id="23" creationId="{150E750C-E2E2-D156-7C9F-08458DF91F42}"/>
          </ac:inkMkLst>
        </pc:inkChg>
        <pc:inkChg chg="add mod">
          <ac:chgData name="Daphne Economou" userId="d065a339-36cf-4937-af08-41751becbd81" providerId="ADAL" clId="{0B5D2535-6F30-4D32-9E4B-0E07407F9CEE}" dt="2024-11-04T14:04:45.427" v="2372"/>
          <ac:inkMkLst>
            <pc:docMk/>
            <pc:sldMk cId="714497178" sldId="755"/>
            <ac:inkMk id="24" creationId="{9ECE94E9-D2A5-32F2-5D21-E867FB4B8BFA}"/>
          </ac:inkMkLst>
        </pc:inkChg>
        <pc:inkChg chg="mod">
          <ac:chgData name="Daphne Economou" userId="d065a339-36cf-4937-af08-41751becbd81" providerId="ADAL" clId="{0B5D2535-6F30-4D32-9E4B-0E07407F9CEE}" dt="2024-11-04T14:04:45.427" v="2372"/>
          <ac:inkMkLst>
            <pc:docMk/>
            <pc:sldMk cId="714497178" sldId="755"/>
            <ac:inkMk id="31" creationId="{692C227E-99B2-6E33-0371-9BFA817D466E}"/>
          </ac:inkMkLst>
        </pc:inkChg>
        <pc:inkChg chg="mod">
          <ac:chgData name="Daphne Economou" userId="d065a339-36cf-4937-af08-41751becbd81" providerId="ADAL" clId="{0B5D2535-6F30-4D32-9E4B-0E07407F9CEE}" dt="2024-11-04T14:04:45.427" v="2372"/>
          <ac:inkMkLst>
            <pc:docMk/>
            <pc:sldMk cId="714497178" sldId="755"/>
            <ac:inkMk id="32" creationId="{5DFDA0A2-EFCA-3639-F985-18FD2347B733}"/>
          </ac:inkMkLst>
        </pc:inkChg>
        <pc:inkChg chg="mod">
          <ac:chgData name="Daphne Economou" userId="d065a339-36cf-4937-af08-41751becbd81" providerId="ADAL" clId="{0B5D2535-6F30-4D32-9E4B-0E07407F9CEE}" dt="2024-11-04T14:04:45.427" v="2372"/>
          <ac:inkMkLst>
            <pc:docMk/>
            <pc:sldMk cId="714497178" sldId="755"/>
            <ac:inkMk id="35" creationId="{CB43106B-6454-FC45-04FA-8F80CB595325}"/>
          </ac:inkMkLst>
        </pc:inkChg>
        <pc:inkChg chg="mod">
          <ac:chgData name="Daphne Economou" userId="d065a339-36cf-4937-af08-41751becbd81" providerId="ADAL" clId="{0B5D2535-6F30-4D32-9E4B-0E07407F9CEE}" dt="2024-11-04T14:04:45.427" v="2372"/>
          <ac:inkMkLst>
            <pc:docMk/>
            <pc:sldMk cId="714497178" sldId="755"/>
            <ac:inkMk id="36" creationId="{17608F69-E6CD-3962-9648-89228272130F}"/>
          </ac:inkMkLst>
        </pc:inkChg>
        <pc:inkChg chg="add mod">
          <ac:chgData name="Daphne Economou" userId="d065a339-36cf-4937-af08-41751becbd81" providerId="ADAL" clId="{0B5D2535-6F30-4D32-9E4B-0E07407F9CEE}" dt="2024-11-04T14:04:45.427" v="2372"/>
          <ac:inkMkLst>
            <pc:docMk/>
            <pc:sldMk cId="714497178" sldId="755"/>
            <ac:inkMk id="38" creationId="{E555432A-FE0C-BFD4-C82F-51E958651409}"/>
          </ac:inkMkLst>
        </pc:inkChg>
        <pc:inkChg chg="add del mod">
          <ac:chgData name="Daphne Economou" userId="d065a339-36cf-4937-af08-41751becbd81" providerId="ADAL" clId="{0B5D2535-6F30-4D32-9E4B-0E07407F9CEE}" dt="2024-11-04T16:43:47.314" v="2479" actId="478"/>
          <ac:inkMkLst>
            <pc:docMk/>
            <pc:sldMk cId="714497178" sldId="755"/>
            <ac:inkMk id="41" creationId="{104AD49F-1574-B2B4-4B8E-5EEB64508B97}"/>
          </ac:inkMkLst>
        </pc:inkChg>
        <pc:inkChg chg="add del">
          <ac:chgData name="Daphne Economou" userId="d065a339-36cf-4937-af08-41751becbd81" providerId="ADAL" clId="{0B5D2535-6F30-4D32-9E4B-0E07407F9CEE}" dt="2024-11-04T16:43:46.212" v="2478" actId="478"/>
          <ac:inkMkLst>
            <pc:docMk/>
            <pc:sldMk cId="714497178" sldId="755"/>
            <ac:inkMk id="42" creationId="{EE0E3F23-2BAA-CEE0-C489-8EDD30EF8460}"/>
          </ac:inkMkLst>
        </pc:inkChg>
        <pc:inkChg chg="add mod">
          <ac:chgData name="Daphne Economou" userId="d065a339-36cf-4937-af08-41751becbd81" providerId="ADAL" clId="{0B5D2535-6F30-4D32-9E4B-0E07407F9CEE}" dt="2024-11-04T16:43:57.237" v="2482"/>
          <ac:inkMkLst>
            <pc:docMk/>
            <pc:sldMk cId="714497178" sldId="755"/>
            <ac:inkMk id="43" creationId="{E49E01D3-E7AD-7C81-6EB2-15A111A7B643}"/>
          </ac:inkMkLst>
        </pc:inkChg>
        <pc:inkChg chg="add mod">
          <ac:chgData name="Daphne Economou" userId="d065a339-36cf-4937-af08-41751becbd81" providerId="ADAL" clId="{0B5D2535-6F30-4D32-9E4B-0E07407F9CEE}" dt="2024-11-04T16:43:57.237" v="2482"/>
          <ac:inkMkLst>
            <pc:docMk/>
            <pc:sldMk cId="714497178" sldId="755"/>
            <ac:inkMk id="44" creationId="{359C6DA9-958A-8CB6-3AB0-443C94B617B3}"/>
          </ac:inkMkLst>
        </pc:inkChg>
        <pc:inkChg chg="add mod">
          <ac:chgData name="Daphne Economou" userId="d065a339-36cf-4937-af08-41751becbd81" providerId="ADAL" clId="{0B5D2535-6F30-4D32-9E4B-0E07407F9CEE}" dt="2024-11-04T16:44:05.814" v="2485"/>
          <ac:inkMkLst>
            <pc:docMk/>
            <pc:sldMk cId="714497178" sldId="755"/>
            <ac:inkMk id="46" creationId="{351C9043-C2D8-E912-E4C5-D3E24A46348B}"/>
          </ac:inkMkLst>
        </pc:inkChg>
        <pc:inkChg chg="add mod">
          <ac:chgData name="Daphne Economou" userId="d065a339-36cf-4937-af08-41751becbd81" providerId="ADAL" clId="{0B5D2535-6F30-4D32-9E4B-0E07407F9CEE}" dt="2024-11-04T16:44:05.814" v="2485"/>
          <ac:inkMkLst>
            <pc:docMk/>
            <pc:sldMk cId="714497178" sldId="755"/>
            <ac:inkMk id="47" creationId="{E40B1F98-2B27-D601-E5A4-CA9B6537DD8B}"/>
          </ac:inkMkLst>
        </pc:inkChg>
        <pc:inkChg chg="add">
          <ac:chgData name="Daphne Economou" userId="d065a339-36cf-4937-af08-41751becbd81" providerId="ADAL" clId="{0B5D2535-6F30-4D32-9E4B-0E07407F9CEE}" dt="2024-11-04T16:49:27.732" v="2870" actId="9405"/>
          <ac:inkMkLst>
            <pc:docMk/>
            <pc:sldMk cId="714497178" sldId="755"/>
            <ac:inkMk id="51" creationId="{45202561-CE29-25EF-3123-993820F3A4F2}"/>
          </ac:inkMkLst>
        </pc:inkChg>
        <pc:inkChg chg="add">
          <ac:chgData name="Daphne Economou" userId="d065a339-36cf-4937-af08-41751becbd81" providerId="ADAL" clId="{0B5D2535-6F30-4D32-9E4B-0E07407F9CEE}" dt="2024-11-04T16:49:33.356" v="2871" actId="9405"/>
          <ac:inkMkLst>
            <pc:docMk/>
            <pc:sldMk cId="714497178" sldId="755"/>
            <ac:inkMk id="52" creationId="{38430E6F-87BD-3E4F-5766-CCB299E0F561}"/>
          </ac:inkMkLst>
        </pc:inkChg>
        <pc:inkChg chg="add del mod">
          <ac:chgData name="Daphne Economou" userId="d065a339-36cf-4937-af08-41751becbd81" providerId="ADAL" clId="{0B5D2535-6F30-4D32-9E4B-0E07407F9CEE}" dt="2024-11-04T16:50:14.632" v="2898" actId="9405"/>
          <ac:inkMkLst>
            <pc:docMk/>
            <pc:sldMk cId="714497178" sldId="755"/>
            <ac:inkMk id="54" creationId="{00971208-5AD2-173E-9533-EA9466099D5D}"/>
          </ac:inkMkLst>
        </pc:inkChg>
        <pc:inkChg chg="add del mod">
          <ac:chgData name="Daphne Economou" userId="d065a339-36cf-4937-af08-41751becbd81" providerId="ADAL" clId="{0B5D2535-6F30-4D32-9E4B-0E07407F9CEE}" dt="2024-11-04T16:50:14.272" v="2897" actId="9405"/>
          <ac:inkMkLst>
            <pc:docMk/>
            <pc:sldMk cId="714497178" sldId="755"/>
            <ac:inkMk id="55" creationId="{928BB07B-10EA-D381-B88D-EBBE44821843}"/>
          </ac:inkMkLst>
        </pc:inkChg>
        <pc:inkChg chg="add del mod">
          <ac:chgData name="Daphne Economou" userId="d065a339-36cf-4937-af08-41751becbd81" providerId="ADAL" clId="{0B5D2535-6F30-4D32-9E4B-0E07407F9CEE}" dt="2024-11-04T16:50:13.908" v="2896" actId="9405"/>
          <ac:inkMkLst>
            <pc:docMk/>
            <pc:sldMk cId="714497178" sldId="755"/>
            <ac:inkMk id="56" creationId="{4C49E24B-FBD0-3570-B974-1173605E5B8E}"/>
          </ac:inkMkLst>
        </pc:inkChg>
        <pc:inkChg chg="add del mod">
          <ac:chgData name="Daphne Economou" userId="d065a339-36cf-4937-af08-41751becbd81" providerId="ADAL" clId="{0B5D2535-6F30-4D32-9E4B-0E07407F9CEE}" dt="2024-11-04T16:50:13.624" v="2895" actId="9405"/>
          <ac:inkMkLst>
            <pc:docMk/>
            <pc:sldMk cId="714497178" sldId="755"/>
            <ac:inkMk id="57" creationId="{4775670F-C99D-2C14-2C9D-F7390B9A7C41}"/>
          </ac:inkMkLst>
        </pc:inkChg>
        <pc:inkChg chg="add del mod">
          <ac:chgData name="Daphne Economou" userId="d065a339-36cf-4937-af08-41751becbd81" providerId="ADAL" clId="{0B5D2535-6F30-4D32-9E4B-0E07407F9CEE}" dt="2024-11-04T16:50:13.343" v="2894"/>
          <ac:inkMkLst>
            <pc:docMk/>
            <pc:sldMk cId="714497178" sldId="755"/>
            <ac:inkMk id="58" creationId="{42D7A89B-BCD5-D121-9A52-28AC3F6298FB}"/>
          </ac:inkMkLst>
        </pc:inkChg>
        <pc:inkChg chg="add del mod">
          <ac:chgData name="Daphne Economou" userId="d065a339-36cf-4937-af08-41751becbd81" providerId="ADAL" clId="{0B5D2535-6F30-4D32-9E4B-0E07407F9CEE}" dt="2024-11-04T16:50:13.037" v="2892"/>
          <ac:inkMkLst>
            <pc:docMk/>
            <pc:sldMk cId="714497178" sldId="755"/>
            <ac:inkMk id="60" creationId="{E5A3AFBB-1CCD-DB25-0060-20833881674E}"/>
          </ac:inkMkLst>
        </pc:inkChg>
        <pc:inkChg chg="add del mod">
          <ac:chgData name="Daphne Economou" userId="d065a339-36cf-4937-af08-41751becbd81" providerId="ADAL" clId="{0B5D2535-6F30-4D32-9E4B-0E07407F9CEE}" dt="2024-11-04T16:50:12.736" v="2890"/>
          <ac:inkMkLst>
            <pc:docMk/>
            <pc:sldMk cId="714497178" sldId="755"/>
            <ac:inkMk id="62" creationId="{99D7AE5A-B667-9370-B035-76FCDBA1CF11}"/>
          </ac:inkMkLst>
        </pc:inkChg>
        <pc:inkChg chg="add mod">
          <ac:chgData name="Daphne Economou" userId="d065a339-36cf-4937-af08-41751becbd81" providerId="ADAL" clId="{0B5D2535-6F30-4D32-9E4B-0E07407F9CEE}" dt="2024-11-04T16:50:57.467" v="2923"/>
          <ac:inkMkLst>
            <pc:docMk/>
            <pc:sldMk cId="714497178" sldId="755"/>
            <ac:inkMk id="64" creationId="{3023DB9E-2CCB-481C-25C0-E5E67FB6F189}"/>
          </ac:inkMkLst>
        </pc:inkChg>
        <pc:inkChg chg="add mod">
          <ac:chgData name="Daphne Economou" userId="d065a339-36cf-4937-af08-41751becbd81" providerId="ADAL" clId="{0B5D2535-6F30-4D32-9E4B-0E07407F9CEE}" dt="2024-11-04T16:50:57.467" v="2923"/>
          <ac:inkMkLst>
            <pc:docMk/>
            <pc:sldMk cId="714497178" sldId="755"/>
            <ac:inkMk id="65" creationId="{D77AF034-EFDD-404E-5A13-7C24F69412B6}"/>
          </ac:inkMkLst>
        </pc:inkChg>
        <pc:inkChg chg="add mod">
          <ac:chgData name="Daphne Economou" userId="d065a339-36cf-4937-af08-41751becbd81" providerId="ADAL" clId="{0B5D2535-6F30-4D32-9E4B-0E07407F9CEE}" dt="2024-11-04T16:50:57.467" v="2923"/>
          <ac:inkMkLst>
            <pc:docMk/>
            <pc:sldMk cId="714497178" sldId="755"/>
            <ac:inkMk id="66" creationId="{CB4A47B2-6317-84AA-5685-66372B34F6AE}"/>
          </ac:inkMkLst>
        </pc:inkChg>
        <pc:inkChg chg="add mod">
          <ac:chgData name="Daphne Economou" userId="d065a339-36cf-4937-af08-41751becbd81" providerId="ADAL" clId="{0B5D2535-6F30-4D32-9E4B-0E07407F9CEE}" dt="2024-11-04T16:50:57.467" v="2923"/>
          <ac:inkMkLst>
            <pc:docMk/>
            <pc:sldMk cId="714497178" sldId="755"/>
            <ac:inkMk id="68" creationId="{12450D0C-5772-4D94-7B6A-4F99F234C351}"/>
          </ac:inkMkLst>
        </pc:inkChg>
        <pc:inkChg chg="add mod">
          <ac:chgData name="Daphne Economou" userId="d065a339-36cf-4937-af08-41751becbd81" providerId="ADAL" clId="{0B5D2535-6F30-4D32-9E4B-0E07407F9CEE}" dt="2024-11-04T16:50:57.467" v="2923"/>
          <ac:inkMkLst>
            <pc:docMk/>
            <pc:sldMk cId="714497178" sldId="755"/>
            <ac:inkMk id="69" creationId="{EAB19EAD-BAB4-D75C-D3E3-D9923C26041D}"/>
          </ac:inkMkLst>
        </pc:inkChg>
        <pc:inkChg chg="add del mod">
          <ac:chgData name="Daphne Economou" userId="d065a339-36cf-4937-af08-41751becbd81" providerId="ADAL" clId="{0B5D2535-6F30-4D32-9E4B-0E07407F9CEE}" dt="2024-11-04T16:50:34.786" v="2908"/>
          <ac:inkMkLst>
            <pc:docMk/>
            <pc:sldMk cId="714497178" sldId="755"/>
            <ac:inkMk id="70" creationId="{E7BF285C-1014-707B-319A-94451981BF3D}"/>
          </ac:inkMkLst>
        </pc:inkChg>
        <pc:inkChg chg="add del mod">
          <ac:chgData name="Daphne Economou" userId="d065a339-36cf-4937-af08-41751becbd81" providerId="ADAL" clId="{0B5D2535-6F30-4D32-9E4B-0E07407F9CEE}" dt="2024-11-04T16:50:39.511" v="2912"/>
          <ac:inkMkLst>
            <pc:docMk/>
            <pc:sldMk cId="714497178" sldId="755"/>
            <ac:inkMk id="72" creationId="{1A9D913E-6686-8471-CCCF-7286965611B0}"/>
          </ac:inkMkLst>
        </pc:inkChg>
        <pc:inkChg chg="add mod">
          <ac:chgData name="Daphne Economou" userId="d065a339-36cf-4937-af08-41751becbd81" providerId="ADAL" clId="{0B5D2535-6F30-4D32-9E4B-0E07407F9CEE}" dt="2024-11-04T16:50:57.467" v="2923"/>
          <ac:inkMkLst>
            <pc:docMk/>
            <pc:sldMk cId="714497178" sldId="755"/>
            <ac:inkMk id="74" creationId="{A97FF14A-9DE4-203F-610A-89DBE8ED1BD4}"/>
          </ac:inkMkLst>
        </pc:inkChg>
        <pc:inkChg chg="add mod">
          <ac:chgData name="Daphne Economou" userId="d065a339-36cf-4937-af08-41751becbd81" providerId="ADAL" clId="{0B5D2535-6F30-4D32-9E4B-0E07407F9CEE}" dt="2024-11-04T16:50:57.467" v="2923"/>
          <ac:inkMkLst>
            <pc:docMk/>
            <pc:sldMk cId="714497178" sldId="755"/>
            <ac:inkMk id="75" creationId="{5917F6D1-6F1F-7DF0-39FB-1DCB0B7D62C8}"/>
          </ac:inkMkLst>
        </pc:inkChg>
        <pc:inkChg chg="add mod">
          <ac:chgData name="Daphne Economou" userId="d065a339-36cf-4937-af08-41751becbd81" providerId="ADAL" clId="{0B5D2535-6F30-4D32-9E4B-0E07407F9CEE}" dt="2024-11-04T16:50:57.467" v="2923"/>
          <ac:inkMkLst>
            <pc:docMk/>
            <pc:sldMk cId="714497178" sldId="755"/>
            <ac:inkMk id="77" creationId="{7398FF01-A6CD-0AA7-D082-878B0C723CE7}"/>
          </ac:inkMkLst>
        </pc:inkChg>
        <pc:inkChg chg="add mod">
          <ac:chgData name="Daphne Economou" userId="d065a339-36cf-4937-af08-41751becbd81" providerId="ADAL" clId="{0B5D2535-6F30-4D32-9E4B-0E07407F9CEE}" dt="2024-11-04T16:50:57.467" v="2923"/>
          <ac:inkMkLst>
            <pc:docMk/>
            <pc:sldMk cId="714497178" sldId="755"/>
            <ac:inkMk id="78" creationId="{DE4C2C0F-C914-7671-8EB6-78AD2640329A}"/>
          </ac:inkMkLst>
        </pc:inkChg>
        <pc:inkChg chg="add mod">
          <ac:chgData name="Daphne Economou" userId="d065a339-36cf-4937-af08-41751becbd81" providerId="ADAL" clId="{0B5D2535-6F30-4D32-9E4B-0E07407F9CEE}" dt="2024-11-04T16:50:57.467" v="2923"/>
          <ac:inkMkLst>
            <pc:docMk/>
            <pc:sldMk cId="714497178" sldId="755"/>
            <ac:inkMk id="79" creationId="{D31A7DAD-62B4-91EB-C14F-2CF9A47FDA84}"/>
          </ac:inkMkLst>
        </pc:inkChg>
        <pc:inkChg chg="add mod">
          <ac:chgData name="Daphne Economou" userId="d065a339-36cf-4937-af08-41751becbd81" providerId="ADAL" clId="{0B5D2535-6F30-4D32-9E4B-0E07407F9CEE}" dt="2024-11-04T16:50:57.467" v="2923"/>
          <ac:inkMkLst>
            <pc:docMk/>
            <pc:sldMk cId="714497178" sldId="755"/>
            <ac:inkMk id="81" creationId="{748BA8F8-0A46-DD6A-916E-0A9D224F6E4F}"/>
          </ac:inkMkLst>
        </pc:inkChg>
        <pc:inkChg chg="add mod">
          <ac:chgData name="Daphne Economou" userId="d065a339-36cf-4937-af08-41751becbd81" providerId="ADAL" clId="{0B5D2535-6F30-4D32-9E4B-0E07407F9CEE}" dt="2024-11-04T16:50:57.467" v="2923"/>
          <ac:inkMkLst>
            <pc:docMk/>
            <pc:sldMk cId="714497178" sldId="755"/>
            <ac:inkMk id="83" creationId="{8F007B93-D548-C94D-C45F-D6720482AA97}"/>
          </ac:inkMkLst>
        </pc:inkChg>
        <pc:inkChg chg="add del">
          <ac:chgData name="Daphne Economou" userId="d065a339-36cf-4937-af08-41751becbd81" providerId="ADAL" clId="{0B5D2535-6F30-4D32-9E4B-0E07407F9CEE}" dt="2024-11-04T16:51:31.003" v="2926" actId="9405"/>
          <ac:inkMkLst>
            <pc:docMk/>
            <pc:sldMk cId="714497178" sldId="755"/>
            <ac:inkMk id="85" creationId="{59D418AB-E0D5-ADAC-B776-50BABAB45B2E}"/>
          </ac:inkMkLst>
        </pc:inkChg>
        <pc:inkChg chg="add del mod">
          <ac:chgData name="Daphne Economou" userId="d065a339-36cf-4937-af08-41751becbd81" providerId="ADAL" clId="{0B5D2535-6F30-4D32-9E4B-0E07407F9CEE}" dt="2024-11-04T17:27:25.959" v="3314" actId="478"/>
          <ac:inkMkLst>
            <pc:docMk/>
            <pc:sldMk cId="714497178" sldId="755"/>
            <ac:inkMk id="86" creationId="{6321B1FF-009A-017E-DCF5-8489033B2FEC}"/>
          </ac:inkMkLst>
        </pc:inkChg>
        <pc:inkChg chg="add mod">
          <ac:chgData name="Daphne Economou" userId="d065a339-36cf-4937-af08-41751becbd81" providerId="ADAL" clId="{0B5D2535-6F30-4D32-9E4B-0E07407F9CEE}" dt="2024-11-04T16:51:54.485" v="2940"/>
          <ac:inkMkLst>
            <pc:docMk/>
            <pc:sldMk cId="714497178" sldId="755"/>
            <ac:inkMk id="87" creationId="{07BBFD19-DDB1-A945-BDBB-43F6F9401871}"/>
          </ac:inkMkLst>
        </pc:inkChg>
        <pc:inkChg chg="add mod">
          <ac:chgData name="Daphne Economou" userId="d065a339-36cf-4937-af08-41751becbd81" providerId="ADAL" clId="{0B5D2535-6F30-4D32-9E4B-0E07407F9CEE}" dt="2024-11-04T16:51:54.485" v="2940"/>
          <ac:inkMkLst>
            <pc:docMk/>
            <pc:sldMk cId="714497178" sldId="755"/>
            <ac:inkMk id="88" creationId="{CB2D8FA8-F199-88D7-37DB-DD1DD54CF8A9}"/>
          </ac:inkMkLst>
        </pc:inkChg>
        <pc:inkChg chg="add mod">
          <ac:chgData name="Daphne Economou" userId="d065a339-36cf-4937-af08-41751becbd81" providerId="ADAL" clId="{0B5D2535-6F30-4D32-9E4B-0E07407F9CEE}" dt="2024-11-04T16:51:54.485" v="2940"/>
          <ac:inkMkLst>
            <pc:docMk/>
            <pc:sldMk cId="714497178" sldId="755"/>
            <ac:inkMk id="89" creationId="{145584B9-094E-8F8A-C2A2-D826E5750C81}"/>
          </ac:inkMkLst>
        </pc:inkChg>
        <pc:inkChg chg="add mod">
          <ac:chgData name="Daphne Economou" userId="d065a339-36cf-4937-af08-41751becbd81" providerId="ADAL" clId="{0B5D2535-6F30-4D32-9E4B-0E07407F9CEE}" dt="2024-11-04T16:51:54.485" v="2940"/>
          <ac:inkMkLst>
            <pc:docMk/>
            <pc:sldMk cId="714497178" sldId="755"/>
            <ac:inkMk id="90" creationId="{D69FC620-2B4F-8A2F-65ED-4485C08413F6}"/>
          </ac:inkMkLst>
        </pc:inkChg>
        <pc:inkChg chg="add mod">
          <ac:chgData name="Daphne Economou" userId="d065a339-36cf-4937-af08-41751becbd81" providerId="ADAL" clId="{0B5D2535-6F30-4D32-9E4B-0E07407F9CEE}" dt="2024-11-04T16:51:54.485" v="2940"/>
          <ac:inkMkLst>
            <pc:docMk/>
            <pc:sldMk cId="714497178" sldId="755"/>
            <ac:inkMk id="92" creationId="{02167B12-3100-8709-C973-DB485CB6F7C3}"/>
          </ac:inkMkLst>
        </pc:inkChg>
        <pc:inkChg chg="add mod">
          <ac:chgData name="Daphne Economou" userId="d065a339-36cf-4937-af08-41751becbd81" providerId="ADAL" clId="{0B5D2535-6F30-4D32-9E4B-0E07407F9CEE}" dt="2024-11-04T16:51:54.485" v="2940"/>
          <ac:inkMkLst>
            <pc:docMk/>
            <pc:sldMk cId="714497178" sldId="755"/>
            <ac:inkMk id="93" creationId="{947D5DCB-5920-2485-0B9C-2D27A6E02A7E}"/>
          </ac:inkMkLst>
        </pc:inkChg>
        <pc:inkChg chg="add mod">
          <ac:chgData name="Daphne Economou" userId="d065a339-36cf-4937-af08-41751becbd81" providerId="ADAL" clId="{0B5D2535-6F30-4D32-9E4B-0E07407F9CEE}" dt="2024-11-04T16:51:54.485" v="2940"/>
          <ac:inkMkLst>
            <pc:docMk/>
            <pc:sldMk cId="714497178" sldId="755"/>
            <ac:inkMk id="95" creationId="{548D4D56-89BA-7755-5128-FF1F8344474A}"/>
          </ac:inkMkLst>
        </pc:inkChg>
        <pc:inkChg chg="add mod">
          <ac:chgData name="Daphne Economou" userId="d065a339-36cf-4937-af08-41751becbd81" providerId="ADAL" clId="{0B5D2535-6F30-4D32-9E4B-0E07407F9CEE}" dt="2024-11-04T16:51:54.485" v="2940"/>
          <ac:inkMkLst>
            <pc:docMk/>
            <pc:sldMk cId="714497178" sldId="755"/>
            <ac:inkMk id="96" creationId="{5F57E8E2-BE4E-1EA4-5711-324026288D42}"/>
          </ac:inkMkLst>
        </pc:inkChg>
        <pc:inkChg chg="add mod">
          <ac:chgData name="Daphne Economou" userId="d065a339-36cf-4937-af08-41751becbd81" providerId="ADAL" clId="{0B5D2535-6F30-4D32-9E4B-0E07407F9CEE}" dt="2024-11-04T16:51:54.485" v="2940"/>
          <ac:inkMkLst>
            <pc:docMk/>
            <pc:sldMk cId="714497178" sldId="755"/>
            <ac:inkMk id="98" creationId="{5E8E323B-8B1E-DD4D-0E51-8557076C1CC0}"/>
          </ac:inkMkLst>
        </pc:inkChg>
        <pc:inkChg chg="add del">
          <ac:chgData name="Daphne Economou" userId="d065a339-36cf-4937-af08-41751becbd81" providerId="ADAL" clId="{0B5D2535-6F30-4D32-9E4B-0E07407F9CEE}" dt="2024-11-04T17:27:31.982" v="3316" actId="9405"/>
          <ac:inkMkLst>
            <pc:docMk/>
            <pc:sldMk cId="714497178" sldId="755"/>
            <ac:inkMk id="102" creationId="{A6A317E2-50B3-B903-4EDD-6BCA1516CB6E}"/>
          </ac:inkMkLst>
        </pc:inkChg>
        <pc:inkChg chg="add">
          <ac:chgData name="Daphne Economou" userId="d065a339-36cf-4937-af08-41751becbd81" providerId="ADAL" clId="{0B5D2535-6F30-4D32-9E4B-0E07407F9CEE}" dt="2024-11-04T17:27:40.131" v="3317" actId="9405"/>
          <ac:inkMkLst>
            <pc:docMk/>
            <pc:sldMk cId="714497178" sldId="755"/>
            <ac:inkMk id="103" creationId="{D418F213-163D-8EEC-310A-6CAADB539CDA}"/>
          </ac:inkMkLst>
        </pc:inkChg>
      </pc:sldChg>
      <pc:sldChg chg="new del">
        <pc:chgData name="Daphne Economou" userId="d065a339-36cf-4937-af08-41751becbd81" providerId="ADAL" clId="{0B5D2535-6F30-4D32-9E4B-0E07407F9CEE}" dt="2024-11-04T13:56:34.193" v="2368" actId="47"/>
        <pc:sldMkLst>
          <pc:docMk/>
          <pc:sldMk cId="2212962890" sldId="755"/>
        </pc:sldMkLst>
      </pc:sldChg>
      <pc:sldChg chg="addSp delSp modSp new mod">
        <pc:chgData name="Daphne Economou" userId="d065a339-36cf-4937-af08-41751becbd81" providerId="ADAL" clId="{0B5D2535-6F30-4D32-9E4B-0E07407F9CEE}" dt="2024-11-04T17:20:35.974" v="3242" actId="113"/>
        <pc:sldMkLst>
          <pc:docMk/>
          <pc:sldMk cId="554363976" sldId="756"/>
        </pc:sldMkLst>
        <pc:spChg chg="mod">
          <ac:chgData name="Daphne Economou" userId="d065a339-36cf-4937-af08-41751becbd81" providerId="ADAL" clId="{0B5D2535-6F30-4D32-9E4B-0E07407F9CEE}" dt="2024-11-04T16:58:21.749" v="3026"/>
          <ac:spMkLst>
            <pc:docMk/>
            <pc:sldMk cId="554363976" sldId="756"/>
            <ac:spMk id="2" creationId="{FD8B998E-920F-8C3C-E88B-A6708EA20E93}"/>
          </ac:spMkLst>
        </pc:spChg>
        <pc:spChg chg="add mod">
          <ac:chgData name="Daphne Economou" userId="d065a339-36cf-4937-af08-41751becbd81" providerId="ADAL" clId="{0B5D2535-6F30-4D32-9E4B-0E07407F9CEE}" dt="2024-11-04T17:16:46.290" v="3189" actId="1076"/>
          <ac:spMkLst>
            <pc:docMk/>
            <pc:sldMk cId="554363976" sldId="756"/>
            <ac:spMk id="15" creationId="{D6880176-0CD6-1955-EA37-D7C67960E58B}"/>
          </ac:spMkLst>
        </pc:spChg>
        <pc:spChg chg="add mod">
          <ac:chgData name="Daphne Economou" userId="d065a339-36cf-4937-af08-41751becbd81" providerId="ADAL" clId="{0B5D2535-6F30-4D32-9E4B-0E07407F9CEE}" dt="2024-11-04T17:16:43.124" v="3188" actId="1076"/>
          <ac:spMkLst>
            <pc:docMk/>
            <pc:sldMk cId="554363976" sldId="756"/>
            <ac:spMk id="16" creationId="{AC33E1C7-116B-C06C-71E7-A7A38649CD5E}"/>
          </ac:spMkLst>
        </pc:spChg>
        <pc:spChg chg="add mod">
          <ac:chgData name="Daphne Economou" userId="d065a339-36cf-4937-af08-41751becbd81" providerId="ADAL" clId="{0B5D2535-6F30-4D32-9E4B-0E07407F9CEE}" dt="2024-11-04T17:20:35.974" v="3242" actId="113"/>
          <ac:spMkLst>
            <pc:docMk/>
            <pc:sldMk cId="554363976" sldId="756"/>
            <ac:spMk id="22" creationId="{ABBD4919-00AF-6BD3-30CF-361AB0D1F88C}"/>
          </ac:spMkLst>
        </pc:spChg>
        <pc:picChg chg="add del mod">
          <ac:chgData name="Daphne Economou" userId="d065a339-36cf-4937-af08-41751becbd81" providerId="ADAL" clId="{0B5D2535-6F30-4D32-9E4B-0E07407F9CEE}" dt="2024-11-04T17:06:44.194" v="3076" actId="478"/>
          <ac:picMkLst>
            <pc:docMk/>
            <pc:sldMk cId="554363976" sldId="756"/>
            <ac:picMk id="7" creationId="{87190DCA-2A24-FA23-D31A-267CA6D8A5C5}"/>
          </ac:picMkLst>
        </pc:picChg>
        <pc:picChg chg="add mod">
          <ac:chgData name="Daphne Economou" userId="d065a339-36cf-4937-af08-41751becbd81" providerId="ADAL" clId="{0B5D2535-6F30-4D32-9E4B-0E07407F9CEE}" dt="2024-11-04T16:59:42.717" v="3046" actId="1076"/>
          <ac:picMkLst>
            <pc:docMk/>
            <pc:sldMk cId="554363976" sldId="756"/>
            <ac:picMk id="9" creationId="{42D9DA1C-9A98-8E77-EF06-6CA7C30F7D9C}"/>
          </ac:picMkLst>
        </pc:picChg>
        <pc:inkChg chg="add del">
          <ac:chgData name="Daphne Economou" userId="d065a339-36cf-4937-af08-41751becbd81" providerId="ADAL" clId="{0B5D2535-6F30-4D32-9E4B-0E07407F9CEE}" dt="2024-11-04T16:58:43.110" v="3030" actId="9405"/>
          <ac:inkMkLst>
            <pc:docMk/>
            <pc:sldMk cId="554363976" sldId="756"/>
            <ac:inkMk id="10" creationId="{52610A0A-846E-E9C4-0BCB-E4EC24E35C2F}"/>
          </ac:inkMkLst>
        </pc:inkChg>
        <pc:inkChg chg="add del">
          <ac:chgData name="Daphne Economou" userId="d065a339-36cf-4937-af08-41751becbd81" providerId="ADAL" clId="{0B5D2535-6F30-4D32-9E4B-0E07407F9CEE}" dt="2024-11-04T16:58:42.739" v="3029" actId="9405"/>
          <ac:inkMkLst>
            <pc:docMk/>
            <pc:sldMk cId="554363976" sldId="756"/>
            <ac:inkMk id="11" creationId="{78208EDA-258F-BAAD-F95D-96694473C4EC}"/>
          </ac:inkMkLst>
        </pc:inkChg>
        <pc:inkChg chg="add del">
          <ac:chgData name="Daphne Economou" userId="d065a339-36cf-4937-af08-41751becbd81" providerId="ADAL" clId="{0B5D2535-6F30-4D32-9E4B-0E07407F9CEE}" dt="2024-11-04T16:58:50.935" v="3032" actId="9405"/>
          <ac:inkMkLst>
            <pc:docMk/>
            <pc:sldMk cId="554363976" sldId="756"/>
            <ac:inkMk id="12" creationId="{E9BEF8D0-C322-5318-7522-3D97144725CA}"/>
          </ac:inkMkLst>
        </pc:inkChg>
        <pc:inkChg chg="add">
          <ac:chgData name="Daphne Economou" userId="d065a339-36cf-4937-af08-41751becbd81" providerId="ADAL" clId="{0B5D2535-6F30-4D32-9E4B-0E07407F9CEE}" dt="2024-11-04T16:58:58.310" v="3033" actId="9405"/>
          <ac:inkMkLst>
            <pc:docMk/>
            <pc:sldMk cId="554363976" sldId="756"/>
            <ac:inkMk id="13" creationId="{58E3D38C-7917-3147-C5F7-3229B9F850D8}"/>
          </ac:inkMkLst>
        </pc:inkChg>
        <pc:inkChg chg="add">
          <ac:chgData name="Daphne Economou" userId="d065a339-36cf-4937-af08-41751becbd81" providerId="ADAL" clId="{0B5D2535-6F30-4D32-9E4B-0E07407F9CEE}" dt="2024-11-04T16:59:00.643" v="3034" actId="9405"/>
          <ac:inkMkLst>
            <pc:docMk/>
            <pc:sldMk cId="554363976" sldId="756"/>
            <ac:inkMk id="14" creationId="{DF59A61D-330D-F2E7-4B57-5BE7C7A4058F}"/>
          </ac:inkMkLst>
        </pc:inkChg>
        <pc:inkChg chg="add del">
          <ac:chgData name="Daphne Economou" userId="d065a339-36cf-4937-af08-41751becbd81" providerId="ADAL" clId="{0B5D2535-6F30-4D32-9E4B-0E07407F9CEE}" dt="2024-11-04T17:01:08.430" v="3053" actId="478"/>
          <ac:inkMkLst>
            <pc:docMk/>
            <pc:sldMk cId="554363976" sldId="756"/>
            <ac:inkMk id="17" creationId="{08DEBC49-795A-8764-1182-1FE747BAD244}"/>
          </ac:inkMkLst>
        </pc:inkChg>
        <pc:inkChg chg="add">
          <ac:chgData name="Daphne Economou" userId="d065a339-36cf-4937-af08-41751becbd81" providerId="ADAL" clId="{0B5D2535-6F30-4D32-9E4B-0E07407F9CEE}" dt="2024-11-04T17:01:16.826" v="3054" actId="9405"/>
          <ac:inkMkLst>
            <pc:docMk/>
            <pc:sldMk cId="554363976" sldId="756"/>
            <ac:inkMk id="18" creationId="{3D45BD4B-DE05-51F8-AA3C-A57D986BFA1E}"/>
          </ac:inkMkLst>
        </pc:inkChg>
        <pc:inkChg chg="add">
          <ac:chgData name="Daphne Economou" userId="d065a339-36cf-4937-af08-41751becbd81" providerId="ADAL" clId="{0B5D2535-6F30-4D32-9E4B-0E07407F9CEE}" dt="2024-11-04T17:01:24.250" v="3055" actId="9405"/>
          <ac:inkMkLst>
            <pc:docMk/>
            <pc:sldMk cId="554363976" sldId="756"/>
            <ac:inkMk id="19" creationId="{40E3C083-8372-10B2-0548-5DC4283E64FD}"/>
          </ac:inkMkLst>
        </pc:inkChg>
        <pc:inkChg chg="add del">
          <ac:chgData name="Daphne Economou" userId="d065a339-36cf-4937-af08-41751becbd81" providerId="ADAL" clId="{0B5D2535-6F30-4D32-9E4B-0E07407F9CEE}" dt="2024-11-04T17:05:47.894" v="3059" actId="478"/>
          <ac:inkMkLst>
            <pc:docMk/>
            <pc:sldMk cId="554363976" sldId="756"/>
            <ac:inkMk id="20" creationId="{0A98CA82-7BDF-DF18-77B4-4B02240A2239}"/>
          </ac:inkMkLst>
        </pc:inkChg>
        <pc:inkChg chg="add del">
          <ac:chgData name="Daphne Economou" userId="d065a339-36cf-4937-af08-41751becbd81" providerId="ADAL" clId="{0B5D2535-6F30-4D32-9E4B-0E07407F9CEE}" dt="2024-11-04T17:05:48.973" v="3060" actId="478"/>
          <ac:inkMkLst>
            <pc:docMk/>
            <pc:sldMk cId="554363976" sldId="756"/>
            <ac:inkMk id="21" creationId="{377EEDAD-7156-6DA5-5C35-7FD7586F15F9}"/>
          </ac:inkMkLst>
        </pc:inkChg>
      </pc:sldChg>
      <pc:sldChg chg="addSp delSp modSp add mod">
        <pc:chgData name="Daphne Economou" userId="d065a339-36cf-4937-af08-41751becbd81" providerId="ADAL" clId="{0B5D2535-6F30-4D32-9E4B-0E07407F9CEE}" dt="2024-11-04T17:20:40.923" v="3243" actId="113"/>
        <pc:sldMkLst>
          <pc:docMk/>
          <pc:sldMk cId="4256085814" sldId="757"/>
        </pc:sldMkLst>
        <pc:spChg chg="del">
          <ac:chgData name="Daphne Economou" userId="d065a339-36cf-4937-af08-41751becbd81" providerId="ADAL" clId="{0B5D2535-6F30-4D32-9E4B-0E07407F9CEE}" dt="2024-11-04T17:16:14.371" v="3181" actId="478"/>
          <ac:spMkLst>
            <pc:docMk/>
            <pc:sldMk cId="4256085814" sldId="757"/>
            <ac:spMk id="3" creationId="{B0C8478A-D47F-D146-60D2-54816C6DE04C}"/>
          </ac:spMkLst>
        </pc:spChg>
        <pc:spChg chg="add mod">
          <ac:chgData name="Daphne Economou" userId="d065a339-36cf-4937-af08-41751becbd81" providerId="ADAL" clId="{0B5D2535-6F30-4D32-9E4B-0E07407F9CEE}" dt="2024-11-04T17:20:40.923" v="3243" actId="113"/>
          <ac:spMkLst>
            <pc:docMk/>
            <pc:sldMk cId="4256085814" sldId="757"/>
            <ac:spMk id="6" creationId="{AB889634-9971-72E1-22E1-D750423616D1}"/>
          </ac:spMkLst>
        </pc:spChg>
        <pc:spChg chg="mod">
          <ac:chgData name="Daphne Economou" userId="d065a339-36cf-4937-af08-41751becbd81" providerId="ADAL" clId="{0B5D2535-6F30-4D32-9E4B-0E07407F9CEE}" dt="2024-11-04T17:16:30.702" v="3186" actId="1076"/>
          <ac:spMkLst>
            <pc:docMk/>
            <pc:sldMk cId="4256085814" sldId="757"/>
            <ac:spMk id="15" creationId="{E9D33B31-8D45-C95A-39FC-7E8042B0D301}"/>
          </ac:spMkLst>
        </pc:spChg>
        <pc:spChg chg="mod">
          <ac:chgData name="Daphne Economou" userId="d065a339-36cf-4937-af08-41751becbd81" providerId="ADAL" clId="{0B5D2535-6F30-4D32-9E4B-0E07407F9CEE}" dt="2024-11-04T17:16:27.278" v="3185" actId="1076"/>
          <ac:spMkLst>
            <pc:docMk/>
            <pc:sldMk cId="4256085814" sldId="757"/>
            <ac:spMk id="16" creationId="{60272EE2-366C-A910-2FDA-DBA1EE381FCD}"/>
          </ac:spMkLst>
        </pc:spChg>
        <pc:picChg chg="del">
          <ac:chgData name="Daphne Economou" userId="d065a339-36cf-4937-af08-41751becbd81" providerId="ADAL" clId="{0B5D2535-6F30-4D32-9E4B-0E07407F9CEE}" dt="2024-11-04T17:16:11.156" v="3177" actId="478"/>
          <ac:picMkLst>
            <pc:docMk/>
            <pc:sldMk cId="4256085814" sldId="757"/>
            <ac:picMk id="9" creationId="{8CF04AF9-4A49-324D-917A-3D371DA05957}"/>
          </ac:picMkLst>
        </pc:picChg>
        <pc:inkChg chg="del">
          <ac:chgData name="Daphne Economou" userId="d065a339-36cf-4937-af08-41751becbd81" providerId="ADAL" clId="{0B5D2535-6F30-4D32-9E4B-0E07407F9CEE}" dt="2024-11-04T17:16:13.644" v="3180" actId="478"/>
          <ac:inkMkLst>
            <pc:docMk/>
            <pc:sldMk cId="4256085814" sldId="757"/>
            <ac:inkMk id="13" creationId="{E6065CF6-2334-714F-80D8-B37B580B5314}"/>
          </ac:inkMkLst>
        </pc:inkChg>
        <pc:inkChg chg="del">
          <ac:chgData name="Daphne Economou" userId="d065a339-36cf-4937-af08-41751becbd81" providerId="ADAL" clId="{0B5D2535-6F30-4D32-9E4B-0E07407F9CEE}" dt="2024-11-04T17:16:12.725" v="3179" actId="478"/>
          <ac:inkMkLst>
            <pc:docMk/>
            <pc:sldMk cId="4256085814" sldId="757"/>
            <ac:inkMk id="14" creationId="{E5115109-D31C-FAE1-ECC1-6A523B945CD6}"/>
          </ac:inkMkLst>
        </pc:inkChg>
        <pc:inkChg chg="del">
          <ac:chgData name="Daphne Economou" userId="d065a339-36cf-4937-af08-41751becbd81" providerId="ADAL" clId="{0B5D2535-6F30-4D32-9E4B-0E07407F9CEE}" dt="2024-11-04T17:16:11.900" v="3178" actId="478"/>
          <ac:inkMkLst>
            <pc:docMk/>
            <pc:sldMk cId="4256085814" sldId="757"/>
            <ac:inkMk id="18" creationId="{17BF373D-3AC7-1220-998C-A7C796046FC3}"/>
          </ac:inkMkLst>
        </pc:inkChg>
        <pc:inkChg chg="del">
          <ac:chgData name="Daphne Economou" userId="d065a339-36cf-4937-af08-41751becbd81" providerId="ADAL" clId="{0B5D2535-6F30-4D32-9E4B-0E07407F9CEE}" dt="2024-11-04T17:16:10.533" v="3176" actId="478"/>
          <ac:inkMkLst>
            <pc:docMk/>
            <pc:sldMk cId="4256085814" sldId="757"/>
            <ac:inkMk id="19" creationId="{3CC5B98F-7C13-221F-EE79-921FDAF8F032}"/>
          </ac:inkMkLst>
        </pc:inkChg>
      </pc:sldChg>
      <pc:sldChg chg="addSp delSp modSp add mod delAnim">
        <pc:chgData name="Daphne Economou" userId="d065a339-36cf-4937-af08-41751becbd81" providerId="ADAL" clId="{0B5D2535-6F30-4D32-9E4B-0E07407F9CEE}" dt="2024-11-04T17:48:27.582" v="3682" actId="962"/>
        <pc:sldMkLst>
          <pc:docMk/>
          <pc:sldMk cId="1132136876" sldId="758"/>
        </pc:sldMkLst>
        <pc:spChg chg="add mod">
          <ac:chgData name="Daphne Economou" userId="d065a339-36cf-4937-af08-41751becbd81" providerId="ADAL" clId="{0B5D2535-6F30-4D32-9E4B-0E07407F9CEE}" dt="2024-11-04T17:16:02.860" v="3175" actId="1076"/>
          <ac:spMkLst>
            <pc:docMk/>
            <pc:sldMk cId="1132136876" sldId="758"/>
            <ac:spMk id="3" creationId="{D42FBCA8-6898-BC21-F850-221790D39F66}"/>
          </ac:spMkLst>
        </pc:spChg>
        <pc:spChg chg="mod">
          <ac:chgData name="Daphne Economou" userId="d065a339-36cf-4937-af08-41751becbd81" providerId="ADAL" clId="{0B5D2535-6F30-4D32-9E4B-0E07407F9CEE}" dt="2024-11-04T17:22:38.058" v="3266" actId="1076"/>
          <ac:spMkLst>
            <pc:docMk/>
            <pc:sldMk cId="1132136876" sldId="758"/>
            <ac:spMk id="9" creationId="{B32283C0-1025-A8C4-ED8F-8CF72C7CCC17}"/>
          </ac:spMkLst>
        </pc:spChg>
        <pc:spChg chg="mod">
          <ac:chgData name="Daphne Economou" userId="d065a339-36cf-4937-af08-41751becbd81" providerId="ADAL" clId="{0B5D2535-6F30-4D32-9E4B-0E07407F9CEE}" dt="2024-11-04T17:16:02.860" v="3175" actId="1076"/>
          <ac:spMkLst>
            <pc:docMk/>
            <pc:sldMk cId="1132136876" sldId="758"/>
            <ac:spMk id="10" creationId="{119CB1D8-5083-2B4A-D69E-847D94B1651F}"/>
          </ac:spMkLst>
        </pc:spChg>
        <pc:spChg chg="mod">
          <ac:chgData name="Daphne Economou" userId="d065a339-36cf-4937-af08-41751becbd81" providerId="ADAL" clId="{0B5D2535-6F30-4D32-9E4B-0E07407F9CEE}" dt="2024-11-04T17:16:02.860" v="3175" actId="1076"/>
          <ac:spMkLst>
            <pc:docMk/>
            <pc:sldMk cId="1132136876" sldId="758"/>
            <ac:spMk id="11" creationId="{182FE8E4-6632-451A-2534-C5AFA3349898}"/>
          </ac:spMkLst>
        </pc:spChg>
        <pc:spChg chg="mod">
          <ac:chgData name="Daphne Economou" userId="d065a339-36cf-4937-af08-41751becbd81" providerId="ADAL" clId="{0B5D2535-6F30-4D32-9E4B-0E07407F9CEE}" dt="2024-11-04T17:16:02.860" v="3175" actId="1076"/>
          <ac:spMkLst>
            <pc:docMk/>
            <pc:sldMk cId="1132136876" sldId="758"/>
            <ac:spMk id="12" creationId="{AAE866FD-AB39-99D5-AE9F-516FF9A3A0AC}"/>
          </ac:spMkLst>
        </pc:spChg>
        <pc:spChg chg="del">
          <ac:chgData name="Daphne Economou" userId="d065a339-36cf-4937-af08-41751becbd81" providerId="ADAL" clId="{0B5D2535-6F30-4D32-9E4B-0E07407F9CEE}" dt="2024-11-04T17:13:16.516" v="3135" actId="478"/>
          <ac:spMkLst>
            <pc:docMk/>
            <pc:sldMk cId="1132136876" sldId="758"/>
            <ac:spMk id="13" creationId="{D5ACDBFF-3A47-699E-1124-1B30153C12F1}"/>
          </ac:spMkLst>
        </pc:spChg>
        <pc:spChg chg="mod">
          <ac:chgData name="Daphne Economou" userId="d065a339-36cf-4937-af08-41751becbd81" providerId="ADAL" clId="{0B5D2535-6F30-4D32-9E4B-0E07407F9CEE}" dt="2024-11-04T17:16:02.860" v="3175" actId="1076"/>
          <ac:spMkLst>
            <pc:docMk/>
            <pc:sldMk cId="1132136876" sldId="758"/>
            <ac:spMk id="14" creationId="{A578059B-DF21-BBF2-D5CC-ECF19C72DC90}"/>
          </ac:spMkLst>
        </pc:spChg>
        <pc:spChg chg="mod">
          <ac:chgData name="Daphne Economou" userId="d065a339-36cf-4937-af08-41751becbd81" providerId="ADAL" clId="{0B5D2535-6F30-4D32-9E4B-0E07407F9CEE}" dt="2024-11-04T17:16:02.860" v="3175" actId="1076"/>
          <ac:spMkLst>
            <pc:docMk/>
            <pc:sldMk cId="1132136876" sldId="758"/>
            <ac:spMk id="15" creationId="{3EA7DB3F-AA59-E057-D7FD-7E680E67E958}"/>
          </ac:spMkLst>
        </pc:spChg>
        <pc:spChg chg="mod">
          <ac:chgData name="Daphne Economou" userId="d065a339-36cf-4937-af08-41751becbd81" providerId="ADAL" clId="{0B5D2535-6F30-4D32-9E4B-0E07407F9CEE}" dt="2024-11-04T17:16:02.860" v="3175" actId="1076"/>
          <ac:spMkLst>
            <pc:docMk/>
            <pc:sldMk cId="1132136876" sldId="758"/>
            <ac:spMk id="16" creationId="{85AEEB3B-D995-318E-7D71-65234FDEC14C}"/>
          </ac:spMkLst>
        </pc:spChg>
        <pc:spChg chg="del">
          <ac:chgData name="Daphne Economou" userId="d065a339-36cf-4937-af08-41751becbd81" providerId="ADAL" clId="{0B5D2535-6F30-4D32-9E4B-0E07407F9CEE}" dt="2024-11-04T17:10:51.741" v="3105" actId="478"/>
          <ac:spMkLst>
            <pc:docMk/>
            <pc:sldMk cId="1132136876" sldId="758"/>
            <ac:spMk id="25" creationId="{920576F6-FAE5-9B5E-5FE4-DB728C72C96C}"/>
          </ac:spMkLst>
        </pc:spChg>
        <pc:spChg chg="del mod">
          <ac:chgData name="Daphne Economou" userId="d065a339-36cf-4937-af08-41751becbd81" providerId="ADAL" clId="{0B5D2535-6F30-4D32-9E4B-0E07407F9CEE}" dt="2024-11-04T17:11:03.620" v="3110" actId="478"/>
          <ac:spMkLst>
            <pc:docMk/>
            <pc:sldMk cId="1132136876" sldId="758"/>
            <ac:spMk id="27" creationId="{7A81FBCB-FBDF-EE5A-7402-DEB195F84BA0}"/>
          </ac:spMkLst>
        </pc:spChg>
        <pc:spChg chg="del">
          <ac:chgData name="Daphne Economou" userId="d065a339-36cf-4937-af08-41751becbd81" providerId="ADAL" clId="{0B5D2535-6F30-4D32-9E4B-0E07407F9CEE}" dt="2024-11-04T17:10:53.166" v="3106" actId="478"/>
          <ac:spMkLst>
            <pc:docMk/>
            <pc:sldMk cId="1132136876" sldId="758"/>
            <ac:spMk id="28" creationId="{BEA17172-4F6A-13DF-ED08-505236223969}"/>
          </ac:spMkLst>
        </pc:spChg>
        <pc:spChg chg="del mod">
          <ac:chgData name="Daphne Economou" userId="d065a339-36cf-4937-af08-41751becbd81" providerId="ADAL" clId="{0B5D2535-6F30-4D32-9E4B-0E07407F9CEE}" dt="2024-11-04T17:11:02.781" v="3109" actId="478"/>
          <ac:spMkLst>
            <pc:docMk/>
            <pc:sldMk cId="1132136876" sldId="758"/>
            <ac:spMk id="29" creationId="{170D1EAD-E048-BD14-7815-10E5B9465AA1}"/>
          </ac:spMkLst>
        </pc:spChg>
        <pc:spChg chg="del">
          <ac:chgData name="Daphne Economou" userId="d065a339-36cf-4937-af08-41751becbd81" providerId="ADAL" clId="{0B5D2535-6F30-4D32-9E4B-0E07407F9CEE}" dt="2024-11-04T17:13:34.515" v="3137" actId="478"/>
          <ac:spMkLst>
            <pc:docMk/>
            <pc:sldMk cId="1132136876" sldId="758"/>
            <ac:spMk id="33" creationId="{13FC3F35-9020-8288-F83D-5C3273CB167B}"/>
          </ac:spMkLst>
        </pc:spChg>
        <pc:spChg chg="add mod">
          <ac:chgData name="Daphne Economou" userId="d065a339-36cf-4937-af08-41751becbd81" providerId="ADAL" clId="{0B5D2535-6F30-4D32-9E4B-0E07407F9CEE}" dt="2024-11-04T17:16:02.860" v="3175" actId="1076"/>
          <ac:spMkLst>
            <pc:docMk/>
            <pc:sldMk cId="1132136876" sldId="758"/>
            <ac:spMk id="37" creationId="{FE48BBD1-B633-FBFE-FC65-C708952F6C18}"/>
          </ac:spMkLst>
        </pc:spChg>
        <pc:spChg chg="del">
          <ac:chgData name="Daphne Economou" userId="d065a339-36cf-4937-af08-41751becbd81" providerId="ADAL" clId="{0B5D2535-6F30-4D32-9E4B-0E07407F9CEE}" dt="2024-11-04T17:10:41.858" v="3103" actId="478"/>
          <ac:spMkLst>
            <pc:docMk/>
            <pc:sldMk cId="1132136876" sldId="758"/>
            <ac:spMk id="40" creationId="{00917E43-DC1B-33D5-EF7A-B0FDE94E2EB0}"/>
          </ac:spMkLst>
        </pc:spChg>
        <pc:spChg chg="add mod">
          <ac:chgData name="Daphne Economou" userId="d065a339-36cf-4937-af08-41751becbd81" providerId="ADAL" clId="{0B5D2535-6F30-4D32-9E4B-0E07407F9CEE}" dt="2024-11-04T17:16:02.860" v="3175" actId="1076"/>
          <ac:spMkLst>
            <pc:docMk/>
            <pc:sldMk cId="1132136876" sldId="758"/>
            <ac:spMk id="41" creationId="{5252626E-2317-28DD-C70F-966A27F66E9C}"/>
          </ac:spMkLst>
        </pc:spChg>
        <pc:spChg chg="add mod">
          <ac:chgData name="Daphne Economou" userId="d065a339-36cf-4937-af08-41751becbd81" providerId="ADAL" clId="{0B5D2535-6F30-4D32-9E4B-0E07407F9CEE}" dt="2024-11-04T17:16:02.860" v="3175" actId="1076"/>
          <ac:spMkLst>
            <pc:docMk/>
            <pc:sldMk cId="1132136876" sldId="758"/>
            <ac:spMk id="42" creationId="{150BDA7B-B424-6829-0BCC-CEAE00A73F0D}"/>
          </ac:spMkLst>
        </pc:spChg>
        <pc:spChg chg="del mod">
          <ac:chgData name="Daphne Economou" userId="d065a339-36cf-4937-af08-41751becbd81" providerId="ADAL" clId="{0B5D2535-6F30-4D32-9E4B-0E07407F9CEE}" dt="2024-11-04T17:13:59.172" v="3147" actId="478"/>
          <ac:spMkLst>
            <pc:docMk/>
            <pc:sldMk cId="1132136876" sldId="758"/>
            <ac:spMk id="49" creationId="{C91E969B-523D-C6EA-4311-3E82A5EEC56A}"/>
          </ac:spMkLst>
        </pc:spChg>
        <pc:spChg chg="del">
          <ac:chgData name="Daphne Economou" userId="d065a339-36cf-4937-af08-41751becbd81" providerId="ADAL" clId="{0B5D2535-6F30-4D32-9E4B-0E07407F9CEE}" dt="2024-11-04T17:10:42.905" v="3104" actId="478"/>
          <ac:spMkLst>
            <pc:docMk/>
            <pc:sldMk cId="1132136876" sldId="758"/>
            <ac:spMk id="50" creationId="{761D8DAD-05F8-9B4A-F649-04B375333F14}"/>
          </ac:spMkLst>
        </pc:spChg>
        <pc:spChg chg="mod">
          <ac:chgData name="Daphne Economou" userId="d065a339-36cf-4937-af08-41751becbd81" providerId="ADAL" clId="{0B5D2535-6F30-4D32-9E4B-0E07407F9CEE}" dt="2024-11-04T17:16:02.860" v="3175" actId="1076"/>
          <ac:spMkLst>
            <pc:docMk/>
            <pc:sldMk cId="1132136876" sldId="758"/>
            <ac:spMk id="53" creationId="{679569BF-C529-8E0B-AC47-6DA730F0B758}"/>
          </ac:spMkLst>
        </pc:spChg>
        <pc:spChg chg="add mod">
          <ac:chgData name="Daphne Economou" userId="d065a339-36cf-4937-af08-41751becbd81" providerId="ADAL" clId="{0B5D2535-6F30-4D32-9E4B-0E07407F9CEE}" dt="2024-11-04T17:16:02.860" v="3175" actId="1076"/>
          <ac:spMkLst>
            <pc:docMk/>
            <pc:sldMk cId="1132136876" sldId="758"/>
            <ac:spMk id="54" creationId="{8FD3419E-9B44-E220-DFA1-EBB7875698DD}"/>
          </ac:spMkLst>
        </pc:spChg>
        <pc:spChg chg="add mod">
          <ac:chgData name="Daphne Economou" userId="d065a339-36cf-4937-af08-41751becbd81" providerId="ADAL" clId="{0B5D2535-6F30-4D32-9E4B-0E07407F9CEE}" dt="2024-11-04T17:16:02.860" v="3175" actId="1076"/>
          <ac:spMkLst>
            <pc:docMk/>
            <pc:sldMk cId="1132136876" sldId="758"/>
            <ac:spMk id="55" creationId="{1B764EAC-0E36-213E-EE1F-66616BFCBB95}"/>
          </ac:spMkLst>
        </pc:spChg>
        <pc:grpChg chg="mod">
          <ac:chgData name="Daphne Economou" userId="d065a339-36cf-4937-af08-41751becbd81" providerId="ADAL" clId="{0B5D2535-6F30-4D32-9E4B-0E07407F9CEE}" dt="2024-11-04T17:16:02.860" v="3175" actId="1076"/>
          <ac:grpSpMkLst>
            <pc:docMk/>
            <pc:sldMk cId="1132136876" sldId="758"/>
            <ac:grpSpMk id="17" creationId="{C1799340-528C-5C1A-3560-65A4A8BDF597}"/>
          </ac:grpSpMkLst>
        </pc:grpChg>
        <pc:grpChg chg="mod">
          <ac:chgData name="Daphne Economou" userId="d065a339-36cf-4937-af08-41751becbd81" providerId="ADAL" clId="{0B5D2535-6F30-4D32-9E4B-0E07407F9CEE}" dt="2024-11-04T17:16:02.860" v="3175" actId="1076"/>
          <ac:grpSpMkLst>
            <pc:docMk/>
            <pc:sldMk cId="1132136876" sldId="758"/>
            <ac:grpSpMk id="21" creationId="{2BE72E19-1F77-1959-8F99-989F760FAEC0}"/>
          </ac:grpSpMkLst>
        </pc:grpChg>
        <pc:grpChg chg="mod">
          <ac:chgData name="Daphne Economou" userId="d065a339-36cf-4937-af08-41751becbd81" providerId="ADAL" clId="{0B5D2535-6F30-4D32-9E4B-0E07407F9CEE}" dt="2024-11-04T17:48:27.582" v="3682" actId="962"/>
          <ac:grpSpMkLst>
            <pc:docMk/>
            <pc:sldMk cId="1132136876" sldId="758"/>
            <ac:grpSpMk id="36" creationId="{1D5A65CA-DF11-4D89-CFB6-0DC0E48BD95A}"/>
          </ac:grpSpMkLst>
        </pc:grpChg>
        <pc:grpChg chg="del">
          <ac:chgData name="Daphne Economou" userId="d065a339-36cf-4937-af08-41751becbd81" providerId="ADAL" clId="{0B5D2535-6F30-4D32-9E4B-0E07407F9CEE}" dt="2024-11-04T17:13:30.896" v="3136" actId="478"/>
          <ac:grpSpMkLst>
            <pc:docMk/>
            <pc:sldMk cId="1132136876" sldId="758"/>
            <ac:grpSpMk id="45" creationId="{F743A509-71E4-1489-297F-014558100ABF}"/>
          </ac:grpSpMkLst>
        </pc:grpChg>
        <pc:grpChg chg="del">
          <ac:chgData name="Daphne Economou" userId="d065a339-36cf-4937-af08-41751becbd81" providerId="ADAL" clId="{0B5D2535-6F30-4D32-9E4B-0E07407F9CEE}" dt="2024-11-04T17:10:40.545" v="3102" actId="478"/>
          <ac:grpSpMkLst>
            <pc:docMk/>
            <pc:sldMk cId="1132136876" sldId="758"/>
            <ac:grpSpMk id="48" creationId="{47A6E8A3-5CFB-FFA1-AEF1-702BE1E11B8A}"/>
          </ac:grpSpMkLst>
        </pc:grpChg>
        <pc:grpChg chg="del">
          <ac:chgData name="Daphne Economou" userId="d065a339-36cf-4937-af08-41751becbd81" providerId="ADAL" clId="{0B5D2535-6F30-4D32-9E4B-0E07407F9CEE}" dt="2024-11-04T17:11:47.489" v="3115" actId="478"/>
          <ac:grpSpMkLst>
            <pc:docMk/>
            <pc:sldMk cId="1132136876" sldId="758"/>
            <ac:grpSpMk id="84" creationId="{5E3F86AD-7D89-1214-0D89-3948AF5767C5}"/>
          </ac:grpSpMkLst>
        </pc:grpChg>
        <pc:grpChg chg="del">
          <ac:chgData name="Daphne Economou" userId="d065a339-36cf-4937-af08-41751becbd81" providerId="ADAL" clId="{0B5D2535-6F30-4D32-9E4B-0E07407F9CEE}" dt="2024-11-04T17:10:38.703" v="3101" actId="478"/>
          <ac:grpSpMkLst>
            <pc:docMk/>
            <pc:sldMk cId="1132136876" sldId="758"/>
            <ac:grpSpMk id="99" creationId="{FAE03482-6598-152D-D6F0-506A473391A0}"/>
          </ac:grpSpMkLst>
        </pc:grpChg>
        <pc:picChg chg="del">
          <ac:chgData name="Daphne Economou" userId="d065a339-36cf-4937-af08-41751becbd81" providerId="ADAL" clId="{0B5D2535-6F30-4D32-9E4B-0E07407F9CEE}" dt="2024-11-04T17:15:57.011" v="3174" actId="478"/>
          <ac:picMkLst>
            <pc:docMk/>
            <pc:sldMk cId="1132136876" sldId="758"/>
            <ac:picMk id="101" creationId="{D8CEFE27-F635-4363-55FD-3E43CEE0AB68}"/>
          </ac:picMkLst>
        </pc:picChg>
        <pc:inkChg chg="mod">
          <ac:chgData name="Daphne Economou" userId="d065a339-36cf-4937-af08-41751becbd81" providerId="ADAL" clId="{0B5D2535-6F30-4D32-9E4B-0E07407F9CEE}" dt="2024-11-04T17:16:02.860" v="3175" actId="1076"/>
          <ac:inkMkLst>
            <pc:docMk/>
            <pc:sldMk cId="1132136876" sldId="758"/>
            <ac:inkMk id="6" creationId="{AD5E5060-E4EE-BD25-926A-0D2D02D85B21}"/>
          </ac:inkMkLst>
        </pc:inkChg>
        <pc:inkChg chg="mod">
          <ac:chgData name="Daphne Economou" userId="d065a339-36cf-4937-af08-41751becbd81" providerId="ADAL" clId="{0B5D2535-6F30-4D32-9E4B-0E07407F9CEE}" dt="2024-11-04T17:16:02.860" v="3175" actId="1076"/>
          <ac:inkMkLst>
            <pc:docMk/>
            <pc:sldMk cId="1132136876" sldId="758"/>
            <ac:inkMk id="7" creationId="{376320D4-71F0-7C6B-ECD2-B0041C66B959}"/>
          </ac:inkMkLst>
        </pc:inkChg>
        <pc:inkChg chg="mod">
          <ac:chgData name="Daphne Economou" userId="d065a339-36cf-4937-af08-41751becbd81" providerId="ADAL" clId="{0B5D2535-6F30-4D32-9E4B-0E07407F9CEE}" dt="2024-11-04T17:16:02.860" v="3175" actId="1076"/>
          <ac:inkMkLst>
            <pc:docMk/>
            <pc:sldMk cId="1132136876" sldId="758"/>
            <ac:inkMk id="8" creationId="{29C61283-1F48-D61E-2725-8A3AC2940757}"/>
          </ac:inkMkLst>
        </pc:inkChg>
        <pc:inkChg chg="mod">
          <ac:chgData name="Daphne Economou" userId="d065a339-36cf-4937-af08-41751becbd81" providerId="ADAL" clId="{0B5D2535-6F30-4D32-9E4B-0E07407F9CEE}" dt="2024-11-04T17:16:02.860" v="3175" actId="1076"/>
          <ac:inkMkLst>
            <pc:docMk/>
            <pc:sldMk cId="1132136876" sldId="758"/>
            <ac:inkMk id="20" creationId="{BC970CD4-6258-70FC-4EEC-C1879A07B684}"/>
          </ac:inkMkLst>
        </pc:inkChg>
        <pc:inkChg chg="mod">
          <ac:chgData name="Daphne Economou" userId="d065a339-36cf-4937-af08-41751becbd81" providerId="ADAL" clId="{0B5D2535-6F30-4D32-9E4B-0E07407F9CEE}" dt="2024-11-04T17:16:02.860" v="3175" actId="1076"/>
          <ac:inkMkLst>
            <pc:docMk/>
            <pc:sldMk cId="1132136876" sldId="758"/>
            <ac:inkMk id="24" creationId="{207C5ECA-99DD-0CD9-3140-81E2CFA80E1A}"/>
          </ac:inkMkLst>
        </pc:inkChg>
        <pc:inkChg chg="add mod">
          <ac:chgData name="Daphne Economou" userId="d065a339-36cf-4937-af08-41751becbd81" providerId="ADAL" clId="{0B5D2535-6F30-4D32-9E4B-0E07407F9CEE}" dt="2024-11-04T17:12:01.247" v="3122"/>
          <ac:inkMkLst>
            <pc:docMk/>
            <pc:sldMk cId="1132136876" sldId="758"/>
            <ac:inkMk id="26" creationId="{932CA38C-0AA5-991B-F8FF-ED32B597E67B}"/>
          </ac:inkMkLst>
        </pc:inkChg>
        <pc:inkChg chg="add mod">
          <ac:chgData name="Daphne Economou" userId="d065a339-36cf-4937-af08-41751becbd81" providerId="ADAL" clId="{0B5D2535-6F30-4D32-9E4B-0E07407F9CEE}" dt="2024-11-04T17:12:01.247" v="3122"/>
          <ac:inkMkLst>
            <pc:docMk/>
            <pc:sldMk cId="1132136876" sldId="758"/>
            <ac:inkMk id="30" creationId="{9FFBCF6B-7DBE-DA5C-0B67-B8402061F15C}"/>
          </ac:inkMkLst>
        </pc:inkChg>
        <pc:inkChg chg="add mod">
          <ac:chgData name="Daphne Economou" userId="d065a339-36cf-4937-af08-41751becbd81" providerId="ADAL" clId="{0B5D2535-6F30-4D32-9E4B-0E07407F9CEE}" dt="2024-11-04T17:12:01.247" v="3122"/>
          <ac:inkMkLst>
            <pc:docMk/>
            <pc:sldMk cId="1132136876" sldId="758"/>
            <ac:inkMk id="31" creationId="{4F39418D-6869-EC46-25CC-B5D065EA91D1}"/>
          </ac:inkMkLst>
        </pc:inkChg>
        <pc:inkChg chg="add mod">
          <ac:chgData name="Daphne Economou" userId="d065a339-36cf-4937-af08-41751becbd81" providerId="ADAL" clId="{0B5D2535-6F30-4D32-9E4B-0E07407F9CEE}" dt="2024-11-04T17:12:01.247" v="3122"/>
          <ac:inkMkLst>
            <pc:docMk/>
            <pc:sldMk cId="1132136876" sldId="758"/>
            <ac:inkMk id="32" creationId="{1F504D7B-2277-EEC6-D764-DF55D7BC53A5}"/>
          </ac:inkMkLst>
        </pc:inkChg>
        <pc:inkChg chg="add mod">
          <ac:chgData name="Daphne Economou" userId="d065a339-36cf-4937-af08-41751becbd81" providerId="ADAL" clId="{0B5D2535-6F30-4D32-9E4B-0E07407F9CEE}" dt="2024-11-04T17:12:01.247" v="3122"/>
          <ac:inkMkLst>
            <pc:docMk/>
            <pc:sldMk cId="1132136876" sldId="758"/>
            <ac:inkMk id="34" creationId="{69FAA534-3FA5-7467-7848-5056BF718C7F}"/>
          </ac:inkMkLst>
        </pc:inkChg>
        <pc:inkChg chg="add mod">
          <ac:chgData name="Daphne Economou" userId="d065a339-36cf-4937-af08-41751becbd81" providerId="ADAL" clId="{0B5D2535-6F30-4D32-9E4B-0E07407F9CEE}" dt="2024-11-04T17:12:01.247" v="3122"/>
          <ac:inkMkLst>
            <pc:docMk/>
            <pc:sldMk cId="1132136876" sldId="758"/>
            <ac:inkMk id="35" creationId="{DDE48762-03A1-0C5A-CEF2-88C1C57C3BDB}"/>
          </ac:inkMkLst>
        </pc:inkChg>
        <pc:inkChg chg="mod">
          <ac:chgData name="Daphne Economou" userId="d065a339-36cf-4937-af08-41751becbd81" providerId="ADAL" clId="{0B5D2535-6F30-4D32-9E4B-0E07407F9CEE}" dt="2024-11-04T17:16:02.860" v="3175" actId="1076"/>
          <ac:inkMkLst>
            <pc:docMk/>
            <pc:sldMk cId="1132136876" sldId="758"/>
            <ac:inkMk id="38" creationId="{0BFA3741-A481-4617-8A82-09D00C583823}"/>
          </ac:inkMkLst>
        </pc:inkChg>
        <pc:inkChg chg="mod">
          <ac:chgData name="Daphne Economou" userId="d065a339-36cf-4937-af08-41751becbd81" providerId="ADAL" clId="{0B5D2535-6F30-4D32-9E4B-0E07407F9CEE}" dt="2024-11-04T17:16:02.860" v="3175" actId="1076"/>
          <ac:inkMkLst>
            <pc:docMk/>
            <pc:sldMk cId="1132136876" sldId="758"/>
            <ac:inkMk id="51" creationId="{40D14994-82DF-60D6-42CC-98FF32C88B43}"/>
          </ac:inkMkLst>
        </pc:inkChg>
        <pc:inkChg chg="mod">
          <ac:chgData name="Daphne Economou" userId="d065a339-36cf-4937-af08-41751becbd81" providerId="ADAL" clId="{0B5D2535-6F30-4D32-9E4B-0E07407F9CEE}" dt="2024-11-04T17:16:02.860" v="3175" actId="1076"/>
          <ac:inkMkLst>
            <pc:docMk/>
            <pc:sldMk cId="1132136876" sldId="758"/>
            <ac:inkMk id="52" creationId="{3A123283-8709-5FD8-806A-DBC5AA3815AC}"/>
          </ac:inkMkLst>
        </pc:inkChg>
        <pc:inkChg chg="del mod">
          <ac:chgData name="Daphne Economou" userId="d065a339-36cf-4937-af08-41751becbd81" providerId="ADAL" clId="{0B5D2535-6F30-4D32-9E4B-0E07407F9CEE}" dt="2024-11-04T17:22:39.133" v="3267" actId="478"/>
          <ac:inkMkLst>
            <pc:docMk/>
            <pc:sldMk cId="1132136876" sldId="758"/>
            <ac:inkMk id="86" creationId="{6720F3B5-99EA-510E-E856-32CE6F24DE48}"/>
          </ac:inkMkLst>
        </pc:inkChg>
      </pc:sldChg>
      <pc:sldChg chg="addSp delSp modSp add mod">
        <pc:chgData name="Daphne Economou" userId="d065a339-36cf-4937-af08-41751becbd81" providerId="ADAL" clId="{0B5D2535-6F30-4D32-9E4B-0E07407F9CEE}" dt="2024-11-04T17:48:39.957" v="3704" actId="962"/>
        <pc:sldMkLst>
          <pc:docMk/>
          <pc:sldMk cId="1721579488" sldId="759"/>
        </pc:sldMkLst>
        <pc:spChg chg="mod">
          <ac:chgData name="Daphne Economou" userId="d065a339-36cf-4937-af08-41751becbd81" providerId="ADAL" clId="{0B5D2535-6F30-4D32-9E4B-0E07407F9CEE}" dt="2024-11-04T17:22:21.476" v="3264" actId="2711"/>
          <ac:spMkLst>
            <pc:docMk/>
            <pc:sldMk cId="1721579488" sldId="759"/>
            <ac:spMk id="3" creationId="{F4FD1012-0ADD-F459-A0F4-89E6A3B836D1}"/>
          </ac:spMkLst>
        </pc:spChg>
        <pc:spChg chg="mod">
          <ac:chgData name="Daphne Economou" userId="d065a339-36cf-4937-af08-41751becbd81" providerId="ADAL" clId="{0B5D2535-6F30-4D32-9E4B-0E07407F9CEE}" dt="2024-11-04T17:21:32.154" v="3255" actId="1076"/>
          <ac:spMkLst>
            <pc:docMk/>
            <pc:sldMk cId="1721579488" sldId="759"/>
            <ac:spMk id="9" creationId="{F4CA96DD-FBF8-BEEB-8049-398B67A96906}"/>
          </ac:spMkLst>
        </pc:spChg>
        <pc:spChg chg="mod">
          <ac:chgData name="Daphne Economou" userId="d065a339-36cf-4937-af08-41751becbd81" providerId="ADAL" clId="{0B5D2535-6F30-4D32-9E4B-0E07407F9CEE}" dt="2024-11-04T17:23:39.376" v="3290" actId="14100"/>
          <ac:spMkLst>
            <pc:docMk/>
            <pc:sldMk cId="1721579488" sldId="759"/>
            <ac:spMk id="41" creationId="{A726AD8A-BDAC-04E9-3C89-0412D011AD24}"/>
          </ac:spMkLst>
        </pc:spChg>
        <pc:spChg chg="mod">
          <ac:chgData name="Daphne Economou" userId="d065a339-36cf-4937-af08-41751becbd81" providerId="ADAL" clId="{0B5D2535-6F30-4D32-9E4B-0E07407F9CEE}" dt="2024-11-04T17:24:09.753" v="3303" actId="1076"/>
          <ac:spMkLst>
            <pc:docMk/>
            <pc:sldMk cId="1721579488" sldId="759"/>
            <ac:spMk id="42" creationId="{9B4D246F-01E3-C3B4-90F4-357FA76EC309}"/>
          </ac:spMkLst>
        </pc:spChg>
        <pc:spChg chg="mod">
          <ac:chgData name="Daphne Economou" userId="d065a339-36cf-4937-af08-41751becbd81" providerId="ADAL" clId="{0B5D2535-6F30-4D32-9E4B-0E07407F9CEE}" dt="2024-11-04T17:21:36.861" v="3256" actId="1076"/>
          <ac:spMkLst>
            <pc:docMk/>
            <pc:sldMk cId="1721579488" sldId="759"/>
            <ac:spMk id="53" creationId="{2F953386-49F2-83CF-C271-9FA00A03734C}"/>
          </ac:spMkLst>
        </pc:spChg>
        <pc:spChg chg="add del mod">
          <ac:chgData name="Daphne Economou" userId="d065a339-36cf-4937-af08-41751becbd81" providerId="ADAL" clId="{0B5D2535-6F30-4D32-9E4B-0E07407F9CEE}" dt="2024-11-04T17:23:35.814" v="3289" actId="14100"/>
          <ac:spMkLst>
            <pc:docMk/>
            <pc:sldMk cId="1721579488" sldId="759"/>
            <ac:spMk id="54" creationId="{857CB3DB-2798-C9D5-BB8C-9CAC19BF683D}"/>
          </ac:spMkLst>
        </pc:spChg>
        <pc:spChg chg="add del mod">
          <ac:chgData name="Daphne Economou" userId="d065a339-36cf-4937-af08-41751becbd81" providerId="ADAL" clId="{0B5D2535-6F30-4D32-9E4B-0E07407F9CEE}" dt="2024-11-04T17:23:52.384" v="3296" actId="20577"/>
          <ac:spMkLst>
            <pc:docMk/>
            <pc:sldMk cId="1721579488" sldId="759"/>
            <ac:spMk id="55" creationId="{797CD201-2A10-B5A8-8DB9-911409F7ACA6}"/>
          </ac:spMkLst>
        </pc:spChg>
        <pc:grpChg chg="del">
          <ac:chgData name="Daphne Economou" userId="d065a339-36cf-4937-af08-41751becbd81" providerId="ADAL" clId="{0B5D2535-6F30-4D32-9E4B-0E07407F9CEE}" dt="2024-11-04T17:21:04.209" v="3244" actId="478"/>
          <ac:grpSpMkLst>
            <pc:docMk/>
            <pc:sldMk cId="1721579488" sldId="759"/>
            <ac:grpSpMk id="36" creationId="{33ED4CC0-2692-88C0-D5B0-760DEF54F1CF}"/>
          </ac:grpSpMkLst>
        </pc:grpChg>
        <pc:grpChg chg="del mod">
          <ac:chgData name="Daphne Economou" userId="d065a339-36cf-4937-af08-41751becbd81" providerId="ADAL" clId="{0B5D2535-6F30-4D32-9E4B-0E07407F9CEE}" dt="2024-11-04T17:23:04.781" v="3279"/>
          <ac:grpSpMkLst>
            <pc:docMk/>
            <pc:sldMk cId="1721579488" sldId="759"/>
            <ac:grpSpMk id="43" creationId="{EECA0B69-008C-5E4D-3E2E-FC31DA74205C}"/>
          </ac:grpSpMkLst>
        </pc:grpChg>
        <pc:grpChg chg="del mod">
          <ac:chgData name="Daphne Economou" userId="d065a339-36cf-4937-af08-41751becbd81" providerId="ADAL" clId="{0B5D2535-6F30-4D32-9E4B-0E07407F9CEE}" dt="2024-11-04T17:23:06.284" v="3282"/>
          <ac:grpSpMkLst>
            <pc:docMk/>
            <pc:sldMk cId="1721579488" sldId="759"/>
            <ac:grpSpMk id="47" creationId="{2E2B297A-3A90-6E2F-8615-247D67872455}"/>
          </ac:grpSpMkLst>
        </pc:grpChg>
        <pc:grpChg chg="mod">
          <ac:chgData name="Daphne Economou" userId="d065a339-36cf-4937-af08-41751becbd81" providerId="ADAL" clId="{0B5D2535-6F30-4D32-9E4B-0E07407F9CEE}" dt="2024-11-04T17:48:39.957" v="3704" actId="962"/>
          <ac:grpSpMkLst>
            <pc:docMk/>
            <pc:sldMk cId="1721579488" sldId="759"/>
            <ac:grpSpMk id="50" creationId="{CDB1DF84-3B68-649F-69CC-D6D1CFD41B27}"/>
          </ac:grpSpMkLst>
        </pc:grpChg>
        <pc:inkChg chg="add mod">
          <ac:chgData name="Daphne Economou" userId="d065a339-36cf-4937-af08-41751becbd81" providerId="ADAL" clId="{0B5D2535-6F30-4D32-9E4B-0E07407F9CEE}" dt="2024-11-04T17:23:06.284" v="3282"/>
          <ac:inkMkLst>
            <pc:docMk/>
            <pc:sldMk cId="1721579488" sldId="759"/>
            <ac:inkMk id="13" creationId="{F6091F95-89E8-6C4E-4DFF-A252A2F3FCB8}"/>
          </ac:inkMkLst>
        </pc:inkChg>
        <pc:inkChg chg="add mod">
          <ac:chgData name="Daphne Economou" userId="d065a339-36cf-4937-af08-41751becbd81" providerId="ADAL" clId="{0B5D2535-6F30-4D32-9E4B-0E07407F9CEE}" dt="2024-11-04T17:23:06.284" v="3282"/>
          <ac:inkMkLst>
            <pc:docMk/>
            <pc:sldMk cId="1721579488" sldId="759"/>
            <ac:inkMk id="25" creationId="{68DDC586-7222-C0DB-84F1-1F90B3041CAE}"/>
          </ac:inkMkLst>
        </pc:inkChg>
        <pc:inkChg chg="add mod">
          <ac:chgData name="Daphne Economou" userId="d065a339-36cf-4937-af08-41751becbd81" providerId="ADAL" clId="{0B5D2535-6F30-4D32-9E4B-0E07407F9CEE}" dt="2024-11-04T17:23:06.284" v="3282"/>
          <ac:inkMkLst>
            <pc:docMk/>
            <pc:sldMk cId="1721579488" sldId="759"/>
            <ac:inkMk id="27" creationId="{753C6D79-814C-4015-85E4-644E61ADA2C5}"/>
          </ac:inkMkLst>
        </pc:inkChg>
        <pc:inkChg chg="add mod">
          <ac:chgData name="Daphne Economou" userId="d065a339-36cf-4937-af08-41751becbd81" providerId="ADAL" clId="{0B5D2535-6F30-4D32-9E4B-0E07407F9CEE}" dt="2024-11-04T17:23:06.284" v="3282"/>
          <ac:inkMkLst>
            <pc:docMk/>
            <pc:sldMk cId="1721579488" sldId="759"/>
            <ac:inkMk id="28" creationId="{C259CF02-4F8D-B496-F691-BE0A866EC179}"/>
          </ac:inkMkLst>
        </pc:inkChg>
        <pc:inkChg chg="add mod">
          <ac:chgData name="Daphne Economou" userId="d065a339-36cf-4937-af08-41751becbd81" providerId="ADAL" clId="{0B5D2535-6F30-4D32-9E4B-0E07407F9CEE}" dt="2024-11-04T17:23:06.284" v="3282"/>
          <ac:inkMkLst>
            <pc:docMk/>
            <pc:sldMk cId="1721579488" sldId="759"/>
            <ac:inkMk id="29" creationId="{90DE64B3-8538-0CF3-AD4D-C3F141CD8B09}"/>
          </ac:inkMkLst>
        </pc:inkChg>
        <pc:inkChg chg="add mod">
          <ac:chgData name="Daphne Economou" userId="d065a339-36cf-4937-af08-41751becbd81" providerId="ADAL" clId="{0B5D2535-6F30-4D32-9E4B-0E07407F9CEE}" dt="2024-11-04T17:23:06.284" v="3282"/>
          <ac:inkMkLst>
            <pc:docMk/>
            <pc:sldMk cId="1721579488" sldId="759"/>
            <ac:inkMk id="33" creationId="{0368DF8B-7AEA-C545-4E19-29692B11D8C7}"/>
          </ac:inkMkLst>
        </pc:inkChg>
        <pc:inkChg chg="add mod">
          <ac:chgData name="Daphne Economou" userId="d065a339-36cf-4937-af08-41751becbd81" providerId="ADAL" clId="{0B5D2535-6F30-4D32-9E4B-0E07407F9CEE}" dt="2024-11-04T17:23:06.284" v="3282"/>
          <ac:inkMkLst>
            <pc:docMk/>
            <pc:sldMk cId="1721579488" sldId="759"/>
            <ac:inkMk id="40" creationId="{DED39101-19B9-E1B5-ABF9-F19329308439}"/>
          </ac:inkMkLst>
        </pc:inkChg>
        <pc:inkChg chg="add mod">
          <ac:chgData name="Daphne Economou" userId="d065a339-36cf-4937-af08-41751becbd81" providerId="ADAL" clId="{0B5D2535-6F30-4D32-9E4B-0E07407F9CEE}" dt="2024-11-04T17:23:06.284" v="3282"/>
          <ac:inkMkLst>
            <pc:docMk/>
            <pc:sldMk cId="1721579488" sldId="759"/>
            <ac:inkMk id="44" creationId="{92EB6178-DA03-1B38-E307-1C6B347F9EEB}"/>
          </ac:inkMkLst>
        </pc:inkChg>
        <pc:inkChg chg="add mod">
          <ac:chgData name="Daphne Economou" userId="d065a339-36cf-4937-af08-41751becbd81" providerId="ADAL" clId="{0B5D2535-6F30-4D32-9E4B-0E07407F9CEE}" dt="2024-11-04T17:23:06.284" v="3282"/>
          <ac:inkMkLst>
            <pc:docMk/>
            <pc:sldMk cId="1721579488" sldId="759"/>
            <ac:inkMk id="45" creationId="{8BA1548D-A242-2DEB-612C-AE5657B6072D}"/>
          </ac:inkMkLst>
        </pc:inkChg>
        <pc:inkChg chg="add mod">
          <ac:chgData name="Daphne Economou" userId="d065a339-36cf-4937-af08-41751becbd81" providerId="ADAL" clId="{0B5D2535-6F30-4D32-9E4B-0E07407F9CEE}" dt="2024-11-04T17:23:06.284" v="3282"/>
          <ac:inkMkLst>
            <pc:docMk/>
            <pc:sldMk cId="1721579488" sldId="759"/>
            <ac:inkMk id="46" creationId="{E449D1DA-A2E7-1D4F-0A7D-9909E4FF8F0B}"/>
          </ac:inkMkLst>
        </pc:inkChg>
        <pc:inkChg chg="add mod">
          <ac:chgData name="Daphne Economou" userId="d065a339-36cf-4937-af08-41751becbd81" providerId="ADAL" clId="{0B5D2535-6F30-4D32-9E4B-0E07407F9CEE}" dt="2024-11-04T17:23:06.284" v="3282"/>
          <ac:inkMkLst>
            <pc:docMk/>
            <pc:sldMk cId="1721579488" sldId="759"/>
            <ac:inkMk id="48" creationId="{3AFD963D-E752-3DB4-70ED-345683B8C825}"/>
          </ac:inkMkLst>
        </pc:inkChg>
        <pc:inkChg chg="add mod">
          <ac:chgData name="Daphne Economou" userId="d065a339-36cf-4937-af08-41751becbd81" providerId="ADAL" clId="{0B5D2535-6F30-4D32-9E4B-0E07407F9CEE}" dt="2024-11-04T17:23:06.284" v="3282"/>
          <ac:inkMkLst>
            <pc:docMk/>
            <pc:sldMk cId="1721579488" sldId="759"/>
            <ac:inkMk id="49" creationId="{4E3FE17B-FCFE-A11D-D76F-DE758C60E142}"/>
          </ac:inkMkLst>
        </pc:inkChg>
        <pc:inkChg chg="del">
          <ac:chgData name="Daphne Economou" userId="d065a339-36cf-4937-af08-41751becbd81" providerId="ADAL" clId="{0B5D2535-6F30-4D32-9E4B-0E07407F9CEE}" dt="2024-11-04T17:21:05.360" v="3245" actId="478"/>
          <ac:inkMkLst>
            <pc:docMk/>
            <pc:sldMk cId="1721579488" sldId="759"/>
            <ac:inkMk id="51" creationId="{4670C96C-EF87-D0C0-9948-541640015BD1}"/>
          </ac:inkMkLst>
        </pc:inkChg>
        <pc:inkChg chg="del">
          <ac:chgData name="Daphne Economou" userId="d065a339-36cf-4937-af08-41751becbd81" providerId="ADAL" clId="{0B5D2535-6F30-4D32-9E4B-0E07407F9CEE}" dt="2024-11-04T17:22:27.943" v="3265" actId="478"/>
          <ac:inkMkLst>
            <pc:docMk/>
            <pc:sldMk cId="1721579488" sldId="759"/>
            <ac:inkMk id="52" creationId="{AB214150-067E-952A-A1D8-E63EAF30A607}"/>
          </ac:inkMkLst>
        </pc:inkChg>
      </pc:sldChg>
      <pc:sldMasterChg chg="modSp mod modSldLayout">
        <pc:chgData name="Daphne Economou" userId="d065a339-36cf-4937-af08-41751becbd81" providerId="ADAL" clId="{0B5D2535-6F30-4D32-9E4B-0E07407F9CEE}" dt="2024-11-04T17:43:48.479" v="3375" actId="20577"/>
        <pc:sldMasterMkLst>
          <pc:docMk/>
          <pc:sldMasterMk cId="0" sldId="2147483768"/>
        </pc:sldMasterMkLst>
        <pc:spChg chg="mod">
          <ac:chgData name="Daphne Economou" userId="d065a339-36cf-4937-af08-41751becbd81" providerId="ADAL" clId="{0B5D2535-6F30-4D32-9E4B-0E07407F9CEE}" dt="2024-11-04T17:43:05.053" v="3355" actId="20577"/>
          <ac:spMkLst>
            <pc:docMk/>
            <pc:sldMasterMk cId="0" sldId="2147483768"/>
            <ac:spMk id="23" creationId="{00000000-0000-0000-0000-000000000000}"/>
          </ac:spMkLst>
        </pc:spChg>
        <pc:sldLayoutChg chg="modSp mod">
          <pc:chgData name="Daphne Economou" userId="d065a339-36cf-4937-af08-41751becbd81" providerId="ADAL" clId="{0B5D2535-6F30-4D32-9E4B-0E07407F9CEE}" dt="2024-11-04T17:43:08.608" v="3357" actId="20577"/>
          <pc:sldLayoutMkLst>
            <pc:docMk/>
            <pc:sldMasterMk cId="0" sldId="2147483768"/>
            <pc:sldLayoutMk cId="0" sldId="2147483769"/>
          </pc:sldLayoutMkLst>
          <pc:spChg chg="mod">
            <ac:chgData name="Daphne Economou" userId="d065a339-36cf-4937-af08-41751becbd81" providerId="ADAL" clId="{0B5D2535-6F30-4D32-9E4B-0E07407F9CEE}" dt="2024-11-04T17:43:08.608" v="3357"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0B5D2535-6F30-4D32-9E4B-0E07407F9CEE}" dt="2024-11-04T17:42:57.549" v="3353" actId="20577"/>
          <pc:sldLayoutMkLst>
            <pc:docMk/>
            <pc:sldMasterMk cId="0" sldId="2147483768"/>
            <pc:sldLayoutMk cId="0" sldId="2147483770"/>
          </pc:sldLayoutMkLst>
          <pc:spChg chg="mod">
            <ac:chgData name="Daphne Economou" userId="d065a339-36cf-4937-af08-41751becbd81" providerId="ADAL" clId="{0B5D2535-6F30-4D32-9E4B-0E07407F9CEE}" dt="2024-11-04T17:42:57.549" v="3353"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0B5D2535-6F30-4D32-9E4B-0E07407F9CEE}" dt="2024-11-04T17:43:13.719" v="3359" actId="20577"/>
          <pc:sldLayoutMkLst>
            <pc:docMk/>
            <pc:sldMasterMk cId="0" sldId="2147483768"/>
            <pc:sldLayoutMk cId="0" sldId="2147483771"/>
          </pc:sldLayoutMkLst>
          <pc:spChg chg="mod">
            <ac:chgData name="Daphne Economou" userId="d065a339-36cf-4937-af08-41751becbd81" providerId="ADAL" clId="{0B5D2535-6F30-4D32-9E4B-0E07407F9CEE}" dt="2024-11-04T17:43:13.719" v="3359"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0B5D2535-6F30-4D32-9E4B-0E07407F9CEE}" dt="2024-11-04T17:43:17.509" v="3361" actId="20577"/>
          <pc:sldLayoutMkLst>
            <pc:docMk/>
            <pc:sldMasterMk cId="0" sldId="2147483768"/>
            <pc:sldLayoutMk cId="0" sldId="2147483772"/>
          </pc:sldLayoutMkLst>
          <pc:spChg chg="mod">
            <ac:chgData name="Daphne Economou" userId="d065a339-36cf-4937-af08-41751becbd81" providerId="ADAL" clId="{0B5D2535-6F30-4D32-9E4B-0E07407F9CEE}" dt="2024-11-04T17:43:17.509" v="3361"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0B5D2535-6F30-4D32-9E4B-0E07407F9CEE}" dt="2024-11-04T17:43:22.172" v="3363" actId="20577"/>
          <pc:sldLayoutMkLst>
            <pc:docMk/>
            <pc:sldMasterMk cId="0" sldId="2147483768"/>
            <pc:sldLayoutMk cId="0" sldId="2147483773"/>
          </pc:sldLayoutMkLst>
          <pc:spChg chg="mod">
            <ac:chgData name="Daphne Economou" userId="d065a339-36cf-4937-af08-41751becbd81" providerId="ADAL" clId="{0B5D2535-6F30-4D32-9E4B-0E07407F9CEE}" dt="2024-11-04T17:43:22.172" v="3363"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0B5D2535-6F30-4D32-9E4B-0E07407F9CEE}" dt="2024-11-04T17:43:26.011" v="3365" actId="20577"/>
          <pc:sldLayoutMkLst>
            <pc:docMk/>
            <pc:sldMasterMk cId="0" sldId="2147483768"/>
            <pc:sldLayoutMk cId="0" sldId="2147483774"/>
          </pc:sldLayoutMkLst>
          <pc:spChg chg="mod">
            <ac:chgData name="Daphne Economou" userId="d065a339-36cf-4937-af08-41751becbd81" providerId="ADAL" clId="{0B5D2535-6F30-4D32-9E4B-0E07407F9CEE}" dt="2024-11-04T17:43:26.011" v="3365"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0B5D2535-6F30-4D32-9E4B-0E07407F9CEE}" dt="2024-11-04T17:43:29.475" v="3367" actId="20577"/>
          <pc:sldLayoutMkLst>
            <pc:docMk/>
            <pc:sldMasterMk cId="0" sldId="2147483768"/>
            <pc:sldLayoutMk cId="0" sldId="2147483775"/>
          </pc:sldLayoutMkLst>
          <pc:spChg chg="mod">
            <ac:chgData name="Daphne Economou" userId="d065a339-36cf-4937-af08-41751becbd81" providerId="ADAL" clId="{0B5D2535-6F30-4D32-9E4B-0E07407F9CEE}" dt="2024-11-04T17:43:29.475" v="3367"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0B5D2535-6F30-4D32-9E4B-0E07407F9CEE}" dt="2024-11-04T17:43:33.083" v="3369" actId="20577"/>
          <pc:sldLayoutMkLst>
            <pc:docMk/>
            <pc:sldMasterMk cId="0" sldId="2147483768"/>
            <pc:sldLayoutMk cId="0" sldId="2147483776"/>
          </pc:sldLayoutMkLst>
          <pc:spChg chg="mod">
            <ac:chgData name="Daphne Economou" userId="d065a339-36cf-4937-af08-41751becbd81" providerId="ADAL" clId="{0B5D2535-6F30-4D32-9E4B-0E07407F9CEE}" dt="2024-11-04T17:43:33.083" v="3369"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0B5D2535-6F30-4D32-9E4B-0E07407F9CEE}" dt="2024-11-04T17:43:38.077" v="3371" actId="20577"/>
          <pc:sldLayoutMkLst>
            <pc:docMk/>
            <pc:sldMasterMk cId="0" sldId="2147483768"/>
            <pc:sldLayoutMk cId="0" sldId="2147483777"/>
          </pc:sldLayoutMkLst>
          <pc:spChg chg="mod">
            <ac:chgData name="Daphne Economou" userId="d065a339-36cf-4937-af08-41751becbd81" providerId="ADAL" clId="{0B5D2535-6F30-4D32-9E4B-0E07407F9CEE}" dt="2024-11-04T17:43:38.077" v="3371"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0B5D2535-6F30-4D32-9E4B-0E07407F9CEE}" dt="2024-11-04T17:43:42.514" v="3373" actId="20577"/>
          <pc:sldLayoutMkLst>
            <pc:docMk/>
            <pc:sldMasterMk cId="0" sldId="2147483768"/>
            <pc:sldLayoutMk cId="0" sldId="2147483778"/>
          </pc:sldLayoutMkLst>
          <pc:spChg chg="mod">
            <ac:chgData name="Daphne Economou" userId="d065a339-36cf-4937-af08-41751becbd81" providerId="ADAL" clId="{0B5D2535-6F30-4D32-9E4B-0E07407F9CEE}" dt="2024-11-04T17:43:42.514" v="3373"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0B5D2535-6F30-4D32-9E4B-0E07407F9CEE}" dt="2024-11-04T17:43:48.479" v="3375" actId="20577"/>
          <pc:sldLayoutMkLst>
            <pc:docMk/>
            <pc:sldMasterMk cId="0" sldId="2147483768"/>
            <pc:sldLayoutMk cId="0" sldId="2147483779"/>
          </pc:sldLayoutMkLst>
          <pc:spChg chg="mod">
            <ac:chgData name="Daphne Economou" userId="d065a339-36cf-4937-af08-41751becbd81" providerId="ADAL" clId="{0B5D2535-6F30-4D32-9E4B-0E07407F9CEE}" dt="2024-11-04T17:43:48.479" v="3375" actId="20577"/>
            <ac:spMkLst>
              <pc:docMk/>
              <pc:sldMasterMk cId="0" sldId="2147483768"/>
              <pc:sldLayoutMk cId="0" sldId="2147483779"/>
              <ac:spMk id="6" creationId="{00000000-0000-0000-0000-000000000000}"/>
            </ac:spMkLst>
          </pc:spChg>
        </pc:sldLayoutChg>
      </pc:sldMasterChg>
    </pc:docChg>
  </pc:docChgLst>
  <pc:docChgLst>
    <pc:chgData name="Daphne Economou" userId="d065a339-36cf-4937-af08-41751becbd81" providerId="ADAL" clId="{8121768B-0F42-4F12-845B-60D21B37ACBE}"/>
    <pc:docChg chg="undo custSel addSld delSld modSld sldOrd modMainMaster">
      <pc:chgData name="Daphne Economou" userId="d065a339-36cf-4937-af08-41751becbd81" providerId="ADAL" clId="{8121768B-0F42-4F12-845B-60D21B37ACBE}" dt="2023-11-04T13:23:59.351" v="779" actId="20577"/>
      <pc:docMkLst>
        <pc:docMk/>
      </pc:docMkLst>
      <pc:sldChg chg="modSp mod">
        <pc:chgData name="Daphne Economou" userId="d065a339-36cf-4937-af08-41751becbd81" providerId="ADAL" clId="{8121768B-0F42-4F12-845B-60D21B37ACBE}" dt="2023-11-04T13:23:01.590" v="767" actId="404"/>
        <pc:sldMkLst>
          <pc:docMk/>
          <pc:sldMk cId="0" sldId="358"/>
        </pc:sldMkLst>
        <pc:spChg chg="mod">
          <ac:chgData name="Daphne Economou" userId="d065a339-36cf-4937-af08-41751becbd81" providerId="ADAL" clId="{8121768B-0F42-4F12-845B-60D21B37ACBE}" dt="2023-11-04T13:23:01.590" v="767" actId="404"/>
          <ac:spMkLst>
            <pc:docMk/>
            <pc:sldMk cId="0" sldId="358"/>
            <ac:spMk id="223235" creationId="{00000000-0000-0000-0000-000000000000}"/>
          </ac:spMkLst>
        </pc:spChg>
      </pc:sldChg>
      <pc:sldChg chg="modSp mod">
        <pc:chgData name="Daphne Economou" userId="d065a339-36cf-4937-af08-41751becbd81" providerId="ADAL" clId="{8121768B-0F42-4F12-845B-60D21B37ACBE}" dt="2023-11-04T11:58:35.711" v="0" actId="20577"/>
        <pc:sldMkLst>
          <pc:docMk/>
          <pc:sldMk cId="0" sldId="443"/>
        </pc:sldMkLst>
        <pc:spChg chg="mod">
          <ac:chgData name="Daphne Economou" userId="d065a339-36cf-4937-af08-41751becbd81" providerId="ADAL" clId="{8121768B-0F42-4F12-845B-60D21B37ACBE}" dt="2023-11-04T11:58:35.711" v="0" actId="20577"/>
          <ac:spMkLst>
            <pc:docMk/>
            <pc:sldMk cId="0" sldId="443"/>
            <ac:spMk id="3" creationId="{00000000-0000-0000-0000-000000000000}"/>
          </ac:spMkLst>
        </pc:spChg>
      </pc:sldChg>
      <pc:sldChg chg="modSp mod">
        <pc:chgData name="Daphne Economou" userId="d065a339-36cf-4937-af08-41751becbd81" providerId="ADAL" clId="{8121768B-0F42-4F12-845B-60D21B37ACBE}" dt="2023-11-04T11:59:20.263" v="45" actId="20577"/>
        <pc:sldMkLst>
          <pc:docMk/>
          <pc:sldMk cId="0" sldId="499"/>
        </pc:sldMkLst>
        <pc:spChg chg="mod">
          <ac:chgData name="Daphne Economou" userId="d065a339-36cf-4937-af08-41751becbd81" providerId="ADAL" clId="{8121768B-0F42-4F12-845B-60D21B37ACBE}" dt="2023-11-04T11:59:20.263" v="45" actId="20577"/>
          <ac:spMkLst>
            <pc:docMk/>
            <pc:sldMk cId="0" sldId="499"/>
            <ac:spMk id="157699" creationId="{00000000-0000-0000-0000-000000000000}"/>
          </ac:spMkLst>
        </pc:spChg>
      </pc:sldChg>
      <pc:sldChg chg="del">
        <pc:chgData name="Daphne Economou" userId="d065a339-36cf-4937-af08-41751becbd81" providerId="ADAL" clId="{8121768B-0F42-4F12-845B-60D21B37ACBE}" dt="2023-11-04T13:17:33.039" v="698" actId="47"/>
        <pc:sldMkLst>
          <pc:docMk/>
          <pc:sldMk cId="1125299543" sldId="679"/>
        </pc:sldMkLst>
      </pc:sldChg>
      <pc:sldChg chg="modSp mod">
        <pc:chgData name="Daphne Economou" userId="d065a339-36cf-4937-af08-41751becbd81" providerId="ADAL" clId="{8121768B-0F42-4F12-845B-60D21B37ACBE}" dt="2023-11-04T12:07:05.771" v="64" actId="27636"/>
        <pc:sldMkLst>
          <pc:docMk/>
          <pc:sldMk cId="2326073187" sldId="690"/>
        </pc:sldMkLst>
        <pc:spChg chg="mod">
          <ac:chgData name="Daphne Economou" userId="d065a339-36cf-4937-af08-41751becbd81" providerId="ADAL" clId="{8121768B-0F42-4F12-845B-60D21B37ACBE}" dt="2023-11-04T12:07:05.771" v="64" actId="27636"/>
          <ac:spMkLst>
            <pc:docMk/>
            <pc:sldMk cId="2326073187" sldId="690"/>
            <ac:spMk id="3" creationId="{4D7E6294-CC37-0376-1132-CE3CC5B8FF7D}"/>
          </ac:spMkLst>
        </pc:spChg>
      </pc:sldChg>
      <pc:sldChg chg="modSp mod">
        <pc:chgData name="Daphne Economou" userId="d065a339-36cf-4937-af08-41751becbd81" providerId="ADAL" clId="{8121768B-0F42-4F12-845B-60D21B37ACBE}" dt="2023-11-04T12:05:32.148" v="57" actId="27636"/>
        <pc:sldMkLst>
          <pc:docMk/>
          <pc:sldMk cId="2589886861" sldId="691"/>
        </pc:sldMkLst>
        <pc:spChg chg="mod">
          <ac:chgData name="Daphne Economou" userId="d065a339-36cf-4937-af08-41751becbd81" providerId="ADAL" clId="{8121768B-0F42-4F12-845B-60D21B37ACBE}" dt="2023-11-04T12:05:32.148" v="57" actId="27636"/>
          <ac:spMkLst>
            <pc:docMk/>
            <pc:sldMk cId="2589886861" sldId="691"/>
            <ac:spMk id="3" creationId="{D5E34B7E-D545-46DB-4F19-2A45BAF69A11}"/>
          </ac:spMkLst>
        </pc:spChg>
      </pc:sldChg>
      <pc:sldChg chg="addSp modSp del mod">
        <pc:chgData name="Daphne Economou" userId="d065a339-36cf-4937-af08-41751becbd81" providerId="ADAL" clId="{8121768B-0F42-4F12-845B-60D21B37ACBE}" dt="2023-11-04T12:12:19.570" v="120" actId="47"/>
        <pc:sldMkLst>
          <pc:docMk/>
          <pc:sldMk cId="232357518" sldId="692"/>
        </pc:sldMkLst>
        <pc:spChg chg="mod">
          <ac:chgData name="Daphne Economou" userId="d065a339-36cf-4937-af08-41751becbd81" providerId="ADAL" clId="{8121768B-0F42-4F12-845B-60D21B37ACBE}" dt="2023-11-04T12:10:38.164" v="103" actId="27636"/>
          <ac:spMkLst>
            <pc:docMk/>
            <pc:sldMk cId="232357518" sldId="692"/>
            <ac:spMk id="3" creationId="{8B2DD347-6FE4-63A7-53C6-C719E4EA01FF}"/>
          </ac:spMkLst>
        </pc:spChg>
        <pc:picChg chg="add mod ord">
          <ac:chgData name="Daphne Economou" userId="d065a339-36cf-4937-af08-41751becbd81" providerId="ADAL" clId="{8121768B-0F42-4F12-845B-60D21B37ACBE}" dt="2023-11-04T12:09:49.225" v="91" actId="1076"/>
          <ac:picMkLst>
            <pc:docMk/>
            <pc:sldMk cId="232357518" sldId="692"/>
            <ac:picMk id="4" creationId="{42407AE5-C700-9540-572F-A53BC40E35F5}"/>
          </ac:picMkLst>
        </pc:picChg>
      </pc:sldChg>
      <pc:sldChg chg="addSp delSp modSp del mod modNotesTx">
        <pc:chgData name="Daphne Economou" userId="d065a339-36cf-4937-af08-41751becbd81" providerId="ADAL" clId="{8121768B-0F42-4F12-845B-60D21B37ACBE}" dt="2023-11-04T13:05:03.280" v="401" actId="47"/>
        <pc:sldMkLst>
          <pc:docMk/>
          <pc:sldMk cId="1149311275" sldId="693"/>
        </pc:sldMkLst>
        <pc:spChg chg="mod ord">
          <ac:chgData name="Daphne Economou" userId="d065a339-36cf-4937-af08-41751becbd81" providerId="ADAL" clId="{8121768B-0F42-4F12-845B-60D21B37ACBE}" dt="2023-11-04T12:58:54.687" v="380" actId="27636"/>
          <ac:spMkLst>
            <pc:docMk/>
            <pc:sldMk cId="1149311275" sldId="693"/>
            <ac:spMk id="3" creationId="{8C069596-8533-61E0-61CC-9426A502BB0D}"/>
          </ac:spMkLst>
        </pc:spChg>
        <pc:spChg chg="add mod">
          <ac:chgData name="Daphne Economou" userId="d065a339-36cf-4937-af08-41751becbd81" providerId="ADAL" clId="{8121768B-0F42-4F12-845B-60D21B37ACBE}" dt="2023-11-04T12:35:47.474" v="315" actId="1076"/>
          <ac:spMkLst>
            <pc:docMk/>
            <pc:sldMk cId="1149311275" sldId="693"/>
            <ac:spMk id="10" creationId="{2A4756C0-8A9F-C5BE-B4AE-145BEF51EB83}"/>
          </ac:spMkLst>
        </pc:spChg>
        <pc:picChg chg="add mod">
          <ac:chgData name="Daphne Economou" userId="d065a339-36cf-4937-af08-41751becbd81" providerId="ADAL" clId="{8121768B-0F42-4F12-845B-60D21B37ACBE}" dt="2023-11-04T12:33:31.428" v="278" actId="1076"/>
          <ac:picMkLst>
            <pc:docMk/>
            <pc:sldMk cId="1149311275" sldId="693"/>
            <ac:picMk id="4" creationId="{75477514-8D05-564B-B914-DBDDE08D4E3B}"/>
          </ac:picMkLst>
        </pc:picChg>
        <pc:picChg chg="del">
          <ac:chgData name="Daphne Economou" userId="d065a339-36cf-4937-af08-41751becbd81" providerId="ADAL" clId="{8121768B-0F42-4F12-845B-60D21B37ACBE}" dt="2023-11-04T12:09:53.980" v="93" actId="478"/>
          <ac:picMkLst>
            <pc:docMk/>
            <pc:sldMk cId="1149311275" sldId="693"/>
            <ac:picMk id="6" creationId="{875F658C-5532-E85A-D7AE-ADF1127AA2D0}"/>
          </ac:picMkLst>
        </pc:picChg>
        <pc:picChg chg="add mod ord">
          <ac:chgData name="Daphne Economou" userId="d065a339-36cf-4937-af08-41751becbd81" providerId="ADAL" clId="{8121768B-0F42-4F12-845B-60D21B37ACBE}" dt="2023-11-04T12:33:47.352" v="282" actId="1076"/>
          <ac:picMkLst>
            <pc:docMk/>
            <pc:sldMk cId="1149311275" sldId="693"/>
            <ac:picMk id="9" creationId="{1D17A1C2-5268-571B-69A4-A3604867459A}"/>
          </ac:picMkLst>
        </pc:picChg>
        <pc:cxnChg chg="add mod">
          <ac:chgData name="Daphne Economou" userId="d065a339-36cf-4937-af08-41751becbd81" providerId="ADAL" clId="{8121768B-0F42-4F12-845B-60D21B37ACBE}" dt="2023-11-04T12:35:40.945" v="313" actId="1076"/>
          <ac:cxnSpMkLst>
            <pc:docMk/>
            <pc:sldMk cId="1149311275" sldId="693"/>
            <ac:cxnSpMk id="12" creationId="{1F45A5BE-975B-1FB3-4495-AB5D1A1FF845}"/>
          </ac:cxnSpMkLst>
        </pc:cxnChg>
      </pc:sldChg>
      <pc:sldChg chg="modSp del mod">
        <pc:chgData name="Daphne Economou" userId="d065a339-36cf-4937-af08-41751becbd81" providerId="ADAL" clId="{8121768B-0F42-4F12-845B-60D21B37ACBE}" dt="2023-11-04T12:27:51.222" v="228" actId="2696"/>
        <pc:sldMkLst>
          <pc:docMk/>
          <pc:sldMk cId="190135260" sldId="695"/>
        </pc:sldMkLst>
        <pc:spChg chg="mod">
          <ac:chgData name="Daphne Economou" userId="d065a339-36cf-4937-af08-41751becbd81" providerId="ADAL" clId="{8121768B-0F42-4F12-845B-60D21B37ACBE}" dt="2023-11-04T12:17:56.385" v="165" actId="20577"/>
          <ac:spMkLst>
            <pc:docMk/>
            <pc:sldMk cId="190135260" sldId="695"/>
            <ac:spMk id="3" creationId="{FAE3F511-59E2-FF58-7185-7FD8F9FBD060}"/>
          </ac:spMkLst>
        </pc:spChg>
      </pc:sldChg>
      <pc:sldChg chg="addSp delSp modSp add mod ord">
        <pc:chgData name="Daphne Economou" userId="d065a339-36cf-4937-af08-41751becbd81" providerId="ADAL" clId="{8121768B-0F42-4F12-845B-60D21B37ACBE}" dt="2023-11-04T13:04:55.125" v="400" actId="478"/>
        <pc:sldMkLst>
          <pc:docMk/>
          <pc:sldMk cId="3813353925" sldId="695"/>
        </pc:sldMkLst>
        <pc:spChg chg="mod">
          <ac:chgData name="Daphne Economou" userId="d065a339-36cf-4937-af08-41751becbd81" providerId="ADAL" clId="{8121768B-0F42-4F12-845B-60D21B37ACBE}" dt="2023-11-04T12:59:37.847" v="387" actId="27636"/>
          <ac:spMkLst>
            <pc:docMk/>
            <pc:sldMk cId="3813353925" sldId="695"/>
            <ac:spMk id="3" creationId="{FAE3F511-59E2-FF58-7185-7FD8F9FBD060}"/>
          </ac:spMkLst>
        </pc:spChg>
        <pc:picChg chg="add del mod">
          <ac:chgData name="Daphne Economou" userId="d065a339-36cf-4937-af08-41751becbd81" providerId="ADAL" clId="{8121768B-0F42-4F12-845B-60D21B37ACBE}" dt="2023-11-04T13:04:55.125" v="400" actId="478"/>
          <ac:picMkLst>
            <pc:docMk/>
            <pc:sldMk cId="3813353925" sldId="695"/>
            <ac:picMk id="4" creationId="{2A5BDA37-5859-FDCA-3A37-B7F4775AB52E}"/>
          </ac:picMkLst>
        </pc:picChg>
      </pc:sldChg>
      <pc:sldChg chg="modSp mod">
        <pc:chgData name="Daphne Economou" userId="d065a339-36cf-4937-af08-41751becbd81" providerId="ADAL" clId="{8121768B-0F42-4F12-845B-60D21B37ACBE}" dt="2023-11-04T12:18:08.164" v="166" actId="313"/>
        <pc:sldMkLst>
          <pc:docMk/>
          <pc:sldMk cId="956517098" sldId="696"/>
        </pc:sldMkLst>
        <pc:spChg chg="mod">
          <ac:chgData name="Daphne Economou" userId="d065a339-36cf-4937-af08-41751becbd81" providerId="ADAL" clId="{8121768B-0F42-4F12-845B-60D21B37ACBE}" dt="2023-11-04T12:18:08.164" v="166" actId="313"/>
          <ac:spMkLst>
            <pc:docMk/>
            <pc:sldMk cId="956517098" sldId="696"/>
            <ac:spMk id="3" creationId="{C33ED77B-F837-655D-9F20-B760FB4F6DD8}"/>
          </ac:spMkLst>
        </pc:spChg>
      </pc:sldChg>
      <pc:sldChg chg="addSp delSp modSp mod">
        <pc:chgData name="Daphne Economou" userId="d065a339-36cf-4937-af08-41751becbd81" providerId="ADAL" clId="{8121768B-0F42-4F12-845B-60D21B37ACBE}" dt="2023-11-04T13:00:11.845" v="396" actId="404"/>
        <pc:sldMkLst>
          <pc:docMk/>
          <pc:sldMk cId="1861020392" sldId="698"/>
        </pc:sldMkLst>
        <pc:spChg chg="mod">
          <ac:chgData name="Daphne Economou" userId="d065a339-36cf-4937-af08-41751becbd81" providerId="ADAL" clId="{8121768B-0F42-4F12-845B-60D21B37ACBE}" dt="2023-11-04T13:00:11.845" v="396" actId="404"/>
          <ac:spMkLst>
            <pc:docMk/>
            <pc:sldMk cId="1861020392" sldId="698"/>
            <ac:spMk id="3" creationId="{6E0AB9CB-2146-17B5-5767-BA73D11046F4}"/>
          </ac:spMkLst>
        </pc:spChg>
        <pc:picChg chg="add mod">
          <ac:chgData name="Daphne Economou" userId="d065a339-36cf-4937-af08-41751becbd81" providerId="ADAL" clId="{8121768B-0F42-4F12-845B-60D21B37ACBE}" dt="2023-11-04T12:51:36.703" v="352" actId="1035"/>
          <ac:picMkLst>
            <pc:docMk/>
            <pc:sldMk cId="1861020392" sldId="698"/>
            <ac:picMk id="5" creationId="{70879D39-7F46-45B1-9747-257503F60A11}"/>
          </ac:picMkLst>
        </pc:picChg>
        <pc:picChg chg="del">
          <ac:chgData name="Daphne Economou" userId="d065a339-36cf-4937-af08-41751becbd81" providerId="ADAL" clId="{8121768B-0F42-4F12-845B-60D21B37ACBE}" dt="2023-11-04T12:44:30.501" v="325" actId="478"/>
          <ac:picMkLst>
            <pc:docMk/>
            <pc:sldMk cId="1861020392" sldId="698"/>
            <ac:picMk id="7" creationId="{6B2D293A-E082-A02E-97D6-BC38E15523C3}"/>
          </ac:picMkLst>
        </pc:picChg>
        <pc:picChg chg="add mod">
          <ac:chgData name="Daphne Economou" userId="d065a339-36cf-4937-af08-41751becbd81" providerId="ADAL" clId="{8121768B-0F42-4F12-845B-60D21B37ACBE}" dt="2023-11-04T12:51:43.257" v="353" actId="1076"/>
          <ac:picMkLst>
            <pc:docMk/>
            <pc:sldMk cId="1861020392" sldId="698"/>
            <ac:picMk id="10" creationId="{5E080B2B-7351-57F1-A5CC-065A04A31681}"/>
          </ac:picMkLst>
        </pc:picChg>
      </pc:sldChg>
      <pc:sldChg chg="del">
        <pc:chgData name="Daphne Economou" userId="d065a339-36cf-4937-af08-41751becbd81" providerId="ADAL" clId="{8121768B-0F42-4F12-845B-60D21B37ACBE}" dt="2023-11-04T12:53:34.748" v="359" actId="47"/>
        <pc:sldMkLst>
          <pc:docMk/>
          <pc:sldMk cId="3593614078" sldId="699"/>
        </pc:sldMkLst>
      </pc:sldChg>
      <pc:sldChg chg="modSp del mod">
        <pc:chgData name="Daphne Economou" userId="d065a339-36cf-4937-af08-41751becbd81" providerId="ADAL" clId="{8121768B-0F42-4F12-845B-60D21B37ACBE}" dt="2023-11-04T12:53:35.975" v="360" actId="47"/>
        <pc:sldMkLst>
          <pc:docMk/>
          <pc:sldMk cId="3736631847" sldId="700"/>
        </pc:sldMkLst>
        <pc:spChg chg="mod">
          <ac:chgData name="Daphne Economou" userId="d065a339-36cf-4937-af08-41751becbd81" providerId="ADAL" clId="{8121768B-0F42-4F12-845B-60D21B37ACBE}" dt="2023-11-04T12:52:47.284" v="358" actId="20577"/>
          <ac:spMkLst>
            <pc:docMk/>
            <pc:sldMk cId="3736631847" sldId="700"/>
            <ac:spMk id="3" creationId="{6E0AB9CB-2146-17B5-5767-BA73D11046F4}"/>
          </ac:spMkLst>
        </pc:spChg>
      </pc:sldChg>
      <pc:sldChg chg="modSp mod">
        <pc:chgData name="Daphne Economou" userId="d065a339-36cf-4937-af08-41751becbd81" providerId="ADAL" clId="{8121768B-0F42-4F12-845B-60D21B37ACBE}" dt="2023-11-04T13:19:28.338" v="760" actId="20577"/>
        <pc:sldMkLst>
          <pc:docMk/>
          <pc:sldMk cId="2591326158" sldId="704"/>
        </pc:sldMkLst>
        <pc:spChg chg="mod">
          <ac:chgData name="Daphne Economou" userId="d065a339-36cf-4937-af08-41751becbd81" providerId="ADAL" clId="{8121768B-0F42-4F12-845B-60D21B37ACBE}" dt="2023-11-04T13:19:28.338" v="760" actId="20577"/>
          <ac:spMkLst>
            <pc:docMk/>
            <pc:sldMk cId="2591326158" sldId="704"/>
            <ac:spMk id="8" creationId="{BFE09B54-DAEB-6F22-458D-C52D97E24D8C}"/>
          </ac:spMkLst>
        </pc:spChg>
      </pc:sldChg>
      <pc:sldChg chg="modSp mod">
        <pc:chgData name="Daphne Economou" userId="d065a339-36cf-4937-af08-41751becbd81" providerId="ADAL" clId="{8121768B-0F42-4F12-845B-60D21B37ACBE}" dt="2023-11-04T12:01:58.825" v="55" actId="207"/>
        <pc:sldMkLst>
          <pc:docMk/>
          <pc:sldMk cId="2858851835" sldId="706"/>
        </pc:sldMkLst>
        <pc:spChg chg="mod">
          <ac:chgData name="Daphne Economou" userId="d065a339-36cf-4937-af08-41751becbd81" providerId="ADAL" clId="{8121768B-0F42-4F12-845B-60D21B37ACBE}" dt="2023-11-04T12:01:58.825" v="55" actId="207"/>
          <ac:spMkLst>
            <pc:docMk/>
            <pc:sldMk cId="2858851835" sldId="706"/>
            <ac:spMk id="3" creationId="{17DF0B3F-6048-595F-FFEB-E38327B5233B}"/>
          </ac:spMkLst>
        </pc:spChg>
      </pc:sldChg>
      <pc:sldChg chg="modSp mod">
        <pc:chgData name="Daphne Economou" userId="d065a339-36cf-4937-af08-41751becbd81" providerId="ADAL" clId="{8121768B-0F42-4F12-845B-60D21B37ACBE}" dt="2023-11-04T11:59:49.611" v="54" actId="403"/>
        <pc:sldMkLst>
          <pc:docMk/>
          <pc:sldMk cId="194588178" sldId="707"/>
        </pc:sldMkLst>
        <pc:spChg chg="mod">
          <ac:chgData name="Daphne Economou" userId="d065a339-36cf-4937-af08-41751becbd81" providerId="ADAL" clId="{8121768B-0F42-4F12-845B-60D21B37ACBE}" dt="2023-11-04T11:59:49.611" v="54" actId="403"/>
          <ac:spMkLst>
            <pc:docMk/>
            <pc:sldMk cId="194588178" sldId="707"/>
            <ac:spMk id="7" creationId="{9603D38E-18E9-4A91-B807-A014C931344B}"/>
          </ac:spMkLst>
        </pc:spChg>
      </pc:sldChg>
      <pc:sldChg chg="del">
        <pc:chgData name="Daphne Economou" userId="d065a339-36cf-4937-af08-41751becbd81" providerId="ADAL" clId="{8121768B-0F42-4F12-845B-60D21B37ACBE}" dt="2023-11-04T12:27:51.222" v="228" actId="2696"/>
        <pc:sldMkLst>
          <pc:docMk/>
          <pc:sldMk cId="2216791646" sldId="716"/>
        </pc:sldMkLst>
      </pc:sldChg>
      <pc:sldChg chg="modSp add mod">
        <pc:chgData name="Daphne Economou" userId="d065a339-36cf-4937-af08-41751becbd81" providerId="ADAL" clId="{8121768B-0F42-4F12-845B-60D21B37ACBE}" dt="2023-11-04T13:06:24.190" v="413" actId="27636"/>
        <pc:sldMkLst>
          <pc:docMk/>
          <pc:sldMk cId="4192312966" sldId="716"/>
        </pc:sldMkLst>
        <pc:spChg chg="mod">
          <ac:chgData name="Daphne Economou" userId="d065a339-36cf-4937-af08-41751becbd81" providerId="ADAL" clId="{8121768B-0F42-4F12-845B-60D21B37ACBE}" dt="2023-11-04T13:06:24.190" v="413" actId="27636"/>
          <ac:spMkLst>
            <pc:docMk/>
            <pc:sldMk cId="4192312966" sldId="716"/>
            <ac:spMk id="3" creationId="{9E327EE8-F85C-DE7C-1A43-E75A25B31A5F}"/>
          </ac:spMkLst>
        </pc:spChg>
        <pc:picChg chg="mod">
          <ac:chgData name="Daphne Economou" userId="d065a339-36cf-4937-af08-41751becbd81" providerId="ADAL" clId="{8121768B-0F42-4F12-845B-60D21B37ACBE}" dt="2023-11-04T13:06:21.473" v="411" actId="1076"/>
          <ac:picMkLst>
            <pc:docMk/>
            <pc:sldMk cId="4192312966" sldId="716"/>
            <ac:picMk id="7" creationId="{5058202D-893A-3F63-39F6-BB191EA07233}"/>
          </ac:picMkLst>
        </pc:picChg>
      </pc:sldChg>
      <pc:sldChg chg="del ord">
        <pc:chgData name="Daphne Economou" userId="d065a339-36cf-4937-af08-41751becbd81" providerId="ADAL" clId="{8121768B-0F42-4F12-845B-60D21B37ACBE}" dt="2023-11-04T12:27:51.222" v="228" actId="2696"/>
        <pc:sldMkLst>
          <pc:docMk/>
          <pc:sldMk cId="1148237643" sldId="717"/>
        </pc:sldMkLst>
      </pc:sldChg>
      <pc:sldChg chg="modSp add del mod setBg">
        <pc:chgData name="Daphne Economou" userId="d065a339-36cf-4937-af08-41751becbd81" providerId="ADAL" clId="{8121768B-0F42-4F12-845B-60D21B37ACBE}" dt="2023-11-04T13:06:59.707" v="414" actId="47"/>
        <pc:sldMkLst>
          <pc:docMk/>
          <pc:sldMk cId="2044147163" sldId="717"/>
        </pc:sldMkLst>
        <pc:spChg chg="mod">
          <ac:chgData name="Daphne Economou" userId="d065a339-36cf-4937-af08-41751becbd81" providerId="ADAL" clId="{8121768B-0F42-4F12-845B-60D21B37ACBE}" dt="2023-11-04T13:06:00.902" v="402" actId="21"/>
          <ac:spMkLst>
            <pc:docMk/>
            <pc:sldMk cId="2044147163" sldId="717"/>
            <ac:spMk id="3" creationId="{FEC7D0BE-B781-FF56-D77F-3E2933A0401A}"/>
          </ac:spMkLst>
        </pc:spChg>
      </pc:sldChg>
      <pc:sldChg chg="del ord">
        <pc:chgData name="Daphne Economou" userId="d065a339-36cf-4937-af08-41751becbd81" providerId="ADAL" clId="{8121768B-0F42-4F12-845B-60D21B37ACBE}" dt="2023-11-04T12:27:51.222" v="228" actId="2696"/>
        <pc:sldMkLst>
          <pc:docMk/>
          <pc:sldMk cId="1630565315" sldId="718"/>
        </pc:sldMkLst>
      </pc:sldChg>
      <pc:sldChg chg="modSp add del mod setBg">
        <pc:chgData name="Daphne Economou" userId="d065a339-36cf-4937-af08-41751becbd81" providerId="ADAL" clId="{8121768B-0F42-4F12-845B-60D21B37ACBE}" dt="2023-11-04T13:14:08.429" v="666" actId="47"/>
        <pc:sldMkLst>
          <pc:docMk/>
          <pc:sldMk cId="3603036155" sldId="718"/>
        </pc:sldMkLst>
        <pc:spChg chg="mod">
          <ac:chgData name="Daphne Economou" userId="d065a339-36cf-4937-af08-41751becbd81" providerId="ADAL" clId="{8121768B-0F42-4F12-845B-60D21B37ACBE}" dt="2023-11-04T13:07:31.951" v="461" actId="27636"/>
          <ac:spMkLst>
            <pc:docMk/>
            <pc:sldMk cId="3603036155" sldId="718"/>
            <ac:spMk id="2" creationId="{372818C4-D175-ED53-73BE-D0710046A41C}"/>
          </ac:spMkLst>
        </pc:spChg>
      </pc:sldChg>
      <pc:sldChg chg="add del setBg">
        <pc:chgData name="Daphne Economou" userId="d065a339-36cf-4937-af08-41751becbd81" providerId="ADAL" clId="{8121768B-0F42-4F12-845B-60D21B37ACBE}" dt="2023-11-04T13:15:01.124" v="667" actId="47"/>
        <pc:sldMkLst>
          <pc:docMk/>
          <pc:sldMk cId="3000899747" sldId="719"/>
        </pc:sldMkLst>
      </pc:sldChg>
      <pc:sldChg chg="del ord">
        <pc:chgData name="Daphne Economou" userId="d065a339-36cf-4937-af08-41751becbd81" providerId="ADAL" clId="{8121768B-0F42-4F12-845B-60D21B37ACBE}" dt="2023-11-04T12:27:51.222" v="228" actId="2696"/>
        <pc:sldMkLst>
          <pc:docMk/>
          <pc:sldMk cId="4220224380" sldId="719"/>
        </pc:sldMkLst>
      </pc:sldChg>
      <pc:sldChg chg="addSp modSp new mod">
        <pc:chgData name="Daphne Economou" userId="d065a339-36cf-4937-af08-41751becbd81" providerId="ADAL" clId="{8121768B-0F42-4F12-845B-60D21B37ACBE}" dt="2023-11-04T12:26:44.184" v="223" actId="113"/>
        <pc:sldMkLst>
          <pc:docMk/>
          <pc:sldMk cId="2556786808" sldId="720"/>
        </pc:sldMkLst>
        <pc:spChg chg="mod">
          <ac:chgData name="Daphne Economou" userId="d065a339-36cf-4937-af08-41751becbd81" providerId="ADAL" clId="{8121768B-0F42-4F12-845B-60D21B37ACBE}" dt="2023-11-04T12:23:28.571" v="179" actId="108"/>
          <ac:spMkLst>
            <pc:docMk/>
            <pc:sldMk cId="2556786808" sldId="720"/>
            <ac:spMk id="2" creationId="{C1A4F910-FB5B-8BEC-AEB1-887EF8C46840}"/>
          </ac:spMkLst>
        </pc:spChg>
        <pc:spChg chg="mod">
          <ac:chgData name="Daphne Economou" userId="d065a339-36cf-4937-af08-41751becbd81" providerId="ADAL" clId="{8121768B-0F42-4F12-845B-60D21B37ACBE}" dt="2023-11-04T12:26:44.184" v="223" actId="113"/>
          <ac:spMkLst>
            <pc:docMk/>
            <pc:sldMk cId="2556786808" sldId="720"/>
            <ac:spMk id="3" creationId="{7DBBCAF9-7559-FAB8-5076-C9292AB85DEE}"/>
          </ac:spMkLst>
        </pc:spChg>
        <pc:picChg chg="add mod">
          <ac:chgData name="Daphne Economou" userId="d065a339-36cf-4937-af08-41751becbd81" providerId="ADAL" clId="{8121768B-0F42-4F12-845B-60D21B37ACBE}" dt="2023-11-04T12:25:06.124" v="186" actId="14100"/>
          <ac:picMkLst>
            <pc:docMk/>
            <pc:sldMk cId="2556786808" sldId="720"/>
            <ac:picMk id="7" creationId="{4E58CF4A-D5E5-0E5B-CDA2-533EBF31EBF7}"/>
          </ac:picMkLst>
        </pc:picChg>
      </pc:sldChg>
      <pc:sldChg chg="addSp modSp new mod chgLayout">
        <pc:chgData name="Daphne Economou" userId="d065a339-36cf-4937-af08-41751becbd81" providerId="ADAL" clId="{8121768B-0F42-4F12-845B-60D21B37ACBE}" dt="2023-11-04T13:17:42.958" v="699" actId="1076"/>
        <pc:sldMkLst>
          <pc:docMk/>
          <pc:sldMk cId="2292645302" sldId="721"/>
        </pc:sldMkLst>
        <pc:spChg chg="mod ord">
          <ac:chgData name="Daphne Economou" userId="d065a339-36cf-4937-af08-41751becbd81" providerId="ADAL" clId="{8121768B-0F42-4F12-845B-60D21B37ACBE}" dt="2023-11-04T13:17:42.958" v="699" actId="1076"/>
          <ac:spMkLst>
            <pc:docMk/>
            <pc:sldMk cId="2292645302" sldId="721"/>
            <ac:spMk id="2" creationId="{8EE3AB2A-56EC-8437-E627-BAEE1A5787F3}"/>
          </ac:spMkLst>
        </pc:spChg>
        <pc:spChg chg="mod ord">
          <ac:chgData name="Daphne Economou" userId="d065a339-36cf-4937-af08-41751becbd81" providerId="ADAL" clId="{8121768B-0F42-4F12-845B-60D21B37ACBE}" dt="2023-11-04T13:17:24.265" v="696" actId="27636"/>
          <ac:spMkLst>
            <pc:docMk/>
            <pc:sldMk cId="2292645302" sldId="721"/>
            <ac:spMk id="3" creationId="{84A0AA52-55EE-5C19-D5AD-5F03B7AABC86}"/>
          </ac:spMkLst>
        </pc:spChg>
        <pc:spChg chg="mod ord">
          <ac:chgData name="Daphne Economou" userId="d065a339-36cf-4937-af08-41751becbd81" providerId="ADAL" clId="{8121768B-0F42-4F12-845B-60D21B37ACBE}" dt="2023-11-04T13:17:24.248" v="695" actId="700"/>
          <ac:spMkLst>
            <pc:docMk/>
            <pc:sldMk cId="2292645302" sldId="721"/>
            <ac:spMk id="4" creationId="{7928DC2A-D47E-3A1C-C0C3-E19A6B2D30F6}"/>
          </ac:spMkLst>
        </pc:spChg>
        <pc:spChg chg="mod ord">
          <ac:chgData name="Daphne Economou" userId="d065a339-36cf-4937-af08-41751becbd81" providerId="ADAL" clId="{8121768B-0F42-4F12-845B-60D21B37ACBE}" dt="2023-11-04T13:17:24.248" v="695" actId="700"/>
          <ac:spMkLst>
            <pc:docMk/>
            <pc:sldMk cId="2292645302" sldId="721"/>
            <ac:spMk id="5" creationId="{F5420C73-E66E-C23C-D63A-14863880C78E}"/>
          </ac:spMkLst>
        </pc:spChg>
        <pc:graphicFrameChg chg="add mod modGraphic">
          <ac:chgData name="Daphne Economou" userId="d065a339-36cf-4937-af08-41751becbd81" providerId="ADAL" clId="{8121768B-0F42-4F12-845B-60D21B37ACBE}" dt="2023-11-04T13:17:29.296" v="697" actId="1076"/>
          <ac:graphicFrameMkLst>
            <pc:docMk/>
            <pc:sldMk cId="2292645302" sldId="721"/>
            <ac:graphicFrameMk id="6" creationId="{956117B1-41A5-1868-390F-BF11416759A6}"/>
          </ac:graphicFrameMkLst>
        </pc:graphicFrameChg>
      </pc:sldChg>
      <pc:sldMasterChg chg="modSp mod modSldLayout">
        <pc:chgData name="Daphne Economou" userId="d065a339-36cf-4937-af08-41751becbd81" providerId="ADAL" clId="{8121768B-0F42-4F12-845B-60D21B37ACBE}" dt="2023-11-04T13:23:59.351" v="779" actId="20577"/>
        <pc:sldMasterMkLst>
          <pc:docMk/>
          <pc:sldMasterMk cId="0" sldId="2147483768"/>
        </pc:sldMasterMkLst>
        <pc:spChg chg="mod">
          <ac:chgData name="Daphne Economou" userId="d065a339-36cf-4937-af08-41751becbd81" providerId="ADAL" clId="{8121768B-0F42-4F12-845B-60D21B37ACBE}" dt="2023-11-04T13:23:40.080" v="769" actId="20577"/>
          <ac:spMkLst>
            <pc:docMk/>
            <pc:sldMasterMk cId="0" sldId="2147483768"/>
            <ac:spMk id="23" creationId="{00000000-0000-0000-0000-000000000000}"/>
          </ac:spMkLst>
        </pc:spChg>
        <pc:sldLayoutChg chg="modSp mod">
          <pc:chgData name="Daphne Economou" userId="d065a339-36cf-4937-af08-41751becbd81" providerId="ADAL" clId="{8121768B-0F42-4F12-845B-60D21B37ACBE}" dt="2023-11-04T13:23:43.401" v="771" actId="20577"/>
          <pc:sldLayoutMkLst>
            <pc:docMk/>
            <pc:sldMasterMk cId="0" sldId="2147483768"/>
            <pc:sldLayoutMk cId="0" sldId="2147483769"/>
          </pc:sldLayoutMkLst>
          <pc:spChg chg="mod">
            <ac:chgData name="Daphne Economou" userId="d065a339-36cf-4937-af08-41751becbd81" providerId="ADAL" clId="{8121768B-0F42-4F12-845B-60D21B37ACBE}" dt="2023-11-04T13:23:43.401" v="771"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8121768B-0F42-4F12-845B-60D21B37ACBE}" dt="2023-11-04T13:23:46.779" v="773" actId="20577"/>
          <pc:sldLayoutMkLst>
            <pc:docMk/>
            <pc:sldMasterMk cId="0" sldId="2147483768"/>
            <pc:sldLayoutMk cId="0" sldId="2147483770"/>
          </pc:sldLayoutMkLst>
          <pc:spChg chg="mod">
            <ac:chgData name="Daphne Economou" userId="d065a339-36cf-4937-af08-41751becbd81" providerId="ADAL" clId="{8121768B-0F42-4F12-845B-60D21B37ACBE}" dt="2023-11-04T13:23:46.779" v="773"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8121768B-0F42-4F12-845B-60D21B37ACBE}" dt="2023-11-04T13:23:50.468" v="775" actId="20577"/>
          <pc:sldLayoutMkLst>
            <pc:docMk/>
            <pc:sldMasterMk cId="0" sldId="2147483768"/>
            <pc:sldLayoutMk cId="0" sldId="2147483771"/>
          </pc:sldLayoutMkLst>
          <pc:spChg chg="mod">
            <ac:chgData name="Daphne Economou" userId="d065a339-36cf-4937-af08-41751becbd81" providerId="ADAL" clId="{8121768B-0F42-4F12-845B-60D21B37ACBE}" dt="2023-11-04T13:23:50.468" v="775"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8121768B-0F42-4F12-845B-60D21B37ACBE}" dt="2023-11-04T13:23:55.372" v="777" actId="20577"/>
          <pc:sldLayoutMkLst>
            <pc:docMk/>
            <pc:sldMasterMk cId="0" sldId="2147483768"/>
            <pc:sldLayoutMk cId="0" sldId="2147483774"/>
          </pc:sldLayoutMkLst>
          <pc:spChg chg="mod">
            <ac:chgData name="Daphne Economou" userId="d065a339-36cf-4937-af08-41751becbd81" providerId="ADAL" clId="{8121768B-0F42-4F12-845B-60D21B37ACBE}" dt="2023-11-04T13:23:55.372" v="777"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8121768B-0F42-4F12-845B-60D21B37ACBE}" dt="2023-11-04T13:23:59.351" v="779" actId="20577"/>
          <pc:sldLayoutMkLst>
            <pc:docMk/>
            <pc:sldMasterMk cId="0" sldId="2147483768"/>
            <pc:sldLayoutMk cId="0" sldId="2147483775"/>
          </pc:sldLayoutMkLst>
          <pc:spChg chg="mod">
            <ac:chgData name="Daphne Economou" userId="d065a339-36cf-4937-af08-41751becbd81" providerId="ADAL" clId="{8121768B-0F42-4F12-845B-60D21B37ACBE}" dt="2023-11-04T13:23:59.351" v="779" actId="20577"/>
            <ac:spMkLst>
              <pc:docMk/>
              <pc:sldMasterMk cId="0" sldId="2147483768"/>
              <pc:sldLayoutMk cId="0" sldId="2147483775"/>
              <ac:spMk id="4" creationId="{00000000-0000-0000-0000-000000000000}"/>
            </ac:spMkLst>
          </pc:spChg>
        </pc:sldLayoutChg>
      </pc:sldMasterChg>
    </pc:docChg>
  </pc:docChgLst>
  <pc:docChgLst>
    <pc:chgData name="Daphne Economou" userId="d065a339-36cf-4937-af08-41751becbd81" providerId="ADAL" clId="{CFAC9A1C-B330-4863-B35D-0F3D53AA40D7}"/>
    <pc:docChg chg="undo custSel addSld delSld modSld sldOrd modMainMaster">
      <pc:chgData name="Daphne Economou" userId="d065a339-36cf-4937-af08-41751becbd81" providerId="ADAL" clId="{CFAC9A1C-B330-4863-B35D-0F3D53AA40D7}" dt="2023-11-12T01:25:26.319" v="1984" actId="47"/>
      <pc:docMkLst>
        <pc:docMk/>
      </pc:docMkLst>
      <pc:sldChg chg="modSp mod">
        <pc:chgData name="Daphne Economou" userId="d065a339-36cf-4937-af08-41751becbd81" providerId="ADAL" clId="{CFAC9A1C-B330-4863-B35D-0F3D53AA40D7}" dt="2023-11-11T11:37:44.962" v="1297" actId="6549"/>
        <pc:sldMkLst>
          <pc:docMk/>
          <pc:sldMk cId="0" sldId="358"/>
        </pc:sldMkLst>
        <pc:spChg chg="mod">
          <ac:chgData name="Daphne Economou" userId="d065a339-36cf-4937-af08-41751becbd81" providerId="ADAL" clId="{CFAC9A1C-B330-4863-B35D-0F3D53AA40D7}" dt="2023-11-11T11:37:44.962" v="1297" actId="6549"/>
          <ac:spMkLst>
            <pc:docMk/>
            <pc:sldMk cId="0" sldId="358"/>
            <ac:spMk id="223235" creationId="{00000000-0000-0000-0000-000000000000}"/>
          </ac:spMkLst>
        </pc:spChg>
      </pc:sldChg>
      <pc:sldChg chg="modSp mod">
        <pc:chgData name="Daphne Economou" userId="d065a339-36cf-4937-af08-41751becbd81" providerId="ADAL" clId="{CFAC9A1C-B330-4863-B35D-0F3D53AA40D7}" dt="2023-11-11T11:34:30.554" v="1273" actId="27636"/>
        <pc:sldMkLst>
          <pc:docMk/>
          <pc:sldMk cId="0" sldId="499"/>
        </pc:sldMkLst>
        <pc:spChg chg="mod">
          <ac:chgData name="Daphne Economou" userId="d065a339-36cf-4937-af08-41751becbd81" providerId="ADAL" clId="{CFAC9A1C-B330-4863-B35D-0F3D53AA40D7}" dt="2023-11-11T11:34:30.554" v="1273" actId="27636"/>
          <ac:spMkLst>
            <pc:docMk/>
            <pc:sldMk cId="0" sldId="499"/>
            <ac:spMk id="157699" creationId="{00000000-0000-0000-0000-000000000000}"/>
          </ac:spMkLst>
        </pc:spChg>
      </pc:sldChg>
      <pc:sldChg chg="modSp mod">
        <pc:chgData name="Daphne Economou" userId="d065a339-36cf-4937-af08-41751becbd81" providerId="ADAL" clId="{CFAC9A1C-B330-4863-B35D-0F3D53AA40D7}" dt="2023-11-04T13:25:29.731" v="40" actId="962"/>
        <pc:sldMkLst>
          <pc:docMk/>
          <pc:sldMk cId="1284913496" sldId="659"/>
        </pc:sldMkLst>
        <pc:picChg chg="mod">
          <ac:chgData name="Daphne Economou" userId="d065a339-36cf-4937-af08-41751becbd81" providerId="ADAL" clId="{CFAC9A1C-B330-4863-B35D-0F3D53AA40D7}" dt="2023-11-04T13:25:29.731" v="40" actId="962"/>
          <ac:picMkLst>
            <pc:docMk/>
            <pc:sldMk cId="1284913496" sldId="659"/>
            <ac:picMk id="10" creationId="{AECDE12C-0F59-9E27-E862-8725B03C07D5}"/>
          </ac:picMkLst>
        </pc:picChg>
      </pc:sldChg>
      <pc:sldChg chg="modSp mod">
        <pc:chgData name="Daphne Economou" userId="d065a339-36cf-4937-af08-41751becbd81" providerId="ADAL" clId="{CFAC9A1C-B330-4863-B35D-0F3D53AA40D7}" dt="2023-11-04T13:25:35.627" v="41" actId="962"/>
        <pc:sldMkLst>
          <pc:docMk/>
          <pc:sldMk cId="3321785762" sldId="662"/>
        </pc:sldMkLst>
        <pc:picChg chg="mod">
          <ac:chgData name="Daphne Economou" userId="d065a339-36cf-4937-af08-41751becbd81" providerId="ADAL" clId="{CFAC9A1C-B330-4863-B35D-0F3D53AA40D7}" dt="2023-11-04T13:25:35.627" v="41" actId="962"/>
          <ac:picMkLst>
            <pc:docMk/>
            <pc:sldMk cId="3321785762" sldId="662"/>
            <ac:picMk id="6" creationId="{58D41F48-DC4F-20B8-6DB1-B273125754F1}"/>
          </ac:picMkLst>
        </pc:picChg>
      </pc:sldChg>
      <pc:sldChg chg="modSp mod">
        <pc:chgData name="Daphne Economou" userId="d065a339-36cf-4937-af08-41751becbd81" providerId="ADAL" clId="{CFAC9A1C-B330-4863-B35D-0F3D53AA40D7}" dt="2023-11-04T13:26:26.453" v="177" actId="962"/>
        <pc:sldMkLst>
          <pc:docMk/>
          <pc:sldMk cId="4089075956" sldId="663"/>
        </pc:sldMkLst>
        <pc:picChg chg="mod">
          <ac:chgData name="Daphne Economou" userId="d065a339-36cf-4937-af08-41751becbd81" providerId="ADAL" clId="{CFAC9A1C-B330-4863-B35D-0F3D53AA40D7}" dt="2023-11-04T13:26:26.453" v="177" actId="962"/>
          <ac:picMkLst>
            <pc:docMk/>
            <pc:sldMk cId="4089075956" sldId="663"/>
            <ac:picMk id="5" creationId="{94D5166F-C4BB-33E3-367C-7B2715EB7ED3}"/>
          </ac:picMkLst>
        </pc:picChg>
        <pc:picChg chg="mod">
          <ac:chgData name="Daphne Economou" userId="d065a339-36cf-4937-af08-41751becbd81" providerId="ADAL" clId="{CFAC9A1C-B330-4863-B35D-0F3D53AA40D7}" dt="2023-11-04T13:26:06.142" v="107" actId="962"/>
          <ac:picMkLst>
            <pc:docMk/>
            <pc:sldMk cId="4089075956" sldId="663"/>
            <ac:picMk id="12" creationId="{AABDFA86-D32B-2B7B-A38B-5A82AB91F628}"/>
          </ac:picMkLst>
        </pc:picChg>
      </pc:sldChg>
      <pc:sldChg chg="modSp mod">
        <pc:chgData name="Daphne Economou" userId="d065a339-36cf-4937-af08-41751becbd81" providerId="ADAL" clId="{CFAC9A1C-B330-4863-B35D-0F3D53AA40D7}" dt="2023-11-04T13:25:20.014" v="0" actId="962"/>
        <pc:sldMkLst>
          <pc:docMk/>
          <pc:sldMk cId="2678297386" sldId="664"/>
        </pc:sldMkLst>
        <pc:picChg chg="mod">
          <ac:chgData name="Daphne Economou" userId="d065a339-36cf-4937-af08-41751becbd81" providerId="ADAL" clId="{CFAC9A1C-B330-4863-B35D-0F3D53AA40D7}" dt="2023-11-04T13:25:20.014" v="0" actId="962"/>
          <ac:picMkLst>
            <pc:docMk/>
            <pc:sldMk cId="2678297386" sldId="664"/>
            <ac:picMk id="9" creationId="{718AAD13-31E4-A8E5-B3BE-BB1BC7FCED9D}"/>
          </ac:picMkLst>
        </pc:picChg>
      </pc:sldChg>
      <pc:sldChg chg="ord">
        <pc:chgData name="Daphne Economou" userId="d065a339-36cf-4937-af08-41751becbd81" providerId="ADAL" clId="{CFAC9A1C-B330-4863-B35D-0F3D53AA40D7}" dt="2023-11-10T22:38:27.978" v="862"/>
        <pc:sldMkLst>
          <pc:docMk/>
          <pc:sldMk cId="2205690091" sldId="677"/>
        </pc:sldMkLst>
      </pc:sldChg>
      <pc:sldChg chg="modSp mod">
        <pc:chgData name="Daphne Economou" userId="d065a339-36cf-4937-af08-41751becbd81" providerId="ADAL" clId="{CFAC9A1C-B330-4863-B35D-0F3D53AA40D7}" dt="2023-11-04T13:28:40.650" v="437" actId="962"/>
        <pc:sldMkLst>
          <pc:docMk/>
          <pc:sldMk cId="1754456890" sldId="684"/>
        </pc:sldMkLst>
        <pc:picChg chg="mod">
          <ac:chgData name="Daphne Economou" userId="d065a339-36cf-4937-af08-41751becbd81" providerId="ADAL" clId="{CFAC9A1C-B330-4863-B35D-0F3D53AA40D7}" dt="2023-11-04T13:28:40.650" v="437" actId="962"/>
          <ac:picMkLst>
            <pc:docMk/>
            <pc:sldMk cId="1754456890" sldId="684"/>
            <ac:picMk id="11" creationId="{F236637E-5312-A55F-7D94-6D33CFF11855}"/>
          </ac:picMkLst>
        </pc:picChg>
      </pc:sldChg>
      <pc:sldChg chg="modSp mod">
        <pc:chgData name="Daphne Economou" userId="d065a339-36cf-4937-af08-41751becbd81" providerId="ADAL" clId="{CFAC9A1C-B330-4863-B35D-0F3D53AA40D7}" dt="2023-11-04T13:28:44.206" v="439" actId="962"/>
        <pc:sldMkLst>
          <pc:docMk/>
          <pc:sldMk cId="601033246" sldId="685"/>
        </pc:sldMkLst>
        <pc:picChg chg="mod">
          <ac:chgData name="Daphne Economou" userId="d065a339-36cf-4937-af08-41751becbd81" providerId="ADAL" clId="{CFAC9A1C-B330-4863-B35D-0F3D53AA40D7}" dt="2023-11-04T13:28:44.206" v="439" actId="962"/>
          <ac:picMkLst>
            <pc:docMk/>
            <pc:sldMk cId="601033246" sldId="685"/>
            <ac:picMk id="13" creationId="{5F53131C-1119-E5BD-8871-8A968CD479E2}"/>
          </ac:picMkLst>
        </pc:picChg>
      </pc:sldChg>
      <pc:sldChg chg="modSp mod">
        <pc:chgData name="Daphne Economou" userId="d065a339-36cf-4937-af08-41751becbd81" providerId="ADAL" clId="{CFAC9A1C-B330-4863-B35D-0F3D53AA40D7}" dt="2023-11-04T13:28:47.476" v="441" actId="962"/>
        <pc:sldMkLst>
          <pc:docMk/>
          <pc:sldMk cId="311864859" sldId="686"/>
        </pc:sldMkLst>
        <pc:picChg chg="mod">
          <ac:chgData name="Daphne Economou" userId="d065a339-36cf-4937-af08-41751becbd81" providerId="ADAL" clId="{CFAC9A1C-B330-4863-B35D-0F3D53AA40D7}" dt="2023-11-04T13:28:47.476" v="441" actId="962"/>
          <ac:picMkLst>
            <pc:docMk/>
            <pc:sldMk cId="311864859" sldId="686"/>
            <ac:picMk id="7" creationId="{551F3000-9322-4B92-F1BC-9BC139BA65CE}"/>
          </ac:picMkLst>
        </pc:picChg>
      </pc:sldChg>
      <pc:sldChg chg="modSp mod">
        <pc:chgData name="Daphne Economou" userId="d065a339-36cf-4937-af08-41751becbd81" providerId="ADAL" clId="{CFAC9A1C-B330-4863-B35D-0F3D53AA40D7}" dt="2023-11-04T13:28:50.194" v="443" actId="962"/>
        <pc:sldMkLst>
          <pc:docMk/>
          <pc:sldMk cId="2573299379" sldId="687"/>
        </pc:sldMkLst>
        <pc:picChg chg="mod">
          <ac:chgData name="Daphne Economou" userId="d065a339-36cf-4937-af08-41751becbd81" providerId="ADAL" clId="{CFAC9A1C-B330-4863-B35D-0F3D53AA40D7}" dt="2023-11-04T13:28:50.194" v="443" actId="962"/>
          <ac:picMkLst>
            <pc:docMk/>
            <pc:sldMk cId="2573299379" sldId="687"/>
            <ac:picMk id="9" creationId="{BD65D893-EF72-445F-26CE-7E40102AB156}"/>
          </ac:picMkLst>
        </pc:picChg>
      </pc:sldChg>
      <pc:sldChg chg="modSp mod">
        <pc:chgData name="Daphne Economou" userId="d065a339-36cf-4937-af08-41751becbd81" providerId="ADAL" clId="{CFAC9A1C-B330-4863-B35D-0F3D53AA40D7}" dt="2023-11-04T13:28:52.990" v="445" actId="962"/>
        <pc:sldMkLst>
          <pc:docMk/>
          <pc:sldMk cId="1268397854" sldId="688"/>
        </pc:sldMkLst>
        <pc:picChg chg="mod">
          <ac:chgData name="Daphne Economou" userId="d065a339-36cf-4937-af08-41751becbd81" providerId="ADAL" clId="{CFAC9A1C-B330-4863-B35D-0F3D53AA40D7}" dt="2023-11-04T13:28:52.990" v="445" actId="962"/>
          <ac:picMkLst>
            <pc:docMk/>
            <pc:sldMk cId="1268397854" sldId="688"/>
            <ac:picMk id="7" creationId="{DE877285-24FA-D4D2-E492-E86B6559BA3E}"/>
          </ac:picMkLst>
        </pc:picChg>
      </pc:sldChg>
      <pc:sldChg chg="modSp mod">
        <pc:chgData name="Daphne Economou" userId="d065a339-36cf-4937-af08-41751becbd81" providerId="ADAL" clId="{CFAC9A1C-B330-4863-B35D-0F3D53AA40D7}" dt="2023-11-04T13:28:58.921" v="447" actId="962"/>
        <pc:sldMkLst>
          <pc:docMk/>
          <pc:sldMk cId="4170147541" sldId="689"/>
        </pc:sldMkLst>
        <pc:picChg chg="mod">
          <ac:chgData name="Daphne Economou" userId="d065a339-36cf-4937-af08-41751becbd81" providerId="ADAL" clId="{CFAC9A1C-B330-4863-B35D-0F3D53AA40D7}" dt="2023-11-04T13:28:58.921" v="447" actId="962"/>
          <ac:picMkLst>
            <pc:docMk/>
            <pc:sldMk cId="4170147541" sldId="689"/>
            <ac:picMk id="9" creationId="{D70F3F92-405F-AAD4-3D18-91F54A4009F0}"/>
          </ac:picMkLst>
        </pc:picChg>
      </pc:sldChg>
      <pc:sldChg chg="del">
        <pc:chgData name="Daphne Economou" userId="d065a339-36cf-4937-af08-41751becbd81" providerId="ADAL" clId="{CFAC9A1C-B330-4863-B35D-0F3D53AA40D7}" dt="2023-11-10T22:52:36.224" v="960" actId="47"/>
        <pc:sldMkLst>
          <pc:docMk/>
          <pc:sldMk cId="2326073187" sldId="690"/>
        </pc:sldMkLst>
      </pc:sldChg>
      <pc:sldChg chg="modSp mod">
        <pc:chgData name="Daphne Economou" userId="d065a339-36cf-4937-af08-41751becbd81" providerId="ADAL" clId="{CFAC9A1C-B330-4863-B35D-0F3D53AA40D7}" dt="2023-11-11T11:43:19.656" v="1451" actId="962"/>
        <pc:sldMkLst>
          <pc:docMk/>
          <pc:sldMk cId="3813353925" sldId="695"/>
        </pc:sldMkLst>
        <pc:spChg chg="mod">
          <ac:chgData name="Daphne Economou" userId="d065a339-36cf-4937-af08-41751becbd81" providerId="ADAL" clId="{CFAC9A1C-B330-4863-B35D-0F3D53AA40D7}" dt="2023-11-11T11:43:19.656" v="1451" actId="962"/>
          <ac:spMkLst>
            <pc:docMk/>
            <pc:sldMk cId="3813353925" sldId="695"/>
            <ac:spMk id="2" creationId="{39722DCC-9B28-C2BA-08C1-3A598FB94BA8}"/>
          </ac:spMkLst>
        </pc:spChg>
        <pc:spChg chg="mod">
          <ac:chgData name="Daphne Economou" userId="d065a339-36cf-4937-af08-41751becbd81" providerId="ADAL" clId="{CFAC9A1C-B330-4863-B35D-0F3D53AA40D7}" dt="2023-11-04T13:29:18.601" v="501" actId="962"/>
          <ac:spMkLst>
            <pc:docMk/>
            <pc:sldMk cId="3813353925" sldId="695"/>
            <ac:spMk id="3" creationId="{FAE3F511-59E2-FF58-7185-7FD8F9FBD060}"/>
          </ac:spMkLst>
        </pc:spChg>
      </pc:sldChg>
      <pc:sldChg chg="modSp mod">
        <pc:chgData name="Daphne Economou" userId="d065a339-36cf-4937-af08-41751becbd81" providerId="ADAL" clId="{CFAC9A1C-B330-4863-B35D-0F3D53AA40D7}" dt="2023-11-11T11:43:51.219" v="1507" actId="962"/>
        <pc:sldMkLst>
          <pc:docMk/>
          <pc:sldMk cId="956517098" sldId="696"/>
        </pc:sldMkLst>
        <pc:spChg chg="mod">
          <ac:chgData name="Daphne Economou" userId="d065a339-36cf-4937-af08-41751becbd81" providerId="ADAL" clId="{CFAC9A1C-B330-4863-B35D-0F3D53AA40D7}" dt="2023-11-04T13:29:45.178" v="581" actId="962"/>
          <ac:spMkLst>
            <pc:docMk/>
            <pc:sldMk cId="956517098" sldId="696"/>
            <ac:spMk id="3" creationId="{C33ED77B-F837-655D-9F20-B760FB4F6DD8}"/>
          </ac:spMkLst>
        </pc:spChg>
        <pc:picChg chg="mod">
          <ac:chgData name="Daphne Economou" userId="d065a339-36cf-4937-af08-41751becbd81" providerId="ADAL" clId="{CFAC9A1C-B330-4863-B35D-0F3D53AA40D7}" dt="2023-11-11T11:43:51.219" v="1507" actId="962"/>
          <ac:picMkLst>
            <pc:docMk/>
            <pc:sldMk cId="956517098" sldId="696"/>
            <ac:picMk id="7" creationId="{8695E7FB-FB5D-17F5-6E37-CA0B6AD13CA9}"/>
          </ac:picMkLst>
        </pc:picChg>
      </pc:sldChg>
      <pc:sldChg chg="addSp modSp mod">
        <pc:chgData name="Daphne Economou" userId="d065a339-36cf-4937-af08-41751becbd81" providerId="ADAL" clId="{CFAC9A1C-B330-4863-B35D-0F3D53AA40D7}" dt="2023-11-10T19:02:00.040" v="700" actId="115"/>
        <pc:sldMkLst>
          <pc:docMk/>
          <pc:sldMk cId="652799084" sldId="697"/>
        </pc:sldMkLst>
        <pc:spChg chg="mod">
          <ac:chgData name="Daphne Economou" userId="d065a339-36cf-4937-af08-41751becbd81" providerId="ADAL" clId="{CFAC9A1C-B330-4863-B35D-0F3D53AA40D7}" dt="2023-11-10T19:02:00.040" v="700" actId="115"/>
          <ac:spMkLst>
            <pc:docMk/>
            <pc:sldMk cId="652799084" sldId="697"/>
            <ac:spMk id="3" creationId="{C33ED77B-F837-655D-9F20-B760FB4F6DD8}"/>
          </ac:spMkLst>
        </pc:spChg>
        <pc:picChg chg="mod">
          <ac:chgData name="Daphne Economou" userId="d065a339-36cf-4937-af08-41751becbd81" providerId="ADAL" clId="{CFAC9A1C-B330-4863-B35D-0F3D53AA40D7}" dt="2023-11-04T13:30:00.251" v="583" actId="962"/>
          <ac:picMkLst>
            <pc:docMk/>
            <pc:sldMk cId="652799084" sldId="697"/>
            <ac:picMk id="8" creationId="{FCF51F43-3021-0AB2-17D4-BF80C54D2913}"/>
          </ac:picMkLst>
        </pc:picChg>
        <pc:cxnChg chg="add mod">
          <ac:chgData name="Daphne Economou" userId="d065a339-36cf-4937-af08-41751becbd81" providerId="ADAL" clId="{CFAC9A1C-B330-4863-B35D-0F3D53AA40D7}" dt="2023-11-10T19:00:58.052" v="693" actId="693"/>
          <ac:cxnSpMkLst>
            <pc:docMk/>
            <pc:sldMk cId="652799084" sldId="697"/>
            <ac:cxnSpMk id="7" creationId="{C0A2C275-7F75-D7FE-2027-B5707C713FE7}"/>
          </ac:cxnSpMkLst>
        </pc:cxnChg>
      </pc:sldChg>
      <pc:sldChg chg="modSp mod">
        <pc:chgData name="Daphne Economou" userId="d065a339-36cf-4937-af08-41751becbd81" providerId="ADAL" clId="{CFAC9A1C-B330-4863-B35D-0F3D53AA40D7}" dt="2023-11-04T13:30:10.001" v="587" actId="962"/>
        <pc:sldMkLst>
          <pc:docMk/>
          <pc:sldMk cId="1861020392" sldId="698"/>
        </pc:sldMkLst>
        <pc:picChg chg="mod">
          <ac:chgData name="Daphne Economou" userId="d065a339-36cf-4937-af08-41751becbd81" providerId="ADAL" clId="{CFAC9A1C-B330-4863-B35D-0F3D53AA40D7}" dt="2023-11-04T13:30:07.528" v="585" actId="962"/>
          <ac:picMkLst>
            <pc:docMk/>
            <pc:sldMk cId="1861020392" sldId="698"/>
            <ac:picMk id="5" creationId="{70879D39-7F46-45B1-9747-257503F60A11}"/>
          </ac:picMkLst>
        </pc:picChg>
        <pc:picChg chg="mod">
          <ac:chgData name="Daphne Economou" userId="d065a339-36cf-4937-af08-41751becbd81" providerId="ADAL" clId="{CFAC9A1C-B330-4863-B35D-0F3D53AA40D7}" dt="2023-11-04T13:30:10.001" v="587" actId="962"/>
          <ac:picMkLst>
            <pc:docMk/>
            <pc:sldMk cId="1861020392" sldId="698"/>
            <ac:picMk id="10" creationId="{5E080B2B-7351-57F1-A5CC-065A04A31681}"/>
          </ac:picMkLst>
        </pc:picChg>
      </pc:sldChg>
      <pc:sldChg chg="modSp mod">
        <pc:chgData name="Daphne Economou" userId="d065a339-36cf-4937-af08-41751becbd81" providerId="ADAL" clId="{CFAC9A1C-B330-4863-B35D-0F3D53AA40D7}" dt="2023-11-04T13:30:43.901" v="675" actId="962"/>
        <pc:sldMkLst>
          <pc:docMk/>
          <pc:sldMk cId="3660008594" sldId="702"/>
        </pc:sldMkLst>
        <pc:picChg chg="mod">
          <ac:chgData name="Daphne Economou" userId="d065a339-36cf-4937-af08-41751becbd81" providerId="ADAL" clId="{CFAC9A1C-B330-4863-B35D-0F3D53AA40D7}" dt="2023-11-04T13:30:43.901" v="675" actId="962"/>
          <ac:picMkLst>
            <pc:docMk/>
            <pc:sldMk cId="3660008594" sldId="702"/>
            <ac:picMk id="17" creationId="{AE150F52-6E99-BDF8-C4E5-931568DD6998}"/>
          </ac:picMkLst>
        </pc:picChg>
      </pc:sldChg>
      <pc:sldChg chg="modSp mod">
        <pc:chgData name="Daphne Economou" userId="d065a339-36cf-4937-af08-41751becbd81" providerId="ADAL" clId="{CFAC9A1C-B330-4863-B35D-0F3D53AA40D7}" dt="2023-11-11T11:34:58.538" v="1291" actId="20577"/>
        <pc:sldMkLst>
          <pc:docMk/>
          <pc:sldMk cId="2591326158" sldId="704"/>
        </pc:sldMkLst>
        <pc:spChg chg="mod">
          <ac:chgData name="Daphne Economou" userId="d065a339-36cf-4937-af08-41751becbd81" providerId="ADAL" clId="{CFAC9A1C-B330-4863-B35D-0F3D53AA40D7}" dt="2023-11-11T11:34:58.538" v="1291" actId="20577"/>
          <ac:spMkLst>
            <pc:docMk/>
            <pc:sldMk cId="2591326158" sldId="704"/>
            <ac:spMk id="8" creationId="{BFE09B54-DAEB-6F22-458D-C52D97E24D8C}"/>
          </ac:spMkLst>
        </pc:spChg>
      </pc:sldChg>
      <pc:sldChg chg="modSp mod">
        <pc:chgData name="Daphne Economou" userId="d065a339-36cf-4937-af08-41751becbd81" providerId="ADAL" clId="{CFAC9A1C-B330-4863-B35D-0F3D53AA40D7}" dt="2023-11-04T13:30:51.776" v="677" actId="962"/>
        <pc:sldMkLst>
          <pc:docMk/>
          <pc:sldMk cId="43082428" sldId="705"/>
        </pc:sldMkLst>
        <pc:picChg chg="mod">
          <ac:chgData name="Daphne Economou" userId="d065a339-36cf-4937-af08-41751becbd81" providerId="ADAL" clId="{CFAC9A1C-B330-4863-B35D-0F3D53AA40D7}" dt="2023-11-04T13:30:51.776" v="677" actId="962"/>
          <ac:picMkLst>
            <pc:docMk/>
            <pc:sldMk cId="43082428" sldId="705"/>
            <ac:picMk id="12" creationId="{32FAF98D-2E18-5F29-51E4-58703AAB6180}"/>
          </ac:picMkLst>
        </pc:picChg>
        <pc:picChg chg="mod">
          <ac:chgData name="Daphne Economou" userId="d065a339-36cf-4937-af08-41751becbd81" providerId="ADAL" clId="{CFAC9A1C-B330-4863-B35D-0F3D53AA40D7}" dt="2023-11-04T13:30:49.316" v="676" actId="962"/>
          <ac:picMkLst>
            <pc:docMk/>
            <pc:sldMk cId="43082428" sldId="705"/>
            <ac:picMk id="14" creationId="{2743B4F0-79AE-6EE0-9890-5F93A60A0631}"/>
          </ac:picMkLst>
        </pc:picChg>
      </pc:sldChg>
      <pc:sldChg chg="modSp mod">
        <pc:chgData name="Daphne Economou" userId="d065a339-36cf-4937-af08-41751becbd81" providerId="ADAL" clId="{CFAC9A1C-B330-4863-B35D-0F3D53AA40D7}" dt="2023-11-11T11:42:11.348" v="1333" actId="962"/>
        <pc:sldMkLst>
          <pc:docMk/>
          <pc:sldMk cId="2858851835" sldId="706"/>
        </pc:sldMkLst>
        <pc:spChg chg="mod">
          <ac:chgData name="Daphne Economou" userId="d065a339-36cf-4937-af08-41751becbd81" providerId="ADAL" clId="{CFAC9A1C-B330-4863-B35D-0F3D53AA40D7}" dt="2023-11-04T13:28:19.711" v="435" actId="962"/>
          <ac:spMkLst>
            <pc:docMk/>
            <pc:sldMk cId="2858851835" sldId="706"/>
            <ac:spMk id="2" creationId="{55AC0C24-80DB-B540-1A19-4EC2C19F1FE1}"/>
          </ac:spMkLst>
        </pc:spChg>
        <pc:spChg chg="mod">
          <ac:chgData name="Daphne Economou" userId="d065a339-36cf-4937-af08-41751becbd81" providerId="ADAL" clId="{CFAC9A1C-B330-4863-B35D-0F3D53AA40D7}" dt="2023-11-11T11:42:11.348" v="1333" actId="962"/>
          <ac:spMkLst>
            <pc:docMk/>
            <pc:sldMk cId="2858851835" sldId="706"/>
            <ac:spMk id="3" creationId="{17DF0B3F-6048-595F-FFEB-E38327B5233B}"/>
          </ac:spMkLst>
        </pc:spChg>
      </pc:sldChg>
      <pc:sldChg chg="add">
        <pc:chgData name="Daphne Economou" userId="d065a339-36cf-4937-af08-41751becbd81" providerId="ADAL" clId="{CFAC9A1C-B330-4863-B35D-0F3D53AA40D7}" dt="2023-11-10T22:34:11.846" v="845"/>
        <pc:sldMkLst>
          <pc:docMk/>
          <pc:sldMk cId="823010149" sldId="708"/>
        </pc:sldMkLst>
      </pc:sldChg>
      <pc:sldChg chg="modSp add mod ord">
        <pc:chgData name="Daphne Economou" userId="d065a339-36cf-4937-af08-41751becbd81" providerId="ADAL" clId="{CFAC9A1C-B330-4863-B35D-0F3D53AA40D7}" dt="2023-11-10T22:50:21.848" v="959" actId="6549"/>
        <pc:sldMkLst>
          <pc:docMk/>
          <pc:sldMk cId="2478527240" sldId="711"/>
        </pc:sldMkLst>
        <pc:spChg chg="mod">
          <ac:chgData name="Daphne Economou" userId="d065a339-36cf-4937-af08-41751becbd81" providerId="ADAL" clId="{CFAC9A1C-B330-4863-B35D-0F3D53AA40D7}" dt="2023-11-10T22:49:18.217" v="889"/>
          <ac:spMkLst>
            <pc:docMk/>
            <pc:sldMk cId="2478527240" sldId="711"/>
            <ac:spMk id="2" creationId="{BE73E254-2EE0-719C-5AE2-BD274F275573}"/>
          </ac:spMkLst>
        </pc:spChg>
        <pc:spChg chg="mod">
          <ac:chgData name="Daphne Economou" userId="d065a339-36cf-4937-af08-41751becbd81" providerId="ADAL" clId="{CFAC9A1C-B330-4863-B35D-0F3D53AA40D7}" dt="2023-11-10T22:50:21.848" v="959" actId="6549"/>
          <ac:spMkLst>
            <pc:docMk/>
            <pc:sldMk cId="2478527240" sldId="711"/>
            <ac:spMk id="3" creationId="{FF57F37C-72D7-4C41-F4BB-433C37563CC3}"/>
          </ac:spMkLst>
        </pc:spChg>
      </pc:sldChg>
      <pc:sldChg chg="modSp mod">
        <pc:chgData name="Daphne Economou" userId="d065a339-36cf-4937-af08-41751becbd81" providerId="ADAL" clId="{CFAC9A1C-B330-4863-B35D-0F3D53AA40D7}" dt="2023-11-04T13:27:23.625" v="319" actId="962"/>
        <pc:sldMkLst>
          <pc:docMk/>
          <pc:sldMk cId="2258071659" sldId="712"/>
        </pc:sldMkLst>
        <pc:picChg chg="mod">
          <ac:chgData name="Daphne Economou" userId="d065a339-36cf-4937-af08-41751becbd81" providerId="ADAL" clId="{CFAC9A1C-B330-4863-B35D-0F3D53AA40D7}" dt="2023-11-04T13:27:23.625" v="319" actId="962"/>
          <ac:picMkLst>
            <pc:docMk/>
            <pc:sldMk cId="2258071659" sldId="712"/>
            <ac:picMk id="11" creationId="{86B9FCE8-1D11-7B54-4B70-E9E2B10C0B0C}"/>
          </ac:picMkLst>
        </pc:picChg>
      </pc:sldChg>
      <pc:sldChg chg="modSp add del mod">
        <pc:chgData name="Daphne Economou" userId="d065a339-36cf-4937-af08-41751becbd81" providerId="ADAL" clId="{CFAC9A1C-B330-4863-B35D-0F3D53AA40D7}" dt="2023-11-11T11:42:23.726" v="1335" actId="962"/>
        <pc:sldMkLst>
          <pc:docMk/>
          <pc:sldMk cId="3792762052" sldId="713"/>
        </pc:sldMkLst>
        <pc:spChg chg="mod">
          <ac:chgData name="Daphne Economou" userId="d065a339-36cf-4937-af08-41751becbd81" providerId="ADAL" clId="{CFAC9A1C-B330-4863-B35D-0F3D53AA40D7}" dt="2023-11-10T22:38:42.775" v="866" actId="404"/>
          <ac:spMkLst>
            <pc:docMk/>
            <pc:sldMk cId="3792762052" sldId="713"/>
            <ac:spMk id="2" creationId="{7C847009-9886-5260-860B-958A2CAF9D63}"/>
          </ac:spMkLst>
        </pc:spChg>
        <pc:spChg chg="mod">
          <ac:chgData name="Daphne Economou" userId="d065a339-36cf-4937-af08-41751becbd81" providerId="ADAL" clId="{CFAC9A1C-B330-4863-B35D-0F3D53AA40D7}" dt="2023-11-10T22:41:39.471" v="879" actId="20577"/>
          <ac:spMkLst>
            <pc:docMk/>
            <pc:sldMk cId="3792762052" sldId="713"/>
            <ac:spMk id="9" creationId="{7F423DA4-6B9B-1168-9EC4-10CBF906A2D4}"/>
          </ac:spMkLst>
        </pc:spChg>
        <pc:picChg chg="mod">
          <ac:chgData name="Daphne Economou" userId="d065a339-36cf-4937-af08-41751becbd81" providerId="ADAL" clId="{CFAC9A1C-B330-4863-B35D-0F3D53AA40D7}" dt="2023-11-11T11:42:23.726" v="1335" actId="962"/>
          <ac:picMkLst>
            <pc:docMk/>
            <pc:sldMk cId="3792762052" sldId="713"/>
            <ac:picMk id="7" creationId="{E7302681-2B00-707F-308C-4AEF6D2EDC6F}"/>
          </ac:picMkLst>
        </pc:picChg>
      </pc:sldChg>
      <pc:sldChg chg="modSp mod">
        <pc:chgData name="Daphne Economou" userId="d065a339-36cf-4937-af08-41751becbd81" providerId="ADAL" clId="{CFAC9A1C-B330-4863-B35D-0F3D53AA40D7}" dt="2023-11-04T13:25:58.694" v="101" actId="962"/>
        <pc:sldMkLst>
          <pc:docMk/>
          <pc:sldMk cId="1789661013" sldId="714"/>
        </pc:sldMkLst>
        <pc:picChg chg="mod">
          <ac:chgData name="Daphne Economou" userId="d065a339-36cf-4937-af08-41751becbd81" providerId="ADAL" clId="{CFAC9A1C-B330-4863-B35D-0F3D53AA40D7}" dt="2023-11-04T13:25:58.694" v="101" actId="962"/>
          <ac:picMkLst>
            <pc:docMk/>
            <pc:sldMk cId="1789661013" sldId="714"/>
            <ac:picMk id="11" creationId="{5291BEC7-97DB-DDB4-E362-E02A999249C7}"/>
          </ac:picMkLst>
        </pc:picChg>
      </pc:sldChg>
      <pc:sldChg chg="modSp mod">
        <pc:chgData name="Daphne Economou" userId="d065a339-36cf-4937-af08-41751becbd81" providerId="ADAL" clId="{CFAC9A1C-B330-4863-B35D-0F3D53AA40D7}" dt="2023-11-11T11:30:13.087" v="1187" actId="1035"/>
        <pc:sldMkLst>
          <pc:docMk/>
          <pc:sldMk cId="4192312966" sldId="716"/>
        </pc:sldMkLst>
        <pc:spChg chg="mod">
          <ac:chgData name="Daphne Economou" userId="d065a339-36cf-4937-af08-41751becbd81" providerId="ADAL" clId="{CFAC9A1C-B330-4863-B35D-0F3D53AA40D7}" dt="2023-11-11T11:30:13.087" v="1187" actId="1035"/>
          <ac:spMkLst>
            <pc:docMk/>
            <pc:sldMk cId="4192312966" sldId="716"/>
            <ac:spMk id="2" creationId="{72E71629-7E7F-9F5C-7C27-919A5B4E9B34}"/>
          </ac:spMkLst>
        </pc:spChg>
        <pc:picChg chg="mod">
          <ac:chgData name="Daphne Economou" userId="d065a339-36cf-4937-af08-41751becbd81" providerId="ADAL" clId="{CFAC9A1C-B330-4863-B35D-0F3D53AA40D7}" dt="2023-11-04T13:30:27.205" v="591" actId="962"/>
          <ac:picMkLst>
            <pc:docMk/>
            <pc:sldMk cId="4192312966" sldId="716"/>
            <ac:picMk id="7" creationId="{5058202D-893A-3F63-39F6-BB191EA07233}"/>
          </ac:picMkLst>
        </pc:picChg>
      </pc:sldChg>
      <pc:sldChg chg="add">
        <pc:chgData name="Daphne Economou" userId="d065a339-36cf-4937-af08-41751becbd81" providerId="ADAL" clId="{CFAC9A1C-B330-4863-B35D-0F3D53AA40D7}" dt="2023-11-10T22:42:21.458" v="881"/>
        <pc:sldMkLst>
          <pc:docMk/>
          <pc:sldMk cId="1811354348" sldId="717"/>
        </pc:sldMkLst>
      </pc:sldChg>
      <pc:sldChg chg="add del">
        <pc:chgData name="Daphne Economou" userId="d065a339-36cf-4937-af08-41751becbd81" providerId="ADAL" clId="{CFAC9A1C-B330-4863-B35D-0F3D53AA40D7}" dt="2023-11-10T22:42:03.309" v="880" actId="2696"/>
        <pc:sldMkLst>
          <pc:docMk/>
          <pc:sldMk cId="2641285923" sldId="717"/>
        </pc:sldMkLst>
      </pc:sldChg>
      <pc:sldChg chg="add del">
        <pc:chgData name="Daphne Economou" userId="d065a339-36cf-4937-af08-41751becbd81" providerId="ADAL" clId="{CFAC9A1C-B330-4863-B35D-0F3D53AA40D7}" dt="2023-11-10T22:42:03.309" v="880" actId="2696"/>
        <pc:sldMkLst>
          <pc:docMk/>
          <pc:sldMk cId="2097631564" sldId="718"/>
        </pc:sldMkLst>
      </pc:sldChg>
      <pc:sldChg chg="add">
        <pc:chgData name="Daphne Economou" userId="d065a339-36cf-4937-af08-41751becbd81" providerId="ADAL" clId="{CFAC9A1C-B330-4863-B35D-0F3D53AA40D7}" dt="2023-11-10T22:42:21.458" v="881"/>
        <pc:sldMkLst>
          <pc:docMk/>
          <pc:sldMk cId="4232649952" sldId="718"/>
        </pc:sldMkLst>
      </pc:sldChg>
      <pc:sldChg chg="modSp add mod">
        <pc:chgData name="Daphne Economou" userId="d065a339-36cf-4937-af08-41751becbd81" providerId="ADAL" clId="{CFAC9A1C-B330-4863-B35D-0F3D53AA40D7}" dt="2023-11-11T11:42:59.240" v="1395" actId="962"/>
        <pc:sldMkLst>
          <pc:docMk/>
          <pc:sldMk cId="938708808" sldId="719"/>
        </pc:sldMkLst>
        <pc:picChg chg="mod">
          <ac:chgData name="Daphne Economou" userId="d065a339-36cf-4937-af08-41751becbd81" providerId="ADAL" clId="{CFAC9A1C-B330-4863-B35D-0F3D53AA40D7}" dt="2023-11-11T11:42:59.240" v="1395" actId="962"/>
          <ac:picMkLst>
            <pc:docMk/>
            <pc:sldMk cId="938708808" sldId="719"/>
            <ac:picMk id="42" creationId="{F2738CFE-E282-D73F-1DBC-8E775DC1C784}"/>
          </ac:picMkLst>
        </pc:picChg>
      </pc:sldChg>
      <pc:sldChg chg="add del">
        <pc:chgData name="Daphne Economou" userId="d065a339-36cf-4937-af08-41751becbd81" providerId="ADAL" clId="{CFAC9A1C-B330-4863-B35D-0F3D53AA40D7}" dt="2023-11-10T22:42:03.309" v="880" actId="2696"/>
        <pc:sldMkLst>
          <pc:docMk/>
          <pc:sldMk cId="2191163319" sldId="719"/>
        </pc:sldMkLst>
      </pc:sldChg>
      <pc:sldChg chg="modSp mod">
        <pc:chgData name="Daphne Economou" userId="d065a339-36cf-4937-af08-41751becbd81" providerId="ADAL" clId="{CFAC9A1C-B330-4863-B35D-0F3D53AA40D7}" dt="2023-11-04T13:30:18.756" v="589" actId="962"/>
        <pc:sldMkLst>
          <pc:docMk/>
          <pc:sldMk cId="2556786808" sldId="720"/>
        </pc:sldMkLst>
        <pc:picChg chg="mod">
          <ac:chgData name="Daphne Economou" userId="d065a339-36cf-4937-af08-41751becbd81" providerId="ADAL" clId="{CFAC9A1C-B330-4863-B35D-0F3D53AA40D7}" dt="2023-11-04T13:30:18.756" v="589" actId="962"/>
          <ac:picMkLst>
            <pc:docMk/>
            <pc:sldMk cId="2556786808" sldId="720"/>
            <ac:picMk id="7" creationId="{4E58CF4A-D5E5-0E5B-CDA2-533EBF31EBF7}"/>
          </ac:picMkLst>
        </pc:picChg>
      </pc:sldChg>
      <pc:sldChg chg="addSp delSp modSp new mod">
        <pc:chgData name="Daphne Economou" userId="d065a339-36cf-4937-af08-41751becbd81" providerId="ADAL" clId="{CFAC9A1C-B330-4863-B35D-0F3D53AA40D7}" dt="2023-11-10T23:24:47.566" v="1161" actId="207"/>
        <pc:sldMkLst>
          <pc:docMk/>
          <pc:sldMk cId="1656869834" sldId="722"/>
        </pc:sldMkLst>
        <pc:spChg chg="mod">
          <ac:chgData name="Daphne Economou" userId="d065a339-36cf-4937-af08-41751becbd81" providerId="ADAL" clId="{CFAC9A1C-B330-4863-B35D-0F3D53AA40D7}" dt="2023-11-10T22:59:07.399" v="962" actId="27636"/>
          <ac:spMkLst>
            <pc:docMk/>
            <pc:sldMk cId="1656869834" sldId="722"/>
            <ac:spMk id="2" creationId="{058453E7-6FA8-F9C0-4931-3261C2244E82}"/>
          </ac:spMkLst>
        </pc:spChg>
        <pc:spChg chg="del mod">
          <ac:chgData name="Daphne Economou" userId="d065a339-36cf-4937-af08-41751becbd81" providerId="ADAL" clId="{CFAC9A1C-B330-4863-B35D-0F3D53AA40D7}" dt="2023-11-10T21:56:19.789" v="817" actId="478"/>
          <ac:spMkLst>
            <pc:docMk/>
            <pc:sldMk cId="1656869834" sldId="722"/>
            <ac:spMk id="3" creationId="{250C6BD1-BC24-0CB8-29A8-E0FE2F24517F}"/>
          </ac:spMkLst>
        </pc:spChg>
        <pc:spChg chg="add del mod">
          <ac:chgData name="Daphne Economou" userId="d065a339-36cf-4937-af08-41751becbd81" providerId="ADAL" clId="{CFAC9A1C-B330-4863-B35D-0F3D53AA40D7}" dt="2023-11-10T21:56:35.127" v="820" actId="478"/>
          <ac:spMkLst>
            <pc:docMk/>
            <pc:sldMk cId="1656869834" sldId="722"/>
            <ac:spMk id="8" creationId="{DB5E29DB-988A-0DD1-B547-06C896B25E12}"/>
          </ac:spMkLst>
        </pc:spChg>
        <pc:graphicFrameChg chg="add mod modGraphic">
          <ac:chgData name="Daphne Economou" userId="d065a339-36cf-4937-af08-41751becbd81" providerId="ADAL" clId="{CFAC9A1C-B330-4863-B35D-0F3D53AA40D7}" dt="2023-11-10T23:24:47.566" v="1161" actId="207"/>
          <ac:graphicFrameMkLst>
            <pc:docMk/>
            <pc:sldMk cId="1656869834" sldId="722"/>
            <ac:graphicFrameMk id="6" creationId="{5686D4FD-4C52-0B5E-71CB-9970155E3D0A}"/>
          </ac:graphicFrameMkLst>
        </pc:graphicFrameChg>
      </pc:sldChg>
      <pc:sldChg chg="add">
        <pc:chgData name="Daphne Economou" userId="d065a339-36cf-4937-af08-41751becbd81" providerId="ADAL" clId="{CFAC9A1C-B330-4863-B35D-0F3D53AA40D7}" dt="2023-11-10T22:34:11.846" v="845"/>
        <pc:sldMkLst>
          <pc:docMk/>
          <pc:sldMk cId="1246850550" sldId="723"/>
        </pc:sldMkLst>
      </pc:sldChg>
      <pc:sldChg chg="add">
        <pc:chgData name="Daphne Economou" userId="d065a339-36cf-4937-af08-41751becbd81" providerId="ADAL" clId="{CFAC9A1C-B330-4863-B35D-0F3D53AA40D7}" dt="2023-11-10T22:34:11.846" v="845"/>
        <pc:sldMkLst>
          <pc:docMk/>
          <pc:sldMk cId="1400181624" sldId="724"/>
        </pc:sldMkLst>
      </pc:sldChg>
      <pc:sldChg chg="modSp add del mod">
        <pc:chgData name="Daphne Economou" userId="d065a339-36cf-4937-af08-41751becbd81" providerId="ADAL" clId="{CFAC9A1C-B330-4863-B35D-0F3D53AA40D7}" dt="2023-11-11T11:30:50.689" v="1188" actId="2696"/>
        <pc:sldMkLst>
          <pc:docMk/>
          <pc:sldMk cId="2067512439" sldId="725"/>
        </pc:sldMkLst>
        <pc:spChg chg="mod">
          <ac:chgData name="Daphne Economou" userId="d065a339-36cf-4937-af08-41751becbd81" providerId="ADAL" clId="{CFAC9A1C-B330-4863-B35D-0F3D53AA40D7}" dt="2023-11-10T23:26:18.657" v="1163" actId="113"/>
          <ac:spMkLst>
            <pc:docMk/>
            <pc:sldMk cId="2067512439" sldId="725"/>
            <ac:spMk id="3" creationId="{F3D0CB27-BB99-6F28-5F62-06A26F4EB134}"/>
          </ac:spMkLst>
        </pc:spChg>
      </pc:sldChg>
      <pc:sldChg chg="add del">
        <pc:chgData name="Daphne Economou" userId="d065a339-36cf-4937-af08-41751becbd81" providerId="ADAL" clId="{CFAC9A1C-B330-4863-B35D-0F3D53AA40D7}" dt="2023-11-10T22:39:04.897" v="868" actId="47"/>
        <pc:sldMkLst>
          <pc:docMk/>
          <pc:sldMk cId="2860085250" sldId="725"/>
        </pc:sldMkLst>
      </pc:sldChg>
      <pc:sldChg chg="modSp add mod">
        <pc:chgData name="Daphne Economou" userId="d065a339-36cf-4937-af08-41751becbd81" providerId="ADAL" clId="{CFAC9A1C-B330-4863-B35D-0F3D53AA40D7}" dt="2023-11-11T11:46:58.235" v="1717" actId="962"/>
        <pc:sldMkLst>
          <pc:docMk/>
          <pc:sldMk cId="4129570148" sldId="725"/>
        </pc:sldMkLst>
        <pc:picChg chg="mod">
          <ac:chgData name="Daphne Economou" userId="d065a339-36cf-4937-af08-41751becbd81" providerId="ADAL" clId="{CFAC9A1C-B330-4863-B35D-0F3D53AA40D7}" dt="2023-11-11T11:46:58.235" v="1717" actId="962"/>
          <ac:picMkLst>
            <pc:docMk/>
            <pc:sldMk cId="4129570148" sldId="725"/>
            <ac:picMk id="8" creationId="{D09FDC4A-F7D9-CE3E-1AD9-57EFBFD3594F}"/>
          </ac:picMkLst>
        </pc:picChg>
      </pc:sldChg>
      <pc:sldChg chg="addSp delSp modSp add del mod">
        <pc:chgData name="Daphne Economou" userId="d065a339-36cf-4937-af08-41751becbd81" providerId="ADAL" clId="{CFAC9A1C-B330-4863-B35D-0F3D53AA40D7}" dt="2023-11-10T22:42:03.309" v="880" actId="2696"/>
        <pc:sldMkLst>
          <pc:docMk/>
          <pc:sldMk cId="1900327024" sldId="726"/>
        </pc:sldMkLst>
        <pc:spChg chg="del">
          <ac:chgData name="Daphne Economou" userId="d065a339-36cf-4937-af08-41751becbd81" providerId="ADAL" clId="{CFAC9A1C-B330-4863-B35D-0F3D53AA40D7}" dt="2023-11-10T22:39:17.856" v="869" actId="478"/>
          <ac:spMkLst>
            <pc:docMk/>
            <pc:sldMk cId="1900327024" sldId="726"/>
            <ac:spMk id="2" creationId="{7EDDEB4D-650F-F159-DF72-13EE67D13FDD}"/>
          </ac:spMkLst>
        </pc:spChg>
        <pc:spChg chg="add del mod">
          <ac:chgData name="Daphne Economou" userId="d065a339-36cf-4937-af08-41751becbd81" providerId="ADAL" clId="{CFAC9A1C-B330-4863-B35D-0F3D53AA40D7}" dt="2023-11-10T22:39:23.097" v="872" actId="478"/>
          <ac:spMkLst>
            <pc:docMk/>
            <pc:sldMk cId="1900327024" sldId="726"/>
            <ac:spMk id="11" creationId="{4C4D484B-8599-A21D-1168-CF4D50522AE7}"/>
          </ac:spMkLst>
        </pc:spChg>
        <pc:spChg chg="add del mod">
          <ac:chgData name="Daphne Economou" userId="d065a339-36cf-4937-af08-41751becbd81" providerId="ADAL" clId="{CFAC9A1C-B330-4863-B35D-0F3D53AA40D7}" dt="2023-11-10T22:39:25.696" v="873" actId="478"/>
          <ac:spMkLst>
            <pc:docMk/>
            <pc:sldMk cId="1900327024" sldId="726"/>
            <ac:spMk id="12" creationId="{4850703C-674A-371E-4DEB-0884E40EEDB7}"/>
          </ac:spMkLst>
        </pc:spChg>
        <pc:spChg chg="add mod">
          <ac:chgData name="Daphne Economou" userId="d065a339-36cf-4937-af08-41751becbd81" providerId="ADAL" clId="{CFAC9A1C-B330-4863-B35D-0F3D53AA40D7}" dt="2023-11-10T22:39:32.912" v="875" actId="1076"/>
          <ac:spMkLst>
            <pc:docMk/>
            <pc:sldMk cId="1900327024" sldId="726"/>
            <ac:spMk id="13" creationId="{C88A0709-CF1B-053F-AA6A-B306A6BC10BD}"/>
          </ac:spMkLst>
        </pc:spChg>
      </pc:sldChg>
      <pc:sldChg chg="modSp add mod">
        <pc:chgData name="Daphne Economou" userId="d065a339-36cf-4937-af08-41751becbd81" providerId="ADAL" clId="{CFAC9A1C-B330-4863-B35D-0F3D53AA40D7}" dt="2023-11-10T22:42:49.754" v="885" actId="1076"/>
        <pc:sldMkLst>
          <pc:docMk/>
          <pc:sldMk cId="3072863535" sldId="726"/>
        </pc:sldMkLst>
        <pc:spChg chg="mod">
          <ac:chgData name="Daphne Economou" userId="d065a339-36cf-4937-af08-41751becbd81" providerId="ADAL" clId="{CFAC9A1C-B330-4863-B35D-0F3D53AA40D7}" dt="2023-11-10T22:42:41.995" v="884" actId="27636"/>
          <ac:spMkLst>
            <pc:docMk/>
            <pc:sldMk cId="3072863535" sldId="726"/>
            <ac:spMk id="3" creationId="{5A63FEF0-0AA7-4CEC-CDA9-7798526211B7}"/>
          </ac:spMkLst>
        </pc:spChg>
        <pc:spChg chg="mod">
          <ac:chgData name="Daphne Economou" userId="d065a339-36cf-4937-af08-41751becbd81" providerId="ADAL" clId="{CFAC9A1C-B330-4863-B35D-0F3D53AA40D7}" dt="2023-11-10T22:42:49.754" v="885" actId="1076"/>
          <ac:spMkLst>
            <pc:docMk/>
            <pc:sldMk cId="3072863535" sldId="726"/>
            <ac:spMk id="5" creationId="{3B6F064D-00A3-E438-C546-A5AB28E25172}"/>
          </ac:spMkLst>
        </pc:spChg>
        <pc:spChg chg="mod">
          <ac:chgData name="Daphne Economou" userId="d065a339-36cf-4937-af08-41751becbd81" providerId="ADAL" clId="{CFAC9A1C-B330-4863-B35D-0F3D53AA40D7}" dt="2023-11-10T22:42:35.815" v="882"/>
          <ac:spMkLst>
            <pc:docMk/>
            <pc:sldMk cId="3072863535" sldId="726"/>
            <ac:spMk id="13" creationId="{C88A0709-CF1B-053F-AA6A-B306A6BC10BD}"/>
          </ac:spMkLst>
        </pc:spChg>
      </pc:sldChg>
      <pc:sldChg chg="add del">
        <pc:chgData name="Daphne Economou" userId="d065a339-36cf-4937-af08-41751becbd81" providerId="ADAL" clId="{CFAC9A1C-B330-4863-B35D-0F3D53AA40D7}" dt="2023-11-10T22:42:03.309" v="880" actId="2696"/>
        <pc:sldMkLst>
          <pc:docMk/>
          <pc:sldMk cId="3702809697" sldId="727"/>
        </pc:sldMkLst>
      </pc:sldChg>
      <pc:sldChg chg="modSp add mod">
        <pc:chgData name="Daphne Economou" userId="d065a339-36cf-4937-af08-41751becbd81" providerId="ADAL" clId="{CFAC9A1C-B330-4863-B35D-0F3D53AA40D7}" dt="2023-11-11T11:42:47.474" v="1365" actId="962"/>
        <pc:sldMkLst>
          <pc:docMk/>
          <pc:sldMk cId="4191373772" sldId="727"/>
        </pc:sldMkLst>
        <pc:picChg chg="mod">
          <ac:chgData name="Daphne Economou" userId="d065a339-36cf-4937-af08-41751becbd81" providerId="ADAL" clId="{CFAC9A1C-B330-4863-B35D-0F3D53AA40D7}" dt="2023-11-11T11:42:47.474" v="1365" actId="962"/>
          <ac:picMkLst>
            <pc:docMk/>
            <pc:sldMk cId="4191373772" sldId="727"/>
            <ac:picMk id="30" creationId="{ED1F8B81-4888-7C68-3326-C200A87F2F83}"/>
          </ac:picMkLst>
        </pc:picChg>
      </pc:sldChg>
      <pc:sldChg chg="add">
        <pc:chgData name="Daphne Economou" userId="d065a339-36cf-4937-af08-41751becbd81" providerId="ADAL" clId="{CFAC9A1C-B330-4863-B35D-0F3D53AA40D7}" dt="2023-11-10T22:42:21.458" v="881"/>
        <pc:sldMkLst>
          <pc:docMk/>
          <pc:sldMk cId="73084371" sldId="728"/>
        </pc:sldMkLst>
      </pc:sldChg>
      <pc:sldChg chg="add del">
        <pc:chgData name="Daphne Economou" userId="d065a339-36cf-4937-af08-41751becbd81" providerId="ADAL" clId="{CFAC9A1C-B330-4863-B35D-0F3D53AA40D7}" dt="2023-11-10T22:42:03.309" v="880" actId="2696"/>
        <pc:sldMkLst>
          <pc:docMk/>
          <pc:sldMk cId="2531365598" sldId="728"/>
        </pc:sldMkLst>
      </pc:sldChg>
      <pc:sldChg chg="modSp add mod">
        <pc:chgData name="Daphne Economou" userId="d065a339-36cf-4937-af08-41751becbd81" providerId="ADAL" clId="{CFAC9A1C-B330-4863-B35D-0F3D53AA40D7}" dt="2023-11-11T11:46:31.524" v="1713" actId="962"/>
        <pc:sldMkLst>
          <pc:docMk/>
          <pc:sldMk cId="242331894" sldId="729"/>
        </pc:sldMkLst>
        <pc:picChg chg="mod">
          <ac:chgData name="Daphne Economou" userId="d065a339-36cf-4937-af08-41751becbd81" providerId="ADAL" clId="{CFAC9A1C-B330-4863-B35D-0F3D53AA40D7}" dt="2023-11-11T11:46:31.524" v="1713" actId="962"/>
          <ac:picMkLst>
            <pc:docMk/>
            <pc:sldMk cId="242331894" sldId="729"/>
            <ac:picMk id="14" creationId="{5E61BB1E-172F-8E71-80CB-64CC98015B41}"/>
          </ac:picMkLst>
        </pc:picChg>
      </pc:sldChg>
      <pc:sldChg chg="add del">
        <pc:chgData name="Daphne Economou" userId="d065a339-36cf-4937-af08-41751becbd81" providerId="ADAL" clId="{CFAC9A1C-B330-4863-B35D-0F3D53AA40D7}" dt="2023-11-11T11:30:50.689" v="1188" actId="2696"/>
        <pc:sldMkLst>
          <pc:docMk/>
          <pc:sldMk cId="273916979" sldId="729"/>
        </pc:sldMkLst>
      </pc:sldChg>
      <pc:sldChg chg="add del">
        <pc:chgData name="Daphne Economou" userId="d065a339-36cf-4937-af08-41751becbd81" providerId="ADAL" clId="{CFAC9A1C-B330-4863-B35D-0F3D53AA40D7}" dt="2023-11-11T11:30:50.689" v="1188" actId="2696"/>
        <pc:sldMkLst>
          <pc:docMk/>
          <pc:sldMk cId="2184811476" sldId="730"/>
        </pc:sldMkLst>
      </pc:sldChg>
      <pc:sldChg chg="modSp add mod">
        <pc:chgData name="Daphne Economou" userId="d065a339-36cf-4937-af08-41751becbd81" providerId="ADAL" clId="{CFAC9A1C-B330-4863-B35D-0F3D53AA40D7}" dt="2023-11-11T11:46:52.622" v="1715" actId="962"/>
        <pc:sldMkLst>
          <pc:docMk/>
          <pc:sldMk cId="3388126192" sldId="730"/>
        </pc:sldMkLst>
        <pc:picChg chg="mod">
          <ac:chgData name="Daphne Economou" userId="d065a339-36cf-4937-af08-41751becbd81" providerId="ADAL" clId="{CFAC9A1C-B330-4863-B35D-0F3D53AA40D7}" dt="2023-11-11T11:46:52.622" v="1715" actId="962"/>
          <ac:picMkLst>
            <pc:docMk/>
            <pc:sldMk cId="3388126192" sldId="730"/>
            <ac:picMk id="7" creationId="{9B0A0949-2498-BAD0-FF80-03151AB4FEDA}"/>
          </ac:picMkLst>
        </pc:picChg>
      </pc:sldChg>
      <pc:sldChg chg="add del">
        <pc:chgData name="Daphne Economou" userId="d065a339-36cf-4937-af08-41751becbd81" providerId="ADAL" clId="{CFAC9A1C-B330-4863-B35D-0F3D53AA40D7}" dt="2023-11-11T11:30:50.689" v="1188" actId="2696"/>
        <pc:sldMkLst>
          <pc:docMk/>
          <pc:sldMk cId="1939836253" sldId="731"/>
        </pc:sldMkLst>
      </pc:sldChg>
      <pc:sldChg chg="add">
        <pc:chgData name="Daphne Economou" userId="d065a339-36cf-4937-af08-41751becbd81" providerId="ADAL" clId="{CFAC9A1C-B330-4863-B35D-0F3D53AA40D7}" dt="2023-11-11T11:30:59.727" v="1189"/>
        <pc:sldMkLst>
          <pc:docMk/>
          <pc:sldMk cId="3914953933" sldId="731"/>
        </pc:sldMkLst>
      </pc:sldChg>
      <pc:sldChg chg="modSp add mod ord">
        <pc:chgData name="Daphne Economou" userId="d065a339-36cf-4937-af08-41751becbd81" providerId="ADAL" clId="{CFAC9A1C-B330-4863-B35D-0F3D53AA40D7}" dt="2023-11-11T11:45:44.332" v="1701" actId="962"/>
        <pc:sldMkLst>
          <pc:docMk/>
          <pc:sldMk cId="976159794" sldId="733"/>
        </pc:sldMkLst>
        <pc:picChg chg="mod">
          <ac:chgData name="Daphne Economou" userId="d065a339-36cf-4937-af08-41751becbd81" providerId="ADAL" clId="{CFAC9A1C-B330-4863-B35D-0F3D53AA40D7}" dt="2023-11-11T11:45:44.332" v="1701" actId="962"/>
          <ac:picMkLst>
            <pc:docMk/>
            <pc:sldMk cId="976159794" sldId="733"/>
            <ac:picMk id="7" creationId="{DE56A7C9-F68C-D8D0-69B2-0E4C39FAED36}"/>
          </ac:picMkLst>
        </pc:picChg>
      </pc:sldChg>
      <pc:sldChg chg="modSp add mod">
        <pc:chgData name="Daphne Economou" userId="d065a339-36cf-4937-af08-41751becbd81" providerId="ADAL" clId="{CFAC9A1C-B330-4863-B35D-0F3D53AA40D7}" dt="2023-11-11T11:46:24.262" v="1711" actId="962"/>
        <pc:sldMkLst>
          <pc:docMk/>
          <pc:sldMk cId="3128684745" sldId="734"/>
        </pc:sldMkLst>
        <pc:picChg chg="mod">
          <ac:chgData name="Daphne Economou" userId="d065a339-36cf-4937-af08-41751becbd81" providerId="ADAL" clId="{CFAC9A1C-B330-4863-B35D-0F3D53AA40D7}" dt="2023-11-11T11:46:24.262" v="1711" actId="962"/>
          <ac:picMkLst>
            <pc:docMk/>
            <pc:sldMk cId="3128684745" sldId="734"/>
            <ac:picMk id="9" creationId="{F0D8425E-15EE-FDB3-66B9-12AD9E628D0A}"/>
          </ac:picMkLst>
        </pc:picChg>
      </pc:sldChg>
      <pc:sldChg chg="add ord">
        <pc:chgData name="Daphne Economou" userId="d065a339-36cf-4937-af08-41751becbd81" providerId="ADAL" clId="{CFAC9A1C-B330-4863-B35D-0F3D53AA40D7}" dt="2023-11-11T11:30:11.442" v="1186" actId="20578"/>
        <pc:sldMkLst>
          <pc:docMk/>
          <pc:sldMk cId="803765718" sldId="735"/>
        </pc:sldMkLst>
      </pc:sldChg>
      <pc:sldChg chg="add ord">
        <pc:chgData name="Daphne Economou" userId="d065a339-36cf-4937-af08-41751becbd81" providerId="ADAL" clId="{CFAC9A1C-B330-4863-B35D-0F3D53AA40D7}" dt="2023-11-11T11:30:11.442" v="1186" actId="20578"/>
        <pc:sldMkLst>
          <pc:docMk/>
          <pc:sldMk cId="274419531" sldId="736"/>
        </pc:sldMkLst>
      </pc:sldChg>
      <pc:sldChg chg="add ord">
        <pc:chgData name="Daphne Economou" userId="d065a339-36cf-4937-af08-41751becbd81" providerId="ADAL" clId="{CFAC9A1C-B330-4863-B35D-0F3D53AA40D7}" dt="2023-11-11T11:30:11.442" v="1186" actId="20578"/>
        <pc:sldMkLst>
          <pc:docMk/>
          <pc:sldMk cId="2141959207" sldId="737"/>
        </pc:sldMkLst>
      </pc:sldChg>
      <pc:sldChg chg="add ord">
        <pc:chgData name="Daphne Economou" userId="d065a339-36cf-4937-af08-41751becbd81" providerId="ADAL" clId="{CFAC9A1C-B330-4863-B35D-0F3D53AA40D7}" dt="2023-11-11T11:30:11.442" v="1186" actId="20578"/>
        <pc:sldMkLst>
          <pc:docMk/>
          <pc:sldMk cId="2094439085" sldId="738"/>
        </pc:sldMkLst>
      </pc:sldChg>
      <pc:sldChg chg="add ord">
        <pc:chgData name="Daphne Economou" userId="d065a339-36cf-4937-af08-41751becbd81" providerId="ADAL" clId="{CFAC9A1C-B330-4863-B35D-0F3D53AA40D7}" dt="2023-11-11T11:30:11.442" v="1186" actId="20578"/>
        <pc:sldMkLst>
          <pc:docMk/>
          <pc:sldMk cId="2951064161" sldId="739"/>
        </pc:sldMkLst>
      </pc:sldChg>
      <pc:sldChg chg="add ord">
        <pc:chgData name="Daphne Economou" userId="d065a339-36cf-4937-af08-41751becbd81" providerId="ADAL" clId="{CFAC9A1C-B330-4863-B35D-0F3D53AA40D7}" dt="2023-11-11T11:30:11.442" v="1186" actId="20578"/>
        <pc:sldMkLst>
          <pc:docMk/>
          <pc:sldMk cId="4280025407" sldId="740"/>
        </pc:sldMkLst>
      </pc:sldChg>
      <pc:sldChg chg="modSp add mod ord">
        <pc:chgData name="Daphne Economou" userId="d065a339-36cf-4937-af08-41751becbd81" providerId="ADAL" clId="{CFAC9A1C-B330-4863-B35D-0F3D53AA40D7}" dt="2023-11-11T11:45:56.692" v="1703" actId="962"/>
        <pc:sldMkLst>
          <pc:docMk/>
          <pc:sldMk cId="3088668591" sldId="741"/>
        </pc:sldMkLst>
        <pc:picChg chg="mod">
          <ac:chgData name="Daphne Economou" userId="d065a339-36cf-4937-af08-41751becbd81" providerId="ADAL" clId="{CFAC9A1C-B330-4863-B35D-0F3D53AA40D7}" dt="2023-11-11T11:45:56.692" v="1703" actId="962"/>
          <ac:picMkLst>
            <pc:docMk/>
            <pc:sldMk cId="3088668591" sldId="741"/>
            <ac:picMk id="7" creationId="{FCB1076A-15F9-3FCC-57FE-661B9FE521DD}"/>
          </ac:picMkLst>
        </pc:picChg>
      </pc:sldChg>
      <pc:sldChg chg="modSp add mod ord">
        <pc:chgData name="Daphne Economou" userId="d065a339-36cf-4937-af08-41751becbd81" providerId="ADAL" clId="{CFAC9A1C-B330-4863-B35D-0F3D53AA40D7}" dt="2023-11-11T11:46:01.892" v="1707" actId="962"/>
        <pc:sldMkLst>
          <pc:docMk/>
          <pc:sldMk cId="1024736533" sldId="742"/>
        </pc:sldMkLst>
        <pc:picChg chg="mod">
          <ac:chgData name="Daphne Economou" userId="d065a339-36cf-4937-af08-41751becbd81" providerId="ADAL" clId="{CFAC9A1C-B330-4863-B35D-0F3D53AA40D7}" dt="2023-11-11T11:45:59.428" v="1705" actId="962"/>
          <ac:picMkLst>
            <pc:docMk/>
            <pc:sldMk cId="1024736533" sldId="742"/>
            <ac:picMk id="7" creationId="{FCB1076A-15F9-3FCC-57FE-661B9FE521DD}"/>
          </ac:picMkLst>
        </pc:picChg>
        <pc:picChg chg="mod">
          <ac:chgData name="Daphne Economou" userId="d065a339-36cf-4937-af08-41751becbd81" providerId="ADAL" clId="{CFAC9A1C-B330-4863-B35D-0F3D53AA40D7}" dt="2023-11-11T11:46:01.892" v="1707" actId="962"/>
          <ac:picMkLst>
            <pc:docMk/>
            <pc:sldMk cId="1024736533" sldId="742"/>
            <ac:picMk id="9" creationId="{59AA28C0-5B81-A2D0-38FA-26C6E11EE040}"/>
          </ac:picMkLst>
        </pc:picChg>
      </pc:sldChg>
      <pc:sldChg chg="modSp add mod ord">
        <pc:chgData name="Daphne Economou" userId="d065a339-36cf-4937-af08-41751becbd81" providerId="ADAL" clId="{CFAC9A1C-B330-4863-B35D-0F3D53AA40D7}" dt="2023-11-11T11:46:14.156" v="1709" actId="962"/>
        <pc:sldMkLst>
          <pc:docMk/>
          <pc:sldMk cId="202851359" sldId="743"/>
        </pc:sldMkLst>
        <pc:picChg chg="mod">
          <ac:chgData name="Daphne Economou" userId="d065a339-36cf-4937-af08-41751becbd81" providerId="ADAL" clId="{CFAC9A1C-B330-4863-B35D-0F3D53AA40D7}" dt="2023-11-11T11:46:14.156" v="1709" actId="962"/>
          <ac:picMkLst>
            <pc:docMk/>
            <pc:sldMk cId="202851359" sldId="743"/>
            <ac:picMk id="7" creationId="{47D708DC-9047-1E0E-B1E1-642993A7605C}"/>
          </ac:picMkLst>
        </pc:picChg>
      </pc:sldChg>
      <pc:sldChg chg="modSp add del mod ord">
        <pc:chgData name="Daphne Economou" userId="d065a339-36cf-4937-af08-41751becbd81" providerId="ADAL" clId="{CFAC9A1C-B330-4863-B35D-0F3D53AA40D7}" dt="2023-11-11T11:32:40.116" v="1197"/>
        <pc:sldMkLst>
          <pc:docMk/>
          <pc:sldMk cId="1559641226" sldId="744"/>
        </pc:sldMkLst>
        <pc:spChg chg="mod">
          <ac:chgData name="Daphne Economou" userId="d065a339-36cf-4937-af08-41751becbd81" providerId="ADAL" clId="{CFAC9A1C-B330-4863-B35D-0F3D53AA40D7}" dt="2023-11-11T11:32:15.627" v="1195" actId="20577"/>
          <ac:spMkLst>
            <pc:docMk/>
            <pc:sldMk cId="1559641226" sldId="744"/>
            <ac:spMk id="3" creationId="{2C19E057-9217-E7A2-B53B-3C65A9828D07}"/>
          </ac:spMkLst>
        </pc:spChg>
      </pc:sldChg>
      <pc:sldChg chg="modSp add mod ord">
        <pc:chgData name="Daphne Economou" userId="d065a339-36cf-4937-af08-41751becbd81" providerId="ADAL" clId="{CFAC9A1C-B330-4863-B35D-0F3D53AA40D7}" dt="2023-11-11T11:47:13.960" v="1771" actId="962"/>
        <pc:sldMkLst>
          <pc:docMk/>
          <pc:sldMk cId="2321251037" sldId="745"/>
        </pc:sldMkLst>
        <pc:picChg chg="mod">
          <ac:chgData name="Daphne Economou" userId="d065a339-36cf-4937-af08-41751becbd81" providerId="ADAL" clId="{CFAC9A1C-B330-4863-B35D-0F3D53AA40D7}" dt="2023-11-11T11:47:04.895" v="1731" actId="962"/>
          <ac:picMkLst>
            <pc:docMk/>
            <pc:sldMk cId="2321251037" sldId="745"/>
            <ac:picMk id="9" creationId="{E974B2C7-F2F5-748C-3144-577D2D6754FB}"/>
          </ac:picMkLst>
        </pc:picChg>
        <pc:picChg chg="mod">
          <ac:chgData name="Daphne Economou" userId="d065a339-36cf-4937-af08-41751becbd81" providerId="ADAL" clId="{CFAC9A1C-B330-4863-B35D-0F3D53AA40D7}" dt="2023-11-11T11:47:13.960" v="1771" actId="962"/>
          <ac:picMkLst>
            <pc:docMk/>
            <pc:sldMk cId="2321251037" sldId="745"/>
            <ac:picMk id="11" creationId="{4F52630D-AA53-F923-A054-8539B0F052FD}"/>
          </ac:picMkLst>
        </pc:picChg>
      </pc:sldChg>
      <pc:sldChg chg="new del">
        <pc:chgData name="Daphne Economou" userId="d065a339-36cf-4937-af08-41751becbd81" providerId="ADAL" clId="{CFAC9A1C-B330-4863-B35D-0F3D53AA40D7}" dt="2023-11-10T23:15:09.436" v="1086" actId="47"/>
        <pc:sldMkLst>
          <pc:docMk/>
          <pc:sldMk cId="3576789697" sldId="746"/>
        </pc:sldMkLst>
      </pc:sldChg>
      <pc:sldChg chg="addSp modSp add mod">
        <pc:chgData name="Daphne Economou" userId="d065a339-36cf-4937-af08-41751becbd81" providerId="ADAL" clId="{CFAC9A1C-B330-4863-B35D-0F3D53AA40D7}" dt="2023-11-11T11:44:58.491" v="1569" actId="962"/>
        <pc:sldMkLst>
          <pc:docMk/>
          <pc:sldMk cId="17336600" sldId="747"/>
        </pc:sldMkLst>
        <pc:spChg chg="mod ord">
          <ac:chgData name="Daphne Economou" userId="d065a339-36cf-4937-af08-41751becbd81" providerId="ADAL" clId="{CFAC9A1C-B330-4863-B35D-0F3D53AA40D7}" dt="2023-11-10T23:24:16.550" v="1154" actId="1076"/>
          <ac:spMkLst>
            <pc:docMk/>
            <pc:sldMk cId="17336600" sldId="747"/>
            <ac:spMk id="2" creationId="{058453E7-6FA8-F9C0-4931-3261C2244E82}"/>
          </ac:spMkLst>
        </pc:spChg>
        <pc:graphicFrameChg chg="mod modGraphic">
          <ac:chgData name="Daphne Economou" userId="d065a339-36cf-4937-af08-41751becbd81" providerId="ADAL" clId="{CFAC9A1C-B330-4863-B35D-0F3D53AA40D7}" dt="2023-11-10T23:24:51.622" v="1162" actId="207"/>
          <ac:graphicFrameMkLst>
            <pc:docMk/>
            <pc:sldMk cId="17336600" sldId="747"/>
            <ac:graphicFrameMk id="6" creationId="{5686D4FD-4C52-0B5E-71CB-9970155E3D0A}"/>
          </ac:graphicFrameMkLst>
        </pc:graphicFrameChg>
        <pc:picChg chg="add mod">
          <ac:chgData name="Daphne Economou" userId="d065a339-36cf-4937-af08-41751becbd81" providerId="ADAL" clId="{CFAC9A1C-B330-4863-B35D-0F3D53AA40D7}" dt="2023-11-11T11:44:58.491" v="1569" actId="962"/>
          <ac:picMkLst>
            <pc:docMk/>
            <pc:sldMk cId="17336600" sldId="747"/>
            <ac:picMk id="7" creationId="{9B8698FE-F74F-A44A-3FA3-26C2BE1DE5B8}"/>
          </ac:picMkLst>
        </pc:picChg>
      </pc:sldChg>
      <pc:sldChg chg="modSp new del mod">
        <pc:chgData name="Daphne Economou" userId="d065a339-36cf-4937-af08-41751becbd81" providerId="ADAL" clId="{CFAC9A1C-B330-4863-B35D-0F3D53AA40D7}" dt="2023-11-12T01:25:26.319" v="1984" actId="47"/>
        <pc:sldMkLst>
          <pc:docMk/>
          <pc:sldMk cId="676011016" sldId="748"/>
        </pc:sldMkLst>
        <pc:spChg chg="mod">
          <ac:chgData name="Daphne Economou" userId="d065a339-36cf-4937-af08-41751becbd81" providerId="ADAL" clId="{CFAC9A1C-B330-4863-B35D-0F3D53AA40D7}" dt="2023-11-12T00:20:14.794" v="1779" actId="20577"/>
          <ac:spMkLst>
            <pc:docMk/>
            <pc:sldMk cId="676011016" sldId="748"/>
            <ac:spMk id="2" creationId="{4FD59163-AD12-8144-F31B-F689B69BF210}"/>
          </ac:spMkLst>
        </pc:spChg>
        <pc:spChg chg="mod">
          <ac:chgData name="Daphne Economou" userId="d065a339-36cf-4937-af08-41751becbd81" providerId="ADAL" clId="{CFAC9A1C-B330-4863-B35D-0F3D53AA40D7}" dt="2023-11-12T00:23:23.299" v="1983" actId="20577"/>
          <ac:spMkLst>
            <pc:docMk/>
            <pc:sldMk cId="676011016" sldId="748"/>
            <ac:spMk id="3" creationId="{F43AF57A-059B-332E-C4EF-485186F5E01C}"/>
          </ac:spMkLst>
        </pc:spChg>
      </pc:sldChg>
      <pc:sldMasterChg chg="modSp mod modSldLayout">
        <pc:chgData name="Daphne Economou" userId="d065a339-36cf-4937-af08-41751becbd81" providerId="ADAL" clId="{CFAC9A1C-B330-4863-B35D-0F3D53AA40D7}" dt="2023-11-11T11:38:49.997" v="1319" actId="20577"/>
        <pc:sldMasterMkLst>
          <pc:docMk/>
          <pc:sldMasterMk cId="0" sldId="2147483768"/>
        </pc:sldMasterMkLst>
        <pc:spChg chg="mod">
          <ac:chgData name="Daphne Economou" userId="d065a339-36cf-4937-af08-41751becbd81" providerId="ADAL" clId="{CFAC9A1C-B330-4863-B35D-0F3D53AA40D7}" dt="2023-11-11T11:38:09" v="1299" actId="20577"/>
          <ac:spMkLst>
            <pc:docMk/>
            <pc:sldMasterMk cId="0" sldId="2147483768"/>
            <ac:spMk id="23" creationId="{00000000-0000-0000-0000-000000000000}"/>
          </ac:spMkLst>
        </pc:spChg>
        <pc:sldLayoutChg chg="modSp mod">
          <pc:chgData name="Daphne Economou" userId="d065a339-36cf-4937-af08-41751becbd81" providerId="ADAL" clId="{CFAC9A1C-B330-4863-B35D-0F3D53AA40D7}" dt="2023-11-11T11:38:12.827" v="1301" actId="20577"/>
          <pc:sldLayoutMkLst>
            <pc:docMk/>
            <pc:sldMasterMk cId="0" sldId="2147483768"/>
            <pc:sldLayoutMk cId="0" sldId="2147483769"/>
          </pc:sldLayoutMkLst>
          <pc:spChg chg="mod">
            <ac:chgData name="Daphne Economou" userId="d065a339-36cf-4937-af08-41751becbd81" providerId="ADAL" clId="{CFAC9A1C-B330-4863-B35D-0F3D53AA40D7}" dt="2023-11-11T11:38:12.827" v="1301"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CFAC9A1C-B330-4863-B35D-0F3D53AA40D7}" dt="2023-11-11T11:38:16.870" v="1303" actId="20577"/>
          <pc:sldLayoutMkLst>
            <pc:docMk/>
            <pc:sldMasterMk cId="0" sldId="2147483768"/>
            <pc:sldLayoutMk cId="0" sldId="2147483770"/>
          </pc:sldLayoutMkLst>
          <pc:spChg chg="mod">
            <ac:chgData name="Daphne Economou" userId="d065a339-36cf-4937-af08-41751becbd81" providerId="ADAL" clId="{CFAC9A1C-B330-4863-B35D-0F3D53AA40D7}" dt="2023-11-11T11:38:16.870" v="1303"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CFAC9A1C-B330-4863-B35D-0F3D53AA40D7}" dt="2023-11-11T11:38:20.573" v="1305" actId="20577"/>
          <pc:sldLayoutMkLst>
            <pc:docMk/>
            <pc:sldMasterMk cId="0" sldId="2147483768"/>
            <pc:sldLayoutMk cId="0" sldId="2147483771"/>
          </pc:sldLayoutMkLst>
          <pc:spChg chg="mod">
            <ac:chgData name="Daphne Economou" userId="d065a339-36cf-4937-af08-41751becbd81" providerId="ADAL" clId="{CFAC9A1C-B330-4863-B35D-0F3D53AA40D7}" dt="2023-11-11T11:38:20.573" v="1305"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CFAC9A1C-B330-4863-B35D-0F3D53AA40D7}" dt="2023-11-11T11:38:25.803" v="1307" actId="20577"/>
          <pc:sldLayoutMkLst>
            <pc:docMk/>
            <pc:sldMasterMk cId="0" sldId="2147483768"/>
            <pc:sldLayoutMk cId="0" sldId="2147483772"/>
          </pc:sldLayoutMkLst>
          <pc:spChg chg="mod">
            <ac:chgData name="Daphne Economou" userId="d065a339-36cf-4937-af08-41751becbd81" providerId="ADAL" clId="{CFAC9A1C-B330-4863-B35D-0F3D53AA40D7}" dt="2023-11-11T11:38:25.803" v="1307"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CFAC9A1C-B330-4863-B35D-0F3D53AA40D7}" dt="2023-11-11T11:38:29.498" v="1309" actId="20577"/>
          <pc:sldLayoutMkLst>
            <pc:docMk/>
            <pc:sldMasterMk cId="0" sldId="2147483768"/>
            <pc:sldLayoutMk cId="0" sldId="2147483773"/>
          </pc:sldLayoutMkLst>
          <pc:spChg chg="mod">
            <ac:chgData name="Daphne Economou" userId="d065a339-36cf-4937-af08-41751becbd81" providerId="ADAL" clId="{CFAC9A1C-B330-4863-B35D-0F3D53AA40D7}" dt="2023-11-11T11:38:29.498" v="1309"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CFAC9A1C-B330-4863-B35D-0F3D53AA40D7}" dt="2023-11-11T11:38:34.086" v="1311" actId="20577"/>
          <pc:sldLayoutMkLst>
            <pc:docMk/>
            <pc:sldMasterMk cId="0" sldId="2147483768"/>
            <pc:sldLayoutMk cId="0" sldId="2147483774"/>
          </pc:sldLayoutMkLst>
          <pc:spChg chg="mod">
            <ac:chgData name="Daphne Economou" userId="d065a339-36cf-4937-af08-41751becbd81" providerId="ADAL" clId="{CFAC9A1C-B330-4863-B35D-0F3D53AA40D7}" dt="2023-11-11T11:38:34.086" v="1311"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CFAC9A1C-B330-4863-B35D-0F3D53AA40D7}" dt="2023-11-11T11:38:38.353" v="1313" actId="20577"/>
          <pc:sldLayoutMkLst>
            <pc:docMk/>
            <pc:sldMasterMk cId="0" sldId="2147483768"/>
            <pc:sldLayoutMk cId="0" sldId="2147483775"/>
          </pc:sldLayoutMkLst>
          <pc:spChg chg="mod">
            <ac:chgData name="Daphne Economou" userId="d065a339-36cf-4937-af08-41751becbd81" providerId="ADAL" clId="{CFAC9A1C-B330-4863-B35D-0F3D53AA40D7}" dt="2023-11-11T11:38:38.353" v="1313"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CFAC9A1C-B330-4863-B35D-0F3D53AA40D7}" dt="2023-11-11T11:38:42.278" v="1315" actId="20577"/>
          <pc:sldLayoutMkLst>
            <pc:docMk/>
            <pc:sldMasterMk cId="0" sldId="2147483768"/>
            <pc:sldLayoutMk cId="0" sldId="2147483776"/>
          </pc:sldLayoutMkLst>
          <pc:spChg chg="mod">
            <ac:chgData name="Daphne Economou" userId="d065a339-36cf-4937-af08-41751becbd81" providerId="ADAL" clId="{CFAC9A1C-B330-4863-B35D-0F3D53AA40D7}" dt="2023-11-11T11:38:42.278" v="1315"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CFAC9A1C-B330-4863-B35D-0F3D53AA40D7}" dt="2023-11-11T11:38:46.185" v="1317" actId="20577"/>
          <pc:sldLayoutMkLst>
            <pc:docMk/>
            <pc:sldMasterMk cId="0" sldId="2147483768"/>
            <pc:sldLayoutMk cId="0" sldId="2147483777"/>
          </pc:sldLayoutMkLst>
          <pc:spChg chg="mod">
            <ac:chgData name="Daphne Economou" userId="d065a339-36cf-4937-af08-41751becbd81" providerId="ADAL" clId="{CFAC9A1C-B330-4863-B35D-0F3D53AA40D7}" dt="2023-11-11T11:38:46.185" v="1317"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CFAC9A1C-B330-4863-B35D-0F3D53AA40D7}" dt="2023-11-11T11:38:49.997" v="1319" actId="20577"/>
          <pc:sldLayoutMkLst>
            <pc:docMk/>
            <pc:sldMasterMk cId="0" sldId="2147483768"/>
            <pc:sldLayoutMk cId="0" sldId="2147483778"/>
          </pc:sldLayoutMkLst>
          <pc:spChg chg="mod">
            <ac:chgData name="Daphne Economou" userId="d065a339-36cf-4937-af08-41751becbd81" providerId="ADAL" clId="{CFAC9A1C-B330-4863-B35D-0F3D53AA40D7}" dt="2023-11-11T11:38:49.997" v="1319" actId="20577"/>
            <ac:spMkLst>
              <pc:docMk/>
              <pc:sldMasterMk cId="0" sldId="2147483768"/>
              <pc:sldLayoutMk cId="0" sldId="2147483778"/>
              <ac:spMk id="9" creationId="{00000000-0000-0000-0000-000000000000}"/>
            </ac:spMkLst>
          </pc:spChg>
        </pc:sldLayoutChg>
      </pc:sldMasterChg>
    </pc:docChg>
  </pc:docChgLst>
  <pc:docChgLst>
    <pc:chgData name="Daphne Economou" userId="d065a339-36cf-4937-af08-41751becbd81" providerId="ADAL" clId="{C432973F-67B1-4649-B971-31E254B6DA88}"/>
    <pc:docChg chg="undo custSel addSld delSld modSld sldOrd">
      <pc:chgData name="Daphne Economou" userId="d065a339-36cf-4937-af08-41751becbd81" providerId="ADAL" clId="{C432973F-67B1-4649-B971-31E254B6DA88}" dt="2022-10-23T16:42:23.280" v="8200" actId="404"/>
      <pc:docMkLst>
        <pc:docMk/>
      </pc:docMkLst>
      <pc:sldChg chg="addSp delSp modSp mod">
        <pc:chgData name="Daphne Economou" userId="d065a339-36cf-4937-af08-41751becbd81" providerId="ADAL" clId="{C432973F-67B1-4649-B971-31E254B6DA88}" dt="2022-10-23T16:42:23.280" v="8200" actId="404"/>
        <pc:sldMkLst>
          <pc:docMk/>
          <pc:sldMk cId="0" sldId="358"/>
        </pc:sldMkLst>
        <pc:spChg chg="add del mod">
          <ac:chgData name="Daphne Economou" userId="d065a339-36cf-4937-af08-41751becbd81" providerId="ADAL" clId="{C432973F-67B1-4649-B971-31E254B6DA88}" dt="2022-10-22T10:57:47.936" v="1906" actId="478"/>
          <ac:spMkLst>
            <pc:docMk/>
            <pc:sldMk cId="0" sldId="358"/>
            <ac:spMk id="2" creationId="{08FC7471-6D47-5D7F-F39D-A858E36B49F4}"/>
          </ac:spMkLst>
        </pc:spChg>
        <pc:spChg chg="add del">
          <ac:chgData name="Daphne Economou" userId="d065a339-36cf-4937-af08-41751becbd81" providerId="ADAL" clId="{C432973F-67B1-4649-B971-31E254B6DA88}" dt="2022-10-23T16:39:18.624" v="8090" actId="478"/>
          <ac:spMkLst>
            <pc:docMk/>
            <pc:sldMk cId="0" sldId="358"/>
            <ac:spMk id="3" creationId="{FB9AF6F5-B3E3-DBDA-46BF-5C4041560ED3}"/>
          </ac:spMkLst>
        </pc:spChg>
        <pc:spChg chg="mod">
          <ac:chgData name="Daphne Economou" userId="d065a339-36cf-4937-af08-41751becbd81" providerId="ADAL" clId="{C432973F-67B1-4649-B971-31E254B6DA88}" dt="2022-10-23T16:42:23.280" v="8200" actId="404"/>
          <ac:spMkLst>
            <pc:docMk/>
            <pc:sldMk cId="0" sldId="358"/>
            <ac:spMk id="223235" creationId="{00000000-0000-0000-0000-000000000000}"/>
          </ac:spMkLst>
        </pc:spChg>
      </pc:sldChg>
      <pc:sldChg chg="modSp mod">
        <pc:chgData name="Daphne Economou" userId="d065a339-36cf-4937-af08-41751becbd81" providerId="ADAL" clId="{C432973F-67B1-4649-B971-31E254B6DA88}" dt="2022-10-23T16:24:38.281" v="7949" actId="6549"/>
        <pc:sldMkLst>
          <pc:docMk/>
          <pc:sldMk cId="1393113354" sldId="498"/>
        </pc:sldMkLst>
        <pc:spChg chg="mod">
          <ac:chgData name="Daphne Economou" userId="d065a339-36cf-4937-af08-41751becbd81" providerId="ADAL" clId="{C432973F-67B1-4649-B971-31E254B6DA88}" dt="2022-10-23T16:24:38.281" v="7949" actId="6549"/>
          <ac:spMkLst>
            <pc:docMk/>
            <pc:sldMk cId="1393113354" sldId="498"/>
            <ac:spMk id="3" creationId="{2C69F99F-A699-D3F6-AAD3-A9DBE9A177F1}"/>
          </ac:spMkLst>
        </pc:spChg>
      </pc:sldChg>
      <pc:sldChg chg="modSp mod">
        <pc:chgData name="Daphne Economou" userId="d065a339-36cf-4937-af08-41751becbd81" providerId="ADAL" clId="{C432973F-67B1-4649-B971-31E254B6DA88}" dt="2022-10-23T16:40:55.894" v="8189" actId="15"/>
        <pc:sldMkLst>
          <pc:docMk/>
          <pc:sldMk cId="0" sldId="499"/>
        </pc:sldMkLst>
        <pc:spChg chg="mod">
          <ac:chgData name="Daphne Economou" userId="d065a339-36cf-4937-af08-41751becbd81" providerId="ADAL" clId="{C432973F-67B1-4649-B971-31E254B6DA88}" dt="2022-10-23T16:40:55.894" v="8189" actId="15"/>
          <ac:spMkLst>
            <pc:docMk/>
            <pc:sldMk cId="0" sldId="499"/>
            <ac:spMk id="157699" creationId="{00000000-0000-0000-0000-000000000000}"/>
          </ac:spMkLst>
        </pc:spChg>
      </pc:sldChg>
      <pc:sldChg chg="del">
        <pc:chgData name="Daphne Economou" userId="d065a339-36cf-4937-af08-41751becbd81" providerId="ADAL" clId="{C432973F-67B1-4649-B971-31E254B6DA88}" dt="2022-10-22T08:48:37.466" v="30" actId="47"/>
        <pc:sldMkLst>
          <pc:docMk/>
          <pc:sldMk cId="0" sldId="500"/>
        </pc:sldMkLst>
      </pc:sldChg>
      <pc:sldChg chg="del">
        <pc:chgData name="Daphne Economou" userId="d065a339-36cf-4937-af08-41751becbd81" providerId="ADAL" clId="{C432973F-67B1-4649-B971-31E254B6DA88}" dt="2022-10-22T08:48:37.466" v="30" actId="47"/>
        <pc:sldMkLst>
          <pc:docMk/>
          <pc:sldMk cId="0" sldId="568"/>
        </pc:sldMkLst>
      </pc:sldChg>
      <pc:sldChg chg="del">
        <pc:chgData name="Daphne Economou" userId="d065a339-36cf-4937-af08-41751becbd81" providerId="ADAL" clId="{C432973F-67B1-4649-B971-31E254B6DA88}" dt="2022-10-22T08:48:37.466" v="30" actId="47"/>
        <pc:sldMkLst>
          <pc:docMk/>
          <pc:sldMk cId="0" sldId="571"/>
        </pc:sldMkLst>
      </pc:sldChg>
      <pc:sldChg chg="del">
        <pc:chgData name="Daphne Economou" userId="d065a339-36cf-4937-af08-41751becbd81" providerId="ADAL" clId="{C432973F-67B1-4649-B971-31E254B6DA88}" dt="2022-10-22T08:48:37.466" v="30" actId="47"/>
        <pc:sldMkLst>
          <pc:docMk/>
          <pc:sldMk cId="0" sldId="573"/>
        </pc:sldMkLst>
      </pc:sldChg>
      <pc:sldChg chg="del">
        <pc:chgData name="Daphne Economou" userId="d065a339-36cf-4937-af08-41751becbd81" providerId="ADAL" clId="{C432973F-67B1-4649-B971-31E254B6DA88}" dt="2022-10-22T08:48:37.466" v="30" actId="47"/>
        <pc:sldMkLst>
          <pc:docMk/>
          <pc:sldMk cId="0" sldId="574"/>
        </pc:sldMkLst>
      </pc:sldChg>
      <pc:sldChg chg="del">
        <pc:chgData name="Daphne Economou" userId="d065a339-36cf-4937-af08-41751becbd81" providerId="ADAL" clId="{C432973F-67B1-4649-B971-31E254B6DA88}" dt="2022-10-22T08:48:37.466" v="30" actId="47"/>
        <pc:sldMkLst>
          <pc:docMk/>
          <pc:sldMk cId="0" sldId="575"/>
        </pc:sldMkLst>
      </pc:sldChg>
      <pc:sldChg chg="del">
        <pc:chgData name="Daphne Economou" userId="d065a339-36cf-4937-af08-41751becbd81" providerId="ADAL" clId="{C432973F-67B1-4649-B971-31E254B6DA88}" dt="2022-10-22T08:48:37.466" v="30" actId="47"/>
        <pc:sldMkLst>
          <pc:docMk/>
          <pc:sldMk cId="0" sldId="576"/>
        </pc:sldMkLst>
      </pc:sldChg>
      <pc:sldChg chg="del">
        <pc:chgData name="Daphne Economou" userId="d065a339-36cf-4937-af08-41751becbd81" providerId="ADAL" clId="{C432973F-67B1-4649-B971-31E254B6DA88}" dt="2022-10-22T08:48:37.466" v="30" actId="47"/>
        <pc:sldMkLst>
          <pc:docMk/>
          <pc:sldMk cId="2402570268" sldId="581"/>
        </pc:sldMkLst>
      </pc:sldChg>
      <pc:sldChg chg="del">
        <pc:chgData name="Daphne Economou" userId="d065a339-36cf-4937-af08-41751becbd81" providerId="ADAL" clId="{C432973F-67B1-4649-B971-31E254B6DA88}" dt="2022-10-22T08:48:37.466" v="30" actId="47"/>
        <pc:sldMkLst>
          <pc:docMk/>
          <pc:sldMk cId="0" sldId="588"/>
        </pc:sldMkLst>
      </pc:sldChg>
      <pc:sldChg chg="del">
        <pc:chgData name="Daphne Economou" userId="d065a339-36cf-4937-af08-41751becbd81" providerId="ADAL" clId="{C432973F-67B1-4649-B971-31E254B6DA88}" dt="2022-10-22T08:48:37.466" v="30" actId="47"/>
        <pc:sldMkLst>
          <pc:docMk/>
          <pc:sldMk cId="0" sldId="595"/>
        </pc:sldMkLst>
      </pc:sldChg>
      <pc:sldChg chg="add">
        <pc:chgData name="Daphne Economou" userId="d065a339-36cf-4937-af08-41751becbd81" providerId="ADAL" clId="{C432973F-67B1-4649-B971-31E254B6DA88}" dt="2022-10-23T10:43:07.783" v="4584"/>
        <pc:sldMkLst>
          <pc:docMk/>
          <pc:sldMk cId="1831287417" sldId="598"/>
        </pc:sldMkLst>
      </pc:sldChg>
      <pc:sldChg chg="del">
        <pc:chgData name="Daphne Economou" userId="d065a339-36cf-4937-af08-41751becbd81" providerId="ADAL" clId="{C432973F-67B1-4649-B971-31E254B6DA88}" dt="2022-10-22T08:48:37.466" v="30" actId="47"/>
        <pc:sldMkLst>
          <pc:docMk/>
          <pc:sldMk cId="1567446639" sldId="608"/>
        </pc:sldMkLst>
      </pc:sldChg>
      <pc:sldChg chg="del">
        <pc:chgData name="Daphne Economou" userId="d065a339-36cf-4937-af08-41751becbd81" providerId="ADAL" clId="{C432973F-67B1-4649-B971-31E254B6DA88}" dt="2022-10-22T08:48:37.466" v="30" actId="47"/>
        <pc:sldMkLst>
          <pc:docMk/>
          <pc:sldMk cId="389220247" sldId="611"/>
        </pc:sldMkLst>
      </pc:sldChg>
      <pc:sldChg chg="del">
        <pc:chgData name="Daphne Economou" userId="d065a339-36cf-4937-af08-41751becbd81" providerId="ADAL" clId="{C432973F-67B1-4649-B971-31E254B6DA88}" dt="2022-10-22T08:48:37.466" v="30" actId="47"/>
        <pc:sldMkLst>
          <pc:docMk/>
          <pc:sldMk cId="4208669700" sldId="613"/>
        </pc:sldMkLst>
      </pc:sldChg>
      <pc:sldChg chg="del">
        <pc:chgData name="Daphne Economou" userId="d065a339-36cf-4937-af08-41751becbd81" providerId="ADAL" clId="{C432973F-67B1-4649-B971-31E254B6DA88}" dt="2022-10-22T08:48:37.466" v="30" actId="47"/>
        <pc:sldMkLst>
          <pc:docMk/>
          <pc:sldMk cId="4197293973" sldId="614"/>
        </pc:sldMkLst>
      </pc:sldChg>
      <pc:sldChg chg="del">
        <pc:chgData name="Daphne Economou" userId="d065a339-36cf-4937-af08-41751becbd81" providerId="ADAL" clId="{C432973F-67B1-4649-B971-31E254B6DA88}" dt="2022-10-22T08:48:37.466" v="30" actId="47"/>
        <pc:sldMkLst>
          <pc:docMk/>
          <pc:sldMk cId="1469544103" sldId="615"/>
        </pc:sldMkLst>
      </pc:sldChg>
      <pc:sldChg chg="del">
        <pc:chgData name="Daphne Economou" userId="d065a339-36cf-4937-af08-41751becbd81" providerId="ADAL" clId="{C432973F-67B1-4649-B971-31E254B6DA88}" dt="2022-10-22T08:48:37.466" v="30" actId="47"/>
        <pc:sldMkLst>
          <pc:docMk/>
          <pc:sldMk cId="2138905082" sldId="616"/>
        </pc:sldMkLst>
      </pc:sldChg>
      <pc:sldChg chg="del">
        <pc:chgData name="Daphne Economou" userId="d065a339-36cf-4937-af08-41751becbd81" providerId="ADAL" clId="{C432973F-67B1-4649-B971-31E254B6DA88}" dt="2022-10-22T08:48:37.466" v="30" actId="47"/>
        <pc:sldMkLst>
          <pc:docMk/>
          <pc:sldMk cId="2263438990" sldId="617"/>
        </pc:sldMkLst>
      </pc:sldChg>
      <pc:sldChg chg="del">
        <pc:chgData name="Daphne Economou" userId="d065a339-36cf-4937-af08-41751becbd81" providerId="ADAL" clId="{C432973F-67B1-4649-B971-31E254B6DA88}" dt="2022-10-22T08:48:37.466" v="30" actId="47"/>
        <pc:sldMkLst>
          <pc:docMk/>
          <pc:sldMk cId="3534424423" sldId="618"/>
        </pc:sldMkLst>
      </pc:sldChg>
      <pc:sldChg chg="del">
        <pc:chgData name="Daphne Economou" userId="d065a339-36cf-4937-af08-41751becbd81" providerId="ADAL" clId="{C432973F-67B1-4649-B971-31E254B6DA88}" dt="2022-10-22T08:48:37.466" v="30" actId="47"/>
        <pc:sldMkLst>
          <pc:docMk/>
          <pc:sldMk cId="2643989443" sldId="619"/>
        </pc:sldMkLst>
      </pc:sldChg>
      <pc:sldChg chg="del">
        <pc:chgData name="Daphne Economou" userId="d065a339-36cf-4937-af08-41751becbd81" providerId="ADAL" clId="{C432973F-67B1-4649-B971-31E254B6DA88}" dt="2022-10-22T08:48:37.466" v="30" actId="47"/>
        <pc:sldMkLst>
          <pc:docMk/>
          <pc:sldMk cId="3512691494" sldId="620"/>
        </pc:sldMkLst>
      </pc:sldChg>
      <pc:sldChg chg="del">
        <pc:chgData name="Daphne Economou" userId="d065a339-36cf-4937-af08-41751becbd81" providerId="ADAL" clId="{C432973F-67B1-4649-B971-31E254B6DA88}" dt="2022-10-22T08:48:37.466" v="30" actId="47"/>
        <pc:sldMkLst>
          <pc:docMk/>
          <pc:sldMk cId="2621319157" sldId="623"/>
        </pc:sldMkLst>
      </pc:sldChg>
      <pc:sldChg chg="del">
        <pc:chgData name="Daphne Economou" userId="d065a339-36cf-4937-af08-41751becbd81" providerId="ADAL" clId="{C432973F-67B1-4649-B971-31E254B6DA88}" dt="2022-10-22T08:48:37.466" v="30" actId="47"/>
        <pc:sldMkLst>
          <pc:docMk/>
          <pc:sldMk cId="1007427124" sldId="624"/>
        </pc:sldMkLst>
      </pc:sldChg>
      <pc:sldChg chg="del">
        <pc:chgData name="Daphne Economou" userId="d065a339-36cf-4937-af08-41751becbd81" providerId="ADAL" clId="{C432973F-67B1-4649-B971-31E254B6DA88}" dt="2022-10-22T08:48:37.466" v="30" actId="47"/>
        <pc:sldMkLst>
          <pc:docMk/>
          <pc:sldMk cId="1461877061" sldId="625"/>
        </pc:sldMkLst>
      </pc:sldChg>
      <pc:sldChg chg="del">
        <pc:chgData name="Daphne Economou" userId="d065a339-36cf-4937-af08-41751becbd81" providerId="ADAL" clId="{C432973F-67B1-4649-B971-31E254B6DA88}" dt="2022-10-22T08:48:37.466" v="30" actId="47"/>
        <pc:sldMkLst>
          <pc:docMk/>
          <pc:sldMk cId="2967291267" sldId="629"/>
        </pc:sldMkLst>
      </pc:sldChg>
      <pc:sldChg chg="del">
        <pc:chgData name="Daphne Economou" userId="d065a339-36cf-4937-af08-41751becbd81" providerId="ADAL" clId="{C432973F-67B1-4649-B971-31E254B6DA88}" dt="2022-10-22T08:48:37.466" v="30" actId="47"/>
        <pc:sldMkLst>
          <pc:docMk/>
          <pc:sldMk cId="972332114" sldId="631"/>
        </pc:sldMkLst>
      </pc:sldChg>
      <pc:sldChg chg="del">
        <pc:chgData name="Daphne Economou" userId="d065a339-36cf-4937-af08-41751becbd81" providerId="ADAL" clId="{C432973F-67B1-4649-B971-31E254B6DA88}" dt="2022-10-22T08:48:37.466" v="30" actId="47"/>
        <pc:sldMkLst>
          <pc:docMk/>
          <pc:sldMk cId="3742984861" sldId="632"/>
        </pc:sldMkLst>
      </pc:sldChg>
      <pc:sldChg chg="del">
        <pc:chgData name="Daphne Economou" userId="d065a339-36cf-4937-af08-41751becbd81" providerId="ADAL" clId="{C432973F-67B1-4649-B971-31E254B6DA88}" dt="2022-10-23T16:22:05.481" v="7932" actId="47"/>
        <pc:sldMkLst>
          <pc:docMk/>
          <pc:sldMk cId="2347563240" sldId="633"/>
        </pc:sldMkLst>
      </pc:sldChg>
      <pc:sldChg chg="del">
        <pc:chgData name="Daphne Economou" userId="d065a339-36cf-4937-af08-41751becbd81" providerId="ADAL" clId="{C432973F-67B1-4649-B971-31E254B6DA88}" dt="2022-10-22T08:48:37.466" v="30" actId="47"/>
        <pc:sldMkLst>
          <pc:docMk/>
          <pc:sldMk cId="1541000998" sldId="634"/>
        </pc:sldMkLst>
      </pc:sldChg>
      <pc:sldChg chg="del">
        <pc:chgData name="Daphne Economou" userId="d065a339-36cf-4937-af08-41751becbd81" providerId="ADAL" clId="{C432973F-67B1-4649-B971-31E254B6DA88}" dt="2022-10-22T08:48:37.466" v="30" actId="47"/>
        <pc:sldMkLst>
          <pc:docMk/>
          <pc:sldMk cId="1567356395" sldId="636"/>
        </pc:sldMkLst>
      </pc:sldChg>
      <pc:sldChg chg="del">
        <pc:chgData name="Daphne Economou" userId="d065a339-36cf-4937-af08-41751becbd81" providerId="ADAL" clId="{C432973F-67B1-4649-B971-31E254B6DA88}" dt="2022-10-22T08:48:37.466" v="30" actId="47"/>
        <pc:sldMkLst>
          <pc:docMk/>
          <pc:sldMk cId="2645575915" sldId="637"/>
        </pc:sldMkLst>
      </pc:sldChg>
      <pc:sldChg chg="modSp mod">
        <pc:chgData name="Daphne Economou" userId="d065a339-36cf-4937-af08-41751becbd81" providerId="ADAL" clId="{C432973F-67B1-4649-B971-31E254B6DA88}" dt="2022-10-22T08:50:21.512" v="62" actId="403"/>
        <pc:sldMkLst>
          <pc:docMk/>
          <pc:sldMk cId="3146151642" sldId="638"/>
        </pc:sldMkLst>
        <pc:spChg chg="mod">
          <ac:chgData name="Daphne Economou" userId="d065a339-36cf-4937-af08-41751becbd81" providerId="ADAL" clId="{C432973F-67B1-4649-B971-31E254B6DA88}" dt="2022-10-22T08:49:39.325" v="49" actId="20577"/>
          <ac:spMkLst>
            <pc:docMk/>
            <pc:sldMk cId="3146151642" sldId="638"/>
            <ac:spMk id="6" creationId="{1B2497D5-6644-19FE-C744-395480A05FD9}"/>
          </ac:spMkLst>
        </pc:spChg>
        <pc:spChg chg="mod">
          <ac:chgData name="Daphne Economou" userId="d065a339-36cf-4937-af08-41751becbd81" providerId="ADAL" clId="{C432973F-67B1-4649-B971-31E254B6DA88}" dt="2022-10-22T08:50:21.512" v="62" actId="403"/>
          <ac:spMkLst>
            <pc:docMk/>
            <pc:sldMk cId="3146151642" sldId="638"/>
            <ac:spMk id="7" creationId="{62200CD7-BB12-89C3-D24F-09AE68F139DD}"/>
          </ac:spMkLst>
        </pc:spChg>
      </pc:sldChg>
      <pc:sldChg chg="del">
        <pc:chgData name="Daphne Economou" userId="d065a339-36cf-4937-af08-41751becbd81" providerId="ADAL" clId="{C432973F-67B1-4649-B971-31E254B6DA88}" dt="2022-10-22T08:48:37.466" v="30" actId="47"/>
        <pc:sldMkLst>
          <pc:docMk/>
          <pc:sldMk cId="1624621639" sldId="639"/>
        </pc:sldMkLst>
      </pc:sldChg>
      <pc:sldChg chg="addSp delSp modSp new mod chgLayout">
        <pc:chgData name="Daphne Economou" userId="d065a339-36cf-4937-af08-41751becbd81" providerId="ADAL" clId="{C432973F-67B1-4649-B971-31E254B6DA88}" dt="2022-10-22T08:52:44.220" v="114" actId="207"/>
        <pc:sldMkLst>
          <pc:docMk/>
          <pc:sldMk cId="2374539113" sldId="639"/>
        </pc:sldMkLst>
        <pc:spChg chg="del mod ord">
          <ac:chgData name="Daphne Economou" userId="d065a339-36cf-4937-af08-41751becbd81" providerId="ADAL" clId="{C432973F-67B1-4649-B971-31E254B6DA88}" dt="2022-10-22T08:50:28.306" v="64" actId="700"/>
          <ac:spMkLst>
            <pc:docMk/>
            <pc:sldMk cId="2374539113" sldId="639"/>
            <ac:spMk id="2" creationId="{71A3E727-1F1B-088A-741F-00907294AB22}"/>
          </ac:spMkLst>
        </pc:spChg>
        <pc:spChg chg="del mod ord">
          <ac:chgData name="Daphne Economou" userId="d065a339-36cf-4937-af08-41751becbd81" providerId="ADAL" clId="{C432973F-67B1-4649-B971-31E254B6DA88}" dt="2022-10-22T08:50:28.306" v="64" actId="700"/>
          <ac:spMkLst>
            <pc:docMk/>
            <pc:sldMk cId="2374539113" sldId="639"/>
            <ac:spMk id="3" creationId="{083EDD7E-A580-2A2F-C4DD-66F282FB71EF}"/>
          </ac:spMkLst>
        </pc:spChg>
        <pc:spChg chg="mod ord">
          <ac:chgData name="Daphne Economou" userId="d065a339-36cf-4937-af08-41751becbd81" providerId="ADAL" clId="{C432973F-67B1-4649-B971-31E254B6DA88}" dt="2022-10-22T08:50:28.306" v="64" actId="700"/>
          <ac:spMkLst>
            <pc:docMk/>
            <pc:sldMk cId="2374539113" sldId="639"/>
            <ac:spMk id="4" creationId="{AAB5ACA0-CAB3-9451-C8FE-2B193E048183}"/>
          </ac:spMkLst>
        </pc:spChg>
        <pc:spChg chg="mod ord">
          <ac:chgData name="Daphne Economou" userId="d065a339-36cf-4937-af08-41751becbd81" providerId="ADAL" clId="{C432973F-67B1-4649-B971-31E254B6DA88}" dt="2022-10-22T08:50:28.306" v="64" actId="700"/>
          <ac:spMkLst>
            <pc:docMk/>
            <pc:sldMk cId="2374539113" sldId="639"/>
            <ac:spMk id="5" creationId="{88F0E79B-DE4B-EE29-DFC6-D8866DD2CE3E}"/>
          </ac:spMkLst>
        </pc:spChg>
        <pc:spChg chg="del">
          <ac:chgData name="Daphne Economou" userId="d065a339-36cf-4937-af08-41751becbd81" providerId="ADAL" clId="{C432973F-67B1-4649-B971-31E254B6DA88}" dt="2022-10-22T08:50:28.306" v="64" actId="700"/>
          <ac:spMkLst>
            <pc:docMk/>
            <pc:sldMk cId="2374539113" sldId="639"/>
            <ac:spMk id="6" creationId="{D322C374-D764-0980-9C6F-DE0DEB6FD6E7}"/>
          </ac:spMkLst>
        </pc:spChg>
        <pc:spChg chg="add mod ord">
          <ac:chgData name="Daphne Economou" userId="d065a339-36cf-4937-af08-41751becbd81" providerId="ADAL" clId="{C432973F-67B1-4649-B971-31E254B6DA88}" dt="2022-10-22T08:52:25.216" v="112" actId="20577"/>
          <ac:spMkLst>
            <pc:docMk/>
            <pc:sldMk cId="2374539113" sldId="639"/>
            <ac:spMk id="7" creationId="{4D8BD6B3-6CA5-E528-B84F-B5C0A737F6F2}"/>
          </ac:spMkLst>
        </pc:spChg>
        <pc:spChg chg="add mod ord">
          <ac:chgData name="Daphne Economou" userId="d065a339-36cf-4937-af08-41751becbd81" providerId="ADAL" clId="{C432973F-67B1-4649-B971-31E254B6DA88}" dt="2022-10-22T08:52:44.220" v="114" actId="207"/>
          <ac:spMkLst>
            <pc:docMk/>
            <pc:sldMk cId="2374539113" sldId="639"/>
            <ac:spMk id="8" creationId="{FB104CD7-E0FE-D2E2-B671-5E7C42753ECA}"/>
          </ac:spMkLst>
        </pc:spChg>
      </pc:sldChg>
      <pc:sldChg chg="modSp add mod">
        <pc:chgData name="Daphne Economou" userId="d065a339-36cf-4937-af08-41751becbd81" providerId="ADAL" clId="{C432973F-67B1-4649-B971-31E254B6DA88}" dt="2022-10-23T16:41:41.513" v="8193" actId="404"/>
        <pc:sldMkLst>
          <pc:docMk/>
          <pc:sldMk cId="2689225707" sldId="640"/>
        </pc:sldMkLst>
        <pc:spChg chg="mod">
          <ac:chgData name="Daphne Economou" userId="d065a339-36cf-4937-af08-41751becbd81" providerId="ADAL" clId="{C432973F-67B1-4649-B971-31E254B6DA88}" dt="2022-10-22T08:57:29.756" v="143" actId="20577"/>
          <ac:spMkLst>
            <pc:docMk/>
            <pc:sldMk cId="2689225707" sldId="640"/>
            <ac:spMk id="7" creationId="{4D8BD6B3-6CA5-E528-B84F-B5C0A737F6F2}"/>
          </ac:spMkLst>
        </pc:spChg>
        <pc:spChg chg="mod">
          <ac:chgData name="Daphne Economou" userId="d065a339-36cf-4937-af08-41751becbd81" providerId="ADAL" clId="{C432973F-67B1-4649-B971-31E254B6DA88}" dt="2022-10-23T16:41:41.513" v="8193" actId="404"/>
          <ac:spMkLst>
            <pc:docMk/>
            <pc:sldMk cId="2689225707" sldId="640"/>
            <ac:spMk id="8" creationId="{FB104CD7-E0FE-D2E2-B671-5E7C42753ECA}"/>
          </ac:spMkLst>
        </pc:spChg>
      </pc:sldChg>
      <pc:sldChg chg="del">
        <pc:chgData name="Daphne Economou" userId="d065a339-36cf-4937-af08-41751becbd81" providerId="ADAL" clId="{C432973F-67B1-4649-B971-31E254B6DA88}" dt="2022-10-22T08:48:37.466" v="30" actId="47"/>
        <pc:sldMkLst>
          <pc:docMk/>
          <pc:sldMk cId="3403416527" sldId="640"/>
        </pc:sldMkLst>
      </pc:sldChg>
      <pc:sldChg chg="del">
        <pc:chgData name="Daphne Economou" userId="d065a339-36cf-4937-af08-41751becbd81" providerId="ADAL" clId="{C432973F-67B1-4649-B971-31E254B6DA88}" dt="2022-10-22T08:48:37.466" v="30" actId="47"/>
        <pc:sldMkLst>
          <pc:docMk/>
          <pc:sldMk cId="858796706" sldId="641"/>
        </pc:sldMkLst>
      </pc:sldChg>
      <pc:sldChg chg="modSp new mod">
        <pc:chgData name="Daphne Economou" userId="d065a339-36cf-4937-af08-41751becbd81" providerId="ADAL" clId="{C432973F-67B1-4649-B971-31E254B6DA88}" dt="2022-10-22T10:28:41.706" v="1298" actId="113"/>
        <pc:sldMkLst>
          <pc:docMk/>
          <pc:sldMk cId="2666249689" sldId="641"/>
        </pc:sldMkLst>
        <pc:spChg chg="mod">
          <ac:chgData name="Daphne Economou" userId="d065a339-36cf-4937-af08-41751becbd81" providerId="ADAL" clId="{C432973F-67B1-4649-B971-31E254B6DA88}" dt="2022-10-22T08:59:15.699" v="200" actId="108"/>
          <ac:spMkLst>
            <pc:docMk/>
            <pc:sldMk cId="2666249689" sldId="641"/>
            <ac:spMk id="2" creationId="{07106E60-2F4D-030E-D272-0B955156E4D5}"/>
          </ac:spMkLst>
        </pc:spChg>
        <pc:spChg chg="mod">
          <ac:chgData name="Daphne Economou" userId="d065a339-36cf-4937-af08-41751becbd81" providerId="ADAL" clId="{C432973F-67B1-4649-B971-31E254B6DA88}" dt="2022-10-22T10:28:41.706" v="1298" actId="113"/>
          <ac:spMkLst>
            <pc:docMk/>
            <pc:sldMk cId="2666249689" sldId="641"/>
            <ac:spMk id="3" creationId="{4EFC1FBE-E399-3DC9-F4A0-34242AF7A6F3}"/>
          </ac:spMkLst>
        </pc:spChg>
      </pc:sldChg>
      <pc:sldChg chg="addSp modSp add mod">
        <pc:chgData name="Daphne Economou" userId="d065a339-36cf-4937-af08-41751becbd81" providerId="ADAL" clId="{C432973F-67B1-4649-B971-31E254B6DA88}" dt="2022-10-22T10:28:48.766" v="1301" actId="113"/>
        <pc:sldMkLst>
          <pc:docMk/>
          <pc:sldMk cId="883541173" sldId="642"/>
        </pc:sldMkLst>
        <pc:spChg chg="mod">
          <ac:chgData name="Daphne Economou" userId="d065a339-36cf-4937-af08-41751becbd81" providerId="ADAL" clId="{C432973F-67B1-4649-B971-31E254B6DA88}" dt="2022-10-22T09:15:50.097" v="326" actId="1076"/>
          <ac:spMkLst>
            <pc:docMk/>
            <pc:sldMk cId="883541173" sldId="642"/>
            <ac:spMk id="2" creationId="{07106E60-2F4D-030E-D272-0B955156E4D5}"/>
          </ac:spMkLst>
        </pc:spChg>
        <pc:spChg chg="mod">
          <ac:chgData name="Daphne Economou" userId="d065a339-36cf-4937-af08-41751becbd81" providerId="ADAL" clId="{C432973F-67B1-4649-B971-31E254B6DA88}" dt="2022-10-22T10:28:48.766" v="1301" actId="113"/>
          <ac:spMkLst>
            <pc:docMk/>
            <pc:sldMk cId="883541173" sldId="642"/>
            <ac:spMk id="3" creationId="{4EFC1FBE-E399-3DC9-F4A0-34242AF7A6F3}"/>
          </ac:spMkLst>
        </pc:spChg>
        <pc:spChg chg="add mod">
          <ac:chgData name="Daphne Economou" userId="d065a339-36cf-4937-af08-41751becbd81" providerId="ADAL" clId="{C432973F-67B1-4649-B971-31E254B6DA88}" dt="2022-10-22T09:17:15.853" v="341" actId="20577"/>
          <ac:spMkLst>
            <pc:docMk/>
            <pc:sldMk cId="883541173" sldId="642"/>
            <ac:spMk id="6" creationId="{DEF3B59E-A858-1D83-C871-94E0AE78BD93}"/>
          </ac:spMkLst>
        </pc:spChg>
      </pc:sldChg>
      <pc:sldChg chg="del">
        <pc:chgData name="Daphne Economou" userId="d065a339-36cf-4937-af08-41751becbd81" providerId="ADAL" clId="{C432973F-67B1-4649-B971-31E254B6DA88}" dt="2022-10-22T08:48:37.466" v="30" actId="47"/>
        <pc:sldMkLst>
          <pc:docMk/>
          <pc:sldMk cId="1678746616" sldId="642"/>
        </pc:sldMkLst>
      </pc:sldChg>
      <pc:sldChg chg="addSp delSp modSp new mod">
        <pc:chgData name="Daphne Economou" userId="d065a339-36cf-4937-af08-41751becbd81" providerId="ADAL" clId="{C432973F-67B1-4649-B971-31E254B6DA88}" dt="2022-10-22T09:48:24.936" v="852" actId="20577"/>
        <pc:sldMkLst>
          <pc:docMk/>
          <pc:sldMk cId="506191502" sldId="643"/>
        </pc:sldMkLst>
        <pc:spChg chg="del">
          <ac:chgData name="Daphne Economou" userId="d065a339-36cf-4937-af08-41751becbd81" providerId="ADAL" clId="{C432973F-67B1-4649-B971-31E254B6DA88}" dt="2022-10-22T09:32:05.531" v="353" actId="478"/>
          <ac:spMkLst>
            <pc:docMk/>
            <pc:sldMk cId="506191502" sldId="643"/>
            <ac:spMk id="2" creationId="{0394BA01-8436-31E3-BE63-C476FF05234C}"/>
          </ac:spMkLst>
        </pc:spChg>
        <pc:spChg chg="del">
          <ac:chgData name="Daphne Economou" userId="d065a339-36cf-4937-af08-41751becbd81" providerId="ADAL" clId="{C432973F-67B1-4649-B971-31E254B6DA88}" dt="2022-10-22T09:31:55.612" v="349" actId="478"/>
          <ac:spMkLst>
            <pc:docMk/>
            <pc:sldMk cId="506191502" sldId="643"/>
            <ac:spMk id="3" creationId="{C367B850-08CE-30B0-DE4B-76AFA8CB3A8C}"/>
          </ac:spMkLst>
        </pc:spChg>
        <pc:spChg chg="add mod">
          <ac:chgData name="Daphne Economou" userId="d065a339-36cf-4937-af08-41751becbd81" providerId="ADAL" clId="{C432973F-67B1-4649-B971-31E254B6DA88}" dt="2022-10-22T09:48:24.936" v="852" actId="20577"/>
          <ac:spMkLst>
            <pc:docMk/>
            <pc:sldMk cId="506191502" sldId="643"/>
            <ac:spMk id="8" creationId="{35022FA4-3072-4458-AC9E-13CBAA5BAC3C}"/>
          </ac:spMkLst>
        </pc:spChg>
        <pc:spChg chg="add mod">
          <ac:chgData name="Daphne Economou" userId="d065a339-36cf-4937-af08-41751becbd81" providerId="ADAL" clId="{C432973F-67B1-4649-B971-31E254B6DA88}" dt="2022-10-22T09:32:19.258" v="360" actId="1076"/>
          <ac:spMkLst>
            <pc:docMk/>
            <pc:sldMk cId="506191502" sldId="643"/>
            <ac:spMk id="9" creationId="{BEA1DD91-FEE4-96C5-90A9-F7593BD50271}"/>
          </ac:spMkLst>
        </pc:spChg>
        <pc:spChg chg="add mod">
          <ac:chgData name="Daphne Economou" userId="d065a339-36cf-4937-af08-41751becbd81" providerId="ADAL" clId="{C432973F-67B1-4649-B971-31E254B6DA88}" dt="2022-10-22T09:47:06.291" v="757" actId="1076"/>
          <ac:spMkLst>
            <pc:docMk/>
            <pc:sldMk cId="506191502" sldId="643"/>
            <ac:spMk id="10" creationId="{AC7BAE18-7DA2-7AF5-684F-245E132C42DE}"/>
          </ac:spMkLst>
        </pc:spChg>
        <pc:picChg chg="add mod">
          <ac:chgData name="Daphne Economou" userId="d065a339-36cf-4937-af08-41751becbd81" providerId="ADAL" clId="{C432973F-67B1-4649-B971-31E254B6DA88}" dt="2022-10-22T09:45:13.533" v="747" actId="14100"/>
          <ac:picMkLst>
            <pc:docMk/>
            <pc:sldMk cId="506191502" sldId="643"/>
            <ac:picMk id="7" creationId="{4EA45C8C-C663-8B0D-BAD3-4D7529644276}"/>
          </ac:picMkLst>
        </pc:picChg>
        <pc:cxnChg chg="add">
          <ac:chgData name="Daphne Economou" userId="d065a339-36cf-4937-af08-41751becbd81" providerId="ADAL" clId="{C432973F-67B1-4649-B971-31E254B6DA88}" dt="2022-10-22T09:47:12.569" v="758" actId="11529"/>
          <ac:cxnSpMkLst>
            <pc:docMk/>
            <pc:sldMk cId="506191502" sldId="643"/>
            <ac:cxnSpMk id="12" creationId="{077A0553-9E0B-9D47-7D01-3DF97D691116}"/>
          </ac:cxnSpMkLst>
        </pc:cxnChg>
      </pc:sldChg>
      <pc:sldChg chg="addSp delSp modSp new mod">
        <pc:chgData name="Daphne Economou" userId="d065a339-36cf-4937-af08-41751becbd81" providerId="ADAL" clId="{C432973F-67B1-4649-B971-31E254B6DA88}" dt="2022-10-22T09:37:33.452" v="689" actId="1035"/>
        <pc:sldMkLst>
          <pc:docMk/>
          <pc:sldMk cId="1919175559" sldId="644"/>
        </pc:sldMkLst>
        <pc:spChg chg="mod">
          <ac:chgData name="Daphne Economou" userId="d065a339-36cf-4937-af08-41751becbd81" providerId="ADAL" clId="{C432973F-67B1-4649-B971-31E254B6DA88}" dt="2022-10-22T09:37:33.452" v="689" actId="1035"/>
          <ac:spMkLst>
            <pc:docMk/>
            <pc:sldMk cId="1919175559" sldId="644"/>
            <ac:spMk id="2" creationId="{52689C95-C845-9AED-D70D-B2E7E9061A2C}"/>
          </ac:spMkLst>
        </pc:spChg>
        <pc:spChg chg="del">
          <ac:chgData name="Daphne Economou" userId="d065a339-36cf-4937-af08-41751becbd81" providerId="ADAL" clId="{C432973F-67B1-4649-B971-31E254B6DA88}" dt="2022-10-22T09:36:39.009" v="669" actId="478"/>
          <ac:spMkLst>
            <pc:docMk/>
            <pc:sldMk cId="1919175559" sldId="644"/>
            <ac:spMk id="3" creationId="{8613B3CD-ED9C-04DB-F82F-6C4457B2D737}"/>
          </ac:spMkLst>
        </pc:spChg>
        <pc:picChg chg="add mod">
          <ac:chgData name="Daphne Economou" userId="d065a339-36cf-4937-af08-41751becbd81" providerId="ADAL" clId="{C432973F-67B1-4649-B971-31E254B6DA88}" dt="2022-10-22T09:36:37.169" v="668" actId="1076"/>
          <ac:picMkLst>
            <pc:docMk/>
            <pc:sldMk cId="1919175559" sldId="644"/>
            <ac:picMk id="7" creationId="{F023AE2E-D5A6-0400-EBA2-62D918BB6F0E}"/>
          </ac:picMkLst>
        </pc:picChg>
      </pc:sldChg>
      <pc:sldChg chg="addSp modSp new mod modClrScheme chgLayout">
        <pc:chgData name="Daphne Economou" userId="d065a339-36cf-4937-af08-41751becbd81" providerId="ADAL" clId="{C432973F-67B1-4649-B971-31E254B6DA88}" dt="2022-10-22T10:02:15.474" v="1000" actId="1076"/>
        <pc:sldMkLst>
          <pc:docMk/>
          <pc:sldMk cId="4088107113" sldId="645"/>
        </pc:sldMkLst>
        <pc:spChg chg="mod ord">
          <ac:chgData name="Daphne Economou" userId="d065a339-36cf-4937-af08-41751becbd81" providerId="ADAL" clId="{C432973F-67B1-4649-B971-31E254B6DA88}" dt="2022-10-22T09:54:05.968" v="900" actId="700"/>
          <ac:spMkLst>
            <pc:docMk/>
            <pc:sldMk cId="4088107113" sldId="645"/>
            <ac:spMk id="2" creationId="{C3CE2211-03B7-E09E-9237-BDCD1C6BC016}"/>
          </ac:spMkLst>
        </pc:spChg>
        <pc:spChg chg="mod ord">
          <ac:chgData name="Daphne Economou" userId="d065a339-36cf-4937-af08-41751becbd81" providerId="ADAL" clId="{C432973F-67B1-4649-B971-31E254B6DA88}" dt="2022-10-22T09:54:40.138" v="937" actId="403"/>
          <ac:spMkLst>
            <pc:docMk/>
            <pc:sldMk cId="4088107113" sldId="645"/>
            <ac:spMk id="3" creationId="{A8D8EC73-AFAE-F52E-A3D7-5D711302F56A}"/>
          </ac:spMkLst>
        </pc:spChg>
        <pc:spChg chg="mod ord">
          <ac:chgData name="Daphne Economou" userId="d065a339-36cf-4937-af08-41751becbd81" providerId="ADAL" clId="{C432973F-67B1-4649-B971-31E254B6DA88}" dt="2022-10-22T09:54:05.968" v="900" actId="700"/>
          <ac:spMkLst>
            <pc:docMk/>
            <pc:sldMk cId="4088107113" sldId="645"/>
            <ac:spMk id="4" creationId="{F7E1BAC2-A35F-5931-4D5B-897DC63C52E3}"/>
          </ac:spMkLst>
        </pc:spChg>
        <pc:spChg chg="mod ord">
          <ac:chgData name="Daphne Economou" userId="d065a339-36cf-4937-af08-41751becbd81" providerId="ADAL" clId="{C432973F-67B1-4649-B971-31E254B6DA88}" dt="2022-10-22T09:54:05.968" v="900" actId="700"/>
          <ac:spMkLst>
            <pc:docMk/>
            <pc:sldMk cId="4088107113" sldId="645"/>
            <ac:spMk id="5" creationId="{06A9597A-097A-5BD3-BFEB-5A3FCC8BC5C4}"/>
          </ac:spMkLst>
        </pc:spChg>
        <pc:spChg chg="add mod ord">
          <ac:chgData name="Daphne Economou" userId="d065a339-36cf-4937-af08-41751becbd81" providerId="ADAL" clId="{C432973F-67B1-4649-B971-31E254B6DA88}" dt="2022-10-22T10:01:44.476" v="992" actId="20577"/>
          <ac:spMkLst>
            <pc:docMk/>
            <pc:sldMk cId="4088107113" sldId="645"/>
            <ac:spMk id="8" creationId="{F9042EF3-259A-D1C5-9AA4-A422586A842F}"/>
          </ac:spMkLst>
        </pc:spChg>
        <pc:spChg chg="add mod ord">
          <ac:chgData name="Daphne Economou" userId="d065a339-36cf-4937-af08-41751becbd81" providerId="ADAL" clId="{C432973F-67B1-4649-B971-31E254B6DA88}" dt="2022-10-22T10:01:47.227" v="993" actId="20577"/>
          <ac:spMkLst>
            <pc:docMk/>
            <pc:sldMk cId="4088107113" sldId="645"/>
            <ac:spMk id="9" creationId="{9010F044-6457-10A4-1579-2F7A8BD77C38}"/>
          </ac:spMkLst>
        </pc:spChg>
        <pc:spChg chg="add mod ord">
          <ac:chgData name="Daphne Economou" userId="d065a339-36cf-4937-af08-41751becbd81" providerId="ADAL" clId="{C432973F-67B1-4649-B971-31E254B6DA88}" dt="2022-10-22T10:00:52.002" v="952" actId="108"/>
          <ac:spMkLst>
            <pc:docMk/>
            <pc:sldMk cId="4088107113" sldId="645"/>
            <ac:spMk id="10" creationId="{3350B871-8C04-B245-405F-CB1EBDBEC5A8}"/>
          </ac:spMkLst>
        </pc:spChg>
        <pc:picChg chg="add mod">
          <ac:chgData name="Daphne Economou" userId="d065a339-36cf-4937-af08-41751becbd81" providerId="ADAL" clId="{C432973F-67B1-4649-B971-31E254B6DA88}" dt="2022-10-22T09:54:47.012" v="940" actId="1076"/>
          <ac:picMkLst>
            <pc:docMk/>
            <pc:sldMk cId="4088107113" sldId="645"/>
            <ac:picMk id="7" creationId="{B3671FFA-643C-7861-6BDF-C7006976D0FC}"/>
          </ac:picMkLst>
        </pc:picChg>
        <pc:picChg chg="add mod">
          <ac:chgData name="Daphne Economou" userId="d065a339-36cf-4937-af08-41751becbd81" providerId="ADAL" clId="{C432973F-67B1-4649-B971-31E254B6DA88}" dt="2022-10-22T10:02:15.474" v="1000" actId="1076"/>
          <ac:picMkLst>
            <pc:docMk/>
            <pc:sldMk cId="4088107113" sldId="645"/>
            <ac:picMk id="12" creationId="{BD04207E-4E2F-5001-9428-621F5511E4AE}"/>
          </ac:picMkLst>
        </pc:picChg>
      </pc:sldChg>
      <pc:sldChg chg="addSp modSp new mod ord">
        <pc:chgData name="Daphne Economou" userId="d065a339-36cf-4937-af08-41751becbd81" providerId="ADAL" clId="{C432973F-67B1-4649-B971-31E254B6DA88}" dt="2022-10-22T09:52:30.336" v="896" actId="14100"/>
        <pc:sldMkLst>
          <pc:docMk/>
          <pc:sldMk cId="1466085313" sldId="646"/>
        </pc:sldMkLst>
        <pc:spChg chg="mod">
          <ac:chgData name="Daphne Economou" userId="d065a339-36cf-4937-af08-41751becbd81" providerId="ADAL" clId="{C432973F-67B1-4649-B971-31E254B6DA88}" dt="2022-10-22T09:40:47.348" v="729" actId="27636"/>
          <ac:spMkLst>
            <pc:docMk/>
            <pc:sldMk cId="1466085313" sldId="646"/>
            <ac:spMk id="2" creationId="{63CD0D56-6013-77BA-0181-6B3366ADE734}"/>
          </ac:spMkLst>
        </pc:spChg>
        <pc:spChg chg="mod">
          <ac:chgData name="Daphne Economou" userId="d065a339-36cf-4937-af08-41751becbd81" providerId="ADAL" clId="{C432973F-67B1-4649-B971-31E254B6DA88}" dt="2022-10-22T09:50:28.841" v="882" actId="27636"/>
          <ac:spMkLst>
            <pc:docMk/>
            <pc:sldMk cId="1466085313" sldId="646"/>
            <ac:spMk id="3" creationId="{6DEC6951-9EF5-6FFF-F319-60961B26143D}"/>
          </ac:spMkLst>
        </pc:spChg>
        <pc:spChg chg="add mod">
          <ac:chgData name="Daphne Economou" userId="d065a339-36cf-4937-af08-41751becbd81" providerId="ADAL" clId="{C432973F-67B1-4649-B971-31E254B6DA88}" dt="2022-10-22T09:52:30.336" v="896" actId="14100"/>
          <ac:spMkLst>
            <pc:docMk/>
            <pc:sldMk cId="1466085313" sldId="646"/>
            <ac:spMk id="7" creationId="{13BF2FB6-7D9F-1953-5A08-2866EAFCC47B}"/>
          </ac:spMkLst>
        </pc:spChg>
        <pc:picChg chg="add mod ord">
          <ac:chgData name="Daphne Economou" userId="d065a339-36cf-4937-af08-41751becbd81" providerId="ADAL" clId="{C432973F-67B1-4649-B971-31E254B6DA88}" dt="2022-10-22T09:52:22.904" v="894" actId="1076"/>
          <ac:picMkLst>
            <pc:docMk/>
            <pc:sldMk cId="1466085313" sldId="646"/>
            <ac:picMk id="6" creationId="{FEE959AB-2715-67E2-F6E5-80645AD5327F}"/>
          </ac:picMkLst>
        </pc:picChg>
      </pc:sldChg>
      <pc:sldChg chg="addSp delSp modSp new mod modClrScheme chgLayout">
        <pc:chgData name="Daphne Economou" userId="d065a339-36cf-4937-af08-41751becbd81" providerId="ADAL" clId="{C432973F-67B1-4649-B971-31E254B6DA88}" dt="2022-10-22T10:09:31.690" v="1031" actId="2061"/>
        <pc:sldMkLst>
          <pc:docMk/>
          <pc:sldMk cId="1139539221" sldId="647"/>
        </pc:sldMkLst>
        <pc:spChg chg="del mod ord">
          <ac:chgData name="Daphne Economou" userId="d065a339-36cf-4937-af08-41751becbd81" providerId="ADAL" clId="{C432973F-67B1-4649-B971-31E254B6DA88}" dt="2022-10-22T10:02:43.975" v="1002" actId="700"/>
          <ac:spMkLst>
            <pc:docMk/>
            <pc:sldMk cId="1139539221" sldId="647"/>
            <ac:spMk id="2" creationId="{8EF2CE9B-819F-5F97-1583-5BEBD266A685}"/>
          </ac:spMkLst>
        </pc:spChg>
        <pc:spChg chg="del mod ord">
          <ac:chgData name="Daphne Economou" userId="d065a339-36cf-4937-af08-41751becbd81" providerId="ADAL" clId="{C432973F-67B1-4649-B971-31E254B6DA88}" dt="2022-10-22T10:02:43.975" v="1002" actId="700"/>
          <ac:spMkLst>
            <pc:docMk/>
            <pc:sldMk cId="1139539221" sldId="647"/>
            <ac:spMk id="3" creationId="{946763A5-2B66-7242-AF69-8B6AABD1EB67}"/>
          </ac:spMkLst>
        </pc:spChg>
        <pc:spChg chg="del">
          <ac:chgData name="Daphne Economou" userId="d065a339-36cf-4937-af08-41751becbd81" providerId="ADAL" clId="{C432973F-67B1-4649-B971-31E254B6DA88}" dt="2022-10-22T10:02:43.975" v="1002" actId="700"/>
          <ac:spMkLst>
            <pc:docMk/>
            <pc:sldMk cId="1139539221" sldId="647"/>
            <ac:spMk id="4" creationId="{53F940D3-3CFB-BB6F-12E3-859C4735EA1E}"/>
          </ac:spMkLst>
        </pc:spChg>
        <pc:spChg chg="del">
          <ac:chgData name="Daphne Economou" userId="d065a339-36cf-4937-af08-41751becbd81" providerId="ADAL" clId="{C432973F-67B1-4649-B971-31E254B6DA88}" dt="2022-10-22T10:02:43.975" v="1002" actId="700"/>
          <ac:spMkLst>
            <pc:docMk/>
            <pc:sldMk cId="1139539221" sldId="647"/>
            <ac:spMk id="5" creationId="{0AF32A3E-8393-00D0-5A13-B5BF48F8FF7D}"/>
          </ac:spMkLst>
        </pc:spChg>
        <pc:spChg chg="del">
          <ac:chgData name="Daphne Economou" userId="d065a339-36cf-4937-af08-41751becbd81" providerId="ADAL" clId="{C432973F-67B1-4649-B971-31E254B6DA88}" dt="2022-10-22T10:02:43.975" v="1002" actId="700"/>
          <ac:spMkLst>
            <pc:docMk/>
            <pc:sldMk cId="1139539221" sldId="647"/>
            <ac:spMk id="6" creationId="{B3F8840A-CCE7-E80F-51FF-8BF67BCC3E91}"/>
          </ac:spMkLst>
        </pc:spChg>
        <pc:spChg chg="mod ord">
          <ac:chgData name="Daphne Economou" userId="d065a339-36cf-4937-af08-41751becbd81" providerId="ADAL" clId="{C432973F-67B1-4649-B971-31E254B6DA88}" dt="2022-10-22T10:02:43.975" v="1002" actId="700"/>
          <ac:spMkLst>
            <pc:docMk/>
            <pc:sldMk cId="1139539221" sldId="647"/>
            <ac:spMk id="7" creationId="{9062D99F-A120-1DEB-AFC7-CEDFDDB33EBB}"/>
          </ac:spMkLst>
        </pc:spChg>
        <pc:spChg chg="mod ord">
          <ac:chgData name="Daphne Economou" userId="d065a339-36cf-4937-af08-41751becbd81" providerId="ADAL" clId="{C432973F-67B1-4649-B971-31E254B6DA88}" dt="2022-10-22T10:02:43.975" v="1002" actId="700"/>
          <ac:spMkLst>
            <pc:docMk/>
            <pc:sldMk cId="1139539221" sldId="647"/>
            <ac:spMk id="8" creationId="{4B47A394-1A74-5EDA-18BB-D58B00C3C9FD}"/>
          </ac:spMkLst>
        </pc:spChg>
        <pc:spChg chg="del">
          <ac:chgData name="Daphne Economou" userId="d065a339-36cf-4937-af08-41751becbd81" providerId="ADAL" clId="{C432973F-67B1-4649-B971-31E254B6DA88}" dt="2022-10-22T10:02:43.975" v="1002" actId="700"/>
          <ac:spMkLst>
            <pc:docMk/>
            <pc:sldMk cId="1139539221" sldId="647"/>
            <ac:spMk id="9" creationId="{E6BB0AED-259A-3D13-CE0D-3C478F8E86D0}"/>
          </ac:spMkLst>
        </pc:spChg>
        <pc:spChg chg="add mod ord">
          <ac:chgData name="Daphne Economou" userId="d065a339-36cf-4937-af08-41751becbd81" providerId="ADAL" clId="{C432973F-67B1-4649-B971-31E254B6DA88}" dt="2022-10-22T10:07:14.091" v="1022"/>
          <ac:spMkLst>
            <pc:docMk/>
            <pc:sldMk cId="1139539221" sldId="647"/>
            <ac:spMk id="10" creationId="{B1844CF0-53B1-A509-2DAF-351CE773F700}"/>
          </ac:spMkLst>
        </pc:spChg>
        <pc:spChg chg="add del mod ord">
          <ac:chgData name="Daphne Economou" userId="d065a339-36cf-4937-af08-41751becbd81" providerId="ADAL" clId="{C432973F-67B1-4649-B971-31E254B6DA88}" dt="2022-10-22T10:02:57.748" v="1003" actId="3680"/>
          <ac:spMkLst>
            <pc:docMk/>
            <pc:sldMk cId="1139539221" sldId="647"/>
            <ac:spMk id="11" creationId="{81202723-ABB6-B156-2FC8-709CF8D5717E}"/>
          </ac:spMkLst>
        </pc:spChg>
        <pc:graphicFrameChg chg="add mod ord modGraphic">
          <ac:chgData name="Daphne Economou" userId="d065a339-36cf-4937-af08-41751becbd81" providerId="ADAL" clId="{C432973F-67B1-4649-B971-31E254B6DA88}" dt="2022-10-22T10:09:31.690" v="1031" actId="2061"/>
          <ac:graphicFrameMkLst>
            <pc:docMk/>
            <pc:sldMk cId="1139539221" sldId="647"/>
            <ac:graphicFrameMk id="12" creationId="{6EF83351-9CBD-D7F5-DEA5-020ED305F790}"/>
          </ac:graphicFrameMkLst>
        </pc:graphicFrameChg>
      </pc:sldChg>
      <pc:sldChg chg="modSp new mod">
        <pc:chgData name="Daphne Economou" userId="d065a339-36cf-4937-af08-41751becbd81" providerId="ADAL" clId="{C432973F-67B1-4649-B971-31E254B6DA88}" dt="2022-10-22T10:25:00.447" v="1278" actId="20577"/>
        <pc:sldMkLst>
          <pc:docMk/>
          <pc:sldMk cId="3526452111" sldId="648"/>
        </pc:sldMkLst>
        <pc:spChg chg="mod">
          <ac:chgData name="Daphne Economou" userId="d065a339-36cf-4937-af08-41751becbd81" providerId="ADAL" clId="{C432973F-67B1-4649-B971-31E254B6DA88}" dt="2022-10-22T10:25:00.447" v="1278" actId="20577"/>
          <ac:spMkLst>
            <pc:docMk/>
            <pc:sldMk cId="3526452111" sldId="648"/>
            <ac:spMk id="2" creationId="{C53DC75F-3E46-20B6-F4B0-D705F8A99362}"/>
          </ac:spMkLst>
        </pc:spChg>
        <pc:spChg chg="mod">
          <ac:chgData name="Daphne Economou" userId="d065a339-36cf-4937-af08-41751becbd81" providerId="ADAL" clId="{C432973F-67B1-4649-B971-31E254B6DA88}" dt="2022-10-22T10:17:39.569" v="1149" actId="207"/>
          <ac:spMkLst>
            <pc:docMk/>
            <pc:sldMk cId="3526452111" sldId="648"/>
            <ac:spMk id="3" creationId="{F20C17D9-9C97-AEB8-88C5-EECE8C25C0D5}"/>
          </ac:spMkLst>
        </pc:spChg>
      </pc:sldChg>
      <pc:sldChg chg="addSp delSp modSp add mod">
        <pc:chgData name="Daphne Economou" userId="d065a339-36cf-4937-af08-41751becbd81" providerId="ADAL" clId="{C432973F-67B1-4649-B971-31E254B6DA88}" dt="2022-10-22T10:22:14.043" v="1176" actId="478"/>
        <pc:sldMkLst>
          <pc:docMk/>
          <pc:sldMk cId="935589118" sldId="649"/>
        </pc:sldMkLst>
        <pc:spChg chg="mod">
          <ac:chgData name="Daphne Economou" userId="d065a339-36cf-4937-af08-41751becbd81" providerId="ADAL" clId="{C432973F-67B1-4649-B971-31E254B6DA88}" dt="2022-10-22T10:12:01.380" v="1085"/>
          <ac:spMkLst>
            <pc:docMk/>
            <pc:sldMk cId="935589118" sldId="649"/>
            <ac:spMk id="2" creationId="{63CD0D56-6013-77BA-0181-6B3366ADE734}"/>
          </ac:spMkLst>
        </pc:spChg>
        <pc:spChg chg="mod">
          <ac:chgData name="Daphne Economou" userId="d065a339-36cf-4937-af08-41751becbd81" providerId="ADAL" clId="{C432973F-67B1-4649-B971-31E254B6DA88}" dt="2022-10-22T10:13:51.418" v="1134" actId="13926"/>
          <ac:spMkLst>
            <pc:docMk/>
            <pc:sldMk cId="935589118" sldId="649"/>
            <ac:spMk id="3" creationId="{6DEC6951-9EF5-6FFF-F319-60961B26143D}"/>
          </ac:spMkLst>
        </pc:spChg>
        <pc:spChg chg="del">
          <ac:chgData name="Daphne Economou" userId="d065a339-36cf-4937-af08-41751becbd81" providerId="ADAL" clId="{C432973F-67B1-4649-B971-31E254B6DA88}" dt="2022-10-22T10:10:59.215" v="1034" actId="478"/>
          <ac:spMkLst>
            <pc:docMk/>
            <pc:sldMk cId="935589118" sldId="649"/>
            <ac:spMk id="7" creationId="{13BF2FB6-7D9F-1953-5A08-2866EAFCC47B}"/>
          </ac:spMkLst>
        </pc:spChg>
        <pc:spChg chg="add del mod">
          <ac:chgData name="Daphne Economou" userId="d065a339-36cf-4937-af08-41751becbd81" providerId="ADAL" clId="{C432973F-67B1-4649-B971-31E254B6DA88}" dt="2022-10-22T10:12:26" v="1088" actId="478"/>
          <ac:spMkLst>
            <pc:docMk/>
            <pc:sldMk cId="935589118" sldId="649"/>
            <ac:spMk id="8" creationId="{C29C3E3F-3B0B-8052-D0EF-FD652A3F8F72}"/>
          </ac:spMkLst>
        </pc:spChg>
        <pc:spChg chg="add del mod">
          <ac:chgData name="Daphne Economou" userId="d065a339-36cf-4937-af08-41751becbd81" providerId="ADAL" clId="{C432973F-67B1-4649-B971-31E254B6DA88}" dt="2022-10-22T10:12:30.922" v="1091" actId="478"/>
          <ac:spMkLst>
            <pc:docMk/>
            <pc:sldMk cId="935589118" sldId="649"/>
            <ac:spMk id="10" creationId="{D9C85B70-EA9F-C742-F6C0-187EF7976D03}"/>
          </ac:spMkLst>
        </pc:spChg>
        <pc:spChg chg="add del mod">
          <ac:chgData name="Daphne Economou" userId="d065a339-36cf-4937-af08-41751becbd81" providerId="ADAL" clId="{C432973F-67B1-4649-B971-31E254B6DA88}" dt="2022-10-22T10:14:05.800" v="1138" actId="478"/>
          <ac:spMkLst>
            <pc:docMk/>
            <pc:sldMk cId="935589118" sldId="649"/>
            <ac:spMk id="12" creationId="{54176B5C-8F7B-A294-57D8-75E70032A9A0}"/>
          </ac:spMkLst>
        </pc:spChg>
        <pc:spChg chg="add mod">
          <ac:chgData name="Daphne Economou" userId="d065a339-36cf-4937-af08-41751becbd81" providerId="ADAL" clId="{C432973F-67B1-4649-B971-31E254B6DA88}" dt="2022-10-22T10:15:22.311" v="1144" actId="1076"/>
          <ac:spMkLst>
            <pc:docMk/>
            <pc:sldMk cId="935589118" sldId="649"/>
            <ac:spMk id="13" creationId="{774FF9B8-03CC-30AA-F18A-116EC56FA936}"/>
          </ac:spMkLst>
        </pc:spChg>
        <pc:spChg chg="add mod">
          <ac:chgData name="Daphne Economou" userId="d065a339-36cf-4937-af08-41751becbd81" providerId="ADAL" clId="{C432973F-67B1-4649-B971-31E254B6DA88}" dt="2022-10-22T10:15:19.378" v="1143" actId="1076"/>
          <ac:spMkLst>
            <pc:docMk/>
            <pc:sldMk cId="935589118" sldId="649"/>
            <ac:spMk id="15" creationId="{798CEF52-E556-4D69-792C-940C1FC087EF}"/>
          </ac:spMkLst>
        </pc:spChg>
        <pc:spChg chg="add del mod">
          <ac:chgData name="Daphne Economou" userId="d065a339-36cf-4937-af08-41751becbd81" providerId="ADAL" clId="{C432973F-67B1-4649-B971-31E254B6DA88}" dt="2022-10-22T10:22:14.043" v="1176" actId="478"/>
          <ac:spMkLst>
            <pc:docMk/>
            <pc:sldMk cId="935589118" sldId="649"/>
            <ac:spMk id="21" creationId="{EA42907B-5337-3D9A-E070-4C811BC2D5A8}"/>
          </ac:spMkLst>
        </pc:spChg>
        <pc:picChg chg="del">
          <ac:chgData name="Daphne Economou" userId="d065a339-36cf-4937-af08-41751becbd81" providerId="ADAL" clId="{C432973F-67B1-4649-B971-31E254B6DA88}" dt="2022-10-22T10:10:57.742" v="1033" actId="478"/>
          <ac:picMkLst>
            <pc:docMk/>
            <pc:sldMk cId="935589118" sldId="649"/>
            <ac:picMk id="6" creationId="{FEE959AB-2715-67E2-F6E5-80645AD5327F}"/>
          </ac:picMkLst>
        </pc:picChg>
        <pc:picChg chg="add del mod">
          <ac:chgData name="Daphne Economou" userId="d065a339-36cf-4937-af08-41751becbd81" providerId="ADAL" clId="{C432973F-67B1-4649-B971-31E254B6DA88}" dt="2022-10-22T10:12:30.015" v="1090" actId="478"/>
          <ac:picMkLst>
            <pc:docMk/>
            <pc:sldMk cId="935589118" sldId="649"/>
            <ac:picMk id="9" creationId="{F4FFEF4C-77B4-749E-1547-15FB568362C4}"/>
          </ac:picMkLst>
        </pc:picChg>
        <pc:picChg chg="add del mod">
          <ac:chgData name="Daphne Economou" userId="d065a339-36cf-4937-af08-41751becbd81" providerId="ADAL" clId="{C432973F-67B1-4649-B971-31E254B6DA88}" dt="2022-10-22T10:14:05.800" v="1138" actId="478"/>
          <ac:picMkLst>
            <pc:docMk/>
            <pc:sldMk cId="935589118" sldId="649"/>
            <ac:picMk id="11" creationId="{EBD49FD6-4675-E40C-F712-7A69C2B21F61}"/>
          </ac:picMkLst>
        </pc:picChg>
        <pc:picChg chg="add mod">
          <ac:chgData name="Daphne Economou" userId="d065a339-36cf-4937-af08-41751becbd81" providerId="ADAL" clId="{C432973F-67B1-4649-B971-31E254B6DA88}" dt="2022-10-22T10:15:19.378" v="1143" actId="1076"/>
          <ac:picMkLst>
            <pc:docMk/>
            <pc:sldMk cId="935589118" sldId="649"/>
            <ac:picMk id="14" creationId="{34062D7E-0598-A88C-B467-238830ADF2EB}"/>
          </ac:picMkLst>
        </pc:picChg>
        <pc:cxnChg chg="add mod">
          <ac:chgData name="Daphne Economou" userId="d065a339-36cf-4937-af08-41751becbd81" providerId="ADAL" clId="{C432973F-67B1-4649-B971-31E254B6DA88}" dt="2022-10-22T10:15:25.348" v="1145" actId="14100"/>
          <ac:cxnSpMkLst>
            <pc:docMk/>
            <pc:sldMk cId="935589118" sldId="649"/>
            <ac:cxnSpMk id="17" creationId="{E310B3CB-1F2C-FDE3-F673-A0262E6402F9}"/>
          </ac:cxnSpMkLst>
        </pc:cxnChg>
        <pc:cxnChg chg="add mod">
          <ac:chgData name="Daphne Economou" userId="d065a339-36cf-4937-af08-41751becbd81" providerId="ADAL" clId="{C432973F-67B1-4649-B971-31E254B6DA88}" dt="2022-10-22T10:15:22.311" v="1144" actId="1076"/>
          <ac:cxnSpMkLst>
            <pc:docMk/>
            <pc:sldMk cId="935589118" sldId="649"/>
            <ac:cxnSpMk id="19" creationId="{5DC60E25-0B15-4259-3C7D-904AEE27A048}"/>
          </ac:cxnSpMkLst>
        </pc:cxnChg>
      </pc:sldChg>
      <pc:sldChg chg="modSp add mod">
        <pc:chgData name="Daphne Economou" userId="d065a339-36cf-4937-af08-41751becbd81" providerId="ADAL" clId="{C432973F-67B1-4649-B971-31E254B6DA88}" dt="2022-10-22T10:24:04.323" v="1262" actId="20577"/>
        <pc:sldMkLst>
          <pc:docMk/>
          <pc:sldMk cId="2133773386" sldId="650"/>
        </pc:sldMkLst>
        <pc:spChg chg="mod">
          <ac:chgData name="Daphne Economou" userId="d065a339-36cf-4937-af08-41751becbd81" providerId="ADAL" clId="{C432973F-67B1-4649-B971-31E254B6DA88}" dt="2022-10-22T10:24:04.323" v="1262" actId="20577"/>
          <ac:spMkLst>
            <pc:docMk/>
            <pc:sldMk cId="2133773386" sldId="650"/>
            <ac:spMk id="3" creationId="{6DEC6951-9EF5-6FFF-F319-60961B26143D}"/>
          </ac:spMkLst>
        </pc:spChg>
      </pc:sldChg>
      <pc:sldChg chg="add del">
        <pc:chgData name="Daphne Economou" userId="d065a339-36cf-4937-af08-41751becbd81" providerId="ADAL" clId="{C432973F-67B1-4649-B971-31E254B6DA88}" dt="2022-10-22T10:22:46.545" v="1177" actId="47"/>
        <pc:sldMkLst>
          <pc:docMk/>
          <pc:sldMk cId="702025559" sldId="651"/>
        </pc:sldMkLst>
      </pc:sldChg>
      <pc:sldChg chg="modSp add del mod">
        <pc:chgData name="Daphne Economou" userId="d065a339-36cf-4937-af08-41751becbd81" providerId="ADAL" clId="{C432973F-67B1-4649-B971-31E254B6DA88}" dt="2022-10-22T10:32:53.700" v="1334" actId="47"/>
        <pc:sldMkLst>
          <pc:docMk/>
          <pc:sldMk cId="1512498123" sldId="651"/>
        </pc:sldMkLst>
        <pc:spChg chg="mod">
          <ac:chgData name="Daphne Economou" userId="d065a339-36cf-4937-af08-41751becbd81" providerId="ADAL" clId="{C432973F-67B1-4649-B971-31E254B6DA88}" dt="2022-10-22T10:30:34.399" v="1321" actId="20577"/>
          <ac:spMkLst>
            <pc:docMk/>
            <pc:sldMk cId="1512498123" sldId="651"/>
            <ac:spMk id="2" creationId="{63CD0D56-6013-77BA-0181-6B3366ADE734}"/>
          </ac:spMkLst>
        </pc:spChg>
        <pc:spChg chg="mod">
          <ac:chgData name="Daphne Economou" userId="d065a339-36cf-4937-af08-41751becbd81" providerId="ADAL" clId="{C432973F-67B1-4649-B971-31E254B6DA88}" dt="2022-10-22T10:31:58.483" v="1325" actId="12"/>
          <ac:spMkLst>
            <pc:docMk/>
            <pc:sldMk cId="1512498123" sldId="651"/>
            <ac:spMk id="3" creationId="{6DEC6951-9EF5-6FFF-F319-60961B26143D}"/>
          </ac:spMkLst>
        </pc:spChg>
        <pc:spChg chg="mod">
          <ac:chgData name="Daphne Economou" userId="d065a339-36cf-4937-af08-41751becbd81" providerId="ADAL" clId="{C432973F-67B1-4649-B971-31E254B6DA88}" dt="2022-10-22T10:30:28.050" v="1305" actId="14100"/>
          <ac:spMkLst>
            <pc:docMk/>
            <pc:sldMk cId="1512498123" sldId="651"/>
            <ac:spMk id="7" creationId="{13BF2FB6-7D9F-1953-5A08-2866EAFCC47B}"/>
          </ac:spMkLst>
        </pc:spChg>
      </pc:sldChg>
      <pc:sldChg chg="addSp delSp modSp add mod">
        <pc:chgData name="Daphne Economou" userId="d065a339-36cf-4937-af08-41751becbd81" providerId="ADAL" clId="{C432973F-67B1-4649-B971-31E254B6DA88}" dt="2022-10-22T10:44:13.747" v="1432" actId="27636"/>
        <pc:sldMkLst>
          <pc:docMk/>
          <pc:sldMk cId="2638013518" sldId="652"/>
        </pc:sldMkLst>
        <pc:spChg chg="mod">
          <ac:chgData name="Daphne Economou" userId="d065a339-36cf-4937-af08-41751becbd81" providerId="ADAL" clId="{C432973F-67B1-4649-B971-31E254B6DA88}" dt="2022-10-22T10:33:08.820" v="1361" actId="1035"/>
          <ac:spMkLst>
            <pc:docMk/>
            <pc:sldMk cId="2638013518" sldId="652"/>
            <ac:spMk id="2" creationId="{07106E60-2F4D-030E-D272-0B955156E4D5}"/>
          </ac:spMkLst>
        </pc:spChg>
        <pc:spChg chg="mod">
          <ac:chgData name="Daphne Economou" userId="d065a339-36cf-4937-af08-41751becbd81" providerId="ADAL" clId="{C432973F-67B1-4649-B971-31E254B6DA88}" dt="2022-10-22T10:44:13.747" v="1432" actId="27636"/>
          <ac:spMkLst>
            <pc:docMk/>
            <pc:sldMk cId="2638013518" sldId="652"/>
            <ac:spMk id="3" creationId="{4EFC1FBE-E399-3DC9-F4A0-34242AF7A6F3}"/>
          </ac:spMkLst>
        </pc:spChg>
        <pc:spChg chg="del">
          <ac:chgData name="Daphne Economou" userId="d065a339-36cf-4937-af08-41751becbd81" providerId="ADAL" clId="{C432973F-67B1-4649-B971-31E254B6DA88}" dt="2022-10-22T10:32:47.567" v="1332" actId="478"/>
          <ac:spMkLst>
            <pc:docMk/>
            <pc:sldMk cId="2638013518" sldId="652"/>
            <ac:spMk id="6" creationId="{DEF3B59E-A858-1D83-C871-94E0AE78BD93}"/>
          </ac:spMkLst>
        </pc:spChg>
        <pc:spChg chg="add mod">
          <ac:chgData name="Daphne Economou" userId="d065a339-36cf-4937-af08-41751becbd81" providerId="ADAL" clId="{C432973F-67B1-4649-B971-31E254B6DA88}" dt="2022-10-22T10:40:46.188" v="1424" actId="1076"/>
          <ac:spMkLst>
            <pc:docMk/>
            <pc:sldMk cId="2638013518" sldId="652"/>
            <ac:spMk id="8" creationId="{C09DEF7D-D4CC-D1DB-A30A-3286AEA2C70C}"/>
          </ac:spMkLst>
        </pc:spChg>
        <pc:spChg chg="add mod">
          <ac:chgData name="Daphne Economou" userId="d065a339-36cf-4937-af08-41751becbd81" providerId="ADAL" clId="{C432973F-67B1-4649-B971-31E254B6DA88}" dt="2022-10-22T10:40:58.114" v="1430" actId="1076"/>
          <ac:spMkLst>
            <pc:docMk/>
            <pc:sldMk cId="2638013518" sldId="652"/>
            <ac:spMk id="9" creationId="{B018F714-DF57-F9EA-5235-D86BCA15797F}"/>
          </ac:spMkLst>
        </pc:spChg>
        <pc:picChg chg="add mod">
          <ac:chgData name="Daphne Economou" userId="d065a339-36cf-4937-af08-41751becbd81" providerId="ADAL" clId="{C432973F-67B1-4649-B971-31E254B6DA88}" dt="2022-10-22T10:40:46.188" v="1424" actId="1076"/>
          <ac:picMkLst>
            <pc:docMk/>
            <pc:sldMk cId="2638013518" sldId="652"/>
            <ac:picMk id="7" creationId="{A4197A6B-1273-85A6-1760-6F0BBB27BE1A}"/>
          </ac:picMkLst>
        </pc:picChg>
      </pc:sldChg>
      <pc:sldChg chg="addSp delSp modSp add mod">
        <pc:chgData name="Daphne Economou" userId="d065a339-36cf-4937-af08-41751becbd81" providerId="ADAL" clId="{C432973F-67B1-4649-B971-31E254B6DA88}" dt="2022-10-22T10:56:34.600" v="1872" actId="14100"/>
        <pc:sldMkLst>
          <pc:docMk/>
          <pc:sldMk cId="1248074938" sldId="653"/>
        </pc:sldMkLst>
        <pc:spChg chg="mod">
          <ac:chgData name="Daphne Economou" userId="d065a339-36cf-4937-af08-41751becbd81" providerId="ADAL" clId="{C432973F-67B1-4649-B971-31E254B6DA88}" dt="2022-10-22T10:44:43.821" v="1436"/>
          <ac:spMkLst>
            <pc:docMk/>
            <pc:sldMk cId="1248074938" sldId="653"/>
            <ac:spMk id="2" creationId="{07106E60-2F4D-030E-D272-0B955156E4D5}"/>
          </ac:spMkLst>
        </pc:spChg>
        <pc:spChg chg="mod">
          <ac:chgData name="Daphne Economou" userId="d065a339-36cf-4937-af08-41751becbd81" providerId="ADAL" clId="{C432973F-67B1-4649-B971-31E254B6DA88}" dt="2022-10-22T10:52:22.405" v="1781" actId="20577"/>
          <ac:spMkLst>
            <pc:docMk/>
            <pc:sldMk cId="1248074938" sldId="653"/>
            <ac:spMk id="3" creationId="{4EFC1FBE-E399-3DC9-F4A0-34242AF7A6F3}"/>
          </ac:spMkLst>
        </pc:spChg>
        <pc:spChg chg="del">
          <ac:chgData name="Daphne Economou" userId="d065a339-36cf-4937-af08-41751becbd81" providerId="ADAL" clId="{C432973F-67B1-4649-B971-31E254B6DA88}" dt="2022-10-22T10:45:02.018" v="1437" actId="478"/>
          <ac:spMkLst>
            <pc:docMk/>
            <pc:sldMk cId="1248074938" sldId="653"/>
            <ac:spMk id="9" creationId="{B018F714-DF57-F9EA-5235-D86BCA15797F}"/>
          </ac:spMkLst>
        </pc:spChg>
        <pc:spChg chg="add mod">
          <ac:chgData name="Daphne Economou" userId="d065a339-36cf-4937-af08-41751becbd81" providerId="ADAL" clId="{C432973F-67B1-4649-B971-31E254B6DA88}" dt="2022-10-22T10:55:35.597" v="1850" actId="20577"/>
          <ac:spMkLst>
            <pc:docMk/>
            <pc:sldMk cId="1248074938" sldId="653"/>
            <ac:spMk id="11" creationId="{7F40B1AC-E90B-A937-474E-C3A0E6F0440C}"/>
          </ac:spMkLst>
        </pc:spChg>
        <pc:spChg chg="add mod">
          <ac:chgData name="Daphne Economou" userId="d065a339-36cf-4937-af08-41751becbd81" providerId="ADAL" clId="{C432973F-67B1-4649-B971-31E254B6DA88}" dt="2022-10-22T10:55:40.388" v="1863" actId="20577"/>
          <ac:spMkLst>
            <pc:docMk/>
            <pc:sldMk cId="1248074938" sldId="653"/>
            <ac:spMk id="12" creationId="{C6CFD778-F142-BDFF-142B-AF33A460693B}"/>
          </ac:spMkLst>
        </pc:spChg>
        <pc:spChg chg="add mod">
          <ac:chgData name="Daphne Economou" userId="d065a339-36cf-4937-af08-41751becbd81" providerId="ADAL" clId="{C432973F-67B1-4649-B971-31E254B6DA88}" dt="2022-10-22T10:56:04.379" v="1867" actId="208"/>
          <ac:spMkLst>
            <pc:docMk/>
            <pc:sldMk cId="1248074938" sldId="653"/>
            <ac:spMk id="13" creationId="{85657E78-03D1-7B7D-7E33-0DE06DAC67B2}"/>
          </ac:spMkLst>
        </pc:spChg>
        <pc:spChg chg="add mod">
          <ac:chgData name="Daphne Economou" userId="d065a339-36cf-4937-af08-41751becbd81" providerId="ADAL" clId="{C432973F-67B1-4649-B971-31E254B6DA88}" dt="2022-10-22T10:56:34.600" v="1872" actId="14100"/>
          <ac:spMkLst>
            <pc:docMk/>
            <pc:sldMk cId="1248074938" sldId="653"/>
            <ac:spMk id="14" creationId="{D02585C4-5032-55B7-BC89-0C1C9D0E5CEA}"/>
          </ac:spMkLst>
        </pc:spChg>
        <pc:graphicFrameChg chg="add del mod">
          <ac:chgData name="Daphne Economou" userId="d065a339-36cf-4937-af08-41751becbd81" providerId="ADAL" clId="{C432973F-67B1-4649-B971-31E254B6DA88}" dt="2022-10-22T10:53:05.045" v="1785" actId="478"/>
          <ac:graphicFrameMkLst>
            <pc:docMk/>
            <pc:sldMk cId="1248074938" sldId="653"/>
            <ac:graphicFrameMk id="6" creationId="{2C180050-69F3-3093-9F2D-840831502084}"/>
          </ac:graphicFrameMkLst>
        </pc:graphicFrameChg>
        <pc:graphicFrameChg chg="add mod modGraphic">
          <ac:chgData name="Daphne Economou" userId="d065a339-36cf-4937-af08-41751becbd81" providerId="ADAL" clId="{C432973F-67B1-4649-B971-31E254B6DA88}" dt="2022-10-22T10:54:45.081" v="1806" actId="1076"/>
          <ac:graphicFrameMkLst>
            <pc:docMk/>
            <pc:sldMk cId="1248074938" sldId="653"/>
            <ac:graphicFrameMk id="10" creationId="{3686D71A-0B35-7E77-9BFF-56697D21D24C}"/>
          </ac:graphicFrameMkLst>
        </pc:graphicFrameChg>
      </pc:sldChg>
      <pc:sldChg chg="modSp new mod">
        <pc:chgData name="Daphne Economou" userId="d065a339-36cf-4937-af08-41751becbd81" providerId="ADAL" clId="{C432973F-67B1-4649-B971-31E254B6DA88}" dt="2022-10-22T11:08:55.942" v="2071" actId="27636"/>
        <pc:sldMkLst>
          <pc:docMk/>
          <pc:sldMk cId="4120438286" sldId="654"/>
        </pc:sldMkLst>
        <pc:spChg chg="mod">
          <ac:chgData name="Daphne Economou" userId="d065a339-36cf-4937-af08-41751becbd81" providerId="ADAL" clId="{C432973F-67B1-4649-B971-31E254B6DA88}" dt="2022-10-22T11:03:41.485" v="1923"/>
          <ac:spMkLst>
            <pc:docMk/>
            <pc:sldMk cId="4120438286" sldId="654"/>
            <ac:spMk id="2" creationId="{8886C3FA-3F80-470C-18A4-9C86DAC7086D}"/>
          </ac:spMkLst>
        </pc:spChg>
        <pc:spChg chg="mod">
          <ac:chgData name="Daphne Economou" userId="d065a339-36cf-4937-af08-41751becbd81" providerId="ADAL" clId="{C432973F-67B1-4649-B971-31E254B6DA88}" dt="2022-10-22T11:08:55.942" v="2071" actId="27636"/>
          <ac:spMkLst>
            <pc:docMk/>
            <pc:sldMk cId="4120438286" sldId="654"/>
            <ac:spMk id="3" creationId="{AC813E4D-CE5B-260C-5A85-FB21142FF532}"/>
          </ac:spMkLst>
        </pc:spChg>
      </pc:sldChg>
      <pc:sldChg chg="modSp add mod">
        <pc:chgData name="Daphne Economou" userId="d065a339-36cf-4937-af08-41751becbd81" providerId="ADAL" clId="{C432973F-67B1-4649-B971-31E254B6DA88}" dt="2022-10-22T11:10:30.254" v="2098" actId="27636"/>
        <pc:sldMkLst>
          <pc:docMk/>
          <pc:sldMk cId="369966135" sldId="655"/>
        </pc:sldMkLst>
        <pc:spChg chg="mod">
          <ac:chgData name="Daphne Economou" userId="d065a339-36cf-4937-af08-41751becbd81" providerId="ADAL" clId="{C432973F-67B1-4649-B971-31E254B6DA88}" dt="2022-10-22T11:10:30.254" v="2098" actId="27636"/>
          <ac:spMkLst>
            <pc:docMk/>
            <pc:sldMk cId="369966135" sldId="655"/>
            <ac:spMk id="3" creationId="{AC813E4D-CE5B-260C-5A85-FB21142FF532}"/>
          </ac:spMkLst>
        </pc:spChg>
      </pc:sldChg>
      <pc:sldChg chg="modSp new mod ord">
        <pc:chgData name="Daphne Economou" userId="d065a339-36cf-4937-af08-41751becbd81" providerId="ADAL" clId="{C432973F-67B1-4649-B971-31E254B6DA88}" dt="2022-10-23T16:22:43.831" v="7937"/>
        <pc:sldMkLst>
          <pc:docMk/>
          <pc:sldMk cId="4138749405" sldId="656"/>
        </pc:sldMkLst>
        <pc:spChg chg="mod">
          <ac:chgData name="Daphne Economou" userId="d065a339-36cf-4937-af08-41751becbd81" providerId="ADAL" clId="{C432973F-67B1-4649-B971-31E254B6DA88}" dt="2022-10-22T12:34:16.227" v="2136" actId="20577"/>
          <ac:spMkLst>
            <pc:docMk/>
            <pc:sldMk cId="4138749405" sldId="656"/>
            <ac:spMk id="2" creationId="{2EF2D47C-515A-65A1-CFA5-67EAA11B6A34}"/>
          </ac:spMkLst>
        </pc:spChg>
        <pc:spChg chg="mod">
          <ac:chgData name="Daphne Economou" userId="d065a339-36cf-4937-af08-41751becbd81" providerId="ADAL" clId="{C432973F-67B1-4649-B971-31E254B6DA88}" dt="2022-10-22T12:35:31.036" v="2137" actId="2711"/>
          <ac:spMkLst>
            <pc:docMk/>
            <pc:sldMk cId="4138749405" sldId="656"/>
            <ac:spMk id="3" creationId="{4D5808DE-2870-B5DE-7BB5-80959FD0F3C3}"/>
          </ac:spMkLst>
        </pc:spChg>
      </pc:sldChg>
      <pc:sldChg chg="addSp delSp modSp new mod ord chgLayout">
        <pc:chgData name="Daphne Economou" userId="d065a339-36cf-4937-af08-41751becbd81" providerId="ADAL" clId="{C432973F-67B1-4649-B971-31E254B6DA88}" dt="2022-10-23T09:36:10.531" v="2915"/>
        <pc:sldMkLst>
          <pc:docMk/>
          <pc:sldMk cId="621352731" sldId="657"/>
        </pc:sldMkLst>
        <pc:spChg chg="del mod ord">
          <ac:chgData name="Daphne Economou" userId="d065a339-36cf-4937-af08-41751becbd81" providerId="ADAL" clId="{C432973F-67B1-4649-B971-31E254B6DA88}" dt="2022-10-22T12:36:07.973" v="2139" actId="700"/>
          <ac:spMkLst>
            <pc:docMk/>
            <pc:sldMk cId="621352731" sldId="657"/>
            <ac:spMk id="2" creationId="{2B2C0B93-4F14-BC98-417F-126EE336AC5C}"/>
          </ac:spMkLst>
        </pc:spChg>
        <pc:spChg chg="del mod ord">
          <ac:chgData name="Daphne Economou" userId="d065a339-36cf-4937-af08-41751becbd81" providerId="ADAL" clId="{C432973F-67B1-4649-B971-31E254B6DA88}" dt="2022-10-22T12:36:07.973" v="2139" actId="700"/>
          <ac:spMkLst>
            <pc:docMk/>
            <pc:sldMk cId="621352731" sldId="657"/>
            <ac:spMk id="3" creationId="{3872CC14-7DDF-84EA-7DE6-BA420EB7E38E}"/>
          </ac:spMkLst>
        </pc:spChg>
        <pc:spChg chg="mod ord">
          <ac:chgData name="Daphne Economou" userId="d065a339-36cf-4937-af08-41751becbd81" providerId="ADAL" clId="{C432973F-67B1-4649-B971-31E254B6DA88}" dt="2022-10-22T12:36:07.973" v="2139" actId="700"/>
          <ac:spMkLst>
            <pc:docMk/>
            <pc:sldMk cId="621352731" sldId="657"/>
            <ac:spMk id="4" creationId="{6763D677-3254-2B64-91EC-5BD3EB3AE09E}"/>
          </ac:spMkLst>
        </pc:spChg>
        <pc:spChg chg="mod ord">
          <ac:chgData name="Daphne Economou" userId="d065a339-36cf-4937-af08-41751becbd81" providerId="ADAL" clId="{C432973F-67B1-4649-B971-31E254B6DA88}" dt="2022-10-22T12:36:07.973" v="2139" actId="700"/>
          <ac:spMkLst>
            <pc:docMk/>
            <pc:sldMk cId="621352731" sldId="657"/>
            <ac:spMk id="5" creationId="{AE9B4237-BE15-B19A-62BA-D786A75DC1AB}"/>
          </ac:spMkLst>
        </pc:spChg>
        <pc:spChg chg="add mod ord">
          <ac:chgData name="Daphne Economou" userId="d065a339-36cf-4937-af08-41751becbd81" providerId="ADAL" clId="{C432973F-67B1-4649-B971-31E254B6DA88}" dt="2022-10-22T12:36:14.543" v="2159" actId="20577"/>
          <ac:spMkLst>
            <pc:docMk/>
            <pc:sldMk cId="621352731" sldId="657"/>
            <ac:spMk id="6" creationId="{029D7FB6-405E-3338-EDB0-D4F9718703BA}"/>
          </ac:spMkLst>
        </pc:spChg>
        <pc:spChg chg="add mod ord">
          <ac:chgData name="Daphne Economou" userId="d065a339-36cf-4937-af08-41751becbd81" providerId="ADAL" clId="{C432973F-67B1-4649-B971-31E254B6DA88}" dt="2022-10-22T12:45:45.799" v="2292" actId="20577"/>
          <ac:spMkLst>
            <pc:docMk/>
            <pc:sldMk cId="621352731" sldId="657"/>
            <ac:spMk id="7" creationId="{8288791B-9A38-868B-3BE9-12112F5611A5}"/>
          </ac:spMkLst>
        </pc:spChg>
        <pc:picChg chg="add mod">
          <ac:chgData name="Daphne Economou" userId="d065a339-36cf-4937-af08-41751becbd81" providerId="ADAL" clId="{C432973F-67B1-4649-B971-31E254B6DA88}" dt="2022-10-23T09:34:09.028" v="2904" actId="1076"/>
          <ac:picMkLst>
            <pc:docMk/>
            <pc:sldMk cId="621352731" sldId="657"/>
            <ac:picMk id="9" creationId="{718AAD13-31E4-A8E5-B3BE-BB1BC7FCED9D}"/>
          </ac:picMkLst>
        </pc:picChg>
      </pc:sldChg>
      <pc:sldChg chg="addSp delSp modSp new del mod chgLayout">
        <pc:chgData name="Daphne Economou" userId="d065a339-36cf-4937-af08-41751becbd81" providerId="ADAL" clId="{C432973F-67B1-4649-B971-31E254B6DA88}" dt="2022-10-23T09:09:26.699" v="2449" actId="47"/>
        <pc:sldMkLst>
          <pc:docMk/>
          <pc:sldMk cId="65585402" sldId="658"/>
        </pc:sldMkLst>
        <pc:spChg chg="del mod ord">
          <ac:chgData name="Daphne Economou" userId="d065a339-36cf-4937-af08-41751becbd81" providerId="ADAL" clId="{C432973F-67B1-4649-B971-31E254B6DA88}" dt="2022-10-23T08:54:46.942" v="2294" actId="700"/>
          <ac:spMkLst>
            <pc:docMk/>
            <pc:sldMk cId="65585402" sldId="658"/>
            <ac:spMk id="2" creationId="{24F20E54-582E-D3BC-F3FE-8B2B8A4C06AD}"/>
          </ac:spMkLst>
        </pc:spChg>
        <pc:spChg chg="del mod ord">
          <ac:chgData name="Daphne Economou" userId="d065a339-36cf-4937-af08-41751becbd81" providerId="ADAL" clId="{C432973F-67B1-4649-B971-31E254B6DA88}" dt="2022-10-23T08:54:46.942" v="2294" actId="700"/>
          <ac:spMkLst>
            <pc:docMk/>
            <pc:sldMk cId="65585402" sldId="658"/>
            <ac:spMk id="3" creationId="{4B4D12A1-C850-787A-802B-DE46F8598769}"/>
          </ac:spMkLst>
        </pc:spChg>
        <pc:spChg chg="mod ord">
          <ac:chgData name="Daphne Economou" userId="d065a339-36cf-4937-af08-41751becbd81" providerId="ADAL" clId="{C432973F-67B1-4649-B971-31E254B6DA88}" dt="2022-10-23T08:54:46.942" v="2294" actId="700"/>
          <ac:spMkLst>
            <pc:docMk/>
            <pc:sldMk cId="65585402" sldId="658"/>
            <ac:spMk id="4" creationId="{008F47D8-183A-1519-C9E8-9B3BC6060A68}"/>
          </ac:spMkLst>
        </pc:spChg>
        <pc:spChg chg="mod ord">
          <ac:chgData name="Daphne Economou" userId="d065a339-36cf-4937-af08-41751becbd81" providerId="ADAL" clId="{C432973F-67B1-4649-B971-31E254B6DA88}" dt="2022-10-23T08:54:46.942" v="2294" actId="700"/>
          <ac:spMkLst>
            <pc:docMk/>
            <pc:sldMk cId="65585402" sldId="658"/>
            <ac:spMk id="5" creationId="{BEF18490-23BD-D651-9AB4-5F0E0AC2FA31}"/>
          </ac:spMkLst>
        </pc:spChg>
        <pc:spChg chg="del">
          <ac:chgData name="Daphne Economou" userId="d065a339-36cf-4937-af08-41751becbd81" providerId="ADAL" clId="{C432973F-67B1-4649-B971-31E254B6DA88}" dt="2022-10-23T08:54:46.942" v="2294" actId="700"/>
          <ac:spMkLst>
            <pc:docMk/>
            <pc:sldMk cId="65585402" sldId="658"/>
            <ac:spMk id="6" creationId="{A64EAE4C-EC5A-B714-5025-C6FA5664BC10}"/>
          </ac:spMkLst>
        </pc:spChg>
        <pc:spChg chg="add mod ord">
          <ac:chgData name="Daphne Economou" userId="d065a339-36cf-4937-af08-41751becbd81" providerId="ADAL" clId="{C432973F-67B1-4649-B971-31E254B6DA88}" dt="2022-10-23T08:58:17.193" v="2333" actId="20577"/>
          <ac:spMkLst>
            <pc:docMk/>
            <pc:sldMk cId="65585402" sldId="658"/>
            <ac:spMk id="7" creationId="{BC188A94-5207-3DD1-D72A-FAD8FA0740DA}"/>
          </ac:spMkLst>
        </pc:spChg>
        <pc:spChg chg="add mod ord">
          <ac:chgData name="Daphne Economou" userId="d065a339-36cf-4937-af08-41751becbd81" providerId="ADAL" clId="{C432973F-67B1-4649-B971-31E254B6DA88}" dt="2022-10-23T08:58:44.673" v="2342" actId="113"/>
          <ac:spMkLst>
            <pc:docMk/>
            <pc:sldMk cId="65585402" sldId="658"/>
            <ac:spMk id="8" creationId="{E8CB8951-F987-6764-39B3-B693923830D6}"/>
          </ac:spMkLst>
        </pc:spChg>
        <pc:picChg chg="add mod ord">
          <ac:chgData name="Daphne Economou" userId="d065a339-36cf-4937-af08-41751becbd81" providerId="ADAL" clId="{C432973F-67B1-4649-B971-31E254B6DA88}" dt="2022-10-23T08:58:34.779" v="2340" actId="1076"/>
          <ac:picMkLst>
            <pc:docMk/>
            <pc:sldMk cId="65585402" sldId="658"/>
            <ac:picMk id="10" creationId="{AECDE12C-0F59-9E27-E862-8725B03C07D5}"/>
          </ac:picMkLst>
        </pc:picChg>
      </pc:sldChg>
      <pc:sldChg chg="addSp delSp modSp new del mod chgLayout">
        <pc:chgData name="Daphne Economou" userId="d065a339-36cf-4937-af08-41751becbd81" providerId="ADAL" clId="{C432973F-67B1-4649-B971-31E254B6DA88}" dt="2022-10-23T08:59:33.720" v="2345" actId="47"/>
        <pc:sldMkLst>
          <pc:docMk/>
          <pc:sldMk cId="736594184" sldId="659"/>
        </pc:sldMkLst>
        <pc:spChg chg="del mod ord">
          <ac:chgData name="Daphne Economou" userId="d065a339-36cf-4937-af08-41751becbd81" providerId="ADAL" clId="{C432973F-67B1-4649-B971-31E254B6DA88}" dt="2022-10-23T08:59:04.260" v="2344" actId="700"/>
          <ac:spMkLst>
            <pc:docMk/>
            <pc:sldMk cId="736594184" sldId="659"/>
            <ac:spMk id="2" creationId="{3D1F576F-D857-A147-F5E8-B2E482AF999A}"/>
          </ac:spMkLst>
        </pc:spChg>
        <pc:spChg chg="del mod ord">
          <ac:chgData name="Daphne Economou" userId="d065a339-36cf-4937-af08-41751becbd81" providerId="ADAL" clId="{C432973F-67B1-4649-B971-31E254B6DA88}" dt="2022-10-23T08:59:04.260" v="2344" actId="700"/>
          <ac:spMkLst>
            <pc:docMk/>
            <pc:sldMk cId="736594184" sldId="659"/>
            <ac:spMk id="3" creationId="{02CB184D-258D-7B67-1A86-19FE0DF7894B}"/>
          </ac:spMkLst>
        </pc:spChg>
        <pc:spChg chg="mod ord">
          <ac:chgData name="Daphne Economou" userId="d065a339-36cf-4937-af08-41751becbd81" providerId="ADAL" clId="{C432973F-67B1-4649-B971-31E254B6DA88}" dt="2022-10-23T08:59:04.260" v="2344" actId="700"/>
          <ac:spMkLst>
            <pc:docMk/>
            <pc:sldMk cId="736594184" sldId="659"/>
            <ac:spMk id="4" creationId="{335A6430-9914-B6ED-035A-B7DAD149C154}"/>
          </ac:spMkLst>
        </pc:spChg>
        <pc:spChg chg="mod ord">
          <ac:chgData name="Daphne Economou" userId="d065a339-36cf-4937-af08-41751becbd81" providerId="ADAL" clId="{C432973F-67B1-4649-B971-31E254B6DA88}" dt="2022-10-23T08:59:04.260" v="2344" actId="700"/>
          <ac:spMkLst>
            <pc:docMk/>
            <pc:sldMk cId="736594184" sldId="659"/>
            <ac:spMk id="5" creationId="{8BB79FBF-D64F-4FAE-5FD3-ADBACC40FF14}"/>
          </ac:spMkLst>
        </pc:spChg>
        <pc:spChg chg="del">
          <ac:chgData name="Daphne Economou" userId="d065a339-36cf-4937-af08-41751becbd81" providerId="ADAL" clId="{C432973F-67B1-4649-B971-31E254B6DA88}" dt="2022-10-23T08:59:04.260" v="2344" actId="700"/>
          <ac:spMkLst>
            <pc:docMk/>
            <pc:sldMk cId="736594184" sldId="659"/>
            <ac:spMk id="6" creationId="{9D90E505-6492-65CF-B387-AB71D6DEA861}"/>
          </ac:spMkLst>
        </pc:spChg>
        <pc:spChg chg="add mod ord">
          <ac:chgData name="Daphne Economou" userId="d065a339-36cf-4937-af08-41751becbd81" providerId="ADAL" clId="{C432973F-67B1-4649-B971-31E254B6DA88}" dt="2022-10-23T08:59:04.260" v="2344" actId="700"/>
          <ac:spMkLst>
            <pc:docMk/>
            <pc:sldMk cId="736594184" sldId="659"/>
            <ac:spMk id="7" creationId="{D5F1131C-0240-6DC4-9043-1E8A3A503394}"/>
          </ac:spMkLst>
        </pc:spChg>
        <pc:spChg chg="add mod ord">
          <ac:chgData name="Daphne Economou" userId="d065a339-36cf-4937-af08-41751becbd81" providerId="ADAL" clId="{C432973F-67B1-4649-B971-31E254B6DA88}" dt="2022-10-23T08:59:04.260" v="2344" actId="700"/>
          <ac:spMkLst>
            <pc:docMk/>
            <pc:sldMk cId="736594184" sldId="659"/>
            <ac:spMk id="8" creationId="{DB5CD258-4A3F-7199-E799-8B12B1BCA8E5}"/>
          </ac:spMkLst>
        </pc:spChg>
      </pc:sldChg>
      <pc:sldChg chg="addSp delSp modSp add mod modAnim">
        <pc:chgData name="Daphne Economou" userId="d065a339-36cf-4937-af08-41751becbd81" providerId="ADAL" clId="{C432973F-67B1-4649-B971-31E254B6DA88}" dt="2022-10-23T09:32:15.787" v="2899"/>
        <pc:sldMkLst>
          <pc:docMk/>
          <pc:sldMk cId="1284913496" sldId="659"/>
        </pc:sldMkLst>
        <pc:spChg chg="add del">
          <ac:chgData name="Daphne Economou" userId="d065a339-36cf-4937-af08-41751becbd81" providerId="ADAL" clId="{C432973F-67B1-4649-B971-31E254B6DA88}" dt="2022-10-23T09:03:28.568" v="2390" actId="22"/>
          <ac:spMkLst>
            <pc:docMk/>
            <pc:sldMk cId="1284913496" sldId="659"/>
            <ac:spMk id="3" creationId="{3E057985-4B19-A908-9CE4-37D016A00FB3}"/>
          </ac:spMkLst>
        </pc:spChg>
        <pc:spChg chg="add mod">
          <ac:chgData name="Daphne Economou" userId="d065a339-36cf-4937-af08-41751becbd81" providerId="ADAL" clId="{C432973F-67B1-4649-B971-31E254B6DA88}" dt="2022-10-23T09:06:51.042" v="2432" actId="1076"/>
          <ac:spMkLst>
            <pc:docMk/>
            <pc:sldMk cId="1284913496" sldId="659"/>
            <ac:spMk id="6" creationId="{57FF0B2D-D7D4-6E31-51C0-4C5DA0B3E080}"/>
          </ac:spMkLst>
        </pc:spChg>
        <pc:spChg chg="del mod">
          <ac:chgData name="Daphne Economou" userId="d065a339-36cf-4937-af08-41751becbd81" providerId="ADAL" clId="{C432973F-67B1-4649-B971-31E254B6DA88}" dt="2022-10-23T09:32:13.227" v="2897" actId="478"/>
          <ac:spMkLst>
            <pc:docMk/>
            <pc:sldMk cId="1284913496" sldId="659"/>
            <ac:spMk id="7" creationId="{BC188A94-5207-3DD1-D72A-FAD8FA0740DA}"/>
          </ac:spMkLst>
        </pc:spChg>
        <pc:spChg chg="mod">
          <ac:chgData name="Daphne Economou" userId="d065a339-36cf-4937-af08-41751becbd81" providerId="ADAL" clId="{C432973F-67B1-4649-B971-31E254B6DA88}" dt="2022-10-23T09:15:26.301" v="2708" actId="20577"/>
          <ac:spMkLst>
            <pc:docMk/>
            <pc:sldMk cId="1284913496" sldId="659"/>
            <ac:spMk id="8" creationId="{E8CB8951-F987-6764-39B3-B693923830D6}"/>
          </ac:spMkLst>
        </pc:spChg>
        <pc:spChg chg="add del mod">
          <ac:chgData name="Daphne Economou" userId="d065a339-36cf-4937-af08-41751becbd81" providerId="ADAL" clId="{C432973F-67B1-4649-B971-31E254B6DA88}" dt="2022-10-23T09:32:15.523" v="2898" actId="478"/>
          <ac:spMkLst>
            <pc:docMk/>
            <pc:sldMk cId="1284913496" sldId="659"/>
            <ac:spMk id="11" creationId="{1453F1D9-3E3B-C123-5CE4-8DA32DF25EE9}"/>
          </ac:spMkLst>
        </pc:spChg>
        <pc:spChg chg="add mod">
          <ac:chgData name="Daphne Economou" userId="d065a339-36cf-4937-af08-41751becbd81" providerId="ADAL" clId="{C432973F-67B1-4649-B971-31E254B6DA88}" dt="2022-10-23T09:32:15.787" v="2899"/>
          <ac:spMkLst>
            <pc:docMk/>
            <pc:sldMk cId="1284913496" sldId="659"/>
            <ac:spMk id="12" creationId="{9E341F4E-C857-F92E-796B-8D62E3E6355C}"/>
          </ac:spMkLst>
        </pc:spChg>
        <pc:picChg chg="mod">
          <ac:chgData name="Daphne Economou" userId="d065a339-36cf-4937-af08-41751becbd81" providerId="ADAL" clId="{C432973F-67B1-4649-B971-31E254B6DA88}" dt="2022-10-23T09:08:35.827" v="2443" actId="1076"/>
          <ac:picMkLst>
            <pc:docMk/>
            <pc:sldMk cId="1284913496" sldId="659"/>
            <ac:picMk id="10" creationId="{AECDE12C-0F59-9E27-E862-8725B03C07D5}"/>
          </ac:picMkLst>
        </pc:picChg>
      </pc:sldChg>
      <pc:sldChg chg="new del">
        <pc:chgData name="Daphne Economou" userId="d065a339-36cf-4937-af08-41751becbd81" providerId="ADAL" clId="{C432973F-67B1-4649-B971-31E254B6DA88}" dt="2022-10-23T09:27:31.789" v="2740" actId="47"/>
        <pc:sldMkLst>
          <pc:docMk/>
          <pc:sldMk cId="2138490541" sldId="660"/>
        </pc:sldMkLst>
      </pc:sldChg>
      <pc:sldChg chg="addSp delSp modSp add del mod">
        <pc:chgData name="Daphne Economou" userId="d065a339-36cf-4937-af08-41751becbd81" providerId="ADAL" clId="{C432973F-67B1-4649-B971-31E254B6DA88}" dt="2022-10-23T09:09:21.318" v="2448" actId="47"/>
        <pc:sldMkLst>
          <pc:docMk/>
          <pc:sldMk cId="2968332878" sldId="660"/>
        </pc:sldMkLst>
        <pc:spChg chg="add del mod">
          <ac:chgData name="Daphne Economou" userId="d065a339-36cf-4937-af08-41751becbd81" providerId="ADAL" clId="{C432973F-67B1-4649-B971-31E254B6DA88}" dt="2022-10-23T09:04:41.179" v="2412" actId="478"/>
          <ac:spMkLst>
            <pc:docMk/>
            <pc:sldMk cId="2968332878" sldId="660"/>
            <ac:spMk id="3" creationId="{63DA683A-C529-AED7-CECA-412745A20C9F}"/>
          </ac:spMkLst>
        </pc:spChg>
        <pc:spChg chg="add del mod">
          <ac:chgData name="Daphne Economou" userId="d065a339-36cf-4937-af08-41751becbd81" providerId="ADAL" clId="{C432973F-67B1-4649-B971-31E254B6DA88}" dt="2022-10-23T09:04:38.703" v="2411" actId="478"/>
          <ac:spMkLst>
            <pc:docMk/>
            <pc:sldMk cId="2968332878" sldId="660"/>
            <ac:spMk id="6" creationId="{1552B3BD-25AC-3862-1B3E-36E882B73A56}"/>
          </ac:spMkLst>
        </pc:spChg>
        <pc:spChg chg="del">
          <ac:chgData name="Daphne Economou" userId="d065a339-36cf-4937-af08-41751becbd81" providerId="ADAL" clId="{C432973F-67B1-4649-B971-31E254B6DA88}" dt="2022-10-23T09:04:36.653" v="2408" actId="478"/>
          <ac:spMkLst>
            <pc:docMk/>
            <pc:sldMk cId="2968332878" sldId="660"/>
            <ac:spMk id="7" creationId="{BC188A94-5207-3DD1-D72A-FAD8FA0740DA}"/>
          </ac:spMkLst>
        </pc:spChg>
        <pc:spChg chg="add mod">
          <ac:chgData name="Daphne Economou" userId="d065a339-36cf-4937-af08-41751becbd81" providerId="ADAL" clId="{C432973F-67B1-4649-B971-31E254B6DA88}" dt="2022-10-23T09:04:41.536" v="2413"/>
          <ac:spMkLst>
            <pc:docMk/>
            <pc:sldMk cId="2968332878" sldId="660"/>
            <ac:spMk id="9" creationId="{247C020F-2C5C-4420-3AAE-A79B85ED73C4}"/>
          </ac:spMkLst>
        </pc:spChg>
      </pc:sldChg>
      <pc:sldChg chg="addSp delSp modSp add mod delAnim modAnim">
        <pc:chgData name="Daphne Economou" userId="d065a339-36cf-4937-af08-41751becbd81" providerId="ADAL" clId="{C432973F-67B1-4649-B971-31E254B6DA88}" dt="2022-10-23T09:32:09.275" v="2896"/>
        <pc:sldMkLst>
          <pc:docMk/>
          <pc:sldMk cId="1888284538" sldId="661"/>
        </pc:sldMkLst>
        <pc:spChg chg="del">
          <ac:chgData name="Daphne Economou" userId="d065a339-36cf-4937-af08-41751becbd81" providerId="ADAL" clId="{C432973F-67B1-4649-B971-31E254B6DA88}" dt="2022-10-23T09:13:05.523" v="2454" actId="478"/>
          <ac:spMkLst>
            <pc:docMk/>
            <pc:sldMk cId="1888284538" sldId="661"/>
            <ac:spMk id="6" creationId="{57FF0B2D-D7D4-6E31-51C0-4C5DA0B3E080}"/>
          </ac:spMkLst>
        </pc:spChg>
        <pc:spChg chg="del mod">
          <ac:chgData name="Daphne Economou" userId="d065a339-36cf-4937-af08-41751becbd81" providerId="ADAL" clId="{C432973F-67B1-4649-B971-31E254B6DA88}" dt="2022-10-23T09:32:04.133" v="2892" actId="478"/>
          <ac:spMkLst>
            <pc:docMk/>
            <pc:sldMk cId="1888284538" sldId="661"/>
            <ac:spMk id="7" creationId="{BC188A94-5207-3DD1-D72A-FAD8FA0740DA}"/>
          </ac:spMkLst>
        </pc:spChg>
        <pc:spChg chg="mod">
          <ac:chgData name="Daphne Economou" userId="d065a339-36cf-4937-af08-41751becbd81" providerId="ADAL" clId="{C432973F-67B1-4649-B971-31E254B6DA88}" dt="2022-10-23T09:16:50.637" v="2737" actId="207"/>
          <ac:spMkLst>
            <pc:docMk/>
            <pc:sldMk cId="1888284538" sldId="661"/>
            <ac:spMk id="8" creationId="{E8CB8951-F987-6764-39B3-B693923830D6}"/>
          </ac:spMkLst>
        </pc:spChg>
        <pc:spChg chg="add del mod">
          <ac:chgData name="Daphne Economou" userId="d065a339-36cf-4937-af08-41751becbd81" providerId="ADAL" clId="{C432973F-67B1-4649-B971-31E254B6DA88}" dt="2022-10-23T09:32:08.913" v="2895" actId="478"/>
          <ac:spMkLst>
            <pc:docMk/>
            <pc:sldMk cId="1888284538" sldId="661"/>
            <ac:spMk id="9" creationId="{ECACB22E-7AF1-E40F-F18A-65300A0F119F}"/>
          </ac:spMkLst>
        </pc:spChg>
        <pc:spChg chg="add del mod">
          <ac:chgData name="Daphne Economou" userId="d065a339-36cf-4937-af08-41751becbd81" providerId="ADAL" clId="{C432973F-67B1-4649-B971-31E254B6DA88}" dt="2022-10-23T09:32:06.494" v="2894" actId="478"/>
          <ac:spMkLst>
            <pc:docMk/>
            <pc:sldMk cId="1888284538" sldId="661"/>
            <ac:spMk id="11" creationId="{E8AA6FC9-01E6-0302-DD73-E29AF06A6D4E}"/>
          </ac:spMkLst>
        </pc:spChg>
        <pc:spChg chg="add mod">
          <ac:chgData name="Daphne Economou" userId="d065a339-36cf-4937-af08-41751becbd81" providerId="ADAL" clId="{C432973F-67B1-4649-B971-31E254B6DA88}" dt="2022-10-23T09:32:09.275" v="2896"/>
          <ac:spMkLst>
            <pc:docMk/>
            <pc:sldMk cId="1888284538" sldId="661"/>
            <ac:spMk id="12" creationId="{6751952D-6DEA-4491-6F13-0636787A8C72}"/>
          </ac:spMkLst>
        </pc:spChg>
        <pc:picChg chg="add mod">
          <ac:chgData name="Daphne Economou" userId="d065a339-36cf-4937-af08-41751becbd81" providerId="ADAL" clId="{C432973F-67B1-4649-B971-31E254B6DA88}" dt="2022-10-23T09:15:58.983" v="2721" actId="1076"/>
          <ac:picMkLst>
            <pc:docMk/>
            <pc:sldMk cId="1888284538" sldId="661"/>
            <ac:picMk id="2" creationId="{287F1AFC-78F5-BE01-A9DF-5DF8EF18C425}"/>
          </ac:picMkLst>
        </pc:picChg>
        <pc:picChg chg="del">
          <ac:chgData name="Daphne Economou" userId="d065a339-36cf-4937-af08-41751becbd81" providerId="ADAL" clId="{C432973F-67B1-4649-B971-31E254B6DA88}" dt="2022-10-23T09:13:03.643" v="2453" actId="478"/>
          <ac:picMkLst>
            <pc:docMk/>
            <pc:sldMk cId="1888284538" sldId="661"/>
            <ac:picMk id="10" creationId="{AECDE12C-0F59-9E27-E862-8725B03C07D5}"/>
          </ac:picMkLst>
        </pc:picChg>
      </pc:sldChg>
      <pc:sldChg chg="addSp delSp modSp add mod">
        <pc:chgData name="Daphne Economou" userId="d065a339-36cf-4937-af08-41751becbd81" providerId="ADAL" clId="{C432973F-67B1-4649-B971-31E254B6DA88}" dt="2022-10-23T09:31:58.246" v="2891" actId="1076"/>
        <pc:sldMkLst>
          <pc:docMk/>
          <pc:sldMk cId="3321785762" sldId="662"/>
        </pc:sldMkLst>
        <pc:spChg chg="mod">
          <ac:chgData name="Daphne Economou" userId="d065a339-36cf-4937-af08-41751becbd81" providerId="ADAL" clId="{C432973F-67B1-4649-B971-31E254B6DA88}" dt="2022-10-23T09:31:58.246" v="2891" actId="1076"/>
          <ac:spMkLst>
            <pc:docMk/>
            <pc:sldMk cId="3321785762" sldId="662"/>
            <ac:spMk id="7" creationId="{BC188A94-5207-3DD1-D72A-FAD8FA0740DA}"/>
          </ac:spMkLst>
        </pc:spChg>
        <pc:spChg chg="mod">
          <ac:chgData name="Daphne Economou" userId="d065a339-36cf-4937-af08-41751becbd81" providerId="ADAL" clId="{C432973F-67B1-4649-B971-31E254B6DA88}" dt="2022-10-23T09:31:22.956" v="2846" actId="113"/>
          <ac:spMkLst>
            <pc:docMk/>
            <pc:sldMk cId="3321785762" sldId="662"/>
            <ac:spMk id="8" creationId="{E8CB8951-F987-6764-39B3-B693923830D6}"/>
          </ac:spMkLst>
        </pc:spChg>
        <pc:picChg chg="del">
          <ac:chgData name="Daphne Economou" userId="d065a339-36cf-4937-af08-41751becbd81" providerId="ADAL" clId="{C432973F-67B1-4649-B971-31E254B6DA88}" dt="2022-10-23T09:27:35.778" v="2741" actId="478"/>
          <ac:picMkLst>
            <pc:docMk/>
            <pc:sldMk cId="3321785762" sldId="662"/>
            <ac:picMk id="2" creationId="{287F1AFC-78F5-BE01-A9DF-5DF8EF18C425}"/>
          </ac:picMkLst>
        </pc:picChg>
        <pc:picChg chg="add mod">
          <ac:chgData name="Daphne Economou" userId="d065a339-36cf-4937-af08-41751becbd81" providerId="ADAL" clId="{C432973F-67B1-4649-B971-31E254B6DA88}" dt="2022-10-23T09:31:15.038" v="2845" actId="1076"/>
          <ac:picMkLst>
            <pc:docMk/>
            <pc:sldMk cId="3321785762" sldId="662"/>
            <ac:picMk id="6" creationId="{58D41F48-DC4F-20B8-6DB1-B273125754F1}"/>
          </ac:picMkLst>
        </pc:picChg>
      </pc:sldChg>
      <pc:sldChg chg="addSp delSp modSp new mod">
        <pc:chgData name="Daphne Economou" userId="d065a339-36cf-4937-af08-41751becbd81" providerId="ADAL" clId="{C432973F-67B1-4649-B971-31E254B6DA88}" dt="2022-10-23T16:08:11.769" v="7660" actId="21"/>
        <pc:sldMkLst>
          <pc:docMk/>
          <pc:sldMk cId="4089075956" sldId="663"/>
        </pc:sldMkLst>
        <pc:spChg chg="del">
          <ac:chgData name="Daphne Economou" userId="d065a339-36cf-4937-af08-41751becbd81" providerId="ADAL" clId="{C432973F-67B1-4649-B971-31E254B6DA88}" dt="2022-10-23T09:32:56.105" v="2901" actId="478"/>
          <ac:spMkLst>
            <pc:docMk/>
            <pc:sldMk cId="4089075956" sldId="663"/>
            <ac:spMk id="2" creationId="{3DC03641-9FD6-1E02-CB3D-9C887592E4DA}"/>
          </ac:spMkLst>
        </pc:spChg>
        <pc:spChg chg="mod">
          <ac:chgData name="Daphne Economou" userId="d065a339-36cf-4937-af08-41751becbd81" providerId="ADAL" clId="{C432973F-67B1-4649-B971-31E254B6DA88}" dt="2022-10-23T10:30:25.031" v="4350" actId="20577"/>
          <ac:spMkLst>
            <pc:docMk/>
            <pc:sldMk cId="4089075956" sldId="663"/>
            <ac:spMk id="3" creationId="{950F3388-1A1E-BBBC-0F9E-D4170D81CE1F}"/>
          </ac:spMkLst>
        </pc:spChg>
        <pc:spChg chg="add mod">
          <ac:chgData name="Daphne Economou" userId="d065a339-36cf-4937-af08-41751becbd81" providerId="ADAL" clId="{C432973F-67B1-4649-B971-31E254B6DA88}" dt="2022-10-23T09:32:56.707" v="2902"/>
          <ac:spMkLst>
            <pc:docMk/>
            <pc:sldMk cId="4089075956" sldId="663"/>
            <ac:spMk id="6" creationId="{4A16F888-A65D-A201-2519-249299614DAA}"/>
          </ac:spMkLst>
        </pc:spChg>
        <pc:spChg chg="add mod">
          <ac:chgData name="Daphne Economou" userId="d065a339-36cf-4937-af08-41751becbd81" providerId="ADAL" clId="{C432973F-67B1-4649-B971-31E254B6DA88}" dt="2022-10-23T10:50:50.343" v="4646" actId="1076"/>
          <ac:spMkLst>
            <pc:docMk/>
            <pc:sldMk cId="4089075956" sldId="663"/>
            <ac:spMk id="13" creationId="{74FA8014-D958-AA96-068D-D14CDE7859DE}"/>
          </ac:spMkLst>
        </pc:spChg>
        <pc:spChg chg="add mod">
          <ac:chgData name="Daphne Economou" userId="d065a339-36cf-4937-af08-41751becbd81" providerId="ADAL" clId="{C432973F-67B1-4649-B971-31E254B6DA88}" dt="2022-10-23T10:50:50.343" v="4646" actId="1076"/>
          <ac:spMkLst>
            <pc:docMk/>
            <pc:sldMk cId="4089075956" sldId="663"/>
            <ac:spMk id="14" creationId="{4AD2774C-40C8-9603-9E44-15E54187D371}"/>
          </ac:spMkLst>
        </pc:spChg>
        <pc:spChg chg="add mod">
          <ac:chgData name="Daphne Economou" userId="d065a339-36cf-4937-af08-41751becbd81" providerId="ADAL" clId="{C432973F-67B1-4649-B971-31E254B6DA88}" dt="2022-10-23T10:50:50.343" v="4646" actId="1076"/>
          <ac:spMkLst>
            <pc:docMk/>
            <pc:sldMk cId="4089075956" sldId="663"/>
            <ac:spMk id="15" creationId="{4C87818C-D0F5-ADAF-6D48-8AB2DBA83FE4}"/>
          </ac:spMkLst>
        </pc:spChg>
        <pc:graphicFrameChg chg="add del mod">
          <ac:chgData name="Daphne Economou" userId="d065a339-36cf-4937-af08-41751becbd81" providerId="ADAL" clId="{C432973F-67B1-4649-B971-31E254B6DA88}" dt="2022-10-23T16:08:11.769" v="7660" actId="21"/>
          <ac:graphicFrameMkLst>
            <pc:docMk/>
            <pc:sldMk cId="4089075956" sldId="663"/>
            <ac:graphicFrameMk id="26" creationId="{DFFC376E-7A66-D923-8A27-A9F4FF837123}"/>
          </ac:graphicFrameMkLst>
        </pc:graphicFrameChg>
        <pc:picChg chg="add del mod ord">
          <ac:chgData name="Daphne Economou" userId="d065a339-36cf-4937-af08-41751becbd81" providerId="ADAL" clId="{C432973F-67B1-4649-B971-31E254B6DA88}" dt="2022-10-23T10:19:25.232" v="3933" actId="478"/>
          <ac:picMkLst>
            <pc:docMk/>
            <pc:sldMk cId="4089075956" sldId="663"/>
            <ac:picMk id="8" creationId="{D4D78D21-3B67-9989-A9A8-D164EFC1087B}"/>
          </ac:picMkLst>
        </pc:picChg>
        <pc:picChg chg="add del mod">
          <ac:chgData name="Daphne Economou" userId="d065a339-36cf-4937-af08-41751becbd81" providerId="ADAL" clId="{C432973F-67B1-4649-B971-31E254B6DA88}" dt="2022-10-23T10:49:18.227" v="4614" actId="478"/>
          <ac:picMkLst>
            <pc:docMk/>
            <pc:sldMk cId="4089075956" sldId="663"/>
            <ac:picMk id="10" creationId="{BC7BD953-2501-BC78-08A8-008BDBB779C7}"/>
          </ac:picMkLst>
        </pc:picChg>
        <pc:picChg chg="add mod">
          <ac:chgData name="Daphne Economou" userId="d065a339-36cf-4937-af08-41751becbd81" providerId="ADAL" clId="{C432973F-67B1-4649-B971-31E254B6DA88}" dt="2022-10-23T10:50:50.343" v="4646" actId="1076"/>
          <ac:picMkLst>
            <pc:docMk/>
            <pc:sldMk cId="4089075956" sldId="663"/>
            <ac:picMk id="12" creationId="{AABDFA86-D32B-2B7B-A38B-5A82AB91F628}"/>
          </ac:picMkLst>
        </pc:picChg>
        <pc:cxnChg chg="add">
          <ac:chgData name="Daphne Economou" userId="d065a339-36cf-4937-af08-41751becbd81" providerId="ADAL" clId="{C432973F-67B1-4649-B971-31E254B6DA88}" dt="2022-10-23T10:51:07.024" v="4647" actId="11529"/>
          <ac:cxnSpMkLst>
            <pc:docMk/>
            <pc:sldMk cId="4089075956" sldId="663"/>
            <ac:cxnSpMk id="17" creationId="{28F50CEC-68A3-6EB7-8744-59E22CA02599}"/>
          </ac:cxnSpMkLst>
        </pc:cxnChg>
        <pc:cxnChg chg="add mod">
          <ac:chgData name="Daphne Economou" userId="d065a339-36cf-4937-af08-41751becbd81" providerId="ADAL" clId="{C432973F-67B1-4649-B971-31E254B6DA88}" dt="2022-10-23T10:51:25.290" v="4653" actId="14100"/>
          <ac:cxnSpMkLst>
            <pc:docMk/>
            <pc:sldMk cId="4089075956" sldId="663"/>
            <ac:cxnSpMk id="18" creationId="{5683246A-EBDE-555F-8AAA-6B9B26FCB016}"/>
          </ac:cxnSpMkLst>
        </pc:cxnChg>
        <pc:cxnChg chg="add del mod">
          <ac:chgData name="Daphne Economou" userId="d065a339-36cf-4937-af08-41751becbd81" providerId="ADAL" clId="{C432973F-67B1-4649-B971-31E254B6DA88}" dt="2022-10-23T10:51:42.208" v="4661" actId="478"/>
          <ac:cxnSpMkLst>
            <pc:docMk/>
            <pc:sldMk cId="4089075956" sldId="663"/>
            <ac:cxnSpMk id="22" creationId="{7283FB98-9B42-9D59-B02B-08B2E1E693A3}"/>
          </ac:cxnSpMkLst>
        </pc:cxnChg>
        <pc:cxnChg chg="add del mod">
          <ac:chgData name="Daphne Economou" userId="d065a339-36cf-4937-af08-41751becbd81" providerId="ADAL" clId="{C432973F-67B1-4649-B971-31E254B6DA88}" dt="2022-10-23T10:51:41.370" v="4660" actId="478"/>
          <ac:cxnSpMkLst>
            <pc:docMk/>
            <pc:sldMk cId="4089075956" sldId="663"/>
            <ac:cxnSpMk id="24" creationId="{C7FCF5C4-9ABD-C363-4A32-1326F6FA6229}"/>
          </ac:cxnSpMkLst>
        </pc:cxnChg>
      </pc:sldChg>
      <pc:sldChg chg="addSp delSp modSp add mod">
        <pc:chgData name="Daphne Economou" userId="d065a339-36cf-4937-af08-41751becbd81" providerId="ADAL" clId="{C432973F-67B1-4649-B971-31E254B6DA88}" dt="2022-10-23T09:35:41.139" v="2911" actId="1076"/>
        <pc:sldMkLst>
          <pc:docMk/>
          <pc:sldMk cId="2678297386" sldId="664"/>
        </pc:sldMkLst>
        <pc:spChg chg="add del mod">
          <ac:chgData name="Daphne Economou" userId="d065a339-36cf-4937-af08-41751becbd81" providerId="ADAL" clId="{C432973F-67B1-4649-B971-31E254B6DA88}" dt="2022-10-23T09:35:24.685" v="2907" actId="478"/>
          <ac:spMkLst>
            <pc:docMk/>
            <pc:sldMk cId="2678297386" sldId="664"/>
            <ac:spMk id="3" creationId="{3DDC12CF-5FD0-35FC-4457-4392E483506A}"/>
          </ac:spMkLst>
        </pc:spChg>
        <pc:spChg chg="del">
          <ac:chgData name="Daphne Economou" userId="d065a339-36cf-4937-af08-41751becbd81" providerId="ADAL" clId="{C432973F-67B1-4649-B971-31E254B6DA88}" dt="2022-10-23T09:35:23.242" v="2906" actId="478"/>
          <ac:spMkLst>
            <pc:docMk/>
            <pc:sldMk cId="2678297386" sldId="664"/>
            <ac:spMk id="7" creationId="{8288791B-9A38-868B-3BE9-12112F5611A5}"/>
          </ac:spMkLst>
        </pc:spChg>
        <pc:picChg chg="mod">
          <ac:chgData name="Daphne Economou" userId="d065a339-36cf-4937-af08-41751becbd81" providerId="ADAL" clId="{C432973F-67B1-4649-B971-31E254B6DA88}" dt="2022-10-23T09:35:41.139" v="2911" actId="1076"/>
          <ac:picMkLst>
            <pc:docMk/>
            <pc:sldMk cId="2678297386" sldId="664"/>
            <ac:picMk id="9" creationId="{718AAD13-31E4-A8E5-B3BE-BB1BC7FCED9D}"/>
          </ac:picMkLst>
        </pc:picChg>
      </pc:sldChg>
      <pc:sldChg chg="addSp delSp new mod">
        <pc:chgData name="Daphne Economou" userId="d065a339-36cf-4937-af08-41751becbd81" providerId="ADAL" clId="{C432973F-67B1-4649-B971-31E254B6DA88}" dt="2022-10-23T09:38:25.172" v="2921" actId="21"/>
        <pc:sldMkLst>
          <pc:docMk/>
          <pc:sldMk cId="3897253080" sldId="665"/>
        </pc:sldMkLst>
        <pc:picChg chg="add del">
          <ac:chgData name="Daphne Economou" userId="d065a339-36cf-4937-af08-41751becbd81" providerId="ADAL" clId="{C432973F-67B1-4649-B971-31E254B6DA88}" dt="2022-10-23T09:38:25.172" v="2921" actId="21"/>
          <ac:picMkLst>
            <pc:docMk/>
            <pc:sldMk cId="3897253080" sldId="665"/>
            <ac:picMk id="8" creationId="{7E1C828A-63C4-34B8-21C4-173C83E7EE30}"/>
          </ac:picMkLst>
        </pc:picChg>
      </pc:sldChg>
      <pc:sldChg chg="addSp modSp new mod">
        <pc:chgData name="Daphne Economou" userId="d065a339-36cf-4937-af08-41751becbd81" providerId="ADAL" clId="{C432973F-67B1-4649-B971-31E254B6DA88}" dt="2022-10-23T09:38:33.903" v="2925" actId="1076"/>
        <pc:sldMkLst>
          <pc:docMk/>
          <pc:sldMk cId="4091280329" sldId="666"/>
        </pc:sldMkLst>
        <pc:picChg chg="add mod">
          <ac:chgData name="Daphne Economou" userId="d065a339-36cf-4937-af08-41751becbd81" providerId="ADAL" clId="{C432973F-67B1-4649-B971-31E254B6DA88}" dt="2022-10-23T09:38:33.903" v="2925" actId="1076"/>
          <ac:picMkLst>
            <pc:docMk/>
            <pc:sldMk cId="4091280329" sldId="666"/>
            <ac:picMk id="6" creationId="{11BC1218-BD7F-F6CC-7923-263DB74B2A81}"/>
          </ac:picMkLst>
        </pc:picChg>
      </pc:sldChg>
      <pc:sldChg chg="addSp delSp modSp new mod">
        <pc:chgData name="Daphne Economou" userId="d065a339-36cf-4937-af08-41751becbd81" providerId="ADAL" clId="{C432973F-67B1-4649-B971-31E254B6DA88}" dt="2022-10-23T11:05:06.731" v="4831" actId="108"/>
        <pc:sldMkLst>
          <pc:docMk/>
          <pc:sldMk cId="2662178917" sldId="667"/>
        </pc:sldMkLst>
        <pc:spChg chg="mod">
          <ac:chgData name="Daphne Economou" userId="d065a339-36cf-4937-af08-41751becbd81" providerId="ADAL" clId="{C432973F-67B1-4649-B971-31E254B6DA88}" dt="2022-10-23T10:36:27.831" v="4473" actId="20577"/>
          <ac:spMkLst>
            <pc:docMk/>
            <pc:sldMk cId="2662178917" sldId="667"/>
            <ac:spMk id="2" creationId="{D0A520D3-4205-B63D-23DA-025E672D3202}"/>
          </ac:spMkLst>
        </pc:spChg>
        <pc:spChg chg="del">
          <ac:chgData name="Daphne Economou" userId="d065a339-36cf-4937-af08-41751becbd81" providerId="ADAL" clId="{C432973F-67B1-4649-B971-31E254B6DA88}" dt="2022-10-23T09:51:03.692" v="3036" actId="1032"/>
          <ac:spMkLst>
            <pc:docMk/>
            <pc:sldMk cId="2662178917" sldId="667"/>
            <ac:spMk id="3" creationId="{F5C4320C-1456-808A-E869-34B6B8B73D72}"/>
          </ac:spMkLst>
        </pc:spChg>
        <pc:graphicFrameChg chg="add mod modGraphic">
          <ac:chgData name="Daphne Economou" userId="d065a339-36cf-4937-af08-41751becbd81" providerId="ADAL" clId="{C432973F-67B1-4649-B971-31E254B6DA88}" dt="2022-10-23T11:05:06.731" v="4831" actId="108"/>
          <ac:graphicFrameMkLst>
            <pc:docMk/>
            <pc:sldMk cId="2662178917" sldId="667"/>
            <ac:graphicFrameMk id="8" creationId="{64F57432-C1E0-8411-04BD-9A8830AFFF44}"/>
          </ac:graphicFrameMkLst>
        </pc:graphicFrameChg>
        <pc:picChg chg="add del mod">
          <ac:chgData name="Daphne Economou" userId="d065a339-36cf-4937-af08-41751becbd81" providerId="ADAL" clId="{C432973F-67B1-4649-B971-31E254B6DA88}" dt="2022-10-23T09:55:22.400" v="3314" actId="478"/>
          <ac:picMkLst>
            <pc:docMk/>
            <pc:sldMk cId="2662178917" sldId="667"/>
            <ac:picMk id="7" creationId="{85D013AC-9A94-26FA-0FF7-887326047A64}"/>
          </ac:picMkLst>
        </pc:picChg>
      </pc:sldChg>
      <pc:sldChg chg="addSp delSp modSp new mod">
        <pc:chgData name="Daphne Economou" userId="d065a339-36cf-4937-af08-41751becbd81" providerId="ADAL" clId="{C432973F-67B1-4649-B971-31E254B6DA88}" dt="2022-10-23T12:32:28.817" v="6424" actId="113"/>
        <pc:sldMkLst>
          <pc:docMk/>
          <pc:sldMk cId="2603457445" sldId="668"/>
        </pc:sldMkLst>
        <pc:spChg chg="del mod">
          <ac:chgData name="Daphne Economou" userId="d065a339-36cf-4937-af08-41751becbd81" providerId="ADAL" clId="{C432973F-67B1-4649-B971-31E254B6DA88}" dt="2022-10-23T10:44:13.970" v="4589" actId="478"/>
          <ac:spMkLst>
            <pc:docMk/>
            <pc:sldMk cId="2603457445" sldId="668"/>
            <ac:spMk id="2" creationId="{71A65A8E-514E-4163-E0BA-A28A58CBCD59}"/>
          </ac:spMkLst>
        </pc:spChg>
        <pc:spChg chg="mod">
          <ac:chgData name="Daphne Economou" userId="d065a339-36cf-4937-af08-41751becbd81" providerId="ADAL" clId="{C432973F-67B1-4649-B971-31E254B6DA88}" dt="2022-10-23T12:32:28.817" v="6424" actId="113"/>
          <ac:spMkLst>
            <pc:docMk/>
            <pc:sldMk cId="2603457445" sldId="668"/>
            <ac:spMk id="3" creationId="{D5E34B7E-D545-46DB-4F19-2A45BAF69A11}"/>
          </ac:spMkLst>
        </pc:spChg>
        <pc:spChg chg="add del mod">
          <ac:chgData name="Daphne Economou" userId="d065a339-36cf-4937-af08-41751becbd81" providerId="ADAL" clId="{C432973F-67B1-4649-B971-31E254B6DA88}" dt="2022-10-23T10:44:17.023" v="4590" actId="478"/>
          <ac:spMkLst>
            <pc:docMk/>
            <pc:sldMk cId="2603457445" sldId="668"/>
            <ac:spMk id="7" creationId="{3187B286-14A1-F800-270B-CAFB59E6BA22}"/>
          </ac:spMkLst>
        </pc:spChg>
        <pc:spChg chg="add mod">
          <ac:chgData name="Daphne Economou" userId="d065a339-36cf-4937-af08-41751becbd81" providerId="ADAL" clId="{C432973F-67B1-4649-B971-31E254B6DA88}" dt="2022-10-23T12:00:07.712" v="6063" actId="27636"/>
          <ac:spMkLst>
            <pc:docMk/>
            <pc:sldMk cId="2603457445" sldId="668"/>
            <ac:spMk id="8" creationId="{DF140570-FC41-0969-5F81-F583AC8D2DC9}"/>
          </ac:spMkLst>
        </pc:spChg>
      </pc:sldChg>
      <pc:sldChg chg="modSp new del mod">
        <pc:chgData name="Daphne Economou" userId="d065a339-36cf-4937-af08-41751becbd81" providerId="ADAL" clId="{C432973F-67B1-4649-B971-31E254B6DA88}" dt="2022-10-23T10:43:10.207" v="4585" actId="47"/>
        <pc:sldMkLst>
          <pc:docMk/>
          <pc:sldMk cId="3010585645" sldId="668"/>
        </pc:sldMkLst>
        <pc:spChg chg="mod">
          <ac:chgData name="Daphne Economou" userId="d065a339-36cf-4937-af08-41751becbd81" providerId="ADAL" clId="{C432973F-67B1-4649-B971-31E254B6DA88}" dt="2022-10-23T10:41:58.483" v="4583" actId="20577"/>
          <ac:spMkLst>
            <pc:docMk/>
            <pc:sldMk cId="3010585645" sldId="668"/>
            <ac:spMk id="2" creationId="{78545458-A125-DE33-4253-653008A18FF0}"/>
          </ac:spMkLst>
        </pc:spChg>
      </pc:sldChg>
      <pc:sldChg chg="add del">
        <pc:chgData name="Daphne Economou" userId="d065a339-36cf-4937-af08-41751becbd81" providerId="ADAL" clId="{C432973F-67B1-4649-B971-31E254B6DA88}" dt="2022-10-23T10:56:59.458" v="4671" actId="47"/>
        <pc:sldMkLst>
          <pc:docMk/>
          <pc:sldMk cId="3467630809" sldId="669"/>
        </pc:sldMkLst>
      </pc:sldChg>
      <pc:sldChg chg="addSp delSp modSp new mod ord">
        <pc:chgData name="Daphne Economou" userId="d065a339-36cf-4937-af08-41751becbd81" providerId="ADAL" clId="{C432973F-67B1-4649-B971-31E254B6DA88}" dt="2022-10-23T11:03:01.746" v="4827"/>
        <pc:sldMkLst>
          <pc:docMk/>
          <pc:sldMk cId="3453266115" sldId="670"/>
        </pc:sldMkLst>
        <pc:spChg chg="mod">
          <ac:chgData name="Daphne Economou" userId="d065a339-36cf-4937-af08-41751becbd81" providerId="ADAL" clId="{C432973F-67B1-4649-B971-31E254B6DA88}" dt="2022-10-23T10:57:19.428" v="4710" actId="20577"/>
          <ac:spMkLst>
            <pc:docMk/>
            <pc:sldMk cId="3453266115" sldId="670"/>
            <ac:spMk id="2" creationId="{DFBD9E48-7CD7-6C89-9D2C-F56537D624D0}"/>
          </ac:spMkLst>
        </pc:spChg>
        <pc:spChg chg="del">
          <ac:chgData name="Daphne Economou" userId="d065a339-36cf-4937-af08-41751becbd81" providerId="ADAL" clId="{C432973F-67B1-4649-B971-31E254B6DA88}" dt="2022-10-23T10:57:22.735" v="4711" actId="478"/>
          <ac:spMkLst>
            <pc:docMk/>
            <pc:sldMk cId="3453266115" sldId="670"/>
            <ac:spMk id="3" creationId="{4698EDF9-FA35-938C-D0EA-1C8B16F92612}"/>
          </ac:spMkLst>
        </pc:spChg>
        <pc:graphicFrameChg chg="add mod modGraphic">
          <ac:chgData name="Daphne Economou" userId="d065a339-36cf-4937-af08-41751becbd81" providerId="ADAL" clId="{C432973F-67B1-4649-B971-31E254B6DA88}" dt="2022-10-23T11:02:56.159" v="4825" actId="1076"/>
          <ac:graphicFrameMkLst>
            <pc:docMk/>
            <pc:sldMk cId="3453266115" sldId="670"/>
            <ac:graphicFrameMk id="8" creationId="{2381BF89-0134-FC13-06C2-8D8C212FC2A7}"/>
          </ac:graphicFrameMkLst>
        </pc:graphicFrameChg>
        <pc:picChg chg="add del mod">
          <ac:chgData name="Daphne Economou" userId="d065a339-36cf-4937-af08-41751becbd81" providerId="ADAL" clId="{C432973F-67B1-4649-B971-31E254B6DA88}" dt="2022-10-23T10:59:56.751" v="4812" actId="478"/>
          <ac:picMkLst>
            <pc:docMk/>
            <pc:sldMk cId="3453266115" sldId="670"/>
            <ac:picMk id="7" creationId="{0AA32A54-BEB1-03DC-24E8-E375B4F8D962}"/>
          </ac:picMkLst>
        </pc:picChg>
      </pc:sldChg>
      <pc:sldChg chg="addSp modSp new mod">
        <pc:chgData name="Daphne Economou" userId="d065a339-36cf-4937-af08-41751becbd81" providerId="ADAL" clId="{C432973F-67B1-4649-B971-31E254B6DA88}" dt="2022-10-23T12:12:48.268" v="6131" actId="108"/>
        <pc:sldMkLst>
          <pc:docMk/>
          <pc:sldMk cId="2982566595" sldId="671"/>
        </pc:sldMkLst>
        <pc:spChg chg="mod">
          <ac:chgData name="Daphne Economou" userId="d065a339-36cf-4937-af08-41751becbd81" providerId="ADAL" clId="{C432973F-67B1-4649-B971-31E254B6DA88}" dt="2022-10-23T11:10:58.909" v="4906" actId="20577"/>
          <ac:spMkLst>
            <pc:docMk/>
            <pc:sldMk cId="2982566595" sldId="671"/>
            <ac:spMk id="2" creationId="{0D8FD4AE-17E9-EA16-10D8-54A5238CECCA}"/>
          </ac:spMkLst>
        </pc:spChg>
        <pc:spChg chg="mod">
          <ac:chgData name="Daphne Economou" userId="d065a339-36cf-4937-af08-41751becbd81" providerId="ADAL" clId="{C432973F-67B1-4649-B971-31E254B6DA88}" dt="2022-10-23T12:12:48.268" v="6131" actId="108"/>
          <ac:spMkLst>
            <pc:docMk/>
            <pc:sldMk cId="2982566595" sldId="671"/>
            <ac:spMk id="3" creationId="{B6F087C5-6B16-337C-F595-445BAD15F7F5}"/>
          </ac:spMkLst>
        </pc:spChg>
        <pc:cxnChg chg="add mod">
          <ac:chgData name="Daphne Economou" userId="d065a339-36cf-4937-af08-41751becbd81" providerId="ADAL" clId="{C432973F-67B1-4649-B971-31E254B6DA88}" dt="2022-10-23T11:16:42.789" v="5253" actId="1076"/>
          <ac:cxnSpMkLst>
            <pc:docMk/>
            <pc:sldMk cId="2982566595" sldId="671"/>
            <ac:cxnSpMk id="7" creationId="{2066D1BD-F038-C732-E029-3821300BC4AF}"/>
          </ac:cxnSpMkLst>
        </pc:cxnChg>
        <pc:cxnChg chg="add mod">
          <ac:chgData name="Daphne Economou" userId="d065a339-36cf-4937-af08-41751becbd81" providerId="ADAL" clId="{C432973F-67B1-4649-B971-31E254B6DA88}" dt="2022-10-23T11:16:34.443" v="5250" actId="13822"/>
          <ac:cxnSpMkLst>
            <pc:docMk/>
            <pc:sldMk cId="2982566595" sldId="671"/>
            <ac:cxnSpMk id="12" creationId="{5DF59097-610D-A15F-D530-7158810AAAEE}"/>
          </ac:cxnSpMkLst>
        </pc:cxnChg>
        <pc:cxnChg chg="add mod">
          <ac:chgData name="Daphne Economou" userId="d065a339-36cf-4937-af08-41751becbd81" providerId="ADAL" clId="{C432973F-67B1-4649-B971-31E254B6DA88}" dt="2022-10-23T11:16:40.488" v="5252" actId="1076"/>
          <ac:cxnSpMkLst>
            <pc:docMk/>
            <pc:sldMk cId="2982566595" sldId="671"/>
            <ac:cxnSpMk id="13" creationId="{814B980C-83FE-2468-5485-6CA8F65DF862}"/>
          </ac:cxnSpMkLst>
        </pc:cxnChg>
      </pc:sldChg>
      <pc:sldChg chg="addSp delSp modSp add mod">
        <pc:chgData name="Daphne Economou" userId="d065a339-36cf-4937-af08-41751becbd81" providerId="ADAL" clId="{C432973F-67B1-4649-B971-31E254B6DA88}" dt="2022-10-23T12:28:09.703" v="6384" actId="207"/>
        <pc:sldMkLst>
          <pc:docMk/>
          <pc:sldMk cId="3125011592" sldId="672"/>
        </pc:sldMkLst>
        <pc:spChg chg="mod">
          <ac:chgData name="Daphne Economou" userId="d065a339-36cf-4937-af08-41751becbd81" providerId="ADAL" clId="{C432973F-67B1-4649-B971-31E254B6DA88}" dt="2022-10-23T11:29:15.691" v="5491" actId="14100"/>
          <ac:spMkLst>
            <pc:docMk/>
            <pc:sldMk cId="3125011592" sldId="672"/>
            <ac:spMk id="3" creationId="{D5E34B7E-D545-46DB-4F19-2A45BAF69A11}"/>
          </ac:spMkLst>
        </pc:spChg>
        <pc:spChg chg="add del">
          <ac:chgData name="Daphne Economou" userId="d065a339-36cf-4937-af08-41751becbd81" providerId="ADAL" clId="{C432973F-67B1-4649-B971-31E254B6DA88}" dt="2022-10-23T11:25:45.932" v="5446"/>
          <ac:spMkLst>
            <pc:docMk/>
            <pc:sldMk cId="3125011592" sldId="672"/>
            <ac:spMk id="6" creationId="{8D4883B5-320E-FA60-94F6-00AE51920CEF}"/>
          </ac:spMkLst>
        </pc:spChg>
        <pc:spChg chg="add del mod">
          <ac:chgData name="Daphne Economou" userId="d065a339-36cf-4937-af08-41751becbd81" providerId="ADAL" clId="{C432973F-67B1-4649-B971-31E254B6DA88}" dt="2022-10-23T11:25:58.346" v="5450"/>
          <ac:spMkLst>
            <pc:docMk/>
            <pc:sldMk cId="3125011592" sldId="672"/>
            <ac:spMk id="7" creationId="{0C2A5D24-C1B1-BC78-5E85-12AF9297655E}"/>
          </ac:spMkLst>
        </pc:spChg>
        <pc:spChg chg="mod">
          <ac:chgData name="Daphne Economou" userId="d065a339-36cf-4937-af08-41751becbd81" providerId="ADAL" clId="{C432973F-67B1-4649-B971-31E254B6DA88}" dt="2022-10-23T12:00:41.232" v="6075" actId="113"/>
          <ac:spMkLst>
            <pc:docMk/>
            <pc:sldMk cId="3125011592" sldId="672"/>
            <ac:spMk id="8" creationId="{DF140570-FC41-0969-5F81-F583AC8D2DC9}"/>
          </ac:spMkLst>
        </pc:spChg>
        <pc:spChg chg="add mod">
          <ac:chgData name="Daphne Economou" userId="d065a339-36cf-4937-af08-41751becbd81" providerId="ADAL" clId="{C432973F-67B1-4649-B971-31E254B6DA88}" dt="2022-10-23T11:29:24.411" v="5492" actId="1076"/>
          <ac:spMkLst>
            <pc:docMk/>
            <pc:sldMk cId="3125011592" sldId="672"/>
            <ac:spMk id="10" creationId="{F37E93D6-39CD-57CA-D965-BB6B30BA12C7}"/>
          </ac:spMkLst>
        </pc:spChg>
        <pc:graphicFrameChg chg="add mod modGraphic">
          <ac:chgData name="Daphne Economou" userId="d065a339-36cf-4937-af08-41751becbd81" providerId="ADAL" clId="{C432973F-67B1-4649-B971-31E254B6DA88}" dt="2022-10-23T12:28:09.703" v="6384" actId="207"/>
          <ac:graphicFrameMkLst>
            <pc:docMk/>
            <pc:sldMk cId="3125011592" sldId="672"/>
            <ac:graphicFrameMk id="2" creationId="{E9392F03-EEE5-F9BB-36BF-261C97E2D934}"/>
          </ac:graphicFrameMkLst>
        </pc:graphicFrameChg>
        <pc:picChg chg="add del">
          <ac:chgData name="Daphne Economou" userId="d065a339-36cf-4937-af08-41751becbd81" providerId="ADAL" clId="{C432973F-67B1-4649-B971-31E254B6DA88}" dt="2022-10-23T11:25:45.932" v="5446"/>
          <ac:picMkLst>
            <pc:docMk/>
            <pc:sldMk cId="3125011592" sldId="672"/>
            <ac:picMk id="2050" creationId="{821A44FD-30C3-0117-BEAB-C94AEBC3C4D3}"/>
          </ac:picMkLst>
        </pc:picChg>
        <pc:picChg chg="add del">
          <ac:chgData name="Daphne Economou" userId="d065a339-36cf-4937-af08-41751becbd81" providerId="ADAL" clId="{C432973F-67B1-4649-B971-31E254B6DA88}" dt="2022-10-23T11:25:45.932" v="5446"/>
          <ac:picMkLst>
            <pc:docMk/>
            <pc:sldMk cId="3125011592" sldId="672"/>
            <ac:picMk id="2051" creationId="{65FEEFEE-B3AE-597D-1DFE-BA8C0A70ECC3}"/>
          </ac:picMkLst>
        </pc:picChg>
        <pc:picChg chg="add del">
          <ac:chgData name="Daphne Economou" userId="d065a339-36cf-4937-af08-41751becbd81" providerId="ADAL" clId="{C432973F-67B1-4649-B971-31E254B6DA88}" dt="2022-10-23T11:25:45.932" v="5446"/>
          <ac:picMkLst>
            <pc:docMk/>
            <pc:sldMk cId="3125011592" sldId="672"/>
            <ac:picMk id="2052" creationId="{DAE2AD00-753C-73E9-137E-1D933258E265}"/>
          </ac:picMkLst>
        </pc:picChg>
        <pc:picChg chg="add del mod">
          <ac:chgData name="Daphne Economou" userId="d065a339-36cf-4937-af08-41751becbd81" providerId="ADAL" clId="{C432973F-67B1-4649-B971-31E254B6DA88}" dt="2022-10-23T11:25:58.346" v="5450"/>
          <ac:picMkLst>
            <pc:docMk/>
            <pc:sldMk cId="3125011592" sldId="672"/>
            <ac:picMk id="2054" creationId="{877B3B92-5C86-C888-CD50-DAC80EC92C02}"/>
          </ac:picMkLst>
        </pc:picChg>
        <pc:picChg chg="add del mod">
          <ac:chgData name="Daphne Economou" userId="d065a339-36cf-4937-af08-41751becbd81" providerId="ADAL" clId="{C432973F-67B1-4649-B971-31E254B6DA88}" dt="2022-10-23T11:25:58.346" v="5450"/>
          <ac:picMkLst>
            <pc:docMk/>
            <pc:sldMk cId="3125011592" sldId="672"/>
            <ac:picMk id="2055" creationId="{95E63335-547B-40C5-BFC7-7ED03332E37B}"/>
          </ac:picMkLst>
        </pc:picChg>
        <pc:picChg chg="add del mod">
          <ac:chgData name="Daphne Economou" userId="d065a339-36cf-4937-af08-41751becbd81" providerId="ADAL" clId="{C432973F-67B1-4649-B971-31E254B6DA88}" dt="2022-10-23T11:25:58.346" v="5450"/>
          <ac:picMkLst>
            <pc:docMk/>
            <pc:sldMk cId="3125011592" sldId="672"/>
            <ac:picMk id="2056" creationId="{6311DA54-45BB-87C7-68CD-DC4AA2674BA8}"/>
          </ac:picMkLst>
        </pc:picChg>
        <pc:picChg chg="add mod">
          <ac:chgData name="Daphne Economou" userId="d065a339-36cf-4937-af08-41751becbd81" providerId="ADAL" clId="{C432973F-67B1-4649-B971-31E254B6DA88}" dt="2022-10-23T11:27:55.395" v="5478" actId="1076"/>
          <ac:picMkLst>
            <pc:docMk/>
            <pc:sldMk cId="3125011592" sldId="672"/>
            <ac:picMk id="2058" creationId="{B6454462-241E-D1D0-BFE9-6AEC398AE9A9}"/>
          </ac:picMkLst>
        </pc:picChg>
        <pc:picChg chg="add mod">
          <ac:chgData name="Daphne Economou" userId="d065a339-36cf-4937-af08-41751becbd81" providerId="ADAL" clId="{C432973F-67B1-4649-B971-31E254B6DA88}" dt="2022-10-23T11:28:35.948" v="5485" actId="1076"/>
          <ac:picMkLst>
            <pc:docMk/>
            <pc:sldMk cId="3125011592" sldId="672"/>
            <ac:picMk id="2060" creationId="{C4CA6342-AC85-7A02-0F47-DF9CF597363E}"/>
          </ac:picMkLst>
        </pc:picChg>
        <pc:picChg chg="add mod">
          <ac:chgData name="Daphne Economou" userId="d065a339-36cf-4937-af08-41751becbd81" providerId="ADAL" clId="{C432973F-67B1-4649-B971-31E254B6DA88}" dt="2022-10-23T11:28:40.574" v="5486" actId="1076"/>
          <ac:picMkLst>
            <pc:docMk/>
            <pc:sldMk cId="3125011592" sldId="672"/>
            <ac:picMk id="2062" creationId="{F0B71236-FCFA-A3F2-7C9A-824C2FC71F91}"/>
          </ac:picMkLst>
        </pc:picChg>
      </pc:sldChg>
      <pc:sldChg chg="addSp delSp modSp add mod">
        <pc:chgData name="Daphne Economou" userId="d065a339-36cf-4937-af08-41751becbd81" providerId="ADAL" clId="{C432973F-67B1-4649-B971-31E254B6DA88}" dt="2022-10-23T12:28:17.872" v="6385" actId="207"/>
        <pc:sldMkLst>
          <pc:docMk/>
          <pc:sldMk cId="3158864792" sldId="673"/>
        </pc:sldMkLst>
        <pc:spChg chg="mod">
          <ac:chgData name="Daphne Economou" userId="d065a339-36cf-4937-af08-41751becbd81" providerId="ADAL" clId="{C432973F-67B1-4649-B971-31E254B6DA88}" dt="2022-10-23T12:15:26.292" v="6189" actId="20577"/>
          <ac:spMkLst>
            <pc:docMk/>
            <pc:sldMk cId="3158864792" sldId="673"/>
            <ac:spMk id="3" creationId="{D5E34B7E-D545-46DB-4F19-2A45BAF69A11}"/>
          </ac:spMkLst>
        </pc:spChg>
        <pc:spChg chg="add mod">
          <ac:chgData name="Daphne Economou" userId="d065a339-36cf-4937-af08-41751becbd81" providerId="ADAL" clId="{C432973F-67B1-4649-B971-31E254B6DA88}" dt="2022-10-23T11:31:39.314" v="5510" actId="6549"/>
          <ac:spMkLst>
            <pc:docMk/>
            <pc:sldMk cId="3158864792" sldId="673"/>
            <ac:spMk id="6" creationId="{E779C5BC-3AA9-989C-B8D7-9F6DAAFE8467}"/>
          </ac:spMkLst>
        </pc:spChg>
        <pc:spChg chg="mod">
          <ac:chgData name="Daphne Economou" userId="d065a339-36cf-4937-af08-41751becbd81" providerId="ADAL" clId="{C432973F-67B1-4649-B971-31E254B6DA88}" dt="2022-10-23T12:00:44.057" v="6076" actId="113"/>
          <ac:spMkLst>
            <pc:docMk/>
            <pc:sldMk cId="3158864792" sldId="673"/>
            <ac:spMk id="8" creationId="{DF140570-FC41-0969-5F81-F583AC8D2DC9}"/>
          </ac:spMkLst>
        </pc:spChg>
        <pc:spChg chg="add mod">
          <ac:chgData name="Daphne Economou" userId="d065a339-36cf-4937-af08-41751becbd81" providerId="ADAL" clId="{C432973F-67B1-4649-B971-31E254B6DA88}" dt="2022-10-23T12:15:35.714" v="6191" actId="1076"/>
          <ac:spMkLst>
            <pc:docMk/>
            <pc:sldMk cId="3158864792" sldId="673"/>
            <ac:spMk id="9" creationId="{67C7581A-31C1-E9A8-178E-6E30BECE5A04}"/>
          </ac:spMkLst>
        </pc:spChg>
        <pc:spChg chg="mod">
          <ac:chgData name="Daphne Economou" userId="d065a339-36cf-4937-af08-41751becbd81" providerId="ADAL" clId="{C432973F-67B1-4649-B971-31E254B6DA88}" dt="2022-10-23T12:15:33.075" v="6190" actId="1076"/>
          <ac:spMkLst>
            <pc:docMk/>
            <pc:sldMk cId="3158864792" sldId="673"/>
            <ac:spMk id="10" creationId="{F37E93D6-39CD-57CA-D965-BB6B30BA12C7}"/>
          </ac:spMkLst>
        </pc:spChg>
        <pc:graphicFrameChg chg="modGraphic">
          <ac:chgData name="Daphne Economou" userId="d065a339-36cf-4937-af08-41751becbd81" providerId="ADAL" clId="{C432973F-67B1-4649-B971-31E254B6DA88}" dt="2022-10-23T12:28:17.872" v="6385" actId="207"/>
          <ac:graphicFrameMkLst>
            <pc:docMk/>
            <pc:sldMk cId="3158864792" sldId="673"/>
            <ac:graphicFrameMk id="2" creationId="{E9392F03-EEE5-F9BB-36BF-261C97E2D934}"/>
          </ac:graphicFrameMkLst>
        </pc:graphicFrameChg>
        <pc:graphicFrameChg chg="add mod modGraphic">
          <ac:chgData name="Daphne Economou" userId="d065a339-36cf-4937-af08-41751becbd81" providerId="ADAL" clId="{C432973F-67B1-4649-B971-31E254B6DA88}" dt="2022-10-23T12:14:48.797" v="6178" actId="1076"/>
          <ac:graphicFrameMkLst>
            <pc:docMk/>
            <pc:sldMk cId="3158864792" sldId="673"/>
            <ac:graphicFrameMk id="7" creationId="{D65C75A7-8130-74F1-3786-21CD0E91FEB5}"/>
          </ac:graphicFrameMkLst>
        </pc:graphicFrameChg>
        <pc:picChg chg="del mod">
          <ac:chgData name="Daphne Economou" userId="d065a339-36cf-4937-af08-41751becbd81" providerId="ADAL" clId="{C432973F-67B1-4649-B971-31E254B6DA88}" dt="2022-10-23T11:31:45.782" v="5513" actId="478"/>
          <ac:picMkLst>
            <pc:docMk/>
            <pc:sldMk cId="3158864792" sldId="673"/>
            <ac:picMk id="2058" creationId="{B6454462-241E-D1D0-BFE9-6AEC398AE9A9}"/>
          </ac:picMkLst>
        </pc:picChg>
        <pc:picChg chg="del mod">
          <ac:chgData name="Daphne Economou" userId="d065a339-36cf-4937-af08-41751becbd81" providerId="ADAL" clId="{C432973F-67B1-4649-B971-31E254B6DA88}" dt="2022-10-23T11:32:57.810" v="5558" actId="478"/>
          <ac:picMkLst>
            <pc:docMk/>
            <pc:sldMk cId="3158864792" sldId="673"/>
            <ac:picMk id="2060" creationId="{C4CA6342-AC85-7A02-0F47-DF9CF597363E}"/>
          </ac:picMkLst>
        </pc:picChg>
        <pc:picChg chg="del">
          <ac:chgData name="Daphne Economou" userId="d065a339-36cf-4937-af08-41751becbd81" providerId="ADAL" clId="{C432973F-67B1-4649-B971-31E254B6DA88}" dt="2022-10-23T11:32:57.071" v="5557" actId="478"/>
          <ac:picMkLst>
            <pc:docMk/>
            <pc:sldMk cId="3158864792" sldId="673"/>
            <ac:picMk id="2062" creationId="{F0B71236-FCFA-A3F2-7C9A-824C2FC71F91}"/>
          </ac:picMkLst>
        </pc:picChg>
        <pc:picChg chg="add mod">
          <ac:chgData name="Daphne Economou" userId="d065a339-36cf-4937-af08-41751becbd81" providerId="ADAL" clId="{C432973F-67B1-4649-B971-31E254B6DA88}" dt="2022-10-23T12:15:11.965" v="6182" actId="1076"/>
          <ac:picMkLst>
            <pc:docMk/>
            <pc:sldMk cId="3158864792" sldId="673"/>
            <ac:picMk id="3074" creationId="{93216535-F134-6B1B-D5CF-307627F40C82}"/>
          </ac:picMkLst>
        </pc:picChg>
        <pc:picChg chg="add mod">
          <ac:chgData name="Daphne Economou" userId="d065a339-36cf-4937-af08-41751becbd81" providerId="ADAL" clId="{C432973F-67B1-4649-B971-31E254B6DA88}" dt="2022-10-23T12:15:15.571" v="6183" actId="1076"/>
          <ac:picMkLst>
            <pc:docMk/>
            <pc:sldMk cId="3158864792" sldId="673"/>
            <ac:picMk id="3076" creationId="{EA332762-DBA1-8747-5F47-1D5055392817}"/>
          </ac:picMkLst>
        </pc:picChg>
      </pc:sldChg>
      <pc:sldChg chg="addSp delSp modSp add mod">
        <pc:chgData name="Daphne Economou" userId="d065a339-36cf-4937-af08-41751becbd81" providerId="ADAL" clId="{C432973F-67B1-4649-B971-31E254B6DA88}" dt="2022-10-23T12:00:46.738" v="6077" actId="113"/>
        <pc:sldMkLst>
          <pc:docMk/>
          <pc:sldMk cId="600862974" sldId="674"/>
        </pc:sldMkLst>
        <pc:spChg chg="mod">
          <ac:chgData name="Daphne Economou" userId="d065a339-36cf-4937-af08-41751becbd81" providerId="ADAL" clId="{C432973F-67B1-4649-B971-31E254B6DA88}" dt="2022-10-23T11:58:12.710" v="6048" actId="14100"/>
          <ac:spMkLst>
            <pc:docMk/>
            <pc:sldMk cId="600862974" sldId="674"/>
            <ac:spMk id="3" creationId="{D5E34B7E-D545-46DB-4F19-2A45BAF69A11}"/>
          </ac:spMkLst>
        </pc:spChg>
        <pc:spChg chg="mod">
          <ac:chgData name="Daphne Economou" userId="d065a339-36cf-4937-af08-41751becbd81" providerId="ADAL" clId="{C432973F-67B1-4649-B971-31E254B6DA88}" dt="2022-10-23T12:00:46.738" v="6077" actId="113"/>
          <ac:spMkLst>
            <pc:docMk/>
            <pc:sldMk cId="600862974" sldId="674"/>
            <ac:spMk id="8" creationId="{DF140570-FC41-0969-5F81-F583AC8D2DC9}"/>
          </ac:spMkLst>
        </pc:spChg>
        <pc:spChg chg="del">
          <ac:chgData name="Daphne Economou" userId="d065a339-36cf-4937-af08-41751becbd81" providerId="ADAL" clId="{C432973F-67B1-4649-B971-31E254B6DA88}" dt="2022-10-23T11:36:22.832" v="5616" actId="478"/>
          <ac:spMkLst>
            <pc:docMk/>
            <pc:sldMk cId="600862974" sldId="674"/>
            <ac:spMk id="9" creationId="{67C7581A-31C1-E9A8-178E-6E30BECE5A04}"/>
          </ac:spMkLst>
        </pc:spChg>
        <pc:spChg chg="mod">
          <ac:chgData name="Daphne Economou" userId="d065a339-36cf-4937-af08-41751becbd81" providerId="ADAL" clId="{C432973F-67B1-4649-B971-31E254B6DA88}" dt="2022-10-23T11:58:25.819" v="6052" actId="14100"/>
          <ac:spMkLst>
            <pc:docMk/>
            <pc:sldMk cId="600862974" sldId="674"/>
            <ac:spMk id="10" creationId="{F37E93D6-39CD-57CA-D965-BB6B30BA12C7}"/>
          </ac:spMkLst>
        </pc:spChg>
        <pc:spChg chg="add del mod">
          <ac:chgData name="Daphne Economou" userId="d065a339-36cf-4937-af08-41751becbd81" providerId="ADAL" clId="{C432973F-67B1-4649-B971-31E254B6DA88}" dt="2022-10-23T11:58:18.969" v="6050" actId="478"/>
          <ac:spMkLst>
            <pc:docMk/>
            <pc:sldMk cId="600862974" sldId="674"/>
            <ac:spMk id="12" creationId="{5AECFEDC-2D03-B824-F8CA-6DD9743CAF85}"/>
          </ac:spMkLst>
        </pc:spChg>
        <pc:spChg chg="add mod">
          <ac:chgData name="Daphne Economou" userId="d065a339-36cf-4937-af08-41751becbd81" providerId="ADAL" clId="{C432973F-67B1-4649-B971-31E254B6DA88}" dt="2022-10-23T11:59:06.454" v="6059" actId="14100"/>
          <ac:spMkLst>
            <pc:docMk/>
            <pc:sldMk cId="600862974" sldId="674"/>
            <ac:spMk id="13" creationId="{42951CF3-3B99-1EC6-D919-B037C8E8D1D2}"/>
          </ac:spMkLst>
        </pc:spChg>
        <pc:graphicFrameChg chg="del">
          <ac:chgData name="Daphne Economou" userId="d065a339-36cf-4937-af08-41751becbd81" providerId="ADAL" clId="{C432973F-67B1-4649-B971-31E254B6DA88}" dt="2022-10-23T11:36:34.705" v="5617" actId="478"/>
          <ac:graphicFrameMkLst>
            <pc:docMk/>
            <pc:sldMk cId="600862974" sldId="674"/>
            <ac:graphicFrameMk id="2" creationId="{E9392F03-EEE5-F9BB-36BF-261C97E2D934}"/>
          </ac:graphicFrameMkLst>
        </pc:graphicFrameChg>
        <pc:graphicFrameChg chg="del">
          <ac:chgData name="Daphne Economou" userId="d065a339-36cf-4937-af08-41751becbd81" providerId="ADAL" clId="{C432973F-67B1-4649-B971-31E254B6DA88}" dt="2022-10-23T11:36:21.643" v="5615" actId="478"/>
          <ac:graphicFrameMkLst>
            <pc:docMk/>
            <pc:sldMk cId="600862974" sldId="674"/>
            <ac:graphicFrameMk id="7" creationId="{D65C75A7-8130-74F1-3786-21CD0E91FEB5}"/>
          </ac:graphicFrameMkLst>
        </pc:graphicFrameChg>
        <pc:graphicFrameChg chg="add mod modGraphic">
          <ac:chgData name="Daphne Economou" userId="d065a339-36cf-4937-af08-41751becbd81" providerId="ADAL" clId="{C432973F-67B1-4649-B971-31E254B6DA88}" dt="2022-10-23T11:59:10.323" v="6060" actId="1076"/>
          <ac:graphicFrameMkLst>
            <pc:docMk/>
            <pc:sldMk cId="600862974" sldId="674"/>
            <ac:graphicFrameMk id="11" creationId="{C93E59B5-0DD0-7523-5BC1-2D0D6240758E}"/>
          </ac:graphicFrameMkLst>
        </pc:graphicFrameChg>
        <pc:picChg chg="del">
          <ac:chgData name="Daphne Economou" userId="d065a339-36cf-4937-af08-41751becbd81" providerId="ADAL" clId="{C432973F-67B1-4649-B971-31E254B6DA88}" dt="2022-10-23T11:57:20.610" v="6031" actId="478"/>
          <ac:picMkLst>
            <pc:docMk/>
            <pc:sldMk cId="600862974" sldId="674"/>
            <ac:picMk id="3074" creationId="{93216535-F134-6B1B-D5CF-307627F40C82}"/>
          </ac:picMkLst>
        </pc:picChg>
        <pc:picChg chg="del">
          <ac:chgData name="Daphne Economou" userId="d065a339-36cf-4937-af08-41751becbd81" providerId="ADAL" clId="{C432973F-67B1-4649-B971-31E254B6DA88}" dt="2022-10-23T11:46:56.659" v="5858" actId="478"/>
          <ac:picMkLst>
            <pc:docMk/>
            <pc:sldMk cId="600862974" sldId="674"/>
            <ac:picMk id="3076" creationId="{EA332762-DBA1-8747-5F47-1D5055392817}"/>
          </ac:picMkLst>
        </pc:picChg>
      </pc:sldChg>
      <pc:sldChg chg="modSp new mod">
        <pc:chgData name="Daphne Economou" userId="d065a339-36cf-4937-af08-41751becbd81" providerId="ADAL" clId="{C432973F-67B1-4649-B971-31E254B6DA88}" dt="2022-10-23T12:36:21.511" v="6456" actId="27636"/>
        <pc:sldMkLst>
          <pc:docMk/>
          <pc:sldMk cId="2365073488" sldId="675"/>
        </pc:sldMkLst>
        <pc:spChg chg="mod">
          <ac:chgData name="Daphne Economou" userId="d065a339-36cf-4937-af08-41751becbd81" providerId="ADAL" clId="{C432973F-67B1-4649-B971-31E254B6DA88}" dt="2022-10-23T12:17:15.667" v="6211" actId="20577"/>
          <ac:spMkLst>
            <pc:docMk/>
            <pc:sldMk cId="2365073488" sldId="675"/>
            <ac:spMk id="2" creationId="{55AC0C24-80DB-B540-1A19-4EC2C19F1FE1}"/>
          </ac:spMkLst>
        </pc:spChg>
        <pc:spChg chg="mod">
          <ac:chgData name="Daphne Economou" userId="d065a339-36cf-4937-af08-41751becbd81" providerId="ADAL" clId="{C432973F-67B1-4649-B971-31E254B6DA88}" dt="2022-10-23T12:36:21.511" v="6456" actId="27636"/>
          <ac:spMkLst>
            <pc:docMk/>
            <pc:sldMk cId="2365073488" sldId="675"/>
            <ac:spMk id="3" creationId="{17DF0B3F-6048-595F-FFEB-E38327B5233B}"/>
          </ac:spMkLst>
        </pc:spChg>
      </pc:sldChg>
      <pc:sldChg chg="addSp modSp add del mod">
        <pc:chgData name="Daphne Economou" userId="d065a339-36cf-4937-af08-41751becbd81" providerId="ADAL" clId="{C432973F-67B1-4649-B971-31E254B6DA88}" dt="2022-10-23T15:21:15.515" v="7199" actId="47"/>
        <pc:sldMkLst>
          <pc:docMk/>
          <pc:sldMk cId="1348867641" sldId="676"/>
        </pc:sldMkLst>
        <pc:spChg chg="mod">
          <ac:chgData name="Daphne Economou" userId="d065a339-36cf-4937-af08-41751becbd81" providerId="ADAL" clId="{C432973F-67B1-4649-B971-31E254B6DA88}" dt="2022-10-23T12:19:33.994" v="6254" actId="113"/>
          <ac:spMkLst>
            <pc:docMk/>
            <pc:sldMk cId="1348867641" sldId="676"/>
            <ac:spMk id="2" creationId="{55AC0C24-80DB-B540-1A19-4EC2C19F1FE1}"/>
          </ac:spMkLst>
        </pc:spChg>
        <pc:spChg chg="mod">
          <ac:chgData name="Daphne Economou" userId="d065a339-36cf-4937-af08-41751becbd81" providerId="ADAL" clId="{C432973F-67B1-4649-B971-31E254B6DA88}" dt="2022-10-23T12:19:00.811" v="6232" actId="27636"/>
          <ac:spMkLst>
            <pc:docMk/>
            <pc:sldMk cId="1348867641" sldId="676"/>
            <ac:spMk id="3" creationId="{17DF0B3F-6048-595F-FFEB-E38327B5233B}"/>
          </ac:spMkLst>
        </pc:spChg>
        <pc:picChg chg="add mod">
          <ac:chgData name="Daphne Economou" userId="d065a339-36cf-4937-af08-41751becbd81" providerId="ADAL" clId="{C432973F-67B1-4649-B971-31E254B6DA88}" dt="2022-10-23T12:18:34.031" v="6223" actId="1076"/>
          <ac:picMkLst>
            <pc:docMk/>
            <pc:sldMk cId="1348867641" sldId="676"/>
            <ac:picMk id="4098" creationId="{190B6EB3-EFED-6FC2-79C7-70360C34672B}"/>
          </ac:picMkLst>
        </pc:picChg>
      </pc:sldChg>
      <pc:sldChg chg="addSp delSp modSp add mod">
        <pc:chgData name="Daphne Economou" userId="d065a339-36cf-4937-af08-41751becbd81" providerId="ADAL" clId="{C432973F-67B1-4649-B971-31E254B6DA88}" dt="2022-10-23T12:32:52.841" v="6434" actId="14100"/>
        <pc:sldMkLst>
          <pc:docMk/>
          <pc:sldMk cId="2205690091" sldId="677"/>
        </pc:sldMkLst>
        <pc:spChg chg="mod">
          <ac:chgData name="Daphne Economou" userId="d065a339-36cf-4937-af08-41751becbd81" providerId="ADAL" clId="{C432973F-67B1-4649-B971-31E254B6DA88}" dt="2022-10-23T12:32:52.841" v="6434" actId="14100"/>
          <ac:spMkLst>
            <pc:docMk/>
            <pc:sldMk cId="2205690091" sldId="677"/>
            <ac:spMk id="3" creationId="{D5E34B7E-D545-46DB-4F19-2A45BAF69A11}"/>
          </ac:spMkLst>
        </pc:spChg>
        <pc:spChg chg="mod">
          <ac:chgData name="Daphne Economou" userId="d065a339-36cf-4937-af08-41751becbd81" providerId="ADAL" clId="{C432973F-67B1-4649-B971-31E254B6DA88}" dt="2022-10-23T12:28:41.025" v="6388" actId="113"/>
          <ac:spMkLst>
            <pc:docMk/>
            <pc:sldMk cId="2205690091" sldId="677"/>
            <ac:spMk id="8" creationId="{DF140570-FC41-0969-5F81-F583AC8D2DC9}"/>
          </ac:spMkLst>
        </pc:spChg>
        <pc:spChg chg="mod">
          <ac:chgData name="Daphne Economou" userId="d065a339-36cf-4937-af08-41751becbd81" providerId="ADAL" clId="{C432973F-67B1-4649-B971-31E254B6DA88}" dt="2022-10-23T12:25:57.046" v="6372" actId="1076"/>
          <ac:spMkLst>
            <pc:docMk/>
            <pc:sldMk cId="2205690091" sldId="677"/>
            <ac:spMk id="10" creationId="{F37E93D6-39CD-57CA-D965-BB6B30BA12C7}"/>
          </ac:spMkLst>
        </pc:spChg>
        <pc:graphicFrameChg chg="mod modGraphic">
          <ac:chgData name="Daphne Economou" userId="d065a339-36cf-4937-af08-41751becbd81" providerId="ADAL" clId="{C432973F-67B1-4649-B971-31E254B6DA88}" dt="2022-10-23T12:28:26.166" v="6386" actId="14100"/>
          <ac:graphicFrameMkLst>
            <pc:docMk/>
            <pc:sldMk cId="2205690091" sldId="677"/>
            <ac:graphicFrameMk id="2" creationId="{E9392F03-EEE5-F9BB-36BF-261C97E2D934}"/>
          </ac:graphicFrameMkLst>
        </pc:graphicFrameChg>
        <pc:graphicFrameChg chg="add del mod">
          <ac:chgData name="Daphne Economou" userId="d065a339-36cf-4937-af08-41751becbd81" providerId="ADAL" clId="{C432973F-67B1-4649-B971-31E254B6DA88}" dt="2022-10-23T12:23:09.811" v="6279" actId="478"/>
          <ac:graphicFrameMkLst>
            <pc:docMk/>
            <pc:sldMk cId="2205690091" sldId="677"/>
            <ac:graphicFrameMk id="6" creationId="{FB338C7D-D3FC-61FA-4D98-C6A7AF88560E}"/>
          </ac:graphicFrameMkLst>
        </pc:graphicFrameChg>
        <pc:graphicFrameChg chg="add mod modGraphic">
          <ac:chgData name="Daphne Economou" userId="d065a339-36cf-4937-af08-41751becbd81" providerId="ADAL" clId="{C432973F-67B1-4649-B971-31E254B6DA88}" dt="2022-10-23T12:27:48.635" v="6382" actId="404"/>
          <ac:graphicFrameMkLst>
            <pc:docMk/>
            <pc:sldMk cId="2205690091" sldId="677"/>
            <ac:graphicFrameMk id="7" creationId="{B37AE314-9EB3-BE63-8C08-323A4087DFBA}"/>
          </ac:graphicFrameMkLst>
        </pc:graphicFrameChg>
        <pc:picChg chg="del">
          <ac:chgData name="Daphne Economou" userId="d065a339-36cf-4937-af08-41751becbd81" providerId="ADAL" clId="{C432973F-67B1-4649-B971-31E254B6DA88}" dt="2022-10-23T12:22:39.021" v="6271" actId="478"/>
          <ac:picMkLst>
            <pc:docMk/>
            <pc:sldMk cId="2205690091" sldId="677"/>
            <ac:picMk id="2058" creationId="{B6454462-241E-D1D0-BFE9-6AEC398AE9A9}"/>
          </ac:picMkLst>
        </pc:picChg>
        <pc:picChg chg="del">
          <ac:chgData name="Daphne Economou" userId="d065a339-36cf-4937-af08-41751becbd81" providerId="ADAL" clId="{C432973F-67B1-4649-B971-31E254B6DA88}" dt="2022-10-23T12:22:42.637" v="6274" actId="478"/>
          <ac:picMkLst>
            <pc:docMk/>
            <pc:sldMk cId="2205690091" sldId="677"/>
            <ac:picMk id="2060" creationId="{C4CA6342-AC85-7A02-0F47-DF9CF597363E}"/>
          </ac:picMkLst>
        </pc:picChg>
        <pc:picChg chg="del">
          <ac:chgData name="Daphne Economou" userId="d065a339-36cf-4937-af08-41751becbd81" providerId="ADAL" clId="{C432973F-67B1-4649-B971-31E254B6DA88}" dt="2022-10-23T12:22:43.272" v="6275" actId="478"/>
          <ac:picMkLst>
            <pc:docMk/>
            <pc:sldMk cId="2205690091" sldId="677"/>
            <ac:picMk id="2062" creationId="{F0B71236-FCFA-A3F2-7C9A-824C2FC71F91}"/>
          </ac:picMkLst>
        </pc:picChg>
      </pc:sldChg>
      <pc:sldChg chg="modSp add del mod">
        <pc:chgData name="Daphne Economou" userId="d065a339-36cf-4937-af08-41751becbd81" providerId="ADAL" clId="{C432973F-67B1-4649-B971-31E254B6DA88}" dt="2022-10-23T15:14:33.761" v="7092" actId="47"/>
        <pc:sldMkLst>
          <pc:docMk/>
          <pc:sldMk cId="1046499013" sldId="678"/>
        </pc:sldMkLst>
        <pc:spChg chg="mod">
          <ac:chgData name="Daphne Economou" userId="d065a339-36cf-4937-af08-41751becbd81" providerId="ADAL" clId="{C432973F-67B1-4649-B971-31E254B6DA88}" dt="2022-10-23T12:28:55.620" v="6398" actId="113"/>
          <ac:spMkLst>
            <pc:docMk/>
            <pc:sldMk cId="1046499013" sldId="678"/>
            <ac:spMk id="8" creationId="{DF140570-FC41-0969-5F81-F583AC8D2DC9}"/>
          </ac:spMkLst>
        </pc:spChg>
      </pc:sldChg>
      <pc:sldChg chg="add del">
        <pc:chgData name="Daphne Economou" userId="d065a339-36cf-4937-af08-41751becbd81" providerId="ADAL" clId="{C432973F-67B1-4649-B971-31E254B6DA88}" dt="2022-10-23T12:19:32.215" v="6253"/>
        <pc:sldMkLst>
          <pc:docMk/>
          <pc:sldMk cId="1629004427" sldId="678"/>
        </pc:sldMkLst>
      </pc:sldChg>
      <pc:sldChg chg="addSp delSp modSp new mod chgLayout">
        <pc:chgData name="Daphne Economou" userId="d065a339-36cf-4937-af08-41751becbd81" providerId="ADAL" clId="{C432973F-67B1-4649-B971-31E254B6DA88}" dt="2022-10-23T15:54:42.670" v="7507" actId="700"/>
        <pc:sldMkLst>
          <pc:docMk/>
          <pc:sldMk cId="1125299543" sldId="679"/>
        </pc:sldMkLst>
        <pc:spChg chg="mod ord">
          <ac:chgData name="Daphne Economou" userId="d065a339-36cf-4937-af08-41751becbd81" providerId="ADAL" clId="{C432973F-67B1-4649-B971-31E254B6DA88}" dt="2022-10-23T15:54:42.670" v="7507" actId="700"/>
          <ac:spMkLst>
            <pc:docMk/>
            <pc:sldMk cId="1125299543" sldId="679"/>
            <ac:spMk id="2" creationId="{EDBD3725-F10C-BE85-E5A4-5D5F54E6A061}"/>
          </ac:spMkLst>
        </pc:spChg>
        <pc:spChg chg="del mod ord">
          <ac:chgData name="Daphne Economou" userId="d065a339-36cf-4937-af08-41751becbd81" providerId="ADAL" clId="{C432973F-67B1-4649-B971-31E254B6DA88}" dt="2022-10-23T15:54:42.670" v="7507" actId="700"/>
          <ac:spMkLst>
            <pc:docMk/>
            <pc:sldMk cId="1125299543" sldId="679"/>
            <ac:spMk id="3" creationId="{609FFE75-4782-02F2-1E47-F9B7ACE5AFFA}"/>
          </ac:spMkLst>
        </pc:spChg>
        <pc:spChg chg="mod ord">
          <ac:chgData name="Daphne Economou" userId="d065a339-36cf-4937-af08-41751becbd81" providerId="ADAL" clId="{C432973F-67B1-4649-B971-31E254B6DA88}" dt="2022-10-23T15:54:42.670" v="7507" actId="700"/>
          <ac:spMkLst>
            <pc:docMk/>
            <pc:sldMk cId="1125299543" sldId="679"/>
            <ac:spMk id="4" creationId="{2EE18D81-868D-D6B9-0345-18CB38DF52A9}"/>
          </ac:spMkLst>
        </pc:spChg>
        <pc:spChg chg="mod ord">
          <ac:chgData name="Daphne Economou" userId="d065a339-36cf-4937-af08-41751becbd81" providerId="ADAL" clId="{C432973F-67B1-4649-B971-31E254B6DA88}" dt="2022-10-23T15:54:42.670" v="7507" actId="700"/>
          <ac:spMkLst>
            <pc:docMk/>
            <pc:sldMk cId="1125299543" sldId="679"/>
            <ac:spMk id="5" creationId="{34F1B6ED-94DD-E35B-0BD9-A6A4D2573416}"/>
          </ac:spMkLst>
        </pc:spChg>
        <pc:spChg chg="add mod ord">
          <ac:chgData name="Daphne Economou" userId="d065a339-36cf-4937-af08-41751becbd81" providerId="ADAL" clId="{C432973F-67B1-4649-B971-31E254B6DA88}" dt="2022-10-23T15:54:42.670" v="7507" actId="700"/>
          <ac:spMkLst>
            <pc:docMk/>
            <pc:sldMk cId="1125299543" sldId="679"/>
            <ac:spMk id="8" creationId="{1F4D27C7-608F-912D-7014-F6D74EC30727}"/>
          </ac:spMkLst>
        </pc:spChg>
        <pc:picChg chg="add del mod">
          <ac:chgData name="Daphne Economou" userId="d065a339-36cf-4937-af08-41751becbd81" providerId="ADAL" clId="{C432973F-67B1-4649-B971-31E254B6DA88}" dt="2022-10-23T15:29:53.830" v="7274" actId="21"/>
          <ac:picMkLst>
            <pc:docMk/>
            <pc:sldMk cId="1125299543" sldId="679"/>
            <ac:picMk id="7" creationId="{F0395276-5C34-1DAB-C52A-99D73F93B7B3}"/>
          </ac:picMkLst>
        </pc:picChg>
      </pc:sldChg>
      <pc:sldChg chg="addSp delSp modSp add del mod chgLayout">
        <pc:chgData name="Daphne Economou" userId="d065a339-36cf-4937-af08-41751becbd81" providerId="ADAL" clId="{C432973F-67B1-4649-B971-31E254B6DA88}" dt="2022-10-23T16:22:33.506" v="7935" actId="47"/>
        <pc:sldMkLst>
          <pc:docMk/>
          <pc:sldMk cId="3305541459" sldId="680"/>
        </pc:sldMkLst>
        <pc:spChg chg="mod ord">
          <ac:chgData name="Daphne Economou" userId="d065a339-36cf-4937-af08-41751becbd81" providerId="ADAL" clId="{C432973F-67B1-4649-B971-31E254B6DA88}" dt="2022-10-23T16:10:03.397" v="7697" actId="700"/>
          <ac:spMkLst>
            <pc:docMk/>
            <pc:sldMk cId="3305541459" sldId="680"/>
            <ac:spMk id="2" creationId="{EDBD3725-F10C-BE85-E5A4-5D5F54E6A061}"/>
          </ac:spMkLst>
        </pc:spChg>
        <pc:spChg chg="del mod ord">
          <ac:chgData name="Daphne Economou" userId="d065a339-36cf-4937-af08-41751becbd81" providerId="ADAL" clId="{C432973F-67B1-4649-B971-31E254B6DA88}" dt="2022-10-23T16:10:03.397" v="7697" actId="700"/>
          <ac:spMkLst>
            <pc:docMk/>
            <pc:sldMk cId="3305541459" sldId="680"/>
            <ac:spMk id="3" creationId="{609FFE75-4782-02F2-1E47-F9B7ACE5AFFA}"/>
          </ac:spMkLst>
        </pc:spChg>
        <pc:spChg chg="mod ord">
          <ac:chgData name="Daphne Economou" userId="d065a339-36cf-4937-af08-41751becbd81" providerId="ADAL" clId="{C432973F-67B1-4649-B971-31E254B6DA88}" dt="2022-10-23T16:10:03.397" v="7697" actId="700"/>
          <ac:spMkLst>
            <pc:docMk/>
            <pc:sldMk cId="3305541459" sldId="680"/>
            <ac:spMk id="4" creationId="{2EE18D81-868D-D6B9-0345-18CB38DF52A9}"/>
          </ac:spMkLst>
        </pc:spChg>
        <pc:spChg chg="mod ord">
          <ac:chgData name="Daphne Economou" userId="d065a339-36cf-4937-af08-41751becbd81" providerId="ADAL" clId="{C432973F-67B1-4649-B971-31E254B6DA88}" dt="2022-10-23T16:10:03.397" v="7697" actId="700"/>
          <ac:spMkLst>
            <pc:docMk/>
            <pc:sldMk cId="3305541459" sldId="680"/>
            <ac:spMk id="5" creationId="{34F1B6ED-94DD-E35B-0BD9-A6A4D2573416}"/>
          </ac:spMkLst>
        </pc:spChg>
        <pc:spChg chg="add mod ord">
          <ac:chgData name="Daphne Economou" userId="d065a339-36cf-4937-af08-41751becbd81" providerId="ADAL" clId="{C432973F-67B1-4649-B971-31E254B6DA88}" dt="2022-10-23T16:10:03.397" v="7697" actId="700"/>
          <ac:spMkLst>
            <pc:docMk/>
            <pc:sldMk cId="3305541459" sldId="680"/>
            <ac:spMk id="6" creationId="{0C459676-4403-9F6B-4419-44C648BAE25E}"/>
          </ac:spMkLst>
        </pc:spChg>
      </pc:sldChg>
      <pc:sldChg chg="addSp delSp modSp add mod modClrScheme chgLayout">
        <pc:chgData name="Daphne Economou" userId="d065a339-36cf-4937-af08-41751becbd81" providerId="ADAL" clId="{C432973F-67B1-4649-B971-31E254B6DA88}" dt="2022-10-23T14:36:43.385" v="6721" actId="1036"/>
        <pc:sldMkLst>
          <pc:docMk/>
          <pc:sldMk cId="3955673542" sldId="681"/>
        </pc:sldMkLst>
        <pc:spChg chg="mod ord">
          <ac:chgData name="Daphne Economou" userId="d065a339-36cf-4937-af08-41751becbd81" providerId="ADAL" clId="{C432973F-67B1-4649-B971-31E254B6DA88}" dt="2022-10-23T14:36:03.552" v="6710" actId="167"/>
          <ac:spMkLst>
            <pc:docMk/>
            <pc:sldMk cId="3955673542" sldId="681"/>
            <ac:spMk id="3" creationId="{D5E34B7E-D545-46DB-4F19-2A45BAF69A11}"/>
          </ac:spMkLst>
        </pc:spChg>
        <pc:spChg chg="mod ord">
          <ac:chgData name="Daphne Economou" userId="d065a339-36cf-4937-af08-41751becbd81" providerId="ADAL" clId="{C432973F-67B1-4649-B971-31E254B6DA88}" dt="2022-10-23T14:26:42.459" v="6587" actId="700"/>
          <ac:spMkLst>
            <pc:docMk/>
            <pc:sldMk cId="3955673542" sldId="681"/>
            <ac:spMk id="4" creationId="{0C6BC1B3-159A-8C61-130C-B18B27693AF7}"/>
          </ac:spMkLst>
        </pc:spChg>
        <pc:spChg chg="mod ord">
          <ac:chgData name="Daphne Economou" userId="d065a339-36cf-4937-af08-41751becbd81" providerId="ADAL" clId="{C432973F-67B1-4649-B971-31E254B6DA88}" dt="2022-10-23T14:26:42.459" v="6587" actId="700"/>
          <ac:spMkLst>
            <pc:docMk/>
            <pc:sldMk cId="3955673542" sldId="681"/>
            <ac:spMk id="5" creationId="{A30035D0-A1DD-37D3-912D-770DE91BB5B0}"/>
          </ac:spMkLst>
        </pc:spChg>
        <pc:spChg chg="add mod ord">
          <ac:chgData name="Daphne Economou" userId="d065a339-36cf-4937-af08-41751becbd81" providerId="ADAL" clId="{C432973F-67B1-4649-B971-31E254B6DA88}" dt="2022-10-23T14:27:12.500" v="6592" actId="207"/>
          <ac:spMkLst>
            <pc:docMk/>
            <pc:sldMk cId="3955673542" sldId="681"/>
            <ac:spMk id="6" creationId="{A145C051-F698-31A5-7DE3-45C58F9C3345}"/>
          </ac:spMkLst>
        </pc:spChg>
        <pc:spChg chg="mod ord">
          <ac:chgData name="Daphne Economou" userId="d065a339-36cf-4937-af08-41751becbd81" providerId="ADAL" clId="{C432973F-67B1-4649-B971-31E254B6DA88}" dt="2022-10-23T14:36:43.385" v="6721" actId="1036"/>
          <ac:spMkLst>
            <pc:docMk/>
            <pc:sldMk cId="3955673542" sldId="681"/>
            <ac:spMk id="8" creationId="{DF140570-FC41-0969-5F81-F583AC8D2DC9}"/>
          </ac:spMkLst>
        </pc:spChg>
        <pc:spChg chg="add mod ord">
          <ac:chgData name="Daphne Economou" userId="d065a339-36cf-4937-af08-41751becbd81" providerId="ADAL" clId="{C432973F-67B1-4649-B971-31E254B6DA88}" dt="2022-10-23T14:27:24.573" v="6595" actId="207"/>
          <ac:spMkLst>
            <pc:docMk/>
            <pc:sldMk cId="3955673542" sldId="681"/>
            <ac:spMk id="9" creationId="{A0784D31-CD56-FEFF-070D-E2F67E2774AF}"/>
          </ac:spMkLst>
        </pc:spChg>
        <pc:spChg chg="del">
          <ac:chgData name="Daphne Economou" userId="d065a339-36cf-4937-af08-41751becbd81" providerId="ADAL" clId="{C432973F-67B1-4649-B971-31E254B6DA88}" dt="2022-10-23T14:26:13.612" v="6584" actId="478"/>
          <ac:spMkLst>
            <pc:docMk/>
            <pc:sldMk cId="3955673542" sldId="681"/>
            <ac:spMk id="10" creationId="{F37E93D6-39CD-57CA-D965-BB6B30BA12C7}"/>
          </ac:spMkLst>
        </pc:spChg>
        <pc:spChg chg="add del mod ord">
          <ac:chgData name="Daphne Economou" userId="d065a339-36cf-4937-af08-41751becbd81" providerId="ADAL" clId="{C432973F-67B1-4649-B971-31E254B6DA88}" dt="2022-10-23T14:27:45.192" v="6602" actId="478"/>
          <ac:spMkLst>
            <pc:docMk/>
            <pc:sldMk cId="3955673542" sldId="681"/>
            <ac:spMk id="11" creationId="{0DB9FE03-E315-8F73-F998-93EBA7A8CE5B}"/>
          </ac:spMkLst>
        </pc:spChg>
        <pc:spChg chg="add mod ord">
          <ac:chgData name="Daphne Economou" userId="d065a339-36cf-4937-af08-41751becbd81" providerId="ADAL" clId="{C432973F-67B1-4649-B971-31E254B6DA88}" dt="2022-10-23T14:36:24.117" v="6714" actId="1582"/>
          <ac:spMkLst>
            <pc:docMk/>
            <pc:sldMk cId="3955673542" sldId="681"/>
            <ac:spMk id="12" creationId="{2B637A72-4EC7-E6BB-9B3D-BA6FF95297E9}"/>
          </ac:spMkLst>
        </pc:spChg>
        <pc:graphicFrameChg chg="del">
          <ac:chgData name="Daphne Economou" userId="d065a339-36cf-4937-af08-41751becbd81" providerId="ADAL" clId="{C432973F-67B1-4649-B971-31E254B6DA88}" dt="2022-10-23T14:26:49.895" v="6589" actId="478"/>
          <ac:graphicFrameMkLst>
            <pc:docMk/>
            <pc:sldMk cId="3955673542" sldId="681"/>
            <ac:graphicFrameMk id="2" creationId="{E9392F03-EEE5-F9BB-36BF-261C97E2D934}"/>
          </ac:graphicFrameMkLst>
        </pc:graphicFrameChg>
        <pc:graphicFrameChg chg="del">
          <ac:chgData name="Daphne Economou" userId="d065a339-36cf-4937-af08-41751becbd81" providerId="ADAL" clId="{C432973F-67B1-4649-B971-31E254B6DA88}" dt="2022-10-23T14:24:42.655" v="6559" actId="478"/>
          <ac:graphicFrameMkLst>
            <pc:docMk/>
            <pc:sldMk cId="3955673542" sldId="681"/>
            <ac:graphicFrameMk id="7" creationId="{B37AE314-9EB3-BE63-8C08-323A4087DFBA}"/>
          </ac:graphicFrameMkLst>
        </pc:graphicFrameChg>
        <pc:picChg chg="add mod">
          <ac:chgData name="Daphne Economou" userId="d065a339-36cf-4937-af08-41751becbd81" providerId="ADAL" clId="{C432973F-67B1-4649-B971-31E254B6DA88}" dt="2022-10-23T14:27:32.817" v="6599" actId="1076"/>
          <ac:picMkLst>
            <pc:docMk/>
            <pc:sldMk cId="3955673542" sldId="681"/>
            <ac:picMk id="6146" creationId="{6D3CE301-85FB-1326-0E83-8167574D93B8}"/>
          </ac:picMkLst>
        </pc:picChg>
        <pc:picChg chg="add mod">
          <ac:chgData name="Daphne Economou" userId="d065a339-36cf-4937-af08-41751becbd81" providerId="ADAL" clId="{C432973F-67B1-4649-B971-31E254B6DA88}" dt="2022-10-23T14:35:53.622" v="6709" actId="14100"/>
          <ac:picMkLst>
            <pc:docMk/>
            <pc:sldMk cId="3955673542" sldId="681"/>
            <ac:picMk id="6148" creationId="{5C2C492D-5307-095F-DD7A-D48ECE88A76C}"/>
          </ac:picMkLst>
        </pc:picChg>
        <pc:picChg chg="add del mod">
          <ac:chgData name="Daphne Economou" userId="d065a339-36cf-4937-af08-41751becbd81" providerId="ADAL" clId="{C432973F-67B1-4649-B971-31E254B6DA88}" dt="2022-10-23T14:31:10.336" v="6662" actId="478"/>
          <ac:picMkLst>
            <pc:docMk/>
            <pc:sldMk cId="3955673542" sldId="681"/>
            <ac:picMk id="6150" creationId="{C741FD86-9284-B638-4FAB-79CDC4CEACD0}"/>
          </ac:picMkLst>
        </pc:picChg>
        <pc:picChg chg="add del mod">
          <ac:chgData name="Daphne Economou" userId="d065a339-36cf-4937-af08-41751becbd81" providerId="ADAL" clId="{C432973F-67B1-4649-B971-31E254B6DA88}" dt="2022-10-23T14:34:47.222" v="6698" actId="478"/>
          <ac:picMkLst>
            <pc:docMk/>
            <pc:sldMk cId="3955673542" sldId="681"/>
            <ac:picMk id="6152" creationId="{A95E7611-26AF-9A51-AA1E-AF1590181FF2}"/>
          </ac:picMkLst>
        </pc:picChg>
        <pc:cxnChg chg="add del mod">
          <ac:chgData name="Daphne Economou" userId="d065a339-36cf-4937-af08-41751becbd81" providerId="ADAL" clId="{C432973F-67B1-4649-B971-31E254B6DA88}" dt="2022-10-23T14:32:48.842" v="6674" actId="478"/>
          <ac:cxnSpMkLst>
            <pc:docMk/>
            <pc:sldMk cId="3955673542" sldId="681"/>
            <ac:cxnSpMk id="14" creationId="{E6C40400-C2DC-ECEA-17CA-06F60F66DB54}"/>
          </ac:cxnSpMkLst>
        </pc:cxnChg>
        <pc:cxnChg chg="add mod">
          <ac:chgData name="Daphne Economou" userId="d065a339-36cf-4937-af08-41751becbd81" providerId="ADAL" clId="{C432973F-67B1-4649-B971-31E254B6DA88}" dt="2022-10-23T14:36:13.699" v="6713" actId="14100"/>
          <ac:cxnSpMkLst>
            <pc:docMk/>
            <pc:sldMk cId="3955673542" sldId="681"/>
            <ac:cxnSpMk id="16" creationId="{97665048-6282-A4F6-6F91-3260EDFC61B0}"/>
          </ac:cxnSpMkLst>
        </pc:cxnChg>
        <pc:cxnChg chg="add mod">
          <ac:chgData name="Daphne Economou" userId="d065a339-36cf-4937-af08-41751becbd81" providerId="ADAL" clId="{C432973F-67B1-4649-B971-31E254B6DA88}" dt="2022-10-23T14:36:33.035" v="6717" actId="13822"/>
          <ac:cxnSpMkLst>
            <pc:docMk/>
            <pc:sldMk cId="3955673542" sldId="681"/>
            <ac:cxnSpMk id="22" creationId="{946F0BEA-463B-4550-328A-D1361698EC66}"/>
          </ac:cxnSpMkLst>
        </pc:cxnChg>
      </pc:sldChg>
      <pc:sldChg chg="addSp delSp modSp add mod">
        <pc:chgData name="Daphne Economou" userId="d065a339-36cf-4937-af08-41751becbd81" providerId="ADAL" clId="{C432973F-67B1-4649-B971-31E254B6DA88}" dt="2022-10-23T15:11:39.476" v="7058" actId="403"/>
        <pc:sldMkLst>
          <pc:docMk/>
          <pc:sldMk cId="772408030" sldId="682"/>
        </pc:sldMkLst>
        <pc:spChg chg="mod">
          <ac:chgData name="Daphne Economou" userId="d065a339-36cf-4937-af08-41751becbd81" providerId="ADAL" clId="{C432973F-67B1-4649-B971-31E254B6DA88}" dt="2022-10-23T15:11:39.476" v="7058" actId="403"/>
          <ac:spMkLst>
            <pc:docMk/>
            <pc:sldMk cId="772408030" sldId="682"/>
            <ac:spMk id="3" creationId="{D5E34B7E-D545-46DB-4F19-2A45BAF69A11}"/>
          </ac:spMkLst>
        </pc:spChg>
        <pc:spChg chg="mod">
          <ac:chgData name="Daphne Economou" userId="d065a339-36cf-4937-af08-41751becbd81" providerId="ADAL" clId="{C432973F-67B1-4649-B971-31E254B6DA88}" dt="2022-10-23T15:02:14.429" v="6990" actId="1076"/>
          <ac:spMkLst>
            <pc:docMk/>
            <pc:sldMk cId="772408030" sldId="682"/>
            <ac:spMk id="8" creationId="{DF140570-FC41-0969-5F81-F583AC8D2DC9}"/>
          </ac:spMkLst>
        </pc:spChg>
        <pc:spChg chg="del mod">
          <ac:chgData name="Daphne Economou" userId="d065a339-36cf-4937-af08-41751becbd81" providerId="ADAL" clId="{C432973F-67B1-4649-B971-31E254B6DA88}" dt="2022-10-23T14:42:09.481" v="6855" actId="478"/>
          <ac:spMkLst>
            <pc:docMk/>
            <pc:sldMk cId="772408030" sldId="682"/>
            <ac:spMk id="10" creationId="{F37E93D6-39CD-57CA-D965-BB6B30BA12C7}"/>
          </ac:spMkLst>
        </pc:spChg>
        <pc:graphicFrameChg chg="del">
          <ac:chgData name="Daphne Economou" userId="d065a339-36cf-4937-af08-41751becbd81" providerId="ADAL" clId="{C432973F-67B1-4649-B971-31E254B6DA88}" dt="2022-10-23T14:37:20.014" v="6725" actId="478"/>
          <ac:graphicFrameMkLst>
            <pc:docMk/>
            <pc:sldMk cId="772408030" sldId="682"/>
            <ac:graphicFrameMk id="2" creationId="{E9392F03-EEE5-F9BB-36BF-261C97E2D934}"/>
          </ac:graphicFrameMkLst>
        </pc:graphicFrameChg>
        <pc:graphicFrameChg chg="add del mod modGraphic">
          <ac:chgData name="Daphne Economou" userId="d065a339-36cf-4937-af08-41751becbd81" providerId="ADAL" clId="{C432973F-67B1-4649-B971-31E254B6DA88}" dt="2022-10-23T14:43:56.483" v="6901" actId="478"/>
          <ac:graphicFrameMkLst>
            <pc:docMk/>
            <pc:sldMk cId="772408030" sldId="682"/>
            <ac:graphicFrameMk id="6" creationId="{70237D32-440D-A62B-7ECE-664520881E2C}"/>
          </ac:graphicFrameMkLst>
        </pc:graphicFrameChg>
        <pc:graphicFrameChg chg="del">
          <ac:chgData name="Daphne Economou" userId="d065a339-36cf-4937-af08-41751becbd81" providerId="ADAL" clId="{C432973F-67B1-4649-B971-31E254B6DA88}" dt="2022-10-23T14:37:40.840" v="6765" actId="478"/>
          <ac:graphicFrameMkLst>
            <pc:docMk/>
            <pc:sldMk cId="772408030" sldId="682"/>
            <ac:graphicFrameMk id="7" creationId="{B37AE314-9EB3-BE63-8C08-323A4087DFBA}"/>
          </ac:graphicFrameMkLst>
        </pc:graphicFrameChg>
        <pc:picChg chg="add del mod">
          <ac:chgData name="Daphne Economou" userId="d065a339-36cf-4937-af08-41751becbd81" providerId="ADAL" clId="{C432973F-67B1-4649-B971-31E254B6DA88}" dt="2022-10-23T14:41:54.072" v="6833" actId="478"/>
          <ac:picMkLst>
            <pc:docMk/>
            <pc:sldMk cId="772408030" sldId="682"/>
            <ac:picMk id="11" creationId="{F236637E-5312-A55F-7D94-6D33CFF11855}"/>
          </ac:picMkLst>
        </pc:picChg>
        <pc:picChg chg="add del mod">
          <ac:chgData name="Daphne Economou" userId="d065a339-36cf-4937-af08-41751becbd81" providerId="ADAL" clId="{C432973F-67B1-4649-B971-31E254B6DA88}" dt="2022-10-23T14:41:54.506" v="6834" actId="478"/>
          <ac:picMkLst>
            <pc:docMk/>
            <pc:sldMk cId="772408030" sldId="682"/>
            <ac:picMk id="13" creationId="{5F53131C-1119-E5BD-8871-8A968CD479E2}"/>
          </ac:picMkLst>
        </pc:picChg>
      </pc:sldChg>
      <pc:sldChg chg="modSp add del mod">
        <pc:chgData name="Daphne Economou" userId="d065a339-36cf-4937-af08-41751becbd81" providerId="ADAL" clId="{C432973F-67B1-4649-B971-31E254B6DA88}" dt="2022-10-23T14:56:48.214" v="6923" actId="47"/>
        <pc:sldMkLst>
          <pc:docMk/>
          <pc:sldMk cId="2171641493" sldId="683"/>
        </pc:sldMkLst>
        <pc:picChg chg="mod">
          <ac:chgData name="Daphne Economou" userId="d065a339-36cf-4937-af08-41751becbd81" providerId="ADAL" clId="{C432973F-67B1-4649-B971-31E254B6DA88}" dt="2022-10-23T14:42:30.510" v="6860" actId="1076"/>
          <ac:picMkLst>
            <pc:docMk/>
            <pc:sldMk cId="2171641493" sldId="683"/>
            <ac:picMk id="11" creationId="{F236637E-5312-A55F-7D94-6D33CFF11855}"/>
          </ac:picMkLst>
        </pc:picChg>
      </pc:sldChg>
      <pc:sldChg chg="delSp modSp add mod">
        <pc:chgData name="Daphne Economou" userId="d065a339-36cf-4937-af08-41751becbd81" providerId="ADAL" clId="{C432973F-67B1-4649-B971-31E254B6DA88}" dt="2022-10-23T15:12:42.629" v="7063" actId="1076"/>
        <pc:sldMkLst>
          <pc:docMk/>
          <pc:sldMk cId="1754456890" sldId="684"/>
        </pc:sldMkLst>
        <pc:spChg chg="mod">
          <ac:chgData name="Daphne Economou" userId="d065a339-36cf-4937-af08-41751becbd81" providerId="ADAL" clId="{C432973F-67B1-4649-B971-31E254B6DA88}" dt="2022-10-23T15:12:31.074" v="7062" actId="6549"/>
          <ac:spMkLst>
            <pc:docMk/>
            <pc:sldMk cId="1754456890" sldId="684"/>
            <ac:spMk id="3" creationId="{D5E34B7E-D545-46DB-4F19-2A45BAF69A11}"/>
          </ac:spMkLst>
        </pc:spChg>
        <pc:spChg chg="mod">
          <ac:chgData name="Daphne Economou" userId="d065a339-36cf-4937-af08-41751becbd81" providerId="ADAL" clId="{C432973F-67B1-4649-B971-31E254B6DA88}" dt="2022-10-23T15:02:27.654" v="7009" actId="113"/>
          <ac:spMkLst>
            <pc:docMk/>
            <pc:sldMk cId="1754456890" sldId="684"/>
            <ac:spMk id="8" creationId="{DF140570-FC41-0969-5F81-F583AC8D2DC9}"/>
          </ac:spMkLst>
        </pc:spChg>
        <pc:spChg chg="del">
          <ac:chgData name="Daphne Economou" userId="d065a339-36cf-4937-af08-41751becbd81" providerId="ADAL" clId="{C432973F-67B1-4649-B971-31E254B6DA88}" dt="2022-10-23T15:01:51.891" v="6988" actId="478"/>
          <ac:spMkLst>
            <pc:docMk/>
            <pc:sldMk cId="1754456890" sldId="684"/>
            <ac:spMk id="10" creationId="{F37E93D6-39CD-57CA-D965-BB6B30BA12C7}"/>
          </ac:spMkLst>
        </pc:spChg>
        <pc:picChg chg="mod">
          <ac:chgData name="Daphne Economou" userId="d065a339-36cf-4937-af08-41751becbd81" providerId="ADAL" clId="{C432973F-67B1-4649-B971-31E254B6DA88}" dt="2022-10-23T15:12:42.629" v="7063" actId="1076"/>
          <ac:picMkLst>
            <pc:docMk/>
            <pc:sldMk cId="1754456890" sldId="684"/>
            <ac:picMk id="11" creationId="{F236637E-5312-A55F-7D94-6D33CFF11855}"/>
          </ac:picMkLst>
        </pc:picChg>
        <pc:picChg chg="del">
          <ac:chgData name="Daphne Economou" userId="d065a339-36cf-4937-af08-41751becbd81" providerId="ADAL" clId="{C432973F-67B1-4649-B971-31E254B6DA88}" dt="2022-10-23T15:01:54.594" v="6989" actId="478"/>
          <ac:picMkLst>
            <pc:docMk/>
            <pc:sldMk cId="1754456890" sldId="684"/>
            <ac:picMk id="13" creationId="{5F53131C-1119-E5BD-8871-8A968CD479E2}"/>
          </ac:picMkLst>
        </pc:picChg>
      </pc:sldChg>
      <pc:sldChg chg="delSp modSp add mod">
        <pc:chgData name="Daphne Economou" userId="d065a339-36cf-4937-af08-41751becbd81" providerId="ADAL" clId="{C432973F-67B1-4649-B971-31E254B6DA88}" dt="2022-10-23T15:13:43.713" v="7077" actId="5793"/>
        <pc:sldMkLst>
          <pc:docMk/>
          <pc:sldMk cId="601033246" sldId="685"/>
        </pc:sldMkLst>
        <pc:spChg chg="mod">
          <ac:chgData name="Daphne Economou" userId="d065a339-36cf-4937-af08-41751becbd81" providerId="ADAL" clId="{C432973F-67B1-4649-B971-31E254B6DA88}" dt="2022-10-23T15:13:43.713" v="7077" actId="5793"/>
          <ac:spMkLst>
            <pc:docMk/>
            <pc:sldMk cId="601033246" sldId="685"/>
            <ac:spMk id="3" creationId="{D5E34B7E-D545-46DB-4F19-2A45BAF69A11}"/>
          </ac:spMkLst>
        </pc:spChg>
        <pc:spChg chg="mod">
          <ac:chgData name="Daphne Economou" userId="d065a339-36cf-4937-af08-41751becbd81" providerId="ADAL" clId="{C432973F-67B1-4649-B971-31E254B6DA88}" dt="2022-10-23T15:02:33.738" v="7011" actId="20577"/>
          <ac:spMkLst>
            <pc:docMk/>
            <pc:sldMk cId="601033246" sldId="685"/>
            <ac:spMk id="8" creationId="{DF140570-FC41-0969-5F81-F583AC8D2DC9}"/>
          </ac:spMkLst>
        </pc:spChg>
        <pc:spChg chg="del">
          <ac:chgData name="Daphne Economou" userId="d065a339-36cf-4937-af08-41751becbd81" providerId="ADAL" clId="{C432973F-67B1-4649-B971-31E254B6DA88}" dt="2022-10-23T14:42:45.686" v="6864" actId="478"/>
          <ac:spMkLst>
            <pc:docMk/>
            <pc:sldMk cId="601033246" sldId="685"/>
            <ac:spMk id="10" creationId="{F37E93D6-39CD-57CA-D965-BB6B30BA12C7}"/>
          </ac:spMkLst>
        </pc:spChg>
        <pc:picChg chg="del">
          <ac:chgData name="Daphne Economou" userId="d065a339-36cf-4937-af08-41751becbd81" providerId="ADAL" clId="{C432973F-67B1-4649-B971-31E254B6DA88}" dt="2022-10-23T14:42:27.481" v="6859" actId="478"/>
          <ac:picMkLst>
            <pc:docMk/>
            <pc:sldMk cId="601033246" sldId="685"/>
            <ac:picMk id="11" creationId="{F236637E-5312-A55F-7D94-6D33CFF11855}"/>
          </ac:picMkLst>
        </pc:picChg>
        <pc:picChg chg="mod">
          <ac:chgData name="Daphne Economou" userId="d065a339-36cf-4937-af08-41751becbd81" providerId="ADAL" clId="{C432973F-67B1-4649-B971-31E254B6DA88}" dt="2022-10-23T15:13:08.285" v="7071" actId="1076"/>
          <ac:picMkLst>
            <pc:docMk/>
            <pc:sldMk cId="601033246" sldId="685"/>
            <ac:picMk id="13" creationId="{5F53131C-1119-E5BD-8871-8A968CD479E2}"/>
          </ac:picMkLst>
        </pc:picChg>
      </pc:sldChg>
      <pc:sldChg chg="addSp delSp modSp add mod">
        <pc:chgData name="Daphne Economou" userId="d065a339-36cf-4937-af08-41751becbd81" providerId="ADAL" clId="{C432973F-67B1-4649-B971-31E254B6DA88}" dt="2022-10-23T15:13:40.222" v="7075" actId="5793"/>
        <pc:sldMkLst>
          <pc:docMk/>
          <pc:sldMk cId="311864859" sldId="686"/>
        </pc:sldMkLst>
        <pc:spChg chg="mod">
          <ac:chgData name="Daphne Economou" userId="d065a339-36cf-4937-af08-41751becbd81" providerId="ADAL" clId="{C432973F-67B1-4649-B971-31E254B6DA88}" dt="2022-10-23T15:13:40.222" v="7075" actId="5793"/>
          <ac:spMkLst>
            <pc:docMk/>
            <pc:sldMk cId="311864859" sldId="686"/>
            <ac:spMk id="3" creationId="{D5E34B7E-D545-46DB-4F19-2A45BAF69A11}"/>
          </ac:spMkLst>
        </pc:spChg>
        <pc:spChg chg="mod">
          <ac:chgData name="Daphne Economou" userId="d065a339-36cf-4937-af08-41751becbd81" providerId="ADAL" clId="{C432973F-67B1-4649-B971-31E254B6DA88}" dt="2022-10-23T15:02:38.742" v="7013" actId="20577"/>
          <ac:spMkLst>
            <pc:docMk/>
            <pc:sldMk cId="311864859" sldId="686"/>
            <ac:spMk id="8" creationId="{DF140570-FC41-0969-5F81-F583AC8D2DC9}"/>
          </ac:spMkLst>
        </pc:spChg>
        <pc:picChg chg="add mod">
          <ac:chgData name="Daphne Economou" userId="d065a339-36cf-4937-af08-41751becbd81" providerId="ADAL" clId="{C432973F-67B1-4649-B971-31E254B6DA88}" dt="2022-10-23T15:13:05.578" v="7070" actId="1076"/>
          <ac:picMkLst>
            <pc:docMk/>
            <pc:sldMk cId="311864859" sldId="686"/>
            <ac:picMk id="7" creationId="{551F3000-9322-4B92-F1BC-9BC139BA65CE}"/>
          </ac:picMkLst>
        </pc:picChg>
        <pc:picChg chg="del">
          <ac:chgData name="Daphne Economou" userId="d065a339-36cf-4937-af08-41751becbd81" providerId="ADAL" clId="{C432973F-67B1-4649-B971-31E254B6DA88}" dt="2022-10-23T14:57:43.072" v="6930" actId="478"/>
          <ac:picMkLst>
            <pc:docMk/>
            <pc:sldMk cId="311864859" sldId="686"/>
            <ac:picMk id="13" creationId="{5F53131C-1119-E5BD-8871-8A968CD479E2}"/>
          </ac:picMkLst>
        </pc:picChg>
      </pc:sldChg>
      <pc:sldChg chg="addSp delSp modSp add mod">
        <pc:chgData name="Daphne Economou" userId="d065a339-36cf-4937-af08-41751becbd81" providerId="ADAL" clId="{C432973F-67B1-4649-B971-31E254B6DA88}" dt="2022-10-23T15:13:29.750" v="7074" actId="6549"/>
        <pc:sldMkLst>
          <pc:docMk/>
          <pc:sldMk cId="2573299379" sldId="687"/>
        </pc:sldMkLst>
        <pc:spChg chg="mod">
          <ac:chgData name="Daphne Economou" userId="d065a339-36cf-4937-af08-41751becbd81" providerId="ADAL" clId="{C432973F-67B1-4649-B971-31E254B6DA88}" dt="2022-10-23T15:13:29.750" v="7074" actId="6549"/>
          <ac:spMkLst>
            <pc:docMk/>
            <pc:sldMk cId="2573299379" sldId="687"/>
            <ac:spMk id="3" creationId="{D5E34B7E-D545-46DB-4F19-2A45BAF69A11}"/>
          </ac:spMkLst>
        </pc:spChg>
        <pc:spChg chg="mod">
          <ac:chgData name="Daphne Economou" userId="d065a339-36cf-4937-af08-41751becbd81" providerId="ADAL" clId="{C432973F-67B1-4649-B971-31E254B6DA88}" dt="2022-10-23T15:02:45.128" v="7015" actId="20577"/>
          <ac:spMkLst>
            <pc:docMk/>
            <pc:sldMk cId="2573299379" sldId="687"/>
            <ac:spMk id="8" creationId="{DF140570-FC41-0969-5F81-F583AC8D2DC9}"/>
          </ac:spMkLst>
        </pc:spChg>
        <pc:picChg chg="del">
          <ac:chgData name="Daphne Economou" userId="d065a339-36cf-4937-af08-41751becbd81" providerId="ADAL" clId="{C432973F-67B1-4649-B971-31E254B6DA88}" dt="2022-10-23T14:58:52.160" v="6944" actId="478"/>
          <ac:picMkLst>
            <pc:docMk/>
            <pc:sldMk cId="2573299379" sldId="687"/>
            <ac:picMk id="7" creationId="{551F3000-9322-4B92-F1BC-9BC139BA65CE}"/>
          </ac:picMkLst>
        </pc:picChg>
        <pc:picChg chg="add mod">
          <ac:chgData name="Daphne Economou" userId="d065a339-36cf-4937-af08-41751becbd81" providerId="ADAL" clId="{C432973F-67B1-4649-B971-31E254B6DA88}" dt="2022-10-23T14:59:05.158" v="6949" actId="1076"/>
          <ac:picMkLst>
            <pc:docMk/>
            <pc:sldMk cId="2573299379" sldId="687"/>
            <ac:picMk id="9" creationId="{BD65D893-EF72-445F-26CE-7E40102AB156}"/>
          </ac:picMkLst>
        </pc:picChg>
      </pc:sldChg>
      <pc:sldChg chg="addSp delSp modSp add mod">
        <pc:chgData name="Daphne Economou" userId="d065a339-36cf-4937-af08-41751becbd81" providerId="ADAL" clId="{C432973F-67B1-4649-B971-31E254B6DA88}" dt="2022-10-23T15:17:01.417" v="7135" actId="113"/>
        <pc:sldMkLst>
          <pc:docMk/>
          <pc:sldMk cId="1268397854" sldId="688"/>
        </pc:sldMkLst>
        <pc:spChg chg="mod">
          <ac:chgData name="Daphne Economou" userId="d065a339-36cf-4937-af08-41751becbd81" providerId="ADAL" clId="{C432973F-67B1-4649-B971-31E254B6DA88}" dt="2022-10-23T15:17:01.417" v="7135" actId="113"/>
          <ac:spMkLst>
            <pc:docMk/>
            <pc:sldMk cId="1268397854" sldId="688"/>
            <ac:spMk id="3" creationId="{D5E34B7E-D545-46DB-4F19-2A45BAF69A11}"/>
          </ac:spMkLst>
        </pc:spChg>
        <pc:spChg chg="mod">
          <ac:chgData name="Daphne Economou" userId="d065a339-36cf-4937-af08-41751becbd81" providerId="ADAL" clId="{C432973F-67B1-4649-B971-31E254B6DA88}" dt="2022-10-23T15:02:50.813" v="7017" actId="20577"/>
          <ac:spMkLst>
            <pc:docMk/>
            <pc:sldMk cId="1268397854" sldId="688"/>
            <ac:spMk id="8" creationId="{DF140570-FC41-0969-5F81-F583AC8D2DC9}"/>
          </ac:spMkLst>
        </pc:spChg>
        <pc:picChg chg="add mod">
          <ac:chgData name="Daphne Economou" userId="d065a339-36cf-4937-af08-41751becbd81" providerId="ADAL" clId="{C432973F-67B1-4649-B971-31E254B6DA88}" dt="2022-10-23T15:16:55.043" v="7134" actId="1076"/>
          <ac:picMkLst>
            <pc:docMk/>
            <pc:sldMk cId="1268397854" sldId="688"/>
            <ac:picMk id="7" creationId="{DE877285-24FA-D4D2-E492-E86B6559BA3E}"/>
          </ac:picMkLst>
        </pc:picChg>
        <pc:picChg chg="del">
          <ac:chgData name="Daphne Economou" userId="d065a339-36cf-4937-af08-41751becbd81" providerId="ADAL" clId="{C432973F-67B1-4649-B971-31E254B6DA88}" dt="2022-10-23T15:00:08.219" v="6959" actId="478"/>
          <ac:picMkLst>
            <pc:docMk/>
            <pc:sldMk cId="1268397854" sldId="688"/>
            <ac:picMk id="9" creationId="{BD65D893-EF72-445F-26CE-7E40102AB156}"/>
          </ac:picMkLst>
        </pc:picChg>
      </pc:sldChg>
      <pc:sldChg chg="addSp delSp modSp add mod">
        <pc:chgData name="Daphne Economou" userId="d065a339-36cf-4937-af08-41751becbd81" providerId="ADAL" clId="{C432973F-67B1-4649-B971-31E254B6DA88}" dt="2022-10-23T15:14:11.971" v="7086" actId="1076"/>
        <pc:sldMkLst>
          <pc:docMk/>
          <pc:sldMk cId="4170147541" sldId="689"/>
        </pc:sldMkLst>
        <pc:spChg chg="mod">
          <ac:chgData name="Daphne Economou" userId="d065a339-36cf-4937-af08-41751becbd81" providerId="ADAL" clId="{C432973F-67B1-4649-B971-31E254B6DA88}" dt="2022-10-23T15:14:07.927" v="7085" actId="403"/>
          <ac:spMkLst>
            <pc:docMk/>
            <pc:sldMk cId="4170147541" sldId="689"/>
            <ac:spMk id="3" creationId="{D5E34B7E-D545-46DB-4F19-2A45BAF69A11}"/>
          </ac:spMkLst>
        </pc:spChg>
        <pc:spChg chg="mod">
          <ac:chgData name="Daphne Economou" userId="d065a339-36cf-4937-af08-41751becbd81" providerId="ADAL" clId="{C432973F-67B1-4649-B971-31E254B6DA88}" dt="2022-10-23T15:02:56.363" v="7019" actId="20577"/>
          <ac:spMkLst>
            <pc:docMk/>
            <pc:sldMk cId="4170147541" sldId="689"/>
            <ac:spMk id="8" creationId="{DF140570-FC41-0969-5F81-F583AC8D2DC9}"/>
          </ac:spMkLst>
        </pc:spChg>
        <pc:picChg chg="del">
          <ac:chgData name="Daphne Economou" userId="d065a339-36cf-4937-af08-41751becbd81" providerId="ADAL" clId="{C432973F-67B1-4649-B971-31E254B6DA88}" dt="2022-10-23T15:01:08.450" v="6976" actId="478"/>
          <ac:picMkLst>
            <pc:docMk/>
            <pc:sldMk cId="4170147541" sldId="689"/>
            <ac:picMk id="7" creationId="{DE877285-24FA-D4D2-E492-E86B6559BA3E}"/>
          </ac:picMkLst>
        </pc:picChg>
        <pc:picChg chg="add mod">
          <ac:chgData name="Daphne Economou" userId="d065a339-36cf-4937-af08-41751becbd81" providerId="ADAL" clId="{C432973F-67B1-4649-B971-31E254B6DA88}" dt="2022-10-23T15:14:11.971" v="7086" actId="1076"/>
          <ac:picMkLst>
            <pc:docMk/>
            <pc:sldMk cId="4170147541" sldId="689"/>
            <ac:picMk id="9" creationId="{D70F3F92-405F-AAD4-3D18-91F54A4009F0}"/>
          </ac:picMkLst>
        </pc:picChg>
      </pc:sldChg>
      <pc:sldChg chg="addSp delSp modSp new mod">
        <pc:chgData name="Daphne Economou" userId="d065a339-36cf-4937-af08-41751becbd81" providerId="ADAL" clId="{C432973F-67B1-4649-B971-31E254B6DA88}" dt="2022-10-23T15:14:25.889" v="7091" actId="27636"/>
        <pc:sldMkLst>
          <pc:docMk/>
          <pc:sldMk cId="2326073187" sldId="690"/>
        </pc:sldMkLst>
        <pc:spChg chg="mod">
          <ac:chgData name="Daphne Economou" userId="d065a339-36cf-4937-af08-41751becbd81" providerId="ADAL" clId="{C432973F-67B1-4649-B971-31E254B6DA88}" dt="2022-10-23T15:06:14.514" v="7027" actId="1035"/>
          <ac:spMkLst>
            <pc:docMk/>
            <pc:sldMk cId="2326073187" sldId="690"/>
            <ac:spMk id="2" creationId="{BCB4F853-1722-CD91-BB58-AFAD44A0D52E}"/>
          </ac:spMkLst>
        </pc:spChg>
        <pc:spChg chg="mod">
          <ac:chgData name="Daphne Economou" userId="d065a339-36cf-4937-af08-41751becbd81" providerId="ADAL" clId="{C432973F-67B1-4649-B971-31E254B6DA88}" dt="2022-10-23T15:14:25.889" v="7091" actId="27636"/>
          <ac:spMkLst>
            <pc:docMk/>
            <pc:sldMk cId="2326073187" sldId="690"/>
            <ac:spMk id="3" creationId="{4D7E6294-CC37-0376-1132-CE3CC5B8FF7D}"/>
          </ac:spMkLst>
        </pc:spChg>
        <pc:picChg chg="add del mod">
          <ac:chgData name="Daphne Economou" userId="d065a339-36cf-4937-af08-41751becbd81" providerId="ADAL" clId="{C432973F-67B1-4649-B971-31E254B6DA88}" dt="2022-10-23T15:14:22.552" v="7087" actId="478"/>
          <ac:picMkLst>
            <pc:docMk/>
            <pc:sldMk cId="2326073187" sldId="690"/>
            <ac:picMk id="7" creationId="{7E5B5DD2-391E-536D-1111-488AD0F90104}"/>
          </ac:picMkLst>
        </pc:picChg>
      </pc:sldChg>
      <pc:sldChg chg="delSp modSp add mod">
        <pc:chgData name="Daphne Economou" userId="d065a339-36cf-4937-af08-41751becbd81" providerId="ADAL" clId="{C432973F-67B1-4649-B971-31E254B6DA88}" dt="2022-10-23T15:19:40.735" v="7198" actId="113"/>
        <pc:sldMkLst>
          <pc:docMk/>
          <pc:sldMk cId="2589886861" sldId="691"/>
        </pc:sldMkLst>
        <pc:spChg chg="mod">
          <ac:chgData name="Daphne Economou" userId="d065a339-36cf-4937-af08-41751becbd81" providerId="ADAL" clId="{C432973F-67B1-4649-B971-31E254B6DA88}" dt="2022-10-23T15:19:40.735" v="7198" actId="113"/>
          <ac:spMkLst>
            <pc:docMk/>
            <pc:sldMk cId="2589886861" sldId="691"/>
            <ac:spMk id="3" creationId="{D5E34B7E-D545-46DB-4F19-2A45BAF69A11}"/>
          </ac:spMkLst>
        </pc:spChg>
        <pc:spChg chg="mod">
          <ac:chgData name="Daphne Economou" userId="d065a339-36cf-4937-af08-41751becbd81" providerId="ADAL" clId="{C432973F-67B1-4649-B971-31E254B6DA88}" dt="2022-10-23T15:18:09.401" v="7161" actId="20577"/>
          <ac:spMkLst>
            <pc:docMk/>
            <pc:sldMk cId="2589886861" sldId="691"/>
            <ac:spMk id="8" creationId="{DF140570-FC41-0969-5F81-F583AC8D2DC9}"/>
          </ac:spMkLst>
        </pc:spChg>
        <pc:graphicFrameChg chg="del">
          <ac:chgData name="Daphne Economou" userId="d065a339-36cf-4937-af08-41751becbd81" providerId="ADAL" clId="{C432973F-67B1-4649-B971-31E254B6DA88}" dt="2022-10-23T15:17:56.060" v="7143" actId="478"/>
          <ac:graphicFrameMkLst>
            <pc:docMk/>
            <pc:sldMk cId="2589886861" sldId="691"/>
            <ac:graphicFrameMk id="6" creationId="{70237D32-440D-A62B-7ECE-664520881E2C}"/>
          </ac:graphicFrameMkLst>
        </pc:graphicFrameChg>
        <pc:picChg chg="del">
          <ac:chgData name="Daphne Economou" userId="d065a339-36cf-4937-af08-41751becbd81" providerId="ADAL" clId="{C432973F-67B1-4649-B971-31E254B6DA88}" dt="2022-10-23T15:17:53.609" v="7142" actId="478"/>
          <ac:picMkLst>
            <pc:docMk/>
            <pc:sldMk cId="2589886861" sldId="691"/>
            <ac:picMk id="9" creationId="{D70F3F92-405F-AAD4-3D18-91F54A4009F0}"/>
          </ac:picMkLst>
        </pc:picChg>
      </pc:sldChg>
      <pc:sldChg chg="addSp delSp modSp new mod">
        <pc:chgData name="Daphne Economou" userId="d065a339-36cf-4937-af08-41751becbd81" providerId="ADAL" clId="{C432973F-67B1-4649-B971-31E254B6DA88}" dt="2022-10-23T15:32:56.359" v="7315" actId="478"/>
        <pc:sldMkLst>
          <pc:docMk/>
          <pc:sldMk cId="232357518" sldId="692"/>
        </pc:sldMkLst>
        <pc:spChg chg="mod">
          <ac:chgData name="Daphne Economou" userId="d065a339-36cf-4937-af08-41751becbd81" providerId="ADAL" clId="{C432973F-67B1-4649-B971-31E254B6DA88}" dt="2022-10-23T15:24:38.703" v="7220" actId="20577"/>
          <ac:spMkLst>
            <pc:docMk/>
            <pc:sldMk cId="232357518" sldId="692"/>
            <ac:spMk id="2" creationId="{AB017858-AD73-383C-BF85-ABDA93B1ADF6}"/>
          </ac:spMkLst>
        </pc:spChg>
        <pc:spChg chg="mod">
          <ac:chgData name="Daphne Economou" userId="d065a339-36cf-4937-af08-41751becbd81" providerId="ADAL" clId="{C432973F-67B1-4649-B971-31E254B6DA88}" dt="2022-10-23T15:27:34.311" v="7267" actId="27636"/>
          <ac:spMkLst>
            <pc:docMk/>
            <pc:sldMk cId="232357518" sldId="692"/>
            <ac:spMk id="3" creationId="{8B2DD347-6FE4-63A7-53C6-C719E4EA01FF}"/>
          </ac:spMkLst>
        </pc:spChg>
        <pc:picChg chg="add del mod ord">
          <ac:chgData name="Daphne Economou" userId="d065a339-36cf-4937-af08-41751becbd81" providerId="ADAL" clId="{C432973F-67B1-4649-B971-31E254B6DA88}" dt="2022-10-23T15:32:56.359" v="7315" actId="478"/>
          <ac:picMkLst>
            <pc:docMk/>
            <pc:sldMk cId="232357518" sldId="692"/>
            <ac:picMk id="7" creationId="{8B485A3A-FEDE-842C-5CD5-BAF54DB765DB}"/>
          </ac:picMkLst>
        </pc:picChg>
      </pc:sldChg>
      <pc:sldChg chg="addSp modSp new mod ord">
        <pc:chgData name="Daphne Economou" userId="d065a339-36cf-4937-af08-41751becbd81" providerId="ADAL" clId="{C432973F-67B1-4649-B971-31E254B6DA88}" dt="2022-10-23T15:32:07.971" v="7313" actId="20577"/>
        <pc:sldMkLst>
          <pc:docMk/>
          <pc:sldMk cId="1149311275" sldId="693"/>
        </pc:sldMkLst>
        <pc:spChg chg="mod">
          <ac:chgData name="Daphne Economou" userId="d065a339-36cf-4937-af08-41751becbd81" providerId="ADAL" clId="{C432973F-67B1-4649-B971-31E254B6DA88}" dt="2022-10-23T15:30:26.006" v="7278"/>
          <ac:spMkLst>
            <pc:docMk/>
            <pc:sldMk cId="1149311275" sldId="693"/>
            <ac:spMk id="2" creationId="{6E7689E3-F50E-A459-AC3F-A07EE0E5F1DE}"/>
          </ac:spMkLst>
        </pc:spChg>
        <pc:spChg chg="mod">
          <ac:chgData name="Daphne Economou" userId="d065a339-36cf-4937-af08-41751becbd81" providerId="ADAL" clId="{C432973F-67B1-4649-B971-31E254B6DA88}" dt="2022-10-23T15:32:07.971" v="7313" actId="20577"/>
          <ac:spMkLst>
            <pc:docMk/>
            <pc:sldMk cId="1149311275" sldId="693"/>
            <ac:spMk id="3" creationId="{8C069596-8533-61E0-61CC-9426A502BB0D}"/>
          </ac:spMkLst>
        </pc:spChg>
        <pc:picChg chg="add mod ord">
          <ac:chgData name="Daphne Economou" userId="d065a339-36cf-4937-af08-41751becbd81" providerId="ADAL" clId="{C432973F-67B1-4649-B971-31E254B6DA88}" dt="2022-10-23T15:31:30.559" v="7298" actId="1035"/>
          <ac:picMkLst>
            <pc:docMk/>
            <pc:sldMk cId="1149311275" sldId="693"/>
            <ac:picMk id="6" creationId="{875F658C-5532-E85A-D7AE-ADF1127AA2D0}"/>
          </ac:picMkLst>
        </pc:picChg>
      </pc:sldChg>
      <pc:sldChg chg="addSp delSp modSp add del mod">
        <pc:chgData name="Daphne Economou" userId="d065a339-36cf-4937-af08-41751becbd81" providerId="ADAL" clId="{C432973F-67B1-4649-B971-31E254B6DA88}" dt="2022-10-23T15:37:57.328" v="7394" actId="47"/>
        <pc:sldMkLst>
          <pc:docMk/>
          <pc:sldMk cId="835139022" sldId="694"/>
        </pc:sldMkLst>
        <pc:spChg chg="mod">
          <ac:chgData name="Daphne Economou" userId="d065a339-36cf-4937-af08-41751becbd81" providerId="ADAL" clId="{C432973F-67B1-4649-B971-31E254B6DA88}" dt="2022-10-23T15:33:48.980" v="7362" actId="20577"/>
          <ac:spMkLst>
            <pc:docMk/>
            <pc:sldMk cId="835139022" sldId="694"/>
            <ac:spMk id="2" creationId="{6E7689E3-F50E-A459-AC3F-A07EE0E5F1DE}"/>
          </ac:spMkLst>
        </pc:spChg>
        <pc:spChg chg="mod">
          <ac:chgData name="Daphne Economou" userId="d065a339-36cf-4937-af08-41751becbd81" providerId="ADAL" clId="{C432973F-67B1-4649-B971-31E254B6DA88}" dt="2022-10-23T15:34:43.578" v="7366" actId="1076"/>
          <ac:spMkLst>
            <pc:docMk/>
            <pc:sldMk cId="835139022" sldId="694"/>
            <ac:spMk id="3" creationId="{8C069596-8533-61E0-61CC-9426A502BB0D}"/>
          </ac:spMkLst>
        </pc:spChg>
        <pc:picChg chg="del">
          <ac:chgData name="Daphne Economou" userId="d065a339-36cf-4937-af08-41751becbd81" providerId="ADAL" clId="{C432973F-67B1-4649-B971-31E254B6DA88}" dt="2022-10-23T15:33:20.605" v="7316" actId="478"/>
          <ac:picMkLst>
            <pc:docMk/>
            <pc:sldMk cId="835139022" sldId="694"/>
            <ac:picMk id="6" creationId="{875F658C-5532-E85A-D7AE-ADF1127AA2D0}"/>
          </ac:picMkLst>
        </pc:picChg>
        <pc:picChg chg="add mod ord">
          <ac:chgData name="Daphne Economou" userId="d065a339-36cf-4937-af08-41751becbd81" providerId="ADAL" clId="{C432973F-67B1-4649-B971-31E254B6DA88}" dt="2022-10-23T15:33:27.349" v="7320" actId="167"/>
          <ac:picMkLst>
            <pc:docMk/>
            <pc:sldMk cId="835139022" sldId="694"/>
            <ac:picMk id="8" creationId="{22E11740-6213-771D-3174-277A3914D3BB}"/>
          </ac:picMkLst>
        </pc:picChg>
      </pc:sldChg>
      <pc:sldChg chg="addSp modSp new mod">
        <pc:chgData name="Daphne Economou" userId="d065a339-36cf-4937-af08-41751becbd81" providerId="ADAL" clId="{C432973F-67B1-4649-B971-31E254B6DA88}" dt="2022-10-23T15:37:32.276" v="7393" actId="27636"/>
        <pc:sldMkLst>
          <pc:docMk/>
          <pc:sldMk cId="190135260" sldId="695"/>
        </pc:sldMkLst>
        <pc:spChg chg="mod">
          <ac:chgData name="Daphne Economou" userId="d065a339-36cf-4937-af08-41751becbd81" providerId="ADAL" clId="{C432973F-67B1-4649-B971-31E254B6DA88}" dt="2022-10-23T15:35:06.202" v="7369"/>
          <ac:spMkLst>
            <pc:docMk/>
            <pc:sldMk cId="190135260" sldId="695"/>
            <ac:spMk id="2" creationId="{39722DCC-9B28-C2BA-08C1-3A598FB94BA8}"/>
          </ac:spMkLst>
        </pc:spChg>
        <pc:spChg chg="mod">
          <ac:chgData name="Daphne Economou" userId="d065a339-36cf-4937-af08-41751becbd81" providerId="ADAL" clId="{C432973F-67B1-4649-B971-31E254B6DA88}" dt="2022-10-23T15:37:32.276" v="7393" actId="27636"/>
          <ac:spMkLst>
            <pc:docMk/>
            <pc:sldMk cId="190135260" sldId="695"/>
            <ac:spMk id="3" creationId="{FAE3F511-59E2-FF58-7185-7FD8F9FBD060}"/>
          </ac:spMkLst>
        </pc:spChg>
        <pc:picChg chg="add mod ord">
          <ac:chgData name="Daphne Economou" userId="d065a339-36cf-4937-af08-41751becbd81" providerId="ADAL" clId="{C432973F-67B1-4649-B971-31E254B6DA88}" dt="2022-10-23T15:37:14.330" v="7388" actId="1076"/>
          <ac:picMkLst>
            <pc:docMk/>
            <pc:sldMk cId="190135260" sldId="695"/>
            <ac:picMk id="7" creationId="{E1C5F979-7F44-9B1C-BE97-E4B070CBB663}"/>
          </ac:picMkLst>
        </pc:picChg>
      </pc:sldChg>
      <pc:sldChg chg="addSp modSp new mod">
        <pc:chgData name="Daphne Economou" userId="d065a339-36cf-4937-af08-41751becbd81" providerId="ADAL" clId="{C432973F-67B1-4649-B971-31E254B6DA88}" dt="2022-10-23T15:41:00.278" v="7419" actId="1076"/>
        <pc:sldMkLst>
          <pc:docMk/>
          <pc:sldMk cId="956517098" sldId="696"/>
        </pc:sldMkLst>
        <pc:spChg chg="mod">
          <ac:chgData name="Daphne Economou" userId="d065a339-36cf-4937-af08-41751becbd81" providerId="ADAL" clId="{C432973F-67B1-4649-B971-31E254B6DA88}" dt="2022-10-23T15:38:47.575" v="7398"/>
          <ac:spMkLst>
            <pc:docMk/>
            <pc:sldMk cId="956517098" sldId="696"/>
            <ac:spMk id="2" creationId="{04706E97-D1F8-26C0-6FBD-5B35DD5A23D2}"/>
          </ac:spMkLst>
        </pc:spChg>
        <pc:spChg chg="mod">
          <ac:chgData name="Daphne Economou" userId="d065a339-36cf-4937-af08-41751becbd81" providerId="ADAL" clId="{C432973F-67B1-4649-B971-31E254B6DA88}" dt="2022-10-23T15:40:49.829" v="7418" actId="27636"/>
          <ac:spMkLst>
            <pc:docMk/>
            <pc:sldMk cId="956517098" sldId="696"/>
            <ac:spMk id="3" creationId="{C33ED77B-F837-655D-9F20-B760FB4F6DD8}"/>
          </ac:spMkLst>
        </pc:spChg>
        <pc:picChg chg="add mod">
          <ac:chgData name="Daphne Economou" userId="d065a339-36cf-4937-af08-41751becbd81" providerId="ADAL" clId="{C432973F-67B1-4649-B971-31E254B6DA88}" dt="2022-10-23T15:41:00.278" v="7419" actId="1076"/>
          <ac:picMkLst>
            <pc:docMk/>
            <pc:sldMk cId="956517098" sldId="696"/>
            <ac:picMk id="7" creationId="{8695E7FB-FB5D-17F5-6E37-CA0B6AD13CA9}"/>
          </ac:picMkLst>
        </pc:picChg>
      </pc:sldChg>
      <pc:sldChg chg="addSp delSp modSp add mod">
        <pc:chgData name="Daphne Economou" userId="d065a339-36cf-4937-af08-41751becbd81" providerId="ADAL" clId="{C432973F-67B1-4649-B971-31E254B6DA88}" dt="2022-10-23T15:40:00.444" v="7411" actId="1076"/>
        <pc:sldMkLst>
          <pc:docMk/>
          <pc:sldMk cId="652799084" sldId="697"/>
        </pc:sldMkLst>
        <pc:spChg chg="mod">
          <ac:chgData name="Daphne Economou" userId="d065a339-36cf-4937-af08-41751becbd81" providerId="ADAL" clId="{C432973F-67B1-4649-B971-31E254B6DA88}" dt="2022-10-23T15:39:57.241" v="7410" actId="27636"/>
          <ac:spMkLst>
            <pc:docMk/>
            <pc:sldMk cId="652799084" sldId="697"/>
            <ac:spMk id="3" creationId="{C33ED77B-F837-655D-9F20-B760FB4F6DD8}"/>
          </ac:spMkLst>
        </pc:spChg>
        <pc:picChg chg="del">
          <ac:chgData name="Daphne Economou" userId="d065a339-36cf-4937-af08-41751becbd81" providerId="ADAL" clId="{C432973F-67B1-4649-B971-31E254B6DA88}" dt="2022-10-23T15:39:12.863" v="7400" actId="478"/>
          <ac:picMkLst>
            <pc:docMk/>
            <pc:sldMk cId="652799084" sldId="697"/>
            <ac:picMk id="7" creationId="{8695E7FB-FB5D-17F5-6E37-CA0B6AD13CA9}"/>
          </ac:picMkLst>
        </pc:picChg>
        <pc:picChg chg="add mod">
          <ac:chgData name="Daphne Economou" userId="d065a339-36cf-4937-af08-41751becbd81" providerId="ADAL" clId="{C432973F-67B1-4649-B971-31E254B6DA88}" dt="2022-10-23T15:40:00.444" v="7411" actId="1076"/>
          <ac:picMkLst>
            <pc:docMk/>
            <pc:sldMk cId="652799084" sldId="697"/>
            <ac:picMk id="8" creationId="{FCF51F43-3021-0AB2-17D4-BF80C54D2913}"/>
          </ac:picMkLst>
        </pc:picChg>
      </pc:sldChg>
      <pc:sldChg chg="addSp delSp modSp new mod">
        <pc:chgData name="Daphne Economou" userId="d065a339-36cf-4937-af08-41751becbd81" providerId="ADAL" clId="{C432973F-67B1-4649-B971-31E254B6DA88}" dt="2022-10-23T15:49:00.299" v="7472" actId="478"/>
        <pc:sldMkLst>
          <pc:docMk/>
          <pc:sldMk cId="1861020392" sldId="698"/>
        </pc:sldMkLst>
        <pc:spChg chg="mod">
          <ac:chgData name="Daphne Economou" userId="d065a339-36cf-4937-af08-41751becbd81" providerId="ADAL" clId="{C432973F-67B1-4649-B971-31E254B6DA88}" dt="2022-10-23T15:45:27.289" v="7428" actId="20577"/>
          <ac:spMkLst>
            <pc:docMk/>
            <pc:sldMk cId="1861020392" sldId="698"/>
            <ac:spMk id="2" creationId="{C0A676CC-02AC-D9B8-470E-1DCAF81122DB}"/>
          </ac:spMkLst>
        </pc:spChg>
        <pc:spChg chg="mod">
          <ac:chgData name="Daphne Economou" userId="d065a339-36cf-4937-af08-41751becbd81" providerId="ADAL" clId="{C432973F-67B1-4649-B971-31E254B6DA88}" dt="2022-10-23T15:48:17.849" v="7470" actId="113"/>
          <ac:spMkLst>
            <pc:docMk/>
            <pc:sldMk cId="1861020392" sldId="698"/>
            <ac:spMk id="3" creationId="{6E0AB9CB-2146-17B5-5767-BA73D11046F4}"/>
          </ac:spMkLst>
        </pc:spChg>
        <pc:picChg chg="add mod">
          <ac:chgData name="Daphne Economou" userId="d065a339-36cf-4937-af08-41751becbd81" providerId="ADAL" clId="{C432973F-67B1-4649-B971-31E254B6DA88}" dt="2022-10-23T15:47:40.161" v="7465" actId="1076"/>
          <ac:picMkLst>
            <pc:docMk/>
            <pc:sldMk cId="1861020392" sldId="698"/>
            <ac:picMk id="7" creationId="{6B2D293A-E082-A02E-97D6-BC38E15523C3}"/>
          </ac:picMkLst>
        </pc:picChg>
        <pc:picChg chg="add del">
          <ac:chgData name="Daphne Economou" userId="d065a339-36cf-4937-af08-41751becbd81" providerId="ADAL" clId="{C432973F-67B1-4649-B971-31E254B6DA88}" dt="2022-10-23T15:49:00.299" v="7472" actId="478"/>
          <ac:picMkLst>
            <pc:docMk/>
            <pc:sldMk cId="1861020392" sldId="698"/>
            <ac:picMk id="9" creationId="{F48DF955-154E-0E82-A450-DB3DED72DB5F}"/>
          </ac:picMkLst>
        </pc:picChg>
      </pc:sldChg>
      <pc:sldChg chg="addSp delSp modSp add mod">
        <pc:chgData name="Daphne Economou" userId="d065a339-36cf-4937-af08-41751becbd81" providerId="ADAL" clId="{C432973F-67B1-4649-B971-31E254B6DA88}" dt="2022-10-23T15:51:07.838" v="7493" actId="1076"/>
        <pc:sldMkLst>
          <pc:docMk/>
          <pc:sldMk cId="3593614078" sldId="699"/>
        </pc:sldMkLst>
        <pc:spChg chg="mod">
          <ac:chgData name="Daphne Economou" userId="d065a339-36cf-4937-af08-41751becbd81" providerId="ADAL" clId="{C432973F-67B1-4649-B971-31E254B6DA88}" dt="2022-10-23T15:50:11.273" v="7482" actId="20577"/>
          <ac:spMkLst>
            <pc:docMk/>
            <pc:sldMk cId="3593614078" sldId="699"/>
            <ac:spMk id="2" creationId="{C0A676CC-02AC-D9B8-470E-1DCAF81122DB}"/>
          </ac:spMkLst>
        </pc:spChg>
        <pc:spChg chg="mod">
          <ac:chgData name="Daphne Economou" userId="d065a339-36cf-4937-af08-41751becbd81" providerId="ADAL" clId="{C432973F-67B1-4649-B971-31E254B6DA88}" dt="2022-10-23T15:51:05.503" v="7492" actId="27636"/>
          <ac:spMkLst>
            <pc:docMk/>
            <pc:sldMk cId="3593614078" sldId="699"/>
            <ac:spMk id="3" creationId="{6E0AB9CB-2146-17B5-5767-BA73D11046F4}"/>
          </ac:spMkLst>
        </pc:spChg>
        <pc:picChg chg="del">
          <ac:chgData name="Daphne Economou" userId="d065a339-36cf-4937-af08-41751becbd81" providerId="ADAL" clId="{C432973F-67B1-4649-B971-31E254B6DA88}" dt="2022-10-23T15:50:42.303" v="7485" actId="478"/>
          <ac:picMkLst>
            <pc:docMk/>
            <pc:sldMk cId="3593614078" sldId="699"/>
            <ac:picMk id="7" creationId="{6B2D293A-E082-A02E-97D6-BC38E15523C3}"/>
          </ac:picMkLst>
        </pc:picChg>
        <pc:picChg chg="add del">
          <ac:chgData name="Daphne Economou" userId="d065a339-36cf-4937-af08-41751becbd81" providerId="ADAL" clId="{C432973F-67B1-4649-B971-31E254B6DA88}" dt="2022-10-23T15:50:16.357" v="7484" actId="478"/>
          <ac:picMkLst>
            <pc:docMk/>
            <pc:sldMk cId="3593614078" sldId="699"/>
            <ac:picMk id="8" creationId="{33072761-96AD-40C0-792E-65AFDE005C16}"/>
          </ac:picMkLst>
        </pc:picChg>
        <pc:picChg chg="add mod">
          <ac:chgData name="Daphne Economou" userId="d065a339-36cf-4937-af08-41751becbd81" providerId="ADAL" clId="{C432973F-67B1-4649-B971-31E254B6DA88}" dt="2022-10-23T15:51:07.838" v="7493" actId="1076"/>
          <ac:picMkLst>
            <pc:docMk/>
            <pc:sldMk cId="3593614078" sldId="699"/>
            <ac:picMk id="10" creationId="{E3234664-3643-32BD-CFA4-4B874C9254A9}"/>
          </ac:picMkLst>
        </pc:picChg>
      </pc:sldChg>
      <pc:sldChg chg="addSp delSp modSp add mod">
        <pc:chgData name="Daphne Economou" userId="d065a339-36cf-4937-af08-41751becbd81" providerId="ADAL" clId="{C432973F-67B1-4649-B971-31E254B6DA88}" dt="2022-10-23T15:51:56.534" v="7506" actId="1076"/>
        <pc:sldMkLst>
          <pc:docMk/>
          <pc:sldMk cId="3736631847" sldId="700"/>
        </pc:sldMkLst>
        <pc:spChg chg="mod">
          <ac:chgData name="Daphne Economou" userId="d065a339-36cf-4937-af08-41751becbd81" providerId="ADAL" clId="{C432973F-67B1-4649-B971-31E254B6DA88}" dt="2022-10-23T15:51:12.726" v="7498" actId="20577"/>
          <ac:spMkLst>
            <pc:docMk/>
            <pc:sldMk cId="3736631847" sldId="700"/>
            <ac:spMk id="2" creationId="{C0A676CC-02AC-D9B8-470E-1DCAF81122DB}"/>
          </ac:spMkLst>
        </pc:spChg>
        <pc:spChg chg="mod">
          <ac:chgData name="Daphne Economou" userId="d065a339-36cf-4937-af08-41751becbd81" providerId="ADAL" clId="{C432973F-67B1-4649-B971-31E254B6DA88}" dt="2022-10-23T15:51:24.331" v="7503" actId="20577"/>
          <ac:spMkLst>
            <pc:docMk/>
            <pc:sldMk cId="3736631847" sldId="700"/>
            <ac:spMk id="3" creationId="{6E0AB9CB-2146-17B5-5767-BA73D11046F4}"/>
          </ac:spMkLst>
        </pc:spChg>
        <pc:picChg chg="add mod">
          <ac:chgData name="Daphne Economou" userId="d065a339-36cf-4937-af08-41751becbd81" providerId="ADAL" clId="{C432973F-67B1-4649-B971-31E254B6DA88}" dt="2022-10-23T15:51:56.534" v="7506" actId="1076"/>
          <ac:picMkLst>
            <pc:docMk/>
            <pc:sldMk cId="3736631847" sldId="700"/>
            <ac:picMk id="7" creationId="{1BE665CC-4D6E-6688-E042-EAF3885DC19F}"/>
          </ac:picMkLst>
        </pc:picChg>
        <pc:picChg chg="del">
          <ac:chgData name="Daphne Economou" userId="d065a339-36cf-4937-af08-41751becbd81" providerId="ADAL" clId="{C432973F-67B1-4649-B971-31E254B6DA88}" dt="2022-10-23T15:51:53.010" v="7504" actId="478"/>
          <ac:picMkLst>
            <pc:docMk/>
            <pc:sldMk cId="3736631847" sldId="700"/>
            <ac:picMk id="10" creationId="{E3234664-3643-32BD-CFA4-4B874C9254A9}"/>
          </ac:picMkLst>
        </pc:picChg>
      </pc:sldChg>
      <pc:sldChg chg="addSp delSp modSp new del mod chgLayout">
        <pc:chgData name="Daphne Economou" userId="d065a339-36cf-4937-af08-41751becbd81" providerId="ADAL" clId="{C432973F-67B1-4649-B971-31E254B6DA88}" dt="2022-10-23T16:00:33.688" v="7519" actId="47"/>
        <pc:sldMkLst>
          <pc:docMk/>
          <pc:sldMk cId="155400370" sldId="701"/>
        </pc:sldMkLst>
        <pc:spChg chg="del mod ord">
          <ac:chgData name="Daphne Economou" userId="d065a339-36cf-4937-af08-41751becbd81" providerId="ADAL" clId="{C432973F-67B1-4649-B971-31E254B6DA88}" dt="2022-10-23T15:54:51.139" v="7509" actId="700"/>
          <ac:spMkLst>
            <pc:docMk/>
            <pc:sldMk cId="155400370" sldId="701"/>
            <ac:spMk id="2" creationId="{BF4308E5-602E-50DD-FCF8-D3638F51DD6D}"/>
          </ac:spMkLst>
        </pc:spChg>
        <pc:spChg chg="del mod ord">
          <ac:chgData name="Daphne Economou" userId="d065a339-36cf-4937-af08-41751becbd81" providerId="ADAL" clId="{C432973F-67B1-4649-B971-31E254B6DA88}" dt="2022-10-23T15:54:51.139" v="7509" actId="700"/>
          <ac:spMkLst>
            <pc:docMk/>
            <pc:sldMk cId="155400370" sldId="701"/>
            <ac:spMk id="3" creationId="{EC12506C-F1CD-21EF-F503-EB8E9789AEE1}"/>
          </ac:spMkLst>
        </pc:spChg>
        <pc:spChg chg="mod ord">
          <ac:chgData name="Daphne Economou" userId="d065a339-36cf-4937-af08-41751becbd81" providerId="ADAL" clId="{C432973F-67B1-4649-B971-31E254B6DA88}" dt="2022-10-23T15:54:51.139" v="7509" actId="700"/>
          <ac:spMkLst>
            <pc:docMk/>
            <pc:sldMk cId="155400370" sldId="701"/>
            <ac:spMk id="4" creationId="{F8502A43-2D10-800F-5B5F-C954C5CB37C9}"/>
          </ac:spMkLst>
        </pc:spChg>
        <pc:spChg chg="mod ord">
          <ac:chgData name="Daphne Economou" userId="d065a339-36cf-4937-af08-41751becbd81" providerId="ADAL" clId="{C432973F-67B1-4649-B971-31E254B6DA88}" dt="2022-10-23T15:54:51.139" v="7509" actId="700"/>
          <ac:spMkLst>
            <pc:docMk/>
            <pc:sldMk cId="155400370" sldId="701"/>
            <ac:spMk id="5" creationId="{516BDF04-EDAE-7451-CAF9-DD43B719FE96}"/>
          </ac:spMkLst>
        </pc:spChg>
        <pc:spChg chg="del">
          <ac:chgData name="Daphne Economou" userId="d065a339-36cf-4937-af08-41751becbd81" providerId="ADAL" clId="{C432973F-67B1-4649-B971-31E254B6DA88}" dt="2022-10-23T15:54:51.139" v="7509" actId="700"/>
          <ac:spMkLst>
            <pc:docMk/>
            <pc:sldMk cId="155400370" sldId="701"/>
            <ac:spMk id="6" creationId="{6AEBDE18-8688-D594-441F-B8729B9350BA}"/>
          </ac:spMkLst>
        </pc:spChg>
        <pc:spChg chg="add mod ord">
          <ac:chgData name="Daphne Economou" userId="d065a339-36cf-4937-af08-41751becbd81" providerId="ADAL" clId="{C432973F-67B1-4649-B971-31E254B6DA88}" dt="2022-10-23T15:54:51.139" v="7509" actId="700"/>
          <ac:spMkLst>
            <pc:docMk/>
            <pc:sldMk cId="155400370" sldId="701"/>
            <ac:spMk id="7" creationId="{95C1CBA5-8FA8-6009-09F5-018173178319}"/>
          </ac:spMkLst>
        </pc:spChg>
        <pc:spChg chg="add del mod ord">
          <ac:chgData name="Daphne Economou" userId="d065a339-36cf-4937-af08-41751becbd81" providerId="ADAL" clId="{C432973F-67B1-4649-B971-31E254B6DA88}" dt="2022-10-23T15:58:35.893" v="7510" actId="1032"/>
          <ac:spMkLst>
            <pc:docMk/>
            <pc:sldMk cId="155400370" sldId="701"/>
            <ac:spMk id="8" creationId="{85DED703-FA23-C911-A6F6-13A59250F12C}"/>
          </ac:spMkLst>
        </pc:spChg>
        <pc:spChg chg="add del mod">
          <ac:chgData name="Daphne Economou" userId="d065a339-36cf-4937-af08-41751becbd81" providerId="ADAL" clId="{C432973F-67B1-4649-B971-31E254B6DA88}" dt="2022-10-23T15:59:09.093" v="7513" actId="1032"/>
          <ac:spMkLst>
            <pc:docMk/>
            <pc:sldMk cId="155400370" sldId="701"/>
            <ac:spMk id="11" creationId="{38139DEF-A77E-7025-4AAE-3A1788042445}"/>
          </ac:spMkLst>
        </pc:spChg>
        <pc:spChg chg="add mod">
          <ac:chgData name="Daphne Economou" userId="d065a339-36cf-4937-af08-41751becbd81" providerId="ADAL" clId="{C432973F-67B1-4649-B971-31E254B6DA88}" dt="2022-10-23T15:59:38.126" v="7516" actId="478"/>
          <ac:spMkLst>
            <pc:docMk/>
            <pc:sldMk cId="155400370" sldId="701"/>
            <ac:spMk id="14" creationId="{062A6DE8-08CE-175E-28DF-04B8D24E8D68}"/>
          </ac:spMkLst>
        </pc:spChg>
        <pc:spChg chg="add">
          <ac:chgData name="Daphne Economou" userId="d065a339-36cf-4937-af08-41751becbd81" providerId="ADAL" clId="{C432973F-67B1-4649-B971-31E254B6DA88}" dt="2022-10-23T16:00:11.012" v="7517" actId="11529"/>
          <ac:spMkLst>
            <pc:docMk/>
            <pc:sldMk cId="155400370" sldId="701"/>
            <ac:spMk id="15" creationId="{002D4CD5-F149-2750-CE73-454697CC2114}"/>
          </ac:spMkLst>
        </pc:spChg>
        <pc:graphicFrameChg chg="add del mod modGraphic">
          <ac:chgData name="Daphne Economou" userId="d065a339-36cf-4937-af08-41751becbd81" providerId="ADAL" clId="{C432973F-67B1-4649-B971-31E254B6DA88}" dt="2022-10-23T15:58:42.652" v="7512" actId="478"/>
          <ac:graphicFrameMkLst>
            <pc:docMk/>
            <pc:sldMk cId="155400370" sldId="701"/>
            <ac:graphicFrameMk id="9" creationId="{93A95A32-C992-6968-457E-7AFA9972E807}"/>
          </ac:graphicFrameMkLst>
        </pc:graphicFrameChg>
        <pc:graphicFrameChg chg="add del mod modGraphic">
          <ac:chgData name="Daphne Economou" userId="d065a339-36cf-4937-af08-41751becbd81" providerId="ADAL" clId="{C432973F-67B1-4649-B971-31E254B6DA88}" dt="2022-10-23T15:59:38.126" v="7516" actId="478"/>
          <ac:graphicFrameMkLst>
            <pc:docMk/>
            <pc:sldMk cId="155400370" sldId="701"/>
            <ac:graphicFrameMk id="12" creationId="{CAC41319-AC3C-5E78-0D34-9E550B706039}"/>
          </ac:graphicFrameMkLst>
        </pc:graphicFrameChg>
      </pc:sldChg>
      <pc:sldChg chg="addSp delSp modSp add mod">
        <pc:chgData name="Daphne Economou" userId="d065a339-36cf-4937-af08-41751becbd81" providerId="ADAL" clId="{C432973F-67B1-4649-B971-31E254B6DA88}" dt="2022-10-23T16:09:08.249" v="7693" actId="1035"/>
        <pc:sldMkLst>
          <pc:docMk/>
          <pc:sldMk cId="3660008594" sldId="702"/>
        </pc:sldMkLst>
        <pc:spChg chg="mod">
          <ac:chgData name="Daphne Economou" userId="d065a339-36cf-4937-af08-41751becbd81" providerId="ADAL" clId="{C432973F-67B1-4649-B971-31E254B6DA88}" dt="2022-10-23T16:08:49.531" v="7690" actId="6549"/>
          <ac:spMkLst>
            <pc:docMk/>
            <pc:sldMk cId="3660008594" sldId="702"/>
            <ac:spMk id="2" creationId="{D0A520D3-4205-B63D-23DA-025E672D3202}"/>
          </ac:spMkLst>
        </pc:spChg>
        <pc:spChg chg="add del mod">
          <ac:chgData name="Daphne Economou" userId="d065a339-36cf-4937-af08-41751becbd81" providerId="ADAL" clId="{C432973F-67B1-4649-B971-31E254B6DA88}" dt="2022-10-23T16:01:28.462" v="7521" actId="478"/>
          <ac:spMkLst>
            <pc:docMk/>
            <pc:sldMk cId="3660008594" sldId="702"/>
            <ac:spMk id="6" creationId="{5C10DCDB-C21F-1C7C-D473-030D9B81E42A}"/>
          </ac:spMkLst>
        </pc:spChg>
        <pc:spChg chg="add del mod">
          <ac:chgData name="Daphne Economou" userId="d065a339-36cf-4937-af08-41751becbd81" providerId="ADAL" clId="{C432973F-67B1-4649-B971-31E254B6DA88}" dt="2022-10-23T16:04:06.812" v="7621" actId="478"/>
          <ac:spMkLst>
            <pc:docMk/>
            <pc:sldMk cId="3660008594" sldId="702"/>
            <ac:spMk id="7" creationId="{9F452EA3-FBA2-2751-B168-46132AE7AC97}"/>
          </ac:spMkLst>
        </pc:spChg>
        <pc:spChg chg="add del mod">
          <ac:chgData name="Daphne Economou" userId="d065a339-36cf-4937-af08-41751becbd81" providerId="ADAL" clId="{C432973F-67B1-4649-B971-31E254B6DA88}" dt="2022-10-23T16:04:06.812" v="7621" actId="478"/>
          <ac:spMkLst>
            <pc:docMk/>
            <pc:sldMk cId="3660008594" sldId="702"/>
            <ac:spMk id="9" creationId="{11ACBAA3-769B-846D-4D1D-E196C4B3CB97}"/>
          </ac:spMkLst>
        </pc:spChg>
        <pc:spChg chg="add del mod">
          <ac:chgData name="Daphne Economou" userId="d065a339-36cf-4937-af08-41751becbd81" providerId="ADAL" clId="{C432973F-67B1-4649-B971-31E254B6DA88}" dt="2022-10-23T16:04:08.942" v="7622" actId="478"/>
          <ac:spMkLst>
            <pc:docMk/>
            <pc:sldMk cId="3660008594" sldId="702"/>
            <ac:spMk id="10" creationId="{9BDBF9CB-F901-BD61-D0E7-7F1BA4EBF6EE}"/>
          </ac:spMkLst>
        </pc:spChg>
        <pc:spChg chg="add del mod">
          <ac:chgData name="Daphne Economou" userId="d065a339-36cf-4937-af08-41751becbd81" providerId="ADAL" clId="{C432973F-67B1-4649-B971-31E254B6DA88}" dt="2022-10-23T16:04:06.812" v="7621" actId="478"/>
          <ac:spMkLst>
            <pc:docMk/>
            <pc:sldMk cId="3660008594" sldId="702"/>
            <ac:spMk id="11" creationId="{06706CBF-1240-432F-0BBD-31E8E5E15538}"/>
          </ac:spMkLst>
        </pc:spChg>
        <pc:spChg chg="add del mod">
          <ac:chgData name="Daphne Economou" userId="d065a339-36cf-4937-af08-41751becbd81" providerId="ADAL" clId="{C432973F-67B1-4649-B971-31E254B6DA88}" dt="2022-10-23T16:04:06.812" v="7621" actId="478"/>
          <ac:spMkLst>
            <pc:docMk/>
            <pc:sldMk cId="3660008594" sldId="702"/>
            <ac:spMk id="12" creationId="{A7A1A76C-0462-B3AF-BCD6-74F9FA7618D4}"/>
          </ac:spMkLst>
        </pc:spChg>
        <pc:spChg chg="add del mod">
          <ac:chgData name="Daphne Economou" userId="d065a339-36cf-4937-af08-41751becbd81" providerId="ADAL" clId="{C432973F-67B1-4649-B971-31E254B6DA88}" dt="2022-10-23T16:04:06.812" v="7621" actId="478"/>
          <ac:spMkLst>
            <pc:docMk/>
            <pc:sldMk cId="3660008594" sldId="702"/>
            <ac:spMk id="13" creationId="{ED363C83-21DD-1EB7-EA6A-37F9CBB44FF3}"/>
          </ac:spMkLst>
        </pc:spChg>
        <pc:spChg chg="add del mod">
          <ac:chgData name="Daphne Economou" userId="d065a339-36cf-4937-af08-41751becbd81" providerId="ADAL" clId="{C432973F-67B1-4649-B971-31E254B6DA88}" dt="2022-10-23T16:04:06.812" v="7621" actId="478"/>
          <ac:spMkLst>
            <pc:docMk/>
            <pc:sldMk cId="3660008594" sldId="702"/>
            <ac:spMk id="14" creationId="{36BAD009-3C60-A34B-72A0-E6C212CE21E6}"/>
          </ac:spMkLst>
        </pc:spChg>
        <pc:spChg chg="add del mod">
          <ac:chgData name="Daphne Economou" userId="d065a339-36cf-4937-af08-41751becbd81" providerId="ADAL" clId="{C432973F-67B1-4649-B971-31E254B6DA88}" dt="2022-10-23T16:04:06.812" v="7621" actId="478"/>
          <ac:spMkLst>
            <pc:docMk/>
            <pc:sldMk cId="3660008594" sldId="702"/>
            <ac:spMk id="15" creationId="{9F504CC9-E3B0-E523-AD81-A6C71734DA5B}"/>
          </ac:spMkLst>
        </pc:spChg>
        <pc:graphicFrameChg chg="del">
          <ac:chgData name="Daphne Economou" userId="d065a339-36cf-4937-af08-41751becbd81" providerId="ADAL" clId="{C432973F-67B1-4649-B971-31E254B6DA88}" dt="2022-10-23T16:01:25.104" v="7520" actId="478"/>
          <ac:graphicFrameMkLst>
            <pc:docMk/>
            <pc:sldMk cId="3660008594" sldId="702"/>
            <ac:graphicFrameMk id="8" creationId="{64F57432-C1E0-8411-04BD-9A8830AFFF44}"/>
          </ac:graphicFrameMkLst>
        </pc:graphicFrameChg>
        <pc:graphicFrameChg chg="add del">
          <ac:chgData name="Daphne Economou" userId="d065a339-36cf-4937-af08-41751becbd81" providerId="ADAL" clId="{C432973F-67B1-4649-B971-31E254B6DA88}" dt="2022-10-23T16:05:03.669" v="7633" actId="478"/>
          <ac:graphicFrameMkLst>
            <pc:docMk/>
            <pc:sldMk cId="3660008594" sldId="702"/>
            <ac:graphicFrameMk id="18" creationId="{00A2710A-A82D-BECA-7DC8-F7DE83A3A945}"/>
          </ac:graphicFrameMkLst>
        </pc:graphicFrameChg>
        <pc:graphicFrameChg chg="add mod modGraphic">
          <ac:chgData name="Daphne Economou" userId="d065a339-36cf-4937-af08-41751becbd81" providerId="ADAL" clId="{C432973F-67B1-4649-B971-31E254B6DA88}" dt="2022-10-23T16:08:41.449" v="7664" actId="1076"/>
          <ac:graphicFrameMkLst>
            <pc:docMk/>
            <pc:sldMk cId="3660008594" sldId="702"/>
            <ac:graphicFrameMk id="19" creationId="{36C4220C-D40A-A1AF-6B5C-198F4B829B88}"/>
          </ac:graphicFrameMkLst>
        </pc:graphicFrameChg>
        <pc:picChg chg="add mod ord">
          <ac:chgData name="Daphne Economou" userId="d065a339-36cf-4937-af08-41751becbd81" providerId="ADAL" clId="{C432973F-67B1-4649-B971-31E254B6DA88}" dt="2022-10-23T16:09:08.249" v="7693" actId="1035"/>
          <ac:picMkLst>
            <pc:docMk/>
            <pc:sldMk cId="3660008594" sldId="702"/>
            <ac:picMk id="17" creationId="{AE150F52-6E99-BDF8-C4E5-931568DD6998}"/>
          </ac:picMkLst>
        </pc:picChg>
      </pc:sldChg>
      <pc:sldChg chg="modSp add mod">
        <pc:chgData name="Daphne Economou" userId="d065a339-36cf-4937-af08-41751becbd81" providerId="ADAL" clId="{C432973F-67B1-4649-B971-31E254B6DA88}" dt="2022-10-23T16:21:47.099" v="7931" actId="2062"/>
        <pc:sldMkLst>
          <pc:docMk/>
          <pc:sldMk cId="2595989643" sldId="703"/>
        </pc:sldMkLst>
        <pc:spChg chg="mod">
          <ac:chgData name="Daphne Economou" userId="d065a339-36cf-4937-af08-41751becbd81" providerId="ADAL" clId="{C432973F-67B1-4649-B971-31E254B6DA88}" dt="2022-10-23T16:15:56.994" v="7887" actId="108"/>
          <ac:spMkLst>
            <pc:docMk/>
            <pc:sldMk cId="2595989643" sldId="703"/>
            <ac:spMk id="7" creationId="{2C742533-EEA4-B3EB-6E5C-57B7404292F9}"/>
          </ac:spMkLst>
        </pc:spChg>
        <pc:graphicFrameChg chg="mod modGraphic">
          <ac:chgData name="Daphne Economou" userId="d065a339-36cf-4937-af08-41751becbd81" providerId="ADAL" clId="{C432973F-67B1-4649-B971-31E254B6DA88}" dt="2022-10-23T16:21:47.099" v="7931" actId="2062"/>
          <ac:graphicFrameMkLst>
            <pc:docMk/>
            <pc:sldMk cId="2595989643" sldId="703"/>
            <ac:graphicFrameMk id="9" creationId="{F9AD3E0D-E5E4-4B90-E57E-EC64618E9A22}"/>
          </ac:graphicFrameMkLst>
        </pc:graphicFrameChg>
      </pc:sldChg>
      <pc:sldChg chg="addSp delSp modSp new del mod chgLayout">
        <pc:chgData name="Daphne Economou" userId="d065a339-36cf-4937-af08-41751becbd81" providerId="ADAL" clId="{C432973F-67B1-4649-B971-31E254B6DA88}" dt="2022-10-23T16:15:19.183" v="7885" actId="2696"/>
        <pc:sldMkLst>
          <pc:docMk/>
          <pc:sldMk cId="3179319876" sldId="703"/>
        </pc:sldMkLst>
        <pc:spChg chg="del mod ord">
          <ac:chgData name="Daphne Economou" userId="d065a339-36cf-4937-af08-41751becbd81" providerId="ADAL" clId="{C432973F-67B1-4649-B971-31E254B6DA88}" dt="2022-10-23T16:10:11.499" v="7699" actId="700"/>
          <ac:spMkLst>
            <pc:docMk/>
            <pc:sldMk cId="3179319876" sldId="703"/>
            <ac:spMk id="2" creationId="{9ED5716C-2D12-85A5-BE9B-D5E5857318D7}"/>
          </ac:spMkLst>
        </pc:spChg>
        <pc:spChg chg="del mod ord">
          <ac:chgData name="Daphne Economou" userId="d065a339-36cf-4937-af08-41751becbd81" providerId="ADAL" clId="{C432973F-67B1-4649-B971-31E254B6DA88}" dt="2022-10-23T16:10:11.499" v="7699" actId="700"/>
          <ac:spMkLst>
            <pc:docMk/>
            <pc:sldMk cId="3179319876" sldId="703"/>
            <ac:spMk id="3" creationId="{FCECF6E2-BCDB-7461-6989-1358F511012A}"/>
          </ac:spMkLst>
        </pc:spChg>
        <pc:spChg chg="mod ord">
          <ac:chgData name="Daphne Economou" userId="d065a339-36cf-4937-af08-41751becbd81" providerId="ADAL" clId="{C432973F-67B1-4649-B971-31E254B6DA88}" dt="2022-10-23T16:10:11.499" v="7699" actId="700"/>
          <ac:spMkLst>
            <pc:docMk/>
            <pc:sldMk cId="3179319876" sldId="703"/>
            <ac:spMk id="4" creationId="{B18DB803-600F-68D1-C753-01E4AD617F37}"/>
          </ac:spMkLst>
        </pc:spChg>
        <pc:spChg chg="mod ord">
          <ac:chgData name="Daphne Economou" userId="d065a339-36cf-4937-af08-41751becbd81" providerId="ADAL" clId="{C432973F-67B1-4649-B971-31E254B6DA88}" dt="2022-10-23T16:10:11.499" v="7699" actId="700"/>
          <ac:spMkLst>
            <pc:docMk/>
            <pc:sldMk cId="3179319876" sldId="703"/>
            <ac:spMk id="5" creationId="{4EF45462-47AC-FC55-3193-374E50B50110}"/>
          </ac:spMkLst>
        </pc:spChg>
        <pc:spChg chg="del">
          <ac:chgData name="Daphne Economou" userId="d065a339-36cf-4937-af08-41751becbd81" providerId="ADAL" clId="{C432973F-67B1-4649-B971-31E254B6DA88}" dt="2022-10-23T16:10:11.499" v="7699" actId="700"/>
          <ac:spMkLst>
            <pc:docMk/>
            <pc:sldMk cId="3179319876" sldId="703"/>
            <ac:spMk id="6" creationId="{C646BDE4-DD69-7D8E-D248-B0B040B12EFF}"/>
          </ac:spMkLst>
        </pc:spChg>
        <pc:spChg chg="add mod ord">
          <ac:chgData name="Daphne Economou" userId="d065a339-36cf-4937-af08-41751becbd81" providerId="ADAL" clId="{C432973F-67B1-4649-B971-31E254B6DA88}" dt="2022-10-23T16:15:16.818" v="7884" actId="1076"/>
          <ac:spMkLst>
            <pc:docMk/>
            <pc:sldMk cId="3179319876" sldId="703"/>
            <ac:spMk id="7" creationId="{2C742533-EEA4-B3EB-6E5C-57B7404292F9}"/>
          </ac:spMkLst>
        </pc:spChg>
        <pc:spChg chg="add del mod ord">
          <ac:chgData name="Daphne Economou" userId="d065a339-36cf-4937-af08-41751becbd81" providerId="ADAL" clId="{C432973F-67B1-4649-B971-31E254B6DA88}" dt="2022-10-23T16:10:57.980" v="7700" actId="3680"/>
          <ac:spMkLst>
            <pc:docMk/>
            <pc:sldMk cId="3179319876" sldId="703"/>
            <ac:spMk id="8" creationId="{C1336A6D-1B7C-AEF4-AF31-8D28A2DE01F1}"/>
          </ac:spMkLst>
        </pc:spChg>
        <pc:graphicFrameChg chg="add mod ord modGraphic">
          <ac:chgData name="Daphne Economou" userId="d065a339-36cf-4937-af08-41751becbd81" providerId="ADAL" clId="{C432973F-67B1-4649-B971-31E254B6DA88}" dt="2022-10-23T16:13:45.593" v="7764" actId="14100"/>
          <ac:graphicFrameMkLst>
            <pc:docMk/>
            <pc:sldMk cId="3179319876" sldId="703"/>
            <ac:graphicFrameMk id="9" creationId="{F9AD3E0D-E5E4-4B90-E57E-EC64618E9A22}"/>
          </ac:graphicFrameMkLst>
        </pc:graphicFrameChg>
        <pc:graphicFrameChg chg="add del mod">
          <ac:chgData name="Daphne Economou" userId="d065a339-36cf-4937-af08-41751becbd81" providerId="ADAL" clId="{C432973F-67B1-4649-B971-31E254B6DA88}" dt="2022-10-23T16:13:41.227" v="7763" actId="478"/>
          <ac:graphicFrameMkLst>
            <pc:docMk/>
            <pc:sldMk cId="3179319876" sldId="703"/>
            <ac:graphicFrameMk id="10" creationId="{728ACCDE-CCFF-154A-8134-EE88A02D6932}"/>
          </ac:graphicFrameMkLst>
        </pc:graphicFrameChg>
      </pc:sldChg>
    </pc:docChg>
  </pc:docChgLst>
  <pc:docChgLst>
    <pc:chgData name="Daphne Economou" userId="d065a339-36cf-4937-af08-41751becbd81" providerId="ADAL" clId="{E10D26CD-00FF-4BD8-A776-2B60AC09BA4C}"/>
    <pc:docChg chg="undo custSel addSld delSld modSld sldOrd">
      <pc:chgData name="Daphne Economou" userId="d065a339-36cf-4937-af08-41751becbd81" providerId="ADAL" clId="{E10D26CD-00FF-4BD8-A776-2B60AC09BA4C}" dt="2022-11-06T21:04:55.542" v="278" actId="207"/>
      <pc:docMkLst>
        <pc:docMk/>
      </pc:docMkLst>
      <pc:sldChg chg="modSp mod">
        <pc:chgData name="Daphne Economou" userId="d065a339-36cf-4937-af08-41751becbd81" providerId="ADAL" clId="{E10D26CD-00FF-4BD8-A776-2B60AC09BA4C}" dt="2022-10-24T08:03:51.111" v="0" actId="113"/>
        <pc:sldMkLst>
          <pc:docMk/>
          <pc:sldMk cId="2638013518" sldId="652"/>
        </pc:sldMkLst>
        <pc:spChg chg="mod">
          <ac:chgData name="Daphne Economou" userId="d065a339-36cf-4937-af08-41751becbd81" providerId="ADAL" clId="{E10D26CD-00FF-4BD8-A776-2B60AC09BA4C}" dt="2022-10-24T08:03:51.111" v="0" actId="113"/>
          <ac:spMkLst>
            <pc:docMk/>
            <pc:sldMk cId="2638013518" sldId="652"/>
            <ac:spMk id="3" creationId="{4EFC1FBE-E399-3DC9-F4A0-34242AF7A6F3}"/>
          </ac:spMkLst>
        </pc:spChg>
      </pc:sldChg>
      <pc:sldChg chg="addSp modSp del mod">
        <pc:chgData name="Daphne Economou" userId="d065a339-36cf-4937-af08-41751becbd81" providerId="ADAL" clId="{E10D26CD-00FF-4BD8-A776-2B60AC09BA4C}" dt="2022-11-06T20:56:12.705" v="258" actId="47"/>
        <pc:sldMkLst>
          <pc:docMk/>
          <pc:sldMk cId="2365073488" sldId="675"/>
        </pc:sldMkLst>
        <pc:spChg chg="mod">
          <ac:chgData name="Daphne Economou" userId="d065a339-36cf-4937-af08-41751becbd81" providerId="ADAL" clId="{E10D26CD-00FF-4BD8-A776-2B60AC09BA4C}" dt="2022-11-05T12:27:42.253" v="9" actId="27636"/>
          <ac:spMkLst>
            <pc:docMk/>
            <pc:sldMk cId="2365073488" sldId="675"/>
            <ac:spMk id="3" creationId="{17DF0B3F-6048-595F-FFEB-E38327B5233B}"/>
          </ac:spMkLst>
        </pc:spChg>
        <pc:spChg chg="add mod">
          <ac:chgData name="Daphne Economou" userId="d065a339-36cf-4937-af08-41751becbd81" providerId="ADAL" clId="{E10D26CD-00FF-4BD8-A776-2B60AC09BA4C}" dt="2022-11-05T12:32:12.562" v="104" actId="208"/>
          <ac:spMkLst>
            <pc:docMk/>
            <pc:sldMk cId="2365073488" sldId="675"/>
            <ac:spMk id="4" creationId="{76F25CC8-97DA-05BE-7F17-EE97171F0B68}"/>
          </ac:spMkLst>
        </pc:spChg>
        <pc:spChg chg="add mod">
          <ac:chgData name="Daphne Economou" userId="d065a339-36cf-4937-af08-41751becbd81" providerId="ADAL" clId="{E10D26CD-00FF-4BD8-A776-2B60AC09BA4C}" dt="2022-11-05T12:32:12.562" v="104" actId="208"/>
          <ac:spMkLst>
            <pc:docMk/>
            <pc:sldMk cId="2365073488" sldId="675"/>
            <ac:spMk id="5" creationId="{BE90FFAE-0682-0A44-7520-6D3BAB380542}"/>
          </ac:spMkLst>
        </pc:spChg>
        <pc:spChg chg="add mod">
          <ac:chgData name="Daphne Economou" userId="d065a339-36cf-4937-af08-41751becbd81" providerId="ADAL" clId="{E10D26CD-00FF-4BD8-A776-2B60AC09BA4C}" dt="2022-11-05T12:32:12.562" v="104" actId="208"/>
          <ac:spMkLst>
            <pc:docMk/>
            <pc:sldMk cId="2365073488" sldId="675"/>
            <ac:spMk id="8" creationId="{4B562238-96DF-21E8-7340-F30FB0E7B0F1}"/>
          </ac:spMkLst>
        </pc:spChg>
        <pc:spChg chg="add mod">
          <ac:chgData name="Daphne Economou" userId="d065a339-36cf-4937-af08-41751becbd81" providerId="ADAL" clId="{E10D26CD-00FF-4BD8-A776-2B60AC09BA4C}" dt="2022-11-05T12:32:12.562" v="104" actId="208"/>
          <ac:spMkLst>
            <pc:docMk/>
            <pc:sldMk cId="2365073488" sldId="675"/>
            <ac:spMk id="9" creationId="{B846C280-CCEF-8627-A5B6-583823C7ACE6}"/>
          </ac:spMkLst>
        </pc:spChg>
        <pc:spChg chg="add mod">
          <ac:chgData name="Daphne Economou" userId="d065a339-36cf-4937-af08-41751becbd81" providerId="ADAL" clId="{E10D26CD-00FF-4BD8-A776-2B60AC09BA4C}" dt="2022-11-05T12:29:47.587" v="42" actId="1076"/>
          <ac:spMkLst>
            <pc:docMk/>
            <pc:sldMk cId="2365073488" sldId="675"/>
            <ac:spMk id="10" creationId="{9A9A7744-FD39-4F15-6AAC-2328ACBFB8B2}"/>
          </ac:spMkLst>
        </pc:spChg>
        <pc:spChg chg="add mod">
          <ac:chgData name="Daphne Economou" userId="d065a339-36cf-4937-af08-41751becbd81" providerId="ADAL" clId="{E10D26CD-00FF-4BD8-A776-2B60AC09BA4C}" dt="2022-11-05T12:29:47.587" v="42" actId="1076"/>
          <ac:spMkLst>
            <pc:docMk/>
            <pc:sldMk cId="2365073488" sldId="675"/>
            <ac:spMk id="11" creationId="{C9124518-2FA3-B462-351C-12CAB38D7957}"/>
          </ac:spMkLst>
        </pc:spChg>
        <pc:spChg chg="add mod">
          <ac:chgData name="Daphne Economou" userId="d065a339-36cf-4937-af08-41751becbd81" providerId="ADAL" clId="{E10D26CD-00FF-4BD8-A776-2B60AC09BA4C}" dt="2022-11-05T12:30:29.375" v="52" actId="14100"/>
          <ac:spMkLst>
            <pc:docMk/>
            <pc:sldMk cId="2365073488" sldId="675"/>
            <ac:spMk id="18" creationId="{7E2DA74A-9AAC-807B-179F-8F36BBF3D220}"/>
          </ac:spMkLst>
        </pc:spChg>
        <pc:spChg chg="add mod">
          <ac:chgData name="Daphne Economou" userId="d065a339-36cf-4937-af08-41751becbd81" providerId="ADAL" clId="{E10D26CD-00FF-4BD8-A776-2B60AC09BA4C}" dt="2022-11-05T12:31:08.887" v="95" actId="207"/>
          <ac:spMkLst>
            <pc:docMk/>
            <pc:sldMk cId="2365073488" sldId="675"/>
            <ac:spMk id="19" creationId="{73E2DAE0-5297-4D06-1E9D-8C1F51D5A9DF}"/>
          </ac:spMkLst>
        </pc:spChg>
        <pc:cxnChg chg="add mod">
          <ac:chgData name="Daphne Economou" userId="d065a339-36cf-4937-af08-41751becbd81" providerId="ADAL" clId="{E10D26CD-00FF-4BD8-A776-2B60AC09BA4C}" dt="2022-11-05T12:29:47.587" v="42" actId="1076"/>
          <ac:cxnSpMkLst>
            <pc:docMk/>
            <pc:sldMk cId="2365073488" sldId="675"/>
            <ac:cxnSpMk id="13" creationId="{29A57D01-A5DE-CCAA-C8AF-BA382A1D3D23}"/>
          </ac:cxnSpMkLst>
        </pc:cxnChg>
        <pc:cxnChg chg="add mod">
          <ac:chgData name="Daphne Economou" userId="d065a339-36cf-4937-af08-41751becbd81" providerId="ADAL" clId="{E10D26CD-00FF-4BD8-A776-2B60AC09BA4C}" dt="2022-11-05T12:29:47.587" v="42" actId="1076"/>
          <ac:cxnSpMkLst>
            <pc:docMk/>
            <pc:sldMk cId="2365073488" sldId="675"/>
            <ac:cxnSpMk id="14" creationId="{088334F2-4F02-B2B4-3709-BF5945C6D40C}"/>
          </ac:cxnSpMkLst>
        </pc:cxnChg>
        <pc:cxnChg chg="add mod">
          <ac:chgData name="Daphne Economou" userId="d065a339-36cf-4937-af08-41751becbd81" providerId="ADAL" clId="{E10D26CD-00FF-4BD8-A776-2B60AC09BA4C}" dt="2022-11-05T12:29:47.587" v="42" actId="1076"/>
          <ac:cxnSpMkLst>
            <pc:docMk/>
            <pc:sldMk cId="2365073488" sldId="675"/>
            <ac:cxnSpMk id="15" creationId="{6CCBFEB8-C7FB-8CAE-AF2C-D81CAF9218F5}"/>
          </ac:cxnSpMkLst>
        </pc:cxnChg>
        <pc:cxnChg chg="add mod">
          <ac:chgData name="Daphne Economou" userId="d065a339-36cf-4937-af08-41751becbd81" providerId="ADAL" clId="{E10D26CD-00FF-4BD8-A776-2B60AC09BA4C}" dt="2022-11-05T12:30:15.475" v="49" actId="1038"/>
          <ac:cxnSpMkLst>
            <pc:docMk/>
            <pc:sldMk cId="2365073488" sldId="675"/>
            <ac:cxnSpMk id="17" creationId="{800C7303-7E8E-DCBB-AF2E-299FC4AA7BDC}"/>
          </ac:cxnSpMkLst>
        </pc:cxnChg>
      </pc:sldChg>
      <pc:sldChg chg="modSp mod">
        <pc:chgData name="Daphne Economou" userId="d065a339-36cf-4937-af08-41751becbd81" providerId="ADAL" clId="{E10D26CD-00FF-4BD8-A776-2B60AC09BA4C}" dt="2022-11-06T21:04:45.312" v="276" actId="207"/>
        <pc:sldMkLst>
          <pc:docMk/>
          <pc:sldMk cId="3593614078" sldId="699"/>
        </pc:sldMkLst>
        <pc:spChg chg="mod">
          <ac:chgData name="Daphne Economou" userId="d065a339-36cf-4937-af08-41751becbd81" providerId="ADAL" clId="{E10D26CD-00FF-4BD8-A776-2B60AC09BA4C}" dt="2022-11-06T21:04:45.312" v="276" actId="207"/>
          <ac:spMkLst>
            <pc:docMk/>
            <pc:sldMk cId="3593614078" sldId="699"/>
            <ac:spMk id="3" creationId="{6E0AB9CB-2146-17B5-5767-BA73D11046F4}"/>
          </ac:spMkLst>
        </pc:spChg>
      </pc:sldChg>
      <pc:sldChg chg="modSp mod">
        <pc:chgData name="Daphne Economou" userId="d065a339-36cf-4937-af08-41751becbd81" providerId="ADAL" clId="{E10D26CD-00FF-4BD8-A776-2B60AC09BA4C}" dt="2022-11-06T21:04:55.542" v="278" actId="207"/>
        <pc:sldMkLst>
          <pc:docMk/>
          <pc:sldMk cId="3736631847" sldId="700"/>
        </pc:sldMkLst>
        <pc:spChg chg="mod">
          <ac:chgData name="Daphne Economou" userId="d065a339-36cf-4937-af08-41751becbd81" providerId="ADAL" clId="{E10D26CD-00FF-4BD8-A776-2B60AC09BA4C}" dt="2022-11-06T21:04:55.542" v="278" actId="207"/>
          <ac:spMkLst>
            <pc:docMk/>
            <pc:sldMk cId="3736631847" sldId="700"/>
            <ac:spMk id="3" creationId="{6E0AB9CB-2146-17B5-5767-BA73D11046F4}"/>
          </ac:spMkLst>
        </pc:spChg>
      </pc:sldChg>
      <pc:sldChg chg="modSp add mod">
        <pc:chgData name="Daphne Economou" userId="d065a339-36cf-4937-af08-41751becbd81" providerId="ADAL" clId="{E10D26CD-00FF-4BD8-A776-2B60AC09BA4C}" dt="2022-11-05T12:31:45.146" v="103" actId="27636"/>
        <pc:sldMkLst>
          <pc:docMk/>
          <pc:sldMk cId="2858851835" sldId="706"/>
        </pc:sldMkLst>
        <pc:spChg chg="mod">
          <ac:chgData name="Daphne Economou" userId="d065a339-36cf-4937-af08-41751becbd81" providerId="ADAL" clId="{E10D26CD-00FF-4BD8-A776-2B60AC09BA4C}" dt="2022-11-05T12:31:45.146" v="103" actId="27636"/>
          <ac:spMkLst>
            <pc:docMk/>
            <pc:sldMk cId="2858851835" sldId="706"/>
            <ac:spMk id="3" creationId="{17DF0B3F-6048-595F-FFEB-E38327B5233B}"/>
          </ac:spMkLst>
        </pc:spChg>
      </pc:sldChg>
      <pc:sldChg chg="addSp delSp modSp new del mod ord">
        <pc:chgData name="Daphne Economou" userId="d065a339-36cf-4937-af08-41751becbd81" providerId="ADAL" clId="{E10D26CD-00FF-4BD8-A776-2B60AC09BA4C}" dt="2022-11-06T20:56:15.848" v="259" actId="47"/>
        <pc:sldMkLst>
          <pc:docMk/>
          <pc:sldMk cId="1400181624" sldId="707"/>
        </pc:sldMkLst>
        <pc:spChg chg="mod">
          <ac:chgData name="Daphne Economou" userId="d065a339-36cf-4937-af08-41751becbd81" providerId="ADAL" clId="{E10D26CD-00FF-4BD8-A776-2B60AC09BA4C}" dt="2022-11-05T12:33:32.148" v="113" actId="20577"/>
          <ac:spMkLst>
            <pc:docMk/>
            <pc:sldMk cId="1400181624" sldId="707"/>
            <ac:spMk id="2" creationId="{64EAC41E-A271-9112-02BC-E4948D24DB3D}"/>
          </ac:spMkLst>
        </pc:spChg>
        <pc:graphicFrameChg chg="add mod modGraphic">
          <ac:chgData name="Daphne Economou" userId="d065a339-36cf-4937-af08-41751becbd81" providerId="ADAL" clId="{E10D26CD-00FF-4BD8-A776-2B60AC09BA4C}" dt="2022-11-05T12:37:50.012" v="216" actId="113"/>
          <ac:graphicFrameMkLst>
            <pc:docMk/>
            <pc:sldMk cId="1400181624" sldId="707"/>
            <ac:graphicFrameMk id="6" creationId="{0E679E65-B26B-6464-11A5-0289083DBBF1}"/>
          </ac:graphicFrameMkLst>
        </pc:graphicFrameChg>
        <pc:graphicFrameChg chg="add del mod">
          <ac:chgData name="Daphne Economou" userId="d065a339-36cf-4937-af08-41751becbd81" providerId="ADAL" clId="{E10D26CD-00FF-4BD8-A776-2B60AC09BA4C}" dt="2022-11-05T12:34:19.722" v="139" actId="478"/>
          <ac:graphicFrameMkLst>
            <pc:docMk/>
            <pc:sldMk cId="1400181624" sldId="707"/>
            <ac:graphicFrameMk id="7" creationId="{5A09CF77-F076-337D-22D1-26E567CA6563}"/>
          </ac:graphicFrameMkLst>
        </pc:graphicFrameChg>
        <pc:graphicFrameChg chg="add mod modGraphic">
          <ac:chgData name="Daphne Economou" userId="d065a339-36cf-4937-af08-41751becbd81" providerId="ADAL" clId="{E10D26CD-00FF-4BD8-A776-2B60AC09BA4C}" dt="2022-11-05T12:37:48.425" v="215" actId="113"/>
          <ac:graphicFrameMkLst>
            <pc:docMk/>
            <pc:sldMk cId="1400181624" sldId="707"/>
            <ac:graphicFrameMk id="8" creationId="{0229B49A-ADF5-B9DA-0B58-1605904226B5}"/>
          </ac:graphicFrameMkLst>
        </pc:graphicFrameChg>
        <pc:graphicFrameChg chg="add mod modGraphic">
          <ac:chgData name="Daphne Economou" userId="d065a339-36cf-4937-af08-41751becbd81" providerId="ADAL" clId="{E10D26CD-00FF-4BD8-A776-2B60AC09BA4C}" dt="2022-11-05T12:38:10.992" v="221" actId="207"/>
          <ac:graphicFrameMkLst>
            <pc:docMk/>
            <pc:sldMk cId="1400181624" sldId="707"/>
            <ac:graphicFrameMk id="9" creationId="{6E5018DC-34A3-A0FE-4F63-783F90FCFD60}"/>
          </ac:graphicFrameMkLst>
        </pc:graphicFrameChg>
        <pc:graphicFrameChg chg="add mod modGraphic">
          <ac:chgData name="Daphne Economou" userId="d065a339-36cf-4937-af08-41751becbd81" providerId="ADAL" clId="{E10D26CD-00FF-4BD8-A776-2B60AC09BA4C}" dt="2022-11-05T12:38:15.162" v="222" actId="207"/>
          <ac:graphicFrameMkLst>
            <pc:docMk/>
            <pc:sldMk cId="1400181624" sldId="707"/>
            <ac:graphicFrameMk id="10" creationId="{87D810F7-4F2B-AF08-86D8-141A0ACBCA44}"/>
          </ac:graphicFrameMkLst>
        </pc:graphicFrameChg>
      </pc:sldChg>
      <pc:sldChg chg="addSp modSp add del mod">
        <pc:chgData name="Daphne Economou" userId="d065a339-36cf-4937-af08-41751becbd81" providerId="ADAL" clId="{E10D26CD-00FF-4BD8-A776-2B60AC09BA4C}" dt="2022-11-05T13:00:01.922" v="257" actId="2696"/>
        <pc:sldMkLst>
          <pc:docMk/>
          <pc:sldMk cId="2431631444" sldId="708"/>
        </pc:sldMkLst>
        <pc:spChg chg="add mod">
          <ac:chgData name="Daphne Economou" userId="d065a339-36cf-4937-af08-41751becbd81" providerId="ADAL" clId="{E10D26CD-00FF-4BD8-A776-2B60AC09BA4C}" dt="2022-11-05T12:41:23.329" v="245" actId="1076"/>
          <ac:spMkLst>
            <pc:docMk/>
            <pc:sldMk cId="2431631444" sldId="708"/>
            <ac:spMk id="7" creationId="{23A83D04-F5B6-E5FD-AE72-11D24E6F90A1}"/>
          </ac:spMkLst>
        </pc:spChg>
        <pc:spChg chg="add mod">
          <ac:chgData name="Daphne Economou" userId="d065a339-36cf-4937-af08-41751becbd81" providerId="ADAL" clId="{E10D26CD-00FF-4BD8-A776-2B60AC09BA4C}" dt="2022-11-05T12:41:36.615" v="252" actId="20577"/>
          <ac:spMkLst>
            <pc:docMk/>
            <pc:sldMk cId="2431631444" sldId="708"/>
            <ac:spMk id="11" creationId="{6A7966C4-3A7C-71F0-6EA7-45D660C34629}"/>
          </ac:spMkLst>
        </pc:spChg>
        <pc:graphicFrameChg chg="modGraphic">
          <ac:chgData name="Daphne Economou" userId="d065a339-36cf-4937-af08-41751becbd81" providerId="ADAL" clId="{E10D26CD-00FF-4BD8-A776-2B60AC09BA4C}" dt="2022-11-05T12:42:06.169" v="254" actId="207"/>
          <ac:graphicFrameMkLst>
            <pc:docMk/>
            <pc:sldMk cId="2431631444" sldId="708"/>
            <ac:graphicFrameMk id="6" creationId="{0E679E65-B26B-6464-11A5-0289083DBBF1}"/>
          </ac:graphicFrameMkLst>
        </pc:graphicFrameChg>
        <pc:graphicFrameChg chg="modGraphic">
          <ac:chgData name="Daphne Economou" userId="d065a339-36cf-4937-af08-41751becbd81" providerId="ADAL" clId="{E10D26CD-00FF-4BD8-A776-2B60AC09BA4C}" dt="2022-11-05T12:42:24.190" v="256" actId="207"/>
          <ac:graphicFrameMkLst>
            <pc:docMk/>
            <pc:sldMk cId="2431631444" sldId="708"/>
            <ac:graphicFrameMk id="8" creationId="{0229B49A-ADF5-B9DA-0B58-1605904226B5}"/>
          </ac:graphicFrameMkLst>
        </pc:graphicFrameChg>
      </pc:sldChg>
    </pc:docChg>
  </pc:docChgLst>
</pc:chgInfo>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Book1"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Sheet1!$B$3:$F$3</cx:f>
        <cx:lvl ptCount="5" formatCode="General">
          <cx:pt idx="0">80</cx:pt>
          <cx:pt idx="1">85</cx:pt>
          <cx:pt idx="2">85</cx:pt>
          <cx:pt idx="3">90</cx:pt>
          <cx:pt idx="4">95</cx:pt>
        </cx:lvl>
      </cx:numDim>
    </cx:data>
    <cx:data id="1">
      <cx:numDim type="val">
        <cx:f>Sheet1!$B$4:$F$4</cx:f>
        <cx:lvl ptCount="5" formatCode="General"/>
      </cx:numDim>
    </cx:data>
    <cx:data id="2">
      <cx:numDim type="val">
        <cx:f>Sheet1!$B$5:$F$5</cx:f>
        <cx:lvl ptCount="5" formatCode="General">
          <cx:pt idx="0">25</cx:pt>
          <cx:pt idx="1">65</cx:pt>
          <cx:pt idx="2">70</cx:pt>
          <cx:pt idx="3">125</cx:pt>
          <cx:pt idx="4">150</cx:pt>
        </cx:lvl>
      </cx:numDim>
    </cx:data>
  </cx:chartData>
  <cx:chart>
    <cx:title pos="t" align="ctr" overlay="0"/>
    <cx:plotArea>
      <cx:plotAreaRegion>
        <cx:series layoutId="boxWhisker" uniqueId="{904BA530-5B4D-44C1-84C0-A154AE28D446}">
          <cx:dataId val="0"/>
          <cx:layoutPr>
            <cx:visibility meanLine="0" meanMarker="1" nonoutliers="0" outliers="1"/>
            <cx:statistics quartileMethod="exclusive"/>
          </cx:layoutPr>
        </cx:series>
        <cx:series layoutId="boxWhisker" uniqueId="{1D0A16CE-2818-4F95-8019-DFA238014621}">
          <cx:dataId val="1"/>
          <cx:layoutPr>
            <cx:visibility meanLine="0" meanMarker="1" nonoutliers="0" outliers="1"/>
            <cx:statistics quartileMethod="exclusive"/>
          </cx:layoutPr>
        </cx:series>
        <cx:series layoutId="boxWhisker" uniqueId="{D6D50794-1431-4E53-84D1-E5B4BD8B9C8F}">
          <cx:dataId val="2"/>
          <cx:layoutPr>
            <cx:visibility meanLine="0" meanMarker="1" nonoutliers="0" outliers="1"/>
            <cx:statistics quartileMethod="exclusive"/>
          </cx:layoutPr>
        </cx:series>
      </cx:plotAreaRegion>
      <cx:axis id="0">
        <cx:catScaling gapWidth="1"/>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CA4276-F647-4B6E-B05C-82E8D9549A63}" type="doc">
      <dgm:prSet loTypeId="urn:microsoft.com/office/officeart/2005/8/layout/vList6" loCatId="list" qsTypeId="urn:microsoft.com/office/officeart/2005/8/quickstyle/3d7" qsCatId="3D" csTypeId="urn:microsoft.com/office/officeart/2005/8/colors/colorful1" csCatId="colorful" phldr="1"/>
      <dgm:spPr/>
      <dgm:t>
        <a:bodyPr/>
        <a:lstStyle/>
        <a:p>
          <a:endParaRPr lang="en-GB"/>
        </a:p>
      </dgm:t>
    </dgm:pt>
    <dgm:pt modelId="{80AEABE9-9BBA-4C3A-969D-0529DA7EADB0}">
      <dgm:prSet phldrT="[Text]"/>
      <dgm:spPr/>
      <dgm:t>
        <a:bodyPr/>
        <a:lstStyle/>
        <a:p>
          <a:r>
            <a:rPr lang="en-GB" dirty="0"/>
            <a:t>Descriptive statistics</a:t>
          </a:r>
        </a:p>
      </dgm:t>
    </dgm:pt>
    <dgm:pt modelId="{A80C71C9-07BA-48A6-92ED-1642C6756704}" type="parTrans" cxnId="{4EDABB1D-0989-48D9-BA40-70005436B098}">
      <dgm:prSet/>
      <dgm:spPr/>
      <dgm:t>
        <a:bodyPr/>
        <a:lstStyle/>
        <a:p>
          <a:endParaRPr lang="en-GB"/>
        </a:p>
      </dgm:t>
    </dgm:pt>
    <dgm:pt modelId="{ABD20803-0338-4086-83A4-728E1E4C8A87}" type="sibTrans" cxnId="{4EDABB1D-0989-48D9-BA40-70005436B098}">
      <dgm:prSet/>
      <dgm:spPr/>
      <dgm:t>
        <a:bodyPr/>
        <a:lstStyle/>
        <a:p>
          <a:endParaRPr lang="en-GB"/>
        </a:p>
      </dgm:t>
    </dgm:pt>
    <dgm:pt modelId="{5422DB63-B1F0-460E-A373-259094D9D463}">
      <dgm:prSet phldrT="[Text]"/>
      <dgm:spPr/>
      <dgm:t>
        <a:bodyPr/>
        <a:lstStyle/>
        <a:p>
          <a:r>
            <a:rPr lang="en-GB" dirty="0"/>
            <a:t>Organise</a:t>
          </a:r>
        </a:p>
      </dgm:t>
    </dgm:pt>
    <dgm:pt modelId="{12FB9F2A-FB77-4665-8DAC-41E331884D81}" type="parTrans" cxnId="{DCD56E89-B2E7-46A5-905B-8B2E8D535504}">
      <dgm:prSet/>
      <dgm:spPr/>
      <dgm:t>
        <a:bodyPr/>
        <a:lstStyle/>
        <a:p>
          <a:endParaRPr lang="en-GB"/>
        </a:p>
      </dgm:t>
    </dgm:pt>
    <dgm:pt modelId="{22877BBF-CDC6-4D95-B219-FB7F64B38733}" type="sibTrans" cxnId="{DCD56E89-B2E7-46A5-905B-8B2E8D535504}">
      <dgm:prSet/>
      <dgm:spPr/>
      <dgm:t>
        <a:bodyPr/>
        <a:lstStyle/>
        <a:p>
          <a:endParaRPr lang="en-GB"/>
        </a:p>
      </dgm:t>
    </dgm:pt>
    <dgm:pt modelId="{E22934B5-DE6B-490A-8278-361CAD3782BB}">
      <dgm:prSet phldrT="[Text]"/>
      <dgm:spPr/>
      <dgm:t>
        <a:bodyPr/>
        <a:lstStyle/>
        <a:p>
          <a:r>
            <a:rPr lang="en-GB" dirty="0"/>
            <a:t>Inferential statistics</a:t>
          </a:r>
        </a:p>
      </dgm:t>
    </dgm:pt>
    <dgm:pt modelId="{9712A936-0220-4493-A8E3-5B97684F76B0}" type="parTrans" cxnId="{D6DD2F6E-EAE0-4077-9AA8-22F90F0B3CFB}">
      <dgm:prSet/>
      <dgm:spPr/>
      <dgm:t>
        <a:bodyPr/>
        <a:lstStyle/>
        <a:p>
          <a:endParaRPr lang="en-GB"/>
        </a:p>
      </dgm:t>
    </dgm:pt>
    <dgm:pt modelId="{22D9C5AE-602B-4663-9FBB-41BCD1E27C0F}" type="sibTrans" cxnId="{D6DD2F6E-EAE0-4077-9AA8-22F90F0B3CFB}">
      <dgm:prSet/>
      <dgm:spPr/>
      <dgm:t>
        <a:bodyPr/>
        <a:lstStyle/>
        <a:p>
          <a:endParaRPr lang="en-GB"/>
        </a:p>
      </dgm:t>
    </dgm:pt>
    <dgm:pt modelId="{0309CC4B-13A8-4C69-9DC1-46600D063628}">
      <dgm:prSet phldrT="[Text]"/>
      <dgm:spPr/>
      <dgm:t>
        <a:bodyPr/>
        <a:lstStyle/>
        <a:p>
          <a:r>
            <a:rPr lang="en-GB" dirty="0"/>
            <a:t>Generalise from sample to population</a:t>
          </a:r>
        </a:p>
      </dgm:t>
    </dgm:pt>
    <dgm:pt modelId="{10121C24-3FF4-4CCF-BB4A-9E2FF65B8E9E}" type="parTrans" cxnId="{648BE804-ADD6-4199-A47B-99F66AA4A9AC}">
      <dgm:prSet/>
      <dgm:spPr/>
      <dgm:t>
        <a:bodyPr/>
        <a:lstStyle/>
        <a:p>
          <a:endParaRPr lang="en-GB"/>
        </a:p>
      </dgm:t>
    </dgm:pt>
    <dgm:pt modelId="{4378893B-1BD3-415E-9964-5A2AE3AF8146}" type="sibTrans" cxnId="{648BE804-ADD6-4199-A47B-99F66AA4A9AC}">
      <dgm:prSet/>
      <dgm:spPr/>
      <dgm:t>
        <a:bodyPr/>
        <a:lstStyle/>
        <a:p>
          <a:endParaRPr lang="en-GB"/>
        </a:p>
      </dgm:t>
    </dgm:pt>
    <dgm:pt modelId="{E0E89AA3-1B5A-4C83-8D71-C6DBE3F179E5}">
      <dgm:prSet phldrT="[Text]"/>
      <dgm:spPr/>
      <dgm:t>
        <a:bodyPr/>
        <a:lstStyle/>
        <a:p>
          <a:r>
            <a:rPr lang="en-GB" dirty="0"/>
            <a:t>Summarise</a:t>
          </a:r>
        </a:p>
      </dgm:t>
    </dgm:pt>
    <dgm:pt modelId="{90D8BA9E-8381-46DD-BAD1-5772E7DF32AA}" type="parTrans" cxnId="{D000A839-94BE-4A40-86FA-858D1DCA435B}">
      <dgm:prSet/>
      <dgm:spPr/>
      <dgm:t>
        <a:bodyPr/>
        <a:lstStyle/>
        <a:p>
          <a:endParaRPr lang="en-GB"/>
        </a:p>
      </dgm:t>
    </dgm:pt>
    <dgm:pt modelId="{7CA3BC55-994B-4083-8F1F-28582DC849B3}" type="sibTrans" cxnId="{D000A839-94BE-4A40-86FA-858D1DCA435B}">
      <dgm:prSet/>
      <dgm:spPr/>
      <dgm:t>
        <a:bodyPr/>
        <a:lstStyle/>
        <a:p>
          <a:endParaRPr lang="en-GB"/>
        </a:p>
      </dgm:t>
    </dgm:pt>
    <dgm:pt modelId="{1FC1C103-902C-4CF8-83F1-1A88A977173A}">
      <dgm:prSet phldrT="[Text]"/>
      <dgm:spPr/>
      <dgm:t>
        <a:bodyPr/>
        <a:lstStyle/>
        <a:p>
          <a:r>
            <a:rPr lang="en-GB" dirty="0"/>
            <a:t>Simplify</a:t>
          </a:r>
        </a:p>
      </dgm:t>
    </dgm:pt>
    <dgm:pt modelId="{949FBE70-5119-45DF-9C5F-CA3341F1A308}" type="parTrans" cxnId="{8BF7290A-CF7F-4C20-82EC-C9DA4F83969E}">
      <dgm:prSet/>
      <dgm:spPr/>
      <dgm:t>
        <a:bodyPr/>
        <a:lstStyle/>
        <a:p>
          <a:endParaRPr lang="en-GB"/>
        </a:p>
      </dgm:t>
    </dgm:pt>
    <dgm:pt modelId="{6581BFD9-076A-47BF-8EC9-CBF2DDE6B17B}" type="sibTrans" cxnId="{8BF7290A-CF7F-4C20-82EC-C9DA4F83969E}">
      <dgm:prSet/>
      <dgm:spPr/>
      <dgm:t>
        <a:bodyPr/>
        <a:lstStyle/>
        <a:p>
          <a:endParaRPr lang="en-GB"/>
        </a:p>
      </dgm:t>
    </dgm:pt>
    <dgm:pt modelId="{DDFC8968-7CC9-4FFD-979B-A2511CAA8CC3}">
      <dgm:prSet phldrT="[Text]"/>
      <dgm:spPr/>
      <dgm:t>
        <a:bodyPr/>
        <a:lstStyle/>
        <a:p>
          <a:r>
            <a:rPr lang="en-GB" dirty="0"/>
            <a:t>Describe and present data</a:t>
          </a:r>
        </a:p>
      </dgm:t>
    </dgm:pt>
    <dgm:pt modelId="{1C0A1D6A-1A9D-472E-8E26-830A277012A9}" type="parTrans" cxnId="{D3119CC7-3FA5-4516-A3E1-12CAB1606ACB}">
      <dgm:prSet/>
      <dgm:spPr/>
      <dgm:t>
        <a:bodyPr/>
        <a:lstStyle/>
        <a:p>
          <a:endParaRPr lang="en-GB"/>
        </a:p>
      </dgm:t>
    </dgm:pt>
    <dgm:pt modelId="{EBC87EFD-6476-4E5A-9E1D-A7C354BEFEB3}" type="sibTrans" cxnId="{D3119CC7-3FA5-4516-A3E1-12CAB1606ACB}">
      <dgm:prSet/>
      <dgm:spPr/>
      <dgm:t>
        <a:bodyPr/>
        <a:lstStyle/>
        <a:p>
          <a:endParaRPr lang="en-GB"/>
        </a:p>
      </dgm:t>
    </dgm:pt>
    <dgm:pt modelId="{75923B65-54E4-4DCB-963E-F3E047330E05}">
      <dgm:prSet phldrT="[Text]"/>
      <dgm:spPr/>
      <dgm:t>
        <a:bodyPr/>
        <a:lstStyle/>
        <a:p>
          <a:r>
            <a:rPr lang="en-GB" dirty="0"/>
            <a:t>Hypothesis testing</a:t>
          </a:r>
        </a:p>
      </dgm:t>
    </dgm:pt>
    <dgm:pt modelId="{0BE7BA96-B230-4C47-8779-D3763A0A7B0D}" type="parTrans" cxnId="{E1E1D5D9-058D-4218-AF8E-AD56074DAE35}">
      <dgm:prSet/>
      <dgm:spPr/>
      <dgm:t>
        <a:bodyPr/>
        <a:lstStyle/>
        <a:p>
          <a:endParaRPr lang="en-GB"/>
        </a:p>
      </dgm:t>
    </dgm:pt>
    <dgm:pt modelId="{25F38959-E29B-4494-9EC7-1080EF071616}" type="sibTrans" cxnId="{E1E1D5D9-058D-4218-AF8E-AD56074DAE35}">
      <dgm:prSet/>
      <dgm:spPr/>
      <dgm:t>
        <a:bodyPr/>
        <a:lstStyle/>
        <a:p>
          <a:endParaRPr lang="en-GB"/>
        </a:p>
      </dgm:t>
    </dgm:pt>
    <dgm:pt modelId="{0C67EB28-6E2B-46F7-A4C4-F10BB914F792}">
      <dgm:prSet phldrT="[Text]"/>
      <dgm:spPr/>
      <dgm:t>
        <a:bodyPr/>
        <a:lstStyle/>
        <a:p>
          <a:r>
            <a:rPr lang="en-GB" dirty="0"/>
            <a:t>Make predictions</a:t>
          </a:r>
        </a:p>
      </dgm:t>
    </dgm:pt>
    <dgm:pt modelId="{3EFD523C-E8D4-4DC5-9C94-0769615FBF1C}" type="parTrans" cxnId="{CA8A68C0-EE90-47C4-A4C3-EF8401AD4540}">
      <dgm:prSet/>
      <dgm:spPr/>
      <dgm:t>
        <a:bodyPr/>
        <a:lstStyle/>
        <a:p>
          <a:endParaRPr lang="en-GB"/>
        </a:p>
      </dgm:t>
    </dgm:pt>
    <dgm:pt modelId="{5E43C77C-BF38-4C9F-AF58-2448F94F53F6}" type="sibTrans" cxnId="{CA8A68C0-EE90-47C4-A4C3-EF8401AD4540}">
      <dgm:prSet/>
      <dgm:spPr/>
      <dgm:t>
        <a:bodyPr/>
        <a:lstStyle/>
        <a:p>
          <a:endParaRPr lang="en-GB"/>
        </a:p>
      </dgm:t>
    </dgm:pt>
    <dgm:pt modelId="{79D26595-9E00-42F4-B86D-EB2097715B48}" type="pres">
      <dgm:prSet presAssocID="{1BCA4276-F647-4B6E-B05C-82E8D9549A63}" presName="Name0" presStyleCnt="0">
        <dgm:presLayoutVars>
          <dgm:dir/>
          <dgm:animLvl val="lvl"/>
          <dgm:resizeHandles/>
        </dgm:presLayoutVars>
      </dgm:prSet>
      <dgm:spPr/>
    </dgm:pt>
    <dgm:pt modelId="{00A7CDB4-91A8-4A2D-9856-AD0220762066}" type="pres">
      <dgm:prSet presAssocID="{80AEABE9-9BBA-4C3A-969D-0529DA7EADB0}" presName="linNode" presStyleCnt="0"/>
      <dgm:spPr/>
    </dgm:pt>
    <dgm:pt modelId="{6FF27E59-10AE-4E2D-BAB7-38868D8F2A18}" type="pres">
      <dgm:prSet presAssocID="{80AEABE9-9BBA-4C3A-969D-0529DA7EADB0}" presName="parentShp" presStyleLbl="node1" presStyleIdx="0" presStyleCnt="2">
        <dgm:presLayoutVars>
          <dgm:bulletEnabled val="1"/>
        </dgm:presLayoutVars>
      </dgm:prSet>
      <dgm:spPr/>
    </dgm:pt>
    <dgm:pt modelId="{9A17FDDB-E7A7-4AA4-8A42-314203E177AB}" type="pres">
      <dgm:prSet presAssocID="{80AEABE9-9BBA-4C3A-969D-0529DA7EADB0}" presName="childShp" presStyleLbl="bgAccFollowNode1" presStyleIdx="0" presStyleCnt="2" custLinFactNeighborX="8151" custLinFactNeighborY="-345">
        <dgm:presLayoutVars>
          <dgm:bulletEnabled val="1"/>
        </dgm:presLayoutVars>
      </dgm:prSet>
      <dgm:spPr/>
    </dgm:pt>
    <dgm:pt modelId="{9CB77D53-A8F2-4669-99EC-4DB0AD07D5D0}" type="pres">
      <dgm:prSet presAssocID="{ABD20803-0338-4086-83A4-728E1E4C8A87}" presName="spacing" presStyleCnt="0"/>
      <dgm:spPr/>
    </dgm:pt>
    <dgm:pt modelId="{D1DF65A4-26DE-4CBC-B495-10C9155B5B23}" type="pres">
      <dgm:prSet presAssocID="{E22934B5-DE6B-490A-8278-361CAD3782BB}" presName="linNode" presStyleCnt="0"/>
      <dgm:spPr/>
    </dgm:pt>
    <dgm:pt modelId="{0FA026BA-8ECE-4C98-8D2E-A73186DE50D1}" type="pres">
      <dgm:prSet presAssocID="{E22934B5-DE6B-490A-8278-361CAD3782BB}" presName="parentShp" presStyleLbl="node1" presStyleIdx="1" presStyleCnt="2">
        <dgm:presLayoutVars>
          <dgm:bulletEnabled val="1"/>
        </dgm:presLayoutVars>
      </dgm:prSet>
      <dgm:spPr/>
    </dgm:pt>
    <dgm:pt modelId="{3ACF6F9C-ED1F-4183-89EE-1C3C96181F90}" type="pres">
      <dgm:prSet presAssocID="{E22934B5-DE6B-490A-8278-361CAD3782BB}" presName="childShp" presStyleLbl="bgAccFollowNode1" presStyleIdx="1" presStyleCnt="2">
        <dgm:presLayoutVars>
          <dgm:bulletEnabled val="1"/>
        </dgm:presLayoutVars>
      </dgm:prSet>
      <dgm:spPr/>
    </dgm:pt>
  </dgm:ptLst>
  <dgm:cxnLst>
    <dgm:cxn modelId="{648BE804-ADD6-4199-A47B-99F66AA4A9AC}" srcId="{E22934B5-DE6B-490A-8278-361CAD3782BB}" destId="{0309CC4B-13A8-4C69-9DC1-46600D063628}" srcOrd="0" destOrd="0" parTransId="{10121C24-3FF4-4CCF-BB4A-9E2FF65B8E9E}" sibTransId="{4378893B-1BD3-415E-9964-5A2AE3AF8146}"/>
    <dgm:cxn modelId="{8BF7290A-CF7F-4C20-82EC-C9DA4F83969E}" srcId="{80AEABE9-9BBA-4C3A-969D-0529DA7EADB0}" destId="{1FC1C103-902C-4CF8-83F1-1A88A977173A}" srcOrd="2" destOrd="0" parTransId="{949FBE70-5119-45DF-9C5F-CA3341F1A308}" sibTransId="{6581BFD9-076A-47BF-8EC9-CBF2DDE6B17B}"/>
    <dgm:cxn modelId="{4EDABB1D-0989-48D9-BA40-70005436B098}" srcId="{1BCA4276-F647-4B6E-B05C-82E8D9549A63}" destId="{80AEABE9-9BBA-4C3A-969D-0529DA7EADB0}" srcOrd="0" destOrd="0" parTransId="{A80C71C9-07BA-48A6-92ED-1642C6756704}" sibTransId="{ABD20803-0338-4086-83A4-728E1E4C8A87}"/>
    <dgm:cxn modelId="{6D5CC221-D530-4260-8E41-5F9153370F8F}" type="presOf" srcId="{5422DB63-B1F0-460E-A373-259094D9D463}" destId="{9A17FDDB-E7A7-4AA4-8A42-314203E177AB}" srcOrd="0" destOrd="0" presId="urn:microsoft.com/office/officeart/2005/8/layout/vList6"/>
    <dgm:cxn modelId="{D37BFF2F-079F-419D-A85C-307B838435B7}" type="presOf" srcId="{0309CC4B-13A8-4C69-9DC1-46600D063628}" destId="{3ACF6F9C-ED1F-4183-89EE-1C3C96181F90}" srcOrd="0" destOrd="0" presId="urn:microsoft.com/office/officeart/2005/8/layout/vList6"/>
    <dgm:cxn modelId="{A8A30134-37D2-4800-99F3-376DAB053743}" type="presOf" srcId="{1FC1C103-902C-4CF8-83F1-1A88A977173A}" destId="{9A17FDDB-E7A7-4AA4-8A42-314203E177AB}" srcOrd="0" destOrd="2" presId="urn:microsoft.com/office/officeart/2005/8/layout/vList6"/>
    <dgm:cxn modelId="{D000A839-94BE-4A40-86FA-858D1DCA435B}" srcId="{80AEABE9-9BBA-4C3A-969D-0529DA7EADB0}" destId="{E0E89AA3-1B5A-4C83-8D71-C6DBE3F179E5}" srcOrd="1" destOrd="0" parTransId="{90D8BA9E-8381-46DD-BAD1-5772E7DF32AA}" sibTransId="{7CA3BC55-994B-4083-8F1F-28582DC849B3}"/>
    <dgm:cxn modelId="{D6DD2F6E-EAE0-4077-9AA8-22F90F0B3CFB}" srcId="{1BCA4276-F647-4B6E-B05C-82E8D9549A63}" destId="{E22934B5-DE6B-490A-8278-361CAD3782BB}" srcOrd="1" destOrd="0" parTransId="{9712A936-0220-4493-A8E3-5B97684F76B0}" sibTransId="{22D9C5AE-602B-4663-9FBB-41BCD1E27C0F}"/>
    <dgm:cxn modelId="{13203382-8406-4333-9747-D21C37F859AF}" type="presOf" srcId="{E22934B5-DE6B-490A-8278-361CAD3782BB}" destId="{0FA026BA-8ECE-4C98-8D2E-A73186DE50D1}" srcOrd="0" destOrd="0" presId="urn:microsoft.com/office/officeart/2005/8/layout/vList6"/>
    <dgm:cxn modelId="{DCD56E89-B2E7-46A5-905B-8B2E8D535504}" srcId="{80AEABE9-9BBA-4C3A-969D-0529DA7EADB0}" destId="{5422DB63-B1F0-460E-A373-259094D9D463}" srcOrd="0" destOrd="0" parTransId="{12FB9F2A-FB77-4665-8DAC-41E331884D81}" sibTransId="{22877BBF-CDC6-4D95-B219-FB7F64B38733}"/>
    <dgm:cxn modelId="{EE6FD6B2-2AD4-4D24-A3B7-CCFBFD13A16A}" type="presOf" srcId="{1BCA4276-F647-4B6E-B05C-82E8D9549A63}" destId="{79D26595-9E00-42F4-B86D-EB2097715B48}" srcOrd="0" destOrd="0" presId="urn:microsoft.com/office/officeart/2005/8/layout/vList6"/>
    <dgm:cxn modelId="{619226B8-807D-4111-86B1-A1A66E91E44F}" type="presOf" srcId="{80AEABE9-9BBA-4C3A-969D-0529DA7EADB0}" destId="{6FF27E59-10AE-4E2D-BAB7-38868D8F2A18}" srcOrd="0" destOrd="0" presId="urn:microsoft.com/office/officeart/2005/8/layout/vList6"/>
    <dgm:cxn modelId="{CA8A68C0-EE90-47C4-A4C3-EF8401AD4540}" srcId="{E22934B5-DE6B-490A-8278-361CAD3782BB}" destId="{0C67EB28-6E2B-46F7-A4C4-F10BB914F792}" srcOrd="2" destOrd="0" parTransId="{3EFD523C-E8D4-4DC5-9C94-0769615FBF1C}" sibTransId="{5E43C77C-BF38-4C9F-AF58-2448F94F53F6}"/>
    <dgm:cxn modelId="{E8847FC5-4727-4D89-8B01-C70A3B995215}" type="presOf" srcId="{DDFC8968-7CC9-4FFD-979B-A2511CAA8CC3}" destId="{9A17FDDB-E7A7-4AA4-8A42-314203E177AB}" srcOrd="0" destOrd="3" presId="urn:microsoft.com/office/officeart/2005/8/layout/vList6"/>
    <dgm:cxn modelId="{D3119CC7-3FA5-4516-A3E1-12CAB1606ACB}" srcId="{80AEABE9-9BBA-4C3A-969D-0529DA7EADB0}" destId="{DDFC8968-7CC9-4FFD-979B-A2511CAA8CC3}" srcOrd="3" destOrd="0" parTransId="{1C0A1D6A-1A9D-472E-8E26-830A277012A9}" sibTransId="{EBC87EFD-6476-4E5A-9E1D-A7C354BEFEB3}"/>
    <dgm:cxn modelId="{465E7ACE-2267-4041-91E3-C556F8403721}" type="presOf" srcId="{E0E89AA3-1B5A-4C83-8D71-C6DBE3F179E5}" destId="{9A17FDDB-E7A7-4AA4-8A42-314203E177AB}" srcOrd="0" destOrd="1" presId="urn:microsoft.com/office/officeart/2005/8/layout/vList6"/>
    <dgm:cxn modelId="{E1E1D5D9-058D-4218-AF8E-AD56074DAE35}" srcId="{E22934B5-DE6B-490A-8278-361CAD3782BB}" destId="{75923B65-54E4-4DCB-963E-F3E047330E05}" srcOrd="1" destOrd="0" parTransId="{0BE7BA96-B230-4C47-8779-D3763A0A7B0D}" sibTransId="{25F38959-E29B-4494-9EC7-1080EF071616}"/>
    <dgm:cxn modelId="{9BE062F4-3E32-4798-B0AB-3BD5C968B41F}" type="presOf" srcId="{0C67EB28-6E2B-46F7-A4C4-F10BB914F792}" destId="{3ACF6F9C-ED1F-4183-89EE-1C3C96181F90}" srcOrd="0" destOrd="2" presId="urn:microsoft.com/office/officeart/2005/8/layout/vList6"/>
    <dgm:cxn modelId="{CD20FFF4-FA88-42F0-A950-21FDA1017539}" type="presOf" srcId="{75923B65-54E4-4DCB-963E-F3E047330E05}" destId="{3ACF6F9C-ED1F-4183-89EE-1C3C96181F90}" srcOrd="0" destOrd="1" presId="urn:microsoft.com/office/officeart/2005/8/layout/vList6"/>
    <dgm:cxn modelId="{D62CFBD6-08C9-4850-AE24-BF273559FE01}" type="presParOf" srcId="{79D26595-9E00-42F4-B86D-EB2097715B48}" destId="{00A7CDB4-91A8-4A2D-9856-AD0220762066}" srcOrd="0" destOrd="0" presId="urn:microsoft.com/office/officeart/2005/8/layout/vList6"/>
    <dgm:cxn modelId="{3439D5E4-80CE-4EE6-A16F-8E7ED75AEADE}" type="presParOf" srcId="{00A7CDB4-91A8-4A2D-9856-AD0220762066}" destId="{6FF27E59-10AE-4E2D-BAB7-38868D8F2A18}" srcOrd="0" destOrd="0" presId="urn:microsoft.com/office/officeart/2005/8/layout/vList6"/>
    <dgm:cxn modelId="{99D1BB66-A778-4724-8A46-C0F5BDF44D03}" type="presParOf" srcId="{00A7CDB4-91A8-4A2D-9856-AD0220762066}" destId="{9A17FDDB-E7A7-4AA4-8A42-314203E177AB}" srcOrd="1" destOrd="0" presId="urn:microsoft.com/office/officeart/2005/8/layout/vList6"/>
    <dgm:cxn modelId="{831D5629-E417-4D7E-ABD1-2EA06312E67E}" type="presParOf" srcId="{79D26595-9E00-42F4-B86D-EB2097715B48}" destId="{9CB77D53-A8F2-4669-99EC-4DB0AD07D5D0}" srcOrd="1" destOrd="0" presId="urn:microsoft.com/office/officeart/2005/8/layout/vList6"/>
    <dgm:cxn modelId="{B374EFB8-EFD2-4138-933B-6CD55C7517C7}" type="presParOf" srcId="{79D26595-9E00-42F4-B86D-EB2097715B48}" destId="{D1DF65A4-26DE-4CBC-B495-10C9155B5B23}" srcOrd="2" destOrd="0" presId="urn:microsoft.com/office/officeart/2005/8/layout/vList6"/>
    <dgm:cxn modelId="{039108A2-64BC-430A-9A76-D0BC0CC8712F}" type="presParOf" srcId="{D1DF65A4-26DE-4CBC-B495-10C9155B5B23}" destId="{0FA026BA-8ECE-4C98-8D2E-A73186DE50D1}" srcOrd="0" destOrd="0" presId="urn:microsoft.com/office/officeart/2005/8/layout/vList6"/>
    <dgm:cxn modelId="{3D29C82A-F9B3-46F6-A2F5-12F21C8DE28B}" type="presParOf" srcId="{D1DF65A4-26DE-4CBC-B495-10C9155B5B23}" destId="{3ACF6F9C-ED1F-4183-89EE-1C3C96181F90}"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C663EE-63A5-46DA-A6FB-19BDD365E187}" type="doc">
      <dgm:prSet loTypeId="urn:microsoft.com/office/officeart/2005/8/layout/hierarchy6" loCatId="hierarchy" qsTypeId="urn:microsoft.com/office/officeart/2005/8/quickstyle/simple1" qsCatId="simple" csTypeId="urn:microsoft.com/office/officeart/2005/8/colors/accent2_3" csCatId="accent2" phldr="1"/>
      <dgm:spPr/>
      <dgm:t>
        <a:bodyPr/>
        <a:lstStyle/>
        <a:p>
          <a:endParaRPr lang="en-GB"/>
        </a:p>
      </dgm:t>
    </dgm:pt>
    <dgm:pt modelId="{3C821EE4-4D53-49A0-B5BF-0FB8733369E9}">
      <dgm:prSet phldrT="[Text]" custT="1"/>
      <dgm:spPr>
        <a:solidFill>
          <a:schemeClr val="accent5">
            <a:lumMod val="75000"/>
          </a:schemeClr>
        </a:solidFill>
      </dgm:spPr>
      <dgm:t>
        <a:bodyPr/>
        <a:lstStyle/>
        <a:p>
          <a:r>
            <a:rPr lang="en-GB" sz="1400" dirty="0">
              <a:latin typeface="+mn-lt"/>
            </a:rPr>
            <a:t>Statistical variables</a:t>
          </a:r>
        </a:p>
      </dgm:t>
    </dgm:pt>
    <dgm:pt modelId="{8381ECD7-1912-44D5-B53B-8BB90EDE8316}" type="parTrans" cxnId="{D925B80B-9EE5-450D-9FCD-0283686F5B97}">
      <dgm:prSet/>
      <dgm:spPr/>
      <dgm:t>
        <a:bodyPr/>
        <a:lstStyle/>
        <a:p>
          <a:endParaRPr lang="en-GB" sz="1400">
            <a:latin typeface="+mn-lt"/>
          </a:endParaRPr>
        </a:p>
      </dgm:t>
    </dgm:pt>
    <dgm:pt modelId="{F1AF2DCF-CF03-43F3-86E7-CFF73C3B0C31}" type="sibTrans" cxnId="{D925B80B-9EE5-450D-9FCD-0283686F5B97}">
      <dgm:prSet/>
      <dgm:spPr/>
      <dgm:t>
        <a:bodyPr/>
        <a:lstStyle/>
        <a:p>
          <a:endParaRPr lang="en-GB" sz="1400">
            <a:latin typeface="+mn-lt"/>
          </a:endParaRPr>
        </a:p>
      </dgm:t>
    </dgm:pt>
    <dgm:pt modelId="{B3B86F49-1F7A-4D1D-99D1-DA97E7720D8B}" type="asst">
      <dgm:prSet phldrT="[Text]" custT="1"/>
      <dgm:spPr>
        <a:solidFill>
          <a:schemeClr val="accent2">
            <a:lumMod val="50000"/>
          </a:schemeClr>
        </a:solidFill>
      </dgm:spPr>
      <dgm:t>
        <a:bodyPr/>
        <a:lstStyle/>
        <a:p>
          <a:r>
            <a:rPr lang="en-GB" sz="1400" dirty="0">
              <a:latin typeface="+mn-lt"/>
            </a:rPr>
            <a:t>Qualitative</a:t>
          </a:r>
        </a:p>
      </dgm:t>
    </dgm:pt>
    <dgm:pt modelId="{58CC6B00-1836-44A0-9160-82EDFBDC801C}" type="parTrans" cxnId="{967AEC79-C6E6-4796-8221-049470625936}">
      <dgm:prSet/>
      <dgm:spPr/>
      <dgm:t>
        <a:bodyPr/>
        <a:lstStyle/>
        <a:p>
          <a:endParaRPr lang="en-GB" sz="1400">
            <a:latin typeface="+mn-lt"/>
          </a:endParaRPr>
        </a:p>
      </dgm:t>
    </dgm:pt>
    <dgm:pt modelId="{50BAFF73-9EB1-4E43-BD85-7F3E75DD53E2}" type="sibTrans" cxnId="{967AEC79-C6E6-4796-8221-049470625936}">
      <dgm:prSet/>
      <dgm:spPr/>
      <dgm:t>
        <a:bodyPr/>
        <a:lstStyle/>
        <a:p>
          <a:endParaRPr lang="en-GB" sz="1400">
            <a:latin typeface="+mn-lt"/>
          </a:endParaRPr>
        </a:p>
      </dgm:t>
    </dgm:pt>
    <dgm:pt modelId="{BAFCEAFD-6197-4C81-A175-6BB1B9C99939}">
      <dgm:prSet phldrT="[Text]" custT="1"/>
      <dgm:spPr>
        <a:solidFill>
          <a:schemeClr val="accent1">
            <a:lumMod val="50000"/>
          </a:schemeClr>
        </a:solidFill>
      </dgm:spPr>
      <dgm:t>
        <a:bodyPr/>
        <a:lstStyle/>
        <a:p>
          <a:r>
            <a:rPr lang="en-GB" sz="1400" dirty="0">
              <a:latin typeface="+mn-lt"/>
            </a:rPr>
            <a:t>Quantitative</a:t>
          </a:r>
        </a:p>
      </dgm:t>
    </dgm:pt>
    <dgm:pt modelId="{1831481D-BA51-4966-A708-554EE86ECBD5}" type="parTrans" cxnId="{A5D4D0B1-AA98-4523-B3E1-DD5F804EEAFD}">
      <dgm:prSet/>
      <dgm:spPr/>
      <dgm:t>
        <a:bodyPr/>
        <a:lstStyle/>
        <a:p>
          <a:endParaRPr lang="en-GB" sz="1400">
            <a:latin typeface="+mn-lt"/>
          </a:endParaRPr>
        </a:p>
      </dgm:t>
    </dgm:pt>
    <dgm:pt modelId="{85CCF1F3-F5DF-4410-899B-6FA2875B2869}" type="sibTrans" cxnId="{A5D4D0B1-AA98-4523-B3E1-DD5F804EEAFD}">
      <dgm:prSet/>
      <dgm:spPr/>
      <dgm:t>
        <a:bodyPr/>
        <a:lstStyle/>
        <a:p>
          <a:endParaRPr lang="en-GB" sz="1400">
            <a:latin typeface="+mn-lt"/>
          </a:endParaRPr>
        </a:p>
      </dgm:t>
    </dgm:pt>
    <dgm:pt modelId="{059C4B62-CEEF-4F99-B5E2-AA826A61A864}" type="asst">
      <dgm:prSet phldrT="[Text]" custT="1"/>
      <dgm:spPr>
        <a:solidFill>
          <a:schemeClr val="accent2">
            <a:lumMod val="75000"/>
          </a:schemeClr>
        </a:solidFill>
        <a:ln>
          <a:solidFill>
            <a:srgbClr val="FFFFFF">
              <a:alpha val="20000"/>
            </a:srgbClr>
          </a:solidFill>
        </a:ln>
      </dgm:spPr>
      <dgm:t>
        <a:bodyPr/>
        <a:lstStyle/>
        <a:p>
          <a:r>
            <a:rPr lang="en-GB" sz="1400" dirty="0">
              <a:latin typeface="+mn-lt"/>
            </a:rPr>
            <a:t>Nominal</a:t>
          </a:r>
        </a:p>
      </dgm:t>
    </dgm:pt>
    <dgm:pt modelId="{3D0C1FCF-1ECE-4BCE-BE4F-A363F0E6ECF6}" type="parTrans" cxnId="{22527F59-3E26-444B-B541-6A3BF3F40D72}">
      <dgm:prSet/>
      <dgm:spPr/>
      <dgm:t>
        <a:bodyPr/>
        <a:lstStyle/>
        <a:p>
          <a:endParaRPr lang="en-GB" sz="1400">
            <a:latin typeface="+mn-lt"/>
          </a:endParaRPr>
        </a:p>
      </dgm:t>
    </dgm:pt>
    <dgm:pt modelId="{9C77F82D-F19C-4208-9445-9B59C9C68650}" type="sibTrans" cxnId="{22527F59-3E26-444B-B541-6A3BF3F40D72}">
      <dgm:prSet/>
      <dgm:spPr/>
      <dgm:t>
        <a:bodyPr/>
        <a:lstStyle/>
        <a:p>
          <a:endParaRPr lang="en-GB" sz="1400">
            <a:latin typeface="+mn-lt"/>
          </a:endParaRPr>
        </a:p>
      </dgm:t>
    </dgm:pt>
    <dgm:pt modelId="{B0551890-D7CB-4D46-A638-6C442629FBF6}" type="asst">
      <dgm:prSet phldrT="[Text]" custT="1"/>
      <dgm:spPr>
        <a:solidFill>
          <a:schemeClr val="accent2">
            <a:lumMod val="75000"/>
          </a:schemeClr>
        </a:solidFill>
        <a:ln>
          <a:solidFill>
            <a:srgbClr val="FFFFFF">
              <a:alpha val="20000"/>
            </a:srgbClr>
          </a:solidFill>
        </a:ln>
      </dgm:spPr>
      <dgm:t>
        <a:bodyPr/>
        <a:lstStyle/>
        <a:p>
          <a:r>
            <a:rPr lang="en-GB" sz="1400" dirty="0">
              <a:latin typeface="+mn-lt"/>
            </a:rPr>
            <a:t>Ordinal</a:t>
          </a:r>
        </a:p>
      </dgm:t>
    </dgm:pt>
    <dgm:pt modelId="{4425A215-A9A6-449F-865D-F274CBB9F33B}" type="parTrans" cxnId="{ABF38056-D6BB-44A1-8387-EF9A0987BF73}">
      <dgm:prSet/>
      <dgm:spPr/>
      <dgm:t>
        <a:bodyPr/>
        <a:lstStyle/>
        <a:p>
          <a:endParaRPr lang="en-GB" sz="1400">
            <a:latin typeface="+mn-lt"/>
          </a:endParaRPr>
        </a:p>
      </dgm:t>
    </dgm:pt>
    <dgm:pt modelId="{BB3C44F7-EC90-4D8E-950C-23E04B03B1C3}" type="sibTrans" cxnId="{ABF38056-D6BB-44A1-8387-EF9A0987BF73}">
      <dgm:prSet/>
      <dgm:spPr/>
      <dgm:t>
        <a:bodyPr/>
        <a:lstStyle/>
        <a:p>
          <a:endParaRPr lang="en-GB" sz="1400">
            <a:latin typeface="+mn-lt"/>
          </a:endParaRPr>
        </a:p>
      </dgm:t>
    </dgm:pt>
    <dgm:pt modelId="{3F7BDAC6-74F9-4C7D-B06A-6164F3F7FD7C}">
      <dgm:prSet phldrT="[Text]" custT="1"/>
      <dgm:spPr>
        <a:solidFill>
          <a:schemeClr val="accent1">
            <a:lumMod val="75000"/>
          </a:schemeClr>
        </a:solidFill>
      </dgm:spPr>
      <dgm:t>
        <a:bodyPr/>
        <a:lstStyle/>
        <a:p>
          <a:r>
            <a:rPr lang="en-GB" sz="1400" dirty="0">
              <a:latin typeface="+mn-lt"/>
            </a:rPr>
            <a:t>Interval</a:t>
          </a:r>
        </a:p>
      </dgm:t>
    </dgm:pt>
    <dgm:pt modelId="{17BDBEEC-8320-4823-BB66-9794459D1D12}" type="parTrans" cxnId="{F0BD6B2B-ADE0-4668-A42A-194FEDF874F2}">
      <dgm:prSet/>
      <dgm:spPr/>
      <dgm:t>
        <a:bodyPr/>
        <a:lstStyle/>
        <a:p>
          <a:endParaRPr lang="en-GB" sz="1400">
            <a:latin typeface="+mn-lt"/>
          </a:endParaRPr>
        </a:p>
      </dgm:t>
    </dgm:pt>
    <dgm:pt modelId="{69E01123-B1C1-409A-AE60-19A0E639CE3D}" type="sibTrans" cxnId="{F0BD6B2B-ADE0-4668-A42A-194FEDF874F2}">
      <dgm:prSet/>
      <dgm:spPr/>
      <dgm:t>
        <a:bodyPr/>
        <a:lstStyle/>
        <a:p>
          <a:endParaRPr lang="en-GB" sz="1400">
            <a:latin typeface="+mn-lt"/>
          </a:endParaRPr>
        </a:p>
      </dgm:t>
    </dgm:pt>
    <dgm:pt modelId="{29471E2D-6C20-4E1F-B707-48A0E56726E3}">
      <dgm:prSet phldrT="[Text]" custT="1"/>
      <dgm:spPr>
        <a:solidFill>
          <a:schemeClr val="accent1">
            <a:lumMod val="75000"/>
          </a:schemeClr>
        </a:solidFill>
      </dgm:spPr>
      <dgm:t>
        <a:bodyPr/>
        <a:lstStyle/>
        <a:p>
          <a:r>
            <a:rPr lang="en-GB" sz="1400" dirty="0">
              <a:latin typeface="+mn-lt"/>
            </a:rPr>
            <a:t>Ratio</a:t>
          </a:r>
        </a:p>
      </dgm:t>
    </dgm:pt>
    <dgm:pt modelId="{C05AACFA-5926-4F5F-982C-C4893721D6CC}" type="parTrans" cxnId="{F10BA535-36C9-4AEB-96F7-F36B3DE64D08}">
      <dgm:prSet/>
      <dgm:spPr/>
      <dgm:t>
        <a:bodyPr/>
        <a:lstStyle/>
        <a:p>
          <a:endParaRPr lang="en-GB" sz="1400">
            <a:latin typeface="+mn-lt"/>
          </a:endParaRPr>
        </a:p>
      </dgm:t>
    </dgm:pt>
    <dgm:pt modelId="{7F7B6704-FE2F-46E4-9BF0-71284CB1E86F}" type="sibTrans" cxnId="{F10BA535-36C9-4AEB-96F7-F36B3DE64D08}">
      <dgm:prSet/>
      <dgm:spPr/>
      <dgm:t>
        <a:bodyPr/>
        <a:lstStyle/>
        <a:p>
          <a:endParaRPr lang="en-GB" sz="1400">
            <a:latin typeface="+mn-lt"/>
          </a:endParaRPr>
        </a:p>
      </dgm:t>
    </dgm:pt>
    <dgm:pt modelId="{A865A667-15E1-4D1A-905F-CA6799794CC5}" type="asst">
      <dgm:prSet phldrT="[Text]" custT="1"/>
      <dgm:spPr>
        <a:solidFill>
          <a:schemeClr val="accent2">
            <a:lumMod val="60000"/>
            <a:lumOff val="40000"/>
          </a:schemeClr>
        </a:solidFill>
      </dgm:spPr>
      <dgm:t>
        <a:bodyPr anchor="t"/>
        <a:lstStyle/>
        <a:p>
          <a:pPr>
            <a:lnSpc>
              <a:spcPct val="100000"/>
            </a:lnSpc>
            <a:spcAft>
              <a:spcPts val="300"/>
            </a:spcAft>
          </a:pPr>
          <a:r>
            <a:rPr lang="en-GB" sz="1400" kern="1200" dirty="0">
              <a:latin typeface="+mn-lt"/>
            </a:rPr>
            <a:t>The attribute can be named</a:t>
          </a:r>
        </a:p>
        <a:p>
          <a:pPr>
            <a:lnSpc>
              <a:spcPct val="100000"/>
            </a:lnSpc>
            <a:spcAft>
              <a:spcPts val="300"/>
            </a:spcAft>
          </a:pPr>
          <a:r>
            <a:rPr lang="en-GB" sz="1400" b="1" kern="1200" dirty="0">
              <a:highlight>
                <a:srgbClr val="000080"/>
              </a:highlight>
              <a:latin typeface="+mn-lt"/>
            </a:rPr>
            <a:t>In UX</a:t>
          </a:r>
        </a:p>
        <a:p>
          <a:pPr>
            <a:lnSpc>
              <a:spcPct val="100000"/>
            </a:lnSpc>
            <a:spcAft>
              <a:spcPts val="300"/>
            </a:spcAft>
          </a:pPr>
          <a:r>
            <a:rPr lang="en-GB" sz="1400" kern="1200" dirty="0">
              <a:solidFill>
                <a:prstClr val="black">
                  <a:lumMod val="85000"/>
                  <a:lumOff val="15000"/>
                </a:prstClr>
              </a:solidFill>
              <a:latin typeface="Tw Cen MT"/>
              <a:ea typeface="+mn-ea"/>
              <a:cs typeface="+mn-cs"/>
            </a:rPr>
            <a:t>Gender</a:t>
          </a:r>
        </a:p>
        <a:p>
          <a:pPr>
            <a:lnSpc>
              <a:spcPct val="100000"/>
            </a:lnSpc>
            <a:spcAft>
              <a:spcPts val="300"/>
            </a:spcAft>
          </a:pPr>
          <a:r>
            <a:rPr lang="en-GB" sz="1400" kern="1200" dirty="0">
              <a:solidFill>
                <a:schemeClr val="tx1">
                  <a:lumMod val="85000"/>
                  <a:lumOff val="15000"/>
                </a:schemeClr>
              </a:solidFill>
              <a:latin typeface="+mn-lt"/>
            </a:rPr>
            <a:t>Type of users (OS/Windows)</a:t>
          </a:r>
        </a:p>
        <a:p>
          <a:pPr>
            <a:lnSpc>
              <a:spcPct val="100000"/>
            </a:lnSpc>
            <a:spcAft>
              <a:spcPts val="300"/>
            </a:spcAft>
          </a:pPr>
          <a:r>
            <a:rPr lang="en-GB" sz="1400" kern="1200" dirty="0">
              <a:solidFill>
                <a:schemeClr val="tx1">
                  <a:lumMod val="85000"/>
                  <a:lumOff val="15000"/>
                </a:schemeClr>
              </a:solidFill>
              <a:latin typeface="+mn-lt"/>
            </a:rPr>
            <a:t>Users in different geographical locations</a:t>
          </a:r>
        </a:p>
        <a:p>
          <a:pPr>
            <a:lnSpc>
              <a:spcPct val="100000"/>
            </a:lnSpc>
            <a:spcAft>
              <a:spcPts val="300"/>
            </a:spcAft>
          </a:pPr>
          <a:endParaRPr lang="en-GB" sz="1400" kern="1200" dirty="0">
            <a:latin typeface="+mn-lt"/>
          </a:endParaRPr>
        </a:p>
      </dgm:t>
    </dgm:pt>
    <dgm:pt modelId="{B55CCDC8-D791-4DB7-B9C9-C4FA69C976D9}" type="parTrans" cxnId="{AAC612CF-3BFA-4AF8-8C76-1FC74EFC615B}">
      <dgm:prSet/>
      <dgm:spPr/>
      <dgm:t>
        <a:bodyPr/>
        <a:lstStyle/>
        <a:p>
          <a:endParaRPr lang="en-GB" sz="1400">
            <a:latin typeface="+mn-lt"/>
          </a:endParaRPr>
        </a:p>
      </dgm:t>
    </dgm:pt>
    <dgm:pt modelId="{2441FFE2-2F81-4B74-964D-B66C469EAA46}" type="sibTrans" cxnId="{AAC612CF-3BFA-4AF8-8C76-1FC74EFC615B}">
      <dgm:prSet/>
      <dgm:spPr/>
      <dgm:t>
        <a:bodyPr/>
        <a:lstStyle/>
        <a:p>
          <a:endParaRPr lang="en-GB" sz="1400">
            <a:latin typeface="+mn-lt"/>
          </a:endParaRPr>
        </a:p>
      </dgm:t>
    </dgm:pt>
    <dgm:pt modelId="{08B0BBB7-F1D0-46BF-A06F-55697D5BA663}" type="asst">
      <dgm:prSet phldrT="[Text]" custT="1"/>
      <dgm:spPr>
        <a:solidFill>
          <a:schemeClr val="accent2">
            <a:lumMod val="60000"/>
            <a:lumOff val="40000"/>
          </a:schemeClr>
        </a:solidFill>
      </dgm:spPr>
      <dgm:t>
        <a:bodyPr anchor="t"/>
        <a:lstStyle/>
        <a:p>
          <a:pPr>
            <a:lnSpc>
              <a:spcPct val="100000"/>
            </a:lnSpc>
            <a:spcAft>
              <a:spcPts val="300"/>
            </a:spcAft>
          </a:pPr>
          <a:r>
            <a:rPr lang="en-GB" sz="1400" dirty="0">
              <a:latin typeface="+mn-lt"/>
            </a:rPr>
            <a:t>The attribute can be ordered/organized in a certain way</a:t>
          </a:r>
        </a:p>
        <a:p>
          <a:pPr>
            <a:lnSpc>
              <a:spcPct val="100000"/>
            </a:lnSpc>
            <a:spcAft>
              <a:spcPts val="300"/>
            </a:spcAft>
          </a:pPr>
          <a:r>
            <a:rPr lang="en-GB" sz="1400" dirty="0">
              <a:latin typeface="+mn-lt"/>
            </a:rPr>
            <a:t>Study level</a:t>
          </a:r>
        </a:p>
        <a:p>
          <a:pPr>
            <a:lnSpc>
              <a:spcPct val="100000"/>
            </a:lnSpc>
            <a:spcAft>
              <a:spcPts val="300"/>
            </a:spcAft>
          </a:pPr>
          <a:r>
            <a:rPr lang="en-GB" sz="1400" b="1" dirty="0">
              <a:highlight>
                <a:srgbClr val="000080"/>
              </a:highlight>
              <a:latin typeface="+mn-lt"/>
            </a:rPr>
            <a:t>In UX</a:t>
          </a:r>
          <a:endParaRPr lang="en-GB" sz="1400" dirty="0">
            <a:highlight>
              <a:srgbClr val="000080"/>
            </a:highlight>
            <a:latin typeface="+mn-lt"/>
          </a:endParaRPr>
        </a:p>
        <a:p>
          <a:pPr>
            <a:lnSpc>
              <a:spcPct val="100000"/>
            </a:lnSpc>
            <a:spcAft>
              <a:spcPts val="300"/>
            </a:spcAft>
          </a:pPr>
          <a:r>
            <a:rPr lang="en-GB" sz="1400" dirty="0">
              <a:solidFill>
                <a:schemeClr val="tx1">
                  <a:lumMod val="85000"/>
                  <a:lumOff val="15000"/>
                </a:schemeClr>
              </a:solidFill>
              <a:latin typeface="+mn-lt"/>
            </a:rPr>
            <a:t>Ranked data (rank the 3 designs from 1</a:t>
          </a:r>
          <a:r>
            <a:rPr lang="en-GB" sz="1400" baseline="30000" dirty="0">
              <a:solidFill>
                <a:schemeClr val="tx1">
                  <a:lumMod val="85000"/>
                  <a:lumOff val="15000"/>
                </a:schemeClr>
              </a:solidFill>
              <a:latin typeface="+mn-lt"/>
            </a:rPr>
            <a:t>st</a:t>
          </a:r>
          <a:r>
            <a:rPr lang="en-GB" sz="1400" dirty="0">
              <a:solidFill>
                <a:schemeClr val="tx1">
                  <a:lumMod val="85000"/>
                  <a:lumOff val="15000"/>
                </a:schemeClr>
              </a:solidFill>
              <a:latin typeface="+mn-lt"/>
            </a:rPr>
            <a:t> preference, 2</a:t>
          </a:r>
          <a:r>
            <a:rPr lang="en-GB" sz="1400" baseline="30000" dirty="0">
              <a:solidFill>
                <a:schemeClr val="tx1">
                  <a:lumMod val="85000"/>
                  <a:lumOff val="15000"/>
                </a:schemeClr>
              </a:solidFill>
              <a:latin typeface="+mn-lt"/>
            </a:rPr>
            <a:t>nd</a:t>
          </a:r>
          <a:r>
            <a:rPr lang="en-GB" sz="1400" dirty="0">
              <a:solidFill>
                <a:schemeClr val="tx1">
                  <a:lumMod val="85000"/>
                  <a:lumOff val="15000"/>
                </a:schemeClr>
              </a:solidFill>
              <a:latin typeface="+mn-lt"/>
            </a:rPr>
            <a:t> preference, 3</a:t>
          </a:r>
          <a:r>
            <a:rPr lang="en-GB" sz="1400" baseline="30000" dirty="0">
              <a:solidFill>
                <a:schemeClr val="tx1">
                  <a:lumMod val="85000"/>
                  <a:lumOff val="15000"/>
                </a:schemeClr>
              </a:solidFill>
              <a:latin typeface="+mn-lt"/>
            </a:rPr>
            <a:t>rd</a:t>
          </a:r>
          <a:r>
            <a:rPr lang="en-GB" sz="1400" dirty="0">
              <a:solidFill>
                <a:schemeClr val="tx1">
                  <a:lumMod val="85000"/>
                  <a:lumOff val="15000"/>
                </a:schemeClr>
              </a:solidFill>
              <a:latin typeface="+mn-lt"/>
            </a:rPr>
            <a:t> preference)</a:t>
          </a:r>
        </a:p>
      </dgm:t>
    </dgm:pt>
    <dgm:pt modelId="{EEE5AC7F-2043-4C7D-9F55-8860BBCF51A2}" type="parTrans" cxnId="{59968030-9414-4095-98A2-D58CFDE9A9EB}">
      <dgm:prSet/>
      <dgm:spPr/>
      <dgm:t>
        <a:bodyPr/>
        <a:lstStyle/>
        <a:p>
          <a:endParaRPr lang="en-GB" sz="1400">
            <a:latin typeface="+mn-lt"/>
          </a:endParaRPr>
        </a:p>
      </dgm:t>
    </dgm:pt>
    <dgm:pt modelId="{0A6255DC-4FD3-4EE5-8F04-D7250D257D99}" type="sibTrans" cxnId="{59968030-9414-4095-98A2-D58CFDE9A9EB}">
      <dgm:prSet/>
      <dgm:spPr/>
      <dgm:t>
        <a:bodyPr/>
        <a:lstStyle/>
        <a:p>
          <a:endParaRPr lang="en-GB" sz="1400">
            <a:latin typeface="+mn-lt"/>
          </a:endParaRPr>
        </a:p>
      </dgm:t>
    </dgm:pt>
    <dgm:pt modelId="{308C81DF-DD70-4BFA-B20F-0A7E3F4C2577}">
      <dgm:prSet phldrT="[Text]" custT="1"/>
      <dgm:spPr>
        <a:solidFill>
          <a:schemeClr val="accent1">
            <a:lumMod val="60000"/>
            <a:lumOff val="40000"/>
          </a:schemeClr>
        </a:solidFill>
      </dgm:spPr>
      <dgm:t>
        <a:bodyPr anchor="t"/>
        <a:lstStyle/>
        <a:p>
          <a:pPr>
            <a:lnSpc>
              <a:spcPct val="100000"/>
            </a:lnSpc>
            <a:spcAft>
              <a:spcPts val="300"/>
            </a:spcAft>
          </a:pPr>
          <a:r>
            <a:rPr lang="en-GB" sz="1400" dirty="0">
              <a:solidFill>
                <a:prstClr val="white"/>
              </a:solidFill>
              <a:latin typeface="+mn-lt"/>
              <a:ea typeface="+mn-ea"/>
              <a:cs typeface="+mn-cs"/>
            </a:rPr>
            <a:t>Ordered data where the differences between the values are meaningful</a:t>
          </a:r>
        </a:p>
        <a:p>
          <a:pPr>
            <a:lnSpc>
              <a:spcPct val="100000"/>
            </a:lnSpc>
            <a:spcAft>
              <a:spcPts val="300"/>
            </a:spcAft>
          </a:pPr>
          <a:r>
            <a:rPr lang="en-GB" sz="1400" b="1" dirty="0">
              <a:solidFill>
                <a:prstClr val="white"/>
              </a:solidFill>
              <a:latin typeface="+mn-lt"/>
              <a:ea typeface="+mn-ea"/>
              <a:cs typeface="+mn-cs"/>
            </a:rPr>
            <a:t>There is an absolute 0</a:t>
          </a:r>
        </a:p>
        <a:p>
          <a:pPr>
            <a:lnSpc>
              <a:spcPct val="100000"/>
            </a:lnSpc>
            <a:spcAft>
              <a:spcPts val="300"/>
            </a:spcAft>
          </a:pPr>
          <a:r>
            <a:rPr lang="en-GB" sz="1400" b="1" dirty="0">
              <a:highlight>
                <a:srgbClr val="000080"/>
              </a:highlight>
              <a:latin typeface="+mn-lt"/>
            </a:rPr>
            <a:t>In UX</a:t>
          </a:r>
          <a:endParaRPr lang="en-GB" sz="1400" b="1" dirty="0">
            <a:solidFill>
              <a:prstClr val="white"/>
            </a:solidFill>
            <a:highlight>
              <a:srgbClr val="000080"/>
            </a:highlight>
            <a:latin typeface="+mn-lt"/>
            <a:ea typeface="+mn-ea"/>
            <a:cs typeface="+mn-cs"/>
          </a:endParaRPr>
        </a:p>
        <a:p>
          <a:pPr>
            <a:lnSpc>
              <a:spcPct val="100000"/>
            </a:lnSpc>
            <a:spcAft>
              <a:spcPts val="300"/>
            </a:spcAft>
          </a:pPr>
          <a:r>
            <a:rPr lang="en-GB" sz="1400" b="0" dirty="0">
              <a:solidFill>
                <a:schemeClr val="tx1">
                  <a:lumMod val="85000"/>
                  <a:lumOff val="15000"/>
                </a:schemeClr>
              </a:solidFill>
              <a:latin typeface="+mn-lt"/>
              <a:ea typeface="+mn-ea"/>
              <a:cs typeface="+mn-cs"/>
            </a:rPr>
            <a:t>Time</a:t>
          </a:r>
        </a:p>
        <a:p>
          <a:pPr>
            <a:lnSpc>
              <a:spcPct val="100000"/>
            </a:lnSpc>
            <a:spcAft>
              <a:spcPts val="300"/>
            </a:spcAft>
          </a:pPr>
          <a:r>
            <a:rPr lang="en-GB" sz="1400" b="0" dirty="0">
              <a:solidFill>
                <a:schemeClr val="tx1">
                  <a:lumMod val="85000"/>
                  <a:lumOff val="15000"/>
                </a:schemeClr>
              </a:solidFill>
              <a:latin typeface="+mn-lt"/>
              <a:ea typeface="+mn-ea"/>
              <a:cs typeface="+mn-cs"/>
            </a:rPr>
            <a:t>Score</a:t>
          </a:r>
        </a:p>
        <a:p>
          <a:pPr>
            <a:lnSpc>
              <a:spcPct val="100000"/>
            </a:lnSpc>
            <a:spcAft>
              <a:spcPts val="300"/>
            </a:spcAft>
          </a:pPr>
          <a:r>
            <a:rPr lang="en-GB" sz="1400" b="0" dirty="0">
              <a:solidFill>
                <a:schemeClr val="tx1">
                  <a:lumMod val="85000"/>
                  <a:lumOff val="15000"/>
                </a:schemeClr>
              </a:solidFill>
              <a:latin typeface="+mn-lt"/>
              <a:ea typeface="+mn-ea"/>
              <a:cs typeface="+mn-cs"/>
            </a:rPr>
            <a:t>Number of clicks/errors/steps</a:t>
          </a:r>
        </a:p>
      </dgm:t>
    </dgm:pt>
    <dgm:pt modelId="{7E997641-932F-4B07-A684-578696691F03}" type="parTrans" cxnId="{8982E1F3-E25F-459A-BDAD-553653BE6E88}">
      <dgm:prSet/>
      <dgm:spPr/>
      <dgm:t>
        <a:bodyPr/>
        <a:lstStyle/>
        <a:p>
          <a:endParaRPr lang="en-GB" sz="1400">
            <a:latin typeface="+mn-lt"/>
          </a:endParaRPr>
        </a:p>
      </dgm:t>
    </dgm:pt>
    <dgm:pt modelId="{F22E6584-4F62-400A-A36F-D03F1DBB4688}" type="sibTrans" cxnId="{8982E1F3-E25F-459A-BDAD-553653BE6E88}">
      <dgm:prSet/>
      <dgm:spPr/>
      <dgm:t>
        <a:bodyPr/>
        <a:lstStyle/>
        <a:p>
          <a:endParaRPr lang="en-GB" sz="1400">
            <a:latin typeface="+mn-lt"/>
          </a:endParaRPr>
        </a:p>
      </dgm:t>
    </dgm:pt>
    <dgm:pt modelId="{7968E9DA-19B4-43E6-8915-824097DD0DDB}">
      <dgm:prSet phldrT="[Text]" custT="1"/>
      <dgm:spPr>
        <a:solidFill>
          <a:schemeClr val="accent1">
            <a:lumMod val="60000"/>
            <a:lumOff val="40000"/>
          </a:schemeClr>
        </a:solidFill>
      </dgm:spPr>
      <dgm:t>
        <a:bodyPr anchor="t"/>
        <a:lstStyle/>
        <a:p>
          <a:pPr>
            <a:lnSpc>
              <a:spcPct val="100000"/>
            </a:lnSpc>
            <a:spcAft>
              <a:spcPts val="200"/>
            </a:spcAft>
          </a:pPr>
          <a:r>
            <a:rPr lang="en-GB" sz="1400" kern="1200" dirty="0">
              <a:solidFill>
                <a:prstClr val="white"/>
              </a:solidFill>
              <a:latin typeface="+mn-lt"/>
              <a:ea typeface="+mn-ea"/>
              <a:cs typeface="+mn-cs"/>
            </a:rPr>
            <a:t>Ordered data where the differences between the values are meaningful</a:t>
          </a:r>
        </a:p>
        <a:p>
          <a:pPr>
            <a:lnSpc>
              <a:spcPct val="100000"/>
            </a:lnSpc>
            <a:spcAft>
              <a:spcPts val="200"/>
            </a:spcAft>
          </a:pPr>
          <a:r>
            <a:rPr lang="en-GB" sz="1400" b="1" kern="1200" dirty="0">
              <a:solidFill>
                <a:prstClr val="white"/>
              </a:solidFill>
              <a:latin typeface="+mn-lt"/>
              <a:ea typeface="+mn-ea"/>
              <a:cs typeface="+mn-cs"/>
            </a:rPr>
            <a:t>No absolute 0</a:t>
          </a:r>
        </a:p>
        <a:p>
          <a:pPr>
            <a:lnSpc>
              <a:spcPct val="100000"/>
            </a:lnSpc>
            <a:spcAft>
              <a:spcPts val="200"/>
            </a:spcAft>
          </a:pPr>
          <a:r>
            <a:rPr lang="en-GB" sz="1400" b="1" kern="1200" dirty="0">
              <a:highlight>
                <a:srgbClr val="000080"/>
              </a:highlight>
              <a:latin typeface="+mn-lt"/>
            </a:rPr>
            <a:t>In UX</a:t>
          </a:r>
          <a:endParaRPr lang="en-GB" sz="1400" b="1" kern="1200" dirty="0">
            <a:solidFill>
              <a:prstClr val="white"/>
            </a:solidFill>
            <a:highlight>
              <a:srgbClr val="000080"/>
            </a:highlight>
            <a:latin typeface="+mn-lt"/>
            <a:ea typeface="+mn-ea"/>
            <a:cs typeface="+mn-cs"/>
          </a:endParaRPr>
        </a:p>
        <a:p>
          <a:pPr>
            <a:lnSpc>
              <a:spcPct val="100000"/>
            </a:lnSpc>
            <a:spcAft>
              <a:spcPts val="200"/>
            </a:spcAft>
          </a:pPr>
          <a:r>
            <a:rPr lang="en-GB" sz="1400" kern="1200" dirty="0">
              <a:solidFill>
                <a:schemeClr val="tx1">
                  <a:lumMod val="85000"/>
                  <a:lumOff val="15000"/>
                </a:schemeClr>
              </a:solidFill>
              <a:latin typeface="+mn-lt"/>
            </a:rPr>
            <a:t>Scale values</a:t>
          </a:r>
        </a:p>
        <a:p>
          <a:pPr>
            <a:lnSpc>
              <a:spcPct val="100000"/>
            </a:lnSpc>
            <a:spcAft>
              <a:spcPts val="200"/>
            </a:spcAft>
          </a:pPr>
          <a:r>
            <a:rPr lang="en-GB" sz="1400" kern="1200" dirty="0">
              <a:solidFill>
                <a:schemeClr val="tx1">
                  <a:lumMod val="85000"/>
                  <a:lumOff val="15000"/>
                </a:schemeClr>
              </a:solidFill>
              <a:latin typeface="+mn-lt"/>
            </a:rPr>
            <a:t>Usability score</a:t>
          </a:r>
        </a:p>
        <a:p>
          <a:pPr>
            <a:lnSpc>
              <a:spcPct val="100000"/>
            </a:lnSpc>
            <a:spcAft>
              <a:spcPts val="200"/>
            </a:spcAft>
          </a:pPr>
          <a:r>
            <a:rPr lang="en-GB" sz="1400" kern="1200" dirty="0">
              <a:solidFill>
                <a:schemeClr val="tx1">
                  <a:lumMod val="85000"/>
                  <a:lumOff val="15000"/>
                </a:schemeClr>
              </a:solidFill>
              <a:latin typeface="+mn-lt"/>
            </a:rPr>
            <a:t>Mental effort</a:t>
          </a:r>
        </a:p>
        <a:p>
          <a:pPr>
            <a:lnSpc>
              <a:spcPct val="100000"/>
            </a:lnSpc>
            <a:spcAft>
              <a:spcPts val="200"/>
            </a:spcAft>
          </a:pPr>
          <a:r>
            <a:rPr lang="en-GB" sz="1400" kern="1200" dirty="0">
              <a:solidFill>
                <a:schemeClr val="tx1">
                  <a:lumMod val="85000"/>
                  <a:lumOff val="15000"/>
                </a:schemeClr>
              </a:solidFill>
              <a:latin typeface="+mn-lt"/>
            </a:rPr>
            <a:t>Confidence rating</a:t>
          </a:r>
        </a:p>
      </dgm:t>
    </dgm:pt>
    <dgm:pt modelId="{4D1DA2CF-6D76-4BDA-A0B4-ECA7739F5FDD}" type="parTrans" cxnId="{5A4CDFC2-0CE2-49C0-ABB9-BB726F169282}">
      <dgm:prSet/>
      <dgm:spPr/>
      <dgm:t>
        <a:bodyPr/>
        <a:lstStyle/>
        <a:p>
          <a:endParaRPr lang="en-GB" sz="1400">
            <a:latin typeface="+mn-lt"/>
          </a:endParaRPr>
        </a:p>
      </dgm:t>
    </dgm:pt>
    <dgm:pt modelId="{0657D83B-F261-4B7E-A654-6CBAB75C001A}" type="sibTrans" cxnId="{5A4CDFC2-0CE2-49C0-ABB9-BB726F169282}">
      <dgm:prSet/>
      <dgm:spPr/>
      <dgm:t>
        <a:bodyPr/>
        <a:lstStyle/>
        <a:p>
          <a:endParaRPr lang="en-GB" sz="1400">
            <a:latin typeface="+mn-lt"/>
          </a:endParaRPr>
        </a:p>
      </dgm:t>
    </dgm:pt>
    <dgm:pt modelId="{0596B683-E25A-4BCA-AA76-307BC9712F42}" type="pres">
      <dgm:prSet presAssocID="{EAC663EE-63A5-46DA-A6FB-19BDD365E187}" presName="mainComposite" presStyleCnt="0">
        <dgm:presLayoutVars>
          <dgm:chPref val="1"/>
          <dgm:dir/>
          <dgm:animOne val="branch"/>
          <dgm:animLvl val="lvl"/>
          <dgm:resizeHandles val="exact"/>
        </dgm:presLayoutVars>
      </dgm:prSet>
      <dgm:spPr/>
    </dgm:pt>
    <dgm:pt modelId="{5F5E4BB4-EA84-44B2-A9BE-2F9E24659B11}" type="pres">
      <dgm:prSet presAssocID="{EAC663EE-63A5-46DA-A6FB-19BDD365E187}" presName="hierFlow" presStyleCnt="0"/>
      <dgm:spPr/>
    </dgm:pt>
    <dgm:pt modelId="{AB78D011-AC18-466A-A1D5-50BFCD8B7D0E}" type="pres">
      <dgm:prSet presAssocID="{EAC663EE-63A5-46DA-A6FB-19BDD365E187}" presName="hierChild1" presStyleCnt="0">
        <dgm:presLayoutVars>
          <dgm:chPref val="1"/>
          <dgm:animOne val="branch"/>
          <dgm:animLvl val="lvl"/>
        </dgm:presLayoutVars>
      </dgm:prSet>
      <dgm:spPr/>
    </dgm:pt>
    <dgm:pt modelId="{EB621821-D55C-4048-A0CA-82BC51095432}" type="pres">
      <dgm:prSet presAssocID="{3C821EE4-4D53-49A0-B5BF-0FB8733369E9}" presName="Name14" presStyleCnt="0"/>
      <dgm:spPr/>
    </dgm:pt>
    <dgm:pt modelId="{BCCBE3BB-1852-4096-A22D-84F0E3627CF1}" type="pres">
      <dgm:prSet presAssocID="{3C821EE4-4D53-49A0-B5BF-0FB8733369E9}" presName="level1Shape" presStyleLbl="node0" presStyleIdx="0" presStyleCnt="1" custLinFactNeighborX="-3367" custLinFactNeighborY="8531">
        <dgm:presLayoutVars>
          <dgm:chPref val="3"/>
        </dgm:presLayoutVars>
      </dgm:prSet>
      <dgm:spPr/>
    </dgm:pt>
    <dgm:pt modelId="{B8CD38B8-6EC3-4926-8966-6C7F0398BC70}" type="pres">
      <dgm:prSet presAssocID="{3C821EE4-4D53-49A0-B5BF-0FB8733369E9}" presName="hierChild2" presStyleCnt="0"/>
      <dgm:spPr/>
    </dgm:pt>
    <dgm:pt modelId="{91DBBF10-268A-4080-85F3-347BD5322837}" type="pres">
      <dgm:prSet presAssocID="{58CC6B00-1836-44A0-9160-82EDFBDC801C}" presName="Name19" presStyleLbl="parChTrans1D2" presStyleIdx="0" presStyleCnt="2"/>
      <dgm:spPr/>
    </dgm:pt>
    <dgm:pt modelId="{47469255-BDC4-4508-9DA2-05CC0E42AAE4}" type="pres">
      <dgm:prSet presAssocID="{B3B86F49-1F7A-4D1D-99D1-DA97E7720D8B}" presName="Name21" presStyleCnt="0"/>
      <dgm:spPr/>
    </dgm:pt>
    <dgm:pt modelId="{66F58A6C-4AC2-488B-B5E1-5A2CAAD16D98}" type="pres">
      <dgm:prSet presAssocID="{B3B86F49-1F7A-4D1D-99D1-DA97E7720D8B}" presName="level2Shape" presStyleLbl="asst1" presStyleIdx="0" presStyleCnt="5" custScaleX="131137"/>
      <dgm:spPr/>
    </dgm:pt>
    <dgm:pt modelId="{95566EE4-8FF7-4A62-80DC-4FC71E05960A}" type="pres">
      <dgm:prSet presAssocID="{B3B86F49-1F7A-4D1D-99D1-DA97E7720D8B}" presName="hierChild3" presStyleCnt="0"/>
      <dgm:spPr/>
    </dgm:pt>
    <dgm:pt modelId="{A682F8BB-6B23-4109-9E4E-7D092D57E4B1}" type="pres">
      <dgm:prSet presAssocID="{3D0C1FCF-1ECE-4BCE-BE4F-A363F0E6ECF6}" presName="Name19" presStyleLbl="parChTrans1D3" presStyleIdx="0" presStyleCnt="4"/>
      <dgm:spPr/>
    </dgm:pt>
    <dgm:pt modelId="{9AA01966-EB2E-4A24-8B34-54186219856C}" type="pres">
      <dgm:prSet presAssocID="{059C4B62-CEEF-4F99-B5E2-AA826A61A864}" presName="Name21" presStyleCnt="0"/>
      <dgm:spPr/>
    </dgm:pt>
    <dgm:pt modelId="{E1474C24-2EF7-42A4-BE35-7688333870E3}" type="pres">
      <dgm:prSet presAssocID="{059C4B62-CEEF-4F99-B5E2-AA826A61A864}" presName="level2Shape" presStyleLbl="asst1" presStyleIdx="1" presStyleCnt="5"/>
      <dgm:spPr/>
    </dgm:pt>
    <dgm:pt modelId="{D19A1D95-37E1-4993-985C-0A4FB3783963}" type="pres">
      <dgm:prSet presAssocID="{059C4B62-CEEF-4F99-B5E2-AA826A61A864}" presName="hierChild3" presStyleCnt="0"/>
      <dgm:spPr/>
    </dgm:pt>
    <dgm:pt modelId="{F3A1C37C-EEC6-45F3-900F-8B634FF129D5}" type="pres">
      <dgm:prSet presAssocID="{B55CCDC8-D791-4DB7-B9C9-C4FA69C976D9}" presName="Name19" presStyleLbl="parChTrans1D4" presStyleIdx="0" presStyleCnt="4"/>
      <dgm:spPr/>
    </dgm:pt>
    <dgm:pt modelId="{D6F50474-7601-43E1-AF0E-836F87A66625}" type="pres">
      <dgm:prSet presAssocID="{A865A667-15E1-4D1A-905F-CA6799794CC5}" presName="Name21" presStyleCnt="0"/>
      <dgm:spPr/>
    </dgm:pt>
    <dgm:pt modelId="{701A0E37-9D8F-4D49-9421-339F33010593}" type="pres">
      <dgm:prSet presAssocID="{A865A667-15E1-4D1A-905F-CA6799794CC5}" presName="level2Shape" presStyleLbl="asst1" presStyleIdx="2" presStyleCnt="5" custScaleX="227737" custScaleY="403258"/>
      <dgm:spPr/>
    </dgm:pt>
    <dgm:pt modelId="{6DD580ED-3E74-450C-8477-0B94D857F895}" type="pres">
      <dgm:prSet presAssocID="{A865A667-15E1-4D1A-905F-CA6799794CC5}" presName="hierChild3" presStyleCnt="0"/>
      <dgm:spPr/>
    </dgm:pt>
    <dgm:pt modelId="{2597C8BD-566B-4C8D-A06C-9EE41F8047A2}" type="pres">
      <dgm:prSet presAssocID="{4425A215-A9A6-449F-865D-F274CBB9F33B}" presName="Name19" presStyleLbl="parChTrans1D3" presStyleIdx="1" presStyleCnt="4"/>
      <dgm:spPr/>
    </dgm:pt>
    <dgm:pt modelId="{96171576-EB83-4389-B23F-88C9CE4AF907}" type="pres">
      <dgm:prSet presAssocID="{B0551890-D7CB-4D46-A638-6C442629FBF6}" presName="Name21" presStyleCnt="0"/>
      <dgm:spPr/>
    </dgm:pt>
    <dgm:pt modelId="{420B45D8-9A74-4F7C-A0C8-4A1C944F2B57}" type="pres">
      <dgm:prSet presAssocID="{B0551890-D7CB-4D46-A638-6C442629FBF6}" presName="level2Shape" presStyleLbl="asst1" presStyleIdx="3" presStyleCnt="5"/>
      <dgm:spPr/>
    </dgm:pt>
    <dgm:pt modelId="{698FEE23-9833-4CCD-9BD5-8F404448D271}" type="pres">
      <dgm:prSet presAssocID="{B0551890-D7CB-4D46-A638-6C442629FBF6}" presName="hierChild3" presStyleCnt="0"/>
      <dgm:spPr/>
    </dgm:pt>
    <dgm:pt modelId="{4E27C482-4790-4357-9C43-03DD9BD6E5AA}" type="pres">
      <dgm:prSet presAssocID="{EEE5AC7F-2043-4C7D-9F55-8860BBCF51A2}" presName="Name19" presStyleLbl="parChTrans1D4" presStyleIdx="1" presStyleCnt="4"/>
      <dgm:spPr/>
    </dgm:pt>
    <dgm:pt modelId="{C8B8C952-5CB8-4F70-A7E2-E2072B66C348}" type="pres">
      <dgm:prSet presAssocID="{08B0BBB7-F1D0-46BF-A06F-55697D5BA663}" presName="Name21" presStyleCnt="0"/>
      <dgm:spPr/>
    </dgm:pt>
    <dgm:pt modelId="{0F1C6D03-4B95-434C-8FD7-44F2DA7F752B}" type="pres">
      <dgm:prSet presAssocID="{08B0BBB7-F1D0-46BF-A06F-55697D5BA663}" presName="level2Shape" presStyleLbl="asst1" presStyleIdx="4" presStyleCnt="5" custScaleX="260665" custScaleY="403258"/>
      <dgm:spPr/>
    </dgm:pt>
    <dgm:pt modelId="{88E6392E-6028-46D7-A0AC-BBD889E68B92}" type="pres">
      <dgm:prSet presAssocID="{08B0BBB7-F1D0-46BF-A06F-55697D5BA663}" presName="hierChild3" presStyleCnt="0"/>
      <dgm:spPr/>
    </dgm:pt>
    <dgm:pt modelId="{3726E158-2DE8-49DB-9146-CE00D987DA92}" type="pres">
      <dgm:prSet presAssocID="{1831481D-BA51-4966-A708-554EE86ECBD5}" presName="Name19" presStyleLbl="parChTrans1D2" presStyleIdx="1" presStyleCnt="2"/>
      <dgm:spPr/>
    </dgm:pt>
    <dgm:pt modelId="{531B1BFF-592C-4EA1-A7D6-86FF8A24EFA7}" type="pres">
      <dgm:prSet presAssocID="{BAFCEAFD-6197-4C81-A175-6BB1B9C99939}" presName="Name21" presStyleCnt="0"/>
      <dgm:spPr/>
    </dgm:pt>
    <dgm:pt modelId="{6304445E-F1B3-404A-A316-FA150FA65BFD}" type="pres">
      <dgm:prSet presAssocID="{BAFCEAFD-6197-4C81-A175-6BB1B9C99939}" presName="level2Shape" presStyleLbl="node2" presStyleIdx="0" presStyleCnt="1" custScaleX="139393"/>
      <dgm:spPr/>
    </dgm:pt>
    <dgm:pt modelId="{CFE94220-3734-40F3-871B-C04F4126DCC2}" type="pres">
      <dgm:prSet presAssocID="{BAFCEAFD-6197-4C81-A175-6BB1B9C99939}" presName="hierChild3" presStyleCnt="0"/>
      <dgm:spPr/>
    </dgm:pt>
    <dgm:pt modelId="{E9E40E88-E2A1-4EF5-BE95-A989B4B34743}" type="pres">
      <dgm:prSet presAssocID="{17BDBEEC-8320-4823-BB66-9794459D1D12}" presName="Name19" presStyleLbl="parChTrans1D3" presStyleIdx="2" presStyleCnt="4"/>
      <dgm:spPr/>
    </dgm:pt>
    <dgm:pt modelId="{691645D1-306D-4AC0-93B4-0881A0E73A6E}" type="pres">
      <dgm:prSet presAssocID="{3F7BDAC6-74F9-4C7D-B06A-6164F3F7FD7C}" presName="Name21" presStyleCnt="0"/>
      <dgm:spPr/>
    </dgm:pt>
    <dgm:pt modelId="{7DDD8A71-8F87-4FFE-9C33-CCAFB2A35CC1}" type="pres">
      <dgm:prSet presAssocID="{3F7BDAC6-74F9-4C7D-B06A-6164F3F7FD7C}" presName="level2Shape" presStyleLbl="node3" presStyleIdx="0" presStyleCnt="2" custScaleX="120760"/>
      <dgm:spPr/>
    </dgm:pt>
    <dgm:pt modelId="{1833743A-BDF2-45C5-90F6-3E2973906FB2}" type="pres">
      <dgm:prSet presAssocID="{3F7BDAC6-74F9-4C7D-B06A-6164F3F7FD7C}" presName="hierChild3" presStyleCnt="0"/>
      <dgm:spPr/>
    </dgm:pt>
    <dgm:pt modelId="{0DD0E0D5-E40D-45CA-BCE4-3DF5EE1BD9A9}" type="pres">
      <dgm:prSet presAssocID="{4D1DA2CF-6D76-4BDA-A0B4-ECA7739F5FDD}" presName="Name19" presStyleLbl="parChTrans1D4" presStyleIdx="2" presStyleCnt="4"/>
      <dgm:spPr/>
    </dgm:pt>
    <dgm:pt modelId="{BB618769-62F5-44CE-850B-C3D1872C8283}" type="pres">
      <dgm:prSet presAssocID="{7968E9DA-19B4-43E6-8915-824097DD0DDB}" presName="Name21" presStyleCnt="0"/>
      <dgm:spPr/>
    </dgm:pt>
    <dgm:pt modelId="{A9849AEF-7D9B-4F94-A3DE-C417528ECFEC}" type="pres">
      <dgm:prSet presAssocID="{7968E9DA-19B4-43E6-8915-824097DD0DDB}" presName="level2Shape" presStyleLbl="node4" presStyleIdx="0" presStyleCnt="2" custScaleX="234988" custScaleY="403258"/>
      <dgm:spPr/>
    </dgm:pt>
    <dgm:pt modelId="{9F78AD5A-AA15-424D-9400-1592DD05B578}" type="pres">
      <dgm:prSet presAssocID="{7968E9DA-19B4-43E6-8915-824097DD0DDB}" presName="hierChild3" presStyleCnt="0"/>
      <dgm:spPr/>
    </dgm:pt>
    <dgm:pt modelId="{8A15323D-FD4A-444D-9BFB-D8B5854A0532}" type="pres">
      <dgm:prSet presAssocID="{C05AACFA-5926-4F5F-982C-C4893721D6CC}" presName="Name19" presStyleLbl="parChTrans1D3" presStyleIdx="3" presStyleCnt="4"/>
      <dgm:spPr/>
    </dgm:pt>
    <dgm:pt modelId="{D678C637-FA84-41DF-A177-26CA55C94BFC}" type="pres">
      <dgm:prSet presAssocID="{29471E2D-6C20-4E1F-B707-48A0E56726E3}" presName="Name21" presStyleCnt="0"/>
      <dgm:spPr/>
    </dgm:pt>
    <dgm:pt modelId="{5F28C98A-2340-46BD-BC20-5DCFC4AFC7D9}" type="pres">
      <dgm:prSet presAssocID="{29471E2D-6C20-4E1F-B707-48A0E56726E3}" presName="level2Shape" presStyleLbl="node3" presStyleIdx="1" presStyleCnt="2" custScaleX="122965"/>
      <dgm:spPr/>
    </dgm:pt>
    <dgm:pt modelId="{ED15C02C-2416-4E91-86D4-D2107284FA0A}" type="pres">
      <dgm:prSet presAssocID="{29471E2D-6C20-4E1F-B707-48A0E56726E3}" presName="hierChild3" presStyleCnt="0"/>
      <dgm:spPr/>
    </dgm:pt>
    <dgm:pt modelId="{EE27A6E1-3F6E-4D8B-B2C9-CA67DF0CC76D}" type="pres">
      <dgm:prSet presAssocID="{7E997641-932F-4B07-A684-578696691F03}" presName="Name19" presStyleLbl="parChTrans1D4" presStyleIdx="3" presStyleCnt="4"/>
      <dgm:spPr/>
    </dgm:pt>
    <dgm:pt modelId="{DBAFD74E-1412-4772-BC3A-0EA47041FED3}" type="pres">
      <dgm:prSet presAssocID="{308C81DF-DD70-4BFA-B20F-0A7E3F4C2577}" presName="Name21" presStyleCnt="0"/>
      <dgm:spPr/>
    </dgm:pt>
    <dgm:pt modelId="{B761660D-A743-4989-85E6-E2DCCBF994F9}" type="pres">
      <dgm:prSet presAssocID="{308C81DF-DD70-4BFA-B20F-0A7E3F4C2577}" presName="level2Shape" presStyleLbl="node4" presStyleIdx="1" presStyleCnt="2" custScaleX="249792" custScaleY="406158"/>
      <dgm:spPr/>
    </dgm:pt>
    <dgm:pt modelId="{2C9D27E3-A20E-48BE-BBFD-C4FE1F74961C}" type="pres">
      <dgm:prSet presAssocID="{308C81DF-DD70-4BFA-B20F-0A7E3F4C2577}" presName="hierChild3" presStyleCnt="0"/>
      <dgm:spPr/>
    </dgm:pt>
    <dgm:pt modelId="{5B133F55-5E67-4489-A73E-21603A9B9496}" type="pres">
      <dgm:prSet presAssocID="{EAC663EE-63A5-46DA-A6FB-19BDD365E187}" presName="bgShapesFlow" presStyleCnt="0"/>
      <dgm:spPr/>
    </dgm:pt>
  </dgm:ptLst>
  <dgm:cxnLst>
    <dgm:cxn modelId="{DDB29C01-8921-4170-88AF-B3F121502E03}" type="presOf" srcId="{BAFCEAFD-6197-4C81-A175-6BB1B9C99939}" destId="{6304445E-F1B3-404A-A316-FA150FA65BFD}" srcOrd="0" destOrd="0" presId="urn:microsoft.com/office/officeart/2005/8/layout/hierarchy6"/>
    <dgm:cxn modelId="{596F6708-846B-49E3-9909-F584527B8CDF}" type="presOf" srcId="{7968E9DA-19B4-43E6-8915-824097DD0DDB}" destId="{A9849AEF-7D9B-4F94-A3DE-C417528ECFEC}" srcOrd="0" destOrd="0" presId="urn:microsoft.com/office/officeart/2005/8/layout/hierarchy6"/>
    <dgm:cxn modelId="{D925B80B-9EE5-450D-9FCD-0283686F5B97}" srcId="{EAC663EE-63A5-46DA-A6FB-19BDD365E187}" destId="{3C821EE4-4D53-49A0-B5BF-0FB8733369E9}" srcOrd="0" destOrd="0" parTransId="{8381ECD7-1912-44D5-B53B-8BB90EDE8316}" sibTransId="{F1AF2DCF-CF03-43F3-86E7-CFF73C3B0C31}"/>
    <dgm:cxn modelId="{00791B0D-EA8A-4AA7-A61C-E4505A92B2C2}" type="presOf" srcId="{7E997641-932F-4B07-A684-578696691F03}" destId="{EE27A6E1-3F6E-4D8B-B2C9-CA67DF0CC76D}" srcOrd="0" destOrd="0" presId="urn:microsoft.com/office/officeart/2005/8/layout/hierarchy6"/>
    <dgm:cxn modelId="{5238B10D-A23B-4947-99A6-CB9A0C96AD5A}" type="presOf" srcId="{17BDBEEC-8320-4823-BB66-9794459D1D12}" destId="{E9E40E88-E2A1-4EF5-BE95-A989B4B34743}" srcOrd="0" destOrd="0" presId="urn:microsoft.com/office/officeart/2005/8/layout/hierarchy6"/>
    <dgm:cxn modelId="{8586A60E-C370-44F5-9C91-561BDF8360B4}" type="presOf" srcId="{B3B86F49-1F7A-4D1D-99D1-DA97E7720D8B}" destId="{66F58A6C-4AC2-488B-B5E1-5A2CAAD16D98}" srcOrd="0" destOrd="0" presId="urn:microsoft.com/office/officeart/2005/8/layout/hierarchy6"/>
    <dgm:cxn modelId="{07B37F23-FBE3-4401-BC20-39051B143ED7}" type="presOf" srcId="{3C821EE4-4D53-49A0-B5BF-0FB8733369E9}" destId="{BCCBE3BB-1852-4096-A22D-84F0E3627CF1}" srcOrd="0" destOrd="0" presId="urn:microsoft.com/office/officeart/2005/8/layout/hierarchy6"/>
    <dgm:cxn modelId="{BC774624-A184-4588-8951-03A71A2DF084}" type="presOf" srcId="{EEE5AC7F-2043-4C7D-9F55-8860BBCF51A2}" destId="{4E27C482-4790-4357-9C43-03DD9BD6E5AA}" srcOrd="0" destOrd="0" presId="urn:microsoft.com/office/officeart/2005/8/layout/hierarchy6"/>
    <dgm:cxn modelId="{F0BD6B2B-ADE0-4668-A42A-194FEDF874F2}" srcId="{BAFCEAFD-6197-4C81-A175-6BB1B9C99939}" destId="{3F7BDAC6-74F9-4C7D-B06A-6164F3F7FD7C}" srcOrd="0" destOrd="0" parTransId="{17BDBEEC-8320-4823-BB66-9794459D1D12}" sibTransId="{69E01123-B1C1-409A-AE60-19A0E639CE3D}"/>
    <dgm:cxn modelId="{74EB552C-7326-4DD8-885A-9568E732FAED}" type="presOf" srcId="{29471E2D-6C20-4E1F-B707-48A0E56726E3}" destId="{5F28C98A-2340-46BD-BC20-5DCFC4AFC7D9}" srcOrd="0" destOrd="0" presId="urn:microsoft.com/office/officeart/2005/8/layout/hierarchy6"/>
    <dgm:cxn modelId="{59968030-9414-4095-98A2-D58CFDE9A9EB}" srcId="{B0551890-D7CB-4D46-A638-6C442629FBF6}" destId="{08B0BBB7-F1D0-46BF-A06F-55697D5BA663}" srcOrd="0" destOrd="0" parTransId="{EEE5AC7F-2043-4C7D-9F55-8860BBCF51A2}" sibTransId="{0A6255DC-4FD3-4EE5-8F04-D7250D257D99}"/>
    <dgm:cxn modelId="{23DE0631-AEF8-46A5-85CD-4B110B48F223}" type="presOf" srcId="{C05AACFA-5926-4F5F-982C-C4893721D6CC}" destId="{8A15323D-FD4A-444D-9BFB-D8B5854A0532}" srcOrd="0" destOrd="0" presId="urn:microsoft.com/office/officeart/2005/8/layout/hierarchy6"/>
    <dgm:cxn modelId="{F10BA535-36C9-4AEB-96F7-F36B3DE64D08}" srcId="{BAFCEAFD-6197-4C81-A175-6BB1B9C99939}" destId="{29471E2D-6C20-4E1F-B707-48A0E56726E3}" srcOrd="1" destOrd="0" parTransId="{C05AACFA-5926-4F5F-982C-C4893721D6CC}" sibTransId="{7F7B6704-FE2F-46E4-9BF0-71284CB1E86F}"/>
    <dgm:cxn modelId="{90D4A43E-2CBA-4D2F-B5A0-E5EAED6317E5}" type="presOf" srcId="{08B0BBB7-F1D0-46BF-A06F-55697D5BA663}" destId="{0F1C6D03-4B95-434C-8FD7-44F2DA7F752B}" srcOrd="0" destOrd="0" presId="urn:microsoft.com/office/officeart/2005/8/layout/hierarchy6"/>
    <dgm:cxn modelId="{1A427E5F-9814-4090-83BF-79DF0B8A7BC7}" type="presOf" srcId="{308C81DF-DD70-4BFA-B20F-0A7E3F4C2577}" destId="{B761660D-A743-4989-85E6-E2DCCBF994F9}" srcOrd="0" destOrd="0" presId="urn:microsoft.com/office/officeart/2005/8/layout/hierarchy6"/>
    <dgm:cxn modelId="{6527A462-DFDF-41C7-A6FA-58AE2B4CF2C3}" type="presOf" srcId="{4425A215-A9A6-449F-865D-F274CBB9F33B}" destId="{2597C8BD-566B-4C8D-A06C-9EE41F8047A2}" srcOrd="0" destOrd="0" presId="urn:microsoft.com/office/officeart/2005/8/layout/hierarchy6"/>
    <dgm:cxn modelId="{136C1468-75F8-4B40-AEAB-46CE689AE486}" type="presOf" srcId="{EAC663EE-63A5-46DA-A6FB-19BDD365E187}" destId="{0596B683-E25A-4BCA-AA76-307BC9712F42}" srcOrd="0" destOrd="0" presId="urn:microsoft.com/office/officeart/2005/8/layout/hierarchy6"/>
    <dgm:cxn modelId="{DD933E69-7ECD-4619-8FCF-999D15C37DF5}" type="presOf" srcId="{3D0C1FCF-1ECE-4BCE-BE4F-A363F0E6ECF6}" destId="{A682F8BB-6B23-4109-9E4E-7D092D57E4B1}" srcOrd="0" destOrd="0" presId="urn:microsoft.com/office/officeart/2005/8/layout/hierarchy6"/>
    <dgm:cxn modelId="{FCBDF96F-F42A-4D45-9E1E-D4C26DC596EC}" type="presOf" srcId="{58CC6B00-1836-44A0-9160-82EDFBDC801C}" destId="{91DBBF10-268A-4080-85F3-347BD5322837}" srcOrd="0" destOrd="0" presId="urn:microsoft.com/office/officeart/2005/8/layout/hierarchy6"/>
    <dgm:cxn modelId="{ABF38056-D6BB-44A1-8387-EF9A0987BF73}" srcId="{B3B86F49-1F7A-4D1D-99D1-DA97E7720D8B}" destId="{B0551890-D7CB-4D46-A638-6C442629FBF6}" srcOrd="1" destOrd="0" parTransId="{4425A215-A9A6-449F-865D-F274CBB9F33B}" sibTransId="{BB3C44F7-EC90-4D8E-950C-23E04B03B1C3}"/>
    <dgm:cxn modelId="{22527F59-3E26-444B-B541-6A3BF3F40D72}" srcId="{B3B86F49-1F7A-4D1D-99D1-DA97E7720D8B}" destId="{059C4B62-CEEF-4F99-B5E2-AA826A61A864}" srcOrd="0" destOrd="0" parTransId="{3D0C1FCF-1ECE-4BCE-BE4F-A363F0E6ECF6}" sibTransId="{9C77F82D-F19C-4208-9445-9B59C9C68650}"/>
    <dgm:cxn modelId="{967AEC79-C6E6-4796-8221-049470625936}" srcId="{3C821EE4-4D53-49A0-B5BF-0FB8733369E9}" destId="{B3B86F49-1F7A-4D1D-99D1-DA97E7720D8B}" srcOrd="0" destOrd="0" parTransId="{58CC6B00-1836-44A0-9160-82EDFBDC801C}" sibTransId="{50BAFF73-9EB1-4E43-BD85-7F3E75DD53E2}"/>
    <dgm:cxn modelId="{2AA5A684-F766-445C-8B44-9B1262C74841}" type="presOf" srcId="{1831481D-BA51-4966-A708-554EE86ECBD5}" destId="{3726E158-2DE8-49DB-9146-CE00D987DA92}" srcOrd="0" destOrd="0" presId="urn:microsoft.com/office/officeart/2005/8/layout/hierarchy6"/>
    <dgm:cxn modelId="{B955228C-074E-47C4-A1D3-4A83E40890B8}" type="presOf" srcId="{B0551890-D7CB-4D46-A638-6C442629FBF6}" destId="{420B45D8-9A74-4F7C-A0C8-4A1C944F2B57}" srcOrd="0" destOrd="0" presId="urn:microsoft.com/office/officeart/2005/8/layout/hierarchy6"/>
    <dgm:cxn modelId="{9EF5F2A1-0C52-4857-9418-8BC24A8134AC}" type="presOf" srcId="{4D1DA2CF-6D76-4BDA-A0B4-ECA7739F5FDD}" destId="{0DD0E0D5-E40D-45CA-BCE4-3DF5EE1BD9A9}" srcOrd="0" destOrd="0" presId="urn:microsoft.com/office/officeart/2005/8/layout/hierarchy6"/>
    <dgm:cxn modelId="{2F97AFAB-1097-4146-BC64-353A917B43D6}" type="presOf" srcId="{3F7BDAC6-74F9-4C7D-B06A-6164F3F7FD7C}" destId="{7DDD8A71-8F87-4FFE-9C33-CCAFB2A35CC1}" srcOrd="0" destOrd="0" presId="urn:microsoft.com/office/officeart/2005/8/layout/hierarchy6"/>
    <dgm:cxn modelId="{3A536CAD-A563-40AD-81C8-1F78F66763D3}" type="presOf" srcId="{059C4B62-CEEF-4F99-B5E2-AA826A61A864}" destId="{E1474C24-2EF7-42A4-BE35-7688333870E3}" srcOrd="0" destOrd="0" presId="urn:microsoft.com/office/officeart/2005/8/layout/hierarchy6"/>
    <dgm:cxn modelId="{A5D4D0B1-AA98-4523-B3E1-DD5F804EEAFD}" srcId="{3C821EE4-4D53-49A0-B5BF-0FB8733369E9}" destId="{BAFCEAFD-6197-4C81-A175-6BB1B9C99939}" srcOrd="1" destOrd="0" parTransId="{1831481D-BA51-4966-A708-554EE86ECBD5}" sibTransId="{85CCF1F3-F5DF-4410-899B-6FA2875B2869}"/>
    <dgm:cxn modelId="{5A4CDFC2-0CE2-49C0-ABB9-BB726F169282}" srcId="{3F7BDAC6-74F9-4C7D-B06A-6164F3F7FD7C}" destId="{7968E9DA-19B4-43E6-8915-824097DD0DDB}" srcOrd="0" destOrd="0" parTransId="{4D1DA2CF-6D76-4BDA-A0B4-ECA7739F5FDD}" sibTransId="{0657D83B-F261-4B7E-A654-6CBAB75C001A}"/>
    <dgm:cxn modelId="{AAC612CF-3BFA-4AF8-8C76-1FC74EFC615B}" srcId="{059C4B62-CEEF-4F99-B5E2-AA826A61A864}" destId="{A865A667-15E1-4D1A-905F-CA6799794CC5}" srcOrd="0" destOrd="0" parTransId="{B55CCDC8-D791-4DB7-B9C9-C4FA69C976D9}" sibTransId="{2441FFE2-2F81-4B74-964D-B66C469EAA46}"/>
    <dgm:cxn modelId="{70F3E7D1-8AC5-4EEB-A237-AD1DCC27B011}" type="presOf" srcId="{B55CCDC8-D791-4DB7-B9C9-C4FA69C976D9}" destId="{F3A1C37C-EEC6-45F3-900F-8B634FF129D5}" srcOrd="0" destOrd="0" presId="urn:microsoft.com/office/officeart/2005/8/layout/hierarchy6"/>
    <dgm:cxn modelId="{8982E1F3-E25F-459A-BDAD-553653BE6E88}" srcId="{29471E2D-6C20-4E1F-B707-48A0E56726E3}" destId="{308C81DF-DD70-4BFA-B20F-0A7E3F4C2577}" srcOrd="0" destOrd="0" parTransId="{7E997641-932F-4B07-A684-578696691F03}" sibTransId="{F22E6584-4F62-400A-A36F-D03F1DBB4688}"/>
    <dgm:cxn modelId="{360773FF-BE88-4BF7-BC45-569194DC7569}" type="presOf" srcId="{A865A667-15E1-4D1A-905F-CA6799794CC5}" destId="{701A0E37-9D8F-4D49-9421-339F33010593}" srcOrd="0" destOrd="0" presId="urn:microsoft.com/office/officeart/2005/8/layout/hierarchy6"/>
    <dgm:cxn modelId="{7C0A13D3-C40E-4393-9989-F9CB80144C91}" type="presParOf" srcId="{0596B683-E25A-4BCA-AA76-307BC9712F42}" destId="{5F5E4BB4-EA84-44B2-A9BE-2F9E24659B11}" srcOrd="0" destOrd="0" presId="urn:microsoft.com/office/officeart/2005/8/layout/hierarchy6"/>
    <dgm:cxn modelId="{DC8A84F9-9694-42DB-9775-E730140C72B3}" type="presParOf" srcId="{5F5E4BB4-EA84-44B2-A9BE-2F9E24659B11}" destId="{AB78D011-AC18-466A-A1D5-50BFCD8B7D0E}" srcOrd="0" destOrd="0" presId="urn:microsoft.com/office/officeart/2005/8/layout/hierarchy6"/>
    <dgm:cxn modelId="{BD9D53A1-EBD7-4EAC-8EFC-754834082540}" type="presParOf" srcId="{AB78D011-AC18-466A-A1D5-50BFCD8B7D0E}" destId="{EB621821-D55C-4048-A0CA-82BC51095432}" srcOrd="0" destOrd="0" presId="urn:microsoft.com/office/officeart/2005/8/layout/hierarchy6"/>
    <dgm:cxn modelId="{24A16428-92AA-4049-96E0-276659F8E8E2}" type="presParOf" srcId="{EB621821-D55C-4048-A0CA-82BC51095432}" destId="{BCCBE3BB-1852-4096-A22D-84F0E3627CF1}" srcOrd="0" destOrd="0" presId="urn:microsoft.com/office/officeart/2005/8/layout/hierarchy6"/>
    <dgm:cxn modelId="{DF263E4E-6B5D-4F70-962E-F110B7305FDC}" type="presParOf" srcId="{EB621821-D55C-4048-A0CA-82BC51095432}" destId="{B8CD38B8-6EC3-4926-8966-6C7F0398BC70}" srcOrd="1" destOrd="0" presId="urn:microsoft.com/office/officeart/2005/8/layout/hierarchy6"/>
    <dgm:cxn modelId="{BF425673-8E49-467F-B80D-E65505DEEE47}" type="presParOf" srcId="{B8CD38B8-6EC3-4926-8966-6C7F0398BC70}" destId="{91DBBF10-268A-4080-85F3-347BD5322837}" srcOrd="0" destOrd="0" presId="urn:microsoft.com/office/officeart/2005/8/layout/hierarchy6"/>
    <dgm:cxn modelId="{9BCA9DDA-53B0-421B-8D9C-8529FA35042C}" type="presParOf" srcId="{B8CD38B8-6EC3-4926-8966-6C7F0398BC70}" destId="{47469255-BDC4-4508-9DA2-05CC0E42AAE4}" srcOrd="1" destOrd="0" presId="urn:microsoft.com/office/officeart/2005/8/layout/hierarchy6"/>
    <dgm:cxn modelId="{72E2F6A5-FA0D-443A-B2C7-82D0FB76F092}" type="presParOf" srcId="{47469255-BDC4-4508-9DA2-05CC0E42AAE4}" destId="{66F58A6C-4AC2-488B-B5E1-5A2CAAD16D98}" srcOrd="0" destOrd="0" presId="urn:microsoft.com/office/officeart/2005/8/layout/hierarchy6"/>
    <dgm:cxn modelId="{BC0F4B7D-68FE-4D13-85ED-063522017E2C}" type="presParOf" srcId="{47469255-BDC4-4508-9DA2-05CC0E42AAE4}" destId="{95566EE4-8FF7-4A62-80DC-4FC71E05960A}" srcOrd="1" destOrd="0" presId="urn:microsoft.com/office/officeart/2005/8/layout/hierarchy6"/>
    <dgm:cxn modelId="{F125DC87-25BB-4EE9-82D0-E2AB7104BD24}" type="presParOf" srcId="{95566EE4-8FF7-4A62-80DC-4FC71E05960A}" destId="{A682F8BB-6B23-4109-9E4E-7D092D57E4B1}" srcOrd="0" destOrd="0" presId="urn:microsoft.com/office/officeart/2005/8/layout/hierarchy6"/>
    <dgm:cxn modelId="{18E63DB7-ED30-41CD-AB99-75E4C9EEEA01}" type="presParOf" srcId="{95566EE4-8FF7-4A62-80DC-4FC71E05960A}" destId="{9AA01966-EB2E-4A24-8B34-54186219856C}" srcOrd="1" destOrd="0" presId="urn:microsoft.com/office/officeart/2005/8/layout/hierarchy6"/>
    <dgm:cxn modelId="{BA39D84B-6480-4D81-9255-196A38C6AD52}" type="presParOf" srcId="{9AA01966-EB2E-4A24-8B34-54186219856C}" destId="{E1474C24-2EF7-42A4-BE35-7688333870E3}" srcOrd="0" destOrd="0" presId="urn:microsoft.com/office/officeart/2005/8/layout/hierarchy6"/>
    <dgm:cxn modelId="{24E02125-BFEE-4041-95DF-5B7402720CB3}" type="presParOf" srcId="{9AA01966-EB2E-4A24-8B34-54186219856C}" destId="{D19A1D95-37E1-4993-985C-0A4FB3783963}" srcOrd="1" destOrd="0" presId="urn:microsoft.com/office/officeart/2005/8/layout/hierarchy6"/>
    <dgm:cxn modelId="{111E60E8-A3DC-40A5-AA66-AF28069CAE59}" type="presParOf" srcId="{D19A1D95-37E1-4993-985C-0A4FB3783963}" destId="{F3A1C37C-EEC6-45F3-900F-8B634FF129D5}" srcOrd="0" destOrd="0" presId="urn:microsoft.com/office/officeart/2005/8/layout/hierarchy6"/>
    <dgm:cxn modelId="{F024C3A2-6BED-405C-B06B-D38F2E7FB641}" type="presParOf" srcId="{D19A1D95-37E1-4993-985C-0A4FB3783963}" destId="{D6F50474-7601-43E1-AF0E-836F87A66625}" srcOrd="1" destOrd="0" presId="urn:microsoft.com/office/officeart/2005/8/layout/hierarchy6"/>
    <dgm:cxn modelId="{8BCD65D3-D893-451F-BB77-7F49C1CEB397}" type="presParOf" srcId="{D6F50474-7601-43E1-AF0E-836F87A66625}" destId="{701A0E37-9D8F-4D49-9421-339F33010593}" srcOrd="0" destOrd="0" presId="urn:microsoft.com/office/officeart/2005/8/layout/hierarchy6"/>
    <dgm:cxn modelId="{22469CF5-443B-4E32-8DF6-C2962DF08AC8}" type="presParOf" srcId="{D6F50474-7601-43E1-AF0E-836F87A66625}" destId="{6DD580ED-3E74-450C-8477-0B94D857F895}" srcOrd="1" destOrd="0" presId="urn:microsoft.com/office/officeart/2005/8/layout/hierarchy6"/>
    <dgm:cxn modelId="{47B3B88F-14CB-48CC-A669-9C34AE81A7D3}" type="presParOf" srcId="{95566EE4-8FF7-4A62-80DC-4FC71E05960A}" destId="{2597C8BD-566B-4C8D-A06C-9EE41F8047A2}" srcOrd="2" destOrd="0" presId="urn:microsoft.com/office/officeart/2005/8/layout/hierarchy6"/>
    <dgm:cxn modelId="{83D4E344-3E1D-4EC2-B47C-BF5B1AC2910B}" type="presParOf" srcId="{95566EE4-8FF7-4A62-80DC-4FC71E05960A}" destId="{96171576-EB83-4389-B23F-88C9CE4AF907}" srcOrd="3" destOrd="0" presId="urn:microsoft.com/office/officeart/2005/8/layout/hierarchy6"/>
    <dgm:cxn modelId="{523C544C-1C34-462E-9F3F-5F068683E425}" type="presParOf" srcId="{96171576-EB83-4389-B23F-88C9CE4AF907}" destId="{420B45D8-9A74-4F7C-A0C8-4A1C944F2B57}" srcOrd="0" destOrd="0" presId="urn:microsoft.com/office/officeart/2005/8/layout/hierarchy6"/>
    <dgm:cxn modelId="{99791E0C-4497-4C97-8910-1A486BF002D6}" type="presParOf" srcId="{96171576-EB83-4389-B23F-88C9CE4AF907}" destId="{698FEE23-9833-4CCD-9BD5-8F404448D271}" srcOrd="1" destOrd="0" presId="urn:microsoft.com/office/officeart/2005/8/layout/hierarchy6"/>
    <dgm:cxn modelId="{6825EBEE-FC70-47C8-A58D-A0ABE7A2B9A5}" type="presParOf" srcId="{698FEE23-9833-4CCD-9BD5-8F404448D271}" destId="{4E27C482-4790-4357-9C43-03DD9BD6E5AA}" srcOrd="0" destOrd="0" presId="urn:microsoft.com/office/officeart/2005/8/layout/hierarchy6"/>
    <dgm:cxn modelId="{3479867B-E8CC-497C-913C-73A3D5E3F551}" type="presParOf" srcId="{698FEE23-9833-4CCD-9BD5-8F404448D271}" destId="{C8B8C952-5CB8-4F70-A7E2-E2072B66C348}" srcOrd="1" destOrd="0" presId="urn:microsoft.com/office/officeart/2005/8/layout/hierarchy6"/>
    <dgm:cxn modelId="{F054E8CC-263B-4853-A7DB-53BA5D06A8D3}" type="presParOf" srcId="{C8B8C952-5CB8-4F70-A7E2-E2072B66C348}" destId="{0F1C6D03-4B95-434C-8FD7-44F2DA7F752B}" srcOrd="0" destOrd="0" presId="urn:microsoft.com/office/officeart/2005/8/layout/hierarchy6"/>
    <dgm:cxn modelId="{9AEBDC7C-1504-448B-BE42-DFEF0C3033AC}" type="presParOf" srcId="{C8B8C952-5CB8-4F70-A7E2-E2072B66C348}" destId="{88E6392E-6028-46D7-A0AC-BBD889E68B92}" srcOrd="1" destOrd="0" presId="urn:microsoft.com/office/officeart/2005/8/layout/hierarchy6"/>
    <dgm:cxn modelId="{A4FC5BFC-0129-454D-A871-4884A445F589}" type="presParOf" srcId="{B8CD38B8-6EC3-4926-8966-6C7F0398BC70}" destId="{3726E158-2DE8-49DB-9146-CE00D987DA92}" srcOrd="2" destOrd="0" presId="urn:microsoft.com/office/officeart/2005/8/layout/hierarchy6"/>
    <dgm:cxn modelId="{45205953-1324-4B35-B4C8-904384812EC6}" type="presParOf" srcId="{B8CD38B8-6EC3-4926-8966-6C7F0398BC70}" destId="{531B1BFF-592C-4EA1-A7D6-86FF8A24EFA7}" srcOrd="3" destOrd="0" presId="urn:microsoft.com/office/officeart/2005/8/layout/hierarchy6"/>
    <dgm:cxn modelId="{26B1BF9A-D641-45C1-8530-9A65064B378C}" type="presParOf" srcId="{531B1BFF-592C-4EA1-A7D6-86FF8A24EFA7}" destId="{6304445E-F1B3-404A-A316-FA150FA65BFD}" srcOrd="0" destOrd="0" presId="urn:microsoft.com/office/officeart/2005/8/layout/hierarchy6"/>
    <dgm:cxn modelId="{E55FCD3F-7DA2-4674-A42F-FD7B8D727000}" type="presParOf" srcId="{531B1BFF-592C-4EA1-A7D6-86FF8A24EFA7}" destId="{CFE94220-3734-40F3-871B-C04F4126DCC2}" srcOrd="1" destOrd="0" presId="urn:microsoft.com/office/officeart/2005/8/layout/hierarchy6"/>
    <dgm:cxn modelId="{9BA5E1D3-B69E-48BB-AD40-036F63E92278}" type="presParOf" srcId="{CFE94220-3734-40F3-871B-C04F4126DCC2}" destId="{E9E40E88-E2A1-4EF5-BE95-A989B4B34743}" srcOrd="0" destOrd="0" presId="urn:microsoft.com/office/officeart/2005/8/layout/hierarchy6"/>
    <dgm:cxn modelId="{D3E9B874-2838-4FD3-9927-087CA4F31B16}" type="presParOf" srcId="{CFE94220-3734-40F3-871B-C04F4126DCC2}" destId="{691645D1-306D-4AC0-93B4-0881A0E73A6E}" srcOrd="1" destOrd="0" presId="urn:microsoft.com/office/officeart/2005/8/layout/hierarchy6"/>
    <dgm:cxn modelId="{20ADC807-4AEF-4B49-9ACD-0EF9E17CC12A}" type="presParOf" srcId="{691645D1-306D-4AC0-93B4-0881A0E73A6E}" destId="{7DDD8A71-8F87-4FFE-9C33-CCAFB2A35CC1}" srcOrd="0" destOrd="0" presId="urn:microsoft.com/office/officeart/2005/8/layout/hierarchy6"/>
    <dgm:cxn modelId="{7A86F563-9490-4310-84F2-2D5B8B65BB7F}" type="presParOf" srcId="{691645D1-306D-4AC0-93B4-0881A0E73A6E}" destId="{1833743A-BDF2-45C5-90F6-3E2973906FB2}" srcOrd="1" destOrd="0" presId="urn:microsoft.com/office/officeart/2005/8/layout/hierarchy6"/>
    <dgm:cxn modelId="{DF0E3257-06A2-4972-9745-64781448A279}" type="presParOf" srcId="{1833743A-BDF2-45C5-90F6-3E2973906FB2}" destId="{0DD0E0D5-E40D-45CA-BCE4-3DF5EE1BD9A9}" srcOrd="0" destOrd="0" presId="urn:microsoft.com/office/officeart/2005/8/layout/hierarchy6"/>
    <dgm:cxn modelId="{6B1FC6C3-1BCE-48A2-B953-139BFE1379E7}" type="presParOf" srcId="{1833743A-BDF2-45C5-90F6-3E2973906FB2}" destId="{BB618769-62F5-44CE-850B-C3D1872C8283}" srcOrd="1" destOrd="0" presId="urn:microsoft.com/office/officeart/2005/8/layout/hierarchy6"/>
    <dgm:cxn modelId="{3F2AD0AA-DBFE-4C43-994A-4A864B4E40F4}" type="presParOf" srcId="{BB618769-62F5-44CE-850B-C3D1872C8283}" destId="{A9849AEF-7D9B-4F94-A3DE-C417528ECFEC}" srcOrd="0" destOrd="0" presId="urn:microsoft.com/office/officeart/2005/8/layout/hierarchy6"/>
    <dgm:cxn modelId="{ED7A0576-D4AE-40FB-ABF7-259EA21456F1}" type="presParOf" srcId="{BB618769-62F5-44CE-850B-C3D1872C8283}" destId="{9F78AD5A-AA15-424D-9400-1592DD05B578}" srcOrd="1" destOrd="0" presId="urn:microsoft.com/office/officeart/2005/8/layout/hierarchy6"/>
    <dgm:cxn modelId="{8C83526E-B01C-40FD-9C4E-95049F9E9895}" type="presParOf" srcId="{CFE94220-3734-40F3-871B-C04F4126DCC2}" destId="{8A15323D-FD4A-444D-9BFB-D8B5854A0532}" srcOrd="2" destOrd="0" presId="urn:microsoft.com/office/officeart/2005/8/layout/hierarchy6"/>
    <dgm:cxn modelId="{A4187005-2E36-4816-AC4E-E0C88CBF43F7}" type="presParOf" srcId="{CFE94220-3734-40F3-871B-C04F4126DCC2}" destId="{D678C637-FA84-41DF-A177-26CA55C94BFC}" srcOrd="3" destOrd="0" presId="urn:microsoft.com/office/officeart/2005/8/layout/hierarchy6"/>
    <dgm:cxn modelId="{E1AE451F-96C2-41A9-88AC-07642BB890B0}" type="presParOf" srcId="{D678C637-FA84-41DF-A177-26CA55C94BFC}" destId="{5F28C98A-2340-46BD-BC20-5DCFC4AFC7D9}" srcOrd="0" destOrd="0" presId="urn:microsoft.com/office/officeart/2005/8/layout/hierarchy6"/>
    <dgm:cxn modelId="{59ADAD65-C0E9-4DBE-AE0F-DB47C6DFC68F}" type="presParOf" srcId="{D678C637-FA84-41DF-A177-26CA55C94BFC}" destId="{ED15C02C-2416-4E91-86D4-D2107284FA0A}" srcOrd="1" destOrd="0" presId="urn:microsoft.com/office/officeart/2005/8/layout/hierarchy6"/>
    <dgm:cxn modelId="{621D04D4-F035-40E4-812F-87BA823A4CDC}" type="presParOf" srcId="{ED15C02C-2416-4E91-86D4-D2107284FA0A}" destId="{EE27A6E1-3F6E-4D8B-B2C9-CA67DF0CC76D}" srcOrd="0" destOrd="0" presId="urn:microsoft.com/office/officeart/2005/8/layout/hierarchy6"/>
    <dgm:cxn modelId="{14805463-2D5B-4F0C-A370-6C193615AD12}" type="presParOf" srcId="{ED15C02C-2416-4E91-86D4-D2107284FA0A}" destId="{DBAFD74E-1412-4772-BC3A-0EA47041FED3}" srcOrd="1" destOrd="0" presId="urn:microsoft.com/office/officeart/2005/8/layout/hierarchy6"/>
    <dgm:cxn modelId="{8E6C7118-8D42-4428-895E-406DB4C9E8E3}" type="presParOf" srcId="{DBAFD74E-1412-4772-BC3A-0EA47041FED3}" destId="{B761660D-A743-4989-85E6-E2DCCBF994F9}" srcOrd="0" destOrd="0" presId="urn:microsoft.com/office/officeart/2005/8/layout/hierarchy6"/>
    <dgm:cxn modelId="{30EC9328-6843-450C-86A0-C4CD11688118}" type="presParOf" srcId="{DBAFD74E-1412-4772-BC3A-0EA47041FED3}" destId="{2C9D27E3-A20E-48BE-BBFD-C4FE1F74961C}" srcOrd="1" destOrd="0" presId="urn:microsoft.com/office/officeart/2005/8/layout/hierarchy6"/>
    <dgm:cxn modelId="{E4631D6A-C597-4CA5-A8CD-20568AE36981}" type="presParOf" srcId="{0596B683-E25A-4BCA-AA76-307BC9712F42}" destId="{5B133F55-5E67-4489-A73E-21603A9B949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17FDDB-E7A7-4AA4-8A42-314203E177AB}">
      <dsp:nvSpPr>
        <dsp:cNvPr id="0" name=""/>
        <dsp:cNvSpPr/>
      </dsp:nvSpPr>
      <dsp:spPr>
        <a:xfrm>
          <a:off x="3261359" y="0"/>
          <a:ext cx="4892040" cy="2140334"/>
        </a:xfrm>
        <a:prstGeom prst="rightArrow">
          <a:avLst>
            <a:gd name="adj1" fmla="val 75000"/>
            <a:gd name="adj2" fmla="val 50000"/>
          </a:avLst>
        </a:prstGeom>
        <a:solidFill>
          <a:schemeClr val="accent2">
            <a:tint val="40000"/>
            <a:alpha val="90000"/>
            <a:hueOff val="0"/>
            <a:satOff val="0"/>
            <a:lumOff val="0"/>
            <a:alphaOff val="0"/>
          </a:schemeClr>
        </a:solidFill>
        <a:ln>
          <a:noFill/>
        </a:ln>
        <a:effectLst/>
        <a:sp3d z="-161800" extrusionH="10600" contourW="3000">
          <a:bevelT w="48600" h="8600" prst="relaxedInset"/>
          <a:bevelB w="48600" h="8600" prst="relaxedInset"/>
        </a:sp3d>
      </dsp:spPr>
      <dsp:style>
        <a:lnRef idx="0">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228600" lvl="1" indent="-228600" algn="l" defTabSz="1200150">
            <a:lnSpc>
              <a:spcPct val="90000"/>
            </a:lnSpc>
            <a:spcBef>
              <a:spcPct val="0"/>
            </a:spcBef>
            <a:spcAft>
              <a:spcPct val="15000"/>
            </a:spcAft>
            <a:buChar char="•"/>
          </a:pPr>
          <a:r>
            <a:rPr lang="en-GB" sz="2700" kern="1200" dirty="0"/>
            <a:t>Organise</a:t>
          </a:r>
        </a:p>
        <a:p>
          <a:pPr marL="228600" lvl="1" indent="-228600" algn="l" defTabSz="1200150">
            <a:lnSpc>
              <a:spcPct val="90000"/>
            </a:lnSpc>
            <a:spcBef>
              <a:spcPct val="0"/>
            </a:spcBef>
            <a:spcAft>
              <a:spcPct val="15000"/>
            </a:spcAft>
            <a:buChar char="•"/>
          </a:pPr>
          <a:r>
            <a:rPr lang="en-GB" sz="2700" kern="1200" dirty="0"/>
            <a:t>Summarise</a:t>
          </a:r>
        </a:p>
        <a:p>
          <a:pPr marL="228600" lvl="1" indent="-228600" algn="l" defTabSz="1200150">
            <a:lnSpc>
              <a:spcPct val="90000"/>
            </a:lnSpc>
            <a:spcBef>
              <a:spcPct val="0"/>
            </a:spcBef>
            <a:spcAft>
              <a:spcPct val="15000"/>
            </a:spcAft>
            <a:buChar char="•"/>
          </a:pPr>
          <a:r>
            <a:rPr lang="en-GB" sz="2700" kern="1200" dirty="0"/>
            <a:t>Simplify</a:t>
          </a:r>
        </a:p>
        <a:p>
          <a:pPr marL="228600" lvl="1" indent="-228600" algn="l" defTabSz="1200150">
            <a:lnSpc>
              <a:spcPct val="90000"/>
            </a:lnSpc>
            <a:spcBef>
              <a:spcPct val="0"/>
            </a:spcBef>
            <a:spcAft>
              <a:spcPct val="15000"/>
            </a:spcAft>
            <a:buChar char="•"/>
          </a:pPr>
          <a:r>
            <a:rPr lang="en-GB" sz="2700" kern="1200" dirty="0"/>
            <a:t>Describe and present data</a:t>
          </a:r>
        </a:p>
      </dsp:txBody>
      <dsp:txXfrm>
        <a:off x="3261359" y="267542"/>
        <a:ext cx="4089415" cy="1605250"/>
      </dsp:txXfrm>
    </dsp:sp>
    <dsp:sp modelId="{6FF27E59-10AE-4E2D-BAB7-38868D8F2A18}">
      <dsp:nvSpPr>
        <dsp:cNvPr id="0" name=""/>
        <dsp:cNvSpPr/>
      </dsp:nvSpPr>
      <dsp:spPr>
        <a:xfrm>
          <a:off x="0" y="548"/>
          <a:ext cx="3261360" cy="2140334"/>
        </a:xfrm>
        <a:prstGeom prst="roundRect">
          <a:avLst/>
        </a:prstGeom>
        <a:solidFill>
          <a:schemeClr val="accent2">
            <a:hueOff val="0"/>
            <a:satOff val="0"/>
            <a:lumOff val="0"/>
            <a:alphaOff val="0"/>
          </a:schemeClr>
        </a:solidFill>
        <a:ln>
          <a:noFill/>
        </a:ln>
        <a:effectLst>
          <a:outerShdw blurRad="38100" dist="30000" dir="5400000" rotWithShape="0">
            <a:srgbClr val="000000">
              <a:alpha val="45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75260" tIns="87630" rIns="175260" bIns="87630" numCol="1" spcCol="1270" anchor="ctr" anchorCtr="0">
          <a:noAutofit/>
        </a:bodyPr>
        <a:lstStyle/>
        <a:p>
          <a:pPr marL="0" lvl="0" indent="0" algn="ctr" defTabSz="2044700">
            <a:lnSpc>
              <a:spcPct val="90000"/>
            </a:lnSpc>
            <a:spcBef>
              <a:spcPct val="0"/>
            </a:spcBef>
            <a:spcAft>
              <a:spcPct val="35000"/>
            </a:spcAft>
            <a:buNone/>
          </a:pPr>
          <a:r>
            <a:rPr lang="en-GB" sz="4600" kern="1200" dirty="0"/>
            <a:t>Descriptive statistics</a:t>
          </a:r>
        </a:p>
      </dsp:txBody>
      <dsp:txXfrm>
        <a:off x="104482" y="105030"/>
        <a:ext cx="3052396" cy="1931370"/>
      </dsp:txXfrm>
    </dsp:sp>
    <dsp:sp modelId="{3ACF6F9C-ED1F-4183-89EE-1C3C96181F90}">
      <dsp:nvSpPr>
        <dsp:cNvPr id="0" name=""/>
        <dsp:cNvSpPr/>
      </dsp:nvSpPr>
      <dsp:spPr>
        <a:xfrm>
          <a:off x="3261359" y="2354916"/>
          <a:ext cx="4892040" cy="2140334"/>
        </a:xfrm>
        <a:prstGeom prst="rightArrow">
          <a:avLst>
            <a:gd name="adj1" fmla="val 75000"/>
            <a:gd name="adj2" fmla="val 50000"/>
          </a:avLst>
        </a:prstGeom>
        <a:solidFill>
          <a:schemeClr val="accent3">
            <a:tint val="40000"/>
            <a:alpha val="90000"/>
            <a:hueOff val="0"/>
            <a:satOff val="0"/>
            <a:lumOff val="0"/>
            <a:alphaOff val="0"/>
          </a:schemeClr>
        </a:solidFill>
        <a:ln>
          <a:noFill/>
        </a:ln>
        <a:effectLst/>
        <a:sp3d z="-161800" extrusionH="10600" contourW="3000">
          <a:bevelT w="48600" h="8600" prst="relaxedInset"/>
          <a:bevelB w="48600" h="8600" prst="relaxedInset"/>
        </a:sp3d>
      </dsp:spPr>
      <dsp:style>
        <a:lnRef idx="0">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228600" lvl="1" indent="-228600" algn="l" defTabSz="1200150">
            <a:lnSpc>
              <a:spcPct val="90000"/>
            </a:lnSpc>
            <a:spcBef>
              <a:spcPct val="0"/>
            </a:spcBef>
            <a:spcAft>
              <a:spcPct val="15000"/>
            </a:spcAft>
            <a:buChar char="•"/>
          </a:pPr>
          <a:r>
            <a:rPr lang="en-GB" sz="2700" kern="1200" dirty="0"/>
            <a:t>Generalise from sample to population</a:t>
          </a:r>
        </a:p>
        <a:p>
          <a:pPr marL="228600" lvl="1" indent="-228600" algn="l" defTabSz="1200150">
            <a:lnSpc>
              <a:spcPct val="90000"/>
            </a:lnSpc>
            <a:spcBef>
              <a:spcPct val="0"/>
            </a:spcBef>
            <a:spcAft>
              <a:spcPct val="15000"/>
            </a:spcAft>
            <a:buChar char="•"/>
          </a:pPr>
          <a:r>
            <a:rPr lang="en-GB" sz="2700" kern="1200" dirty="0"/>
            <a:t>Hypothesis testing</a:t>
          </a:r>
        </a:p>
        <a:p>
          <a:pPr marL="228600" lvl="1" indent="-228600" algn="l" defTabSz="1200150">
            <a:lnSpc>
              <a:spcPct val="90000"/>
            </a:lnSpc>
            <a:spcBef>
              <a:spcPct val="0"/>
            </a:spcBef>
            <a:spcAft>
              <a:spcPct val="15000"/>
            </a:spcAft>
            <a:buChar char="•"/>
          </a:pPr>
          <a:r>
            <a:rPr lang="en-GB" sz="2700" kern="1200" dirty="0"/>
            <a:t>Make predictions</a:t>
          </a:r>
        </a:p>
      </dsp:txBody>
      <dsp:txXfrm>
        <a:off x="3261359" y="2622458"/>
        <a:ext cx="4089415" cy="1605250"/>
      </dsp:txXfrm>
    </dsp:sp>
    <dsp:sp modelId="{0FA026BA-8ECE-4C98-8D2E-A73186DE50D1}">
      <dsp:nvSpPr>
        <dsp:cNvPr id="0" name=""/>
        <dsp:cNvSpPr/>
      </dsp:nvSpPr>
      <dsp:spPr>
        <a:xfrm>
          <a:off x="0" y="2354916"/>
          <a:ext cx="3261360" cy="2140334"/>
        </a:xfrm>
        <a:prstGeom prst="roundRect">
          <a:avLst/>
        </a:prstGeom>
        <a:solidFill>
          <a:schemeClr val="accent3">
            <a:hueOff val="0"/>
            <a:satOff val="0"/>
            <a:lumOff val="0"/>
            <a:alphaOff val="0"/>
          </a:schemeClr>
        </a:solidFill>
        <a:ln>
          <a:noFill/>
        </a:ln>
        <a:effectLst>
          <a:outerShdw blurRad="38100" dist="30000" dir="5400000" rotWithShape="0">
            <a:srgbClr val="000000">
              <a:alpha val="45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75260" tIns="87630" rIns="175260" bIns="87630" numCol="1" spcCol="1270" anchor="ctr" anchorCtr="0">
          <a:noAutofit/>
        </a:bodyPr>
        <a:lstStyle/>
        <a:p>
          <a:pPr marL="0" lvl="0" indent="0" algn="ctr" defTabSz="2044700">
            <a:lnSpc>
              <a:spcPct val="90000"/>
            </a:lnSpc>
            <a:spcBef>
              <a:spcPct val="0"/>
            </a:spcBef>
            <a:spcAft>
              <a:spcPct val="35000"/>
            </a:spcAft>
            <a:buNone/>
          </a:pPr>
          <a:r>
            <a:rPr lang="en-GB" sz="4600" kern="1200" dirty="0"/>
            <a:t>Inferential statistics</a:t>
          </a:r>
        </a:p>
      </dsp:txBody>
      <dsp:txXfrm>
        <a:off x="104482" y="2459398"/>
        <a:ext cx="3052396" cy="19313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BE3BB-1852-4096-A22D-84F0E3627CF1}">
      <dsp:nvSpPr>
        <dsp:cNvPr id="0" name=""/>
        <dsp:cNvSpPr/>
      </dsp:nvSpPr>
      <dsp:spPr>
        <a:xfrm>
          <a:off x="3976901" y="216066"/>
          <a:ext cx="835729" cy="557153"/>
        </a:xfrm>
        <a:prstGeom prst="roundRect">
          <a:avLst>
            <a:gd name="adj" fmla="val 10000"/>
          </a:avLst>
        </a:prstGeom>
        <a:solidFill>
          <a:schemeClr val="accent5">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Statistical variables</a:t>
          </a:r>
        </a:p>
      </dsp:txBody>
      <dsp:txXfrm>
        <a:off x="3993219" y="232384"/>
        <a:ext cx="803093" cy="524517"/>
      </dsp:txXfrm>
    </dsp:sp>
    <dsp:sp modelId="{91DBBF10-268A-4080-85F3-347BD5322837}">
      <dsp:nvSpPr>
        <dsp:cNvPr id="0" name=""/>
        <dsp:cNvSpPr/>
      </dsp:nvSpPr>
      <dsp:spPr>
        <a:xfrm>
          <a:off x="2100406" y="773219"/>
          <a:ext cx="2294359" cy="175330"/>
        </a:xfrm>
        <a:custGeom>
          <a:avLst/>
          <a:gdLst/>
          <a:ahLst/>
          <a:cxnLst/>
          <a:rect l="0" t="0" r="0" b="0"/>
          <a:pathLst>
            <a:path>
              <a:moveTo>
                <a:pt x="2294359" y="0"/>
              </a:moveTo>
              <a:lnTo>
                <a:pt x="2294359" y="87665"/>
              </a:lnTo>
              <a:lnTo>
                <a:pt x="0" y="87665"/>
              </a:lnTo>
              <a:lnTo>
                <a:pt x="0" y="175330"/>
              </a:lnTo>
            </a:path>
          </a:pathLst>
        </a:custGeom>
        <a:noFill/>
        <a:ln w="1905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F58A6C-4AC2-488B-B5E1-5A2CAAD16D98}">
      <dsp:nvSpPr>
        <dsp:cNvPr id="0" name=""/>
        <dsp:cNvSpPr/>
      </dsp:nvSpPr>
      <dsp:spPr>
        <a:xfrm>
          <a:off x="1552431" y="948550"/>
          <a:ext cx="1095951" cy="557153"/>
        </a:xfrm>
        <a:prstGeom prst="roundRect">
          <a:avLst>
            <a:gd name="adj" fmla="val 10000"/>
          </a:avLst>
        </a:prstGeom>
        <a:solidFill>
          <a:schemeClr val="accent2">
            <a:lumMod val="5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Qualitative</a:t>
          </a:r>
        </a:p>
      </dsp:txBody>
      <dsp:txXfrm>
        <a:off x="1568749" y="964868"/>
        <a:ext cx="1063315" cy="524517"/>
      </dsp:txXfrm>
    </dsp:sp>
    <dsp:sp modelId="{A682F8BB-6B23-4109-9E4E-7D092D57E4B1}">
      <dsp:nvSpPr>
        <dsp:cNvPr id="0" name=""/>
        <dsp:cNvSpPr/>
      </dsp:nvSpPr>
      <dsp:spPr>
        <a:xfrm>
          <a:off x="954617" y="1505703"/>
          <a:ext cx="1145789" cy="222861"/>
        </a:xfrm>
        <a:custGeom>
          <a:avLst/>
          <a:gdLst/>
          <a:ahLst/>
          <a:cxnLst/>
          <a:rect l="0" t="0" r="0" b="0"/>
          <a:pathLst>
            <a:path>
              <a:moveTo>
                <a:pt x="1145789" y="0"/>
              </a:moveTo>
              <a:lnTo>
                <a:pt x="1145789" y="111430"/>
              </a:lnTo>
              <a:lnTo>
                <a:pt x="0" y="111430"/>
              </a:lnTo>
              <a:lnTo>
                <a:pt x="0"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474C24-2EF7-42A4-BE35-7688333870E3}">
      <dsp:nvSpPr>
        <dsp:cNvPr id="0" name=""/>
        <dsp:cNvSpPr/>
      </dsp:nvSpPr>
      <dsp:spPr>
        <a:xfrm>
          <a:off x="536752" y="1728564"/>
          <a:ext cx="835729" cy="557153"/>
        </a:xfrm>
        <a:prstGeom prst="roundRect">
          <a:avLst>
            <a:gd name="adj" fmla="val 10000"/>
          </a:avLst>
        </a:prstGeom>
        <a:solidFill>
          <a:schemeClr val="accent2">
            <a:lumMod val="75000"/>
          </a:schemeClr>
        </a:solidFill>
        <a:ln w="19050" cap="flat" cmpd="sng" algn="ctr">
          <a:solidFill>
            <a:srgbClr val="FFFFFF">
              <a:alpha val="2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Nominal</a:t>
          </a:r>
        </a:p>
      </dsp:txBody>
      <dsp:txXfrm>
        <a:off x="553070" y="1744882"/>
        <a:ext cx="803093" cy="524517"/>
      </dsp:txXfrm>
    </dsp:sp>
    <dsp:sp modelId="{F3A1C37C-EEC6-45F3-900F-8B634FF129D5}">
      <dsp:nvSpPr>
        <dsp:cNvPr id="0" name=""/>
        <dsp:cNvSpPr/>
      </dsp:nvSpPr>
      <dsp:spPr>
        <a:xfrm>
          <a:off x="908897"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1A0E37-9D8F-4D49-9421-339F33010593}">
      <dsp:nvSpPr>
        <dsp:cNvPr id="0" name=""/>
        <dsp:cNvSpPr/>
      </dsp:nvSpPr>
      <dsp:spPr>
        <a:xfrm>
          <a:off x="2983" y="2508579"/>
          <a:ext cx="1903266" cy="2246765"/>
        </a:xfrm>
        <a:prstGeom prst="roundRect">
          <a:avLst>
            <a:gd name="adj" fmla="val 10000"/>
          </a:avLst>
        </a:prstGeom>
        <a:solidFill>
          <a:schemeClr val="accent2">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300"/>
            </a:spcAft>
            <a:buNone/>
          </a:pPr>
          <a:r>
            <a:rPr lang="en-GB" sz="1400" kern="1200" dirty="0">
              <a:latin typeface="+mn-lt"/>
            </a:rPr>
            <a:t>The attribute can be named</a:t>
          </a:r>
        </a:p>
        <a:p>
          <a:pPr marL="0" lvl="0" indent="0" algn="ctr" defTabSz="622300">
            <a:lnSpc>
              <a:spcPct val="100000"/>
            </a:lnSpc>
            <a:spcBef>
              <a:spcPct val="0"/>
            </a:spcBef>
            <a:spcAft>
              <a:spcPts val="300"/>
            </a:spcAft>
            <a:buNone/>
          </a:pPr>
          <a:r>
            <a:rPr lang="en-GB" sz="1400" b="1" kern="1200" dirty="0">
              <a:highlight>
                <a:srgbClr val="000080"/>
              </a:highlight>
              <a:latin typeface="+mn-lt"/>
            </a:rPr>
            <a:t>In UX</a:t>
          </a:r>
        </a:p>
        <a:p>
          <a:pPr marL="0" lvl="0" indent="0" algn="ctr" defTabSz="622300">
            <a:lnSpc>
              <a:spcPct val="100000"/>
            </a:lnSpc>
            <a:spcBef>
              <a:spcPct val="0"/>
            </a:spcBef>
            <a:spcAft>
              <a:spcPts val="300"/>
            </a:spcAft>
            <a:buNone/>
          </a:pPr>
          <a:r>
            <a:rPr lang="en-GB" sz="1400" kern="1200" dirty="0">
              <a:solidFill>
                <a:prstClr val="black">
                  <a:lumMod val="85000"/>
                  <a:lumOff val="15000"/>
                </a:prstClr>
              </a:solidFill>
              <a:latin typeface="Tw Cen MT"/>
              <a:ea typeface="+mn-ea"/>
              <a:cs typeface="+mn-cs"/>
            </a:rPr>
            <a:t>Gender</a:t>
          </a:r>
        </a:p>
        <a:p>
          <a:pPr marL="0" lvl="0" indent="0" algn="ctr" defTabSz="622300">
            <a:lnSpc>
              <a:spcPct val="100000"/>
            </a:lnSpc>
            <a:spcBef>
              <a:spcPct val="0"/>
            </a:spcBef>
            <a:spcAft>
              <a:spcPts val="300"/>
            </a:spcAft>
            <a:buNone/>
          </a:pPr>
          <a:r>
            <a:rPr lang="en-GB" sz="1400" kern="1200" dirty="0">
              <a:solidFill>
                <a:schemeClr val="tx1">
                  <a:lumMod val="85000"/>
                  <a:lumOff val="15000"/>
                </a:schemeClr>
              </a:solidFill>
              <a:latin typeface="+mn-lt"/>
            </a:rPr>
            <a:t>Type of users (OS/Windows)</a:t>
          </a:r>
        </a:p>
        <a:p>
          <a:pPr marL="0" lvl="0" indent="0" algn="ctr" defTabSz="622300">
            <a:lnSpc>
              <a:spcPct val="100000"/>
            </a:lnSpc>
            <a:spcBef>
              <a:spcPct val="0"/>
            </a:spcBef>
            <a:spcAft>
              <a:spcPts val="300"/>
            </a:spcAft>
            <a:buNone/>
          </a:pPr>
          <a:r>
            <a:rPr lang="en-GB" sz="1400" kern="1200" dirty="0">
              <a:solidFill>
                <a:schemeClr val="tx1">
                  <a:lumMod val="85000"/>
                  <a:lumOff val="15000"/>
                </a:schemeClr>
              </a:solidFill>
              <a:latin typeface="+mn-lt"/>
            </a:rPr>
            <a:t>Users in different geographical locations</a:t>
          </a:r>
        </a:p>
        <a:p>
          <a:pPr marL="0" lvl="0" indent="0" algn="ctr" defTabSz="622300">
            <a:lnSpc>
              <a:spcPct val="100000"/>
            </a:lnSpc>
            <a:spcBef>
              <a:spcPct val="0"/>
            </a:spcBef>
            <a:spcAft>
              <a:spcPts val="300"/>
            </a:spcAft>
            <a:buNone/>
          </a:pPr>
          <a:endParaRPr lang="en-GB" sz="1400" kern="1200" dirty="0">
            <a:latin typeface="+mn-lt"/>
          </a:endParaRPr>
        </a:p>
      </dsp:txBody>
      <dsp:txXfrm>
        <a:off x="58728" y="2564324"/>
        <a:ext cx="1791776" cy="2135275"/>
      </dsp:txXfrm>
    </dsp:sp>
    <dsp:sp modelId="{2597C8BD-566B-4C8D-A06C-9EE41F8047A2}">
      <dsp:nvSpPr>
        <dsp:cNvPr id="0" name=""/>
        <dsp:cNvSpPr/>
      </dsp:nvSpPr>
      <dsp:spPr>
        <a:xfrm>
          <a:off x="2100406" y="1505703"/>
          <a:ext cx="1145789" cy="222861"/>
        </a:xfrm>
        <a:custGeom>
          <a:avLst/>
          <a:gdLst/>
          <a:ahLst/>
          <a:cxnLst/>
          <a:rect l="0" t="0" r="0" b="0"/>
          <a:pathLst>
            <a:path>
              <a:moveTo>
                <a:pt x="0" y="0"/>
              </a:moveTo>
              <a:lnTo>
                <a:pt x="0" y="111430"/>
              </a:lnTo>
              <a:lnTo>
                <a:pt x="1145789" y="111430"/>
              </a:lnTo>
              <a:lnTo>
                <a:pt x="1145789"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0B45D8-9A74-4F7C-A0C8-4A1C944F2B57}">
      <dsp:nvSpPr>
        <dsp:cNvPr id="0" name=""/>
        <dsp:cNvSpPr/>
      </dsp:nvSpPr>
      <dsp:spPr>
        <a:xfrm>
          <a:off x="2828331" y="1728564"/>
          <a:ext cx="835729" cy="557153"/>
        </a:xfrm>
        <a:prstGeom prst="roundRect">
          <a:avLst>
            <a:gd name="adj" fmla="val 10000"/>
          </a:avLst>
        </a:prstGeom>
        <a:solidFill>
          <a:schemeClr val="accent2">
            <a:lumMod val="75000"/>
          </a:schemeClr>
        </a:solidFill>
        <a:ln w="19050" cap="flat" cmpd="sng" algn="ctr">
          <a:solidFill>
            <a:srgbClr val="FFFFFF">
              <a:alpha val="2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Ordinal</a:t>
          </a:r>
        </a:p>
      </dsp:txBody>
      <dsp:txXfrm>
        <a:off x="2844649" y="1744882"/>
        <a:ext cx="803093" cy="524517"/>
      </dsp:txXfrm>
    </dsp:sp>
    <dsp:sp modelId="{4E27C482-4790-4357-9C43-03DD9BD6E5AA}">
      <dsp:nvSpPr>
        <dsp:cNvPr id="0" name=""/>
        <dsp:cNvSpPr/>
      </dsp:nvSpPr>
      <dsp:spPr>
        <a:xfrm>
          <a:off x="3200476"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1C6D03-4B95-434C-8FD7-44F2DA7F752B}">
      <dsp:nvSpPr>
        <dsp:cNvPr id="0" name=""/>
        <dsp:cNvSpPr/>
      </dsp:nvSpPr>
      <dsp:spPr>
        <a:xfrm>
          <a:off x="2156969" y="2508579"/>
          <a:ext cx="2178455" cy="2246765"/>
        </a:xfrm>
        <a:prstGeom prst="roundRect">
          <a:avLst>
            <a:gd name="adj" fmla="val 10000"/>
          </a:avLst>
        </a:prstGeom>
        <a:solidFill>
          <a:schemeClr val="accent2">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300"/>
            </a:spcAft>
            <a:buNone/>
          </a:pPr>
          <a:r>
            <a:rPr lang="en-GB" sz="1400" kern="1200" dirty="0">
              <a:latin typeface="+mn-lt"/>
            </a:rPr>
            <a:t>The attribute can be ordered/organized in a certain way</a:t>
          </a:r>
        </a:p>
        <a:p>
          <a:pPr marL="0" lvl="0" indent="0" algn="ctr" defTabSz="622300">
            <a:lnSpc>
              <a:spcPct val="100000"/>
            </a:lnSpc>
            <a:spcBef>
              <a:spcPct val="0"/>
            </a:spcBef>
            <a:spcAft>
              <a:spcPts val="300"/>
            </a:spcAft>
            <a:buNone/>
          </a:pPr>
          <a:r>
            <a:rPr lang="en-GB" sz="1400" kern="1200" dirty="0">
              <a:latin typeface="+mn-lt"/>
            </a:rPr>
            <a:t>Study level</a:t>
          </a:r>
        </a:p>
        <a:p>
          <a:pPr marL="0" lvl="0" indent="0" algn="ctr" defTabSz="622300">
            <a:lnSpc>
              <a:spcPct val="100000"/>
            </a:lnSpc>
            <a:spcBef>
              <a:spcPct val="0"/>
            </a:spcBef>
            <a:spcAft>
              <a:spcPts val="300"/>
            </a:spcAft>
            <a:buNone/>
          </a:pPr>
          <a:r>
            <a:rPr lang="en-GB" sz="1400" b="1" kern="1200" dirty="0">
              <a:highlight>
                <a:srgbClr val="000080"/>
              </a:highlight>
              <a:latin typeface="+mn-lt"/>
            </a:rPr>
            <a:t>In UX</a:t>
          </a:r>
          <a:endParaRPr lang="en-GB" sz="1400" kern="1200" dirty="0">
            <a:highlight>
              <a:srgbClr val="000080"/>
            </a:highlight>
            <a:latin typeface="+mn-lt"/>
          </a:endParaRPr>
        </a:p>
        <a:p>
          <a:pPr marL="0" lvl="0" indent="0" algn="ctr" defTabSz="622300">
            <a:lnSpc>
              <a:spcPct val="100000"/>
            </a:lnSpc>
            <a:spcBef>
              <a:spcPct val="0"/>
            </a:spcBef>
            <a:spcAft>
              <a:spcPts val="300"/>
            </a:spcAft>
            <a:buNone/>
          </a:pPr>
          <a:r>
            <a:rPr lang="en-GB" sz="1400" kern="1200" dirty="0">
              <a:solidFill>
                <a:schemeClr val="tx1">
                  <a:lumMod val="85000"/>
                  <a:lumOff val="15000"/>
                </a:schemeClr>
              </a:solidFill>
              <a:latin typeface="+mn-lt"/>
            </a:rPr>
            <a:t>Ranked data (rank the 3 designs from 1</a:t>
          </a:r>
          <a:r>
            <a:rPr lang="en-GB" sz="1400" kern="1200" baseline="30000" dirty="0">
              <a:solidFill>
                <a:schemeClr val="tx1">
                  <a:lumMod val="85000"/>
                  <a:lumOff val="15000"/>
                </a:schemeClr>
              </a:solidFill>
              <a:latin typeface="+mn-lt"/>
            </a:rPr>
            <a:t>st</a:t>
          </a:r>
          <a:r>
            <a:rPr lang="en-GB" sz="1400" kern="1200" dirty="0">
              <a:solidFill>
                <a:schemeClr val="tx1">
                  <a:lumMod val="85000"/>
                  <a:lumOff val="15000"/>
                </a:schemeClr>
              </a:solidFill>
              <a:latin typeface="+mn-lt"/>
            </a:rPr>
            <a:t> preference, 2</a:t>
          </a:r>
          <a:r>
            <a:rPr lang="en-GB" sz="1400" kern="1200" baseline="30000" dirty="0">
              <a:solidFill>
                <a:schemeClr val="tx1">
                  <a:lumMod val="85000"/>
                  <a:lumOff val="15000"/>
                </a:schemeClr>
              </a:solidFill>
              <a:latin typeface="+mn-lt"/>
            </a:rPr>
            <a:t>nd</a:t>
          </a:r>
          <a:r>
            <a:rPr lang="en-GB" sz="1400" kern="1200" dirty="0">
              <a:solidFill>
                <a:schemeClr val="tx1">
                  <a:lumMod val="85000"/>
                  <a:lumOff val="15000"/>
                </a:schemeClr>
              </a:solidFill>
              <a:latin typeface="+mn-lt"/>
            </a:rPr>
            <a:t> preference, 3</a:t>
          </a:r>
          <a:r>
            <a:rPr lang="en-GB" sz="1400" kern="1200" baseline="30000" dirty="0">
              <a:solidFill>
                <a:schemeClr val="tx1">
                  <a:lumMod val="85000"/>
                  <a:lumOff val="15000"/>
                </a:schemeClr>
              </a:solidFill>
              <a:latin typeface="+mn-lt"/>
            </a:rPr>
            <a:t>rd</a:t>
          </a:r>
          <a:r>
            <a:rPr lang="en-GB" sz="1400" kern="1200" dirty="0">
              <a:solidFill>
                <a:schemeClr val="tx1">
                  <a:lumMod val="85000"/>
                  <a:lumOff val="15000"/>
                </a:schemeClr>
              </a:solidFill>
              <a:latin typeface="+mn-lt"/>
            </a:rPr>
            <a:t> preference)</a:t>
          </a:r>
        </a:p>
      </dsp:txBody>
      <dsp:txXfrm>
        <a:off x="2220774" y="2572384"/>
        <a:ext cx="2050845" cy="2119155"/>
      </dsp:txXfrm>
    </dsp:sp>
    <dsp:sp modelId="{3726E158-2DE8-49DB-9146-CE00D987DA92}">
      <dsp:nvSpPr>
        <dsp:cNvPr id="0" name=""/>
        <dsp:cNvSpPr/>
      </dsp:nvSpPr>
      <dsp:spPr>
        <a:xfrm>
          <a:off x="4394766" y="773219"/>
          <a:ext cx="2316138" cy="175330"/>
        </a:xfrm>
        <a:custGeom>
          <a:avLst/>
          <a:gdLst/>
          <a:ahLst/>
          <a:cxnLst/>
          <a:rect l="0" t="0" r="0" b="0"/>
          <a:pathLst>
            <a:path>
              <a:moveTo>
                <a:pt x="0" y="0"/>
              </a:moveTo>
              <a:lnTo>
                <a:pt x="0" y="87665"/>
              </a:lnTo>
              <a:lnTo>
                <a:pt x="2316138" y="87665"/>
              </a:lnTo>
              <a:lnTo>
                <a:pt x="2316138" y="175330"/>
              </a:lnTo>
            </a:path>
          </a:pathLst>
        </a:custGeom>
        <a:noFill/>
        <a:ln w="19050" cap="flat" cmpd="sng" algn="ctr">
          <a:solidFill>
            <a:schemeClr val="accent2">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04445E-F1B3-404A-A316-FA150FA65BFD}">
      <dsp:nvSpPr>
        <dsp:cNvPr id="0" name=""/>
        <dsp:cNvSpPr/>
      </dsp:nvSpPr>
      <dsp:spPr>
        <a:xfrm>
          <a:off x="6128430" y="948550"/>
          <a:ext cx="1164948" cy="557153"/>
        </a:xfrm>
        <a:prstGeom prst="roundRect">
          <a:avLst>
            <a:gd name="adj" fmla="val 10000"/>
          </a:avLst>
        </a:prstGeom>
        <a:solidFill>
          <a:schemeClr val="accent1">
            <a:lumMod val="5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Quantitative</a:t>
          </a:r>
        </a:p>
      </dsp:txBody>
      <dsp:txXfrm>
        <a:off x="6144748" y="964868"/>
        <a:ext cx="1132312" cy="524517"/>
      </dsp:txXfrm>
    </dsp:sp>
    <dsp:sp modelId="{E9E40E88-E2A1-4EF5-BE95-A989B4B34743}">
      <dsp:nvSpPr>
        <dsp:cNvPr id="0" name=""/>
        <dsp:cNvSpPr/>
      </dsp:nvSpPr>
      <dsp:spPr>
        <a:xfrm>
          <a:off x="5568076" y="1505703"/>
          <a:ext cx="1142829" cy="222861"/>
        </a:xfrm>
        <a:custGeom>
          <a:avLst/>
          <a:gdLst/>
          <a:ahLst/>
          <a:cxnLst/>
          <a:rect l="0" t="0" r="0" b="0"/>
          <a:pathLst>
            <a:path>
              <a:moveTo>
                <a:pt x="1142829" y="0"/>
              </a:moveTo>
              <a:lnTo>
                <a:pt x="1142829" y="111430"/>
              </a:lnTo>
              <a:lnTo>
                <a:pt x="0" y="111430"/>
              </a:lnTo>
              <a:lnTo>
                <a:pt x="0"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DD8A71-8F87-4FFE-9C33-CCAFB2A35CC1}">
      <dsp:nvSpPr>
        <dsp:cNvPr id="0" name=""/>
        <dsp:cNvSpPr/>
      </dsp:nvSpPr>
      <dsp:spPr>
        <a:xfrm>
          <a:off x="5063462" y="1728564"/>
          <a:ext cx="1009227" cy="557153"/>
        </a:xfrm>
        <a:prstGeom prst="roundRect">
          <a:avLst>
            <a:gd name="adj" fmla="val 10000"/>
          </a:avLst>
        </a:prstGeom>
        <a:solidFill>
          <a:schemeClr val="accent1">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Interval</a:t>
          </a:r>
        </a:p>
      </dsp:txBody>
      <dsp:txXfrm>
        <a:off x="5079780" y="1744882"/>
        <a:ext cx="976591" cy="524517"/>
      </dsp:txXfrm>
    </dsp:sp>
    <dsp:sp modelId="{0DD0E0D5-E40D-45CA-BCE4-3DF5EE1BD9A9}">
      <dsp:nvSpPr>
        <dsp:cNvPr id="0" name=""/>
        <dsp:cNvSpPr/>
      </dsp:nvSpPr>
      <dsp:spPr>
        <a:xfrm>
          <a:off x="5522356"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849AEF-7D9B-4F94-A3DE-C417528ECFEC}">
      <dsp:nvSpPr>
        <dsp:cNvPr id="0" name=""/>
        <dsp:cNvSpPr/>
      </dsp:nvSpPr>
      <dsp:spPr>
        <a:xfrm>
          <a:off x="4586143" y="2508579"/>
          <a:ext cx="1963865" cy="2246765"/>
        </a:xfrm>
        <a:prstGeom prst="roundRect">
          <a:avLst>
            <a:gd name="adj" fmla="val 10000"/>
          </a:avLst>
        </a:prstGeom>
        <a:solidFill>
          <a:schemeClr val="accent1">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200"/>
            </a:spcAft>
            <a:buNone/>
          </a:pPr>
          <a:r>
            <a:rPr lang="en-GB" sz="1400" kern="1200" dirty="0">
              <a:solidFill>
                <a:prstClr val="white"/>
              </a:solidFill>
              <a:latin typeface="+mn-lt"/>
              <a:ea typeface="+mn-ea"/>
              <a:cs typeface="+mn-cs"/>
            </a:rPr>
            <a:t>Ordered data where the differences between the values are meaningful</a:t>
          </a:r>
        </a:p>
        <a:p>
          <a:pPr marL="0" lvl="0" indent="0" algn="ctr" defTabSz="622300">
            <a:lnSpc>
              <a:spcPct val="100000"/>
            </a:lnSpc>
            <a:spcBef>
              <a:spcPct val="0"/>
            </a:spcBef>
            <a:spcAft>
              <a:spcPts val="200"/>
            </a:spcAft>
            <a:buNone/>
          </a:pPr>
          <a:r>
            <a:rPr lang="en-GB" sz="1400" b="1" kern="1200" dirty="0">
              <a:solidFill>
                <a:prstClr val="white"/>
              </a:solidFill>
              <a:latin typeface="+mn-lt"/>
              <a:ea typeface="+mn-ea"/>
              <a:cs typeface="+mn-cs"/>
            </a:rPr>
            <a:t>No absolute 0</a:t>
          </a:r>
        </a:p>
        <a:p>
          <a:pPr marL="0" lvl="0" indent="0" algn="ctr" defTabSz="622300">
            <a:lnSpc>
              <a:spcPct val="100000"/>
            </a:lnSpc>
            <a:spcBef>
              <a:spcPct val="0"/>
            </a:spcBef>
            <a:spcAft>
              <a:spcPts val="200"/>
            </a:spcAft>
            <a:buNone/>
          </a:pPr>
          <a:r>
            <a:rPr lang="en-GB" sz="1400" b="1" kern="1200" dirty="0">
              <a:highlight>
                <a:srgbClr val="000080"/>
              </a:highlight>
              <a:latin typeface="+mn-lt"/>
            </a:rPr>
            <a:t>In UX</a:t>
          </a:r>
          <a:endParaRPr lang="en-GB" sz="1400" b="1" kern="1200" dirty="0">
            <a:solidFill>
              <a:prstClr val="white"/>
            </a:solidFill>
            <a:highlight>
              <a:srgbClr val="000080"/>
            </a:highlight>
            <a:latin typeface="+mn-lt"/>
            <a:ea typeface="+mn-ea"/>
            <a:cs typeface="+mn-cs"/>
          </a:endParaRP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Scale values</a:t>
          </a: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Usability score</a:t>
          </a: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Mental effort</a:t>
          </a:r>
        </a:p>
        <a:p>
          <a:pPr marL="0" lvl="0" indent="0" algn="ctr" defTabSz="622300">
            <a:lnSpc>
              <a:spcPct val="100000"/>
            </a:lnSpc>
            <a:spcBef>
              <a:spcPct val="0"/>
            </a:spcBef>
            <a:spcAft>
              <a:spcPts val="200"/>
            </a:spcAft>
            <a:buNone/>
          </a:pPr>
          <a:r>
            <a:rPr lang="en-GB" sz="1400" kern="1200" dirty="0">
              <a:solidFill>
                <a:schemeClr val="tx1">
                  <a:lumMod val="85000"/>
                  <a:lumOff val="15000"/>
                </a:schemeClr>
              </a:solidFill>
              <a:latin typeface="+mn-lt"/>
            </a:rPr>
            <a:t>Confidence rating</a:t>
          </a:r>
        </a:p>
      </dsp:txBody>
      <dsp:txXfrm>
        <a:off x="4643663" y="2566099"/>
        <a:ext cx="1848825" cy="2131725"/>
      </dsp:txXfrm>
    </dsp:sp>
    <dsp:sp modelId="{8A15323D-FD4A-444D-9BFB-D8B5854A0532}">
      <dsp:nvSpPr>
        <dsp:cNvPr id="0" name=""/>
        <dsp:cNvSpPr/>
      </dsp:nvSpPr>
      <dsp:spPr>
        <a:xfrm>
          <a:off x="6710905" y="1505703"/>
          <a:ext cx="1133615" cy="222861"/>
        </a:xfrm>
        <a:custGeom>
          <a:avLst/>
          <a:gdLst/>
          <a:ahLst/>
          <a:cxnLst/>
          <a:rect l="0" t="0" r="0" b="0"/>
          <a:pathLst>
            <a:path>
              <a:moveTo>
                <a:pt x="0" y="0"/>
              </a:moveTo>
              <a:lnTo>
                <a:pt x="0" y="111430"/>
              </a:lnTo>
              <a:lnTo>
                <a:pt x="1133615" y="111430"/>
              </a:lnTo>
              <a:lnTo>
                <a:pt x="1133615" y="222861"/>
              </a:lnTo>
            </a:path>
          </a:pathLst>
        </a:custGeom>
        <a:noFill/>
        <a:ln w="19050" cap="flat" cmpd="sng" algn="ctr">
          <a:solidFill>
            <a:schemeClr val="accent2">
              <a:tint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28C98A-2340-46BD-BC20-5DCFC4AFC7D9}">
      <dsp:nvSpPr>
        <dsp:cNvPr id="0" name=""/>
        <dsp:cNvSpPr/>
      </dsp:nvSpPr>
      <dsp:spPr>
        <a:xfrm>
          <a:off x="7330693" y="1728564"/>
          <a:ext cx="1027655" cy="557153"/>
        </a:xfrm>
        <a:prstGeom prst="roundRect">
          <a:avLst>
            <a:gd name="adj" fmla="val 10000"/>
          </a:avLst>
        </a:prstGeom>
        <a:solidFill>
          <a:schemeClr val="accent1">
            <a:lumMod val="7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mn-lt"/>
            </a:rPr>
            <a:t>Ratio</a:t>
          </a:r>
        </a:p>
      </dsp:txBody>
      <dsp:txXfrm>
        <a:off x="7347011" y="1744882"/>
        <a:ext cx="995019" cy="524517"/>
      </dsp:txXfrm>
    </dsp:sp>
    <dsp:sp modelId="{EE27A6E1-3F6E-4D8B-B2C9-CA67DF0CC76D}">
      <dsp:nvSpPr>
        <dsp:cNvPr id="0" name=""/>
        <dsp:cNvSpPr/>
      </dsp:nvSpPr>
      <dsp:spPr>
        <a:xfrm>
          <a:off x="7798800" y="2285718"/>
          <a:ext cx="91440" cy="222861"/>
        </a:xfrm>
        <a:custGeom>
          <a:avLst/>
          <a:gdLst/>
          <a:ahLst/>
          <a:cxnLst/>
          <a:rect l="0" t="0" r="0" b="0"/>
          <a:pathLst>
            <a:path>
              <a:moveTo>
                <a:pt x="45720" y="0"/>
              </a:moveTo>
              <a:lnTo>
                <a:pt x="45720" y="222861"/>
              </a:lnTo>
            </a:path>
          </a:pathLst>
        </a:custGeom>
        <a:noFill/>
        <a:ln w="1905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61660D-A743-4989-85E6-E2DCCBF994F9}">
      <dsp:nvSpPr>
        <dsp:cNvPr id="0" name=""/>
        <dsp:cNvSpPr/>
      </dsp:nvSpPr>
      <dsp:spPr>
        <a:xfrm>
          <a:off x="6800727" y="2508579"/>
          <a:ext cx="2087586" cy="2262922"/>
        </a:xfrm>
        <a:prstGeom prst="roundRect">
          <a:avLst>
            <a:gd name="adj" fmla="val 10000"/>
          </a:avLst>
        </a:prstGeom>
        <a:solidFill>
          <a:schemeClr val="accent1">
            <a:lumMod val="60000"/>
            <a:lum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100000"/>
            </a:lnSpc>
            <a:spcBef>
              <a:spcPct val="0"/>
            </a:spcBef>
            <a:spcAft>
              <a:spcPts val="300"/>
            </a:spcAft>
            <a:buNone/>
          </a:pPr>
          <a:r>
            <a:rPr lang="en-GB" sz="1400" kern="1200" dirty="0">
              <a:solidFill>
                <a:prstClr val="white"/>
              </a:solidFill>
              <a:latin typeface="+mn-lt"/>
              <a:ea typeface="+mn-ea"/>
              <a:cs typeface="+mn-cs"/>
            </a:rPr>
            <a:t>Ordered data where the differences between the values are meaningful</a:t>
          </a:r>
        </a:p>
        <a:p>
          <a:pPr marL="0" lvl="0" indent="0" algn="ctr" defTabSz="622300">
            <a:lnSpc>
              <a:spcPct val="100000"/>
            </a:lnSpc>
            <a:spcBef>
              <a:spcPct val="0"/>
            </a:spcBef>
            <a:spcAft>
              <a:spcPts val="300"/>
            </a:spcAft>
            <a:buNone/>
          </a:pPr>
          <a:r>
            <a:rPr lang="en-GB" sz="1400" b="1" kern="1200" dirty="0">
              <a:solidFill>
                <a:prstClr val="white"/>
              </a:solidFill>
              <a:latin typeface="+mn-lt"/>
              <a:ea typeface="+mn-ea"/>
              <a:cs typeface="+mn-cs"/>
            </a:rPr>
            <a:t>There is an absolute 0</a:t>
          </a:r>
        </a:p>
        <a:p>
          <a:pPr marL="0" lvl="0" indent="0" algn="ctr" defTabSz="622300">
            <a:lnSpc>
              <a:spcPct val="100000"/>
            </a:lnSpc>
            <a:spcBef>
              <a:spcPct val="0"/>
            </a:spcBef>
            <a:spcAft>
              <a:spcPts val="300"/>
            </a:spcAft>
            <a:buNone/>
          </a:pPr>
          <a:r>
            <a:rPr lang="en-GB" sz="1400" b="1" kern="1200" dirty="0">
              <a:highlight>
                <a:srgbClr val="000080"/>
              </a:highlight>
              <a:latin typeface="+mn-lt"/>
            </a:rPr>
            <a:t>In UX</a:t>
          </a:r>
          <a:endParaRPr lang="en-GB" sz="1400" b="1" kern="1200" dirty="0">
            <a:solidFill>
              <a:prstClr val="white"/>
            </a:solidFill>
            <a:highlight>
              <a:srgbClr val="000080"/>
            </a:highlight>
            <a:latin typeface="+mn-lt"/>
            <a:ea typeface="+mn-ea"/>
            <a:cs typeface="+mn-cs"/>
          </a:endParaRPr>
        </a:p>
        <a:p>
          <a:pPr marL="0" lvl="0" indent="0" algn="ctr" defTabSz="622300">
            <a:lnSpc>
              <a:spcPct val="100000"/>
            </a:lnSpc>
            <a:spcBef>
              <a:spcPct val="0"/>
            </a:spcBef>
            <a:spcAft>
              <a:spcPts val="300"/>
            </a:spcAft>
            <a:buNone/>
          </a:pPr>
          <a:r>
            <a:rPr lang="en-GB" sz="1400" b="0" kern="1200" dirty="0">
              <a:solidFill>
                <a:schemeClr val="tx1">
                  <a:lumMod val="85000"/>
                  <a:lumOff val="15000"/>
                </a:schemeClr>
              </a:solidFill>
              <a:latin typeface="+mn-lt"/>
              <a:ea typeface="+mn-ea"/>
              <a:cs typeface="+mn-cs"/>
            </a:rPr>
            <a:t>Time</a:t>
          </a:r>
        </a:p>
        <a:p>
          <a:pPr marL="0" lvl="0" indent="0" algn="ctr" defTabSz="622300">
            <a:lnSpc>
              <a:spcPct val="100000"/>
            </a:lnSpc>
            <a:spcBef>
              <a:spcPct val="0"/>
            </a:spcBef>
            <a:spcAft>
              <a:spcPts val="300"/>
            </a:spcAft>
            <a:buNone/>
          </a:pPr>
          <a:r>
            <a:rPr lang="en-GB" sz="1400" b="0" kern="1200" dirty="0">
              <a:solidFill>
                <a:schemeClr val="tx1">
                  <a:lumMod val="85000"/>
                  <a:lumOff val="15000"/>
                </a:schemeClr>
              </a:solidFill>
              <a:latin typeface="+mn-lt"/>
              <a:ea typeface="+mn-ea"/>
              <a:cs typeface="+mn-cs"/>
            </a:rPr>
            <a:t>Score</a:t>
          </a:r>
        </a:p>
        <a:p>
          <a:pPr marL="0" lvl="0" indent="0" algn="ctr" defTabSz="622300">
            <a:lnSpc>
              <a:spcPct val="100000"/>
            </a:lnSpc>
            <a:spcBef>
              <a:spcPct val="0"/>
            </a:spcBef>
            <a:spcAft>
              <a:spcPts val="300"/>
            </a:spcAft>
            <a:buNone/>
          </a:pPr>
          <a:r>
            <a:rPr lang="en-GB" sz="1400" b="0" kern="1200" dirty="0">
              <a:solidFill>
                <a:schemeClr val="tx1">
                  <a:lumMod val="85000"/>
                  <a:lumOff val="15000"/>
                </a:schemeClr>
              </a:solidFill>
              <a:latin typeface="+mn-lt"/>
              <a:ea typeface="+mn-ea"/>
              <a:cs typeface="+mn-cs"/>
            </a:rPr>
            <a:t>Number of clicks/errors/steps</a:t>
          </a:r>
        </a:p>
      </dsp:txBody>
      <dsp:txXfrm>
        <a:off x="6861870" y="2569722"/>
        <a:ext cx="1965300" cy="2140636"/>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16:12.842"/>
    </inkml:context>
    <inkml:brush xml:id="br0">
      <inkml:brushProperty name="width" value="0.1" units="cm"/>
      <inkml:brushProperty name="height" value="0.1" units="cm"/>
      <inkml:brushProperty name="color" value="#66CC00"/>
    </inkml:brush>
  </inkml:definitions>
  <inkml:trace contextRef="#ctx0" brushRef="#br0">1058 4 24575,'-531'0'0,"501"1"0,1 2 0,0 1 0,0 1 0,0 2 0,1 0 0,0 2 0,0 1 0,-42 22 0,58-24 0,1-1 0,0 1 0,0 1 0,1 0 0,0 0 0,0 1 0,1 0 0,0 1 0,-9 16 0,-2 8 0,-29 68 0,28-55 0,16-37 0,1 1 0,0 0 0,1 0 0,0 0 0,1 0 0,0 1 0,1-1 0,0 0 0,1 1 0,0-1 0,1 1 0,1-1 0,0 0 0,0 1 0,1-1 0,1 0 0,0-1 0,1 1 0,0-1 0,0 1 0,2-2 0,-1 1 0,1-1 0,1 0 0,-1 0 0,2-1 0,0 0 0,0 0 0,0-1 0,1-1 0,0 1 0,16 7 0,19 6 0,2-3 0,1-2 0,63 13 0,156 11 0,197-28 0,-439-12 0,-4-1 0,1-1 0,-1-1 0,0 0 0,0-2 0,0-1 0,0 0 0,-1-1 0,37-20 0,-41 18 0,0 0 0,-1-1 0,0-1 0,-1 0 0,0-1 0,-1-1 0,0 0 0,-1-1 0,0 0 0,17-29 0,-24 33 0,-1 0 0,0-1 0,-1 1 0,0-1 0,0 0 0,-1 0 0,-1 0 0,0 0 0,0 0 0,-1 0 0,-1 0 0,0 0 0,0 0 0,-1 0 0,-4-12 0,-5-17 0,-2 2 0,-29-60 0,28 68 0,-1 0 0,-34-50 0,41 70 0,-1-1 0,0 1 0,-1 1 0,0 0 0,0 0 0,-1 1 0,0 0 0,0 0 0,-23-9 0,3 4-151,-1 2-1,-1 1 0,0 2 0,0 1 1,0 1-1,-1 2 0,0 2 1,-57 2-1,70 1-6674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16:14.551"/>
    </inkml:context>
    <inkml:brush xml:id="br0">
      <inkml:brushProperty name="width" value="0.1" units="cm"/>
      <inkml:brushProperty name="height" value="0.1" units="cm"/>
      <inkml:brushProperty name="color" value="#66CC00"/>
    </inkml:brush>
  </inkml:definitions>
  <inkml:trace contextRef="#ctx0" brushRef="#br0">1352 27 24575,'-281'-19'0,"278"19"0,-108-8 0,-168 11 0,261-2 0,0 0 0,0 2 0,0 0 0,0 1 0,1 0 0,-1 2 0,1 0 0,1 1 0,-1 1 0,1 0 0,-16 12 0,-60 37 0,43-29 0,2 3 0,0 1 0,3 2 0,-61 60 0,97-84 0,0 0 0,1 1 0,0 0 0,1 0 0,0 0 0,1 1 0,0 0 0,1 0 0,0 0 0,1 1 0,0-1 0,1 1 0,1 0 0,-1 18 0,2-21 0,1 0 0,-1 0 0,2 0 0,-1 0 0,2 0 0,-1-1 0,1 1 0,0 0 0,1-1 0,0 0 0,1 0 0,0 0 0,0-1 0,1 1 0,0-1 0,1-1 0,-1 1 0,1-1 0,12 9 0,19 13 0,2-3 0,1-1 0,1-2 0,1-1 0,0-3 0,2-2 0,0-1 0,1-3 0,1-1 0,0-3 0,77 6 0,9-4 0,-59-4 0,142-4 0,-203-5 0,1 0 0,0-1 0,-1-1 0,0 0 0,0-1 0,0-1 0,13-7 0,85-57 0,-87 55 0,8-6 0,-1-1 0,0-2 0,41-41 0,-63 55 0,0 0 0,-1-1 0,0 0 0,-1 0 0,0-1 0,-1 0 0,0 0 0,-1-1 0,-1 0 0,0 1 0,0-1 0,-1-1 0,2-24 0,-3 18-113,-1-1 195,0 0 1,-1-25-1,-1 42-182,1-1 0,-1 0 0,0 0 0,0 0 0,0 0 0,-1 1 0,0-1 1,1 1-1,-2-1 0,1 1 0,0 0 0,-1 0 0,0 0 0,-6-7 0,-26-16-6726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21:30.566"/>
    </inkml:context>
    <inkml:brush xml:id="br0">
      <inkml:brushProperty name="width" value="0.1" units="cm"/>
      <inkml:brushProperty name="height" value="0.1" units="cm"/>
      <inkml:brushProperty name="color" value="#66CC00"/>
    </inkml:brush>
  </inkml:definitions>
  <inkml:trace contextRef="#ctx0" brushRef="#br0">771 1 24575,'-14'1'0,"-1"0"0,1 2 0,0 0 0,1 0 0,-1 1 0,0 1 0,1 0 0,0 1 0,-22 14 0,-12 10 0,-47 40 0,84-63 0,-113 104 0,37-30 0,64-62 0,2 1 0,0 1 0,1 1 0,1 0 0,1 1 0,1 1 0,1 1 0,1 0 0,2 1 0,0 0 0,-10 37 0,10-25 0,3 1 0,1 0 0,1 0 0,0 47 0,6-19 0,4 177 0,-1-231 0,0 0 0,1 0 0,0 0 0,1-1 0,1 0 0,0 0 0,0 0 0,1 0 0,1-1 0,0 0 0,1 0 0,0-1 0,0 1 0,14 11 0,14 10 0,1-1 0,65 41 0,-38-27 0,-4-1 0,-19-12 0,49 29 0,-76-53 0,1 0 0,0-2 0,0 1 0,1-2 0,-1 0 0,1 0 0,29 3 0,54-3 0,112-9 0,-39 0 0,-144 3 0,0-1 0,0-1 0,0-1 0,43-13 0,-55 12 0,-1 0 0,0-1 0,0-1 0,0 0 0,-1-1 0,0 0 0,0-1 0,-1-1 0,16-15 0,-8 1 0,-1-1 0,-2-1 0,-1-1 0,0-1 0,-2 0 0,20-54 0,-17 31 0,-3-2 0,-1 1 0,-4-2 0,9-100 0,-17-222 0,-5 191 0,3 175 0,-2 0 0,1 0 0,-1 0 0,-1 1 0,0-1 0,0 0 0,-1 1 0,0 0 0,-1 0 0,1 0 0,-12-14 0,3 6 0,-1 0 0,0 1 0,-1 1 0,-25-20 0,27 26 0,0 1 0,-1 0 0,0 1 0,0 0 0,-1 1 0,-21-6 0,-99-19 0,70 18 0,-48-14-64,37 7-370,-2 3 1,-83-7-1,136 23-6392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21:32.025"/>
    </inkml:context>
    <inkml:brush xml:id="br0">
      <inkml:brushProperty name="width" value="0.1" units="cm"/>
      <inkml:brushProperty name="height" value="0.1" units="cm"/>
      <inkml:brushProperty name="color" value="#66CC00"/>
    </inkml:brush>
  </inkml:definitions>
  <inkml:trace contextRef="#ctx0" brushRef="#br0">1140 87 24575,'-24'0'0,"0"2"0,1 0 0,-1 2 0,1 0 0,0 2 0,0 1 0,0 0 0,1 2 0,0 0 0,-39 25 0,-46 31 0,-137 110 0,196-135 0,2 2 0,2 2 0,1 2 0,-64 91 0,68-79 0,2 1 0,-47 108 0,74-142 0,1 1 0,1 1 0,2-1 0,0 1 0,2 1 0,1-1 0,1 50 0,2-67 0,1 1 0,0-1 0,0 0 0,1 0 0,1 0 0,0 0 0,0 0 0,1 0 0,0-1 0,1 0 0,0 0 0,0 0 0,1 0 0,0-1 0,0 0 0,1 0 0,0-1 0,1 1 0,-1-2 0,1 1 0,1-1 0,-1 0 0,15 6 0,16 8 0,1-1 0,1-3 0,0-1 0,1-2 0,0-2 0,63 9 0,-39-15 561,315 27-2023,192-11-10067,-548-22 11728,1-2-1,0 0 1,-1-2-1,1-1 1,-2-1-1,1-1 1,-1-1-1,0-1 1,0-1-1,-2-1 1,1-1-1,-2-2 1,1 0-1,-2 0 1,34-36-1,-41 33-194,-1-1 0,0-1-1,-1 0 1,-2 0 0,0-1 0,-1-1-1,7-27 1,9-23 627,109-402 2675,-124 420-2249,-3 0 1,-2 0-1,-2-1 1,-11-106-1,6 145-1057,0 0 0,-1 1 0,0-1 0,-1 1 0,-1 0 0,0 0 0,-1 1 0,-1 0 0,-15-21 0,10 16 0,-1 0 0,-2 1 0,0 1 0,0 1 0,-38-29 0,42 38 0,-1 0 0,0 1 0,0 0 0,0 1 0,-1 1 0,0 0 0,0 1 0,0 0 0,0 1 0,0 1 0,0 0 0,-1 1 0,-15 2 0,-11 2 0,1 2 0,0 1 0,-54 18 0,-66 30-16,97-31-321,-1-3 0,-1-2-1,-77 10 1,117-26-6489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2:57.516"/>
    </inkml:context>
    <inkml:brush xml:id="br0">
      <inkml:brushProperty name="width" value="0.035" units="cm"/>
      <inkml:brushProperty name="height" value="0.035" units="cm"/>
      <inkml:brushProperty name="color" value="#333333"/>
    </inkml:brush>
  </inkml:definitions>
  <inkml:trace contextRef="#ctx0" brushRef="#br0">0 1 24575,'1990'0'-574,"-1534"4"459,876 16-978,2239 36-5101,-2058-33 3272,-341-7 1703,-318-5-736,-246-5 1163,483-5 963,237-39 168,-289-12 688,-792 39 4109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3:03.266"/>
    </inkml:context>
    <inkml:brush xml:id="br0">
      <inkml:brushProperty name="width" value="0.035" units="cm"/>
      <inkml:brushProperty name="height" value="0.035" units="cm"/>
      <inkml:brushProperty name="color" value="#333333"/>
    </inkml:brush>
  </inkml:definitions>
  <inkml:trace contextRef="#ctx0" brushRef="#br0">0 5252 24575,'345'0'1220,"169"0"-6514,-25 0 3715,-429-4 7199,33-13-5799,-34 6 391,5-2-212,-1-2 0,-1-3 0,-1-3 0,0-3 0,-2-2 0,71-43 0,-48 15 0,-2-3 0,128-123 0,-169 145 0,48-53 0,139-181 0,-149 171 0,-28 46 0,-32 35 0,29-37 0,31-50 0,-15 24 0,-4-3 0,69-133 0,-43 59 0,22-52 0,-65 111 0,51-111 0,51-132-152,-86 194-5349,73-148 4370,-94 202 2995,-23 55-224,3 1 0,32-59 0,9-8-1640,-39 68 0,2 0 0,32-42 0,-28 43 0,-2-1 0,20-40 0,-22 37 0,44-63 0,11 0 0,173-209 0,-205 270 0,2 2 0,60-41 0,23-19 0,-20 21 0,-63 47 0,150-107 0,-120 95 0,87-37 0,68-38 0,-198 99 0,1 2 0,1 1 0,46-15 0,111-25 0,-110 35 0,2 0 0,2 5 0,-1 3 0,96-1 0,261 13 0,-203 5 0,-208-3 0,0 1 0,-1 1 0,1 2 0,38 11 0,104 46 0,-153-55 0,58 28 0,-2 4 0,137 93 0,-3 0 0,-183-115 0,-1 2 0,-1 0 0,-1 1 0,0 2 0,-2 0 0,20 27 0,47 46 0,-46-49 0,61 83 0,-66-80 0,56 82 0,-47-63 0,62 69 0,-45-59 0,-4 3 0,-3 3 0,51 104 0,-89-157 0,2 10 0,19 27 0,-5-16 0,36 72 0,20 32 0,29 28 0,-98-149 0,19 41 0,-4-4 0,115 182 0,-59-91 0,20 30 0,-80-146 0,28 45 0,16 26 0,-22-38 0,52 85 0,50 81 0,-98-141 0,-26-47 0,67 96 0,30 15 0,-43-55 0,87 121 0,-149-203-1133,1 0 1,2-2-1,50 44 0,29 12-1974,-33-32 5092,-25-25 3164,2-4-4135,-29-15-1141,0 0-1,-1 1 1,23 18-1,-17-12 128,0-1 0,1-1 0,1-2 0,0-1 0,1-1 0,0-1 0,40 8 0,8 4 0,162 39 0,-55-31 0,-42-9 0,76 7 0,-39-8 0,-90-10 0,1-4 0,119-8 0,15 0 0,114 18 0,207 2 0,-509-18-1365,-5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3:09.381"/>
    </inkml:context>
    <inkml:brush xml:id="br0">
      <inkml:brushProperty name="width" value="0.035" units="cm"/>
      <inkml:brushProperty name="height" value="0.035" units="cm"/>
      <inkml:brushProperty name="color" value="#333333"/>
    </inkml:brush>
  </inkml:definitions>
  <inkml:trace contextRef="#ctx0" brushRef="#br0">0 0 24575,'0'6'0,"0"7"0,0 8 0,0 5 0,0 5 0,0 2 0,0 1 0,0 1 0,0 0 0,0-1 0,0 1 0,0-1 0,0 0 0,0-6-8191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8:14.689"/>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8:16.341"/>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8:18.507"/>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9:00.405"/>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9:00.406"/>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2:59:00.407"/>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3:02:05.223"/>
    </inkml:context>
    <inkml:brush xml:id="br0">
      <inkml:brushProperty name="width" value="0.035" units="cm"/>
      <inkml:brushProperty name="height" value="0.035" units="cm"/>
      <inkml:brushProperty name="color" value="#66CC00"/>
    </inkml:brush>
  </inkml:definitions>
  <inkml:trace contextRef="#ctx0" brushRef="#br0">2626 1 24575,'-22'18'0,"-1"0"0,0-2 0,-1-1 0,-1 0 0,-27 10 0,25-11 0,-677 358-8188,325-152 6466,313-176 2256,2 3 1,-73 71-1,58-49-1086,63-55 80,-255 227-2073,210-182 3855,3 4-1,-65 88 1,53-42-755,-84 175-1,114-205-500,32-63-23,-75 163 3531,75-156-3106,1 0-1,1 0 1,1 1 0,1 0 0,1-1 0,0 29 0,1-34-485,0 0 0,-1 0 0,-1-1-1,-1 1 1,0-1 0,-1 0 0,-16 30 0,5-6-1103,2-5-5694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3:02:07.008"/>
    </inkml:context>
    <inkml:brush xml:id="br0">
      <inkml:brushProperty name="width" value="0.035" units="cm"/>
      <inkml:brushProperty name="height" value="0.035" units="cm"/>
      <inkml:brushProperty name="color" value="#66CC00"/>
    </inkml:brush>
  </inkml:definitions>
  <inkml:trace contextRef="#ctx0" brushRef="#br0">1 0 24575,'6'0'0,"1"6"0,6 2 0,0 5 0,-1 7 0,2-1 0,-1 2 0,-3 3 0,-2 4 0,-4 3 0,4-5 0,12-11 0,8-15 0,-1-13 0,1-4 0,2-10 0,-5-1-8191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3:04:42.447"/>
    </inkml:context>
    <inkml:brush xml:id="br0">
      <inkml:brushProperty name="width" value="0.035" units="cm"/>
      <inkml:brushProperty name="height" value="0.035" units="cm"/>
      <inkml:brushProperty name="color" value="#66CC00"/>
    </inkml:brush>
  </inkml:definitions>
  <inkml:trace contextRef="#ctx0" brushRef="#br0">0 0 24575,'1153'0'-9155,"-1072"4"8304,0 3 0,137 30-1,-156-25 280,530 123 4,-425-74 783,-56-19-146,14 2 949,-2 5 0,184 103 0,93 118 5095,-253-165-2963,77 45-2764,-12-7-1654,-95-63-2555,197 143-1664,-169-99 6640,-15 14 3473,-119-124-4001,99 118 2900,64 54-3014,4-30-5006,62 60-3007,-132-98 7302,-79-82 2528,33 57 0,-23-29 1867,58 81-849,-5 5-6160,27 35-1156,-44-71 6138,-58-85-1245,1 0 1,1-2-1,1 0 0,38 38 0,-48-57-1196,-2 1 0,1 0 0,-1 0 0,9 16 0,-4-4-6553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3:04:43.908"/>
    </inkml:context>
    <inkml:brush xml:id="br0">
      <inkml:brushProperty name="width" value="0.035" units="cm"/>
      <inkml:brushProperty name="height" value="0.035" units="cm"/>
      <inkml:brushProperty name="color" value="#66CC00"/>
    </inkml:brush>
  </inkml:definitions>
  <inkml:trace contextRef="#ctx0" brushRef="#br0">0 219 24575,'6'0'0,"7"0"0,2 6 0,4 2 0,4 0 0,-2 3 0,2 2 0,-4-9 0,-4-10 0,-6-10 0,2-37 0,-1-14 0,-3-2 0,-1 11-8191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3:08:25.827"/>
    </inkml:context>
    <inkml:brush xml:id="br0">
      <inkml:brushProperty name="width" value="0.035" units="cm"/>
      <inkml:brushProperty name="height" value="0.035" units="cm"/>
      <inkml:brushProperty name="color" value="#F6630D"/>
    </inkml:brush>
  </inkml:definitions>
  <inkml:trace contextRef="#ctx0" brushRef="#br0">69 0 24575,'-1'60'0,"-3"-1"0,-22 112 0,10-71 0,5-1 0,1 125 0,9 225 0,3-207 0,7-120 0,2-7 0,15 1268 0,-28-1152 0,4 327 0,9-379 0,0 34 0,0-42 0,1-10 0,2 221-5437,-7-230 4090,-4-6 1347,5 78 0,-2-148-207,26 519-3781,-33-561 6747,1-4-2730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18"/>
    </inkml:context>
    <inkml:brush xml:id="br0">
      <inkml:brushProperty name="width" value="0.035" units="cm"/>
      <inkml:brushProperty name="height" value="0.035" units="cm"/>
      <inkml:brushProperty name="color" value="#333333"/>
    </inkml:brush>
  </inkml:definitions>
  <inkml:trace contextRef="#ctx0" brushRef="#br0">0 1 24575,'1990'0'-574,"-1534"4"459,876 16-978,2239 36-5101,-2058-33 3272,-341-7 1703,-318-5-736,-246-5 1163,483-5 963,237-39 168,-289-12 688,-792 39 4109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19"/>
    </inkml:context>
    <inkml:brush xml:id="br0">
      <inkml:brushProperty name="width" value="0.035" units="cm"/>
      <inkml:brushProperty name="height" value="0.035" units="cm"/>
      <inkml:brushProperty name="color" value="#333333"/>
    </inkml:brush>
  </inkml:definitions>
  <inkml:trace contextRef="#ctx0" brushRef="#br0">0 5252 24575,'345'0'1220,"169"0"-6514,-25 0 3715,-429-4 7199,33-13-5799,-34 6 391,5-2-212,-1-2 0,-1-3 0,-1-3 0,0-3 0,-2-2 0,71-43 0,-48 15 0,-2-3 0,128-123 0,-169 145 0,48-53 0,139-181 0,-149 171 0,-28 46 0,-32 35 0,29-37 0,31-50 0,-15 24 0,-4-3 0,69-133 0,-43 59 0,22-52 0,-65 111 0,51-111 0,51-132-152,-86 194-5349,73-148 4370,-94 202 2995,-23 55-224,3 1 0,32-59 0,9-8-1640,-39 68 0,2 0 0,32-42 0,-28 43 0,-2-1 0,20-40 0,-22 37 0,44-63 0,11 0 0,173-209 0,-205 270 0,2 2 0,60-41 0,23-19 0,-20 21 0,-63 47 0,150-107 0,-120 95 0,87-37 0,68-38 0,-198 99 0,1 2 0,1 1 0,46-15 0,111-25 0,-110 35 0,2 0 0,2 5 0,-1 3 0,96-1 0,261 13 0,-203 5 0,-208-3 0,0 1 0,-1 1 0,1 2 0,38 11 0,104 46 0,-153-55 0,58 28 0,-2 4 0,137 93 0,-3 0 0,-183-115 0,-1 2 0,-1 0 0,-1 1 0,0 2 0,-2 0 0,20 27 0,47 46 0,-46-49 0,61 83 0,-66-80 0,56 82 0,-47-63 0,62 69 0,-45-59 0,-4 3 0,-3 3 0,51 104 0,-89-157 0,2 10 0,19 27 0,-5-16 0,36 72 0,20 32 0,29 28 0,-98-149 0,19 41 0,-4-4 0,115 182 0,-59-91 0,20 30 0,-80-146 0,28 45 0,16 26 0,-22-38 0,52 85 0,50 81 0,-98-141 0,-26-47 0,67 96 0,30 15 0,-43-55 0,87 121 0,-149-203-1133,1 0 1,2-2-1,50 44 0,29 12-1974,-33-32 5092,-25-25 3164,2-4-4135,-29-15-1141,0 0-1,-1 1 1,23 18-1,-17-12 128,0-1 0,1-1 0,1-2 0,0-1 0,1-1 0,0-1 0,40 8 0,8 4 0,162 39 0,-55-31 0,-42-9 0,76 7 0,-39-8 0,-90-10 0,1-4 0,119-8 0,15 0 0,114 18 0,207 2 0,-509-18-1365,-5 0-5461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0"/>
    </inkml:context>
    <inkml:brush xml:id="br0">
      <inkml:brushProperty name="width" value="0.035" units="cm"/>
      <inkml:brushProperty name="height" value="0.035" units="cm"/>
      <inkml:brushProperty name="color" value="#333333"/>
    </inkml:brush>
  </inkml:definitions>
  <inkml:trace contextRef="#ctx0" brushRef="#br0">0 0 24575,'0'6'0,"0"7"0,0 8 0,0 5 0,0 5 0,0 2 0,0 1 0,0 1 0,0 0 0,0-1 0,0 1 0,0-1 0,0 0 0,0-6-8191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1"/>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2"/>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3"/>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4"/>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5"/>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6"/>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31"/>
    </inkml:context>
    <inkml:brush xml:id="br0">
      <inkml:brushProperty name="width" value="0.035" units="cm"/>
      <inkml:brushProperty name="height" value="0.035" units="cm"/>
      <inkml:brushProperty name="color" value="#F6630D"/>
    </inkml:brush>
  </inkml:definitions>
  <inkml:trace contextRef="#ctx0" brushRef="#br0">69 0 24575,'-1'60'0,"-3"-1"0,-22 112 0,10-71 0,5-1 0,1 125 0,9 225 0,3-207 0,7-120 0,2-7 0,15 1268 0,-28-1152 0,4 327 0,9-379 0,0 34 0,0-42 0,1-10 0,2 221-5437,-7-230 4090,-4-6 1347,5 78 0,-2-148-207,26 519-3781,-33-561 6747,1-4-2730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3:54.774"/>
    </inkml:context>
    <inkml:brush xml:id="br0">
      <inkml:brushProperty name="width" value="0.035" units="cm"/>
      <inkml:brushProperty name="height" value="0.035" units="cm"/>
      <inkml:brushProperty name="color" value="#66CC00"/>
    </inkml:brush>
  </inkml:definitions>
  <inkml:trace contextRef="#ctx0" brushRef="#br0">2199 1 24575,'-3'0'0,"-1"1"0,1-1 0,0 1 0,-1 0 0,1 1 0,0-1 0,0 0 0,0 1 0,0 0 0,0 0 0,1-1 0,-1 2 0,-3 2 0,-36 38 0,29-28 0,-2 0 0,-30 34 0,-93 75 0,20-33 0,-142 142 0,137-125 0,81-74 0,-61 64 0,-182 267 0,136-184 0,28-39 0,62-59 0,4 2 0,3 3 0,-70 162 0,2 79 0,81-198 0,-87 197 0,104-279 0,2 1 0,2 0 0,-19 97 0,14-75-1365,17-57-5461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3:56.360"/>
    </inkml:context>
    <inkml:brush xml:id="br0">
      <inkml:brushProperty name="width" value="0.035" units="cm"/>
      <inkml:brushProperty name="height" value="0.035" units="cm"/>
      <inkml:brushProperty name="color" value="#66CC00"/>
    </inkml:brush>
  </inkml:definitions>
  <inkml:trace contextRef="#ctx0" brushRef="#br0">1 2 24575,'3'1'0,"0"-1"0,-1 1 0,1 0 0,0 0 0,0 0 0,-1 1 0,1-1 0,0 0 0,-1 1 0,0 0 0,1 0 0,-1 0 0,0 0 0,0 0 0,0 0 0,0 0 0,0 1 0,2 4 0,31 55 0,-29-50 0,-5-9 0,0 0 0,0 0 0,1 0 0,-1 0 0,1-1 0,0 1 0,0-1 0,0 1 0,0-1 0,0 0 0,0 1 0,1-1 0,-1 0 0,1-1 0,-1 1 0,1 0 0,0-1 0,0 1 0,-1-1 0,1 0 0,0 0 0,0 0 0,0-1 0,1 1 0,-1 0 0,0-1 0,0 0 0,0 0 0,0 0 0,0 0 0,1-1 0,-1 1 0,0-1 0,0 0 0,5-1 0,8-6 0,-1 0 0,0 0 0,-1-2 0,0 1 0,20-20 0,6-2 0,-2 3-1365,-7 4-5461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4:02.240"/>
    </inkml:context>
    <inkml:brush xml:id="br0">
      <inkml:brushProperty name="width" value="0.035" units="cm"/>
      <inkml:brushProperty name="height" value="0.035" units="cm"/>
      <inkml:brushProperty name="color" value="#66CC00"/>
    </inkml:brush>
  </inkml:definitions>
  <inkml:trace contextRef="#ctx0" brushRef="#br0">1 1 24575,'48'0'0,"-1"1"0,1 2 0,56 12 0,250 87 0,-303-84 0,1-2 0,86 15 0,-122-29 0,36 6 0,52 14 0,-86-16 0,-1 0 0,1 1 0,-1 0 0,0 2 0,-1 0 0,24 18 0,6 2 0,0-2 0,2-1 0,100 36 0,-52-23 0,-15-5 0,-34-16 0,-1 1 0,-1 3 0,0 1 0,-2 3 0,51 39 0,-54-35 0,2-1 0,1-3 0,1-1 0,48 19 0,57 32 0,-80-41 0,-46-24 0,0 1 0,0 1 0,24 18 0,130 106 0,92 78 0,-102-79 0,-129-101 0,1-1 0,2-3 0,52 32 0,-75-51 0,-1 1 0,0 0 0,18 20 0,0-1 0,231 225 0,-196-186 0,-9-8 0,100 134 0,-125-146 0,3 0 0,76 75 0,-105-114 0,0 0 0,0 0 0,-2 1 0,1 0 0,-2 0 0,7 16 0,9 14 0,-1-6-455,-2 2 0,18 45 0,-31-61-6371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4:04.806"/>
    </inkml:context>
    <inkml:brush xml:id="br0">
      <inkml:brushProperty name="width" value="0.035" units="cm"/>
      <inkml:brushProperty name="height" value="0.035" units="cm"/>
      <inkml:brushProperty name="color" value="#66CC00"/>
    </inkml:brush>
  </inkml:definitions>
  <inkml:trace contextRef="#ctx0" brushRef="#br0">1 108 24575,'5'0'0,"8"0"0,8 0 0,5 0 0,4 0 0,-2 6 0,-2 13 0,-4-2 0,-6-10 0,-12-6 0,-6-9 0,-2-8 0,-2-13 0,-4-2 0,-2-7 0,2 3-8191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9:27.732"/>
    </inkml:context>
    <inkml:brush xml:id="br0">
      <inkml:brushProperty name="width" value="0.035" units="cm"/>
      <inkml:brushProperty name="height" value="0.035" units="cm"/>
      <inkml:brushProperty name="color" value="#33CCFF"/>
    </inkml:brush>
  </inkml:definitions>
  <inkml:trace contextRef="#ctx0" brushRef="#br0">137 2099 24575,'0'-27'0,"2"-96"0,-6 1 0,-27-166 0,16 201 0,4 1 0,-1-149 0,-3-23 0,-1 8 0,15 149 0,-18-134 0,5 4-1365,13 176-5461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9:33.356"/>
    </inkml:context>
    <inkml:brush xml:id="br0">
      <inkml:brushProperty name="width" value="0.035" units="cm"/>
      <inkml:brushProperty name="height" value="0.035" units="cm"/>
      <inkml:brushProperty name="color" value="#33CCFF"/>
    </inkml:brush>
  </inkml:definitions>
  <inkml:trace contextRef="#ctx0" brushRef="#br0">0 1 24575,'0'6'0,"0"8"0,0 6 0,0 7 0,0 9 0,0 4 0,6-4 0,1-3 0,0-1 0,-2-6-8191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23.694"/>
    </inkml:context>
    <inkml:brush xml:id="br0">
      <inkml:brushProperty name="width" value="0.035" units="cm"/>
      <inkml:brushProperty name="height" value="0.035" units="cm"/>
      <inkml:brushProperty name="color" value="#33CCFF"/>
    </inkml:brush>
  </inkml:definitions>
  <inkml:trace contextRef="#ctx0" brushRef="#br0">2298 0 24575,'-2'5'0,"1"-1"0,-1 1 0,0-1 0,0 0 0,0 1 0,-1-1 0,0 0 0,1 0 0,-1-1 0,-7 8 0,-12 17 0,16-17 38,-2 1 0,1-1 0,-1-1 0,-1 0 0,-13 13 0,-10 6-2904,17-16-149,-15 13 2732,-2-1 1,-1-2-1,-39 22 0,15-7 2482,-75 65 0,4-3 187,43-40-2386,37-29 0,2 2 0,2 1 0,-65 67 0,49-40 0,-100 81 0,101-94 0,2 3 0,-74 84 0,95-93 0,-2-2 0,-1-1 0,-2-2 0,-1-2 0,-2-2 0,-50 28 0,41-25 0,-74 66 0,79-61 0,-95 62 0,121-89-273,0 0 0,1 2 0,1 1 0,-29 30 0,35-31-6553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25.743"/>
    </inkml:context>
    <inkml:brush xml:id="br0">
      <inkml:brushProperty name="width" value="0.035" units="cm"/>
      <inkml:brushProperty name="height" value="0.035" units="cm"/>
      <inkml:brushProperty name="color" value="#33CCFF"/>
    </inkml:brush>
  </inkml:definitions>
  <inkml:trace contextRef="#ctx0" brushRef="#br0">3917 1 24575,'0'6'0,"-2"1"0,1 0 0,-1 0 0,0 0 0,0-1 0,-1 1 0,1-1 0,-2 1 0,1-1 0,-1 0 0,0-1 0,0 1 0,0 0 0,-1-1 0,-7 7 0,-11 9 0,-52 38 0,70-56 0,-316 204 0,39-55 0,-25 15 0,143-75 0,127-70 0,-67 27 0,62-32 0,-60 37 0,-219 160 0,251-159 0,49-37 0,-45 31 0,-83 31 0,-56 37 0,22-1 0,158-100 0,-152 103 0,17-8 0,46-35 0,-111 75 0,150-98 0,50-34 0,-49 28 0,47-31 0,-45 35 0,50-34 0,-1-1 0,-36 20 0,37-24 0,2 1 0,0 2 0,-34 29 0,31-23 0,-47 30 0,-7 6-1365,56-41-5461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27.540"/>
    </inkml:context>
    <inkml:brush xml:id="br0">
      <inkml:brushProperty name="width" value="0.035" units="cm"/>
      <inkml:brushProperty name="height" value="0.035" units="cm"/>
      <inkml:brushProperty name="color" value="#33CCFF"/>
    </inkml:brush>
  </inkml:definitions>
  <inkml:trace contextRef="#ctx0" brushRef="#br0">5005 1 24575,'0'3'0,"-1"0"0,1 1 0,-1-1 0,0 0 0,0 0 0,0 0 0,-1 0 0,1 0 0,-1 0 0,1-1 0,-1 1 0,-4 4 0,-32 32 0,28-30 0,-113 102 0,-5-6 0,-261 162 0,61-78-9076,-198 131 7026,400-231 4670,-268 138 0,121-108-154,137-63-756,-157 90 0,147-62-1710,-202 84 0,287-146 0,33-12 0,1 0 0,-32 18 0,-71 50 0,-141 72 0,27-15 0,194-105 0,-55 26-2000,-121 47-1,-34 17-782,194-88 5095,-34 20 2160,30-9-5837,39-27-5461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29.565"/>
    </inkml:context>
    <inkml:brush xml:id="br0">
      <inkml:brushProperty name="width" value="0.035" units="cm"/>
      <inkml:brushProperty name="height" value="0.035" units="cm"/>
      <inkml:brushProperty name="color" value="#33CCFF"/>
    </inkml:brush>
  </inkml:definitions>
  <inkml:trace contextRef="#ctx0" brushRef="#br0">5931 0 24575,'0'6'0,"0"0"0,-1 0 0,1 0 0,-2 0 0,1-1 0,0 1 0,-1 0 0,0-1 0,0 1 0,-1-1 0,0 0 0,-3 6 0,-4 2 0,-1-1 0,0 0 0,-15 13 0,-51 38 0,-2-3 0,-3-3 0,-136 69 0,-425 168-6784,545-250 6784,-558 302-3486,272-140 2913,162-97 4292,-113 34-4111,148-64 1371,5 2 3884,39-15-3614,-181 89-757,244-111-526,-142 101 1,152-97 33,-2-3 0,-123 56 0,-3 2 0,148-77 0,-68 24 0,-33 17 0,-115 64 0,218-108 0,-302 110 0,304-117 0,2 2 0,0 2 0,-78 47 0,8-6-1365,85-46-5461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31.625"/>
    </inkml:context>
    <inkml:brush xml:id="br0">
      <inkml:brushProperty name="width" value="0.035" units="cm"/>
      <inkml:brushProperty name="height" value="0.035" units="cm"/>
      <inkml:brushProperty name="color" value="#33CCFF"/>
    </inkml:brush>
  </inkml:definitions>
  <inkml:trace contextRef="#ctx0" brushRef="#br0">7186 0 24575,'-1'3'0,"1"0"0,-1 0 0,0 0 0,-1 0 0,1 0 0,0 0 0,-1-1 0,0 1 0,0-1 0,1 1 0,-1-1 0,-3 3 0,-29 28 0,32-31 0,-32 29 0,-1-1 0,-1-1 0,-55 32 0,-533 230 0,288-162 0,-96 18 0,363-126 0,-320 125 0,123-42 0,85-32 0,-248 138 0,162-74 0,189-100 0,-101 30 0,67-27 0,6-1 0,-129 27 0,206-58 0,-64 13 0,-122 44 0,151-39 0,2 0 0,-2-2 0,-1-3 0,-72 13 0,65-20 0,-132 44 0,-65 44 0,185-67 0,-210 94 0,50-20 0,198-92 0,-52 12 0,7-3 0,-80 39 0,104-39 0,-1-4 0,-123 24 0,176-41 0,1 1 0,-1 0 0,1 1 0,0 1 0,0 0 0,1 1 0,-24 18 0,-40 23 0,-270 116-1365,305-149-5461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45.966"/>
    </inkml:context>
    <inkml:brush xml:id="br0">
      <inkml:brushProperty name="width" value="0.035" units="cm"/>
      <inkml:brushProperty name="height" value="0.035" units="cm"/>
      <inkml:brushProperty name="color" value="#33CCFF"/>
    </inkml:brush>
  </inkml:definitions>
  <inkml:trace contextRef="#ctx0" brushRef="#br0">7253 1 24575,'-11'2'0,"0"0"0,1 1 0,-1 0 0,1 0 0,0 2 0,0-1 0,-11 8 0,-14 4 0,-231 69 0,259-83 0,-30 11 0,0 2 0,2 1 0,0 2 0,-42 29 0,47-29 0,-50 23 0,43-23 0,2 2 0,-39 28 0,9-4 0,-257 150 0,303-184 0,-1 0 0,0-2 0,-1 0 0,0-2 0,-43 9 0,-2 1 0,-564 204 0,564-190 0,1 4 0,-60 41 0,104-64 0,0 0 0,0-2 0,-35 10 0,31-10 0,0 0 0,-24 13 0,45-20 0,-428 244 0,373-215 0,-1-2 0,-1-3 0,-100 29 0,102-36 0,-51 25 0,76-28 0,-1-2 0,-46 12 0,-264 70 0,227-67 0,2 6 0,-178 78 0,186-60 0,57-25 0,-1-4 0,-1-1 0,-70 19 0,19-12 0,2 5 0,-128 62 0,193-83 0,0-2 0,-75 16 0,-28 9 0,-17 16 0,-226 92 0,310-115 0,-1-4 0,-100 23 0,137-40 0,5 1 0,-51 23 0,-17 6 0,48-24 0,15-5 0,-63 25 0,91-30 0,1 0 0,0 0 0,0 1 0,0 0 0,1 1 0,-13 13 0,10-9 0,-1 0 0,-24 17 0,-14 2-1365,-9 2-5461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47.889"/>
    </inkml:context>
    <inkml:brush xml:id="br0">
      <inkml:brushProperty name="width" value="0.035" units="cm"/>
      <inkml:brushProperty name="height" value="0.035" units="cm"/>
      <inkml:brushProperty name="color" value="#33CCFF"/>
    </inkml:brush>
  </inkml:definitions>
  <inkml:trace contextRef="#ctx0" brushRef="#br0">4800 0 24575,'0'5'0,"-1"0"0,0 0 0,0-1 0,0 1 0,-1 0 0,1-1 0,-1 1 0,0-1 0,-1 0 0,1 1 0,-1-1 0,1 0 0,-1-1 0,-1 1 0,-3 3 0,-9 10 0,-37 26 0,20-17 0,-8 7 0,-2-2 0,-1-2 0,-2-2 0,0-1 0,-2-3 0,-1-2 0,0-2 0,-89 21 0,59-16 0,1 2 0,-92 46 0,41-15 0,-372 129 142,254-98-5937,37-22 4413,122-40 1508,-119 50-1,-402 191 6659,181-105-6784,293-120 0,-78 29 0,-303 110 0,450-160 0,-56 24-6132,3 8 3991,55-19 4556,-91 63 1,132-79-7165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49.898"/>
    </inkml:context>
    <inkml:brush xml:id="br0">
      <inkml:brushProperty name="width" value="0.035" units="cm"/>
      <inkml:brushProperty name="height" value="0.035" units="cm"/>
      <inkml:brushProperty name="color" value="#33CCFF"/>
    </inkml:brush>
  </inkml:definitions>
  <inkml:trace contextRef="#ctx0" brushRef="#br0">3387 1 24575,'-5'2'0,"-1"0"0,1 1 0,0-1 0,0 1 0,0 1 0,1-1 0,-1 0 0,1 1 0,-7 7 0,-6 4 0,-31 23-421,12-8-640,-1-2 1,-2-1-1,0-2 1,-2-2 0,-50 22-1,58-34 2604,-58 10-1,61-15-309,0 1 0,-49 19 0,-58 34-1233,-232 98 0,339-145 0,-40 25 0,43-22 0,-44 19 0,-482 159 0,381-134 0,-47 12 0,153-56 0,1-1 0,0 2 0,2 4 0,-94 43 0,82-24 0,17-8 0,-1-3 0,-96 34 0,134-58 0,1 2 0,0 0 0,0 1 0,1 1 0,0 1 0,1 0 0,0 1 0,1 1 0,-21 19 0,-27 24-1365,31-30-5461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51.429"/>
    </inkml:context>
    <inkml:brush xml:id="br0">
      <inkml:brushProperty name="width" value="0.035" units="cm"/>
      <inkml:brushProperty name="height" value="0.035" units="cm"/>
      <inkml:brushProperty name="color" value="#33CCFF"/>
    </inkml:brush>
  </inkml:definitions>
  <inkml:trace contextRef="#ctx0" brushRef="#br0">1524 1 24575,'-17'2'0,"0"0"0,1 1 0,-1 1 0,1 1 0,0 0 0,0 1 0,-17 9 0,-38 13 0,-177 42 0,-60 20 0,282-79-1490,0 1-1,1 1 1,-25 17-1,-39 21-2168,-184 87 6496,160-76-523,-1-1-340,82-47-7669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52.552"/>
    </inkml:context>
    <inkml:brush xml:id="br0">
      <inkml:brushProperty name="width" value="0.035" units="cm"/>
      <inkml:brushProperty name="height" value="0.035" units="cm"/>
      <inkml:brushProperty name="color" value="#33CCFF"/>
    </inkml:brush>
  </inkml:definitions>
  <inkml:trace contextRef="#ctx0" brushRef="#br0">952 1 24575,'-17'14'0,"1"-1"0,-2 0 0,0-2 0,0 0 0,-1-1 0,-28 12 0,19-10 0,0 2 0,-27 18 0,23-13 0,-1-2 0,-1-1 0,0-1 0,-40 10 0,7-1 0,-24 8-91,42-16-164,0 2 0,1 2 1,1 2-1,-59 37 0,82-42-6571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54.812"/>
    </inkml:context>
    <inkml:brush xml:id="br0">
      <inkml:brushProperty name="width" value="0.035" units="cm"/>
      <inkml:brushProperty name="height" value="0.035" units="cm"/>
      <inkml:brushProperty name="color" value="#33CCFF"/>
    </inkml:brush>
  </inkml:definitions>
  <inkml:trace contextRef="#ctx0" brushRef="#br0">1475 0 24575,'-7'1'0,"1"0"0,0 1 0,0 0 0,0 0 0,0 0 0,0 1 0,0-1 0,1 1 0,-11 7 0,-23 12 0,-116 34 0,86-24 0,48-21 0,-1-1 0,-27 9 0,-228 87 0,240-90 0,-90 26 0,91-32 0,0 2 0,-43 19 0,-143 66 0,169-75 0,10-6 0,-36 17 0,50-20-1365,-3-2-5461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0:56.449"/>
    </inkml:context>
    <inkml:brush xml:id="br0">
      <inkml:brushProperty name="width" value="0.035" units="cm"/>
      <inkml:brushProperty name="height" value="0.035" units="cm"/>
      <inkml:brushProperty name="color" value="#33CCFF"/>
    </inkml:brush>
  </inkml:definitions>
  <inkml:trace contextRef="#ctx0" brushRef="#br0">620 0 24575,'0'3'0,"-1"-1"0,1 1 0,-1-1 0,0 1 0,0-1 0,0 0 0,0 1 0,0-1 0,0 0 0,-1 0 0,1 0 0,-1 0 0,0 0 0,1 0 0,-5 2 0,-33 26 0,29-23 0,-25 18 0,1 2 0,-2-2 0,-1-1 0,-1-2 0,-1-2 0,-74 28 0,87-38 6,0 1 0,1 1-1,-25 15 1,-1 1-1394,13-9-5438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39.456"/>
    </inkml:context>
    <inkml:brush xml:id="br0">
      <inkml:brushProperty name="width" value="0.035" units="cm"/>
      <inkml:brushProperty name="height" value="0.035" units="cm"/>
      <inkml:brushProperty name="color" value="#FF0066"/>
    </inkml:brush>
  </inkml:definitions>
  <inkml:trace contextRef="#ctx0" brushRef="#br0">72 5867 24575,'0'-739'0,"-1"717"0,-2-1 0,0 1 0,-7-24 0,4 20 0,-5-49 0,7-179 0,-7-97 0,-12-493 0,25 574 0,-2-1726 0,24 1648 0,-21 317 0,8-533 16,-14 329-1397,3 215-5445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41.715"/>
    </inkml:context>
    <inkml:brush xml:id="br0">
      <inkml:brushProperty name="width" value="0.035" units="cm"/>
      <inkml:brushProperty name="height" value="0.035" units="cm"/>
      <inkml:brushProperty name="color" value="#FF0066"/>
    </inkml:brush>
  </inkml:definitions>
  <inkml:trace contextRef="#ctx0" brushRef="#br0">1355 0 24575,'-41'43'0,"-69"56"0,83-77 0,-84 63 0,40-31 0,50-36 0,-1-1 0,-47 27 0,42-30 0,-207 115 0,194-104 0,1 2 0,1 2 0,-56 55 0,40-33 0,-96 70 0,46-40 0,75-56-682,-28 32-1,40-38-6143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44.045"/>
    </inkml:context>
    <inkml:brush xml:id="br0">
      <inkml:brushProperty name="width" value="0.035" units="cm"/>
      <inkml:brushProperty name="height" value="0.035" units="cm"/>
      <inkml:brushProperty name="color" value="#FF0066"/>
    </inkml:brush>
  </inkml:definitions>
  <inkml:trace contextRef="#ctx0" brushRef="#br0">1948 0 24575,'0'5'0,"-1"0"0,0 0 0,0-1 0,0 1 0,-1 0 0,1-1 0,-1 1 0,0-1 0,-1 0 0,1 1 0,-1-1 0,0 0 0,0-1 0,0 1 0,-4 3 0,-62 51 0,50-43 0,-44 29 0,-128 68 0,104-65 0,-351 212 0,372-218 0,-117 95 0,137-98 0,-4 2 0,-51 54 0,63-58 0,-1-2 0,-2-2 0,-74 44 0,-2 1 0,90-58 0,13-10 0,-1 1 0,1 1 0,1 0 0,0 1 0,1 1 0,0 0 0,-10 14 0,-66 92-1365,69-89-5461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45.622"/>
    </inkml:context>
    <inkml:brush xml:id="br0">
      <inkml:brushProperty name="width" value="0.035" units="cm"/>
      <inkml:brushProperty name="height" value="0.035" units="cm"/>
      <inkml:brushProperty name="color" value="#FF0066"/>
    </inkml:brush>
  </inkml:definitions>
  <inkml:trace contextRef="#ctx0" brushRef="#br0">2505 0 24575,'-57'28'0,"17"-10"0,-72 46 0,56-29 0,-2-2 0,-91 36 0,-14 7 0,154-71 0,-92 48 0,-145 102 0,-122 82 0,27-21 0,195-95 0,64-50 0,50-43 0,-46 33 0,-151 72 0,193-112 67,-46 36-1,-14 8-1564,73-52-5328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47.306"/>
    </inkml:context>
    <inkml:brush xml:id="br0">
      <inkml:brushProperty name="width" value="0.035" units="cm"/>
      <inkml:brushProperty name="height" value="0.035" units="cm"/>
      <inkml:brushProperty name="color" value="#FF0066"/>
    </inkml:brush>
  </inkml:definitions>
  <inkml:trace contextRef="#ctx0" brushRef="#br0">3067 0 24575,'-5'2'0,"-1"-1"0,0 1 0,0 0 0,1 1 0,-1-1 0,1 1 0,0 0 0,0 0 0,0 1 0,0 0 0,-7 7 0,-15 10 0,-45 22 0,-136 59 0,-90 13 0,225-89 0,-201 63 0,-31 11 0,-33 27-1130,209-74-2399,-140 54-3132,211-83 8200,-103 58 1,31-13-83,-112 67 3613,126-67-3356,63-34-1714,2 2 0,1 2 0,-58 59 0,89-78-1365,4-3-5461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49.597"/>
    </inkml:context>
    <inkml:brush xml:id="br0">
      <inkml:brushProperty name="width" value="0.035" units="cm"/>
      <inkml:brushProperty name="height" value="0.035" units="cm"/>
      <inkml:brushProperty name="color" value="#FF0066"/>
    </inkml:brush>
  </inkml:definitions>
  <inkml:trace contextRef="#ctx0" brushRef="#br0">5195 0 24575,'0'6'0,"-1"-1"0,0 1 0,-1-1 0,0 1 0,1-1 0,-2 0 0,1 0 0,0 0 0,-1 0 0,0 0 0,0-1 0,-1 1 0,1-1 0,-6 4 0,-59 55 0,62-59 0,-122 91-7,-197 96-9695,207-132 10292,-182 64 6710,179-78-5481,-14 6-3533,-182 78-5343,177-65 5810,46-25 4968,84-34-2775,-563 247-2379,440-186 3694,-79 32 2262,16-13-4412,38-16-1352,103-46-217,23-9 619,-2 0 0,1-3 0,-1 0-1,-57 8 1,60-14 1808,1 1 1,-1 1-1,1 2 0,1 1 0,0 1 0,-46 24 0,21-9-969,-1-3 0,-1-2 0,-83 19 0,115-31 0,0 0 0,1 2 0,0 0 0,1 2 0,0 0 0,-31 26 0,26-19 0,0-2 0,-2 0 0,-30 13 0,-221 110 0,41-19 0,142-72 0,-37 15 0,-15-3 0,120-51-1365,7 1-5461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51.131"/>
    </inkml:context>
    <inkml:brush xml:id="br0">
      <inkml:brushProperty name="width" value="0.035" units="cm"/>
      <inkml:brushProperty name="height" value="0.035" units="cm"/>
      <inkml:brushProperty name="color" value="#FF0066"/>
    </inkml:brush>
  </inkml:definitions>
  <inkml:trace contextRef="#ctx0" brushRef="#br0">3763 0 24575,'-9'9'0,"-1"0"0,-1-1 0,1 0 0,-1-1 0,0 0 0,-23 9 0,-76 26 0,108-41 0,-64 25 0,2 2 0,-72 45 0,-53 24 0,-63 25 0,-97 40 0,37-44-621,-419 136-9322,371-134 5260,211-68 7311,-1-4 331,65-22 1871,-108 47 0,7 5-7680,-52 24-1084,174-66 3700,34-18-939</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52.475"/>
    </inkml:context>
    <inkml:brush xml:id="br0">
      <inkml:brushProperty name="width" value="0.035" units="cm"/>
      <inkml:brushProperty name="height" value="0.035" units="cm"/>
      <inkml:brushProperty name="color" value="#FF0066"/>
    </inkml:brush>
  </inkml:definitions>
  <inkml:trace contextRef="#ctx0" brushRef="#br0">2050 1 24575,'-3'4'0,"1"0"0,-1 0 0,0-1 0,0 1 0,0 0 0,0-1 0,-1 0 0,0 0 0,1 0 0,-1 0 0,0-1 0,0 1 0,-5 1 0,-10 8 0,-8 6 0,0 0 0,-1-3 0,-1 0 0,-42 15 0,-38 18 0,-99 48 0,83-41 0,-13 9 0,-463 204 0,430-204-1619,103-41 328,0 3 0,2 3-1,-77 46 1,60-28 1057,66-38-939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53.552"/>
    </inkml:context>
    <inkml:brush xml:id="br0">
      <inkml:brushProperty name="width" value="0.035" units="cm"/>
      <inkml:brushProperty name="height" value="0.035" units="cm"/>
      <inkml:brushProperty name="color" value="#FF0066"/>
    </inkml:brush>
  </inkml:definitions>
  <inkml:trace contextRef="#ctx0" brushRef="#br0">496 1 24575,'-5'0'0,"-9"0"0,-7 0 0,-11 0 0,0 6 0,-1 7 0,1 2 0,-2-2 0,1 2 0,-1 0 0,1 1 0,-7 5 0,-1-1 0,0 1 0,2-2 0,7-5-8191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7:40.131"/>
    </inkml:context>
    <inkml:brush xml:id="br0">
      <inkml:brushProperty name="width" value="0.035" units="cm"/>
      <inkml:brushProperty name="height" value="0.035" units="cm"/>
      <inkml:brushProperty name="color" value="#FF0066"/>
    </inkml:brush>
  </inkml:definitions>
  <inkml:trace contextRef="#ctx0" brushRef="#br0">3 0 24575,'0'1496'0,"1"-1467"0,2 0 0,6 29 0,-3-27 0,2 50 0,-6 701 0,-4-376 0,0-375 0,-10 58 0,6-56 0,-2 47 0,6 688 0,5-371 0,-2-366 0,11 58 0,-6-56 0,2 48 0,-6-31 0,14 95 0,-10-94 0,-1 0 0,-3-1 0,-5 57 0,5 91 0,12-132 0,-10-50 0,0 0 0,2 30 0,-3 21 0,-3-25 0,3 0 0,8 45 0,-3-31 0,-2 1 0,-4 0 0,-5 75 0,1-18 0,2 28-1365,0-117-5461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6:58:58.309"/>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59 0,'0'1258,"-2"-1223,-10 59,6-58,-2 55,6-56,-11 58,7-58,-3 60,10 504,1-576,1 1,0-1,2 1,11 31,-9-30,0 0,-1 1,2 39,-6-24,1 0,2 0,1-1,16 50,-15-59,-1 0,-1 0,1 40,7 49,-4-50,-3 0,-3 0,-7 72,1-8,3 858,-1-964,-2 1,-8 35,5-33,-3 53,-4 62,-1 19,14-151,0 40,-2-1,-13 78,6-61,3-1,3 1,6 77,0-11,-5-26,5 124,11-139,-8-62,4 66,-13 232,6 196,24-250,-17-172,9 203,-20 817,-1-1090,-1-1,-3 0,-12 48,-9 49,-12 99,21-146,4 1,-4 114,20 523,0-694,1 0,8 36,-6-34,5 53,3 101,1 39,-15-24,1-168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6:59:00.642"/>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1,'7'5,"0"0,1 0,-1-1,1 0,0 0,0-1,0 0,0 0,16 2,79 8,-102-13,990 61,-508-33,-290-18,283 7,-192-1,-124-3,-137-11,645 24,-160-9,198-2,-437-18,-147 4,234 34,-210-13,0-5,152-4,117 14,-46 1,-19-15,76 2,1669-16,-2066-1,0-1,29-6,-26 3,45-2,-25 7,-4 1,0-3,61-10,-76 7,0 2,43 1,-52 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7:01:16.824"/>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33,'38'-2,"62"-11,24-1,665 10,-402 7,-165 13,7-1,-193-13,58 9,-55-5,44 1,51-8,75 3,-103 12,-63-7,67 2,120 4,27 0,-197-11,63 11,54 2,1582-14,-799-3,-933 1,0-2,37-8,-34 5,44-3,-56 8</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7:01:24.249"/>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30 1,'0'486,"-1"-463,-1-1,-8 35,5-32,-4 47,7 683,4-368,-2 441,2-805,0-1,8 35,-5-32,4 47,-8 302,-3-177,4-163,12 64,-8-61,3 49,-8 6,-1-32,2 1,12 68,5 36,-9-65,1 54,-10 184,-3-149,2 922,0-1087</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18"/>
    </inkml:context>
    <inkml:brush xml:id="br0">
      <inkml:brushProperty name="width" value="0.035" units="cm"/>
      <inkml:brushProperty name="height" value="0.035" units="cm"/>
      <inkml:brushProperty name="color" value="#333333"/>
    </inkml:brush>
  </inkml:definitions>
  <inkml:trace contextRef="#ctx0" brushRef="#br0">0 1 24575,'1990'0'-574,"-1534"4"459,876 16-978,2239 36-5101,-2058-33 3272,-341-7 1703,-318-5-736,-246-5 1163,483-5 963,237-39 168,-289-12 688,-792 39 4109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19"/>
    </inkml:context>
    <inkml:brush xml:id="br0">
      <inkml:brushProperty name="width" value="0.035" units="cm"/>
      <inkml:brushProperty name="height" value="0.035" units="cm"/>
      <inkml:brushProperty name="color" value="#333333"/>
    </inkml:brush>
  </inkml:definitions>
  <inkml:trace contextRef="#ctx0" brushRef="#br0">0 5252 24575,'345'0'1220,"169"0"-6514,-25 0 3715,-429-4 7199,33-13-5799,-34 6 391,5-2-212,-1-2 0,-1-3 0,-1-3 0,0-3 0,-2-2 0,71-43 0,-48 15 0,-2-3 0,128-123 0,-169 145 0,48-53 0,139-181 0,-149 171 0,-28 46 0,-32 35 0,29-37 0,31-50 0,-15 24 0,-4-3 0,69-133 0,-43 59 0,22-52 0,-65 111 0,51-111 0,51-132-152,-86 194-5349,73-148 4370,-94 202 2995,-23 55-224,3 1 0,32-59 0,9-8-1640,-39 68 0,2 0 0,32-42 0,-28 43 0,-2-1 0,20-40 0,-22 37 0,44-63 0,11 0 0,173-209 0,-205 270 0,2 2 0,60-41 0,23-19 0,-20 21 0,-63 47 0,150-107 0,-120 95 0,87-37 0,68-38 0,-198 99 0,1 2 0,1 1 0,46-15 0,111-25 0,-110 35 0,2 0 0,2 5 0,-1 3 0,96-1 0,261 13 0,-203 5 0,-208-3 0,0 1 0,-1 1 0,1 2 0,38 11 0,104 46 0,-153-55 0,58 28 0,-2 4 0,137 93 0,-3 0 0,-183-115 0,-1 2 0,-1 0 0,-1 1 0,0 2 0,-2 0 0,20 27 0,47 46 0,-46-49 0,61 83 0,-66-80 0,56 82 0,-47-63 0,62 69 0,-45-59 0,-4 3 0,-3 3 0,51 104 0,-89-157 0,2 10 0,19 27 0,-5-16 0,36 72 0,20 32 0,29 28 0,-98-149 0,19 41 0,-4-4 0,115 182 0,-59-91 0,20 30 0,-80-146 0,28 45 0,16 26 0,-22-38 0,52 85 0,50 81 0,-98-141 0,-26-47 0,67 96 0,30 15 0,-43-55 0,87 121 0,-149-203-1133,1 0 1,2-2-1,50 44 0,29 12-1974,-33-32 5092,-25-25 3164,2-4-4135,-29-15-1141,0 0-1,-1 1 1,23 18-1,-17-12 128,0-1 0,1-1 0,1-2 0,0-1 0,1-1 0,0-1 0,40 8 0,8 4 0,162 39 0,-55-31 0,-42-9 0,76 7 0,-39-8 0,-90-10 0,1-4 0,119-8 0,15 0 0,114 18 0,207 2 0,-509-18-1365,-5 0-5461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0"/>
    </inkml:context>
    <inkml:brush xml:id="br0">
      <inkml:brushProperty name="width" value="0.035" units="cm"/>
      <inkml:brushProperty name="height" value="0.035" units="cm"/>
      <inkml:brushProperty name="color" value="#333333"/>
    </inkml:brush>
  </inkml:definitions>
  <inkml:trace contextRef="#ctx0" brushRef="#br0">0 0 24575,'0'6'0,"0"7"0,0 8 0,0 5 0,0 5 0,0 2 0,0 1 0,0 1 0,0 0 0,0-1 0,0 1 0,0-1 0,0 0 0,0-6-8191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1"/>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2"/>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3"/>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4"/>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5"/>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6"/>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31"/>
    </inkml:context>
    <inkml:brush xml:id="br0">
      <inkml:brushProperty name="width" value="0.035" units="cm"/>
      <inkml:brushProperty name="height" value="0.035" units="cm"/>
      <inkml:brushProperty name="color" value="#F6630D"/>
    </inkml:brush>
  </inkml:definitions>
  <inkml:trace contextRef="#ctx0" brushRef="#br0">69 0 24575,'-1'60'0,"-3"-1"0,-22 112 0,10-71 0,5-1 0,1 125 0,9 225 0,3-207 0,7-120 0,2-7 0,15 1268 0,-28-1152 0,4 327 0,9-379 0,0 34 0,0-42 0,1-10 0,2 221-5437,-7-230 4090,-4-6 1347,5 78 0,-2-148-207,26 519-3781,-33-561 6747,1-4-2730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9:27.732"/>
    </inkml:context>
    <inkml:brush xml:id="br0">
      <inkml:brushProperty name="width" value="0.035" units="cm"/>
      <inkml:brushProperty name="height" value="0.035" units="cm"/>
      <inkml:brushProperty name="color" value="#33CCFF"/>
    </inkml:brush>
  </inkml:definitions>
  <inkml:trace contextRef="#ctx0" brushRef="#br0">137 2099 24575,'0'-27'0,"2"-96"0,-6 1 0,-27-166 0,16 201 0,4 1 0,-1-149 0,-3-23 0,-1 8 0,15 149 0,-18-134 0,5 4-1365,13 176-5461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49:33.356"/>
    </inkml:context>
    <inkml:brush xml:id="br0">
      <inkml:brushProperty name="width" value="0.035" units="cm"/>
      <inkml:brushProperty name="height" value="0.035" units="cm"/>
      <inkml:brushProperty name="color" value="#33CCFF"/>
    </inkml:brush>
  </inkml:definitions>
  <inkml:trace contextRef="#ctx0" brushRef="#br0">0 1 24575,'0'6'0,"0"8"0,0 6 0,0 7 0,0 9 0,0 4 0,6-4 0,1-3 0,0-1 0,-2-6-8191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11:55.447"/>
    </inkml:context>
    <inkml:brush xml:id="br0">
      <inkml:brushProperty name="width" value="0.035" units="cm"/>
      <inkml:brushProperty name="height" value="0.035" units="cm"/>
      <inkml:brushProperty name="color" value="#33CCFF"/>
    </inkml:brush>
  </inkml:definitions>
  <inkml:trace contextRef="#ctx0" brushRef="#br0">341 0 24575,'0'5'0,"-5"6"0,-6 7 0,-6 0 0,-6 1 0,-3-1 0,-2 0 0,-1-3 0,0 1 0,-1-2 0,5 1 0,2-2 0,5 2 0,0-2 0,-1 2 0,-2-2 0,2-3-8191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11:56.766"/>
    </inkml:context>
    <inkml:brush xml:id="br0">
      <inkml:brushProperty name="width" value="0.035" units="cm"/>
      <inkml:brushProperty name="height" value="0.035" units="cm"/>
      <inkml:brushProperty name="color" value="#33CCFF"/>
    </inkml:brush>
  </inkml:definitions>
  <inkml:trace contextRef="#ctx0" brushRef="#br0">530 0 24575,'-21'18'0,"-1"-2"0,0 0 0,-1-1 0,-1-2 0,0 0 0,-1-2 0,0 0 0,-43 11 0,42-12 0,1 1 0,-30 19 0,11-6 0,30-16-195,-1 1 0,2 0 0,0 2 0,0-1 0,0 1 0,-19 24 0,19-19-6631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11:57.555"/>
    </inkml:context>
    <inkml:brush xml:id="br0">
      <inkml:brushProperty name="width" value="0.035" units="cm"/>
      <inkml:brushProperty name="height" value="0.035" units="cm"/>
      <inkml:brushProperty name="color" value="#33CCFF"/>
    </inkml:brush>
  </inkml:definitions>
  <inkml:trace contextRef="#ctx0" brushRef="#br0">1085 1 24575,'-1'5'0,"0"1"0,-1 0 0,1-1 0,-1 0 0,0 1 0,-1-1 0,1 0 0,-1 0 0,0 0 0,0-1 0,-1 1 0,1-1 0,-1 1 0,0-1 0,0 0 0,0-1 0,-1 1 0,1-1 0,-1 0 0,0 0 0,-5 3 0,-11 5 0,0 0 0,0-2 0,-44 14 0,-161 25 0,143-29 0,48-12 0,0 1 0,-49 19 0,-106 65 0,92-42 0,80-40-34,1 1 0,-32 25 0,24-16-1229,4-4-5563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11:58.536"/>
    </inkml:context>
    <inkml:brush xml:id="br0">
      <inkml:brushProperty name="width" value="0.035" units="cm"/>
      <inkml:brushProperty name="height" value="0.035" units="cm"/>
      <inkml:brushProperty name="color" value="#33CCFF"/>
    </inkml:brush>
  </inkml:definitions>
  <inkml:trace contextRef="#ctx0" brushRef="#br0">1188 0 24575,'0'2'0,"-1"0"0,0 0 0,0 0 0,0 0 0,0 0 0,0 0 0,-1 0 0,1 0 0,-1 0 0,1-1 0,-1 1 0,1 0 0,-1-1 0,0 0 0,-2 2 0,-29 20 0,-62 38 0,60-37 0,-1-1 0,-1-2 0,0-1 0,-74 26 0,-29-3 0,20-4 0,-2-6 0,-153 23 0,187-44-1365,52-4-5461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11:59.295"/>
    </inkml:context>
    <inkml:brush xml:id="br0">
      <inkml:brushProperty name="width" value="0.035" units="cm"/>
      <inkml:brushProperty name="height" value="0.035" units="cm"/>
      <inkml:brushProperty name="color" value="#33CCFF"/>
    </inkml:brush>
  </inkml:definitions>
  <inkml:trace contextRef="#ctx0" brushRef="#br0">753 0 24575,'-1'7'0,"-1"0"0,0-1 0,0 0 0,-1 1 0,0-1 0,0 0 0,-1 0 0,1 0 0,-6 6 0,-6 10 0,8-10 0,-1 0 0,-1 0 0,0 0 0,0-2 0,-2 1 0,1-1 0,-1 0 0,0-1 0,-1 0 0,0-1 0,-1-1 0,-18 10 0,-12 0 0,-1-1 0,-72 16 0,68-21 0,-93 37 0,109-34-107,3-2-312,0 2-1,-36 23 1,59-33-6407</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12:00.377"/>
    </inkml:context>
    <inkml:brush xml:id="br0">
      <inkml:brushProperty name="width" value="0.035" units="cm"/>
      <inkml:brushProperty name="height" value="0.035" units="cm"/>
      <inkml:brushProperty name="color" value="#33CCFF"/>
    </inkml:brush>
  </inkml:definitions>
  <inkml:trace contextRef="#ctx0" brushRef="#br0">1151 1 24575,'-5'1'0,"0"0"0,0 1 0,1 0 0,-1 0 0,1 0 0,-1 0 0,1 1 0,0 0 0,0 0 0,0 0 0,-6 6 0,-14 9 0,-6-1 0,-1-2 0,-1-1 0,0-2 0,-48 12 0,-141 21 0,99-23 0,17-1 0,-224 41 0,280-53-1365,13-1-5461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7:01:43.393"/>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31,'0'-2,"1"1,-1 0,1 0,0-1,-1 1,1 0,0 0,0 0,0 0,0 0,0 0,0 0,0 0,0 1,0-1,0 0,0 1,0-1,1 0,-1 1,0 0,1-1,-1 1,0 0,1-1,-1 1,2 0,44-5,-42 5,459-3,-237 6,1033-3,-1230 1,57 11,-55-6,48 2,137-10,91 4,-187 12,-67-6,71 0,1186-9,-1272 3,63 11,20 1,-43-11,189 11,129-2,-102-8,-213 1,128 25,-141-20,1-3,0-3,88-7,-37 1,-97 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7:01:49.511"/>
    </inkml:context>
    <inkml:brush xml:id="br0">
      <inkml:brushProperty name="width" value="0.4" units="cm"/>
      <inkml:brushProperty name="height" value="0.8" units="cm"/>
      <inkml:brushProperty name="color" value="#00F900"/>
      <inkml:brushProperty name="tip" value="rectangle"/>
      <inkml:brushProperty name="rasterOp" value="maskPen"/>
      <inkml:brushProperty name="ignorePressure" value="1"/>
    </inkml:brush>
  </inkml:definitions>
  <inkml:trace contextRef="#ctx0" brushRef="#br0">58 1,'-1'70,"-14"106,8-111,5 130,-1 14,-11-114,8-61,-4 66,12 385,-3-476,1 0,0 0,1 0,0 0,1-1,0 1,0 0,1-1,0 1,0-1,1 0,0 0,1 0,-1 0,11 11,-15-19,1 1,-1-1,1 1,-1-1,1 1,-1-1,1 0,-1 1,1-1,-1 0,1 1,-1-1,1 0,0 0,-1 0,1 1,0-1,-1 0,1 0,-1 0,1 0,0 0,-1 0,1 0,0-1,-1 1,1 0,-1 0,1 0,0-1,11-18,-3-36,-8 47,25-178,-13 116,-7 45,-2 0,2-38,-5-373,-3 198,3 222,1 0,1 1,4-20,1-2,-4 16</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18"/>
    </inkml:context>
    <inkml:brush xml:id="br0">
      <inkml:brushProperty name="width" value="0.035" units="cm"/>
      <inkml:brushProperty name="height" value="0.035" units="cm"/>
      <inkml:brushProperty name="color" value="#333333"/>
    </inkml:brush>
  </inkml:definitions>
  <inkml:trace contextRef="#ctx0" brushRef="#br0">0 1 24575,'1990'0'-574,"-1534"4"459,876 16-978,2239 36-5101,-2058-33 3272,-341-7 1703,-318-5-736,-246-5 1163,483-5 963,237-39 168,-289-12 688,-792 39 4109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19"/>
    </inkml:context>
    <inkml:brush xml:id="br0">
      <inkml:brushProperty name="width" value="0.035" units="cm"/>
      <inkml:brushProperty name="height" value="0.035" units="cm"/>
      <inkml:brushProperty name="color" value="#333333"/>
    </inkml:brush>
  </inkml:definitions>
  <inkml:trace contextRef="#ctx0" brushRef="#br0">0 5252 24575,'345'0'1220,"169"0"-6514,-25 0 3715,-429-4 7199,33-13-5799,-34 6 391,5-2-212,-1-2 0,-1-3 0,-1-3 0,0-3 0,-2-2 0,71-43 0,-48 15 0,-2-3 0,128-123 0,-169 145 0,48-53 0,139-181 0,-149 171 0,-28 46 0,-32 35 0,29-37 0,31-50 0,-15 24 0,-4-3 0,69-133 0,-43 59 0,22-52 0,-65 111 0,51-111 0,51-132-152,-86 194-5349,73-148 4370,-94 202 2995,-23 55-224,3 1 0,32-59 0,9-8-1640,-39 68 0,2 0 0,32-42 0,-28 43 0,-2-1 0,20-40 0,-22 37 0,44-63 0,11 0 0,173-209 0,-205 270 0,2 2 0,60-41 0,23-19 0,-20 21 0,-63 47 0,150-107 0,-120 95 0,87-37 0,68-38 0,-198 99 0,1 2 0,1 1 0,46-15 0,111-25 0,-110 35 0,2 0 0,2 5 0,-1 3 0,96-1 0,261 13 0,-203 5 0,-208-3 0,0 1 0,-1 1 0,1 2 0,38 11 0,104 46 0,-153-55 0,58 28 0,-2 4 0,137 93 0,-3 0 0,-183-115 0,-1 2 0,-1 0 0,-1 1 0,0 2 0,-2 0 0,20 27 0,47 46 0,-46-49 0,61 83 0,-66-80 0,56 82 0,-47-63 0,62 69 0,-45-59 0,-4 3 0,-3 3 0,51 104 0,-89-157 0,2 10 0,19 27 0,-5-16 0,36 72 0,20 32 0,29 28 0,-98-149 0,19 41 0,-4-4 0,115 182 0,-59-91 0,20 30 0,-80-146 0,28 45 0,16 26 0,-22-38 0,52 85 0,50 81 0,-98-141 0,-26-47 0,67 96 0,30 15 0,-43-55 0,87 121 0,-149-203-1133,1 0 1,2-2-1,50 44 0,29 12-1974,-33-32 5092,-25-25 3164,2-4-4135,-29-15-1141,0 0-1,-1 1 1,23 18-1,-17-12 128,0-1 0,1-1 0,1-2 0,0-1 0,1-1 0,0-1 0,40 8 0,8 4 0,162 39 0,-55-31 0,-42-9 0,76 7 0,-39-8 0,-90-10 0,1-4 0,119-8 0,15 0 0,114 18 0,207 2 0,-509-18-1365,-5 0-5461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0"/>
    </inkml:context>
    <inkml:brush xml:id="br0">
      <inkml:brushProperty name="width" value="0.035" units="cm"/>
      <inkml:brushProperty name="height" value="0.035" units="cm"/>
      <inkml:brushProperty name="color" value="#333333"/>
    </inkml:brush>
  </inkml:definitions>
  <inkml:trace contextRef="#ctx0" brushRef="#br0">0 0 24575,'0'6'0,"0"7"0,0 8 0,0 5 0,0 5 0,0 2 0,0 1 0,0 1 0,0 0 0,0-1 0,0 1 0,0-1 0,0 0 0,0-6-8191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1"/>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2"/>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3"/>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4"/>
    </inkml:context>
    <inkml:brush xml:id="br0">
      <inkml:brushProperty name="width" value="0.035" units="cm"/>
      <inkml:brushProperty name="height" value="0.035" units="cm"/>
      <inkml:brushProperty name="color" value="#333333"/>
    </inkml:brush>
  </inkml:definitions>
  <inkml:trace contextRef="#ctx0" brushRef="#br0">0 1 24575,'0'6'0,"0"7"0,0 7 0,0 6 0,0 11 0,0 3 0,0-4-8191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5"/>
    </inkml:context>
    <inkml:brush xml:id="br0">
      <inkml:brushProperty name="width" value="0.035" units="cm"/>
      <inkml:brushProperty name="height" value="0.035" units="cm"/>
      <inkml:brushProperty name="color" value="#333333"/>
    </inkml:brush>
  </inkml:definitions>
  <inkml:trace contextRef="#ctx0" brushRef="#br0">0 0 24575,'0'5'0,"0"9"0,0 6 0,0 6 0,0 4 0,0 2 0,0 3 0,0-6-8191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26"/>
    </inkml:context>
    <inkml:brush xml:id="br0">
      <inkml:brushProperty name="width" value="0.035" units="cm"/>
      <inkml:brushProperty name="height" value="0.035" units="cm"/>
      <inkml:brushProperty name="color" value="#333333"/>
    </inkml:brush>
  </inkml:definitions>
  <inkml:trace contextRef="#ctx0" brushRef="#br0">1 0 24575,'0'6'0,"0"7"0,0 7 0,0 6 0,0 4 0,0 3 0,0 2 0,0-1 0,0-5-8191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4:04:45.431"/>
    </inkml:context>
    <inkml:brush xml:id="br0">
      <inkml:brushProperty name="width" value="0.035" units="cm"/>
      <inkml:brushProperty name="height" value="0.035" units="cm"/>
      <inkml:brushProperty name="color" value="#F6630D"/>
    </inkml:brush>
  </inkml:definitions>
  <inkml:trace contextRef="#ctx0" brushRef="#br0">69 0 24575,'-1'60'0,"-3"-1"0,-22 112 0,10-71 0,5-1 0,1 125 0,9 225 0,3-207 0,7-120 0,2-7 0,15 1268 0,-28-1152 0,4 327 0,9-379 0,0 34 0,0-42 0,1-10 0,2 221-5437,-7-230 4090,-4-6 1347,5 78 0,-2-148-207,26 519-3781,-33-561 6747,1-4-2730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6:51:33.373"/>
    </inkml:context>
    <inkml:brush xml:id="br0">
      <inkml:brushProperty name="width" value="0.035" units="cm"/>
      <inkml:brushProperty name="height" value="0.035" units="cm"/>
      <inkml:brushProperty name="color" value="#FF0066"/>
    </inkml:brush>
  </inkml:definitions>
  <inkml:trace contextRef="#ctx0" brushRef="#br0">1 1 24575,'0'6'0,"0"7"0,0 7 0,0 6 0,0 5 0,0 1 0,0 3 0,0 0 0,0-6-8191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2:53.012"/>
    </inkml:context>
    <inkml:brush xml:id="br0">
      <inkml:brushProperty name="width" value="0.035" units="cm"/>
      <inkml:brushProperty name="height" value="0.035" units="cm"/>
      <inkml:brushProperty name="color" value="#FF0066"/>
    </inkml:brush>
  </inkml:definitions>
  <inkml:trace contextRef="#ctx0" brushRef="#br0">145 5909 24575,'0'-1285'0,"-3"1219"0,-20-110 0,5 51 0,-19-227 0,5-4 0,27-79 0,7 241 0,-1 96 0,0-43 0,-19-160 0,7 169 0,9-194 0,5 159 0,-5-35 0,4-207 0,9 284 0,33-157 0,-15 184 0,-1 4 0,-7-17-455,-4 0 0,4-187 0,-22 273-6371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2:55.815"/>
    </inkml:context>
    <inkml:brush xml:id="br0">
      <inkml:brushProperty name="width" value="0.035" units="cm"/>
      <inkml:brushProperty name="height" value="0.035" units="cm"/>
      <inkml:brushProperty name="color" value="#FF0066"/>
    </inkml:brush>
  </inkml:definitions>
  <inkml:trace contextRef="#ctx0" brushRef="#br0">1880 0 24575,'0'3'0,"-1"0"0,0 1 0,-1-1 0,1 0 0,0 0 0,-1 0 0,0 0 0,1-1 0,-1 1 0,-1 0 0,1-1 0,0 1 0,-4 2 0,-34 29 0,-99 56 0,83-57 0,-60 48 0,-51 37 0,5-4 0,5-3 0,-110 100 0,229-179 0,25-20 0,-1 0 0,-1-1 0,-22 13 0,8-7 0,2 1 0,0 2 0,-26 24 0,27-21 0,-2-1 0,-41 26 0,22-19 0,30-17 0,-2-1 0,-24 12 0,21-11 0,0 2 0,2 0 0,0 1 0,0 1 0,-25 27 0,40-38 0,-28 22 31,25-21-310,0 1 0,0-1 0,1 1-1,-12 14 1,9-5-6547</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2:57.159"/>
    </inkml:context>
    <inkml:brush xml:id="br0">
      <inkml:brushProperty name="width" value="0.035" units="cm"/>
      <inkml:brushProperty name="height" value="0.035" units="cm"/>
      <inkml:brushProperty name="color" value="#FF0066"/>
    </inkml:brush>
  </inkml:definitions>
  <inkml:trace contextRef="#ctx0" brushRef="#br0">2667 0 24575,'-2'4'0,"-1"0"0,1 0 0,-1 0 0,1 0 0,-1-1 0,-1 1 0,1-1 0,0 0 0,-1 0 0,1 0 0,-1 0 0,0-1 0,-5 4 0,1-1 0,-33 22 0,-69 32 0,-3 2 0,-285 147-4140,101-58 1496,204-99 4906,3 4-1,-129 104 0,-115 103-2261,38-42 0,149-117 0,-66 44 0,106-66 0,90-70-170,1 0-1,0 1 0,1 0 1,0 2-1,1-1 0,0 2 1,-18 25-1,19-24-6655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2:58.340"/>
    </inkml:context>
    <inkml:brush xml:id="br0">
      <inkml:brushProperty name="width" value="0.035" units="cm"/>
      <inkml:brushProperty name="height" value="0.035" units="cm"/>
      <inkml:brushProperty name="color" value="#FF0066"/>
    </inkml:brush>
  </inkml:definitions>
  <inkml:trace contextRef="#ctx0" brushRef="#br0">3092 0 24575,'0'4'0,"-1"0"0,0 0 0,0 0 0,0 0 0,-1-1 0,1 1 0,-1 0 0,0-1 0,0 1 0,0-1 0,0 0 0,-5 5 0,-38 39 0,35-38 0,-28 23 0,-1-2 0,-1-1 0,-72 38 0,45-28 0,-400 243 0,169-119 0,110-64 0,104-53 0,-59 32 0,-153 111 0,255-162 0,-1-2 0,-61 27 0,49-26 0,-55 35 0,48-20 0,-3 3 0,-3-2 0,-83 37 0,75-46 0,2 2 0,1 4 0,2 3 0,2 3 0,-88 75 0,137-104-1365,3-3-5461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2:59.526"/>
    </inkml:context>
    <inkml:brush xml:id="br0">
      <inkml:brushProperty name="width" value="0.035" units="cm"/>
      <inkml:brushProperty name="height" value="0.035" units="cm"/>
      <inkml:brushProperty name="color" value="#FF0066"/>
    </inkml:brush>
  </inkml:definitions>
  <inkml:trace contextRef="#ctx0" brushRef="#br0">3320 1 24575,'0'2'0,"0"1"0,-1 0 0,0-1 0,1 1 0,-1-1 0,0 1 0,0-1 0,-1 0 0,1 1 0,0-1 0,-1 0 0,0 0 0,1 0 0,-1 0 0,-3 3 0,-35 27 0,33-27 0,-83 52 0,-3-4 0,-159 67 0,68-34 0,10-1 0,-594 306 0,294-148 0,115-62 0,250-119 0,-121 92 0,179-113 0,-57 57 0,79-68 0,-1-1 0,-1-2 0,-2-1 0,-1-1 0,-1-2 0,-40 20 0,6-13-1365,45-17-5461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3:00.753"/>
    </inkml:context>
    <inkml:brush xml:id="br0">
      <inkml:brushProperty name="width" value="0.035" units="cm"/>
      <inkml:brushProperty name="height" value="0.035" units="cm"/>
      <inkml:brushProperty name="color" value="#FF0066"/>
    </inkml:brush>
  </inkml:definitions>
  <inkml:trace contextRef="#ctx0" brushRef="#br0">3764 1 24575,'-45'55'0,"34"-41"0,-1 1 0,-20 20 0,-21 6 0,-1-1 0,-59 32 0,0-1 0,-597 331 0,301-186 0,155-65 0,-97 54 0,183-115 0,-252 182 0,369-239 0,-1-2 0,-2-3 0,-1-1 0,-96 30 0,2 1 0,28-9 0,68-30 0,1 2 0,0 2 0,2 2 0,-88 61 0,107-57-1365,21-16-5461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3:01.837"/>
    </inkml:context>
    <inkml:brush xml:id="br0">
      <inkml:brushProperty name="width" value="0.035" units="cm"/>
      <inkml:brushProperty name="height" value="0.035" units="cm"/>
      <inkml:brushProperty name="color" value="#FF0066"/>
    </inkml:brush>
  </inkml:definitions>
  <inkml:trace contextRef="#ctx0" brushRef="#br0">3531 0 24575,'-2'5'0,"-1"-1"0,1 0 0,-1 0 0,0-1 0,0 1 0,0-1 0,0 1 0,0-1 0,-1 0 0,0 0 0,0-1 0,1 1 0,-10 4 0,-3 4 0,-19 13 0,0-1 0,-49 24 0,-12 7 0,-162 95-8885,150-89 9588,1 2 3908,-559 269-687,468-241-4277,76-35 353,-36 17 0,-209 127 0,340-182 0,-613 372 0,335-249-6479,89-46 5940,177-74-634</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3:02.827"/>
    </inkml:context>
    <inkml:brush xml:id="br0">
      <inkml:brushProperty name="width" value="0.035" units="cm"/>
      <inkml:brushProperty name="height" value="0.035" units="cm"/>
      <inkml:brushProperty name="color" value="#FF0066"/>
    </inkml:brush>
  </inkml:definitions>
  <inkml:trace contextRef="#ctx0" brushRef="#br0">1701 0 24575,'-1'5'0,"0"1"0,0-1 0,0-1 0,0 1 0,-1 0 0,1 0 0,-1 0 0,-1-1 0,1 1 0,-1-1 0,1 0 0,-1 1 0,-1-1 0,1-1 0,-5 5 0,-9 9 0,-38 27 0,31-26 0,-127 91-221,-270 145-1,286-177-1484,-224 143 1070,126-73 2991,7-18-3290,184-104-5891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3:03.628"/>
    </inkml:context>
    <inkml:brush xml:id="br0">
      <inkml:brushProperty name="width" value="0.035" units="cm"/>
      <inkml:brushProperty name="height" value="0.035" units="cm"/>
      <inkml:brushProperty name="color" value="#FF0066"/>
    </inkml:brush>
  </inkml:definitions>
  <inkml:trace contextRef="#ctx0" brushRef="#br0">1188 0 24575,'-1'6'0,"0"0"0,0-1 0,-1 1 0,0-1 0,0 1 0,0-1 0,0 0 0,-1 0 0,0 0 0,0 0 0,0 0 0,-1-1 0,1 1 0,-1-1 0,0 0 0,-1 0 0,1-1 0,-1 1 0,-5 3 0,-5 3 0,0-1 0,0 0 0,-1-1 0,-33 11 0,-339 123 0,248-93 0,2 7 0,-168 94 0,282-135-1365,6-2-5461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3:04.223"/>
    </inkml:context>
    <inkml:brush xml:id="br0">
      <inkml:brushProperty name="width" value="0.035" units="cm"/>
      <inkml:brushProperty name="height" value="0.035" units="cm"/>
      <inkml:brushProperty name="color" value="#FF0066"/>
    </inkml:brush>
  </inkml:definitions>
  <inkml:trace contextRef="#ctx0" brushRef="#br0">763 0 24575,'-1'7'0,"0"-1"0,0 1 0,0-1 0,-1 0 0,0 0 0,0 0 0,-1 0 0,0 0 0,0 0 0,0-1 0,-1 0 0,0 1 0,0-1 0,0 0 0,-9 8 0,-9 6 0,-1 0 0,-28 18 0,30-22 0,-28 16 0,-2-3 0,0-1 0,-93 32 0,38-16 0,84-34-170,2 2-1,-1 0 0,1 1 1,1 2-1,0 0 0,1 0 1,-26 29-1,33-29-6655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3:04.783"/>
    </inkml:context>
    <inkml:brush xml:id="br0">
      <inkml:brushProperty name="width" value="0.035" units="cm"/>
      <inkml:brushProperty name="height" value="0.035" units="cm"/>
      <inkml:brushProperty name="color" value="#FF0066"/>
    </inkml:brush>
  </inkml:definitions>
  <inkml:trace contextRef="#ctx0" brushRef="#br0">582 0 24575,'-1'7'0,"0"-1"0,0 1 0,-1-1 0,0 0 0,0 0 0,0 0 0,-1 0 0,0 0 0,0 0 0,-4 5 0,-43 57 0,39-53 0,0-3 0,1-1 0,-2 1 0,0-2 0,0 0 0,-1 0 0,0-1 0,-17 9 0,-107 44 0,91-44 0,-44 26 0,78-37-151,1-1-1,0 2 0,0-1 0,1 2 1,0-1-1,1 1 0,-1 1 1,-13 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17:23:05.247"/>
    </inkml:context>
    <inkml:brush xml:id="br0">
      <inkml:brushProperty name="width" value="0.035" units="cm"/>
      <inkml:brushProperty name="height" value="0.035" units="cm"/>
      <inkml:brushProperty name="color" value="#FF0066"/>
    </inkml:brush>
  </inkml:definitions>
  <inkml:trace contextRef="#ctx0" brushRef="#br0">543 1 24575,'-1'4'0,"0"1"0,1 0 0,-1 0 0,-1 0 0,1 0 0,-1-1 0,0 1 0,0-1 0,0 1 0,-1-1 0,-3 5 0,-38 45 0,31-39 0,-4 3 0,-1-1 0,0-1 0,-1 0 0,-1-1 0,-1-2 0,-39 21 0,21-16 0,0-1 0,-1-2 0,-47 10 0,27-15-1365,35-8-5461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solidFill>
                  <a:srgbClr val="000000"/>
                </a:solidFill>
                <a:effectLst/>
                <a:latin typeface="Lato" panose="020F0502020204030203" pitchFamily="34" charset="0"/>
              </a:rPr>
              <a:t>Descriptive statistics</a:t>
            </a:r>
            <a:endParaRPr lang="en-GB" b="0" i="0" dirty="0">
              <a:solidFill>
                <a:srgbClr val="000000"/>
              </a:solidFill>
              <a:effectLst/>
              <a:latin typeface="Lato" panose="020F0502020204030203" pitchFamily="34" charset="0"/>
            </a:endParaRPr>
          </a:p>
          <a:p>
            <a:pPr algn="l"/>
            <a:r>
              <a:rPr lang="en-GB" b="0" i="0" dirty="0">
                <a:solidFill>
                  <a:srgbClr val="000000"/>
                </a:solidFill>
                <a:effectLst/>
                <a:latin typeface="Lato" panose="020F0502020204030203" pitchFamily="34" charset="0"/>
              </a:rPr>
              <a:t>Descriptive statistics are used to summarise and describe data (information that has been collected).</a:t>
            </a:r>
          </a:p>
          <a:p>
            <a:pPr algn="l">
              <a:buFont typeface="Arial" panose="020B0604020202020204" pitchFamily="34" charset="0"/>
              <a:buChar char="•"/>
            </a:pPr>
            <a:r>
              <a:rPr lang="en-GB" b="0" i="0" dirty="0">
                <a:solidFill>
                  <a:srgbClr val="000000"/>
                </a:solidFill>
                <a:effectLst/>
                <a:latin typeface="Lato" panose="020F0502020204030203" pitchFamily="34" charset="0"/>
              </a:rPr>
              <a:t>Data are usually organised and presented in tables or graphs that summarise information, such as histograms, pie charts, bars or scatterplots.</a:t>
            </a:r>
          </a:p>
          <a:p>
            <a:pPr algn="l">
              <a:buFont typeface="Arial" panose="020B0604020202020204" pitchFamily="34" charset="0"/>
              <a:buChar char="•"/>
            </a:pPr>
            <a:r>
              <a:rPr lang="en-GB" b="0" i="0" dirty="0">
                <a:solidFill>
                  <a:srgbClr val="000000"/>
                </a:solidFill>
                <a:effectLst/>
                <a:latin typeface="Lato" panose="020F0502020204030203" pitchFamily="34" charset="0"/>
              </a:rPr>
              <a:t>Descriptive statistics are only descriptive and, thus, do not involve generalising beyond the data that has been collected.</a:t>
            </a:r>
          </a:p>
          <a:p>
            <a:pPr algn="l"/>
            <a:r>
              <a:rPr lang="en-GB" b="0" i="0" dirty="0">
                <a:solidFill>
                  <a:srgbClr val="000000"/>
                </a:solidFill>
                <a:effectLst/>
                <a:latin typeface="Lato" panose="020F0502020204030203" pitchFamily="34" charset="0"/>
              </a:rPr>
              <a:t>Examples of descriptive statistics are the average age of university students, or the number of female and male students undertaking a Health Sciences degree.</a:t>
            </a:r>
          </a:p>
          <a:p>
            <a:pPr algn="l"/>
            <a:r>
              <a:rPr lang="en-GB" b="1" i="0" dirty="0">
                <a:solidFill>
                  <a:srgbClr val="000000"/>
                </a:solidFill>
                <a:effectLst/>
                <a:latin typeface="Lato" panose="020F0502020204030203" pitchFamily="34" charset="0"/>
              </a:rPr>
              <a:t>Inferential statistics:</a:t>
            </a:r>
            <a:endParaRPr lang="en-GB" b="0" i="0" dirty="0">
              <a:solidFill>
                <a:srgbClr val="000000"/>
              </a:solidFill>
              <a:effectLst/>
              <a:latin typeface="Lato" panose="020F0502020204030203" pitchFamily="34" charset="0"/>
            </a:endParaRPr>
          </a:p>
          <a:p>
            <a:pPr algn="l"/>
            <a:r>
              <a:rPr lang="en-GB" b="0" i="0" dirty="0">
                <a:solidFill>
                  <a:srgbClr val="000000"/>
                </a:solidFill>
                <a:effectLst/>
                <a:latin typeface="Lato" panose="020F0502020204030203" pitchFamily="34" charset="0"/>
              </a:rPr>
              <a:t>With Inferential statistics, data are usually collected from a sample; that is, a smaller representative subset of the larger population we wish to investigate.</a:t>
            </a:r>
          </a:p>
          <a:p>
            <a:pPr algn="l">
              <a:buFont typeface="Arial" panose="020B0604020202020204" pitchFamily="34" charset="0"/>
              <a:buChar char="•"/>
            </a:pPr>
            <a:r>
              <a:rPr lang="en-GB" b="0" i="0" dirty="0">
                <a:solidFill>
                  <a:srgbClr val="000000"/>
                </a:solidFill>
                <a:effectLst/>
                <a:latin typeface="Lato" panose="020F0502020204030203" pitchFamily="34" charset="0"/>
              </a:rPr>
              <a:t>Inferential statistics use the theory of probability to investigate whether patterns found in the sample of study can be generalised to the wider population where the sample comes from.</a:t>
            </a:r>
          </a:p>
          <a:p>
            <a:pPr algn="l">
              <a:buFont typeface="Arial" panose="020B0604020202020204" pitchFamily="34" charset="0"/>
              <a:buChar char="•"/>
            </a:pPr>
            <a:r>
              <a:rPr lang="en-GB" b="0" i="0" dirty="0">
                <a:solidFill>
                  <a:srgbClr val="000000"/>
                </a:solidFill>
                <a:effectLst/>
                <a:latin typeface="Lato" panose="020F0502020204030203" pitchFamily="34" charset="0"/>
              </a:rPr>
              <a:t>Inferential statistics aim to test hypotheses and explore relationships between variables, and can be used to make predictions about the population.</a:t>
            </a:r>
          </a:p>
          <a:p>
            <a:pPr algn="l">
              <a:buFont typeface="Arial" panose="020B0604020202020204" pitchFamily="34" charset="0"/>
              <a:buChar char="•"/>
            </a:pPr>
            <a:r>
              <a:rPr lang="en-GB" b="0" i="0" dirty="0">
                <a:solidFill>
                  <a:srgbClr val="000000"/>
                </a:solidFill>
                <a:effectLst/>
                <a:latin typeface="Lato" panose="020F0502020204030203" pitchFamily="34" charset="0"/>
              </a:rPr>
              <a:t>Inferential statistics are used to draw conclusions and inferences; that is, to make valid generalisations from samples.</a:t>
            </a:r>
          </a:p>
          <a:p>
            <a:pPr algn="l"/>
            <a:r>
              <a:rPr lang="en-GB" b="0" i="0" dirty="0">
                <a:solidFill>
                  <a:srgbClr val="000000"/>
                </a:solidFill>
                <a:effectLst/>
                <a:latin typeface="Lato" panose="020F0502020204030203" pitchFamily="34" charset="0"/>
              </a:rPr>
              <a:t>Examples of inferential statistics are statistical techniques to explore the relationship between variables (e.g. correlation coefficients). These techniques show us whether two variables are related: for instance, whether there is a relationship between stress levels and academic results.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6</a:t>
            </a:fld>
            <a:endParaRPr lang="en-US"/>
          </a:p>
        </p:txBody>
      </p:sp>
    </p:spTree>
    <p:extLst>
      <p:ext uri="{BB962C8B-B14F-4D97-AF65-F5344CB8AC3E}">
        <p14:creationId xmlns:p14="http://schemas.microsoft.com/office/powerpoint/2010/main" val="1000620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dirty="0"/>
              <a:t>After the collected data is cleaned up, you may want to run a number of basic descriptive statistical tests to understand the nature of your data set. For instance, you may want to know the range into which most of your data points fall; you may also want to know how your data points are distributed. The most commonly used descriptive measures include means, medians, modes, variances, standard deviations, and ranges.</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16</a:t>
            </a:fld>
            <a:endParaRPr lang="en-US"/>
          </a:p>
        </p:txBody>
      </p:sp>
    </p:spTree>
    <p:extLst>
      <p:ext uri="{BB962C8B-B14F-4D97-AF65-F5344CB8AC3E}">
        <p14:creationId xmlns:p14="http://schemas.microsoft.com/office/powerpoint/2010/main" val="2059748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important group of descriptive measures that we usually want to know is how much the data points deviate from the </a:t>
            </a:r>
            <a:r>
              <a:rPr lang="en-GB" dirty="0" err="1"/>
              <a:t>center</a:t>
            </a:r>
            <a:r>
              <a:rPr lang="en-GB" dirty="0"/>
              <a:t> of the data set. In other words, we want to know how spread out our data set is. Measures in this group include range, variances, and standard deviations. The range measures the distance between the highest and lowest scores in the data set. In the typing-speed data set of Section 4.2.1 , the range is 50  −  15  =  35. The larger the range, the more distributed the data set is. The variance of a data set is the mean of the squared distances of all the scores from the mean of the data set. The square root of the variance is called the standard deviation. As with range, higher variances or standard deviations indicate that the data set is more distributed. A commonly used method for describing the distribution of a data set is the normal distribution, a special bell-shaped distribution that can be defined by the mean and the standard deviation (see Figure 4.1 ). The pattern of normal distribution is very important and useful for data analysis since many attributes from various fields of study are distributed normally, such as the heights of a population, student grades, and various performance measures.</a:t>
            </a:r>
          </a:p>
        </p:txBody>
      </p:sp>
      <p:sp>
        <p:nvSpPr>
          <p:cNvPr id="4" name="Slide Number Placeholder 3"/>
          <p:cNvSpPr>
            <a:spLocks noGrp="1"/>
          </p:cNvSpPr>
          <p:nvPr>
            <p:ph type="sldNum" sz="quarter" idx="5"/>
          </p:nvPr>
        </p:nvSpPr>
        <p:spPr/>
        <p:txBody>
          <a:bodyPr/>
          <a:lstStyle/>
          <a:p>
            <a:fld id="{3B225748-449B-4E6E-B2FD-9A517E5C9785}" type="slidenum">
              <a:rPr lang="en-US" smtClean="0"/>
              <a:pPr/>
              <a:t>26</a:t>
            </a:fld>
            <a:endParaRPr lang="en-US"/>
          </a:p>
        </p:txBody>
      </p:sp>
    </p:spTree>
    <p:extLst>
      <p:ext uri="{BB962C8B-B14F-4D97-AF65-F5344CB8AC3E}">
        <p14:creationId xmlns:p14="http://schemas.microsoft.com/office/powerpoint/2010/main" val="3334287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user here inflated the range</a:t>
            </a:r>
          </a:p>
        </p:txBody>
      </p:sp>
      <p:sp>
        <p:nvSpPr>
          <p:cNvPr id="4" name="Slide Number Placeholder 3"/>
          <p:cNvSpPr>
            <a:spLocks noGrp="1"/>
          </p:cNvSpPr>
          <p:nvPr>
            <p:ph type="sldNum" sz="quarter" idx="5"/>
          </p:nvPr>
        </p:nvSpPr>
        <p:spPr/>
        <p:txBody>
          <a:bodyPr/>
          <a:lstStyle/>
          <a:p>
            <a:fld id="{3B225748-449B-4E6E-B2FD-9A517E5C9785}" type="slidenum">
              <a:rPr lang="en-US" smtClean="0"/>
              <a:pPr/>
              <a:t>29</a:t>
            </a:fld>
            <a:endParaRPr lang="en-US"/>
          </a:p>
        </p:txBody>
      </p:sp>
    </p:spTree>
    <p:extLst>
      <p:ext uri="{BB962C8B-B14F-4D97-AF65-F5344CB8AC3E}">
        <p14:creationId xmlns:p14="http://schemas.microsoft.com/office/powerpoint/2010/main" val="2883463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Whenever you have a normal curve, a normally distributed set of data which is common in the world for things like weight, height, standard deviation has this interesting property of giving you information of what is common and what is not common. So 0 is where the mean is. If we go 1 standard deviation above or below the mean just because we know how standard deviation work, that 68% of people will fall within the range between -1 to 1. 95% of people between -2 to 2</a:t>
            </a:r>
          </a:p>
        </p:txBody>
      </p:sp>
      <p:sp>
        <p:nvSpPr>
          <p:cNvPr id="4" name="Slide Number Placeholder 3"/>
          <p:cNvSpPr>
            <a:spLocks noGrp="1"/>
          </p:cNvSpPr>
          <p:nvPr>
            <p:ph type="sldNum" sz="quarter" idx="5"/>
          </p:nvPr>
        </p:nvSpPr>
        <p:spPr/>
        <p:txBody>
          <a:bodyPr/>
          <a:lstStyle/>
          <a:p>
            <a:fld id="{3B225748-449B-4E6E-B2FD-9A517E5C9785}" type="slidenum">
              <a:rPr lang="en-US" smtClean="0"/>
              <a:pPr/>
              <a:t>30</a:t>
            </a:fld>
            <a:endParaRPr lang="en-US"/>
          </a:p>
        </p:txBody>
      </p:sp>
    </p:spTree>
    <p:extLst>
      <p:ext uri="{BB962C8B-B14F-4D97-AF65-F5344CB8AC3E}">
        <p14:creationId xmlns:p14="http://schemas.microsoft.com/office/powerpoint/2010/main" val="3125521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80</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/80</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/80</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11/4/2024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/80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/80</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/80</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/80</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/80</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/80</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/80</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/80</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/80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/80</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4/relationships/chartEx" Target="../charts/chartEx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scribbr.com/statistics/variability/"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customXml" Target="../ink/ink2.xml"/></Relationships>
</file>

<file path=ppt/slides/_rels/slide2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customXml" Target="../ink/ink4.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32.png"/><Relationship Id="rId18" Type="http://schemas.openxmlformats.org/officeDocument/2006/relationships/image" Target="../media/image33.png"/><Relationship Id="rId26" Type="http://schemas.openxmlformats.org/officeDocument/2006/relationships/image" Target="../media/image37.png"/><Relationship Id="rId3" Type="http://schemas.openxmlformats.org/officeDocument/2006/relationships/image" Target="../media/image27.png"/><Relationship Id="rId21" Type="http://schemas.openxmlformats.org/officeDocument/2006/relationships/customXml" Target="../ink/ink16.xml"/><Relationship Id="rId7" Type="http://schemas.openxmlformats.org/officeDocument/2006/relationships/image" Target="../media/image29.png"/><Relationship Id="rId12" Type="http://schemas.openxmlformats.org/officeDocument/2006/relationships/customXml" Target="../ink/ink10.xml"/><Relationship Id="rId17" Type="http://schemas.openxmlformats.org/officeDocument/2006/relationships/customXml" Target="../ink/ink14.xml"/><Relationship Id="rId25" Type="http://schemas.openxmlformats.org/officeDocument/2006/relationships/customXml" Target="../ink/ink18.xml"/><Relationship Id="rId2" Type="http://schemas.openxmlformats.org/officeDocument/2006/relationships/customXml" Target="../ink/ink5.xml"/><Relationship Id="rId16" Type="http://schemas.openxmlformats.org/officeDocument/2006/relationships/customXml" Target="../ink/ink13.xml"/><Relationship Id="rId20"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customXml" Target="../ink/ink7.xml"/><Relationship Id="rId11" Type="http://schemas.openxmlformats.org/officeDocument/2006/relationships/image" Target="../media/image31.png"/><Relationship Id="rId24" Type="http://schemas.openxmlformats.org/officeDocument/2006/relationships/image" Target="../media/image36.png"/><Relationship Id="rId5" Type="http://schemas.openxmlformats.org/officeDocument/2006/relationships/image" Target="../media/image28.png"/><Relationship Id="rId15" Type="http://schemas.openxmlformats.org/officeDocument/2006/relationships/customXml" Target="../ink/ink12.xml"/><Relationship Id="rId23" Type="http://schemas.openxmlformats.org/officeDocument/2006/relationships/customXml" Target="../ink/ink17.xml"/><Relationship Id="rId10" Type="http://schemas.openxmlformats.org/officeDocument/2006/relationships/customXml" Target="../ink/ink9.xml"/><Relationship Id="rId19" Type="http://schemas.openxmlformats.org/officeDocument/2006/relationships/customXml" Target="../ink/ink15.xml"/><Relationship Id="rId4" Type="http://schemas.openxmlformats.org/officeDocument/2006/relationships/customXml" Target="../ink/ink6.xml"/><Relationship Id="rId9" Type="http://schemas.openxmlformats.org/officeDocument/2006/relationships/image" Target="../media/image30.png"/><Relationship Id="rId14" Type="http://schemas.openxmlformats.org/officeDocument/2006/relationships/customXml" Target="../ink/ink11.xml"/><Relationship Id="rId22"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6" Type="http://schemas.openxmlformats.org/officeDocument/2006/relationships/image" Target="../media/image58.png"/><Relationship Id="rId21" Type="http://schemas.openxmlformats.org/officeDocument/2006/relationships/customXml" Target="../ink/ink30.xml"/><Relationship Id="rId42" Type="http://schemas.openxmlformats.org/officeDocument/2006/relationships/image" Target="../media/image66.png"/><Relationship Id="rId47" Type="http://schemas.openxmlformats.org/officeDocument/2006/relationships/customXml" Target="../ink/ink43.xml"/><Relationship Id="rId63" Type="http://schemas.openxmlformats.org/officeDocument/2006/relationships/customXml" Target="../ink/ink51.xml"/><Relationship Id="rId68" Type="http://schemas.openxmlformats.org/officeDocument/2006/relationships/image" Target="../media/image79.png"/><Relationship Id="rId16" Type="http://schemas.openxmlformats.org/officeDocument/2006/relationships/customXml" Target="../ink/ink27.xml"/><Relationship Id="rId11" Type="http://schemas.openxmlformats.org/officeDocument/2006/relationships/image" Target="../media/image31.png"/><Relationship Id="rId24" Type="http://schemas.openxmlformats.org/officeDocument/2006/relationships/image" Target="../media/image57.png"/><Relationship Id="rId32" Type="http://schemas.openxmlformats.org/officeDocument/2006/relationships/image" Target="../media/image61.png"/><Relationship Id="rId37" Type="http://schemas.openxmlformats.org/officeDocument/2006/relationships/customXml" Target="../ink/ink38.xml"/><Relationship Id="rId40" Type="http://schemas.openxmlformats.org/officeDocument/2006/relationships/image" Target="../media/image65.png"/><Relationship Id="rId45" Type="http://schemas.openxmlformats.org/officeDocument/2006/relationships/customXml" Target="../ink/ink42.xml"/><Relationship Id="rId53" Type="http://schemas.openxmlformats.org/officeDocument/2006/relationships/customXml" Target="../ink/ink46.xml"/><Relationship Id="rId58" Type="http://schemas.openxmlformats.org/officeDocument/2006/relationships/image" Target="../media/image74.png"/><Relationship Id="rId66" Type="http://schemas.openxmlformats.org/officeDocument/2006/relationships/image" Target="../media/image78.png"/><Relationship Id="rId74" Type="http://schemas.openxmlformats.org/officeDocument/2006/relationships/image" Target="../media/image82.png"/><Relationship Id="rId5" Type="http://schemas.openxmlformats.org/officeDocument/2006/relationships/image" Target="../media/image280.png"/><Relationship Id="rId61" Type="http://schemas.openxmlformats.org/officeDocument/2006/relationships/customXml" Target="../ink/ink50.xml"/><Relationship Id="rId19" Type="http://schemas.openxmlformats.org/officeDocument/2006/relationships/customXml" Target="../ink/ink29.xml"/><Relationship Id="rId14" Type="http://schemas.openxmlformats.org/officeDocument/2006/relationships/customXml" Target="../ink/ink25.xml"/><Relationship Id="rId22" Type="http://schemas.openxmlformats.org/officeDocument/2006/relationships/image" Target="../media/image56.png"/><Relationship Id="rId27" Type="http://schemas.openxmlformats.org/officeDocument/2006/relationships/customXml" Target="../ink/ink33.xml"/><Relationship Id="rId30" Type="http://schemas.openxmlformats.org/officeDocument/2006/relationships/image" Target="../media/image60.png"/><Relationship Id="rId35" Type="http://schemas.openxmlformats.org/officeDocument/2006/relationships/customXml" Target="../ink/ink37.xml"/><Relationship Id="rId43" Type="http://schemas.openxmlformats.org/officeDocument/2006/relationships/customXml" Target="../ink/ink41.xml"/><Relationship Id="rId48" Type="http://schemas.openxmlformats.org/officeDocument/2006/relationships/image" Target="../media/image69.png"/><Relationship Id="rId56" Type="http://schemas.openxmlformats.org/officeDocument/2006/relationships/image" Target="../media/image73.png"/><Relationship Id="rId64" Type="http://schemas.openxmlformats.org/officeDocument/2006/relationships/image" Target="../media/image77.png"/><Relationship Id="rId69" Type="http://schemas.openxmlformats.org/officeDocument/2006/relationships/customXml" Target="../ink/ink54.xml"/><Relationship Id="rId77" Type="http://schemas.openxmlformats.org/officeDocument/2006/relationships/image" Target="../media/image84.png"/><Relationship Id="rId8" Type="http://schemas.openxmlformats.org/officeDocument/2006/relationships/customXml" Target="../ink/ink22.xml"/><Relationship Id="rId51" Type="http://schemas.openxmlformats.org/officeDocument/2006/relationships/customXml" Target="../ink/ink45.xml"/><Relationship Id="rId72" Type="http://schemas.openxmlformats.org/officeDocument/2006/relationships/image" Target="../media/image81.png"/><Relationship Id="rId3" Type="http://schemas.openxmlformats.org/officeDocument/2006/relationships/image" Target="../media/image27.png"/><Relationship Id="rId12" Type="http://schemas.openxmlformats.org/officeDocument/2006/relationships/customXml" Target="../ink/ink24.xml"/><Relationship Id="rId17" Type="http://schemas.openxmlformats.org/officeDocument/2006/relationships/customXml" Target="../ink/ink28.xml"/><Relationship Id="rId25" Type="http://schemas.openxmlformats.org/officeDocument/2006/relationships/customXml" Target="../ink/ink32.xml"/><Relationship Id="rId33" Type="http://schemas.openxmlformats.org/officeDocument/2006/relationships/customXml" Target="../ink/ink36.xml"/><Relationship Id="rId38" Type="http://schemas.openxmlformats.org/officeDocument/2006/relationships/image" Target="../media/image64.png"/><Relationship Id="rId46" Type="http://schemas.openxmlformats.org/officeDocument/2006/relationships/image" Target="../media/image68.png"/><Relationship Id="rId59" Type="http://schemas.openxmlformats.org/officeDocument/2006/relationships/customXml" Target="../ink/ink49.xml"/><Relationship Id="rId67" Type="http://schemas.openxmlformats.org/officeDocument/2006/relationships/customXml" Target="../ink/ink53.xml"/><Relationship Id="rId20" Type="http://schemas.openxmlformats.org/officeDocument/2006/relationships/image" Target="../media/image55.png"/><Relationship Id="rId41" Type="http://schemas.openxmlformats.org/officeDocument/2006/relationships/customXml" Target="../ink/ink40.xml"/><Relationship Id="rId54" Type="http://schemas.openxmlformats.org/officeDocument/2006/relationships/image" Target="../media/image72.png"/><Relationship Id="rId62" Type="http://schemas.openxmlformats.org/officeDocument/2006/relationships/image" Target="../media/image76.png"/><Relationship Id="rId70" Type="http://schemas.openxmlformats.org/officeDocument/2006/relationships/image" Target="../media/image80.png"/><Relationship Id="rId75" Type="http://schemas.openxmlformats.org/officeDocument/2006/relationships/image" Target="../media/image83.svg"/><Relationship Id="rId1" Type="http://schemas.openxmlformats.org/officeDocument/2006/relationships/slideLayout" Target="../slideLayouts/slideLayout2.xml"/><Relationship Id="rId6" Type="http://schemas.openxmlformats.org/officeDocument/2006/relationships/customXml" Target="../ink/ink21.xml"/><Relationship Id="rId15" Type="http://schemas.openxmlformats.org/officeDocument/2006/relationships/customXml" Target="../ink/ink26.xml"/><Relationship Id="rId23" Type="http://schemas.openxmlformats.org/officeDocument/2006/relationships/customXml" Target="../ink/ink31.xml"/><Relationship Id="rId28" Type="http://schemas.openxmlformats.org/officeDocument/2006/relationships/image" Target="../media/image59.png"/><Relationship Id="rId36" Type="http://schemas.openxmlformats.org/officeDocument/2006/relationships/image" Target="../media/image63.png"/><Relationship Id="rId49" Type="http://schemas.openxmlformats.org/officeDocument/2006/relationships/customXml" Target="../ink/ink44.xml"/><Relationship Id="rId57" Type="http://schemas.openxmlformats.org/officeDocument/2006/relationships/customXml" Target="../ink/ink48.xml"/><Relationship Id="rId10" Type="http://schemas.openxmlformats.org/officeDocument/2006/relationships/customXml" Target="../ink/ink23.xml"/><Relationship Id="rId31" Type="http://schemas.openxmlformats.org/officeDocument/2006/relationships/customXml" Target="../ink/ink35.xml"/><Relationship Id="rId44" Type="http://schemas.openxmlformats.org/officeDocument/2006/relationships/image" Target="../media/image67.png"/><Relationship Id="rId52" Type="http://schemas.openxmlformats.org/officeDocument/2006/relationships/image" Target="../media/image71.png"/><Relationship Id="rId60" Type="http://schemas.openxmlformats.org/officeDocument/2006/relationships/image" Target="../media/image75.png"/><Relationship Id="rId65" Type="http://schemas.openxmlformats.org/officeDocument/2006/relationships/customXml" Target="../ink/ink52.xml"/><Relationship Id="rId73" Type="http://schemas.openxmlformats.org/officeDocument/2006/relationships/hyperlink" Target="https://www.ztable.net/?utm_content=cmp-true" TargetMode="External"/><Relationship Id="rId4" Type="http://schemas.openxmlformats.org/officeDocument/2006/relationships/customXml" Target="../ink/ink20.xml"/><Relationship Id="rId9" Type="http://schemas.openxmlformats.org/officeDocument/2006/relationships/image" Target="../media/image30.png"/><Relationship Id="rId13" Type="http://schemas.openxmlformats.org/officeDocument/2006/relationships/image" Target="../media/image320.png"/><Relationship Id="rId18" Type="http://schemas.openxmlformats.org/officeDocument/2006/relationships/image" Target="../media/image370.png"/><Relationship Id="rId39" Type="http://schemas.openxmlformats.org/officeDocument/2006/relationships/customXml" Target="../ink/ink39.xml"/><Relationship Id="rId34" Type="http://schemas.openxmlformats.org/officeDocument/2006/relationships/image" Target="../media/image62.png"/><Relationship Id="rId50" Type="http://schemas.openxmlformats.org/officeDocument/2006/relationships/image" Target="../media/image70.png"/><Relationship Id="rId55" Type="http://schemas.openxmlformats.org/officeDocument/2006/relationships/customXml" Target="../ink/ink47.xml"/><Relationship Id="rId76" Type="http://schemas.openxmlformats.org/officeDocument/2006/relationships/customXml" Target="../ink/ink56.xml"/><Relationship Id="rId7" Type="http://schemas.openxmlformats.org/officeDocument/2006/relationships/image" Target="../media/image290.png"/><Relationship Id="rId71" Type="http://schemas.openxmlformats.org/officeDocument/2006/relationships/customXml" Target="../ink/ink55.xml"/><Relationship Id="rId2" Type="http://schemas.openxmlformats.org/officeDocument/2006/relationships/customXml" Target="../ink/ink19.xml"/><Relationship Id="rId29" Type="http://schemas.openxmlformats.org/officeDocument/2006/relationships/customXml" Target="../ink/ink34.xml"/></Relationships>
</file>

<file path=ppt/slides/_rels/slide5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customXml" Target="../ink/ink57.xml"/><Relationship Id="rId7" Type="http://schemas.openxmlformats.org/officeDocument/2006/relationships/customXml" Target="../ink/ink59.xml"/><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customXml" Target="../ink/ink58.xml"/><Relationship Id="rId10" Type="http://schemas.openxmlformats.org/officeDocument/2006/relationships/image" Target="../media/image89.png"/><Relationship Id="rId4" Type="http://schemas.openxmlformats.org/officeDocument/2006/relationships/image" Target="../media/image86.png"/><Relationship Id="rId9" Type="http://schemas.openxmlformats.org/officeDocument/2006/relationships/customXml" Target="../ink/ink60.xml"/></Relationships>
</file>

<file path=ppt/slides/_rels/slide57.xml.rels><?xml version="1.0" encoding="UTF-8" standalone="yes"?>
<Relationships xmlns="http://schemas.openxmlformats.org/package/2006/relationships"><Relationship Id="rId13" Type="http://schemas.openxmlformats.org/officeDocument/2006/relationships/image" Target="../media/image320.png"/><Relationship Id="rId18" Type="http://schemas.openxmlformats.org/officeDocument/2006/relationships/image" Target="../media/image370.png"/><Relationship Id="rId26" Type="http://schemas.openxmlformats.org/officeDocument/2006/relationships/image" Target="../media/image91.png"/><Relationship Id="rId3" Type="http://schemas.openxmlformats.org/officeDocument/2006/relationships/image" Target="../media/image27.png"/><Relationship Id="rId21" Type="http://schemas.openxmlformats.org/officeDocument/2006/relationships/customXml" Target="../ink/ink72.xml"/><Relationship Id="rId34" Type="http://schemas.openxmlformats.org/officeDocument/2006/relationships/image" Target="../media/image95.png"/><Relationship Id="rId7" Type="http://schemas.openxmlformats.org/officeDocument/2006/relationships/image" Target="../media/image290.png"/><Relationship Id="rId12" Type="http://schemas.openxmlformats.org/officeDocument/2006/relationships/customXml" Target="../ink/ink66.xml"/><Relationship Id="rId17" Type="http://schemas.openxmlformats.org/officeDocument/2006/relationships/customXml" Target="../ink/ink70.xml"/><Relationship Id="rId25" Type="http://schemas.openxmlformats.org/officeDocument/2006/relationships/customXml" Target="../ink/ink74.xml"/><Relationship Id="rId33" Type="http://schemas.openxmlformats.org/officeDocument/2006/relationships/customXml" Target="../ink/ink78.xml"/><Relationship Id="rId2" Type="http://schemas.openxmlformats.org/officeDocument/2006/relationships/customXml" Target="../ink/ink61.xml"/><Relationship Id="rId16" Type="http://schemas.openxmlformats.org/officeDocument/2006/relationships/customXml" Target="../ink/ink69.xml"/><Relationship Id="rId20" Type="http://schemas.openxmlformats.org/officeDocument/2006/relationships/image" Target="../media/image59.png"/><Relationship Id="rId29" Type="http://schemas.openxmlformats.org/officeDocument/2006/relationships/customXml" Target="../ink/ink76.xml"/><Relationship Id="rId1" Type="http://schemas.openxmlformats.org/officeDocument/2006/relationships/slideLayout" Target="../slideLayouts/slideLayout2.xml"/><Relationship Id="rId6" Type="http://schemas.openxmlformats.org/officeDocument/2006/relationships/customXml" Target="../ink/ink63.xml"/><Relationship Id="rId11" Type="http://schemas.openxmlformats.org/officeDocument/2006/relationships/image" Target="../media/image31.png"/><Relationship Id="rId24" Type="http://schemas.openxmlformats.org/officeDocument/2006/relationships/image" Target="../media/image90.png"/><Relationship Id="rId32" Type="http://schemas.openxmlformats.org/officeDocument/2006/relationships/image" Target="../media/image94.png"/><Relationship Id="rId5" Type="http://schemas.openxmlformats.org/officeDocument/2006/relationships/image" Target="../media/image280.png"/><Relationship Id="rId15" Type="http://schemas.openxmlformats.org/officeDocument/2006/relationships/customXml" Target="../ink/ink68.xml"/><Relationship Id="rId23" Type="http://schemas.openxmlformats.org/officeDocument/2006/relationships/customXml" Target="../ink/ink73.xml"/><Relationship Id="rId28" Type="http://schemas.openxmlformats.org/officeDocument/2006/relationships/image" Target="../media/image92.png"/><Relationship Id="rId10" Type="http://schemas.openxmlformats.org/officeDocument/2006/relationships/customXml" Target="../ink/ink65.xml"/><Relationship Id="rId19" Type="http://schemas.openxmlformats.org/officeDocument/2006/relationships/customXml" Target="../ink/ink71.xml"/><Relationship Id="rId31" Type="http://schemas.openxmlformats.org/officeDocument/2006/relationships/customXml" Target="../ink/ink77.xml"/><Relationship Id="rId4" Type="http://schemas.openxmlformats.org/officeDocument/2006/relationships/customXml" Target="../ink/ink62.xml"/><Relationship Id="rId9" Type="http://schemas.openxmlformats.org/officeDocument/2006/relationships/image" Target="../media/image30.png"/><Relationship Id="rId14" Type="http://schemas.openxmlformats.org/officeDocument/2006/relationships/customXml" Target="../ink/ink67.xml"/><Relationship Id="rId22" Type="http://schemas.openxmlformats.org/officeDocument/2006/relationships/image" Target="../media/image60.png"/><Relationship Id="rId27" Type="http://schemas.openxmlformats.org/officeDocument/2006/relationships/customXml" Target="../ink/ink75.xml"/><Relationship Id="rId30" Type="http://schemas.openxmlformats.org/officeDocument/2006/relationships/image" Target="../media/image93.png"/><Relationship Id="rId8" Type="http://schemas.openxmlformats.org/officeDocument/2006/relationships/customXml" Target="../ink/ink64.xml"/></Relationships>
</file>

<file path=ppt/slides/_rels/slide58.xml.rels><?xml version="1.0" encoding="UTF-8" standalone="yes"?>
<Relationships xmlns="http://schemas.openxmlformats.org/package/2006/relationships"><Relationship Id="rId3" Type="http://schemas.openxmlformats.org/officeDocument/2006/relationships/customXml" Target="../ink/ink79.xml"/><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customXml" Target="../ink/ink80.xml"/><Relationship Id="rId4" Type="http://schemas.openxmlformats.org/officeDocument/2006/relationships/image" Target="../media/image97.png"/></Relationships>
</file>

<file path=ppt/slides/_rels/slide59.xml.rels><?xml version="1.0" encoding="UTF-8" standalone="yes"?>
<Relationships xmlns="http://schemas.openxmlformats.org/package/2006/relationships"><Relationship Id="rId13" Type="http://schemas.openxmlformats.org/officeDocument/2006/relationships/image" Target="../media/image320.png"/><Relationship Id="rId18" Type="http://schemas.openxmlformats.org/officeDocument/2006/relationships/image" Target="../media/image370.png"/><Relationship Id="rId26" Type="http://schemas.openxmlformats.org/officeDocument/2006/relationships/image" Target="../media/image102.png"/><Relationship Id="rId39" Type="http://schemas.openxmlformats.org/officeDocument/2006/relationships/customXml" Target="../ink/ink101.xml"/><Relationship Id="rId21" Type="http://schemas.openxmlformats.org/officeDocument/2006/relationships/customXml" Target="../ink/ink92.xml"/><Relationship Id="rId34" Type="http://schemas.openxmlformats.org/officeDocument/2006/relationships/image" Target="../media/image106.png"/><Relationship Id="rId42" Type="http://schemas.openxmlformats.org/officeDocument/2006/relationships/image" Target="../media/image110.png"/><Relationship Id="rId7" Type="http://schemas.openxmlformats.org/officeDocument/2006/relationships/image" Target="../media/image290.png"/><Relationship Id="rId2" Type="http://schemas.openxmlformats.org/officeDocument/2006/relationships/customXml" Target="../ink/ink81.xml"/><Relationship Id="rId16" Type="http://schemas.openxmlformats.org/officeDocument/2006/relationships/customXml" Target="../ink/ink89.xml"/><Relationship Id="rId20" Type="http://schemas.openxmlformats.org/officeDocument/2006/relationships/image" Target="../media/image99.png"/><Relationship Id="rId29" Type="http://schemas.openxmlformats.org/officeDocument/2006/relationships/customXml" Target="../ink/ink96.xml"/><Relationship Id="rId41" Type="http://schemas.openxmlformats.org/officeDocument/2006/relationships/customXml" Target="../ink/ink102.xml"/><Relationship Id="rId1" Type="http://schemas.openxmlformats.org/officeDocument/2006/relationships/slideLayout" Target="../slideLayouts/slideLayout2.xml"/><Relationship Id="rId6" Type="http://schemas.openxmlformats.org/officeDocument/2006/relationships/customXml" Target="../ink/ink83.xml"/><Relationship Id="rId11" Type="http://schemas.openxmlformats.org/officeDocument/2006/relationships/image" Target="../media/image31.png"/><Relationship Id="rId24" Type="http://schemas.openxmlformats.org/officeDocument/2006/relationships/image" Target="../media/image101.png"/><Relationship Id="rId32" Type="http://schemas.openxmlformats.org/officeDocument/2006/relationships/image" Target="../media/image105.png"/><Relationship Id="rId37" Type="http://schemas.openxmlformats.org/officeDocument/2006/relationships/customXml" Target="../ink/ink100.xml"/><Relationship Id="rId40" Type="http://schemas.openxmlformats.org/officeDocument/2006/relationships/image" Target="../media/image109.png"/><Relationship Id="rId5" Type="http://schemas.openxmlformats.org/officeDocument/2006/relationships/image" Target="../media/image280.png"/><Relationship Id="rId15" Type="http://schemas.openxmlformats.org/officeDocument/2006/relationships/customXml" Target="../ink/ink88.xml"/><Relationship Id="rId23" Type="http://schemas.openxmlformats.org/officeDocument/2006/relationships/customXml" Target="../ink/ink93.xml"/><Relationship Id="rId28" Type="http://schemas.openxmlformats.org/officeDocument/2006/relationships/image" Target="../media/image103.png"/><Relationship Id="rId36" Type="http://schemas.openxmlformats.org/officeDocument/2006/relationships/image" Target="../media/image107.png"/><Relationship Id="rId10" Type="http://schemas.openxmlformats.org/officeDocument/2006/relationships/customXml" Target="../ink/ink85.xml"/><Relationship Id="rId19" Type="http://schemas.openxmlformats.org/officeDocument/2006/relationships/customXml" Target="../ink/ink91.xml"/><Relationship Id="rId31" Type="http://schemas.openxmlformats.org/officeDocument/2006/relationships/customXml" Target="../ink/ink97.xml"/><Relationship Id="rId44" Type="http://schemas.openxmlformats.org/officeDocument/2006/relationships/image" Target="../media/image111.png"/><Relationship Id="rId4" Type="http://schemas.openxmlformats.org/officeDocument/2006/relationships/customXml" Target="../ink/ink82.xml"/><Relationship Id="rId9" Type="http://schemas.openxmlformats.org/officeDocument/2006/relationships/image" Target="../media/image30.png"/><Relationship Id="rId14" Type="http://schemas.openxmlformats.org/officeDocument/2006/relationships/customXml" Target="../ink/ink87.xml"/><Relationship Id="rId22" Type="http://schemas.openxmlformats.org/officeDocument/2006/relationships/image" Target="../media/image100.png"/><Relationship Id="rId27" Type="http://schemas.openxmlformats.org/officeDocument/2006/relationships/customXml" Target="../ink/ink95.xml"/><Relationship Id="rId30" Type="http://schemas.openxmlformats.org/officeDocument/2006/relationships/image" Target="../media/image104.png"/><Relationship Id="rId35" Type="http://schemas.openxmlformats.org/officeDocument/2006/relationships/customXml" Target="../ink/ink99.xml"/><Relationship Id="rId43" Type="http://schemas.openxmlformats.org/officeDocument/2006/relationships/customXml" Target="../ink/ink103.xml"/><Relationship Id="rId8" Type="http://schemas.openxmlformats.org/officeDocument/2006/relationships/customXml" Target="../ink/ink84.xml"/><Relationship Id="rId3" Type="http://schemas.openxmlformats.org/officeDocument/2006/relationships/image" Target="../media/image27.png"/><Relationship Id="rId12" Type="http://schemas.openxmlformats.org/officeDocument/2006/relationships/customXml" Target="../ink/ink86.xml"/><Relationship Id="rId17" Type="http://schemas.openxmlformats.org/officeDocument/2006/relationships/customXml" Target="../ink/ink90.xml"/><Relationship Id="rId25" Type="http://schemas.openxmlformats.org/officeDocument/2006/relationships/customXml" Target="../ink/ink94.xml"/><Relationship Id="rId33" Type="http://schemas.openxmlformats.org/officeDocument/2006/relationships/customXml" Target="../ink/ink98.xml"/><Relationship Id="rId38" Type="http://schemas.openxmlformats.org/officeDocument/2006/relationships/image" Target="../media/image10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scribbr.com/statistics/standard-deviation/"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scribbr.com/statistics/normal-distribution/" TargetMode="External"/><Relationship Id="rId4" Type="http://schemas.openxmlformats.org/officeDocument/2006/relationships/hyperlink" Target="https://www.scribbr.com/statistics/quartiles-quanti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Descriptive statistics</a:t>
            </a:r>
          </a:p>
        </p:txBody>
      </p:sp>
      <p:sp>
        <p:nvSpPr>
          <p:cNvPr id="3" name="Subtitle 2"/>
          <p:cNvSpPr>
            <a:spLocks noGrp="1"/>
          </p:cNvSpPr>
          <p:nvPr>
            <p:ph type="subTitle" idx="1"/>
          </p:nvPr>
        </p:nvSpPr>
        <p:spPr/>
        <p:txBody>
          <a:bodyPr>
            <a:normAutofit/>
          </a:bodyPr>
          <a:lstStyle/>
          <a:p>
            <a:r>
              <a:rPr lang="en-GB" dirty="0"/>
              <a:t>Week 7</a:t>
            </a:r>
          </a:p>
        </p:txBody>
      </p:sp>
      <p:sp>
        <p:nvSpPr>
          <p:cNvPr id="7" name="Date Placeholder 6">
            <a:extLst>
              <a:ext uri="{FF2B5EF4-FFF2-40B4-BE49-F238E27FC236}">
                <a16:creationId xmlns:a16="http://schemas.microsoft.com/office/drawing/2014/main" id="{7E8F47B6-DDFF-5542-DE22-458B7D78DDD4}"/>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09995103-B582-1191-61F5-AE3D24E210E3}"/>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A64A217A-1E00-79A9-8274-B3AB87C0E39A}"/>
              </a:ext>
            </a:extLst>
          </p:cNvPr>
          <p:cNvSpPr>
            <a:spLocks noGrp="1"/>
          </p:cNvSpPr>
          <p:nvPr>
            <p:ph type="sldNum" sz="quarter" idx="12"/>
          </p:nvPr>
        </p:nvSpPr>
        <p:spPr/>
        <p:txBody>
          <a:bodyPr/>
          <a:lstStyle/>
          <a:p>
            <a:fld id="{C060DF7E-57CF-4468-B64C-3049F1FBC5EB}" type="slidenum">
              <a:rPr lang="en-US" smtClean="0"/>
              <a:pPr/>
              <a:t>1</a:t>
            </a:fld>
            <a:r>
              <a:rPr lang="en-GB"/>
              <a:t>/80</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a:xfrm>
            <a:off x="612648" y="1600200"/>
            <a:ext cx="8153400" cy="4781128"/>
          </a:xfrm>
        </p:spPr>
        <p:txBody>
          <a:bodyPr>
            <a:normAutofit fontScale="47500" lnSpcReduction="20000"/>
          </a:bodyPr>
          <a:lstStyle/>
          <a:p>
            <a:pPr>
              <a:lnSpc>
                <a:spcPct val="110000"/>
              </a:lnSpc>
              <a:spcBef>
                <a:spcPts val="600"/>
              </a:spcBef>
              <a:spcAft>
                <a:spcPts val="600"/>
              </a:spcAft>
            </a:pPr>
            <a:r>
              <a:rPr lang="en-GB" sz="2800" dirty="0"/>
              <a:t>In Week 5 we discussed what needs to be considered to set up a study</a:t>
            </a:r>
          </a:p>
          <a:p>
            <a:pPr lvl="1">
              <a:lnSpc>
                <a:spcPct val="110000"/>
              </a:lnSpc>
              <a:spcBef>
                <a:spcPts val="600"/>
              </a:spcBef>
              <a:spcAft>
                <a:spcPts val="600"/>
              </a:spcAft>
            </a:pPr>
            <a:r>
              <a:rPr lang="en-GB" sz="2500" dirty="0"/>
              <a:t>Create Test Plan</a:t>
            </a:r>
          </a:p>
          <a:p>
            <a:pPr lvl="1">
              <a:lnSpc>
                <a:spcPct val="110000"/>
              </a:lnSpc>
              <a:spcBef>
                <a:spcPts val="600"/>
              </a:spcBef>
              <a:spcAft>
                <a:spcPts val="600"/>
              </a:spcAft>
            </a:pPr>
            <a:r>
              <a:rPr lang="en-GB" sz="2500" dirty="0"/>
              <a:t>Test Material preparation</a:t>
            </a:r>
          </a:p>
          <a:p>
            <a:pPr lvl="2">
              <a:lnSpc>
                <a:spcPct val="110000"/>
              </a:lnSpc>
              <a:spcBef>
                <a:spcPts val="600"/>
              </a:spcBef>
              <a:spcAft>
                <a:spcPts val="600"/>
              </a:spcAft>
            </a:pPr>
            <a:r>
              <a:rPr lang="en-GB" sz="2200" dirty="0"/>
              <a:t>To inform users</a:t>
            </a:r>
          </a:p>
          <a:p>
            <a:pPr lvl="2">
              <a:lnSpc>
                <a:spcPct val="110000"/>
              </a:lnSpc>
              <a:spcBef>
                <a:spcPts val="600"/>
              </a:spcBef>
              <a:spcAft>
                <a:spcPts val="600"/>
              </a:spcAft>
            </a:pPr>
            <a:r>
              <a:rPr lang="en-GB" sz="2200" dirty="0"/>
              <a:t>To instruct users</a:t>
            </a:r>
          </a:p>
          <a:p>
            <a:pPr lvl="2">
              <a:lnSpc>
                <a:spcPct val="110000"/>
              </a:lnSpc>
              <a:spcBef>
                <a:spcPts val="600"/>
              </a:spcBef>
              <a:spcAft>
                <a:spcPts val="600"/>
              </a:spcAft>
            </a:pPr>
            <a:r>
              <a:rPr lang="en-GB" sz="2200" dirty="0"/>
              <a:t>To instruct moderators</a:t>
            </a:r>
          </a:p>
          <a:p>
            <a:pPr lvl="2">
              <a:lnSpc>
                <a:spcPct val="110000"/>
              </a:lnSpc>
              <a:spcBef>
                <a:spcPts val="600"/>
              </a:spcBef>
              <a:spcAft>
                <a:spcPts val="600"/>
              </a:spcAft>
            </a:pPr>
            <a:r>
              <a:rPr lang="en-GB" sz="2200" dirty="0"/>
              <a:t>To collect data at various stages of the study, pre-during-post</a:t>
            </a:r>
          </a:p>
          <a:p>
            <a:pPr lvl="1">
              <a:lnSpc>
                <a:spcPct val="110000"/>
              </a:lnSpc>
              <a:spcBef>
                <a:spcPts val="600"/>
              </a:spcBef>
              <a:spcAft>
                <a:spcPts val="600"/>
              </a:spcAft>
            </a:pPr>
            <a:r>
              <a:rPr lang="en-GB" sz="2500" dirty="0"/>
              <a:t>Ethical considerations</a:t>
            </a:r>
          </a:p>
          <a:p>
            <a:pPr>
              <a:lnSpc>
                <a:spcPct val="110000"/>
              </a:lnSpc>
              <a:spcBef>
                <a:spcPts val="600"/>
              </a:spcBef>
              <a:spcAft>
                <a:spcPts val="600"/>
              </a:spcAft>
            </a:pPr>
            <a:r>
              <a:rPr lang="en-GB" sz="2800" dirty="0"/>
              <a:t>This week we will look </a:t>
            </a:r>
          </a:p>
          <a:p>
            <a:pPr lvl="1">
              <a:lnSpc>
                <a:spcPct val="110000"/>
              </a:lnSpc>
              <a:spcBef>
                <a:spcPts val="600"/>
              </a:spcBef>
              <a:spcAft>
                <a:spcPts val="600"/>
              </a:spcAft>
            </a:pPr>
            <a:r>
              <a:rPr lang="en-GB" sz="2100" dirty="0"/>
              <a:t>Basic concepts of statistical analysis</a:t>
            </a:r>
          </a:p>
          <a:p>
            <a:pPr lvl="1">
              <a:lnSpc>
                <a:spcPct val="110000"/>
              </a:lnSpc>
              <a:spcBef>
                <a:spcPts val="600"/>
              </a:spcBef>
              <a:spcAft>
                <a:spcPts val="600"/>
              </a:spcAft>
            </a:pPr>
            <a:r>
              <a:rPr lang="en-GB" sz="2100" dirty="0"/>
              <a:t>Preparing data for analysis</a:t>
            </a:r>
          </a:p>
          <a:p>
            <a:pPr lvl="1">
              <a:lnSpc>
                <a:spcPct val="110000"/>
              </a:lnSpc>
              <a:spcBef>
                <a:spcPts val="600"/>
              </a:spcBef>
              <a:spcAft>
                <a:spcPts val="600"/>
              </a:spcAft>
            </a:pPr>
            <a:r>
              <a:rPr lang="en-GB" sz="2100" dirty="0"/>
              <a:t>Descriptive statistics</a:t>
            </a:r>
            <a:endParaRPr lang="el-GR" sz="2100" dirty="0"/>
          </a:p>
          <a:p>
            <a:pPr lvl="2">
              <a:lnSpc>
                <a:spcPct val="110000"/>
              </a:lnSpc>
              <a:spcBef>
                <a:spcPts val="600"/>
              </a:spcBef>
              <a:spcAft>
                <a:spcPts val="600"/>
              </a:spcAft>
            </a:pPr>
            <a:r>
              <a:rPr lang="en-GB" sz="1800" dirty="0"/>
              <a:t>Measures of central tendency</a:t>
            </a:r>
          </a:p>
          <a:p>
            <a:pPr lvl="2">
              <a:lnSpc>
                <a:spcPct val="110000"/>
              </a:lnSpc>
              <a:spcBef>
                <a:spcPts val="600"/>
              </a:spcBef>
              <a:spcAft>
                <a:spcPts val="600"/>
              </a:spcAft>
            </a:pPr>
            <a:r>
              <a:rPr lang="en-GB" sz="1800" dirty="0"/>
              <a:t>Measures of variability</a:t>
            </a:r>
          </a:p>
          <a:p>
            <a:pPr lvl="1">
              <a:lnSpc>
                <a:spcPct val="110000"/>
              </a:lnSpc>
              <a:spcBef>
                <a:spcPts val="600"/>
              </a:spcBef>
              <a:spcAft>
                <a:spcPts val="600"/>
              </a:spcAft>
            </a:pPr>
            <a:r>
              <a:rPr lang="en-GB" sz="2100" dirty="0"/>
              <a:t>Which graph</a:t>
            </a:r>
          </a:p>
          <a:p>
            <a:pPr lvl="1">
              <a:lnSpc>
                <a:spcPct val="110000"/>
              </a:lnSpc>
              <a:spcBef>
                <a:spcPts val="600"/>
              </a:spcBef>
              <a:spcAft>
                <a:spcPts val="600"/>
              </a:spcAft>
            </a:pPr>
            <a:endParaRPr lang="en-GB" sz="2100" dirty="0"/>
          </a:p>
        </p:txBody>
      </p:sp>
      <p:sp>
        <p:nvSpPr>
          <p:cNvPr id="2" name="Footer Placeholder 1">
            <a:extLst>
              <a:ext uri="{FF2B5EF4-FFF2-40B4-BE49-F238E27FC236}">
                <a16:creationId xmlns:a16="http://schemas.microsoft.com/office/drawing/2014/main" id="{052896FF-0C43-737E-9467-9BA6A6D3C57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B85E9992-2054-6BD9-5E76-BBC43EE376BC}"/>
              </a:ext>
            </a:extLst>
          </p:cNvPr>
          <p:cNvSpPr>
            <a:spLocks noGrp="1"/>
          </p:cNvSpPr>
          <p:nvPr>
            <p:ph type="sldNum" sz="quarter" idx="4"/>
          </p:nvPr>
        </p:nvSpPr>
        <p:spPr/>
        <p:txBody>
          <a:bodyPr/>
          <a:lstStyle/>
          <a:p>
            <a:fld id="{9FD7ECCF-50E7-4327-B945-FA93FF7B2BEF}" type="slidenum">
              <a:rPr lang="en-US" smtClean="0"/>
              <a:pPr/>
              <a:t>2</a:t>
            </a:fld>
            <a:r>
              <a:rPr lang="en-GB"/>
              <a:t>/80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29D7FB6-405E-3338-EDB0-D4F9718703BA}"/>
              </a:ext>
            </a:extLst>
          </p:cNvPr>
          <p:cNvSpPr>
            <a:spLocks noGrp="1"/>
          </p:cNvSpPr>
          <p:nvPr>
            <p:ph type="title"/>
          </p:nvPr>
        </p:nvSpPr>
        <p:spPr/>
        <p:txBody>
          <a:bodyPr/>
          <a:lstStyle/>
          <a:p>
            <a:r>
              <a:rPr lang="en-GB" dirty="0"/>
              <a:t>Basic statistical concepts</a:t>
            </a:r>
          </a:p>
        </p:txBody>
      </p:sp>
      <p:pic>
        <p:nvPicPr>
          <p:cNvPr id="9" name="Picture 8">
            <a:extLst>
              <a:ext uri="{FF2B5EF4-FFF2-40B4-BE49-F238E27FC236}">
                <a16:creationId xmlns:a16="http://schemas.microsoft.com/office/drawing/2014/main" id="{718AAD13-31E4-A8E5-B3BE-BB1BC7FCED9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1863" y="3467202"/>
            <a:ext cx="8420274" cy="1512168"/>
          </a:xfrm>
          <a:prstGeom prst="rect">
            <a:avLst/>
          </a:prstGeom>
        </p:spPr>
      </p:pic>
      <p:sp>
        <p:nvSpPr>
          <p:cNvPr id="4" name="Date Placeholder 3">
            <a:extLst>
              <a:ext uri="{FF2B5EF4-FFF2-40B4-BE49-F238E27FC236}">
                <a16:creationId xmlns:a16="http://schemas.microsoft.com/office/drawing/2014/main" id="{E8859D79-1411-2BCF-475B-E5CCCBCD6098}"/>
              </a:ext>
            </a:extLst>
          </p:cNvPr>
          <p:cNvSpPr>
            <a:spLocks noGrp="1"/>
          </p:cNvSpPr>
          <p:nvPr>
            <p:ph type="dt" sz="half" idx="2"/>
          </p:nvPr>
        </p:nvSpPr>
        <p:spPr/>
        <p:txBody>
          <a:bodyPr/>
          <a:lstStyle/>
          <a:p>
            <a:endParaRPr lang="en-US" dirty="0"/>
          </a:p>
        </p:txBody>
      </p:sp>
      <p:sp>
        <p:nvSpPr>
          <p:cNvPr id="5" name="Footer Placeholder 4">
            <a:extLst>
              <a:ext uri="{FF2B5EF4-FFF2-40B4-BE49-F238E27FC236}">
                <a16:creationId xmlns:a16="http://schemas.microsoft.com/office/drawing/2014/main" id="{0EB5D2A9-5C1B-BEA2-A14B-E7CD6BA823C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EA988BD2-B415-0AAE-84F8-91A26E2DAD1A}"/>
              </a:ext>
            </a:extLst>
          </p:cNvPr>
          <p:cNvSpPr>
            <a:spLocks noGrp="1"/>
          </p:cNvSpPr>
          <p:nvPr>
            <p:ph type="sldNum" sz="quarter" idx="11"/>
          </p:nvPr>
        </p:nvSpPr>
        <p:spPr/>
        <p:txBody>
          <a:bodyPr/>
          <a:lstStyle/>
          <a:p>
            <a:fld id="{4F96EDF4-259A-48E8-B98E-8CB70E21F623}" type="slidenum">
              <a:rPr lang="en-US" smtClean="0"/>
              <a:pPr/>
              <a:t>3</a:t>
            </a:fld>
            <a:r>
              <a:rPr lang="en-GB"/>
              <a:t>/80</a:t>
            </a:r>
            <a:endParaRPr lang="en-US" dirty="0"/>
          </a:p>
        </p:txBody>
      </p:sp>
    </p:spTree>
    <p:extLst>
      <p:ext uri="{BB962C8B-B14F-4D97-AF65-F5344CB8AC3E}">
        <p14:creationId xmlns:p14="http://schemas.microsoft.com/office/powerpoint/2010/main" val="2678297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population vs sample">
            <a:extLst>
              <a:ext uri="{FF2B5EF4-FFF2-40B4-BE49-F238E27FC236}">
                <a16:creationId xmlns:a16="http://schemas.microsoft.com/office/drawing/2014/main" id="{AECDE12C-0F59-9E27-E862-8725B03C07D5}"/>
              </a:ext>
            </a:extLst>
          </p:cNvPr>
          <p:cNvPicPr>
            <a:picLocks noChangeAspect="1"/>
          </p:cNvPicPr>
          <p:nvPr/>
        </p:nvPicPr>
        <p:blipFill>
          <a:blip r:embed="rId2"/>
          <a:stretch>
            <a:fillRect/>
          </a:stretch>
        </p:blipFill>
        <p:spPr>
          <a:xfrm>
            <a:off x="1542082" y="2996952"/>
            <a:ext cx="6059835" cy="3165954"/>
          </a:xfrm>
          <a:prstGeom prst="rect">
            <a:avLst/>
          </a:prstGeom>
        </p:spPr>
      </p:pic>
      <p:sp>
        <p:nvSpPr>
          <p:cNvPr id="8" name="Content Placeholder 7">
            <a:extLst>
              <a:ext uri="{FF2B5EF4-FFF2-40B4-BE49-F238E27FC236}">
                <a16:creationId xmlns:a16="http://schemas.microsoft.com/office/drawing/2014/main" id="{E8CB8951-F987-6764-39B3-B693923830D6}"/>
              </a:ext>
            </a:extLst>
          </p:cNvPr>
          <p:cNvSpPr>
            <a:spLocks noGrp="1"/>
          </p:cNvSpPr>
          <p:nvPr>
            <p:ph sz="quarter" idx="1"/>
          </p:nvPr>
        </p:nvSpPr>
        <p:spPr>
          <a:xfrm>
            <a:off x="612648" y="1600200"/>
            <a:ext cx="8153400" cy="3629000"/>
          </a:xfrm>
        </p:spPr>
        <p:txBody>
          <a:bodyPr>
            <a:normAutofit/>
          </a:bodyPr>
          <a:lstStyle/>
          <a:p>
            <a:r>
              <a:rPr lang="en-GB" sz="2000" i="0" dirty="0">
                <a:solidFill>
                  <a:schemeClr val="tx1">
                    <a:lumMod val="75000"/>
                    <a:lumOff val="25000"/>
                  </a:schemeClr>
                </a:solidFill>
                <a:effectLst/>
              </a:rPr>
              <a:t>A </a:t>
            </a:r>
            <a:r>
              <a:rPr lang="en-GB" sz="2000" b="1" i="0" dirty="0">
                <a:solidFill>
                  <a:schemeClr val="tx1">
                    <a:lumMod val="75000"/>
                    <a:lumOff val="25000"/>
                  </a:schemeClr>
                </a:solidFill>
                <a:effectLst/>
              </a:rPr>
              <a:t>population</a:t>
            </a:r>
            <a:r>
              <a:rPr lang="en-GB" sz="2000" i="0" dirty="0">
                <a:solidFill>
                  <a:schemeClr val="tx1">
                    <a:lumMod val="75000"/>
                    <a:lumOff val="25000"/>
                  </a:schemeClr>
                </a:solidFill>
                <a:effectLst/>
              </a:rPr>
              <a:t> is the entire group that you want to draw conclusions about. </a:t>
            </a:r>
          </a:p>
          <a:p>
            <a:r>
              <a:rPr lang="en-GB" sz="2000" i="0" dirty="0">
                <a:solidFill>
                  <a:schemeClr val="tx1">
                    <a:lumMod val="75000"/>
                    <a:lumOff val="25000"/>
                  </a:schemeClr>
                </a:solidFill>
                <a:effectLst/>
              </a:rPr>
              <a:t>A </a:t>
            </a:r>
            <a:r>
              <a:rPr lang="en-GB" sz="2000" b="1" dirty="0">
                <a:solidFill>
                  <a:schemeClr val="tx1">
                    <a:lumMod val="75000"/>
                    <a:lumOff val="25000"/>
                  </a:schemeClr>
                </a:solidFill>
              </a:rPr>
              <a:t>sample</a:t>
            </a:r>
            <a:r>
              <a:rPr lang="en-GB" sz="2000" dirty="0">
                <a:solidFill>
                  <a:schemeClr val="tx1">
                    <a:lumMod val="75000"/>
                    <a:lumOff val="25000"/>
                  </a:schemeClr>
                </a:solidFill>
              </a:rPr>
              <a:t> is a specific group that you will collect data from (a smaller and more manageable representation of a larger group)</a:t>
            </a:r>
          </a:p>
        </p:txBody>
      </p:sp>
      <p:sp>
        <p:nvSpPr>
          <p:cNvPr id="6" name="TextBox 5">
            <a:extLst>
              <a:ext uri="{FF2B5EF4-FFF2-40B4-BE49-F238E27FC236}">
                <a16:creationId xmlns:a16="http://schemas.microsoft.com/office/drawing/2014/main" id="{57FF0B2D-D7D4-6E31-51C0-4C5DA0B3E080}"/>
              </a:ext>
            </a:extLst>
          </p:cNvPr>
          <p:cNvSpPr txBox="1"/>
          <p:nvPr/>
        </p:nvSpPr>
        <p:spPr>
          <a:xfrm>
            <a:off x="-2556792" y="3142321"/>
            <a:ext cx="2418689" cy="3139321"/>
          </a:xfrm>
          <a:prstGeom prst="rect">
            <a:avLst/>
          </a:prstGeom>
          <a:noFill/>
        </p:spPr>
        <p:txBody>
          <a:bodyPr wrap="square" rtlCol="0">
            <a:spAutoFit/>
          </a:bodyPr>
          <a:lstStyle/>
          <a:p>
            <a:r>
              <a:rPr lang="en-GB" sz="1800" dirty="0">
                <a:solidFill>
                  <a:schemeClr val="tx1">
                    <a:lumMod val="75000"/>
                    <a:lumOff val="25000"/>
                  </a:schemeClr>
                </a:solidFill>
                <a:latin typeface="+mn-lt"/>
              </a:rPr>
              <a:t>In research, a population doesn’t always refer to people. It can mean a group containing elements of anything you want to study, such as objects, events, organisations, countries, species, or organisms.</a:t>
            </a:r>
          </a:p>
          <a:p>
            <a:endParaRPr lang="en-GB" sz="1800" dirty="0">
              <a:latin typeface="+mn-lt"/>
            </a:endParaRPr>
          </a:p>
        </p:txBody>
      </p:sp>
      <p:sp>
        <p:nvSpPr>
          <p:cNvPr id="12" name="Title 6">
            <a:extLst>
              <a:ext uri="{FF2B5EF4-FFF2-40B4-BE49-F238E27FC236}">
                <a16:creationId xmlns:a16="http://schemas.microsoft.com/office/drawing/2014/main" id="{9E341F4E-C857-F92E-796B-8D62E3E6355C}"/>
              </a:ext>
            </a:extLst>
          </p:cNvPr>
          <p:cNvSpPr>
            <a:spLocks noGrp="1"/>
          </p:cNvSpPr>
          <p:nvPr>
            <p:ph type="title"/>
          </p:nvPr>
        </p:nvSpPr>
        <p:spPr>
          <a:xfrm>
            <a:off x="609600" y="334516"/>
            <a:ext cx="8153400" cy="990600"/>
          </a:xfrm>
        </p:spPr>
        <p:txBody>
          <a:bodyPr>
            <a:normAutofit fontScale="90000"/>
          </a:bodyPr>
          <a:lstStyle/>
          <a:p>
            <a:pPr>
              <a:lnSpc>
                <a:spcPts val="3500"/>
              </a:lnSpc>
            </a:pPr>
            <a:r>
              <a:rPr lang="en-GB" dirty="0"/>
              <a:t>Basic Statistics Concepts &amp; Terminology</a:t>
            </a:r>
          </a:p>
        </p:txBody>
      </p:sp>
      <p:sp>
        <p:nvSpPr>
          <p:cNvPr id="5" name="TextBox 4">
            <a:extLst>
              <a:ext uri="{FF2B5EF4-FFF2-40B4-BE49-F238E27FC236}">
                <a16:creationId xmlns:a16="http://schemas.microsoft.com/office/drawing/2014/main" id="{659B85F0-6830-D22A-4ED2-AF908DD0E61F}"/>
              </a:ext>
            </a:extLst>
          </p:cNvPr>
          <p:cNvSpPr txBox="1"/>
          <p:nvPr/>
        </p:nvSpPr>
        <p:spPr>
          <a:xfrm>
            <a:off x="3778457" y="5839740"/>
            <a:ext cx="3550972" cy="646331"/>
          </a:xfrm>
          <a:prstGeom prst="rect">
            <a:avLst/>
          </a:prstGeom>
          <a:noFill/>
        </p:spPr>
        <p:txBody>
          <a:bodyPr wrap="none" rtlCol="0">
            <a:spAutoFit/>
          </a:bodyPr>
          <a:lstStyle/>
          <a:p>
            <a:r>
              <a:rPr lang="en-GB" sz="1800" dirty="0">
                <a:solidFill>
                  <a:schemeClr val="tx1">
                    <a:lumMod val="75000"/>
                    <a:lumOff val="25000"/>
                  </a:schemeClr>
                </a:solidFill>
              </a:rPr>
              <a:t>e.g. </a:t>
            </a:r>
            <a:r>
              <a:rPr lang="en-GB" sz="1800" dirty="0">
                <a:solidFill>
                  <a:schemeClr val="accent2">
                    <a:lumMod val="75000"/>
                  </a:schemeClr>
                </a:solidFill>
              </a:rPr>
              <a:t>User preference (generalisation)</a:t>
            </a:r>
          </a:p>
          <a:p>
            <a:endParaRPr lang="en-GB" sz="1800" dirty="0"/>
          </a:p>
        </p:txBody>
      </p:sp>
      <p:sp>
        <p:nvSpPr>
          <p:cNvPr id="7" name="TextBox 6">
            <a:extLst>
              <a:ext uri="{FF2B5EF4-FFF2-40B4-BE49-F238E27FC236}">
                <a16:creationId xmlns:a16="http://schemas.microsoft.com/office/drawing/2014/main" id="{A72BB73E-33DF-8B24-EF31-808788325397}"/>
              </a:ext>
            </a:extLst>
          </p:cNvPr>
          <p:cNvSpPr txBox="1"/>
          <p:nvPr/>
        </p:nvSpPr>
        <p:spPr>
          <a:xfrm>
            <a:off x="5229432" y="4917837"/>
            <a:ext cx="4014922" cy="1000274"/>
          </a:xfrm>
          <a:prstGeom prst="rect">
            <a:avLst/>
          </a:prstGeom>
          <a:noFill/>
        </p:spPr>
        <p:txBody>
          <a:bodyPr wrap="square" rtlCol="0">
            <a:spAutoFit/>
          </a:bodyPr>
          <a:lstStyle/>
          <a:p>
            <a:pPr marL="354013" indent="0">
              <a:spcBef>
                <a:spcPts val="600"/>
              </a:spcBef>
              <a:spcAft>
                <a:spcPts val="600"/>
              </a:spcAft>
              <a:buNone/>
            </a:pPr>
            <a:r>
              <a:rPr lang="en-GB" sz="1800" dirty="0">
                <a:solidFill>
                  <a:schemeClr val="tx1">
                    <a:lumMod val="75000"/>
                    <a:lumOff val="25000"/>
                  </a:schemeClr>
                </a:solidFill>
              </a:rPr>
              <a:t>e.g. </a:t>
            </a:r>
            <a:r>
              <a:rPr lang="en-GB" sz="1800" dirty="0">
                <a:solidFill>
                  <a:schemeClr val="accent2">
                    <a:lumMod val="75000"/>
                  </a:schemeClr>
                </a:solidFill>
              </a:rPr>
              <a:t>User Preference of the 20 students in this seminar</a:t>
            </a:r>
          </a:p>
          <a:p>
            <a:endParaRPr lang="en-GB" sz="1800" dirty="0"/>
          </a:p>
        </p:txBody>
      </p:sp>
      <p:sp>
        <p:nvSpPr>
          <p:cNvPr id="4" name="Footer Placeholder 3">
            <a:extLst>
              <a:ext uri="{FF2B5EF4-FFF2-40B4-BE49-F238E27FC236}">
                <a16:creationId xmlns:a16="http://schemas.microsoft.com/office/drawing/2014/main" id="{0486D2D3-04E1-36B8-EE72-8DF70EBB237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56E5AC2E-6C21-F749-9565-A79D7C48E8A1}"/>
              </a:ext>
            </a:extLst>
          </p:cNvPr>
          <p:cNvSpPr>
            <a:spLocks noGrp="1"/>
          </p:cNvSpPr>
          <p:nvPr>
            <p:ph type="sldNum" sz="quarter" idx="4"/>
          </p:nvPr>
        </p:nvSpPr>
        <p:spPr/>
        <p:txBody>
          <a:bodyPr/>
          <a:lstStyle/>
          <a:p>
            <a:fld id="{9FD7ECCF-50E7-4327-B945-FA93FF7B2BEF}" type="slidenum">
              <a:rPr lang="en-US" smtClean="0"/>
              <a:pPr/>
              <a:t>4</a:t>
            </a:fld>
            <a:r>
              <a:rPr lang="en-GB"/>
              <a:t>/80</a:t>
            </a:r>
            <a:endParaRPr lang="en-US" dirty="0"/>
          </a:p>
        </p:txBody>
      </p:sp>
    </p:spTree>
    <p:extLst>
      <p:ext uri="{BB962C8B-B14F-4D97-AF65-F5344CB8AC3E}">
        <p14:creationId xmlns:p14="http://schemas.microsoft.com/office/powerpoint/2010/main" val="128491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0" nodeType="clickEffect">
                                  <p:stCondLst>
                                    <p:cond delay="0"/>
                                  </p:stCondLst>
                                  <p:childTnLst>
                                    <p:animMotion origin="layout" path="M -4.16667E-6 2.96296E-6 L 0.33247 0.00185 " pathEditMode="relative" rAng="0" ptsTypes="AA">
                                      <p:cBhvr>
                                        <p:cTn id="16" dur="2000" fill="hold"/>
                                        <p:tgtEl>
                                          <p:spTgt spid="6"/>
                                        </p:tgtEl>
                                        <p:attrNameLst>
                                          <p:attrName>ppt_x</p:attrName>
                                          <p:attrName>ppt_y</p:attrName>
                                        </p:attrNameLst>
                                      </p:cBhvr>
                                      <p:rCtr x="16615" y="93"/>
                                    </p:animMotion>
                                  </p:childTnLst>
                                </p:cTn>
                              </p:par>
                              <p:par>
                                <p:cTn id="17" presetID="42" presetClass="path" presetSubtype="0" accel="50000" decel="50000" fill="hold" nodeType="withEffect">
                                  <p:stCondLst>
                                    <p:cond delay="0"/>
                                  </p:stCondLst>
                                  <p:childTnLst>
                                    <p:animMotion origin="layout" path="M 0 -4.07407E-6 L 0.14965 0.00024 " pathEditMode="relative" rAng="0" ptsTypes="AA">
                                      <p:cBhvr>
                                        <p:cTn id="18" dur="2000" fill="hold"/>
                                        <p:tgtEl>
                                          <p:spTgt spid="10"/>
                                        </p:tgtEl>
                                        <p:attrNameLst>
                                          <p:attrName>ppt_x</p:attrName>
                                          <p:attrName>ppt_y</p:attrName>
                                        </p:attrNameLst>
                                      </p:cBhvr>
                                      <p:rCtr x="7483" y="0"/>
                                    </p:animMotion>
                                  </p:childTnLst>
                                </p:cTn>
                              </p:par>
                              <p:par>
                                <p:cTn id="19" presetID="2" presetClass="exit" presetSubtype="2" fill="hold" grpId="1" nodeType="withEffect">
                                  <p:stCondLst>
                                    <p:cond delay="0"/>
                                  </p:stCondLst>
                                  <p:childTnLst>
                                    <p:anim calcmode="lin" valueType="num">
                                      <p:cBhvr additive="base">
                                        <p:cTn id="20" dur="500"/>
                                        <p:tgtEl>
                                          <p:spTgt spid="7"/>
                                        </p:tgtEl>
                                        <p:attrNameLst>
                                          <p:attrName>ppt_x</p:attrName>
                                        </p:attrNameLst>
                                      </p:cBhvr>
                                      <p:tavLst>
                                        <p:tav tm="0">
                                          <p:val>
                                            <p:strVal val="ppt_x"/>
                                          </p:val>
                                        </p:tav>
                                        <p:tav tm="100000">
                                          <p:val>
                                            <p:strVal val="1+ppt_w/2"/>
                                          </p:val>
                                        </p:tav>
                                      </p:tavLst>
                                    </p:anim>
                                    <p:anim calcmode="lin" valueType="num">
                                      <p:cBhvr additive="base">
                                        <p:cTn id="21" dur="500"/>
                                        <p:tgtEl>
                                          <p:spTgt spid="7"/>
                                        </p:tgtEl>
                                        <p:attrNameLst>
                                          <p:attrName>ppt_y</p:attrName>
                                        </p:attrNameLst>
                                      </p:cBhvr>
                                      <p:tavLst>
                                        <p:tav tm="0">
                                          <p:val>
                                            <p:strVal val="ppt_y"/>
                                          </p:val>
                                        </p:tav>
                                        <p:tav tm="100000">
                                          <p:val>
                                            <p:strVal val="ppt_y"/>
                                          </p:val>
                                        </p:tav>
                                      </p:tavLst>
                                    </p:anim>
                                    <p:set>
                                      <p:cBhvr>
                                        <p:cTn id="22" dur="1" fill="hold">
                                          <p:stCondLst>
                                            <p:cond delay="499"/>
                                          </p:stCondLst>
                                        </p:cTn>
                                        <p:tgtEl>
                                          <p:spTgt spid="7"/>
                                        </p:tgtEl>
                                        <p:attrNameLst>
                                          <p:attrName>style.visibility</p:attrName>
                                        </p:attrNameLst>
                                      </p:cBhvr>
                                      <p:to>
                                        <p:strVal val="hidden"/>
                                      </p:to>
                                    </p:set>
                                  </p:childTnLst>
                                </p:cTn>
                              </p:par>
                              <p:par>
                                <p:cTn id="23" presetID="2" presetClass="exit" presetSubtype="2" fill="hold" grpId="1" nodeType="withEffect">
                                  <p:stCondLst>
                                    <p:cond delay="0"/>
                                  </p:stCondLst>
                                  <p:childTnLst>
                                    <p:anim calcmode="lin" valueType="num">
                                      <p:cBhvr additive="base">
                                        <p:cTn id="24" dur="500"/>
                                        <p:tgtEl>
                                          <p:spTgt spid="5"/>
                                        </p:tgtEl>
                                        <p:attrNameLst>
                                          <p:attrName>ppt_x</p:attrName>
                                        </p:attrNameLst>
                                      </p:cBhvr>
                                      <p:tavLst>
                                        <p:tav tm="0">
                                          <p:val>
                                            <p:strVal val="ppt_x"/>
                                          </p:val>
                                        </p:tav>
                                        <p:tav tm="100000">
                                          <p:val>
                                            <p:strVal val="1+ppt_w/2"/>
                                          </p:val>
                                        </p:tav>
                                      </p:tavLst>
                                    </p:anim>
                                    <p:anim calcmode="lin" valueType="num">
                                      <p:cBhvr additive="base">
                                        <p:cTn id="25" dur="500"/>
                                        <p:tgtEl>
                                          <p:spTgt spid="5"/>
                                        </p:tgtEl>
                                        <p:attrNameLst>
                                          <p:attrName>ppt_y</p:attrName>
                                        </p:attrNameLst>
                                      </p:cBhvr>
                                      <p:tavLst>
                                        <p:tav tm="0">
                                          <p:val>
                                            <p:strVal val="ppt_y"/>
                                          </p:val>
                                        </p:tav>
                                        <p:tav tm="100000">
                                          <p:val>
                                            <p:strVal val="ppt_y"/>
                                          </p:val>
                                        </p:tav>
                                      </p:tavLst>
                                    </p:anim>
                                    <p:set>
                                      <p:cBhvr>
                                        <p:cTn id="26"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5" grpId="1"/>
      <p:bldP spid="7" grpId="0"/>
      <p:bldP spid="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C188A94-5207-3DD1-D72A-FAD8FA0740DA}"/>
              </a:ext>
            </a:extLst>
          </p:cNvPr>
          <p:cNvSpPr>
            <a:spLocks noGrp="1"/>
          </p:cNvSpPr>
          <p:nvPr>
            <p:ph type="title"/>
          </p:nvPr>
        </p:nvSpPr>
        <p:spPr>
          <a:xfrm>
            <a:off x="609600" y="334516"/>
            <a:ext cx="8153400" cy="990600"/>
          </a:xfrm>
        </p:spPr>
        <p:txBody>
          <a:bodyPr>
            <a:normAutofit fontScale="90000"/>
          </a:bodyPr>
          <a:lstStyle/>
          <a:p>
            <a:pPr>
              <a:lnSpc>
                <a:spcPts val="3500"/>
              </a:lnSpc>
            </a:pPr>
            <a:r>
              <a:rPr lang="en-GB" dirty="0"/>
              <a:t>Basic Statistics Concepts &amp; Terminology</a:t>
            </a:r>
          </a:p>
        </p:txBody>
      </p:sp>
      <p:sp>
        <p:nvSpPr>
          <p:cNvPr id="8" name="Content Placeholder 7">
            <a:extLst>
              <a:ext uri="{FF2B5EF4-FFF2-40B4-BE49-F238E27FC236}">
                <a16:creationId xmlns:a16="http://schemas.microsoft.com/office/drawing/2014/main" id="{E8CB8951-F987-6764-39B3-B693923830D6}"/>
              </a:ext>
            </a:extLst>
          </p:cNvPr>
          <p:cNvSpPr>
            <a:spLocks noGrp="1"/>
          </p:cNvSpPr>
          <p:nvPr>
            <p:ph sz="quarter" idx="1"/>
          </p:nvPr>
        </p:nvSpPr>
        <p:spPr>
          <a:xfrm>
            <a:off x="612648" y="1600200"/>
            <a:ext cx="7921752" cy="4648006"/>
          </a:xfrm>
        </p:spPr>
        <p:txBody>
          <a:bodyPr>
            <a:normAutofit/>
          </a:bodyPr>
          <a:lstStyle/>
          <a:p>
            <a:pPr>
              <a:spcBef>
                <a:spcPts val="600"/>
              </a:spcBef>
              <a:spcAft>
                <a:spcPts val="600"/>
              </a:spcAft>
            </a:pPr>
            <a:r>
              <a:rPr lang="en-GB" sz="2000" b="1" dirty="0">
                <a:solidFill>
                  <a:schemeClr val="tx1">
                    <a:lumMod val="75000"/>
                    <a:lumOff val="25000"/>
                  </a:schemeClr>
                </a:solidFill>
              </a:rPr>
              <a:t>Parameters</a:t>
            </a:r>
            <a:r>
              <a:rPr lang="en-GB" sz="2000" dirty="0">
                <a:solidFill>
                  <a:schemeClr val="tx1">
                    <a:lumMod val="75000"/>
                    <a:lumOff val="25000"/>
                  </a:schemeClr>
                </a:solidFill>
              </a:rPr>
              <a:t> are based on data collected from an entire population. This means that every member of the group is accounted for in the results. Parameters provide descriptive data specific to a particular population.</a:t>
            </a:r>
          </a:p>
          <a:p>
            <a:pPr>
              <a:spcBef>
                <a:spcPts val="600"/>
              </a:spcBef>
              <a:spcAft>
                <a:spcPts val="600"/>
              </a:spcAft>
            </a:pPr>
            <a:r>
              <a:rPr lang="en-GB" sz="2000" b="1" dirty="0">
                <a:solidFill>
                  <a:schemeClr val="tx1">
                    <a:lumMod val="75000"/>
                    <a:lumOff val="25000"/>
                  </a:schemeClr>
                </a:solidFill>
              </a:rPr>
              <a:t>Statistics</a:t>
            </a:r>
            <a:r>
              <a:rPr lang="en-GB" sz="2000" dirty="0">
                <a:solidFill>
                  <a:schemeClr val="tx1">
                    <a:lumMod val="75000"/>
                    <a:lumOff val="25000"/>
                  </a:schemeClr>
                </a:solidFill>
              </a:rPr>
              <a:t> are based on data collected from a sample of the group being studied. </a:t>
            </a:r>
          </a:p>
        </p:txBody>
      </p:sp>
      <p:pic>
        <p:nvPicPr>
          <p:cNvPr id="6" name="Picture 5">
            <a:extLst>
              <a:ext uri="{FF2B5EF4-FFF2-40B4-BE49-F238E27FC236}">
                <a16:creationId xmlns:a16="http://schemas.microsoft.com/office/drawing/2014/main" id="{58D41F48-DC4F-20B8-6DB1-B273125754F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627784" y="3429000"/>
            <a:ext cx="4162089" cy="2400106"/>
          </a:xfrm>
          <a:prstGeom prst="rect">
            <a:avLst/>
          </a:prstGeom>
        </p:spPr>
      </p:pic>
      <p:sp>
        <p:nvSpPr>
          <p:cNvPr id="4" name="Footer Placeholder 3">
            <a:extLst>
              <a:ext uri="{FF2B5EF4-FFF2-40B4-BE49-F238E27FC236}">
                <a16:creationId xmlns:a16="http://schemas.microsoft.com/office/drawing/2014/main" id="{CA369F37-DDCC-42F8-B867-552C73B2D1D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E189F02-DE6E-D883-1D17-C65306CF6645}"/>
              </a:ext>
            </a:extLst>
          </p:cNvPr>
          <p:cNvSpPr>
            <a:spLocks noGrp="1"/>
          </p:cNvSpPr>
          <p:nvPr>
            <p:ph type="sldNum" sz="quarter" idx="4"/>
          </p:nvPr>
        </p:nvSpPr>
        <p:spPr/>
        <p:txBody>
          <a:bodyPr/>
          <a:lstStyle/>
          <a:p>
            <a:fld id="{9FD7ECCF-50E7-4327-B945-FA93FF7B2BEF}" type="slidenum">
              <a:rPr lang="en-US" smtClean="0"/>
              <a:pPr/>
              <a:t>5</a:t>
            </a:fld>
            <a:r>
              <a:rPr lang="en-GB"/>
              <a:t>/80</a:t>
            </a:r>
            <a:endParaRPr lang="en-US" dirty="0"/>
          </a:p>
        </p:txBody>
      </p:sp>
    </p:spTree>
    <p:extLst>
      <p:ext uri="{BB962C8B-B14F-4D97-AF65-F5344CB8AC3E}">
        <p14:creationId xmlns:p14="http://schemas.microsoft.com/office/powerpoint/2010/main" val="3321785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831D-BEF1-3A29-58BF-4B00A94B0BD6}"/>
              </a:ext>
            </a:extLst>
          </p:cNvPr>
          <p:cNvSpPr>
            <a:spLocks noGrp="1"/>
          </p:cNvSpPr>
          <p:nvPr>
            <p:ph type="title"/>
          </p:nvPr>
        </p:nvSpPr>
        <p:spPr/>
        <p:txBody>
          <a:bodyPr>
            <a:normAutofit/>
          </a:bodyPr>
          <a:lstStyle/>
          <a:p>
            <a:r>
              <a:rPr lang="en-GB" dirty="0"/>
              <a:t>There are two families of statistics</a:t>
            </a:r>
          </a:p>
        </p:txBody>
      </p:sp>
      <p:graphicFrame>
        <p:nvGraphicFramePr>
          <p:cNvPr id="6" name="Content Placeholder 5">
            <a:extLst>
              <a:ext uri="{FF2B5EF4-FFF2-40B4-BE49-F238E27FC236}">
                <a16:creationId xmlns:a16="http://schemas.microsoft.com/office/drawing/2014/main" id="{C9784FCD-34FE-DF73-59EF-81FBEB9DD32A}"/>
              </a:ext>
            </a:extLst>
          </p:cNvPr>
          <p:cNvGraphicFramePr>
            <a:graphicFrameLocks noGrp="1"/>
          </p:cNvGraphicFramePr>
          <p:nvPr>
            <p:ph sz="quarter" idx="1"/>
            <p:extLst>
              <p:ext uri="{D42A27DB-BD31-4B8C-83A1-F6EECF244321}">
                <p14:modId xmlns:p14="http://schemas.microsoft.com/office/powerpoint/2010/main" val="2899509302"/>
              </p:ext>
            </p:extLst>
          </p:nvPr>
        </p:nvGraphicFramePr>
        <p:xfrm>
          <a:off x="612775" y="1600200"/>
          <a:ext cx="81534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BDE9BACF-BD7C-EA65-3F8A-829787FC810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97290511-DB39-3F51-E686-D1FC85823B4B}"/>
              </a:ext>
            </a:extLst>
          </p:cNvPr>
          <p:cNvSpPr>
            <a:spLocks noGrp="1"/>
          </p:cNvSpPr>
          <p:nvPr>
            <p:ph type="sldNum" sz="quarter" idx="4"/>
          </p:nvPr>
        </p:nvSpPr>
        <p:spPr/>
        <p:txBody>
          <a:bodyPr/>
          <a:lstStyle/>
          <a:p>
            <a:fld id="{9FD7ECCF-50E7-4327-B945-FA93FF7B2BEF}" type="slidenum">
              <a:rPr lang="en-US" smtClean="0"/>
              <a:pPr/>
              <a:t>6</a:t>
            </a:fld>
            <a:r>
              <a:rPr lang="en-GB"/>
              <a:t>/80</a:t>
            </a:r>
            <a:endParaRPr lang="en-US" dirty="0"/>
          </a:p>
        </p:txBody>
      </p:sp>
    </p:spTree>
    <p:extLst>
      <p:ext uri="{BB962C8B-B14F-4D97-AF65-F5344CB8AC3E}">
        <p14:creationId xmlns:p14="http://schemas.microsoft.com/office/powerpoint/2010/main" val="1350905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2DD5ACD-0B39-94BB-7147-C6CA8E28A791}"/>
              </a:ext>
            </a:extLst>
          </p:cNvPr>
          <p:cNvSpPr>
            <a:spLocks noGrp="1"/>
          </p:cNvSpPr>
          <p:nvPr>
            <p:ph type="body" idx="1"/>
          </p:nvPr>
        </p:nvSpPr>
        <p:spPr>
          <a:xfrm>
            <a:off x="1371600" y="2743200"/>
            <a:ext cx="7123113" cy="2486000"/>
          </a:xfrm>
        </p:spPr>
        <p:txBody>
          <a:bodyPr>
            <a:normAutofit/>
          </a:bodyPr>
          <a:lstStyle/>
          <a:p>
            <a:r>
              <a:rPr lang="en-GB" dirty="0"/>
              <a:t>Clean up the collected data</a:t>
            </a:r>
          </a:p>
          <a:p>
            <a:r>
              <a:rPr lang="en-GB" dirty="0"/>
              <a:t>Organise data</a:t>
            </a:r>
          </a:p>
          <a:p>
            <a:r>
              <a:rPr lang="en-GB" dirty="0"/>
              <a:t>Descriptive statistics</a:t>
            </a:r>
          </a:p>
          <a:p>
            <a:r>
              <a:rPr lang="en-GB" dirty="0"/>
              <a:t>Inferential statistics</a:t>
            </a:r>
          </a:p>
          <a:p>
            <a:endParaRPr lang="en-GB" dirty="0"/>
          </a:p>
        </p:txBody>
      </p:sp>
      <p:sp>
        <p:nvSpPr>
          <p:cNvPr id="6" name="Title 5">
            <a:extLst>
              <a:ext uri="{FF2B5EF4-FFF2-40B4-BE49-F238E27FC236}">
                <a16:creationId xmlns:a16="http://schemas.microsoft.com/office/drawing/2014/main" id="{9FB223F0-8AAE-469F-EB49-E28E919DD023}"/>
              </a:ext>
            </a:extLst>
          </p:cNvPr>
          <p:cNvSpPr>
            <a:spLocks noGrp="1"/>
          </p:cNvSpPr>
          <p:nvPr>
            <p:ph type="title"/>
          </p:nvPr>
        </p:nvSpPr>
        <p:spPr>
          <a:xfrm>
            <a:off x="1371600" y="1628800"/>
            <a:ext cx="7620000" cy="990600"/>
          </a:xfrm>
        </p:spPr>
        <p:txBody>
          <a:bodyPr>
            <a:normAutofit fontScale="90000"/>
          </a:bodyPr>
          <a:lstStyle/>
          <a:p>
            <a:pPr>
              <a:lnSpc>
                <a:spcPts val="3800"/>
              </a:lnSpc>
            </a:pPr>
            <a:r>
              <a:rPr lang="en-GB" dirty="0"/>
              <a:t>Preparing data for statistical analysis</a:t>
            </a:r>
          </a:p>
        </p:txBody>
      </p:sp>
      <p:sp>
        <p:nvSpPr>
          <p:cNvPr id="2" name="Date Placeholder 1">
            <a:extLst>
              <a:ext uri="{FF2B5EF4-FFF2-40B4-BE49-F238E27FC236}">
                <a16:creationId xmlns:a16="http://schemas.microsoft.com/office/drawing/2014/main" id="{53A5A5F5-7077-CCB0-9669-9A9C225FA69F}"/>
              </a:ext>
            </a:extLst>
          </p:cNvPr>
          <p:cNvSpPr>
            <a:spLocks noGrp="1"/>
          </p:cNvSpPr>
          <p:nvPr>
            <p:ph type="dt" sz="half" idx="2"/>
          </p:nvPr>
        </p:nvSpPr>
        <p:spPr/>
        <p:txBody>
          <a:bodyPr/>
          <a:lstStyle/>
          <a:p>
            <a:endParaRPr lang="en-US" dirty="0"/>
          </a:p>
        </p:txBody>
      </p:sp>
      <p:sp>
        <p:nvSpPr>
          <p:cNvPr id="3" name="Footer Placeholder 2">
            <a:extLst>
              <a:ext uri="{FF2B5EF4-FFF2-40B4-BE49-F238E27FC236}">
                <a16:creationId xmlns:a16="http://schemas.microsoft.com/office/drawing/2014/main" id="{45E5D6E0-D42F-C60A-6252-30F8642D5FD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592221E8-59C3-2303-73D0-72883C63D7EC}"/>
              </a:ext>
            </a:extLst>
          </p:cNvPr>
          <p:cNvSpPr>
            <a:spLocks noGrp="1"/>
          </p:cNvSpPr>
          <p:nvPr>
            <p:ph type="sldNum" sz="quarter" idx="11"/>
          </p:nvPr>
        </p:nvSpPr>
        <p:spPr/>
        <p:txBody>
          <a:bodyPr/>
          <a:lstStyle/>
          <a:p>
            <a:fld id="{4F96EDF4-259A-48E8-B98E-8CB70E21F623}" type="slidenum">
              <a:rPr lang="en-US" smtClean="0"/>
              <a:pPr/>
              <a:t>7</a:t>
            </a:fld>
            <a:r>
              <a:rPr lang="en-GB"/>
              <a:t>/80</a:t>
            </a:r>
            <a:endParaRPr lang="en-US" dirty="0"/>
          </a:p>
        </p:txBody>
      </p:sp>
    </p:spTree>
    <p:extLst>
      <p:ext uri="{BB962C8B-B14F-4D97-AF65-F5344CB8AC3E}">
        <p14:creationId xmlns:p14="http://schemas.microsoft.com/office/powerpoint/2010/main" val="403980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F60569-BD74-BB70-6551-E392DE207B01}"/>
              </a:ext>
            </a:extLst>
          </p:cNvPr>
          <p:cNvSpPr>
            <a:spLocks noGrp="1"/>
          </p:cNvSpPr>
          <p:nvPr>
            <p:ph type="title"/>
          </p:nvPr>
        </p:nvSpPr>
        <p:spPr/>
        <p:txBody>
          <a:bodyPr/>
          <a:lstStyle/>
          <a:p>
            <a:r>
              <a:rPr lang="en-GB" dirty="0"/>
              <a:t>Clean up the collected data</a:t>
            </a:r>
          </a:p>
        </p:txBody>
      </p:sp>
      <p:sp>
        <p:nvSpPr>
          <p:cNvPr id="7" name="Text Placeholder 6">
            <a:extLst>
              <a:ext uri="{FF2B5EF4-FFF2-40B4-BE49-F238E27FC236}">
                <a16:creationId xmlns:a16="http://schemas.microsoft.com/office/drawing/2014/main" id="{9603D38E-18E9-4A91-B807-A014C931344B}"/>
              </a:ext>
            </a:extLst>
          </p:cNvPr>
          <p:cNvSpPr>
            <a:spLocks noGrp="1"/>
          </p:cNvSpPr>
          <p:nvPr>
            <p:ph sz="quarter" idx="1"/>
          </p:nvPr>
        </p:nvSpPr>
        <p:spPr/>
        <p:txBody>
          <a:bodyPr>
            <a:normAutofit lnSpcReduction="10000"/>
          </a:bodyPr>
          <a:lstStyle/>
          <a:p>
            <a:r>
              <a:rPr lang="en-GB" dirty="0"/>
              <a:t>Screen the data for possible errors</a:t>
            </a:r>
          </a:p>
          <a:p>
            <a:pPr marL="640080" lvl="2" indent="0">
              <a:buNone/>
            </a:pPr>
            <a:r>
              <a:rPr lang="en-GB" sz="2400" i="1" dirty="0">
                <a:solidFill>
                  <a:schemeClr val="accent2">
                    <a:lumMod val="75000"/>
                  </a:schemeClr>
                </a:solidFill>
              </a:rPr>
              <a:t>“To err is human”</a:t>
            </a:r>
          </a:p>
          <a:p>
            <a:pPr lvl="1"/>
            <a:r>
              <a:rPr lang="en-GB" dirty="0"/>
              <a:t>If the age of a participant is entered as “223,” you can easily conclude that there is something wrong</a:t>
            </a:r>
          </a:p>
          <a:p>
            <a:pPr lvl="1"/>
            <a:r>
              <a:rPr lang="en-GB" dirty="0"/>
              <a:t>For automatically collected data, error checking usually boils down to time consistency issues or whether the performance is within a reasonable range.</a:t>
            </a:r>
          </a:p>
          <a:p>
            <a:pPr lvl="1"/>
            <a:r>
              <a:rPr lang="en-GB" dirty="0"/>
              <a:t>In case you collect data from multiple channels, ensure that data is synchronized and correctly grouped together</a:t>
            </a:r>
          </a:p>
          <a:p>
            <a:pPr lvl="1"/>
            <a:r>
              <a:rPr lang="en-GB" dirty="0"/>
              <a:t>What do we do with errors? Possibly we remove them.</a:t>
            </a:r>
          </a:p>
        </p:txBody>
      </p:sp>
      <p:sp>
        <p:nvSpPr>
          <p:cNvPr id="2" name="Footer Placeholder 1">
            <a:extLst>
              <a:ext uri="{FF2B5EF4-FFF2-40B4-BE49-F238E27FC236}">
                <a16:creationId xmlns:a16="http://schemas.microsoft.com/office/drawing/2014/main" id="{7457CA91-6F10-B38C-9CC4-E46DD3FF21D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91D66B86-DEF7-47D5-98E7-67CD283F3772}"/>
              </a:ext>
            </a:extLst>
          </p:cNvPr>
          <p:cNvSpPr>
            <a:spLocks noGrp="1"/>
          </p:cNvSpPr>
          <p:nvPr>
            <p:ph type="sldNum" sz="quarter" idx="4"/>
          </p:nvPr>
        </p:nvSpPr>
        <p:spPr/>
        <p:txBody>
          <a:bodyPr/>
          <a:lstStyle/>
          <a:p>
            <a:fld id="{9FD7ECCF-50E7-4327-B945-FA93FF7B2BEF}" type="slidenum">
              <a:rPr lang="en-US" smtClean="0"/>
              <a:pPr/>
              <a:t>8</a:t>
            </a:fld>
            <a:r>
              <a:rPr lang="en-GB"/>
              <a:t>/80</a:t>
            </a:r>
            <a:endParaRPr lang="en-US" dirty="0"/>
          </a:p>
        </p:txBody>
      </p:sp>
    </p:spTree>
    <p:extLst>
      <p:ext uri="{BB962C8B-B14F-4D97-AF65-F5344CB8AC3E}">
        <p14:creationId xmlns:p14="http://schemas.microsoft.com/office/powerpoint/2010/main" val="194588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8492C-6B70-D417-5047-28ED9299EA6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45CF052-9D47-B4C1-ECD8-BD3CB8EA2B20}"/>
              </a:ext>
            </a:extLst>
          </p:cNvPr>
          <p:cNvSpPr>
            <a:spLocks noGrp="1"/>
          </p:cNvSpPr>
          <p:nvPr>
            <p:ph sz="quarter" idx="1"/>
          </p:nvPr>
        </p:nvSpPr>
        <p:spPr/>
        <p:txBody>
          <a:bodyPr/>
          <a:lstStyle/>
          <a:p>
            <a:endParaRPr lang="en-GB"/>
          </a:p>
        </p:txBody>
      </p:sp>
      <p:graphicFrame>
        <p:nvGraphicFramePr>
          <p:cNvPr id="8" name="Object 7">
            <a:extLst>
              <a:ext uri="{FF2B5EF4-FFF2-40B4-BE49-F238E27FC236}">
                <a16:creationId xmlns:a16="http://schemas.microsoft.com/office/drawing/2014/main" id="{E67A122C-06ED-F833-E199-023B51D7EC7B}"/>
              </a:ext>
            </a:extLst>
          </p:cNvPr>
          <p:cNvGraphicFramePr>
            <a:graphicFrameLocks noChangeAspect="1"/>
          </p:cNvGraphicFramePr>
          <p:nvPr>
            <p:extLst>
              <p:ext uri="{D42A27DB-BD31-4B8C-83A1-F6EECF244321}">
                <p14:modId xmlns:p14="http://schemas.microsoft.com/office/powerpoint/2010/main" val="2708950003"/>
              </p:ext>
            </p:extLst>
          </p:nvPr>
        </p:nvGraphicFramePr>
        <p:xfrm>
          <a:off x="599289" y="270654"/>
          <a:ext cx="7991500" cy="5344368"/>
        </p:xfrm>
        <a:graphic>
          <a:graphicData uri="http://schemas.openxmlformats.org/presentationml/2006/ole">
            <mc:AlternateContent xmlns:mc="http://schemas.openxmlformats.org/markup-compatibility/2006">
              <mc:Choice xmlns:v="urn:schemas-microsoft-com:vml" Requires="v">
                <p:oleObj r:id="rId2" imgW="49374410" imgH="33022599" progId="">
                  <p:embed/>
                </p:oleObj>
              </mc:Choice>
              <mc:Fallback>
                <p:oleObj r:id="rId2" imgW="49374410" imgH="33022599" progId="">
                  <p:embed/>
                  <p:pic>
                    <p:nvPicPr>
                      <p:cNvPr id="8" name="Object 7">
                        <a:extLst>
                          <a:ext uri="{FF2B5EF4-FFF2-40B4-BE49-F238E27FC236}">
                            <a16:creationId xmlns:a16="http://schemas.microsoft.com/office/drawing/2014/main" id="{E67A122C-06ED-F833-E199-023B51D7EC7B}"/>
                          </a:ext>
                        </a:extLst>
                      </p:cNvPr>
                      <p:cNvPicPr/>
                      <p:nvPr/>
                    </p:nvPicPr>
                    <p:blipFill>
                      <a:blip r:embed="rId3"/>
                      <a:stretch>
                        <a:fillRect/>
                      </a:stretch>
                    </p:blipFill>
                    <p:spPr>
                      <a:xfrm>
                        <a:off x="599289" y="270654"/>
                        <a:ext cx="7991500" cy="5344368"/>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03F8CD8-BFCF-4DAE-E531-0AE98EC65F48}"/>
              </a:ext>
            </a:extLst>
          </p:cNvPr>
          <p:cNvGraphicFramePr>
            <a:graphicFrameLocks noChangeAspect="1"/>
          </p:cNvGraphicFramePr>
          <p:nvPr>
            <p:extLst>
              <p:ext uri="{D42A27DB-BD31-4B8C-83A1-F6EECF244321}">
                <p14:modId xmlns:p14="http://schemas.microsoft.com/office/powerpoint/2010/main" val="2550061706"/>
              </p:ext>
            </p:extLst>
          </p:nvPr>
        </p:nvGraphicFramePr>
        <p:xfrm>
          <a:off x="266700" y="2436178"/>
          <a:ext cx="6096000" cy="3149600"/>
        </p:xfrm>
        <a:graphic>
          <a:graphicData uri="http://schemas.openxmlformats.org/presentationml/2006/ole">
            <mc:AlternateContent xmlns:mc="http://schemas.openxmlformats.org/markup-compatibility/2006">
              <mc:Choice xmlns:v="urn:schemas-microsoft-com:vml" Requires="v">
                <p:oleObj r:id="rId4" imgW="23777590" imgH="12282731" progId="">
                  <p:embed/>
                </p:oleObj>
              </mc:Choice>
              <mc:Fallback>
                <p:oleObj r:id="rId4" imgW="23777590" imgH="12282731" progId="">
                  <p:embed/>
                  <p:pic>
                    <p:nvPicPr>
                      <p:cNvPr id="10" name="Object 9">
                        <a:extLst>
                          <a:ext uri="{FF2B5EF4-FFF2-40B4-BE49-F238E27FC236}">
                            <a16:creationId xmlns:a16="http://schemas.microsoft.com/office/drawing/2014/main" id="{303F8CD8-BFCF-4DAE-E531-0AE98EC65F48}"/>
                          </a:ext>
                        </a:extLst>
                      </p:cNvPr>
                      <p:cNvPicPr/>
                      <p:nvPr/>
                    </p:nvPicPr>
                    <p:blipFill>
                      <a:blip r:embed="rId5"/>
                      <a:stretch>
                        <a:fillRect/>
                      </a:stretch>
                    </p:blipFill>
                    <p:spPr>
                      <a:xfrm>
                        <a:off x="266700" y="2436178"/>
                        <a:ext cx="6096000" cy="3149600"/>
                      </a:xfrm>
                      <a:prstGeom prst="rect">
                        <a:avLst/>
                      </a:prstGeom>
                    </p:spPr>
                  </p:pic>
                </p:oleObj>
              </mc:Fallback>
            </mc:AlternateContent>
          </a:graphicData>
        </a:graphic>
      </p:graphicFrame>
      <p:sp>
        <p:nvSpPr>
          <p:cNvPr id="11" name="Footer Placeholder 10">
            <a:extLst>
              <a:ext uri="{FF2B5EF4-FFF2-40B4-BE49-F238E27FC236}">
                <a16:creationId xmlns:a16="http://schemas.microsoft.com/office/drawing/2014/main" id="{B01C921F-242B-0771-C9D4-C70DF5236AF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67A0EE60-CD67-6043-F3FB-3E7A54CBAA8E}"/>
              </a:ext>
            </a:extLst>
          </p:cNvPr>
          <p:cNvSpPr>
            <a:spLocks noGrp="1"/>
          </p:cNvSpPr>
          <p:nvPr>
            <p:ph type="sldNum" sz="quarter" idx="4"/>
          </p:nvPr>
        </p:nvSpPr>
        <p:spPr/>
        <p:txBody>
          <a:bodyPr/>
          <a:lstStyle/>
          <a:p>
            <a:fld id="{9FD7ECCF-50E7-4327-B945-FA93FF7B2BEF}" type="slidenum">
              <a:rPr lang="en-US" smtClean="0"/>
              <a:pPr/>
              <a:t>9</a:t>
            </a:fld>
            <a:r>
              <a:rPr lang="en-GB"/>
              <a:t>/80</a:t>
            </a:r>
            <a:endParaRPr lang="en-US" dirty="0"/>
          </a:p>
        </p:txBody>
      </p:sp>
    </p:spTree>
    <p:extLst>
      <p:ext uri="{BB962C8B-B14F-4D97-AF65-F5344CB8AC3E}">
        <p14:creationId xmlns:p14="http://schemas.microsoft.com/office/powerpoint/2010/main" val="184146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F60569-BD74-BB70-6551-E392DE207B01}"/>
              </a:ext>
            </a:extLst>
          </p:cNvPr>
          <p:cNvSpPr>
            <a:spLocks noGrp="1"/>
          </p:cNvSpPr>
          <p:nvPr>
            <p:ph type="title"/>
          </p:nvPr>
        </p:nvSpPr>
        <p:spPr/>
        <p:txBody>
          <a:bodyPr/>
          <a:lstStyle/>
          <a:p>
            <a:r>
              <a:rPr lang="en-GB" dirty="0"/>
              <a:t>Coding data</a:t>
            </a:r>
          </a:p>
        </p:txBody>
      </p:sp>
      <p:sp>
        <p:nvSpPr>
          <p:cNvPr id="3" name="Content Placeholder 2">
            <a:extLst>
              <a:ext uri="{FF2B5EF4-FFF2-40B4-BE49-F238E27FC236}">
                <a16:creationId xmlns:a16="http://schemas.microsoft.com/office/drawing/2014/main" id="{E2F86E92-7295-ACBB-E4B2-A16945B69074}"/>
              </a:ext>
            </a:extLst>
          </p:cNvPr>
          <p:cNvSpPr>
            <a:spLocks noGrp="1"/>
          </p:cNvSpPr>
          <p:nvPr>
            <p:ph sz="quarter" idx="1"/>
          </p:nvPr>
        </p:nvSpPr>
        <p:spPr/>
        <p:txBody>
          <a:bodyPr/>
          <a:lstStyle/>
          <a:p>
            <a:r>
              <a:rPr lang="en-GB" dirty="0"/>
              <a:t>The original data collected need to be coded before any statistical analysis can be conducted</a:t>
            </a:r>
          </a:p>
        </p:txBody>
      </p:sp>
      <p:pic>
        <p:nvPicPr>
          <p:cNvPr id="11" name="Picture 10" descr="example of coding data">
            <a:extLst>
              <a:ext uri="{FF2B5EF4-FFF2-40B4-BE49-F238E27FC236}">
                <a16:creationId xmlns:a16="http://schemas.microsoft.com/office/drawing/2014/main" id="{5291BEC7-97DB-DDB4-E362-E02A999249C7}"/>
              </a:ext>
            </a:extLst>
          </p:cNvPr>
          <p:cNvPicPr>
            <a:picLocks noChangeAspect="1"/>
          </p:cNvPicPr>
          <p:nvPr/>
        </p:nvPicPr>
        <p:blipFill>
          <a:blip r:embed="rId2"/>
          <a:stretch>
            <a:fillRect/>
          </a:stretch>
        </p:blipFill>
        <p:spPr>
          <a:xfrm>
            <a:off x="1331640" y="2772738"/>
            <a:ext cx="5507344" cy="3323262"/>
          </a:xfrm>
          <a:prstGeom prst="rect">
            <a:avLst/>
          </a:prstGeom>
        </p:spPr>
      </p:pic>
      <p:sp>
        <p:nvSpPr>
          <p:cNvPr id="2" name="Footer Placeholder 1">
            <a:extLst>
              <a:ext uri="{FF2B5EF4-FFF2-40B4-BE49-F238E27FC236}">
                <a16:creationId xmlns:a16="http://schemas.microsoft.com/office/drawing/2014/main" id="{3E29103C-344D-9B88-B394-809CA88B980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13AD065F-2204-7D1D-1947-A55E2264FFB2}"/>
              </a:ext>
            </a:extLst>
          </p:cNvPr>
          <p:cNvSpPr>
            <a:spLocks noGrp="1"/>
          </p:cNvSpPr>
          <p:nvPr>
            <p:ph type="sldNum" sz="quarter" idx="4"/>
          </p:nvPr>
        </p:nvSpPr>
        <p:spPr/>
        <p:txBody>
          <a:bodyPr/>
          <a:lstStyle/>
          <a:p>
            <a:fld id="{9FD7ECCF-50E7-4327-B945-FA93FF7B2BEF}" type="slidenum">
              <a:rPr lang="en-US" smtClean="0"/>
              <a:pPr/>
              <a:t>10</a:t>
            </a:fld>
            <a:r>
              <a:rPr lang="en-GB"/>
              <a:t>/80</a:t>
            </a:r>
            <a:endParaRPr lang="en-US" dirty="0"/>
          </a:p>
        </p:txBody>
      </p:sp>
    </p:spTree>
    <p:extLst>
      <p:ext uri="{BB962C8B-B14F-4D97-AF65-F5344CB8AC3E}">
        <p14:creationId xmlns:p14="http://schemas.microsoft.com/office/powerpoint/2010/main" val="1789661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0F3388-1A1E-BBBC-0F9E-D4170D81CE1F}"/>
              </a:ext>
            </a:extLst>
          </p:cNvPr>
          <p:cNvSpPr>
            <a:spLocks noGrp="1"/>
          </p:cNvSpPr>
          <p:nvPr>
            <p:ph sz="quarter" idx="1"/>
          </p:nvPr>
        </p:nvSpPr>
        <p:spPr>
          <a:xfrm>
            <a:off x="588912" y="1625871"/>
            <a:ext cx="4967465" cy="4626253"/>
          </a:xfrm>
        </p:spPr>
        <p:txBody>
          <a:bodyPr>
            <a:noAutofit/>
          </a:bodyPr>
          <a:lstStyle/>
          <a:p>
            <a:pPr>
              <a:spcBef>
                <a:spcPts val="600"/>
              </a:spcBef>
            </a:pPr>
            <a:r>
              <a:rPr lang="en-US" altLang="ko-KR" sz="1400" b="1" dirty="0">
                <a:solidFill>
                  <a:schemeClr val="tx1">
                    <a:lumMod val="75000"/>
                    <a:lumOff val="25000"/>
                  </a:schemeClr>
                </a:solidFill>
              </a:rPr>
              <a:t>Variable</a:t>
            </a:r>
            <a:r>
              <a:rPr lang="en-US" altLang="ko-KR" sz="1400" dirty="0">
                <a:solidFill>
                  <a:schemeClr val="tx1">
                    <a:lumMod val="75000"/>
                    <a:lumOff val="25000"/>
                  </a:schemeClr>
                </a:solidFill>
              </a:rPr>
              <a:t> </a:t>
            </a:r>
            <a:r>
              <a:rPr lang="en-GB" sz="1400" dirty="0">
                <a:solidFill>
                  <a:schemeClr val="tx1">
                    <a:lumMod val="75000"/>
                    <a:lumOff val="25000"/>
                  </a:schemeClr>
                </a:solidFill>
              </a:rPr>
              <a:t>is a property or characteristic measured in the population of individuals or objects</a:t>
            </a:r>
          </a:p>
          <a:p>
            <a:pPr>
              <a:spcBef>
                <a:spcPts val="600"/>
              </a:spcBef>
            </a:pPr>
            <a:r>
              <a:rPr lang="en-GB" sz="1400" b="1" dirty="0">
                <a:solidFill>
                  <a:schemeClr val="tx1">
                    <a:lumMod val="75000"/>
                    <a:lumOff val="25000"/>
                  </a:schemeClr>
                </a:solidFill>
              </a:rPr>
              <a:t>Qualitative variables </a:t>
            </a:r>
            <a:r>
              <a:rPr lang="en-GB" sz="1400" dirty="0">
                <a:solidFill>
                  <a:schemeClr val="tx1">
                    <a:lumMod val="75000"/>
                    <a:lumOff val="25000"/>
                  </a:schemeClr>
                </a:solidFill>
              </a:rPr>
              <a:t>- they measure non-numeric qualities. </a:t>
            </a:r>
          </a:p>
          <a:p>
            <a:pPr lvl="1">
              <a:spcBef>
                <a:spcPts val="600"/>
              </a:spcBef>
            </a:pPr>
            <a:r>
              <a:rPr lang="en-GB" sz="1400" b="1" dirty="0">
                <a:solidFill>
                  <a:schemeClr val="tx1">
                    <a:lumMod val="75000"/>
                    <a:lumOff val="25000"/>
                  </a:schemeClr>
                </a:solidFill>
              </a:rPr>
              <a:t>Nominals</a:t>
            </a:r>
            <a:r>
              <a:rPr lang="en-GB" sz="1400" dirty="0">
                <a:solidFill>
                  <a:schemeClr val="tx1">
                    <a:lumMod val="75000"/>
                    <a:lumOff val="25000"/>
                  </a:schemeClr>
                </a:solidFill>
              </a:rPr>
              <a:t>: There is no natural order between its categories. Example: The hair colour or the gender.</a:t>
            </a:r>
          </a:p>
          <a:p>
            <a:pPr lvl="1">
              <a:spcBef>
                <a:spcPts val="600"/>
              </a:spcBef>
            </a:pPr>
            <a:r>
              <a:rPr lang="en-GB" sz="1400" b="1" dirty="0">
                <a:solidFill>
                  <a:schemeClr val="tx1">
                    <a:lumMod val="75000"/>
                    <a:lumOff val="25000"/>
                  </a:schemeClr>
                </a:solidFill>
              </a:rPr>
              <a:t>Ordinals</a:t>
            </a:r>
            <a:r>
              <a:rPr lang="en-GB" sz="1400" dirty="0">
                <a:solidFill>
                  <a:schemeClr val="tx1">
                    <a:lumMod val="75000"/>
                    <a:lumOff val="25000"/>
                  </a:schemeClr>
                </a:solidFill>
              </a:rPr>
              <a:t>: data are ordered groups or categories (the data can be organised in a meaningful order). Example: The education level.</a:t>
            </a:r>
          </a:p>
          <a:p>
            <a:pPr>
              <a:spcBef>
                <a:spcPts val="600"/>
              </a:spcBef>
            </a:pPr>
            <a:r>
              <a:rPr lang="en-GB" sz="1400" b="1" dirty="0">
                <a:solidFill>
                  <a:schemeClr val="tx1">
                    <a:lumMod val="75000"/>
                    <a:lumOff val="25000"/>
                  </a:schemeClr>
                </a:solidFill>
              </a:rPr>
              <a:t>Quantitative variables </a:t>
            </a:r>
            <a:r>
              <a:rPr lang="en-GB" sz="1400" dirty="0">
                <a:solidFill>
                  <a:schemeClr val="tx1">
                    <a:lumMod val="75000"/>
                    <a:lumOff val="25000"/>
                  </a:schemeClr>
                </a:solidFill>
              </a:rPr>
              <a:t>- they measure numeric quantities. </a:t>
            </a:r>
          </a:p>
          <a:p>
            <a:pPr lvl="1">
              <a:spcBef>
                <a:spcPts val="600"/>
              </a:spcBef>
            </a:pPr>
            <a:r>
              <a:rPr lang="en-GB" sz="1400" b="1" dirty="0">
                <a:solidFill>
                  <a:schemeClr val="tx1">
                    <a:lumMod val="75000"/>
                    <a:lumOff val="25000"/>
                  </a:schemeClr>
                </a:solidFill>
              </a:rPr>
              <a:t>Interval (discrete)</a:t>
            </a:r>
            <a:r>
              <a:rPr lang="en-GB" sz="1400" dirty="0">
                <a:solidFill>
                  <a:schemeClr val="tx1">
                    <a:lumMod val="75000"/>
                    <a:lumOff val="25000"/>
                  </a:schemeClr>
                </a:solidFill>
              </a:rPr>
              <a:t>:  are ordered data where the differences between the values are meaningful (equal intervals and usually integers). There is no absolute 0.</a:t>
            </a:r>
          </a:p>
          <a:p>
            <a:pPr marL="640080" lvl="2" indent="0">
              <a:spcBef>
                <a:spcPts val="600"/>
              </a:spcBef>
              <a:buNone/>
            </a:pPr>
            <a:r>
              <a:rPr lang="en-GB" sz="1400" dirty="0">
                <a:solidFill>
                  <a:schemeClr val="tx1">
                    <a:lumMod val="75000"/>
                    <a:lumOff val="25000"/>
                  </a:schemeClr>
                </a:solidFill>
              </a:rPr>
              <a:t>Example: Temperature (0 does not mean the absence of temperature).</a:t>
            </a:r>
          </a:p>
          <a:p>
            <a:pPr lvl="1">
              <a:spcBef>
                <a:spcPts val="600"/>
              </a:spcBef>
            </a:pPr>
            <a:r>
              <a:rPr lang="en-GB" sz="1400" b="1" dirty="0">
                <a:solidFill>
                  <a:schemeClr val="tx1">
                    <a:lumMod val="75000"/>
                    <a:lumOff val="25000"/>
                  </a:schemeClr>
                </a:solidFill>
              </a:rPr>
              <a:t>Ratio (continuous)</a:t>
            </a:r>
            <a:r>
              <a:rPr lang="en-GB" sz="1400" dirty="0">
                <a:solidFill>
                  <a:schemeClr val="tx1">
                    <a:lumMod val="75000"/>
                    <a:lumOff val="25000"/>
                  </a:schemeClr>
                </a:solidFill>
              </a:rPr>
              <a:t>: Ratio is the same as interval but they can take the value of an absolute 0.</a:t>
            </a:r>
          </a:p>
          <a:p>
            <a:pPr marL="640080" lvl="2" indent="0">
              <a:lnSpc>
                <a:spcPct val="120000"/>
              </a:lnSpc>
              <a:spcBef>
                <a:spcPts val="600"/>
              </a:spcBef>
              <a:buNone/>
            </a:pPr>
            <a:r>
              <a:rPr lang="en-GB" sz="1400" dirty="0">
                <a:solidFill>
                  <a:schemeClr val="tx1">
                    <a:lumMod val="75000"/>
                    <a:lumOff val="25000"/>
                  </a:schemeClr>
                </a:solidFill>
              </a:rPr>
              <a:t>Example: The height, weight or age of a person.</a:t>
            </a:r>
          </a:p>
          <a:p>
            <a:pPr>
              <a:lnSpc>
                <a:spcPct val="120000"/>
              </a:lnSpc>
              <a:spcBef>
                <a:spcPts val="600"/>
              </a:spcBef>
            </a:pPr>
            <a:endParaRPr lang="en-GB" sz="1400" b="1" dirty="0">
              <a:solidFill>
                <a:schemeClr val="tx1">
                  <a:lumMod val="75000"/>
                  <a:lumOff val="25000"/>
                </a:schemeClr>
              </a:solidFill>
            </a:endParaRPr>
          </a:p>
        </p:txBody>
      </p:sp>
      <p:sp>
        <p:nvSpPr>
          <p:cNvPr id="6" name="Title 6">
            <a:extLst>
              <a:ext uri="{FF2B5EF4-FFF2-40B4-BE49-F238E27FC236}">
                <a16:creationId xmlns:a16="http://schemas.microsoft.com/office/drawing/2014/main" id="{4A16F888-A65D-A201-2519-249299614DAA}"/>
              </a:ext>
            </a:extLst>
          </p:cNvPr>
          <p:cNvSpPr>
            <a:spLocks noGrp="1"/>
          </p:cNvSpPr>
          <p:nvPr>
            <p:ph type="title"/>
          </p:nvPr>
        </p:nvSpPr>
        <p:spPr>
          <a:xfrm>
            <a:off x="609600" y="334516"/>
            <a:ext cx="8153400" cy="990600"/>
          </a:xfrm>
        </p:spPr>
        <p:txBody>
          <a:bodyPr>
            <a:normAutofit/>
          </a:bodyPr>
          <a:lstStyle/>
          <a:p>
            <a:pPr>
              <a:lnSpc>
                <a:spcPts val="3500"/>
              </a:lnSpc>
            </a:pPr>
            <a:r>
              <a:rPr lang="en-GB" dirty="0"/>
              <a:t>Identify the type of data</a:t>
            </a:r>
          </a:p>
        </p:txBody>
      </p:sp>
      <p:pic>
        <p:nvPicPr>
          <p:cNvPr id="12" name="Picture 11" descr="dog">
            <a:extLst>
              <a:ext uri="{FF2B5EF4-FFF2-40B4-BE49-F238E27FC236}">
                <a16:creationId xmlns:a16="http://schemas.microsoft.com/office/drawing/2014/main" id="{AABDFA86-D32B-2B7B-A38B-5A82AB91F628}"/>
              </a:ext>
            </a:extLst>
          </p:cNvPr>
          <p:cNvPicPr>
            <a:picLocks noChangeAspect="1"/>
          </p:cNvPicPr>
          <p:nvPr/>
        </p:nvPicPr>
        <p:blipFill>
          <a:blip r:embed="rId2"/>
          <a:stretch>
            <a:fillRect/>
          </a:stretch>
        </p:blipFill>
        <p:spPr>
          <a:xfrm>
            <a:off x="6885520" y="3791744"/>
            <a:ext cx="1512047" cy="2238058"/>
          </a:xfrm>
          <a:prstGeom prst="rect">
            <a:avLst/>
          </a:prstGeom>
        </p:spPr>
      </p:pic>
      <p:sp>
        <p:nvSpPr>
          <p:cNvPr id="13" name="TextBox 12">
            <a:extLst>
              <a:ext uri="{FF2B5EF4-FFF2-40B4-BE49-F238E27FC236}">
                <a16:creationId xmlns:a16="http://schemas.microsoft.com/office/drawing/2014/main" id="{74FA8014-D958-AA96-068D-D14CDE7859DE}"/>
              </a:ext>
            </a:extLst>
          </p:cNvPr>
          <p:cNvSpPr txBox="1"/>
          <p:nvPr/>
        </p:nvSpPr>
        <p:spPr>
          <a:xfrm>
            <a:off x="7355322" y="6020388"/>
            <a:ext cx="723981" cy="338554"/>
          </a:xfrm>
          <a:prstGeom prst="rect">
            <a:avLst/>
          </a:prstGeom>
          <a:noFill/>
        </p:spPr>
        <p:txBody>
          <a:bodyPr wrap="none" rtlCol="0">
            <a:spAutoFit/>
          </a:bodyPr>
          <a:lstStyle/>
          <a:p>
            <a:r>
              <a:rPr lang="en-GB" sz="1600" dirty="0">
                <a:latin typeface="+mn-lt"/>
              </a:rPr>
              <a:t>weight</a:t>
            </a:r>
          </a:p>
        </p:txBody>
      </p:sp>
      <p:sp>
        <p:nvSpPr>
          <p:cNvPr id="14" name="TextBox 13">
            <a:extLst>
              <a:ext uri="{FF2B5EF4-FFF2-40B4-BE49-F238E27FC236}">
                <a16:creationId xmlns:a16="http://schemas.microsoft.com/office/drawing/2014/main" id="{4AD2774C-40C8-9603-9E44-15E54187D371}"/>
              </a:ext>
            </a:extLst>
          </p:cNvPr>
          <p:cNvSpPr txBox="1"/>
          <p:nvPr/>
        </p:nvSpPr>
        <p:spPr>
          <a:xfrm>
            <a:off x="6174504" y="4741496"/>
            <a:ext cx="681597" cy="338554"/>
          </a:xfrm>
          <a:prstGeom prst="rect">
            <a:avLst/>
          </a:prstGeom>
          <a:noFill/>
        </p:spPr>
        <p:txBody>
          <a:bodyPr wrap="none" rtlCol="0">
            <a:spAutoFit/>
          </a:bodyPr>
          <a:lstStyle/>
          <a:p>
            <a:r>
              <a:rPr lang="en-GB" sz="1600" dirty="0">
                <a:latin typeface="+mn-lt"/>
              </a:rPr>
              <a:t>height</a:t>
            </a:r>
          </a:p>
        </p:txBody>
      </p:sp>
      <p:cxnSp>
        <p:nvCxnSpPr>
          <p:cNvPr id="17" name="Straight Arrow Connector 16">
            <a:extLst>
              <a:ext uri="{FF2B5EF4-FFF2-40B4-BE49-F238E27FC236}">
                <a16:creationId xmlns:a16="http://schemas.microsoft.com/office/drawing/2014/main" id="{28F50CEC-68A3-6EB7-8744-59E22CA02599}"/>
              </a:ext>
            </a:extLst>
          </p:cNvPr>
          <p:cNvCxnSpPr>
            <a:cxnSpLocks/>
          </p:cNvCxnSpPr>
          <p:nvPr/>
        </p:nvCxnSpPr>
        <p:spPr>
          <a:xfrm>
            <a:off x="6518708" y="5301208"/>
            <a:ext cx="26013" cy="66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683246A-EBDE-555F-8AAA-6B9B26FCB016}"/>
              </a:ext>
            </a:extLst>
          </p:cNvPr>
          <p:cNvCxnSpPr>
            <a:cxnSpLocks/>
          </p:cNvCxnSpPr>
          <p:nvPr/>
        </p:nvCxnSpPr>
        <p:spPr>
          <a:xfrm flipV="1">
            <a:off x="6515303" y="3951880"/>
            <a:ext cx="3405" cy="700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descr="different dogs in line">
            <a:extLst>
              <a:ext uri="{FF2B5EF4-FFF2-40B4-BE49-F238E27FC236}">
                <a16:creationId xmlns:a16="http://schemas.microsoft.com/office/drawing/2014/main" id="{94D5166F-C4BB-33E3-367C-7B2715EB7ED3}"/>
              </a:ext>
            </a:extLst>
          </p:cNvPr>
          <p:cNvPicPr>
            <a:picLocks noChangeAspect="1"/>
          </p:cNvPicPr>
          <p:nvPr/>
        </p:nvPicPr>
        <p:blipFill>
          <a:blip r:embed="rId3"/>
          <a:stretch>
            <a:fillRect/>
          </a:stretch>
        </p:blipFill>
        <p:spPr>
          <a:xfrm>
            <a:off x="5327898" y="1928684"/>
            <a:ext cx="3816102" cy="1103760"/>
          </a:xfrm>
          <a:prstGeom prst="rect">
            <a:avLst/>
          </a:prstGeom>
        </p:spPr>
      </p:pic>
      <p:cxnSp>
        <p:nvCxnSpPr>
          <p:cNvPr id="9" name="Straight Arrow Connector 8">
            <a:extLst>
              <a:ext uri="{FF2B5EF4-FFF2-40B4-BE49-F238E27FC236}">
                <a16:creationId xmlns:a16="http://schemas.microsoft.com/office/drawing/2014/main" id="{8895ACF2-7CD4-3588-29B2-3D91893EDD5F}"/>
              </a:ext>
            </a:extLst>
          </p:cNvPr>
          <p:cNvCxnSpPr>
            <a:cxnSpLocks/>
            <a:endCxn id="15" idx="1"/>
          </p:cNvCxnSpPr>
          <p:nvPr/>
        </p:nvCxnSpPr>
        <p:spPr>
          <a:xfrm flipV="1">
            <a:off x="5004048" y="1795148"/>
            <a:ext cx="2370061" cy="772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CC28F29-A2FE-228A-71A9-0E2B5C857AB1}"/>
              </a:ext>
            </a:extLst>
          </p:cNvPr>
          <p:cNvCxnSpPr>
            <a:cxnSpLocks/>
            <a:endCxn id="20" idx="1"/>
          </p:cNvCxnSpPr>
          <p:nvPr/>
        </p:nvCxnSpPr>
        <p:spPr>
          <a:xfrm flipV="1">
            <a:off x="5436096" y="3114156"/>
            <a:ext cx="1956667" cy="139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C87818C-D0F5-ADAF-6D48-8AB2DBA83FE4}"/>
              </a:ext>
            </a:extLst>
          </p:cNvPr>
          <p:cNvSpPr txBox="1"/>
          <p:nvPr/>
        </p:nvSpPr>
        <p:spPr>
          <a:xfrm>
            <a:off x="7374109" y="1625871"/>
            <a:ext cx="686406" cy="338554"/>
          </a:xfrm>
          <a:prstGeom prst="rect">
            <a:avLst/>
          </a:prstGeom>
          <a:noFill/>
        </p:spPr>
        <p:txBody>
          <a:bodyPr wrap="none" rtlCol="0">
            <a:spAutoFit/>
          </a:bodyPr>
          <a:lstStyle/>
          <a:p>
            <a:r>
              <a:rPr lang="en-GB" sz="1600" dirty="0">
                <a:latin typeface="+mn-lt"/>
              </a:rPr>
              <a:t>breed</a:t>
            </a:r>
          </a:p>
        </p:txBody>
      </p:sp>
      <p:sp>
        <p:nvSpPr>
          <p:cNvPr id="20" name="TextBox 19">
            <a:extLst>
              <a:ext uri="{FF2B5EF4-FFF2-40B4-BE49-F238E27FC236}">
                <a16:creationId xmlns:a16="http://schemas.microsoft.com/office/drawing/2014/main" id="{844243D2-4665-1C55-A018-8DD34FEAE2AF}"/>
              </a:ext>
            </a:extLst>
          </p:cNvPr>
          <p:cNvSpPr txBox="1"/>
          <p:nvPr/>
        </p:nvSpPr>
        <p:spPr>
          <a:xfrm>
            <a:off x="7392763" y="2944879"/>
            <a:ext cx="490840" cy="338554"/>
          </a:xfrm>
          <a:prstGeom prst="rect">
            <a:avLst/>
          </a:prstGeom>
          <a:noFill/>
        </p:spPr>
        <p:txBody>
          <a:bodyPr wrap="none" rtlCol="0">
            <a:spAutoFit/>
          </a:bodyPr>
          <a:lstStyle/>
          <a:p>
            <a:r>
              <a:rPr lang="en-GB" sz="1600" dirty="0">
                <a:latin typeface="+mn-lt"/>
              </a:rPr>
              <a:t>size</a:t>
            </a:r>
          </a:p>
        </p:txBody>
      </p:sp>
      <p:sp>
        <p:nvSpPr>
          <p:cNvPr id="4" name="Footer Placeholder 3">
            <a:extLst>
              <a:ext uri="{FF2B5EF4-FFF2-40B4-BE49-F238E27FC236}">
                <a16:creationId xmlns:a16="http://schemas.microsoft.com/office/drawing/2014/main" id="{702572CB-0BC5-6B51-158F-9EE0BC80D6F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9DCCEDCD-179F-4BEB-972D-B6B7930392F9}"/>
              </a:ext>
            </a:extLst>
          </p:cNvPr>
          <p:cNvSpPr>
            <a:spLocks noGrp="1"/>
          </p:cNvSpPr>
          <p:nvPr>
            <p:ph type="sldNum" sz="quarter" idx="4"/>
          </p:nvPr>
        </p:nvSpPr>
        <p:spPr/>
        <p:txBody>
          <a:bodyPr/>
          <a:lstStyle/>
          <a:p>
            <a:fld id="{9FD7ECCF-50E7-4327-B945-FA93FF7B2BEF}" type="slidenum">
              <a:rPr lang="en-US" smtClean="0"/>
              <a:pPr/>
              <a:t>11</a:t>
            </a:fld>
            <a:r>
              <a:rPr lang="en-GB"/>
              <a:t>/80</a:t>
            </a:r>
            <a:endParaRPr lang="en-US" dirty="0"/>
          </a:p>
        </p:txBody>
      </p:sp>
    </p:spTree>
    <p:extLst>
      <p:ext uri="{BB962C8B-B14F-4D97-AF65-F5344CB8AC3E}">
        <p14:creationId xmlns:p14="http://schemas.microsoft.com/office/powerpoint/2010/main" val="4089075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106E5-040B-07B4-2952-8AE76BC5C0EC}"/>
              </a:ext>
            </a:extLst>
          </p:cNvPr>
          <p:cNvSpPr>
            <a:spLocks noGrp="1"/>
          </p:cNvSpPr>
          <p:nvPr>
            <p:ph type="title"/>
          </p:nvPr>
        </p:nvSpPr>
        <p:spPr>
          <a:xfrm>
            <a:off x="612648" y="228600"/>
            <a:ext cx="8639872" cy="990600"/>
          </a:xfrm>
        </p:spPr>
        <p:txBody>
          <a:bodyPr>
            <a:normAutofit fontScale="90000"/>
          </a:bodyPr>
          <a:lstStyle/>
          <a:p>
            <a:r>
              <a:rPr lang="en-GB" dirty="0"/>
              <a:t>Examples of interval data in UX context</a:t>
            </a:r>
          </a:p>
        </p:txBody>
      </p:sp>
      <p:sp>
        <p:nvSpPr>
          <p:cNvPr id="3" name="Content Placeholder 2">
            <a:extLst>
              <a:ext uri="{FF2B5EF4-FFF2-40B4-BE49-F238E27FC236}">
                <a16:creationId xmlns:a16="http://schemas.microsoft.com/office/drawing/2014/main" id="{949EF613-312D-C997-CB8C-6FE0CF11115A}"/>
              </a:ext>
            </a:extLst>
          </p:cNvPr>
          <p:cNvSpPr>
            <a:spLocks noGrp="1"/>
          </p:cNvSpPr>
          <p:nvPr>
            <p:ph sz="quarter" idx="1"/>
          </p:nvPr>
        </p:nvSpPr>
        <p:spPr/>
        <p:txBody>
          <a:bodyPr>
            <a:normAutofit fontScale="55000" lnSpcReduction="20000"/>
          </a:bodyPr>
          <a:lstStyle/>
          <a:p>
            <a:r>
              <a:rPr lang="en-GB" b="1" dirty="0"/>
              <a:t>User Satisfaction Ratings on a Likert Scale</a:t>
            </a:r>
            <a:r>
              <a:rPr lang="en-GB" dirty="0"/>
              <a:t>: If users rate their satisfaction on a scale from 1 to 7 (where 1 = "Very dissatisfied" and 7 = "Very satisfied"), a rating of 1 or 0 does not mean the absence of satisfaction but rather a low level on an arbitrary scale. Even if a 0 rating is included, it doesn’t represent an "absolute" lack of satisfaction.</a:t>
            </a:r>
          </a:p>
          <a:p>
            <a:r>
              <a:rPr lang="en-GB" b="1" dirty="0"/>
              <a:t>System Usability Scale (SUS) Scores</a:t>
            </a:r>
            <a:r>
              <a:rPr lang="en-GB" dirty="0"/>
              <a:t>: The SUS score is a standardized usability metric ranging from 0 to 100. A score of 0 does not indicate the complete absence of usability but represents a very poor usability experience on a specific scale. The 0 point is arbitrary and relative, not absolute.</a:t>
            </a:r>
          </a:p>
          <a:p>
            <a:r>
              <a:rPr lang="en-GB" b="1" dirty="0"/>
              <a:t>Task Difficulty Ratings</a:t>
            </a:r>
            <a:r>
              <a:rPr lang="en-GB" dirty="0"/>
              <a:t>: When users rate task difficulty on a scale, such as 1 to 5 (1 = "Very easy" to 5 = "Very difficult"), a rating of 1 doesn’t mean the task has no difficulty; it just represents a low level on the difficulty scale. Here, 0 would not indicate an absence of difficulty, only a very low perception.</a:t>
            </a:r>
          </a:p>
          <a:p>
            <a:r>
              <a:rPr lang="en-GB" b="1" dirty="0"/>
              <a:t>Mental Effort Ratings</a:t>
            </a:r>
            <a:r>
              <a:rPr lang="en-GB" dirty="0"/>
              <a:t>: If users rate how mentally demanding a task was on a scale from 0 to 10, a rating of 0 does not mean the task required no mental effort in an absolute sense; it just means very little effort. It’s an arbitrary scale for gauging perceived effort, not an absolute measurement.</a:t>
            </a:r>
          </a:p>
          <a:p>
            <a:r>
              <a:rPr lang="en-GB" b="1" dirty="0"/>
              <a:t>Confidence Ratings</a:t>
            </a:r>
            <a:r>
              <a:rPr lang="en-GB" dirty="0"/>
              <a:t>: If users rate their confidence in completing a task on a scale from 1 to 7, a score of 1 doesn’t mean an absence of confidence but represents a low point on a set scale. Zero, if it’s an option, would not mean "no confidence" in absolute terms but rather minimal confidence.</a:t>
            </a:r>
          </a:p>
        </p:txBody>
      </p:sp>
      <p:sp>
        <p:nvSpPr>
          <p:cNvPr id="7" name="Footer Placeholder 6">
            <a:extLst>
              <a:ext uri="{FF2B5EF4-FFF2-40B4-BE49-F238E27FC236}">
                <a16:creationId xmlns:a16="http://schemas.microsoft.com/office/drawing/2014/main" id="{6043461D-E45F-5E5E-6E29-4BEE647A247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F0A1B580-FEF3-381D-7961-6EDA1119EB19}"/>
              </a:ext>
            </a:extLst>
          </p:cNvPr>
          <p:cNvSpPr>
            <a:spLocks noGrp="1"/>
          </p:cNvSpPr>
          <p:nvPr>
            <p:ph type="sldNum" sz="quarter" idx="4"/>
          </p:nvPr>
        </p:nvSpPr>
        <p:spPr/>
        <p:txBody>
          <a:bodyPr/>
          <a:lstStyle/>
          <a:p>
            <a:fld id="{9FD7ECCF-50E7-4327-B945-FA93FF7B2BEF}" type="slidenum">
              <a:rPr lang="en-US" smtClean="0"/>
              <a:pPr/>
              <a:t>12</a:t>
            </a:fld>
            <a:r>
              <a:rPr lang="en-GB"/>
              <a:t>/80</a:t>
            </a:r>
            <a:endParaRPr lang="en-US" dirty="0"/>
          </a:p>
        </p:txBody>
      </p:sp>
    </p:spTree>
    <p:extLst>
      <p:ext uri="{BB962C8B-B14F-4D97-AF65-F5344CB8AC3E}">
        <p14:creationId xmlns:p14="http://schemas.microsoft.com/office/powerpoint/2010/main" val="364861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20D3-4205-B63D-23DA-025E672D3202}"/>
              </a:ext>
            </a:extLst>
          </p:cNvPr>
          <p:cNvSpPr>
            <a:spLocks noGrp="1"/>
          </p:cNvSpPr>
          <p:nvPr>
            <p:ph type="title"/>
          </p:nvPr>
        </p:nvSpPr>
        <p:spPr/>
        <p:txBody>
          <a:bodyPr/>
          <a:lstStyle/>
          <a:p>
            <a:r>
              <a:rPr lang="en-GB" dirty="0"/>
              <a:t>Data</a:t>
            </a:r>
          </a:p>
        </p:txBody>
      </p:sp>
      <p:graphicFrame>
        <p:nvGraphicFramePr>
          <p:cNvPr id="8" name="Content Placeholder 7">
            <a:extLst>
              <a:ext uri="{FF2B5EF4-FFF2-40B4-BE49-F238E27FC236}">
                <a16:creationId xmlns:a16="http://schemas.microsoft.com/office/drawing/2014/main" id="{64F57432-C1E0-8411-04BD-9A8830AFFF44}"/>
              </a:ext>
            </a:extLst>
          </p:cNvPr>
          <p:cNvGraphicFramePr>
            <a:graphicFrameLocks noGrp="1"/>
          </p:cNvGraphicFramePr>
          <p:nvPr>
            <p:ph sz="quarter" idx="1"/>
            <p:extLst>
              <p:ext uri="{D42A27DB-BD31-4B8C-83A1-F6EECF244321}">
                <p14:modId xmlns:p14="http://schemas.microsoft.com/office/powerpoint/2010/main" val="3266459780"/>
              </p:ext>
            </p:extLst>
          </p:nvPr>
        </p:nvGraphicFramePr>
        <p:xfrm>
          <a:off x="126351" y="1484784"/>
          <a:ext cx="8891298" cy="49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F2974528-07C7-665F-30ED-A0E64C0E0DE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6AF2EE5-0443-76AC-A810-F8F1041C550E}"/>
              </a:ext>
            </a:extLst>
          </p:cNvPr>
          <p:cNvSpPr>
            <a:spLocks noGrp="1"/>
          </p:cNvSpPr>
          <p:nvPr>
            <p:ph type="sldNum" sz="quarter" idx="4"/>
          </p:nvPr>
        </p:nvSpPr>
        <p:spPr/>
        <p:txBody>
          <a:bodyPr/>
          <a:lstStyle/>
          <a:p>
            <a:fld id="{9FD7ECCF-50E7-4327-B945-FA93FF7B2BEF}" type="slidenum">
              <a:rPr lang="en-US" smtClean="0"/>
              <a:pPr/>
              <a:t>13</a:t>
            </a:fld>
            <a:r>
              <a:rPr lang="en-GB"/>
              <a:t>/80</a:t>
            </a:r>
            <a:endParaRPr lang="en-US" dirty="0"/>
          </a:p>
        </p:txBody>
      </p:sp>
    </p:spTree>
    <p:extLst>
      <p:ext uri="{BB962C8B-B14F-4D97-AF65-F5344CB8AC3E}">
        <p14:creationId xmlns:p14="http://schemas.microsoft.com/office/powerpoint/2010/main" val="2662178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9E48-7CD7-6C89-9D2C-F56537D624D0}"/>
              </a:ext>
            </a:extLst>
          </p:cNvPr>
          <p:cNvSpPr>
            <a:spLocks noGrp="1"/>
          </p:cNvSpPr>
          <p:nvPr>
            <p:ph type="title"/>
          </p:nvPr>
        </p:nvSpPr>
        <p:spPr/>
        <p:txBody>
          <a:bodyPr/>
          <a:lstStyle/>
          <a:p>
            <a:r>
              <a:rPr lang="en-GB" dirty="0"/>
              <a:t>Types of data</a:t>
            </a:r>
          </a:p>
        </p:txBody>
      </p:sp>
      <p:graphicFrame>
        <p:nvGraphicFramePr>
          <p:cNvPr id="8" name="Table 8">
            <a:extLst>
              <a:ext uri="{FF2B5EF4-FFF2-40B4-BE49-F238E27FC236}">
                <a16:creationId xmlns:a16="http://schemas.microsoft.com/office/drawing/2014/main" id="{2381BF89-0134-FC13-06C2-8D8C212FC2A7}"/>
              </a:ext>
            </a:extLst>
          </p:cNvPr>
          <p:cNvGraphicFramePr>
            <a:graphicFrameLocks noGrp="1"/>
          </p:cNvGraphicFramePr>
          <p:nvPr>
            <p:extLst>
              <p:ext uri="{D42A27DB-BD31-4B8C-83A1-F6EECF244321}">
                <p14:modId xmlns:p14="http://schemas.microsoft.com/office/powerpoint/2010/main" val="2534722431"/>
              </p:ext>
            </p:extLst>
          </p:nvPr>
        </p:nvGraphicFramePr>
        <p:xfrm>
          <a:off x="1221342" y="2233487"/>
          <a:ext cx="6701315" cy="3000431"/>
        </p:xfrm>
        <a:graphic>
          <a:graphicData uri="http://schemas.openxmlformats.org/drawingml/2006/table">
            <a:tbl>
              <a:tblPr firstRow="1" bandRow="1">
                <a:tableStyleId>{0660B408-B3CF-4A94-85FC-2B1E0A45F4A2}</a:tableStyleId>
              </a:tblPr>
              <a:tblGrid>
                <a:gridCol w="1660754">
                  <a:extLst>
                    <a:ext uri="{9D8B030D-6E8A-4147-A177-3AD203B41FA5}">
                      <a16:colId xmlns:a16="http://schemas.microsoft.com/office/drawing/2014/main" val="1220180067"/>
                    </a:ext>
                  </a:extLst>
                </a:gridCol>
                <a:gridCol w="1019772">
                  <a:extLst>
                    <a:ext uri="{9D8B030D-6E8A-4147-A177-3AD203B41FA5}">
                      <a16:colId xmlns:a16="http://schemas.microsoft.com/office/drawing/2014/main" val="2331474853"/>
                    </a:ext>
                  </a:extLst>
                </a:gridCol>
                <a:gridCol w="1340263">
                  <a:extLst>
                    <a:ext uri="{9D8B030D-6E8A-4147-A177-3AD203B41FA5}">
                      <a16:colId xmlns:a16="http://schemas.microsoft.com/office/drawing/2014/main" val="3111545458"/>
                    </a:ext>
                  </a:extLst>
                </a:gridCol>
                <a:gridCol w="1340263">
                  <a:extLst>
                    <a:ext uri="{9D8B030D-6E8A-4147-A177-3AD203B41FA5}">
                      <a16:colId xmlns:a16="http://schemas.microsoft.com/office/drawing/2014/main" val="616066736"/>
                    </a:ext>
                  </a:extLst>
                </a:gridCol>
                <a:gridCol w="1340263">
                  <a:extLst>
                    <a:ext uri="{9D8B030D-6E8A-4147-A177-3AD203B41FA5}">
                      <a16:colId xmlns:a16="http://schemas.microsoft.com/office/drawing/2014/main" val="371161750"/>
                    </a:ext>
                  </a:extLst>
                </a:gridCol>
              </a:tblGrid>
              <a:tr h="510300">
                <a:tc>
                  <a:txBody>
                    <a:bodyPr/>
                    <a:lstStyle/>
                    <a:p>
                      <a:endParaRPr lang="en-GB" dirty="0"/>
                    </a:p>
                  </a:txBody>
                  <a:tcPr anchor="ctr"/>
                </a:tc>
                <a:tc>
                  <a:txBody>
                    <a:bodyPr/>
                    <a:lstStyle/>
                    <a:p>
                      <a:pPr algn="ctr"/>
                      <a:r>
                        <a:rPr lang="en-GB" dirty="0"/>
                        <a:t>Nominal</a:t>
                      </a:r>
                    </a:p>
                  </a:txBody>
                  <a:tcPr anchor="ctr"/>
                </a:tc>
                <a:tc>
                  <a:txBody>
                    <a:bodyPr/>
                    <a:lstStyle/>
                    <a:p>
                      <a:pPr algn="ctr"/>
                      <a:r>
                        <a:rPr lang="en-GB" dirty="0"/>
                        <a:t>Ordinal</a:t>
                      </a:r>
                    </a:p>
                  </a:txBody>
                  <a:tcPr anchor="ctr"/>
                </a:tc>
                <a:tc>
                  <a:txBody>
                    <a:bodyPr/>
                    <a:lstStyle/>
                    <a:p>
                      <a:pPr algn="ctr"/>
                      <a:r>
                        <a:rPr lang="en-GB" dirty="0"/>
                        <a:t>Interval</a:t>
                      </a:r>
                    </a:p>
                  </a:txBody>
                  <a:tcPr anchor="ctr"/>
                </a:tc>
                <a:tc>
                  <a:txBody>
                    <a:bodyPr/>
                    <a:lstStyle/>
                    <a:p>
                      <a:pPr algn="ctr"/>
                      <a:r>
                        <a:rPr lang="en-GB" dirty="0"/>
                        <a:t>Ratio</a:t>
                      </a:r>
                    </a:p>
                  </a:txBody>
                  <a:tcPr anchor="ctr"/>
                </a:tc>
                <a:extLst>
                  <a:ext uri="{0D108BD9-81ED-4DB2-BD59-A6C34878D82A}">
                    <a16:rowId xmlns:a16="http://schemas.microsoft.com/office/drawing/2014/main" val="3626443787"/>
                  </a:ext>
                </a:extLst>
              </a:tr>
              <a:tr h="644266">
                <a:tc>
                  <a:txBody>
                    <a:bodyPr/>
                    <a:lstStyle/>
                    <a:p>
                      <a:r>
                        <a:rPr lang="en-GB" dirty="0"/>
                        <a:t>Categories</a:t>
                      </a:r>
                    </a:p>
                  </a:txBody>
                  <a:tcPr anchor="ctr"/>
                </a:tc>
                <a:tc>
                  <a:txBody>
                    <a:bodyPr/>
                    <a:lstStyle/>
                    <a:p>
                      <a:pPr algn="ctr"/>
                      <a:r>
                        <a:rPr lang="en-GB" dirty="0">
                          <a:sym typeface="Wingdings" panose="05000000000000000000" pitchFamily="2" charset="2"/>
                        </a:rPr>
                        <a:t></a:t>
                      </a:r>
                      <a:endParaRPr lang="en-GB" dirty="0"/>
                    </a:p>
                  </a:txBody>
                  <a:tcPr anchor="ctr"/>
                </a:tc>
                <a:tc>
                  <a:txBody>
                    <a:bodyPr/>
                    <a:lstStyle/>
                    <a:p>
                      <a:pPr algn="ct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564778088"/>
                  </a:ext>
                </a:extLst>
              </a:tr>
              <a:tr h="638022">
                <a:tc>
                  <a:txBody>
                    <a:bodyPr/>
                    <a:lstStyle/>
                    <a:p>
                      <a:r>
                        <a:rPr lang="en-GB" dirty="0"/>
                        <a:t>Rank order</a:t>
                      </a:r>
                    </a:p>
                  </a:txBody>
                  <a:tcPr anchor="ctr"/>
                </a:tc>
                <a:tc>
                  <a:txBody>
                    <a:bodyPr/>
                    <a:lstStyle/>
                    <a:p>
                      <a:pPr algn="ctr"/>
                      <a:endParaRPr lang="en-GB"/>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1392029274"/>
                  </a:ext>
                </a:extLst>
              </a:tr>
              <a:tr h="697543">
                <a:tc>
                  <a:txBody>
                    <a:bodyPr/>
                    <a:lstStyle/>
                    <a:p>
                      <a:r>
                        <a:rPr lang="en-GB" dirty="0"/>
                        <a:t>Equal spacing</a:t>
                      </a:r>
                    </a:p>
                  </a:txBody>
                  <a:tcPr anchor="ctr"/>
                </a:tc>
                <a:tc>
                  <a:txBody>
                    <a:bodyPr/>
                    <a:lstStyle/>
                    <a:p>
                      <a:pPr algn="ctr"/>
                      <a:endParaRPr lang="en-GB"/>
                    </a:p>
                  </a:txBody>
                  <a:tcPr anchor="ctr"/>
                </a:tc>
                <a:tc>
                  <a:txBody>
                    <a:bodyPr/>
                    <a:lstStyle/>
                    <a:p>
                      <a:pPr algn="ctr"/>
                      <a:endParaRPr lang="en-GB"/>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226465481"/>
                  </a:ext>
                </a:extLst>
              </a:tr>
              <a:tr h="510300">
                <a:tc>
                  <a:txBody>
                    <a:bodyPr/>
                    <a:lstStyle/>
                    <a:p>
                      <a:r>
                        <a:rPr lang="en-GB" dirty="0"/>
                        <a:t>True zero</a:t>
                      </a:r>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nchor="ctr"/>
                </a:tc>
                <a:extLst>
                  <a:ext uri="{0D108BD9-81ED-4DB2-BD59-A6C34878D82A}">
                    <a16:rowId xmlns:a16="http://schemas.microsoft.com/office/drawing/2014/main" val="1876218516"/>
                  </a:ext>
                </a:extLst>
              </a:tr>
            </a:tbl>
          </a:graphicData>
        </a:graphic>
      </p:graphicFrame>
      <p:sp>
        <p:nvSpPr>
          <p:cNvPr id="4" name="Footer Placeholder 3">
            <a:extLst>
              <a:ext uri="{FF2B5EF4-FFF2-40B4-BE49-F238E27FC236}">
                <a16:creationId xmlns:a16="http://schemas.microsoft.com/office/drawing/2014/main" id="{A290D561-B25F-EDAB-F3D8-013ACB82F45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6377410-90BF-A7FE-FCB3-06DEE4A3C07C}"/>
              </a:ext>
            </a:extLst>
          </p:cNvPr>
          <p:cNvSpPr>
            <a:spLocks noGrp="1"/>
          </p:cNvSpPr>
          <p:nvPr>
            <p:ph type="sldNum" sz="quarter" idx="4"/>
          </p:nvPr>
        </p:nvSpPr>
        <p:spPr/>
        <p:txBody>
          <a:bodyPr/>
          <a:lstStyle/>
          <a:p>
            <a:fld id="{9FD7ECCF-50E7-4327-B945-FA93FF7B2BEF}" type="slidenum">
              <a:rPr lang="en-US" smtClean="0"/>
              <a:pPr/>
              <a:t>14</a:t>
            </a:fld>
            <a:r>
              <a:rPr lang="en-GB"/>
              <a:t>/80</a:t>
            </a:r>
            <a:endParaRPr lang="en-US" dirty="0"/>
          </a:p>
        </p:txBody>
      </p:sp>
    </p:spTree>
    <p:extLst>
      <p:ext uri="{BB962C8B-B14F-4D97-AF65-F5344CB8AC3E}">
        <p14:creationId xmlns:p14="http://schemas.microsoft.com/office/powerpoint/2010/main" val="3453266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F60569-BD74-BB70-6551-E392DE207B01}"/>
              </a:ext>
            </a:extLst>
          </p:cNvPr>
          <p:cNvSpPr>
            <a:spLocks noGrp="1"/>
          </p:cNvSpPr>
          <p:nvPr>
            <p:ph type="title"/>
          </p:nvPr>
        </p:nvSpPr>
        <p:spPr/>
        <p:txBody>
          <a:bodyPr/>
          <a:lstStyle/>
          <a:p>
            <a:r>
              <a:rPr lang="en-GB" dirty="0"/>
              <a:t>Organising data</a:t>
            </a:r>
          </a:p>
        </p:txBody>
      </p:sp>
      <p:sp>
        <p:nvSpPr>
          <p:cNvPr id="3" name="Content Placeholder 2">
            <a:extLst>
              <a:ext uri="{FF2B5EF4-FFF2-40B4-BE49-F238E27FC236}">
                <a16:creationId xmlns:a16="http://schemas.microsoft.com/office/drawing/2014/main" id="{E2F86E92-7295-ACBB-E4B2-A16945B69074}"/>
              </a:ext>
            </a:extLst>
          </p:cNvPr>
          <p:cNvSpPr>
            <a:spLocks noGrp="1"/>
          </p:cNvSpPr>
          <p:nvPr>
            <p:ph sz="quarter" idx="1"/>
          </p:nvPr>
        </p:nvSpPr>
        <p:spPr>
          <a:xfrm>
            <a:off x="107504" y="1600200"/>
            <a:ext cx="3960440" cy="4925144"/>
          </a:xfrm>
        </p:spPr>
        <p:txBody>
          <a:bodyPr>
            <a:normAutofit fontScale="62500" lnSpcReduction="20000"/>
          </a:bodyPr>
          <a:lstStyle/>
          <a:p>
            <a:r>
              <a:rPr lang="en-GB" dirty="0"/>
              <a:t>Statistical and other data-processing software normally has predefined requirements for how data should be laid out for specific statistical analysis.</a:t>
            </a:r>
          </a:p>
          <a:p>
            <a:r>
              <a:rPr lang="en-GB" dirty="0"/>
              <a:t>In SPSS, for example, when running an </a:t>
            </a:r>
            <a:r>
              <a:rPr lang="en-GB" b="1" dirty="0"/>
              <a:t>independent-samples t  test to compare two groups of data, the data of the two groups need to be listed in the same column</a:t>
            </a:r>
            <a:r>
              <a:rPr lang="en-GB" dirty="0"/>
              <a:t>.</a:t>
            </a:r>
          </a:p>
          <a:p>
            <a:r>
              <a:rPr lang="en-GB" dirty="0"/>
              <a:t>In contrast, when running a </a:t>
            </a:r>
            <a:r>
              <a:rPr lang="en-GB" b="1" dirty="0"/>
              <a:t>paired-samples t  test to compare two means, the two groups of data need to be laid out parallel to each other in two separate columns</a:t>
            </a:r>
            <a:r>
              <a:rPr lang="en-GB" dirty="0"/>
              <a:t>.</a:t>
            </a:r>
          </a:p>
          <a:p>
            <a:r>
              <a:rPr lang="en-GB" dirty="0"/>
              <a:t>Similarly, other statistical methods such as ANOVA, repeated measures, and correlation all have different data organization requirements that need to be followed closely.</a:t>
            </a:r>
          </a:p>
        </p:txBody>
      </p:sp>
      <p:pic>
        <p:nvPicPr>
          <p:cNvPr id="7" name="Picture 6">
            <a:extLst>
              <a:ext uri="{FF2B5EF4-FFF2-40B4-BE49-F238E27FC236}">
                <a16:creationId xmlns:a16="http://schemas.microsoft.com/office/drawing/2014/main" id="{8D76E92A-EC63-6C10-5971-B479183CB31B}"/>
              </a:ext>
            </a:extLst>
          </p:cNvPr>
          <p:cNvPicPr>
            <a:picLocks noChangeAspect="1"/>
          </p:cNvPicPr>
          <p:nvPr/>
        </p:nvPicPr>
        <p:blipFill>
          <a:blip r:embed="rId2"/>
          <a:stretch>
            <a:fillRect/>
          </a:stretch>
        </p:blipFill>
        <p:spPr>
          <a:xfrm>
            <a:off x="10188624" y="723900"/>
            <a:ext cx="2886075" cy="4152900"/>
          </a:xfrm>
          <a:prstGeom prst="rect">
            <a:avLst/>
          </a:prstGeom>
        </p:spPr>
      </p:pic>
      <p:graphicFrame>
        <p:nvGraphicFramePr>
          <p:cNvPr id="8" name="Table 7">
            <a:extLst>
              <a:ext uri="{FF2B5EF4-FFF2-40B4-BE49-F238E27FC236}">
                <a16:creationId xmlns:a16="http://schemas.microsoft.com/office/drawing/2014/main" id="{CD8CFEFA-0AC0-7780-49F4-9F8C37455C07}"/>
              </a:ext>
            </a:extLst>
          </p:cNvPr>
          <p:cNvGraphicFramePr>
            <a:graphicFrameLocks noGrp="1"/>
          </p:cNvGraphicFramePr>
          <p:nvPr>
            <p:extLst>
              <p:ext uri="{D42A27DB-BD31-4B8C-83A1-F6EECF244321}">
                <p14:modId xmlns:p14="http://schemas.microsoft.com/office/powerpoint/2010/main" val="2154644882"/>
              </p:ext>
            </p:extLst>
          </p:nvPr>
        </p:nvGraphicFramePr>
        <p:xfrm>
          <a:off x="4488754" y="3212470"/>
          <a:ext cx="2304256" cy="2765367"/>
        </p:xfrm>
        <a:graphic>
          <a:graphicData uri="http://schemas.openxmlformats.org/drawingml/2006/table">
            <a:tbl>
              <a:tblPr firstRow="1" bandRow="1">
                <a:tableStyleId>{5C22544A-7EE6-4342-B048-85BDC9FD1C3A}</a:tableStyleId>
              </a:tblPr>
              <a:tblGrid>
                <a:gridCol w="760417">
                  <a:extLst>
                    <a:ext uri="{9D8B030D-6E8A-4147-A177-3AD203B41FA5}">
                      <a16:colId xmlns:a16="http://schemas.microsoft.com/office/drawing/2014/main" val="985722367"/>
                    </a:ext>
                  </a:extLst>
                </a:gridCol>
                <a:gridCol w="738358">
                  <a:extLst>
                    <a:ext uri="{9D8B030D-6E8A-4147-A177-3AD203B41FA5}">
                      <a16:colId xmlns:a16="http://schemas.microsoft.com/office/drawing/2014/main" val="3898301039"/>
                    </a:ext>
                  </a:extLst>
                </a:gridCol>
                <a:gridCol w="805481">
                  <a:extLst>
                    <a:ext uri="{9D8B030D-6E8A-4147-A177-3AD203B41FA5}">
                      <a16:colId xmlns:a16="http://schemas.microsoft.com/office/drawing/2014/main" val="83637565"/>
                    </a:ext>
                  </a:extLst>
                </a:gridCol>
              </a:tblGrid>
              <a:tr h="246167">
                <a:tc>
                  <a:txBody>
                    <a:bodyPr/>
                    <a:lstStyle/>
                    <a:p>
                      <a:pPr algn="ctr">
                        <a:lnSpc>
                          <a:spcPts val="1200"/>
                        </a:lnSpc>
                      </a:pPr>
                      <a:r>
                        <a:rPr lang="en-GB" sz="1400" dirty="0"/>
                        <a:t>Person</a:t>
                      </a:r>
                    </a:p>
                  </a:txBody>
                  <a:tcPr/>
                </a:tc>
                <a:tc>
                  <a:txBody>
                    <a:bodyPr/>
                    <a:lstStyle/>
                    <a:p>
                      <a:pPr algn="ctr">
                        <a:lnSpc>
                          <a:spcPts val="1200"/>
                        </a:lnSpc>
                      </a:pPr>
                      <a:r>
                        <a:rPr lang="en-GB" sz="1400" dirty="0"/>
                        <a:t>Before</a:t>
                      </a:r>
                    </a:p>
                  </a:txBody>
                  <a:tcPr/>
                </a:tc>
                <a:tc>
                  <a:txBody>
                    <a:bodyPr/>
                    <a:lstStyle/>
                    <a:p>
                      <a:pPr algn="ctr">
                        <a:lnSpc>
                          <a:spcPts val="1200"/>
                        </a:lnSpc>
                      </a:pPr>
                      <a:r>
                        <a:rPr lang="en-GB" sz="1400" dirty="0"/>
                        <a:t>After</a:t>
                      </a:r>
                    </a:p>
                  </a:txBody>
                  <a:tcPr/>
                </a:tc>
                <a:extLst>
                  <a:ext uri="{0D108BD9-81ED-4DB2-BD59-A6C34878D82A}">
                    <a16:rowId xmlns:a16="http://schemas.microsoft.com/office/drawing/2014/main" val="3953087905"/>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123</a:t>
                      </a:r>
                    </a:p>
                  </a:txBody>
                  <a:tcPr/>
                </a:tc>
                <a:tc>
                  <a:txBody>
                    <a:bodyPr/>
                    <a:lstStyle/>
                    <a:p>
                      <a:pPr algn="ctr">
                        <a:lnSpc>
                          <a:spcPts val="1200"/>
                        </a:lnSpc>
                      </a:pPr>
                      <a:r>
                        <a:rPr lang="en-GB" sz="1400" dirty="0"/>
                        <a:t>133</a:t>
                      </a:r>
                    </a:p>
                  </a:txBody>
                  <a:tcPr/>
                </a:tc>
                <a:extLst>
                  <a:ext uri="{0D108BD9-81ED-4DB2-BD59-A6C34878D82A}">
                    <a16:rowId xmlns:a16="http://schemas.microsoft.com/office/drawing/2014/main" val="3783103723"/>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145</a:t>
                      </a:r>
                    </a:p>
                  </a:txBody>
                  <a:tcPr/>
                </a:tc>
                <a:tc>
                  <a:txBody>
                    <a:bodyPr/>
                    <a:lstStyle/>
                    <a:p>
                      <a:pPr algn="ctr">
                        <a:lnSpc>
                          <a:spcPts val="1200"/>
                        </a:lnSpc>
                      </a:pPr>
                      <a:r>
                        <a:rPr lang="en-GB" sz="1400" dirty="0"/>
                        <a:t>155</a:t>
                      </a:r>
                    </a:p>
                  </a:txBody>
                  <a:tcPr/>
                </a:tc>
                <a:extLst>
                  <a:ext uri="{0D108BD9-81ED-4DB2-BD59-A6C34878D82A}">
                    <a16:rowId xmlns:a16="http://schemas.microsoft.com/office/drawing/2014/main" val="2473529487"/>
                  </a:ext>
                </a:extLst>
              </a:tr>
              <a:tr h="246167">
                <a:tc>
                  <a:txBody>
                    <a:bodyPr/>
                    <a:lstStyle/>
                    <a:p>
                      <a:pPr algn="ctr">
                        <a:lnSpc>
                          <a:spcPts val="1200"/>
                        </a:lnSpc>
                      </a:pPr>
                      <a:r>
                        <a:rPr lang="en-GB" sz="1400" dirty="0"/>
                        <a:t>3</a:t>
                      </a:r>
                    </a:p>
                  </a:txBody>
                  <a:tcPr/>
                </a:tc>
                <a:tc>
                  <a:txBody>
                    <a:bodyPr/>
                    <a:lstStyle/>
                    <a:p>
                      <a:pPr algn="ctr">
                        <a:lnSpc>
                          <a:spcPts val="1200"/>
                        </a:lnSpc>
                      </a:pPr>
                      <a:r>
                        <a:rPr lang="en-GB" sz="1400" dirty="0"/>
                        <a:t>143</a:t>
                      </a:r>
                    </a:p>
                  </a:txBody>
                  <a:tcPr/>
                </a:tc>
                <a:tc>
                  <a:txBody>
                    <a:bodyPr/>
                    <a:lstStyle/>
                    <a:p>
                      <a:pPr algn="ctr">
                        <a:lnSpc>
                          <a:spcPts val="1200"/>
                        </a:lnSpc>
                      </a:pPr>
                      <a:r>
                        <a:rPr lang="en-GB" sz="1400" dirty="0"/>
                        <a:t>157</a:t>
                      </a:r>
                    </a:p>
                  </a:txBody>
                  <a:tcPr/>
                </a:tc>
                <a:extLst>
                  <a:ext uri="{0D108BD9-81ED-4DB2-BD59-A6C34878D82A}">
                    <a16:rowId xmlns:a16="http://schemas.microsoft.com/office/drawing/2014/main" val="260352895"/>
                  </a:ext>
                </a:extLst>
              </a:tr>
              <a:tr h="246167">
                <a:tc>
                  <a:txBody>
                    <a:bodyPr/>
                    <a:lstStyle/>
                    <a:p>
                      <a:pPr algn="ctr">
                        <a:lnSpc>
                          <a:spcPts val="1200"/>
                        </a:lnSpc>
                      </a:pPr>
                      <a:r>
                        <a:rPr lang="en-GB" sz="1400" dirty="0"/>
                        <a:t>4</a:t>
                      </a:r>
                    </a:p>
                  </a:txBody>
                  <a:tcPr/>
                </a:tc>
                <a:tc>
                  <a:txBody>
                    <a:bodyPr/>
                    <a:lstStyle/>
                    <a:p>
                      <a:pPr algn="ctr">
                        <a:lnSpc>
                          <a:spcPts val="1200"/>
                        </a:lnSpc>
                      </a:pPr>
                      <a:r>
                        <a:rPr lang="en-GB" sz="1400" dirty="0"/>
                        <a:t>154</a:t>
                      </a:r>
                    </a:p>
                  </a:txBody>
                  <a:tcPr/>
                </a:tc>
                <a:tc>
                  <a:txBody>
                    <a:bodyPr/>
                    <a:lstStyle/>
                    <a:p>
                      <a:pPr algn="ctr">
                        <a:lnSpc>
                          <a:spcPts val="1200"/>
                        </a:lnSpc>
                      </a:pPr>
                      <a:r>
                        <a:rPr lang="en-GB" sz="1400" dirty="0"/>
                        <a:t>158</a:t>
                      </a:r>
                    </a:p>
                  </a:txBody>
                  <a:tcPr/>
                </a:tc>
                <a:extLst>
                  <a:ext uri="{0D108BD9-81ED-4DB2-BD59-A6C34878D82A}">
                    <a16:rowId xmlns:a16="http://schemas.microsoft.com/office/drawing/2014/main" val="4147466650"/>
                  </a:ext>
                </a:extLst>
              </a:tr>
              <a:tr h="246167">
                <a:tc>
                  <a:txBody>
                    <a:bodyPr/>
                    <a:lstStyle/>
                    <a:p>
                      <a:pPr algn="ctr">
                        <a:lnSpc>
                          <a:spcPts val="1200"/>
                        </a:lnSpc>
                      </a:pPr>
                      <a:r>
                        <a:rPr lang="en-GB" sz="1400" dirty="0"/>
                        <a:t>5</a:t>
                      </a:r>
                    </a:p>
                  </a:txBody>
                  <a:tcPr/>
                </a:tc>
                <a:tc>
                  <a:txBody>
                    <a:bodyPr/>
                    <a:lstStyle/>
                    <a:p>
                      <a:pPr algn="ctr">
                        <a:lnSpc>
                          <a:spcPts val="1200"/>
                        </a:lnSpc>
                      </a:pPr>
                      <a:r>
                        <a:rPr lang="en-GB" sz="1400" dirty="0"/>
                        <a:t>102</a:t>
                      </a:r>
                    </a:p>
                  </a:txBody>
                  <a:tcPr/>
                </a:tc>
                <a:tc>
                  <a:txBody>
                    <a:bodyPr/>
                    <a:lstStyle/>
                    <a:p>
                      <a:pPr algn="ctr">
                        <a:lnSpc>
                          <a:spcPts val="1200"/>
                        </a:lnSpc>
                      </a:pPr>
                      <a:r>
                        <a:rPr lang="en-GB" sz="1400" dirty="0"/>
                        <a:t>110</a:t>
                      </a:r>
                    </a:p>
                  </a:txBody>
                  <a:tcPr/>
                </a:tc>
                <a:extLst>
                  <a:ext uri="{0D108BD9-81ED-4DB2-BD59-A6C34878D82A}">
                    <a16:rowId xmlns:a16="http://schemas.microsoft.com/office/drawing/2014/main" val="3676120201"/>
                  </a:ext>
                </a:extLst>
              </a:tr>
              <a:tr h="246167">
                <a:tc>
                  <a:txBody>
                    <a:bodyPr/>
                    <a:lstStyle/>
                    <a:p>
                      <a:pPr algn="ctr">
                        <a:lnSpc>
                          <a:spcPts val="1200"/>
                        </a:lnSpc>
                      </a:pPr>
                      <a:r>
                        <a:rPr lang="en-GB" sz="1400" dirty="0"/>
                        <a:t>6</a:t>
                      </a:r>
                    </a:p>
                  </a:txBody>
                  <a:tcPr/>
                </a:tc>
                <a:tc>
                  <a:txBody>
                    <a:bodyPr/>
                    <a:lstStyle/>
                    <a:p>
                      <a:pPr algn="ctr">
                        <a:lnSpc>
                          <a:spcPts val="1200"/>
                        </a:lnSpc>
                      </a:pPr>
                      <a:r>
                        <a:rPr lang="en-GB" sz="1400" dirty="0"/>
                        <a:t>98</a:t>
                      </a:r>
                    </a:p>
                  </a:txBody>
                  <a:tcPr/>
                </a:tc>
                <a:tc>
                  <a:txBody>
                    <a:bodyPr/>
                    <a:lstStyle/>
                    <a:p>
                      <a:pPr algn="ctr">
                        <a:lnSpc>
                          <a:spcPts val="1200"/>
                        </a:lnSpc>
                      </a:pPr>
                      <a:r>
                        <a:rPr lang="en-GB" sz="1400" dirty="0"/>
                        <a:t>112</a:t>
                      </a:r>
                    </a:p>
                  </a:txBody>
                  <a:tcPr/>
                </a:tc>
                <a:extLst>
                  <a:ext uri="{0D108BD9-81ED-4DB2-BD59-A6C34878D82A}">
                    <a16:rowId xmlns:a16="http://schemas.microsoft.com/office/drawing/2014/main" val="4247938638"/>
                  </a:ext>
                </a:extLst>
              </a:tr>
              <a:tr h="246167">
                <a:tc>
                  <a:txBody>
                    <a:bodyPr/>
                    <a:lstStyle/>
                    <a:p>
                      <a:pPr algn="ctr">
                        <a:lnSpc>
                          <a:spcPts val="1200"/>
                        </a:lnSpc>
                      </a:pPr>
                      <a:r>
                        <a:rPr lang="en-GB" sz="1400" dirty="0"/>
                        <a:t>7</a:t>
                      </a:r>
                    </a:p>
                  </a:txBody>
                  <a:tcPr/>
                </a:tc>
                <a:tc>
                  <a:txBody>
                    <a:bodyPr/>
                    <a:lstStyle/>
                    <a:p>
                      <a:pPr algn="ctr">
                        <a:lnSpc>
                          <a:spcPts val="1200"/>
                        </a:lnSpc>
                      </a:pPr>
                      <a:r>
                        <a:rPr lang="en-GB" sz="1400" dirty="0"/>
                        <a:t>89</a:t>
                      </a:r>
                    </a:p>
                  </a:txBody>
                  <a:tcPr/>
                </a:tc>
                <a:tc>
                  <a:txBody>
                    <a:bodyPr/>
                    <a:lstStyle/>
                    <a:p>
                      <a:pPr algn="ctr">
                        <a:lnSpc>
                          <a:spcPts val="1200"/>
                        </a:lnSpc>
                      </a:pPr>
                      <a:r>
                        <a:rPr lang="en-GB" sz="1400" dirty="0"/>
                        <a:t>94</a:t>
                      </a:r>
                    </a:p>
                  </a:txBody>
                  <a:tcPr/>
                </a:tc>
                <a:extLst>
                  <a:ext uri="{0D108BD9-81ED-4DB2-BD59-A6C34878D82A}">
                    <a16:rowId xmlns:a16="http://schemas.microsoft.com/office/drawing/2014/main" val="1177522145"/>
                  </a:ext>
                </a:extLst>
              </a:tr>
              <a:tr h="246167">
                <a:tc>
                  <a:txBody>
                    <a:bodyPr/>
                    <a:lstStyle/>
                    <a:p>
                      <a:pPr algn="ctr">
                        <a:lnSpc>
                          <a:spcPts val="1200"/>
                        </a:lnSpc>
                      </a:pPr>
                      <a:r>
                        <a:rPr lang="en-GB" sz="1400" dirty="0"/>
                        <a:t>8</a:t>
                      </a:r>
                    </a:p>
                  </a:txBody>
                  <a:tcPr/>
                </a:tc>
                <a:tc>
                  <a:txBody>
                    <a:bodyPr/>
                    <a:lstStyle/>
                    <a:p>
                      <a:pPr algn="ctr">
                        <a:lnSpc>
                          <a:spcPts val="1200"/>
                        </a:lnSpc>
                      </a:pPr>
                      <a:r>
                        <a:rPr lang="en-GB" sz="1400" dirty="0"/>
                        <a:t>112</a:t>
                      </a:r>
                    </a:p>
                  </a:txBody>
                  <a:tcPr/>
                </a:tc>
                <a:tc>
                  <a:txBody>
                    <a:bodyPr/>
                    <a:lstStyle/>
                    <a:p>
                      <a:pPr algn="ctr">
                        <a:lnSpc>
                          <a:spcPts val="1200"/>
                        </a:lnSpc>
                      </a:pPr>
                      <a:r>
                        <a:rPr lang="en-GB" sz="1400" dirty="0"/>
                        <a:t>123</a:t>
                      </a:r>
                    </a:p>
                  </a:txBody>
                  <a:tcPr/>
                </a:tc>
                <a:extLst>
                  <a:ext uri="{0D108BD9-81ED-4DB2-BD59-A6C34878D82A}">
                    <a16:rowId xmlns:a16="http://schemas.microsoft.com/office/drawing/2014/main" val="572787742"/>
                  </a:ext>
                </a:extLst>
              </a:tr>
              <a:tr h="246167">
                <a:tc>
                  <a:txBody>
                    <a:bodyPr/>
                    <a:lstStyle/>
                    <a:p>
                      <a:pPr algn="ctr">
                        <a:lnSpc>
                          <a:spcPts val="1200"/>
                        </a:lnSpc>
                      </a:pPr>
                      <a:r>
                        <a:rPr lang="en-GB" sz="1400" dirty="0"/>
                        <a:t>9</a:t>
                      </a:r>
                    </a:p>
                  </a:txBody>
                  <a:tcPr/>
                </a:tc>
                <a:tc>
                  <a:txBody>
                    <a:bodyPr/>
                    <a:lstStyle/>
                    <a:p>
                      <a:pPr algn="ctr">
                        <a:lnSpc>
                          <a:spcPts val="1200"/>
                        </a:lnSpc>
                      </a:pPr>
                      <a:r>
                        <a:rPr lang="en-GB" sz="1400" dirty="0"/>
                        <a:t>107</a:t>
                      </a:r>
                    </a:p>
                  </a:txBody>
                  <a:tcPr/>
                </a:tc>
                <a:tc>
                  <a:txBody>
                    <a:bodyPr/>
                    <a:lstStyle/>
                    <a:p>
                      <a:pPr algn="ctr">
                        <a:lnSpc>
                          <a:spcPts val="1200"/>
                        </a:lnSpc>
                      </a:pPr>
                      <a:r>
                        <a:rPr lang="en-GB" sz="1400" dirty="0"/>
                        <a:t>116</a:t>
                      </a:r>
                    </a:p>
                  </a:txBody>
                  <a:tcPr/>
                </a:tc>
                <a:extLst>
                  <a:ext uri="{0D108BD9-81ED-4DB2-BD59-A6C34878D82A}">
                    <a16:rowId xmlns:a16="http://schemas.microsoft.com/office/drawing/2014/main" val="3506516551"/>
                  </a:ext>
                </a:extLst>
              </a:tr>
              <a:tr h="246167">
                <a:tc>
                  <a:txBody>
                    <a:bodyPr/>
                    <a:lstStyle/>
                    <a:p>
                      <a:pPr algn="ctr">
                        <a:lnSpc>
                          <a:spcPts val="1200"/>
                        </a:lnSpc>
                      </a:pPr>
                      <a:r>
                        <a:rPr lang="en-GB" sz="1400" dirty="0"/>
                        <a:t>10</a:t>
                      </a:r>
                    </a:p>
                  </a:txBody>
                  <a:tcPr/>
                </a:tc>
                <a:tc>
                  <a:txBody>
                    <a:bodyPr/>
                    <a:lstStyle/>
                    <a:p>
                      <a:pPr algn="ctr">
                        <a:lnSpc>
                          <a:spcPts val="1200"/>
                        </a:lnSpc>
                      </a:pPr>
                      <a:r>
                        <a:rPr lang="en-GB" sz="1400" dirty="0"/>
                        <a:t>95</a:t>
                      </a:r>
                    </a:p>
                  </a:txBody>
                  <a:tcPr/>
                </a:tc>
                <a:tc>
                  <a:txBody>
                    <a:bodyPr/>
                    <a:lstStyle/>
                    <a:p>
                      <a:pPr algn="ctr">
                        <a:lnSpc>
                          <a:spcPts val="1200"/>
                        </a:lnSpc>
                      </a:pPr>
                      <a:r>
                        <a:rPr lang="en-GB" sz="1400" dirty="0"/>
                        <a:t>114</a:t>
                      </a:r>
                    </a:p>
                  </a:txBody>
                  <a:tcPr/>
                </a:tc>
                <a:extLst>
                  <a:ext uri="{0D108BD9-81ED-4DB2-BD59-A6C34878D82A}">
                    <a16:rowId xmlns:a16="http://schemas.microsoft.com/office/drawing/2014/main" val="1959746682"/>
                  </a:ext>
                </a:extLst>
              </a:tr>
            </a:tbl>
          </a:graphicData>
        </a:graphic>
      </p:graphicFrame>
      <p:graphicFrame>
        <p:nvGraphicFramePr>
          <p:cNvPr id="9" name="Table 8">
            <a:extLst>
              <a:ext uri="{FF2B5EF4-FFF2-40B4-BE49-F238E27FC236}">
                <a16:creationId xmlns:a16="http://schemas.microsoft.com/office/drawing/2014/main" id="{1E84BF3E-06DF-A38F-5A39-0451BC62C44A}"/>
              </a:ext>
            </a:extLst>
          </p:cNvPr>
          <p:cNvGraphicFramePr>
            <a:graphicFrameLocks noGrp="1"/>
          </p:cNvGraphicFramePr>
          <p:nvPr>
            <p:extLst>
              <p:ext uri="{D42A27DB-BD31-4B8C-83A1-F6EECF244321}">
                <p14:modId xmlns:p14="http://schemas.microsoft.com/office/powerpoint/2010/main" val="3683552378"/>
              </p:ext>
            </p:extLst>
          </p:nvPr>
        </p:nvGraphicFramePr>
        <p:xfrm>
          <a:off x="6925788" y="723900"/>
          <a:ext cx="1728192" cy="5279337"/>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985722367"/>
                    </a:ext>
                  </a:extLst>
                </a:gridCol>
                <a:gridCol w="1008112">
                  <a:extLst>
                    <a:ext uri="{9D8B030D-6E8A-4147-A177-3AD203B41FA5}">
                      <a16:colId xmlns:a16="http://schemas.microsoft.com/office/drawing/2014/main" val="3898301039"/>
                    </a:ext>
                  </a:extLst>
                </a:gridCol>
              </a:tblGrid>
              <a:tr h="246167">
                <a:tc>
                  <a:txBody>
                    <a:bodyPr/>
                    <a:lstStyle/>
                    <a:p>
                      <a:pPr algn="ctr">
                        <a:lnSpc>
                          <a:spcPts val="1200"/>
                        </a:lnSpc>
                      </a:pPr>
                      <a:r>
                        <a:rPr lang="en-GB" sz="1400" dirty="0"/>
                        <a:t>Groups</a:t>
                      </a:r>
                    </a:p>
                  </a:txBody>
                  <a:tcPr/>
                </a:tc>
                <a:tc>
                  <a:txBody>
                    <a:bodyPr/>
                    <a:lstStyle/>
                    <a:p>
                      <a:pPr algn="ctr">
                        <a:lnSpc>
                          <a:spcPts val="1200"/>
                        </a:lnSpc>
                      </a:pPr>
                      <a:r>
                        <a:rPr lang="en-GB" sz="1400" dirty="0"/>
                        <a:t>Data</a:t>
                      </a:r>
                    </a:p>
                  </a:txBody>
                  <a:tcPr/>
                </a:tc>
                <a:extLst>
                  <a:ext uri="{0D108BD9-81ED-4DB2-BD59-A6C34878D82A}">
                    <a16:rowId xmlns:a16="http://schemas.microsoft.com/office/drawing/2014/main" val="3953087905"/>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123</a:t>
                      </a:r>
                    </a:p>
                  </a:txBody>
                  <a:tcPr/>
                </a:tc>
                <a:extLst>
                  <a:ext uri="{0D108BD9-81ED-4DB2-BD59-A6C34878D82A}">
                    <a16:rowId xmlns:a16="http://schemas.microsoft.com/office/drawing/2014/main" val="3783103723"/>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145</a:t>
                      </a:r>
                    </a:p>
                  </a:txBody>
                  <a:tcPr/>
                </a:tc>
                <a:extLst>
                  <a:ext uri="{0D108BD9-81ED-4DB2-BD59-A6C34878D82A}">
                    <a16:rowId xmlns:a16="http://schemas.microsoft.com/office/drawing/2014/main" val="2473529487"/>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143</a:t>
                      </a:r>
                    </a:p>
                  </a:txBody>
                  <a:tcPr/>
                </a:tc>
                <a:extLst>
                  <a:ext uri="{0D108BD9-81ED-4DB2-BD59-A6C34878D82A}">
                    <a16:rowId xmlns:a16="http://schemas.microsoft.com/office/drawing/2014/main" val="260352895"/>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154</a:t>
                      </a:r>
                    </a:p>
                  </a:txBody>
                  <a:tcPr/>
                </a:tc>
                <a:extLst>
                  <a:ext uri="{0D108BD9-81ED-4DB2-BD59-A6C34878D82A}">
                    <a16:rowId xmlns:a16="http://schemas.microsoft.com/office/drawing/2014/main" val="4147466650"/>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102</a:t>
                      </a:r>
                    </a:p>
                  </a:txBody>
                  <a:tcPr/>
                </a:tc>
                <a:extLst>
                  <a:ext uri="{0D108BD9-81ED-4DB2-BD59-A6C34878D82A}">
                    <a16:rowId xmlns:a16="http://schemas.microsoft.com/office/drawing/2014/main" val="3676120201"/>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98</a:t>
                      </a:r>
                    </a:p>
                  </a:txBody>
                  <a:tcPr/>
                </a:tc>
                <a:extLst>
                  <a:ext uri="{0D108BD9-81ED-4DB2-BD59-A6C34878D82A}">
                    <a16:rowId xmlns:a16="http://schemas.microsoft.com/office/drawing/2014/main" val="4247938638"/>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89</a:t>
                      </a:r>
                    </a:p>
                  </a:txBody>
                  <a:tcPr/>
                </a:tc>
                <a:extLst>
                  <a:ext uri="{0D108BD9-81ED-4DB2-BD59-A6C34878D82A}">
                    <a16:rowId xmlns:a16="http://schemas.microsoft.com/office/drawing/2014/main" val="1177522145"/>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112</a:t>
                      </a:r>
                    </a:p>
                  </a:txBody>
                  <a:tcPr/>
                </a:tc>
                <a:extLst>
                  <a:ext uri="{0D108BD9-81ED-4DB2-BD59-A6C34878D82A}">
                    <a16:rowId xmlns:a16="http://schemas.microsoft.com/office/drawing/2014/main" val="572787742"/>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107</a:t>
                      </a:r>
                    </a:p>
                  </a:txBody>
                  <a:tcPr/>
                </a:tc>
                <a:extLst>
                  <a:ext uri="{0D108BD9-81ED-4DB2-BD59-A6C34878D82A}">
                    <a16:rowId xmlns:a16="http://schemas.microsoft.com/office/drawing/2014/main" val="3506516551"/>
                  </a:ext>
                </a:extLst>
              </a:tr>
              <a:tr h="246167">
                <a:tc>
                  <a:txBody>
                    <a:bodyPr/>
                    <a:lstStyle/>
                    <a:p>
                      <a:pPr algn="ctr">
                        <a:lnSpc>
                          <a:spcPts val="1200"/>
                        </a:lnSpc>
                      </a:pPr>
                      <a:r>
                        <a:rPr lang="en-GB" sz="1400" dirty="0"/>
                        <a:t>1</a:t>
                      </a:r>
                    </a:p>
                  </a:txBody>
                  <a:tcPr/>
                </a:tc>
                <a:tc>
                  <a:txBody>
                    <a:bodyPr/>
                    <a:lstStyle/>
                    <a:p>
                      <a:pPr algn="ctr">
                        <a:lnSpc>
                          <a:spcPts val="1200"/>
                        </a:lnSpc>
                      </a:pPr>
                      <a:r>
                        <a:rPr lang="en-GB" sz="1400" dirty="0"/>
                        <a:t>123</a:t>
                      </a:r>
                    </a:p>
                  </a:txBody>
                  <a:tcPr/>
                </a:tc>
                <a:extLst>
                  <a:ext uri="{0D108BD9-81ED-4DB2-BD59-A6C34878D82A}">
                    <a16:rowId xmlns:a16="http://schemas.microsoft.com/office/drawing/2014/main" val="1959746682"/>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133</a:t>
                      </a:r>
                    </a:p>
                  </a:txBody>
                  <a:tcPr/>
                </a:tc>
                <a:extLst>
                  <a:ext uri="{0D108BD9-81ED-4DB2-BD59-A6C34878D82A}">
                    <a16:rowId xmlns:a16="http://schemas.microsoft.com/office/drawing/2014/main" val="2151449653"/>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155</a:t>
                      </a:r>
                    </a:p>
                  </a:txBody>
                  <a:tcPr/>
                </a:tc>
                <a:extLst>
                  <a:ext uri="{0D108BD9-81ED-4DB2-BD59-A6C34878D82A}">
                    <a16:rowId xmlns:a16="http://schemas.microsoft.com/office/drawing/2014/main" val="829227707"/>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157</a:t>
                      </a:r>
                    </a:p>
                  </a:txBody>
                  <a:tcPr/>
                </a:tc>
                <a:extLst>
                  <a:ext uri="{0D108BD9-81ED-4DB2-BD59-A6C34878D82A}">
                    <a16:rowId xmlns:a16="http://schemas.microsoft.com/office/drawing/2014/main" val="2115652775"/>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158</a:t>
                      </a:r>
                    </a:p>
                  </a:txBody>
                  <a:tcPr/>
                </a:tc>
                <a:extLst>
                  <a:ext uri="{0D108BD9-81ED-4DB2-BD59-A6C34878D82A}">
                    <a16:rowId xmlns:a16="http://schemas.microsoft.com/office/drawing/2014/main" val="4199783152"/>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110</a:t>
                      </a:r>
                    </a:p>
                  </a:txBody>
                  <a:tcPr/>
                </a:tc>
                <a:extLst>
                  <a:ext uri="{0D108BD9-81ED-4DB2-BD59-A6C34878D82A}">
                    <a16:rowId xmlns:a16="http://schemas.microsoft.com/office/drawing/2014/main" val="2851029473"/>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112</a:t>
                      </a:r>
                    </a:p>
                  </a:txBody>
                  <a:tcPr/>
                </a:tc>
                <a:extLst>
                  <a:ext uri="{0D108BD9-81ED-4DB2-BD59-A6C34878D82A}">
                    <a16:rowId xmlns:a16="http://schemas.microsoft.com/office/drawing/2014/main" val="1263887268"/>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94</a:t>
                      </a:r>
                    </a:p>
                  </a:txBody>
                  <a:tcPr/>
                </a:tc>
                <a:extLst>
                  <a:ext uri="{0D108BD9-81ED-4DB2-BD59-A6C34878D82A}">
                    <a16:rowId xmlns:a16="http://schemas.microsoft.com/office/drawing/2014/main" val="1179943308"/>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123</a:t>
                      </a:r>
                    </a:p>
                  </a:txBody>
                  <a:tcPr/>
                </a:tc>
                <a:extLst>
                  <a:ext uri="{0D108BD9-81ED-4DB2-BD59-A6C34878D82A}">
                    <a16:rowId xmlns:a16="http://schemas.microsoft.com/office/drawing/2014/main" val="3391497883"/>
                  </a:ext>
                </a:extLst>
              </a:tr>
              <a:tr h="246167">
                <a:tc>
                  <a:txBody>
                    <a:bodyPr/>
                    <a:lstStyle/>
                    <a:p>
                      <a:pPr algn="ctr">
                        <a:lnSpc>
                          <a:spcPts val="1200"/>
                        </a:lnSpc>
                      </a:pPr>
                      <a:r>
                        <a:rPr lang="en-GB" sz="1400" dirty="0"/>
                        <a:t>2</a:t>
                      </a:r>
                    </a:p>
                  </a:txBody>
                  <a:tcPr/>
                </a:tc>
                <a:tc>
                  <a:txBody>
                    <a:bodyPr/>
                    <a:lstStyle/>
                    <a:p>
                      <a:pPr algn="ctr">
                        <a:lnSpc>
                          <a:spcPts val="1200"/>
                        </a:lnSpc>
                      </a:pPr>
                      <a:r>
                        <a:rPr lang="en-GB" sz="1400" dirty="0"/>
                        <a:t>116</a:t>
                      </a:r>
                    </a:p>
                  </a:txBody>
                  <a:tcPr/>
                </a:tc>
                <a:extLst>
                  <a:ext uri="{0D108BD9-81ED-4DB2-BD59-A6C34878D82A}">
                    <a16:rowId xmlns:a16="http://schemas.microsoft.com/office/drawing/2014/main" val="524070554"/>
                  </a:ext>
                </a:extLst>
              </a:tr>
              <a:tr h="183454">
                <a:tc>
                  <a:txBody>
                    <a:bodyPr/>
                    <a:lstStyle/>
                    <a:p>
                      <a:pPr algn="ctr">
                        <a:lnSpc>
                          <a:spcPts val="1200"/>
                        </a:lnSpc>
                      </a:pPr>
                      <a:r>
                        <a:rPr lang="en-GB" sz="1400" dirty="0"/>
                        <a:t>2</a:t>
                      </a:r>
                    </a:p>
                  </a:txBody>
                  <a:tcPr/>
                </a:tc>
                <a:tc>
                  <a:txBody>
                    <a:bodyPr/>
                    <a:lstStyle/>
                    <a:p>
                      <a:pPr algn="ctr">
                        <a:lnSpc>
                          <a:spcPts val="1200"/>
                        </a:lnSpc>
                      </a:pPr>
                      <a:r>
                        <a:rPr lang="en-GB" sz="1400" dirty="0"/>
                        <a:t>133</a:t>
                      </a:r>
                    </a:p>
                  </a:txBody>
                  <a:tcPr/>
                </a:tc>
                <a:extLst>
                  <a:ext uri="{0D108BD9-81ED-4DB2-BD59-A6C34878D82A}">
                    <a16:rowId xmlns:a16="http://schemas.microsoft.com/office/drawing/2014/main" val="4210532197"/>
                  </a:ext>
                </a:extLst>
              </a:tr>
            </a:tbl>
          </a:graphicData>
        </a:graphic>
      </p:graphicFrame>
      <p:cxnSp>
        <p:nvCxnSpPr>
          <p:cNvPr id="12" name="Straight Arrow Connector 11">
            <a:extLst>
              <a:ext uri="{FF2B5EF4-FFF2-40B4-BE49-F238E27FC236}">
                <a16:creationId xmlns:a16="http://schemas.microsoft.com/office/drawing/2014/main" id="{C7B75DC8-547B-E687-7090-9EC85A56CAC8}"/>
              </a:ext>
            </a:extLst>
          </p:cNvPr>
          <p:cNvCxnSpPr>
            <a:cxnSpLocks/>
          </p:cNvCxnSpPr>
          <p:nvPr/>
        </p:nvCxnSpPr>
        <p:spPr>
          <a:xfrm flipV="1">
            <a:off x="3894426" y="2351019"/>
            <a:ext cx="2919294" cy="861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ECE6D78-89E8-D099-9EE3-5F5E5BA404EB}"/>
              </a:ext>
            </a:extLst>
          </p:cNvPr>
          <p:cNvCxnSpPr>
            <a:cxnSpLocks/>
          </p:cNvCxnSpPr>
          <p:nvPr/>
        </p:nvCxnSpPr>
        <p:spPr>
          <a:xfrm>
            <a:off x="3894426" y="4221088"/>
            <a:ext cx="46155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EC9C8B86-E805-0D24-DD04-6DDB6EDB037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F3DAA9FF-34DA-C0F5-F5FC-D0D455226F7E}"/>
              </a:ext>
            </a:extLst>
          </p:cNvPr>
          <p:cNvSpPr>
            <a:spLocks noGrp="1"/>
          </p:cNvSpPr>
          <p:nvPr>
            <p:ph type="sldNum" sz="quarter" idx="4"/>
          </p:nvPr>
        </p:nvSpPr>
        <p:spPr/>
        <p:txBody>
          <a:bodyPr/>
          <a:lstStyle/>
          <a:p>
            <a:fld id="{9FD7ECCF-50E7-4327-B945-FA93FF7B2BEF}" type="slidenum">
              <a:rPr lang="en-US" smtClean="0"/>
              <a:pPr/>
              <a:t>15</a:t>
            </a:fld>
            <a:r>
              <a:rPr lang="en-GB"/>
              <a:t>/80</a:t>
            </a:r>
            <a:endParaRPr lang="en-US" dirty="0"/>
          </a:p>
        </p:txBody>
      </p:sp>
    </p:spTree>
    <p:extLst>
      <p:ext uri="{BB962C8B-B14F-4D97-AF65-F5344CB8AC3E}">
        <p14:creationId xmlns:p14="http://schemas.microsoft.com/office/powerpoint/2010/main" val="100972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10" presetClass="entr" presetSubtype="0"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 calcmode="lin" valueType="num">
                                      <p:cBhvr additive="base">
                                        <p:cTn id="41"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29AFBA-7D6A-D3C8-4BD0-4D8207613A56}"/>
              </a:ext>
            </a:extLst>
          </p:cNvPr>
          <p:cNvSpPr>
            <a:spLocks noGrp="1"/>
          </p:cNvSpPr>
          <p:nvPr>
            <p:ph type="title"/>
          </p:nvPr>
        </p:nvSpPr>
        <p:spPr/>
        <p:txBody>
          <a:bodyPr>
            <a:normAutofit/>
          </a:bodyPr>
          <a:lstStyle/>
          <a:p>
            <a:r>
              <a:rPr lang="en-GB" sz="4400" dirty="0"/>
              <a:t>Descriptive statistics</a:t>
            </a:r>
            <a:endParaRPr lang="en-GB" dirty="0"/>
          </a:p>
        </p:txBody>
      </p:sp>
      <p:pic>
        <p:nvPicPr>
          <p:cNvPr id="11" name="Picture 10" descr="the basic statistics measures: Measures of Central Tendency and variability">
            <a:extLst>
              <a:ext uri="{FF2B5EF4-FFF2-40B4-BE49-F238E27FC236}">
                <a16:creationId xmlns:a16="http://schemas.microsoft.com/office/drawing/2014/main" id="{86B9FCE8-1D11-7B54-4B70-E9E2B10C0B0C}"/>
              </a:ext>
            </a:extLst>
          </p:cNvPr>
          <p:cNvPicPr>
            <a:picLocks noChangeAspect="1"/>
          </p:cNvPicPr>
          <p:nvPr/>
        </p:nvPicPr>
        <p:blipFill>
          <a:blip r:embed="rId3"/>
          <a:stretch>
            <a:fillRect/>
          </a:stretch>
        </p:blipFill>
        <p:spPr>
          <a:xfrm>
            <a:off x="1835696" y="3340091"/>
            <a:ext cx="6076950" cy="2609850"/>
          </a:xfrm>
          <a:prstGeom prst="rect">
            <a:avLst/>
          </a:prstGeom>
        </p:spPr>
      </p:pic>
      <p:cxnSp>
        <p:nvCxnSpPr>
          <p:cNvPr id="13" name="Straight Arrow Connector 12">
            <a:extLst>
              <a:ext uri="{FF2B5EF4-FFF2-40B4-BE49-F238E27FC236}">
                <a16:creationId xmlns:a16="http://schemas.microsoft.com/office/drawing/2014/main" id="{554CE8A6-B750-2BFD-EC9D-1D913A40A221}"/>
              </a:ext>
            </a:extLst>
          </p:cNvPr>
          <p:cNvCxnSpPr>
            <a:cxnSpLocks/>
          </p:cNvCxnSpPr>
          <p:nvPr/>
        </p:nvCxnSpPr>
        <p:spPr>
          <a:xfrm>
            <a:off x="4821560" y="2590800"/>
            <a:ext cx="0" cy="622176"/>
          </a:xfrm>
          <a:prstGeom prst="straightConnector1">
            <a:avLst/>
          </a:prstGeom>
          <a:ln>
            <a:solidFill>
              <a:schemeClr val="tx1">
                <a:lumMod val="50000"/>
                <a:lumOff val="50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795AD77-D845-356A-171B-AF809AB2A108}"/>
              </a:ext>
            </a:extLst>
          </p:cNvPr>
          <p:cNvCxnSpPr>
            <a:cxnSpLocks/>
          </p:cNvCxnSpPr>
          <p:nvPr/>
        </p:nvCxnSpPr>
        <p:spPr>
          <a:xfrm>
            <a:off x="2843808" y="2901888"/>
            <a:ext cx="4032448" cy="0"/>
          </a:xfrm>
          <a:prstGeom prst="line">
            <a:avLst/>
          </a:prstGeom>
          <a:ln>
            <a:solidFill>
              <a:schemeClr val="tx1">
                <a:lumMod val="50000"/>
                <a:lumOff val="50000"/>
              </a:schemeClr>
            </a:solidFill>
            <a:prstDash val="sysDot"/>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0DDE5FE5-6F4A-8672-054F-1A04A6714365}"/>
              </a:ext>
            </a:extLst>
          </p:cNvPr>
          <p:cNvCxnSpPr/>
          <p:nvPr/>
        </p:nvCxnSpPr>
        <p:spPr>
          <a:xfrm>
            <a:off x="2843808" y="2901888"/>
            <a:ext cx="0" cy="311088"/>
          </a:xfrm>
          <a:prstGeom prst="straightConnector1">
            <a:avLst/>
          </a:prstGeom>
          <a:ln>
            <a:solidFill>
              <a:schemeClr val="tx1">
                <a:lumMod val="50000"/>
                <a:lumOff val="50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2ECE48C2-7E02-48A8-0AA2-E27738E17476}"/>
              </a:ext>
            </a:extLst>
          </p:cNvPr>
          <p:cNvCxnSpPr/>
          <p:nvPr/>
        </p:nvCxnSpPr>
        <p:spPr>
          <a:xfrm>
            <a:off x="6876256" y="2901888"/>
            <a:ext cx="0" cy="311088"/>
          </a:xfrm>
          <a:prstGeom prst="straightConnector1">
            <a:avLst/>
          </a:prstGeom>
          <a:ln>
            <a:solidFill>
              <a:schemeClr val="tx1">
                <a:lumMod val="50000"/>
                <a:lumOff val="50000"/>
              </a:schemeClr>
            </a:solidFill>
            <a:prstDash val="sysDot"/>
            <a:tailEnd type="triangle"/>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B719F724-63CA-4497-674B-FBD2518447BD}"/>
              </a:ext>
            </a:extLst>
          </p:cNvPr>
          <p:cNvSpPr>
            <a:spLocks noGrp="1"/>
          </p:cNvSpPr>
          <p:nvPr>
            <p:ph type="dt" sz="half" idx="2"/>
          </p:nvPr>
        </p:nvSpPr>
        <p:spPr/>
        <p:txBody>
          <a:bodyPr/>
          <a:lstStyle/>
          <a:p>
            <a:endParaRPr lang="en-US" dirty="0"/>
          </a:p>
        </p:txBody>
      </p:sp>
      <p:sp>
        <p:nvSpPr>
          <p:cNvPr id="7" name="Footer Placeholder 6">
            <a:extLst>
              <a:ext uri="{FF2B5EF4-FFF2-40B4-BE49-F238E27FC236}">
                <a16:creationId xmlns:a16="http://schemas.microsoft.com/office/drawing/2014/main" id="{F6232782-A618-D6EE-87BB-AAD72A747E8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7285D14C-3809-1A43-5DDA-B8B87ABE76E1}"/>
              </a:ext>
            </a:extLst>
          </p:cNvPr>
          <p:cNvSpPr>
            <a:spLocks noGrp="1"/>
          </p:cNvSpPr>
          <p:nvPr>
            <p:ph type="sldNum" sz="quarter" idx="11"/>
          </p:nvPr>
        </p:nvSpPr>
        <p:spPr/>
        <p:txBody>
          <a:bodyPr/>
          <a:lstStyle/>
          <a:p>
            <a:fld id="{4F96EDF4-259A-48E8-B98E-8CB70E21F623}" type="slidenum">
              <a:rPr lang="en-US" smtClean="0"/>
              <a:pPr/>
              <a:t>16</a:t>
            </a:fld>
            <a:r>
              <a:rPr lang="en-GB"/>
              <a:t>/80</a:t>
            </a:r>
            <a:endParaRPr lang="en-US" dirty="0"/>
          </a:p>
        </p:txBody>
      </p:sp>
    </p:spTree>
    <p:extLst>
      <p:ext uri="{BB962C8B-B14F-4D97-AF65-F5344CB8AC3E}">
        <p14:creationId xmlns:p14="http://schemas.microsoft.com/office/powerpoint/2010/main" val="2258071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FD4AE-17E9-EA16-10D8-54A5238CECCA}"/>
              </a:ext>
            </a:extLst>
          </p:cNvPr>
          <p:cNvSpPr>
            <a:spLocks noGrp="1"/>
          </p:cNvSpPr>
          <p:nvPr>
            <p:ph type="title"/>
          </p:nvPr>
        </p:nvSpPr>
        <p:spPr/>
        <p:txBody>
          <a:bodyPr/>
          <a:lstStyle/>
          <a:p>
            <a:r>
              <a:rPr lang="en-GB" dirty="0"/>
              <a:t>The middle</a:t>
            </a:r>
          </a:p>
        </p:txBody>
      </p:sp>
      <p:sp>
        <p:nvSpPr>
          <p:cNvPr id="3" name="Content Placeholder 2">
            <a:extLst>
              <a:ext uri="{FF2B5EF4-FFF2-40B4-BE49-F238E27FC236}">
                <a16:creationId xmlns:a16="http://schemas.microsoft.com/office/drawing/2014/main" id="{B6F087C5-6B16-337C-F595-445BAD15F7F5}"/>
              </a:ext>
            </a:extLst>
          </p:cNvPr>
          <p:cNvSpPr>
            <a:spLocks noGrp="1"/>
          </p:cNvSpPr>
          <p:nvPr>
            <p:ph sz="quarter" idx="1"/>
          </p:nvPr>
        </p:nvSpPr>
        <p:spPr/>
        <p:txBody>
          <a:bodyPr>
            <a:normAutofit/>
          </a:bodyPr>
          <a:lstStyle/>
          <a:p>
            <a:r>
              <a:rPr lang="en-GB" sz="2300" dirty="0">
                <a:solidFill>
                  <a:srgbClr val="3D3B49"/>
                </a:solidFill>
              </a:rPr>
              <a:t>In a dataset with thousands or even millions of data points, we are interested to know the middle</a:t>
            </a:r>
          </a:p>
          <a:p>
            <a:r>
              <a:rPr lang="en-GB" sz="2300" dirty="0">
                <a:solidFill>
                  <a:srgbClr val="3D3B49"/>
                </a:solidFill>
              </a:rPr>
              <a:t>Where is the middle in the following case?</a:t>
            </a:r>
          </a:p>
          <a:p>
            <a:endParaRPr lang="en-GB" dirty="0"/>
          </a:p>
          <a:p>
            <a:pPr marL="2871788" indent="-2871788">
              <a:buNone/>
            </a:pPr>
            <a:r>
              <a:rPr lang="en-GB" dirty="0"/>
              <a:t>2        3        4    [ the middle is 3 and the distance between the end is equal]</a:t>
            </a:r>
          </a:p>
          <a:p>
            <a:pPr marL="0" indent="0">
              <a:buNone/>
            </a:pPr>
            <a:endParaRPr lang="en-GB" dirty="0"/>
          </a:p>
          <a:p>
            <a:pPr marL="0" indent="0">
              <a:buNone/>
            </a:pPr>
            <a:r>
              <a:rPr lang="en-GB" dirty="0"/>
              <a:t>2                 6     [the middle value? Or the average]</a:t>
            </a:r>
          </a:p>
          <a:p>
            <a:pPr marL="514350" indent="-514350" algn="ctr">
              <a:buAutoNum type="arabicPlain"/>
            </a:pPr>
            <a:endParaRPr lang="en-GB" dirty="0"/>
          </a:p>
          <a:p>
            <a:pPr marL="514350" indent="-514350" algn="ctr">
              <a:buAutoNum type="arabicPlain" startAt="2"/>
            </a:pPr>
            <a:endParaRPr lang="en-GB" dirty="0"/>
          </a:p>
          <a:p>
            <a:pPr marL="0" indent="0" algn="ctr">
              <a:buNone/>
            </a:pPr>
            <a:endParaRPr lang="en-GB" dirty="0"/>
          </a:p>
        </p:txBody>
      </p:sp>
      <p:cxnSp>
        <p:nvCxnSpPr>
          <p:cNvPr id="7" name="Straight Arrow Connector 6">
            <a:extLst>
              <a:ext uri="{FF2B5EF4-FFF2-40B4-BE49-F238E27FC236}">
                <a16:creationId xmlns:a16="http://schemas.microsoft.com/office/drawing/2014/main" id="{2066D1BD-F038-C732-E029-3821300BC4AF}"/>
              </a:ext>
            </a:extLst>
          </p:cNvPr>
          <p:cNvCxnSpPr>
            <a:cxnSpLocks/>
          </p:cNvCxnSpPr>
          <p:nvPr/>
        </p:nvCxnSpPr>
        <p:spPr>
          <a:xfrm flipV="1">
            <a:off x="1835696" y="4149080"/>
            <a:ext cx="0" cy="144016"/>
          </a:xfrm>
          <a:prstGeom prst="straightConnector1">
            <a:avLst/>
          </a:prstGeom>
          <a:ln>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2" name="Straight Connector 11">
            <a:extLst>
              <a:ext uri="{FF2B5EF4-FFF2-40B4-BE49-F238E27FC236}">
                <a16:creationId xmlns:a16="http://schemas.microsoft.com/office/drawing/2014/main" id="{5DF59097-610D-A15F-D530-7158810AAAEE}"/>
              </a:ext>
            </a:extLst>
          </p:cNvPr>
          <p:cNvCxnSpPr/>
          <p:nvPr/>
        </p:nvCxnSpPr>
        <p:spPr>
          <a:xfrm>
            <a:off x="971600" y="3933056"/>
            <a:ext cx="648072" cy="0"/>
          </a:xfrm>
          <a:prstGeom prst="line">
            <a:avLst/>
          </a:prstGeom>
          <a:ln>
            <a:headEnd type="diamond" w="med" len="med"/>
            <a:tailEnd type="diamond" w="med" len="med"/>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814B980C-83FE-2468-5485-6CA8F65DF862}"/>
              </a:ext>
            </a:extLst>
          </p:cNvPr>
          <p:cNvCxnSpPr/>
          <p:nvPr/>
        </p:nvCxnSpPr>
        <p:spPr>
          <a:xfrm>
            <a:off x="1979712" y="3933056"/>
            <a:ext cx="648072" cy="0"/>
          </a:xfrm>
          <a:prstGeom prst="line">
            <a:avLst/>
          </a:prstGeom>
          <a:ln>
            <a:headEnd type="diamond" w="med" len="med"/>
            <a:tailEnd type="diamond" w="med" len="med"/>
          </a:ln>
        </p:spPr>
        <p:style>
          <a:lnRef idx="1">
            <a:schemeClr val="accent2"/>
          </a:lnRef>
          <a:fillRef idx="0">
            <a:schemeClr val="accent2"/>
          </a:fillRef>
          <a:effectRef idx="0">
            <a:schemeClr val="accent2"/>
          </a:effectRef>
          <a:fontRef idx="minor">
            <a:schemeClr val="tx1"/>
          </a:fontRef>
        </p:style>
      </p:cxnSp>
      <p:sp>
        <p:nvSpPr>
          <p:cNvPr id="4" name="Footer Placeholder 3">
            <a:extLst>
              <a:ext uri="{FF2B5EF4-FFF2-40B4-BE49-F238E27FC236}">
                <a16:creationId xmlns:a16="http://schemas.microsoft.com/office/drawing/2014/main" id="{93C04107-FE4D-63CE-A78C-549CBB1DA28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095E83FE-3DB1-B9E2-E63D-2D04BB60AB97}"/>
              </a:ext>
            </a:extLst>
          </p:cNvPr>
          <p:cNvSpPr>
            <a:spLocks noGrp="1"/>
          </p:cNvSpPr>
          <p:nvPr>
            <p:ph type="sldNum" sz="quarter" idx="4"/>
          </p:nvPr>
        </p:nvSpPr>
        <p:spPr/>
        <p:txBody>
          <a:bodyPr/>
          <a:lstStyle/>
          <a:p>
            <a:fld id="{9FD7ECCF-50E7-4327-B945-FA93FF7B2BEF}" type="slidenum">
              <a:rPr lang="en-US" smtClean="0"/>
              <a:pPr/>
              <a:t>17</a:t>
            </a:fld>
            <a:r>
              <a:rPr lang="en-GB"/>
              <a:t>/80</a:t>
            </a:r>
            <a:endParaRPr lang="en-US" dirty="0"/>
          </a:p>
        </p:txBody>
      </p:sp>
    </p:spTree>
    <p:extLst>
      <p:ext uri="{BB962C8B-B14F-4D97-AF65-F5344CB8AC3E}">
        <p14:creationId xmlns:p14="http://schemas.microsoft.com/office/powerpoint/2010/main" val="2982566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p:txBody>
          <a:bodyPr>
            <a:normAutofit/>
          </a:bodyPr>
          <a:lstStyle/>
          <a:p>
            <a:r>
              <a:rPr lang="en-GB" sz="2300" b="0" i="0" dirty="0">
                <a:solidFill>
                  <a:srgbClr val="3D3B49"/>
                </a:solidFill>
                <a:effectLst/>
              </a:rPr>
              <a:t>When we study a data set, we often want to find out </a:t>
            </a:r>
            <a:r>
              <a:rPr lang="en-GB" sz="2300" b="1" i="0" dirty="0">
                <a:solidFill>
                  <a:srgbClr val="3D3B49"/>
                </a:solidFill>
                <a:effectLst/>
              </a:rPr>
              <a:t>where the bulk of the data is located</a:t>
            </a:r>
            <a:r>
              <a:rPr lang="en-GB" sz="2300" b="0" i="0" dirty="0">
                <a:solidFill>
                  <a:srgbClr val="3D3B49"/>
                </a:solidFill>
                <a:effectLst/>
              </a:rPr>
              <a:t>. </a:t>
            </a:r>
          </a:p>
          <a:p>
            <a:r>
              <a:rPr lang="en-GB" sz="2300" b="0" i="0" dirty="0">
                <a:solidFill>
                  <a:srgbClr val="3D3B49"/>
                </a:solidFill>
                <a:effectLst/>
              </a:rPr>
              <a:t>In statistical terms, this characteristic is called the “central tendency.” </a:t>
            </a:r>
          </a:p>
          <a:p>
            <a:r>
              <a:rPr lang="en-GB" sz="2300" dirty="0">
                <a:solidFill>
                  <a:srgbClr val="3D3B49"/>
                </a:solidFill>
              </a:rPr>
              <a:t>Various measures can be used to describe the central tendency of a data set, including the:</a:t>
            </a:r>
          </a:p>
          <a:p>
            <a:pPr lvl="1"/>
            <a:r>
              <a:rPr lang="en-GB" sz="2300" b="1" dirty="0">
                <a:solidFill>
                  <a:srgbClr val="3D3B49"/>
                </a:solidFill>
              </a:rPr>
              <a:t>Mean</a:t>
            </a:r>
            <a:r>
              <a:rPr lang="en-GB" sz="2300" dirty="0">
                <a:solidFill>
                  <a:srgbClr val="3D3B49"/>
                </a:solidFill>
              </a:rPr>
              <a:t> – average - the sum of all the numbers divided by the count of the numbers</a:t>
            </a:r>
          </a:p>
          <a:p>
            <a:pPr lvl="1"/>
            <a:r>
              <a:rPr lang="en-GB" sz="2300" b="1" dirty="0">
                <a:solidFill>
                  <a:srgbClr val="3D3B49"/>
                </a:solidFill>
              </a:rPr>
              <a:t>Median</a:t>
            </a:r>
            <a:r>
              <a:rPr lang="en-GB" sz="2300" dirty="0">
                <a:solidFill>
                  <a:srgbClr val="3D3B49"/>
                </a:solidFill>
              </a:rPr>
              <a:t> – middle – the middle value in the data set</a:t>
            </a:r>
          </a:p>
          <a:p>
            <a:pPr lvl="1"/>
            <a:r>
              <a:rPr lang="en-GB" sz="2300" b="1" dirty="0">
                <a:solidFill>
                  <a:srgbClr val="3D3B49"/>
                </a:solidFill>
              </a:rPr>
              <a:t>Mode</a:t>
            </a:r>
            <a:r>
              <a:rPr lang="en-GB" sz="2300" dirty="0">
                <a:solidFill>
                  <a:srgbClr val="3D3B49"/>
                </a:solidFill>
              </a:rPr>
              <a:t> – most common value</a:t>
            </a:r>
          </a:p>
          <a:p>
            <a:endParaRPr lang="en-GB" sz="32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dirty="0">
                <a:solidFill>
                  <a:srgbClr val="00B0F0"/>
                </a:solidFill>
              </a:rPr>
              <a:t>Measures of Central Tendency</a:t>
            </a:r>
          </a:p>
        </p:txBody>
      </p:sp>
      <p:sp>
        <p:nvSpPr>
          <p:cNvPr id="4" name="Footer Placeholder 3">
            <a:extLst>
              <a:ext uri="{FF2B5EF4-FFF2-40B4-BE49-F238E27FC236}">
                <a16:creationId xmlns:a16="http://schemas.microsoft.com/office/drawing/2014/main" id="{57AF1D2D-6461-C076-3C42-A8A191378F1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5FD2E68E-D079-EEA6-EBCE-30F2D182BA81}"/>
              </a:ext>
            </a:extLst>
          </p:cNvPr>
          <p:cNvSpPr>
            <a:spLocks noGrp="1"/>
          </p:cNvSpPr>
          <p:nvPr>
            <p:ph type="sldNum" sz="quarter" idx="4"/>
          </p:nvPr>
        </p:nvSpPr>
        <p:spPr/>
        <p:txBody>
          <a:bodyPr/>
          <a:lstStyle/>
          <a:p>
            <a:fld id="{9FD7ECCF-50E7-4327-B945-FA93FF7B2BEF}" type="slidenum">
              <a:rPr lang="en-US" smtClean="0"/>
              <a:pPr/>
              <a:t>18</a:t>
            </a:fld>
            <a:r>
              <a:rPr lang="en-GB"/>
              <a:t>/80</a:t>
            </a:r>
            <a:endParaRPr lang="en-US" dirty="0"/>
          </a:p>
        </p:txBody>
      </p:sp>
    </p:spTree>
    <p:extLst>
      <p:ext uri="{BB962C8B-B14F-4D97-AF65-F5344CB8AC3E}">
        <p14:creationId xmlns:p14="http://schemas.microsoft.com/office/powerpoint/2010/main" val="2603457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891899"/>
            <a:ext cx="8153400" cy="3171056"/>
          </a:xfrm>
        </p:spPr>
        <p:txBody>
          <a:bodyPr>
            <a:normAutofit/>
          </a:bodyPr>
          <a:lstStyle/>
          <a:p>
            <a:r>
              <a:rPr lang="en-GB" sz="2000" dirty="0">
                <a:solidFill>
                  <a:schemeClr val="tx1">
                    <a:lumMod val="75000"/>
                    <a:lumOff val="25000"/>
                  </a:schemeClr>
                </a:solidFill>
              </a:rPr>
              <a:t>Calculate the mean</a:t>
            </a:r>
          </a:p>
          <a:p>
            <a:pPr lvl="1"/>
            <a:r>
              <a:rPr lang="en-GB" sz="2000" dirty="0">
                <a:solidFill>
                  <a:schemeClr val="tx1">
                    <a:lumMod val="75000"/>
                    <a:lumOff val="25000"/>
                  </a:schemeClr>
                </a:solidFill>
              </a:rPr>
              <a:t>First you add up the sum of all values</a:t>
            </a:r>
          </a:p>
          <a:p>
            <a:pPr lvl="1"/>
            <a:endParaRPr lang="en-GB" sz="2000" dirty="0">
              <a:solidFill>
                <a:schemeClr val="tx1">
                  <a:lumMod val="75000"/>
                  <a:lumOff val="25000"/>
                </a:schemeClr>
              </a:solidFill>
            </a:endParaRPr>
          </a:p>
          <a:p>
            <a:pPr lvl="1"/>
            <a:r>
              <a:rPr lang="en-GB" sz="2000" dirty="0">
                <a:solidFill>
                  <a:schemeClr val="tx1">
                    <a:lumMod val="75000"/>
                    <a:lumOff val="25000"/>
                  </a:schemeClr>
                </a:solidFill>
              </a:rPr>
              <a:t>Then you calculate the mean using the formula</a:t>
            </a:r>
          </a:p>
          <a:p>
            <a:pPr lvl="1"/>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a:p>
            <a:pPr lvl="1"/>
            <a:r>
              <a:rPr lang="en-GB" sz="2000" dirty="0">
                <a:solidFill>
                  <a:schemeClr val="tx1">
                    <a:lumMod val="75000"/>
                    <a:lumOff val="25000"/>
                  </a:schemeClr>
                </a:solidFill>
              </a:rPr>
              <a:t>There are 5 values in the dataset, so n = 5.</a:t>
            </a: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solidFill>
                  <a:srgbClr val="00B0F0"/>
                </a:solidFill>
              </a:rPr>
              <a:t>Measures of Central Tendency- </a:t>
            </a:r>
            <a:r>
              <a:rPr lang="en-GB" sz="4000" b="1" dirty="0"/>
              <a:t>Mean</a:t>
            </a:r>
          </a:p>
        </p:txBody>
      </p:sp>
      <p:graphicFrame>
        <p:nvGraphicFramePr>
          <p:cNvPr id="2" name="Table 5">
            <a:extLst>
              <a:ext uri="{FF2B5EF4-FFF2-40B4-BE49-F238E27FC236}">
                <a16:creationId xmlns:a16="http://schemas.microsoft.com/office/drawing/2014/main" id="{E9392F03-EEE5-F9BB-36BF-261C97E2D934}"/>
              </a:ext>
            </a:extLst>
          </p:cNvPr>
          <p:cNvGraphicFramePr>
            <a:graphicFrameLocks noGrp="1"/>
          </p:cNvGraphicFramePr>
          <p:nvPr>
            <p:extLst>
              <p:ext uri="{D42A27DB-BD31-4B8C-83A1-F6EECF244321}">
                <p14:modId xmlns:p14="http://schemas.microsoft.com/office/powerpoint/2010/main" val="1291255716"/>
              </p:ext>
            </p:extLst>
          </p:nvPr>
        </p:nvGraphicFramePr>
        <p:xfrm>
          <a:off x="897096" y="1700808"/>
          <a:ext cx="7584504" cy="1005840"/>
        </p:xfrm>
        <a:graphic>
          <a:graphicData uri="http://schemas.openxmlformats.org/drawingml/2006/table">
            <a:tbl>
              <a:tblPr firstRow="1" bandRow="1">
                <a:tableStyleId>{2D5ABB26-0587-4C30-8999-92F81FD0307C}</a:tableStyleId>
              </a:tblPr>
              <a:tblGrid>
                <a:gridCol w="1658680">
                  <a:extLst>
                    <a:ext uri="{9D8B030D-6E8A-4147-A177-3AD203B41FA5}">
                      <a16:colId xmlns:a16="http://schemas.microsoft.com/office/drawing/2014/main" val="1783740322"/>
                    </a:ext>
                  </a:extLst>
                </a:gridCol>
                <a:gridCol w="936104">
                  <a:extLst>
                    <a:ext uri="{9D8B030D-6E8A-4147-A177-3AD203B41FA5}">
                      <a16:colId xmlns:a16="http://schemas.microsoft.com/office/drawing/2014/main" val="1292685733"/>
                    </a:ext>
                  </a:extLst>
                </a:gridCol>
                <a:gridCol w="1197468">
                  <a:extLst>
                    <a:ext uri="{9D8B030D-6E8A-4147-A177-3AD203B41FA5}">
                      <a16:colId xmlns:a16="http://schemas.microsoft.com/office/drawing/2014/main" val="3403243435"/>
                    </a:ext>
                  </a:extLst>
                </a:gridCol>
                <a:gridCol w="1264084">
                  <a:extLst>
                    <a:ext uri="{9D8B030D-6E8A-4147-A177-3AD203B41FA5}">
                      <a16:colId xmlns:a16="http://schemas.microsoft.com/office/drawing/2014/main" val="2639450231"/>
                    </a:ext>
                  </a:extLst>
                </a:gridCol>
                <a:gridCol w="1264084">
                  <a:extLst>
                    <a:ext uri="{9D8B030D-6E8A-4147-A177-3AD203B41FA5}">
                      <a16:colId xmlns:a16="http://schemas.microsoft.com/office/drawing/2014/main" val="658216197"/>
                    </a:ext>
                  </a:extLst>
                </a:gridCol>
                <a:gridCol w="1264084">
                  <a:extLst>
                    <a:ext uri="{9D8B030D-6E8A-4147-A177-3AD203B41FA5}">
                      <a16:colId xmlns:a16="http://schemas.microsoft.com/office/drawing/2014/main" val="2315751316"/>
                    </a:ext>
                  </a:extLst>
                </a:gridCol>
              </a:tblGrid>
              <a:tr h="0">
                <a:tc>
                  <a:txBody>
                    <a:bodyPr/>
                    <a:lstStyle/>
                    <a:p>
                      <a:pPr algn="l" fontAlgn="t"/>
                      <a:r>
                        <a:rPr lang="en-GB" dirty="0">
                          <a:solidFill>
                            <a:srgbClr val="292929"/>
                          </a:solidFill>
                          <a:effectLst/>
                        </a:rPr>
                        <a:t>Participant</a:t>
                      </a:r>
                    </a:p>
                  </a:txBody>
                  <a:tcPr>
                    <a:solidFill>
                      <a:schemeClr val="bg2"/>
                    </a:solidFill>
                  </a:tcPr>
                </a:tc>
                <a:tc>
                  <a:txBody>
                    <a:bodyPr/>
                    <a:lstStyle/>
                    <a:p>
                      <a:pPr fontAlgn="t"/>
                      <a:r>
                        <a:rPr lang="en-GB" dirty="0">
                          <a:solidFill>
                            <a:srgbClr val="292929"/>
                          </a:solidFill>
                          <a:effectLst/>
                        </a:rPr>
                        <a:t>1</a:t>
                      </a:r>
                    </a:p>
                  </a:txBody>
                  <a:tcPr>
                    <a:solidFill>
                      <a:schemeClr val="bg2"/>
                    </a:solidFill>
                  </a:tcPr>
                </a:tc>
                <a:tc>
                  <a:txBody>
                    <a:bodyPr/>
                    <a:lstStyle/>
                    <a:p>
                      <a:pPr fontAlgn="t"/>
                      <a:r>
                        <a:rPr lang="en-GB">
                          <a:solidFill>
                            <a:srgbClr val="292929"/>
                          </a:solidFill>
                          <a:effectLst/>
                        </a:rPr>
                        <a:t>2</a:t>
                      </a:r>
                    </a:p>
                  </a:txBody>
                  <a:tcPr>
                    <a:solidFill>
                      <a:schemeClr val="bg2"/>
                    </a:solidFill>
                  </a:tcPr>
                </a:tc>
                <a:tc>
                  <a:txBody>
                    <a:bodyPr/>
                    <a:lstStyle/>
                    <a:p>
                      <a:pPr fontAlgn="t"/>
                      <a:r>
                        <a:rPr lang="en-GB">
                          <a:solidFill>
                            <a:srgbClr val="292929"/>
                          </a:solidFill>
                          <a:effectLst/>
                        </a:rPr>
                        <a:t>3</a:t>
                      </a:r>
                    </a:p>
                  </a:txBody>
                  <a:tcPr>
                    <a:solidFill>
                      <a:schemeClr val="bg2"/>
                    </a:solidFill>
                  </a:tcPr>
                </a:tc>
                <a:tc>
                  <a:txBody>
                    <a:bodyPr/>
                    <a:lstStyle/>
                    <a:p>
                      <a:pPr fontAlgn="t"/>
                      <a:r>
                        <a:rPr lang="en-GB">
                          <a:solidFill>
                            <a:srgbClr val="292929"/>
                          </a:solidFill>
                          <a:effectLst/>
                        </a:rPr>
                        <a:t>4</a:t>
                      </a:r>
                    </a:p>
                  </a:txBody>
                  <a:tcPr>
                    <a:solidFill>
                      <a:schemeClr val="bg2"/>
                    </a:solidFill>
                  </a:tcPr>
                </a:tc>
                <a:tc>
                  <a:txBody>
                    <a:bodyPr/>
                    <a:lstStyle/>
                    <a:p>
                      <a:pPr fontAlgn="t"/>
                      <a:r>
                        <a:rPr lang="en-GB">
                          <a:solidFill>
                            <a:srgbClr val="292929"/>
                          </a:solidFill>
                          <a:effectLst/>
                        </a:rPr>
                        <a:t>5</a:t>
                      </a:r>
                    </a:p>
                  </a:txBody>
                  <a:tcPr>
                    <a:solidFill>
                      <a:schemeClr val="bg2"/>
                    </a:solidFill>
                  </a:tcPr>
                </a:tc>
                <a:extLst>
                  <a:ext uri="{0D108BD9-81ED-4DB2-BD59-A6C34878D82A}">
                    <a16:rowId xmlns:a16="http://schemas.microsoft.com/office/drawing/2014/main" val="2096030973"/>
                  </a:ext>
                </a:extLst>
              </a:tr>
              <a:tr h="253312">
                <a:tc>
                  <a:txBody>
                    <a:bodyPr/>
                    <a:lstStyle/>
                    <a:p>
                      <a:pPr algn="l" fontAlgn="t"/>
                      <a:r>
                        <a:rPr lang="en-GB" dirty="0">
                          <a:solidFill>
                            <a:srgbClr val="292929"/>
                          </a:solidFill>
                          <a:effectLst/>
                        </a:rPr>
                        <a:t>Reaction time (milliseconds)</a:t>
                      </a:r>
                    </a:p>
                  </a:txBody>
                  <a:tcPr>
                    <a:solidFill>
                      <a:schemeClr val="bg2"/>
                    </a:solidFill>
                  </a:tcPr>
                </a:tc>
                <a:tc>
                  <a:txBody>
                    <a:bodyPr/>
                    <a:lstStyle/>
                    <a:p>
                      <a:pPr fontAlgn="t"/>
                      <a:r>
                        <a:rPr lang="en-GB" dirty="0">
                          <a:solidFill>
                            <a:srgbClr val="292929"/>
                          </a:solidFill>
                          <a:effectLst/>
                        </a:rPr>
                        <a:t>287</a:t>
                      </a:r>
                    </a:p>
                  </a:txBody>
                  <a:tcPr>
                    <a:solidFill>
                      <a:schemeClr val="bg2"/>
                    </a:solidFill>
                  </a:tcPr>
                </a:tc>
                <a:tc>
                  <a:txBody>
                    <a:bodyPr/>
                    <a:lstStyle/>
                    <a:p>
                      <a:pPr fontAlgn="t"/>
                      <a:r>
                        <a:rPr lang="en-GB" dirty="0">
                          <a:solidFill>
                            <a:srgbClr val="292929"/>
                          </a:solidFill>
                          <a:effectLst/>
                        </a:rPr>
                        <a:t>345</a:t>
                      </a:r>
                    </a:p>
                  </a:txBody>
                  <a:tcPr>
                    <a:solidFill>
                      <a:schemeClr val="bg2"/>
                    </a:solidFill>
                  </a:tcPr>
                </a:tc>
                <a:tc>
                  <a:txBody>
                    <a:bodyPr/>
                    <a:lstStyle/>
                    <a:p>
                      <a:pPr fontAlgn="t"/>
                      <a:r>
                        <a:rPr lang="en-GB" dirty="0">
                          <a:solidFill>
                            <a:srgbClr val="292929"/>
                          </a:solidFill>
                          <a:effectLst/>
                        </a:rPr>
                        <a:t>365</a:t>
                      </a:r>
                    </a:p>
                  </a:txBody>
                  <a:tcPr>
                    <a:solidFill>
                      <a:schemeClr val="bg2"/>
                    </a:solidFill>
                  </a:tcPr>
                </a:tc>
                <a:tc>
                  <a:txBody>
                    <a:bodyPr/>
                    <a:lstStyle/>
                    <a:p>
                      <a:pPr fontAlgn="t"/>
                      <a:r>
                        <a:rPr lang="en-GB" dirty="0">
                          <a:solidFill>
                            <a:srgbClr val="292929"/>
                          </a:solidFill>
                          <a:effectLst/>
                        </a:rPr>
                        <a:t>298</a:t>
                      </a:r>
                    </a:p>
                  </a:txBody>
                  <a:tcPr>
                    <a:solidFill>
                      <a:schemeClr val="bg2"/>
                    </a:solidFill>
                  </a:tcPr>
                </a:tc>
                <a:tc>
                  <a:txBody>
                    <a:bodyPr/>
                    <a:lstStyle/>
                    <a:p>
                      <a:pPr fontAlgn="t"/>
                      <a:r>
                        <a:rPr lang="en-GB" dirty="0">
                          <a:solidFill>
                            <a:srgbClr val="292929"/>
                          </a:solidFill>
                          <a:effectLst/>
                        </a:rPr>
                        <a:t>380</a:t>
                      </a:r>
                    </a:p>
                  </a:txBody>
                  <a:tcPr>
                    <a:solidFill>
                      <a:schemeClr val="bg2"/>
                    </a:solidFill>
                  </a:tcPr>
                </a:tc>
                <a:extLst>
                  <a:ext uri="{0D108BD9-81ED-4DB2-BD59-A6C34878D82A}">
                    <a16:rowId xmlns:a16="http://schemas.microsoft.com/office/drawing/2014/main" val="3478184958"/>
                  </a:ext>
                </a:extLst>
              </a:tr>
            </a:tbl>
          </a:graphicData>
        </a:graphic>
      </p:graphicFrame>
      <p:pic>
        <p:nvPicPr>
          <p:cNvPr id="2058" name="Picture 10" descr="\begin{equation*}\sum{x}=287+345+365+298+380=1\,675\end{equation*}">
            <a:extLst>
              <a:ext uri="{FF2B5EF4-FFF2-40B4-BE49-F238E27FC236}">
                <a16:creationId xmlns:a16="http://schemas.microsoft.com/office/drawing/2014/main" id="{B6454462-241E-D1D0-BFE9-6AEC398AE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789040"/>
            <a:ext cx="3457575" cy="24765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begin{equation*} \frac {\sum{x}}{n} \end{equation*}">
            <a:extLst>
              <a:ext uri="{FF2B5EF4-FFF2-40B4-BE49-F238E27FC236}">
                <a16:creationId xmlns:a16="http://schemas.microsoft.com/office/drawing/2014/main" id="{C4CA6342-AC85-7A02-0F47-DF9CF59736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4668822"/>
            <a:ext cx="32385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begin{equation*}\bar{x}=\dfrac{1\,675}{5}=335\end{equation*}">
            <a:extLst>
              <a:ext uri="{FF2B5EF4-FFF2-40B4-BE49-F238E27FC236}">
                <a16:creationId xmlns:a16="http://schemas.microsoft.com/office/drawing/2014/main" id="{F0B71236-FCFA-A3F2-7C9A-824C2FC71F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5681954"/>
            <a:ext cx="1257300" cy="381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37E93D6-39CD-57CA-D965-BB6B30BA12C7}"/>
              </a:ext>
            </a:extLst>
          </p:cNvPr>
          <p:cNvSpPr txBox="1"/>
          <p:nvPr/>
        </p:nvSpPr>
        <p:spPr>
          <a:xfrm>
            <a:off x="4501952" y="5693915"/>
            <a:ext cx="4572000" cy="461665"/>
          </a:xfrm>
          <a:prstGeom prst="rect">
            <a:avLst/>
          </a:prstGeom>
          <a:noFill/>
        </p:spPr>
        <p:txBody>
          <a:bodyPr wrap="square">
            <a:spAutoFit/>
          </a:bodyPr>
          <a:lstStyle/>
          <a:p>
            <a:r>
              <a:rPr lang="en-GB" b="1" i="0" dirty="0">
                <a:solidFill>
                  <a:srgbClr val="0D405F"/>
                </a:solidFill>
                <a:effectLst/>
                <a:latin typeface="Inter"/>
              </a:rPr>
              <a:t>Mean (x̄): 335 milliseconds</a:t>
            </a:r>
            <a:endParaRPr lang="en-GB" dirty="0"/>
          </a:p>
        </p:txBody>
      </p:sp>
      <p:sp>
        <p:nvSpPr>
          <p:cNvPr id="4" name="Footer Placeholder 3">
            <a:extLst>
              <a:ext uri="{FF2B5EF4-FFF2-40B4-BE49-F238E27FC236}">
                <a16:creationId xmlns:a16="http://schemas.microsoft.com/office/drawing/2014/main" id="{850A1427-07D2-D16B-D8DD-60A805DBE45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32F703A2-2061-3B49-7B68-334BEBF9F395}"/>
              </a:ext>
            </a:extLst>
          </p:cNvPr>
          <p:cNvSpPr>
            <a:spLocks noGrp="1"/>
          </p:cNvSpPr>
          <p:nvPr>
            <p:ph type="sldNum" sz="quarter" idx="4"/>
          </p:nvPr>
        </p:nvSpPr>
        <p:spPr/>
        <p:txBody>
          <a:bodyPr/>
          <a:lstStyle/>
          <a:p>
            <a:fld id="{9FD7ECCF-50E7-4327-B945-FA93FF7B2BEF}" type="slidenum">
              <a:rPr lang="en-US" smtClean="0"/>
              <a:pPr/>
              <a:t>19</a:t>
            </a:fld>
            <a:r>
              <a:rPr lang="en-GB"/>
              <a:t>/80</a:t>
            </a:r>
            <a:endParaRPr lang="en-US" dirty="0"/>
          </a:p>
        </p:txBody>
      </p:sp>
    </p:spTree>
    <p:extLst>
      <p:ext uri="{BB962C8B-B14F-4D97-AF65-F5344CB8AC3E}">
        <p14:creationId xmlns:p14="http://schemas.microsoft.com/office/powerpoint/2010/main" val="3125011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852936"/>
            <a:ext cx="8153400" cy="3210018"/>
          </a:xfrm>
        </p:spPr>
        <p:txBody>
          <a:bodyPr>
            <a:normAutofit fontScale="92500" lnSpcReduction="10000"/>
          </a:bodyPr>
          <a:lstStyle/>
          <a:p>
            <a:r>
              <a:rPr lang="en-GB" sz="2000" dirty="0">
                <a:solidFill>
                  <a:schemeClr val="tx1">
                    <a:lumMod val="75000"/>
                    <a:lumOff val="25000"/>
                  </a:schemeClr>
                </a:solidFill>
              </a:rPr>
              <a:t>To calculate the median</a:t>
            </a:r>
          </a:p>
          <a:p>
            <a:pPr lvl="1"/>
            <a:r>
              <a:rPr lang="en-GB" sz="1700" dirty="0">
                <a:solidFill>
                  <a:schemeClr val="tx1">
                    <a:lumMod val="75000"/>
                    <a:lumOff val="25000"/>
                  </a:schemeClr>
                </a:solidFill>
              </a:rPr>
              <a:t>Order the data</a:t>
            </a:r>
          </a:p>
          <a:p>
            <a:endParaRPr lang="en-GB" sz="2000" dirty="0">
              <a:solidFill>
                <a:schemeClr val="tx1">
                  <a:lumMod val="75000"/>
                  <a:lumOff val="25000"/>
                </a:schemeClr>
              </a:solidFill>
            </a:endParaRPr>
          </a:p>
          <a:p>
            <a:endParaRPr lang="en-GB" sz="2000" dirty="0">
              <a:solidFill>
                <a:schemeClr val="tx1">
                  <a:lumMod val="75000"/>
                  <a:lumOff val="25000"/>
                </a:schemeClr>
              </a:solidFill>
            </a:endParaRPr>
          </a:p>
          <a:p>
            <a:endParaRPr lang="en-GB" sz="2000" dirty="0">
              <a:solidFill>
                <a:schemeClr val="tx1">
                  <a:lumMod val="75000"/>
                  <a:lumOff val="25000"/>
                </a:schemeClr>
              </a:solidFill>
            </a:endParaRPr>
          </a:p>
          <a:p>
            <a:pPr lvl="1"/>
            <a:r>
              <a:rPr lang="en-GB" sz="2000" dirty="0">
                <a:solidFill>
                  <a:schemeClr val="tx1">
                    <a:lumMod val="75000"/>
                    <a:lumOff val="25000"/>
                  </a:schemeClr>
                </a:solidFill>
              </a:rPr>
              <a:t>The middle position is calculated using             , where </a:t>
            </a:r>
            <a:r>
              <a:rPr lang="en-GB" sz="2000" i="1" dirty="0">
                <a:solidFill>
                  <a:schemeClr val="tx1">
                    <a:lumMod val="75000"/>
                    <a:lumOff val="25000"/>
                  </a:schemeClr>
                </a:solidFill>
              </a:rPr>
              <a:t>n </a:t>
            </a:r>
            <a:r>
              <a:rPr lang="en-GB" sz="2000" dirty="0">
                <a:solidFill>
                  <a:schemeClr val="tx1">
                    <a:lumMod val="75000"/>
                    <a:lumOff val="25000"/>
                  </a:schemeClr>
                </a:solidFill>
              </a:rPr>
              <a:t>= 5</a:t>
            </a:r>
          </a:p>
          <a:p>
            <a:pPr lvl="1"/>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a:p>
            <a:pPr lvl="1"/>
            <a:r>
              <a:rPr lang="en-GB" sz="2000" dirty="0">
                <a:solidFill>
                  <a:schemeClr val="tx1">
                    <a:lumMod val="75000"/>
                    <a:lumOff val="25000"/>
                  </a:schemeClr>
                </a:solidFill>
              </a:rPr>
              <a:t>The median is the 3rd value in your ordered dataset.</a:t>
            </a: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fontScale="90000"/>
          </a:bodyPr>
          <a:lstStyle/>
          <a:p>
            <a:pPr>
              <a:lnSpc>
                <a:spcPts val="3500"/>
              </a:lnSpc>
            </a:pPr>
            <a:r>
              <a:rPr lang="en-GB" dirty="0">
                <a:solidFill>
                  <a:srgbClr val="00B0F0"/>
                </a:solidFill>
              </a:rPr>
              <a:t>Measures of Central Tendency - </a:t>
            </a:r>
            <a:r>
              <a:rPr lang="en-GB" b="1" dirty="0"/>
              <a:t>Median</a:t>
            </a:r>
          </a:p>
        </p:txBody>
      </p:sp>
      <p:graphicFrame>
        <p:nvGraphicFramePr>
          <p:cNvPr id="2" name="Table 5">
            <a:extLst>
              <a:ext uri="{FF2B5EF4-FFF2-40B4-BE49-F238E27FC236}">
                <a16:creationId xmlns:a16="http://schemas.microsoft.com/office/drawing/2014/main" id="{E9392F03-EEE5-F9BB-36BF-261C97E2D934}"/>
              </a:ext>
            </a:extLst>
          </p:cNvPr>
          <p:cNvGraphicFramePr>
            <a:graphicFrameLocks noGrp="1"/>
          </p:cNvGraphicFramePr>
          <p:nvPr>
            <p:extLst>
              <p:ext uri="{D42A27DB-BD31-4B8C-83A1-F6EECF244321}">
                <p14:modId xmlns:p14="http://schemas.microsoft.com/office/powerpoint/2010/main" val="2654926469"/>
              </p:ext>
            </p:extLst>
          </p:nvPr>
        </p:nvGraphicFramePr>
        <p:xfrm>
          <a:off x="897096" y="1700808"/>
          <a:ext cx="7584504" cy="1005840"/>
        </p:xfrm>
        <a:graphic>
          <a:graphicData uri="http://schemas.openxmlformats.org/drawingml/2006/table">
            <a:tbl>
              <a:tblPr firstRow="1" bandRow="1">
                <a:tableStyleId>{2D5ABB26-0587-4C30-8999-92F81FD0307C}</a:tableStyleId>
              </a:tblPr>
              <a:tblGrid>
                <a:gridCol w="1658680">
                  <a:extLst>
                    <a:ext uri="{9D8B030D-6E8A-4147-A177-3AD203B41FA5}">
                      <a16:colId xmlns:a16="http://schemas.microsoft.com/office/drawing/2014/main" val="1783740322"/>
                    </a:ext>
                  </a:extLst>
                </a:gridCol>
                <a:gridCol w="936104">
                  <a:extLst>
                    <a:ext uri="{9D8B030D-6E8A-4147-A177-3AD203B41FA5}">
                      <a16:colId xmlns:a16="http://schemas.microsoft.com/office/drawing/2014/main" val="1292685733"/>
                    </a:ext>
                  </a:extLst>
                </a:gridCol>
                <a:gridCol w="1197468">
                  <a:extLst>
                    <a:ext uri="{9D8B030D-6E8A-4147-A177-3AD203B41FA5}">
                      <a16:colId xmlns:a16="http://schemas.microsoft.com/office/drawing/2014/main" val="3403243435"/>
                    </a:ext>
                  </a:extLst>
                </a:gridCol>
                <a:gridCol w="1264084">
                  <a:extLst>
                    <a:ext uri="{9D8B030D-6E8A-4147-A177-3AD203B41FA5}">
                      <a16:colId xmlns:a16="http://schemas.microsoft.com/office/drawing/2014/main" val="2639450231"/>
                    </a:ext>
                  </a:extLst>
                </a:gridCol>
                <a:gridCol w="1264084">
                  <a:extLst>
                    <a:ext uri="{9D8B030D-6E8A-4147-A177-3AD203B41FA5}">
                      <a16:colId xmlns:a16="http://schemas.microsoft.com/office/drawing/2014/main" val="658216197"/>
                    </a:ext>
                  </a:extLst>
                </a:gridCol>
                <a:gridCol w="1264084">
                  <a:extLst>
                    <a:ext uri="{9D8B030D-6E8A-4147-A177-3AD203B41FA5}">
                      <a16:colId xmlns:a16="http://schemas.microsoft.com/office/drawing/2014/main" val="2315751316"/>
                    </a:ext>
                  </a:extLst>
                </a:gridCol>
              </a:tblGrid>
              <a:tr h="0">
                <a:tc>
                  <a:txBody>
                    <a:bodyPr/>
                    <a:lstStyle/>
                    <a:p>
                      <a:pPr algn="l" fontAlgn="t"/>
                      <a:r>
                        <a:rPr lang="en-GB" dirty="0">
                          <a:solidFill>
                            <a:srgbClr val="292929"/>
                          </a:solidFill>
                          <a:effectLst/>
                        </a:rPr>
                        <a:t>Participant</a:t>
                      </a:r>
                    </a:p>
                  </a:txBody>
                  <a:tcPr>
                    <a:solidFill>
                      <a:schemeClr val="bg2"/>
                    </a:solidFill>
                  </a:tcPr>
                </a:tc>
                <a:tc>
                  <a:txBody>
                    <a:bodyPr/>
                    <a:lstStyle/>
                    <a:p>
                      <a:pPr fontAlgn="t"/>
                      <a:r>
                        <a:rPr lang="en-GB" dirty="0">
                          <a:solidFill>
                            <a:srgbClr val="292929"/>
                          </a:solidFill>
                          <a:effectLst/>
                        </a:rPr>
                        <a:t>1</a:t>
                      </a:r>
                    </a:p>
                  </a:txBody>
                  <a:tcPr>
                    <a:solidFill>
                      <a:schemeClr val="bg2"/>
                    </a:solidFill>
                  </a:tcPr>
                </a:tc>
                <a:tc>
                  <a:txBody>
                    <a:bodyPr/>
                    <a:lstStyle/>
                    <a:p>
                      <a:pPr fontAlgn="t"/>
                      <a:r>
                        <a:rPr lang="en-GB">
                          <a:solidFill>
                            <a:srgbClr val="292929"/>
                          </a:solidFill>
                          <a:effectLst/>
                        </a:rPr>
                        <a:t>2</a:t>
                      </a:r>
                    </a:p>
                  </a:txBody>
                  <a:tcPr>
                    <a:solidFill>
                      <a:schemeClr val="bg2"/>
                    </a:solidFill>
                  </a:tcPr>
                </a:tc>
                <a:tc>
                  <a:txBody>
                    <a:bodyPr/>
                    <a:lstStyle/>
                    <a:p>
                      <a:pPr fontAlgn="t"/>
                      <a:r>
                        <a:rPr lang="en-GB">
                          <a:solidFill>
                            <a:srgbClr val="292929"/>
                          </a:solidFill>
                          <a:effectLst/>
                        </a:rPr>
                        <a:t>3</a:t>
                      </a:r>
                    </a:p>
                  </a:txBody>
                  <a:tcPr>
                    <a:solidFill>
                      <a:schemeClr val="bg2"/>
                    </a:solidFill>
                  </a:tcPr>
                </a:tc>
                <a:tc>
                  <a:txBody>
                    <a:bodyPr/>
                    <a:lstStyle/>
                    <a:p>
                      <a:pPr fontAlgn="t"/>
                      <a:r>
                        <a:rPr lang="en-GB">
                          <a:solidFill>
                            <a:srgbClr val="292929"/>
                          </a:solidFill>
                          <a:effectLst/>
                        </a:rPr>
                        <a:t>4</a:t>
                      </a:r>
                    </a:p>
                  </a:txBody>
                  <a:tcPr>
                    <a:solidFill>
                      <a:schemeClr val="bg2"/>
                    </a:solidFill>
                  </a:tcPr>
                </a:tc>
                <a:tc>
                  <a:txBody>
                    <a:bodyPr/>
                    <a:lstStyle/>
                    <a:p>
                      <a:pPr fontAlgn="t"/>
                      <a:r>
                        <a:rPr lang="en-GB">
                          <a:solidFill>
                            <a:srgbClr val="292929"/>
                          </a:solidFill>
                          <a:effectLst/>
                        </a:rPr>
                        <a:t>5</a:t>
                      </a:r>
                    </a:p>
                  </a:txBody>
                  <a:tcPr>
                    <a:solidFill>
                      <a:schemeClr val="bg2"/>
                    </a:solidFill>
                  </a:tcPr>
                </a:tc>
                <a:extLst>
                  <a:ext uri="{0D108BD9-81ED-4DB2-BD59-A6C34878D82A}">
                    <a16:rowId xmlns:a16="http://schemas.microsoft.com/office/drawing/2014/main" val="2096030973"/>
                  </a:ext>
                </a:extLst>
              </a:tr>
              <a:tr h="253312">
                <a:tc>
                  <a:txBody>
                    <a:bodyPr/>
                    <a:lstStyle/>
                    <a:p>
                      <a:pPr algn="l" fontAlgn="t"/>
                      <a:r>
                        <a:rPr lang="en-GB" dirty="0">
                          <a:solidFill>
                            <a:srgbClr val="292929"/>
                          </a:solidFill>
                          <a:effectLst/>
                        </a:rPr>
                        <a:t>Reaction time (milliseconds)</a:t>
                      </a:r>
                    </a:p>
                  </a:txBody>
                  <a:tcPr>
                    <a:solidFill>
                      <a:schemeClr val="bg2"/>
                    </a:solidFill>
                  </a:tcPr>
                </a:tc>
                <a:tc>
                  <a:txBody>
                    <a:bodyPr/>
                    <a:lstStyle/>
                    <a:p>
                      <a:pPr fontAlgn="t"/>
                      <a:r>
                        <a:rPr lang="en-GB" dirty="0">
                          <a:solidFill>
                            <a:srgbClr val="292929"/>
                          </a:solidFill>
                          <a:effectLst/>
                        </a:rPr>
                        <a:t>287</a:t>
                      </a:r>
                    </a:p>
                  </a:txBody>
                  <a:tcPr>
                    <a:solidFill>
                      <a:schemeClr val="bg2"/>
                    </a:solidFill>
                  </a:tcPr>
                </a:tc>
                <a:tc>
                  <a:txBody>
                    <a:bodyPr/>
                    <a:lstStyle/>
                    <a:p>
                      <a:pPr fontAlgn="t"/>
                      <a:r>
                        <a:rPr lang="en-GB" dirty="0">
                          <a:solidFill>
                            <a:srgbClr val="292929"/>
                          </a:solidFill>
                          <a:effectLst/>
                        </a:rPr>
                        <a:t>345</a:t>
                      </a:r>
                    </a:p>
                  </a:txBody>
                  <a:tcPr>
                    <a:solidFill>
                      <a:schemeClr val="bg2"/>
                    </a:solidFill>
                  </a:tcPr>
                </a:tc>
                <a:tc>
                  <a:txBody>
                    <a:bodyPr/>
                    <a:lstStyle/>
                    <a:p>
                      <a:pPr fontAlgn="t"/>
                      <a:r>
                        <a:rPr lang="en-GB" dirty="0">
                          <a:solidFill>
                            <a:srgbClr val="292929"/>
                          </a:solidFill>
                          <a:effectLst/>
                        </a:rPr>
                        <a:t>365</a:t>
                      </a:r>
                    </a:p>
                  </a:txBody>
                  <a:tcPr>
                    <a:solidFill>
                      <a:schemeClr val="bg2"/>
                    </a:solidFill>
                  </a:tcPr>
                </a:tc>
                <a:tc>
                  <a:txBody>
                    <a:bodyPr/>
                    <a:lstStyle/>
                    <a:p>
                      <a:pPr fontAlgn="t"/>
                      <a:r>
                        <a:rPr lang="en-GB" dirty="0">
                          <a:solidFill>
                            <a:srgbClr val="292929"/>
                          </a:solidFill>
                          <a:effectLst/>
                        </a:rPr>
                        <a:t>298</a:t>
                      </a:r>
                    </a:p>
                  </a:txBody>
                  <a:tcPr>
                    <a:solidFill>
                      <a:schemeClr val="bg2"/>
                    </a:solidFill>
                  </a:tcPr>
                </a:tc>
                <a:tc>
                  <a:txBody>
                    <a:bodyPr/>
                    <a:lstStyle/>
                    <a:p>
                      <a:pPr fontAlgn="t"/>
                      <a:r>
                        <a:rPr lang="en-GB" dirty="0">
                          <a:solidFill>
                            <a:srgbClr val="292929"/>
                          </a:solidFill>
                          <a:effectLst/>
                        </a:rPr>
                        <a:t>380</a:t>
                      </a:r>
                    </a:p>
                  </a:txBody>
                  <a:tcPr>
                    <a:solidFill>
                      <a:schemeClr val="bg2"/>
                    </a:solidFill>
                  </a:tcPr>
                </a:tc>
                <a:extLst>
                  <a:ext uri="{0D108BD9-81ED-4DB2-BD59-A6C34878D82A}">
                    <a16:rowId xmlns:a16="http://schemas.microsoft.com/office/drawing/2014/main" val="3478184958"/>
                  </a:ext>
                </a:extLst>
              </a:tr>
            </a:tbl>
          </a:graphicData>
        </a:graphic>
      </p:graphicFrame>
      <p:sp>
        <p:nvSpPr>
          <p:cNvPr id="10" name="TextBox 9">
            <a:extLst>
              <a:ext uri="{FF2B5EF4-FFF2-40B4-BE49-F238E27FC236}">
                <a16:creationId xmlns:a16="http://schemas.microsoft.com/office/drawing/2014/main" id="{F37E93D6-39CD-57CA-D965-BB6B30BA12C7}"/>
              </a:ext>
            </a:extLst>
          </p:cNvPr>
          <p:cNvSpPr txBox="1"/>
          <p:nvPr/>
        </p:nvSpPr>
        <p:spPr>
          <a:xfrm>
            <a:off x="2627784" y="5905949"/>
            <a:ext cx="4572000" cy="461665"/>
          </a:xfrm>
          <a:prstGeom prst="rect">
            <a:avLst/>
          </a:prstGeom>
          <a:noFill/>
        </p:spPr>
        <p:txBody>
          <a:bodyPr wrap="square">
            <a:spAutoFit/>
          </a:bodyPr>
          <a:lstStyle/>
          <a:p>
            <a:r>
              <a:rPr lang="en-GB" b="1" i="0" dirty="0">
                <a:solidFill>
                  <a:srgbClr val="0D405F"/>
                </a:solidFill>
                <a:effectLst/>
                <a:latin typeface="Inter"/>
              </a:rPr>
              <a:t>Median: 345 milliseconds</a:t>
            </a:r>
            <a:endParaRPr lang="en-GB" dirty="0"/>
          </a:p>
        </p:txBody>
      </p:sp>
      <p:sp>
        <p:nvSpPr>
          <p:cNvPr id="6" name="Rectangle 1">
            <a:extLst>
              <a:ext uri="{FF2B5EF4-FFF2-40B4-BE49-F238E27FC236}">
                <a16:creationId xmlns:a16="http://schemas.microsoft.com/office/drawing/2014/main" id="{E779C5BC-3AA9-989C-B8D7-9F6DAAFE8467}"/>
              </a:ext>
            </a:extLst>
          </p:cNvPr>
          <p:cNvSpPr>
            <a:spLocks noChangeArrowheads="1"/>
          </p:cNvSpPr>
          <p:nvPr/>
        </p:nvSpPr>
        <p:spPr bwMode="auto">
          <a:xfrm>
            <a:off x="0" y="-230832"/>
            <a:ext cx="8435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dfrac{(n+1)}{2}">
            <a:extLst>
              <a:ext uri="{FF2B5EF4-FFF2-40B4-BE49-F238E27FC236}">
                <a16:creationId xmlns:a16="http://schemas.microsoft.com/office/drawing/2014/main" id="{93216535-F134-6B1B-D5CF-307627F40C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2519" y="4580101"/>
            <a:ext cx="561975" cy="3810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egin{equation*}\dfrac{(5+1)}{2}=3$\end{equation*}">
            <a:extLst>
              <a:ext uri="{FF2B5EF4-FFF2-40B4-BE49-F238E27FC236}">
                <a16:creationId xmlns:a16="http://schemas.microsoft.com/office/drawing/2014/main" id="{EA332762-DBA1-8747-5F47-1D50553928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5002409"/>
            <a:ext cx="885825" cy="381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5">
            <a:extLst>
              <a:ext uri="{FF2B5EF4-FFF2-40B4-BE49-F238E27FC236}">
                <a16:creationId xmlns:a16="http://schemas.microsoft.com/office/drawing/2014/main" id="{D65C75A7-8130-74F1-3786-21CD0E91FEB5}"/>
              </a:ext>
            </a:extLst>
          </p:cNvPr>
          <p:cNvGraphicFramePr>
            <a:graphicFrameLocks noGrp="1"/>
          </p:cNvGraphicFramePr>
          <p:nvPr>
            <p:extLst>
              <p:ext uri="{D42A27DB-BD31-4B8C-83A1-F6EECF244321}">
                <p14:modId xmlns:p14="http://schemas.microsoft.com/office/powerpoint/2010/main" val="1100175275"/>
              </p:ext>
            </p:extLst>
          </p:nvPr>
        </p:nvGraphicFramePr>
        <p:xfrm>
          <a:off x="897096" y="3600172"/>
          <a:ext cx="7584504" cy="640080"/>
        </p:xfrm>
        <a:graphic>
          <a:graphicData uri="http://schemas.openxmlformats.org/drawingml/2006/table">
            <a:tbl>
              <a:tblPr firstRow="1" bandRow="1">
                <a:tableStyleId>{2D5ABB26-0587-4C30-8999-92F81FD0307C}</a:tableStyleId>
              </a:tblPr>
              <a:tblGrid>
                <a:gridCol w="1658680">
                  <a:extLst>
                    <a:ext uri="{9D8B030D-6E8A-4147-A177-3AD203B41FA5}">
                      <a16:colId xmlns:a16="http://schemas.microsoft.com/office/drawing/2014/main" val="1783740322"/>
                    </a:ext>
                  </a:extLst>
                </a:gridCol>
                <a:gridCol w="936104">
                  <a:extLst>
                    <a:ext uri="{9D8B030D-6E8A-4147-A177-3AD203B41FA5}">
                      <a16:colId xmlns:a16="http://schemas.microsoft.com/office/drawing/2014/main" val="1292685733"/>
                    </a:ext>
                  </a:extLst>
                </a:gridCol>
                <a:gridCol w="1197468">
                  <a:extLst>
                    <a:ext uri="{9D8B030D-6E8A-4147-A177-3AD203B41FA5}">
                      <a16:colId xmlns:a16="http://schemas.microsoft.com/office/drawing/2014/main" val="3403243435"/>
                    </a:ext>
                  </a:extLst>
                </a:gridCol>
                <a:gridCol w="1264084">
                  <a:extLst>
                    <a:ext uri="{9D8B030D-6E8A-4147-A177-3AD203B41FA5}">
                      <a16:colId xmlns:a16="http://schemas.microsoft.com/office/drawing/2014/main" val="2639450231"/>
                    </a:ext>
                  </a:extLst>
                </a:gridCol>
                <a:gridCol w="1264084">
                  <a:extLst>
                    <a:ext uri="{9D8B030D-6E8A-4147-A177-3AD203B41FA5}">
                      <a16:colId xmlns:a16="http://schemas.microsoft.com/office/drawing/2014/main" val="658216197"/>
                    </a:ext>
                  </a:extLst>
                </a:gridCol>
                <a:gridCol w="1264084">
                  <a:extLst>
                    <a:ext uri="{9D8B030D-6E8A-4147-A177-3AD203B41FA5}">
                      <a16:colId xmlns:a16="http://schemas.microsoft.com/office/drawing/2014/main" val="2315751316"/>
                    </a:ext>
                  </a:extLst>
                </a:gridCol>
              </a:tblGrid>
              <a:tr h="253312">
                <a:tc>
                  <a:txBody>
                    <a:bodyPr/>
                    <a:lstStyle/>
                    <a:p>
                      <a:pPr algn="l" fontAlgn="t"/>
                      <a:r>
                        <a:rPr lang="en-GB" dirty="0">
                          <a:solidFill>
                            <a:srgbClr val="292929"/>
                          </a:solidFill>
                          <a:effectLst/>
                        </a:rPr>
                        <a:t>Reaction time (milliseconds)</a:t>
                      </a:r>
                    </a:p>
                  </a:txBody>
                  <a:tcPr/>
                </a:tc>
                <a:tc>
                  <a:txBody>
                    <a:bodyPr/>
                    <a:lstStyle/>
                    <a:p>
                      <a:pPr fontAlgn="t"/>
                      <a:r>
                        <a:rPr lang="en-GB" dirty="0">
                          <a:solidFill>
                            <a:srgbClr val="292929"/>
                          </a:solidFill>
                          <a:effectLst/>
                        </a:rPr>
                        <a:t>287</a:t>
                      </a:r>
                    </a:p>
                  </a:txBody>
                  <a:tcPr/>
                </a:tc>
                <a:tc>
                  <a:txBody>
                    <a:bodyPr/>
                    <a:lstStyle/>
                    <a:p>
                      <a:pPr fontAlgn="t"/>
                      <a:r>
                        <a:rPr lang="en-GB" dirty="0">
                          <a:solidFill>
                            <a:srgbClr val="292929"/>
                          </a:solidFill>
                          <a:effectLst/>
                        </a:rPr>
                        <a:t>298</a:t>
                      </a:r>
                    </a:p>
                  </a:txBody>
                  <a:tcPr/>
                </a:tc>
                <a:tc>
                  <a:txBody>
                    <a:bodyPr/>
                    <a:lstStyle/>
                    <a:p>
                      <a:pPr fontAlgn="t"/>
                      <a:r>
                        <a:rPr lang="en-GB" dirty="0">
                          <a:solidFill>
                            <a:srgbClr val="292929"/>
                          </a:solidFill>
                          <a:effectLst/>
                        </a:rPr>
                        <a:t>345</a:t>
                      </a:r>
                    </a:p>
                  </a:txBody>
                  <a:tcPr/>
                </a:tc>
                <a:tc>
                  <a:txBody>
                    <a:bodyPr/>
                    <a:lstStyle/>
                    <a:p>
                      <a:pPr fontAlgn="t"/>
                      <a:r>
                        <a:rPr lang="en-GB" dirty="0">
                          <a:solidFill>
                            <a:srgbClr val="292929"/>
                          </a:solidFill>
                          <a:effectLst/>
                        </a:rPr>
                        <a:t>365</a:t>
                      </a:r>
                    </a:p>
                  </a:txBody>
                  <a:tcPr/>
                </a:tc>
                <a:tc>
                  <a:txBody>
                    <a:bodyPr/>
                    <a:lstStyle/>
                    <a:p>
                      <a:pPr fontAlgn="t"/>
                      <a:r>
                        <a:rPr lang="en-GB" dirty="0">
                          <a:solidFill>
                            <a:srgbClr val="292929"/>
                          </a:solidFill>
                          <a:effectLst/>
                        </a:rPr>
                        <a:t>380</a:t>
                      </a:r>
                    </a:p>
                  </a:txBody>
                  <a:tcPr/>
                </a:tc>
                <a:extLst>
                  <a:ext uri="{0D108BD9-81ED-4DB2-BD59-A6C34878D82A}">
                    <a16:rowId xmlns:a16="http://schemas.microsoft.com/office/drawing/2014/main" val="3478184958"/>
                  </a:ext>
                </a:extLst>
              </a:tr>
            </a:tbl>
          </a:graphicData>
        </a:graphic>
      </p:graphicFrame>
      <p:sp>
        <p:nvSpPr>
          <p:cNvPr id="9" name="Rectangle 8">
            <a:extLst>
              <a:ext uri="{FF2B5EF4-FFF2-40B4-BE49-F238E27FC236}">
                <a16:creationId xmlns:a16="http://schemas.microsoft.com/office/drawing/2014/main" id="{67C7581A-31C1-E9A8-178E-6E30BECE5A04}"/>
              </a:ext>
            </a:extLst>
          </p:cNvPr>
          <p:cNvSpPr/>
          <p:nvPr/>
        </p:nvSpPr>
        <p:spPr>
          <a:xfrm>
            <a:off x="4572000" y="3552395"/>
            <a:ext cx="792088" cy="390573"/>
          </a:xfrm>
          <a:prstGeom prst="rect">
            <a:avLst/>
          </a:prstGeom>
          <a:noFill/>
          <a:ln w="28575">
            <a:solidFill>
              <a:srgbClr val="92D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D48A6D89-BAF7-2429-60DD-4E65366CE40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BAD0960-966C-E6DD-D97E-26A6F49AE432}"/>
              </a:ext>
            </a:extLst>
          </p:cNvPr>
          <p:cNvSpPr>
            <a:spLocks noGrp="1"/>
          </p:cNvSpPr>
          <p:nvPr>
            <p:ph type="sldNum" sz="quarter" idx="4"/>
          </p:nvPr>
        </p:nvSpPr>
        <p:spPr/>
        <p:txBody>
          <a:bodyPr/>
          <a:lstStyle/>
          <a:p>
            <a:fld id="{9FD7ECCF-50E7-4327-B945-FA93FF7B2BEF}" type="slidenum">
              <a:rPr lang="en-US" smtClean="0"/>
              <a:pPr/>
              <a:t>20</a:t>
            </a:fld>
            <a:r>
              <a:rPr lang="en-GB"/>
              <a:t>/80</a:t>
            </a:r>
            <a:endParaRPr lang="en-US" dirty="0"/>
          </a:p>
        </p:txBody>
      </p:sp>
    </p:spTree>
    <p:extLst>
      <p:ext uri="{BB962C8B-B14F-4D97-AF65-F5344CB8AC3E}">
        <p14:creationId xmlns:p14="http://schemas.microsoft.com/office/powerpoint/2010/main" val="3158864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4738" y="1516698"/>
            <a:ext cx="4634037" cy="4288565"/>
          </a:xfrm>
        </p:spPr>
        <p:txBody>
          <a:bodyPr>
            <a:normAutofit/>
          </a:bodyPr>
          <a:lstStyle/>
          <a:p>
            <a:pPr>
              <a:spcBef>
                <a:spcPts val="0"/>
              </a:spcBef>
            </a:pPr>
            <a:r>
              <a:rPr lang="en-GB" sz="1600" dirty="0">
                <a:solidFill>
                  <a:schemeClr val="tx1">
                    <a:lumMod val="75000"/>
                    <a:lumOff val="25000"/>
                  </a:schemeClr>
                </a:solidFill>
              </a:rPr>
              <a:t>Ask 9 participants what type of mobile phone they have</a:t>
            </a:r>
          </a:p>
          <a:p>
            <a:pPr lvl="1">
              <a:spcBef>
                <a:spcPts val="0"/>
              </a:spcBef>
            </a:pPr>
            <a:r>
              <a:rPr lang="en-GB" sz="1400" dirty="0">
                <a:solidFill>
                  <a:schemeClr val="tx1">
                    <a:lumMod val="75000"/>
                    <a:lumOff val="25000"/>
                  </a:schemeClr>
                </a:solidFill>
              </a:rPr>
              <a:t>Apple iPhone 		[1]</a:t>
            </a:r>
          </a:p>
          <a:p>
            <a:pPr lvl="1">
              <a:spcBef>
                <a:spcPts val="0"/>
              </a:spcBef>
            </a:pPr>
            <a:r>
              <a:rPr lang="en-GB" sz="1400" dirty="0">
                <a:solidFill>
                  <a:schemeClr val="tx1">
                    <a:lumMod val="75000"/>
                    <a:lumOff val="25000"/>
                  </a:schemeClr>
                </a:solidFill>
              </a:rPr>
              <a:t>Samsung Galaxy	[2]</a:t>
            </a:r>
          </a:p>
          <a:p>
            <a:pPr lvl="1">
              <a:spcBef>
                <a:spcPts val="0"/>
              </a:spcBef>
            </a:pPr>
            <a:r>
              <a:rPr lang="en-GB" sz="1400" dirty="0">
                <a:solidFill>
                  <a:schemeClr val="tx1">
                    <a:lumMod val="75000"/>
                    <a:lumOff val="25000"/>
                  </a:schemeClr>
                </a:solidFill>
              </a:rPr>
              <a:t>Google		[3]</a:t>
            </a:r>
          </a:p>
          <a:p>
            <a:pPr marL="0" indent="0">
              <a:spcBef>
                <a:spcPts val="0"/>
              </a:spcBef>
              <a:buNone/>
            </a:pPr>
            <a:endParaRPr lang="en-GB" sz="1400" dirty="0">
              <a:solidFill>
                <a:schemeClr val="tx1">
                  <a:lumMod val="75000"/>
                  <a:lumOff val="25000"/>
                </a:schemeClr>
              </a:solidFill>
            </a:endParaRPr>
          </a:p>
          <a:p>
            <a:pPr lvl="1">
              <a:spcBef>
                <a:spcPts val="0"/>
              </a:spcBef>
            </a:pPr>
            <a:r>
              <a:rPr lang="en-GB" sz="1400" dirty="0">
                <a:solidFill>
                  <a:schemeClr val="tx1">
                    <a:lumMod val="75000"/>
                    <a:lumOff val="25000"/>
                  </a:schemeClr>
                </a:solidFill>
              </a:rPr>
              <a:t>Samsung Galaxy	[4]</a:t>
            </a:r>
          </a:p>
          <a:p>
            <a:pPr lvl="1">
              <a:spcBef>
                <a:spcPts val="0"/>
              </a:spcBef>
            </a:pPr>
            <a:r>
              <a:rPr lang="en-GB" sz="1400" dirty="0">
                <a:solidFill>
                  <a:schemeClr val="tx1">
                    <a:lumMod val="75000"/>
                    <a:lumOff val="25000"/>
                  </a:schemeClr>
                </a:solidFill>
              </a:rPr>
              <a:t>Apple iPhone 		[3]</a:t>
            </a:r>
          </a:p>
          <a:p>
            <a:pPr lvl="1">
              <a:spcBef>
                <a:spcPts val="0"/>
              </a:spcBef>
            </a:pPr>
            <a:r>
              <a:rPr lang="en-GB" sz="1400" dirty="0">
                <a:solidFill>
                  <a:schemeClr val="tx1">
                    <a:lumMod val="75000"/>
                    <a:lumOff val="25000"/>
                  </a:schemeClr>
                </a:solidFill>
              </a:rPr>
              <a:t>Google		[2]</a:t>
            </a: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fontScale="90000"/>
          </a:bodyPr>
          <a:lstStyle/>
          <a:p>
            <a:pPr>
              <a:lnSpc>
                <a:spcPts val="3500"/>
              </a:lnSpc>
            </a:pPr>
            <a:r>
              <a:rPr lang="en-GB" dirty="0">
                <a:solidFill>
                  <a:srgbClr val="00B0F0"/>
                </a:solidFill>
              </a:rPr>
              <a:t>Measures of Central Tendency - </a:t>
            </a:r>
            <a:r>
              <a:rPr lang="en-GB" b="1" dirty="0"/>
              <a:t>Mode</a:t>
            </a:r>
          </a:p>
        </p:txBody>
      </p:sp>
      <p:sp>
        <p:nvSpPr>
          <p:cNvPr id="10" name="TextBox 9">
            <a:extLst>
              <a:ext uri="{FF2B5EF4-FFF2-40B4-BE49-F238E27FC236}">
                <a16:creationId xmlns:a16="http://schemas.microsoft.com/office/drawing/2014/main" id="{F37E93D6-39CD-57CA-D965-BB6B30BA12C7}"/>
              </a:ext>
            </a:extLst>
          </p:cNvPr>
          <p:cNvSpPr txBox="1"/>
          <p:nvPr/>
        </p:nvSpPr>
        <p:spPr>
          <a:xfrm>
            <a:off x="1203158" y="3635104"/>
            <a:ext cx="4165617" cy="461665"/>
          </a:xfrm>
          <a:prstGeom prst="rect">
            <a:avLst/>
          </a:prstGeom>
          <a:noFill/>
        </p:spPr>
        <p:txBody>
          <a:bodyPr wrap="square">
            <a:spAutoFit/>
          </a:bodyPr>
          <a:lstStyle/>
          <a:p>
            <a:r>
              <a:rPr lang="en-GB" b="1" i="0" dirty="0">
                <a:solidFill>
                  <a:srgbClr val="0D405F"/>
                </a:solidFill>
                <a:effectLst/>
                <a:latin typeface="Inter"/>
              </a:rPr>
              <a:t>Mode</a:t>
            </a:r>
            <a:r>
              <a:rPr lang="en-GB" b="1" dirty="0">
                <a:solidFill>
                  <a:srgbClr val="0D405F"/>
                </a:solidFill>
                <a:latin typeface="Inter"/>
              </a:rPr>
              <a:t>: Samsung Galaxy</a:t>
            </a:r>
          </a:p>
        </p:txBody>
      </p:sp>
      <p:sp>
        <p:nvSpPr>
          <p:cNvPr id="6" name="Rectangle 1">
            <a:extLst>
              <a:ext uri="{FF2B5EF4-FFF2-40B4-BE49-F238E27FC236}">
                <a16:creationId xmlns:a16="http://schemas.microsoft.com/office/drawing/2014/main" id="{E779C5BC-3AA9-989C-B8D7-9F6DAAFE8467}"/>
              </a:ext>
            </a:extLst>
          </p:cNvPr>
          <p:cNvSpPr>
            <a:spLocks noChangeArrowheads="1"/>
          </p:cNvSpPr>
          <p:nvPr/>
        </p:nvSpPr>
        <p:spPr bwMode="auto">
          <a:xfrm>
            <a:off x="0" y="-230832"/>
            <a:ext cx="8435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1" name="Table 11">
            <a:extLst>
              <a:ext uri="{FF2B5EF4-FFF2-40B4-BE49-F238E27FC236}">
                <a16:creationId xmlns:a16="http://schemas.microsoft.com/office/drawing/2014/main" id="{C93E59B5-0DD0-7523-5BC1-2D0D6240758E}"/>
              </a:ext>
            </a:extLst>
          </p:cNvPr>
          <p:cNvGraphicFramePr>
            <a:graphicFrameLocks noGrp="1"/>
          </p:cNvGraphicFramePr>
          <p:nvPr>
            <p:extLst>
              <p:ext uri="{D42A27DB-BD31-4B8C-83A1-F6EECF244321}">
                <p14:modId xmlns:p14="http://schemas.microsoft.com/office/powerpoint/2010/main" val="624105969"/>
              </p:ext>
            </p:extLst>
          </p:nvPr>
        </p:nvGraphicFramePr>
        <p:xfrm>
          <a:off x="5570113" y="1739232"/>
          <a:ext cx="2754422" cy="2743200"/>
        </p:xfrm>
        <a:graphic>
          <a:graphicData uri="http://schemas.openxmlformats.org/drawingml/2006/table">
            <a:tbl>
              <a:tblPr firstRow="1" bandRow="1">
                <a:tableStyleId>{5C22544A-7EE6-4342-B048-85BDC9FD1C3A}</a:tableStyleId>
              </a:tblPr>
              <a:tblGrid>
                <a:gridCol w="944754">
                  <a:extLst>
                    <a:ext uri="{9D8B030D-6E8A-4147-A177-3AD203B41FA5}">
                      <a16:colId xmlns:a16="http://schemas.microsoft.com/office/drawing/2014/main" val="1279845227"/>
                    </a:ext>
                  </a:extLst>
                </a:gridCol>
                <a:gridCol w="1368152">
                  <a:extLst>
                    <a:ext uri="{9D8B030D-6E8A-4147-A177-3AD203B41FA5}">
                      <a16:colId xmlns:a16="http://schemas.microsoft.com/office/drawing/2014/main" val="2867383491"/>
                    </a:ext>
                  </a:extLst>
                </a:gridCol>
                <a:gridCol w="441516">
                  <a:extLst>
                    <a:ext uri="{9D8B030D-6E8A-4147-A177-3AD203B41FA5}">
                      <a16:colId xmlns:a16="http://schemas.microsoft.com/office/drawing/2014/main" val="903884084"/>
                    </a:ext>
                  </a:extLst>
                </a:gridCol>
              </a:tblGrid>
              <a:tr h="231417">
                <a:tc>
                  <a:txBody>
                    <a:bodyPr/>
                    <a:lstStyle/>
                    <a:p>
                      <a:r>
                        <a:rPr lang="en-GB" sz="1200" dirty="0"/>
                        <a:t>Participant</a:t>
                      </a:r>
                    </a:p>
                  </a:txBody>
                  <a:tcPr/>
                </a:tc>
                <a:tc>
                  <a:txBody>
                    <a:bodyPr/>
                    <a:lstStyle/>
                    <a:p>
                      <a:endParaRPr lang="en-GB" sz="1200" dirty="0"/>
                    </a:p>
                  </a:txBody>
                  <a:tcPr/>
                </a:tc>
                <a:tc>
                  <a:txBody>
                    <a:bodyPr/>
                    <a:lstStyle/>
                    <a:p>
                      <a:endParaRPr lang="en-GB" sz="1200" dirty="0"/>
                    </a:p>
                  </a:txBody>
                  <a:tcPr/>
                </a:tc>
                <a:extLst>
                  <a:ext uri="{0D108BD9-81ED-4DB2-BD59-A6C34878D82A}">
                    <a16:rowId xmlns:a16="http://schemas.microsoft.com/office/drawing/2014/main" val="2567709947"/>
                  </a:ext>
                </a:extLst>
              </a:tr>
              <a:tr h="231417">
                <a:tc>
                  <a:txBody>
                    <a:bodyPr/>
                    <a:lstStyle/>
                    <a:p>
                      <a:r>
                        <a:rPr lang="en-GB" sz="12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Apple iPhone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1</a:t>
                      </a:r>
                    </a:p>
                  </a:txBody>
                  <a:tcPr/>
                </a:tc>
                <a:extLst>
                  <a:ext uri="{0D108BD9-81ED-4DB2-BD59-A6C34878D82A}">
                    <a16:rowId xmlns:a16="http://schemas.microsoft.com/office/drawing/2014/main" val="818514985"/>
                  </a:ext>
                </a:extLst>
              </a:tr>
              <a:tr h="231417">
                <a:tc>
                  <a:txBody>
                    <a:bodyPr/>
                    <a:lstStyle/>
                    <a:p>
                      <a:r>
                        <a:rPr lang="en-GB" sz="12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Samsung Galaxy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chemeClr val="tx1">
                              <a:lumMod val="75000"/>
                              <a:lumOff val="25000"/>
                            </a:schemeClr>
                          </a:solidFill>
                        </a:rPr>
                        <a:t>2</a:t>
                      </a:r>
                    </a:p>
                  </a:txBody>
                  <a:tcPr/>
                </a:tc>
                <a:extLst>
                  <a:ext uri="{0D108BD9-81ED-4DB2-BD59-A6C34878D82A}">
                    <a16:rowId xmlns:a16="http://schemas.microsoft.com/office/drawing/2014/main" val="1878037114"/>
                  </a:ext>
                </a:extLst>
              </a:tr>
              <a:tr h="231417">
                <a:tc>
                  <a:txBody>
                    <a:bodyPr/>
                    <a:lstStyle/>
                    <a:p>
                      <a:r>
                        <a:rPr lang="en-GB" sz="12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Google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3</a:t>
                      </a:r>
                    </a:p>
                  </a:txBody>
                  <a:tcPr/>
                </a:tc>
                <a:extLst>
                  <a:ext uri="{0D108BD9-81ED-4DB2-BD59-A6C34878D82A}">
                    <a16:rowId xmlns:a16="http://schemas.microsoft.com/office/drawing/2014/main" val="3574418778"/>
                  </a:ext>
                </a:extLst>
              </a:tr>
              <a:tr h="231417">
                <a:tc>
                  <a:txBody>
                    <a:bodyPr/>
                    <a:lstStyle/>
                    <a:p>
                      <a:r>
                        <a:rPr lang="en-GB" sz="12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Apple iPhone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1</a:t>
                      </a:r>
                    </a:p>
                  </a:txBody>
                  <a:tcPr/>
                </a:tc>
                <a:extLst>
                  <a:ext uri="{0D108BD9-81ED-4DB2-BD59-A6C34878D82A}">
                    <a16:rowId xmlns:a16="http://schemas.microsoft.com/office/drawing/2014/main" val="4113710786"/>
                  </a:ext>
                </a:extLst>
              </a:tr>
              <a:tr h="231417">
                <a:tc>
                  <a:txBody>
                    <a:bodyPr/>
                    <a:lstStyle/>
                    <a:p>
                      <a:r>
                        <a:rPr lang="en-GB" sz="12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Samsung Galaxy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chemeClr val="tx1">
                              <a:lumMod val="75000"/>
                              <a:lumOff val="25000"/>
                            </a:schemeClr>
                          </a:solidFill>
                        </a:rPr>
                        <a:t>2</a:t>
                      </a:r>
                    </a:p>
                  </a:txBody>
                  <a:tcPr/>
                </a:tc>
                <a:extLst>
                  <a:ext uri="{0D108BD9-81ED-4DB2-BD59-A6C34878D82A}">
                    <a16:rowId xmlns:a16="http://schemas.microsoft.com/office/drawing/2014/main" val="1723651084"/>
                  </a:ext>
                </a:extLst>
              </a:tr>
              <a:tr h="231417">
                <a:tc>
                  <a:txBody>
                    <a:bodyPr/>
                    <a:lstStyle/>
                    <a:p>
                      <a:r>
                        <a:rPr lang="en-GB" sz="12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Apple iPhone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1</a:t>
                      </a:r>
                    </a:p>
                  </a:txBody>
                  <a:tcPr/>
                </a:tc>
                <a:extLst>
                  <a:ext uri="{0D108BD9-81ED-4DB2-BD59-A6C34878D82A}">
                    <a16:rowId xmlns:a16="http://schemas.microsoft.com/office/drawing/2014/main" val="1654259284"/>
                  </a:ext>
                </a:extLst>
              </a:tr>
              <a:tr h="231417">
                <a:tc>
                  <a:txBody>
                    <a:bodyPr/>
                    <a:lstStyle/>
                    <a:p>
                      <a:r>
                        <a:rPr lang="en-GB" sz="12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Samsung Galaxy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chemeClr val="tx1">
                              <a:lumMod val="75000"/>
                              <a:lumOff val="25000"/>
                            </a:schemeClr>
                          </a:solidFill>
                        </a:rPr>
                        <a:t>2</a:t>
                      </a:r>
                    </a:p>
                  </a:txBody>
                  <a:tcPr/>
                </a:tc>
                <a:extLst>
                  <a:ext uri="{0D108BD9-81ED-4DB2-BD59-A6C34878D82A}">
                    <a16:rowId xmlns:a16="http://schemas.microsoft.com/office/drawing/2014/main" val="126464413"/>
                  </a:ext>
                </a:extLst>
              </a:tr>
              <a:tr h="231417">
                <a:tc>
                  <a:txBody>
                    <a:bodyPr/>
                    <a:lstStyle/>
                    <a:p>
                      <a:r>
                        <a:rPr lang="en-GB" sz="12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75000"/>
                              <a:lumOff val="25000"/>
                            </a:schemeClr>
                          </a:solidFill>
                        </a:rPr>
                        <a:t>Samsung Galaxy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chemeClr val="tx1">
                              <a:lumMod val="75000"/>
                              <a:lumOff val="25000"/>
                            </a:schemeClr>
                          </a:solidFill>
                        </a:rPr>
                        <a:t>2</a:t>
                      </a:r>
                    </a:p>
                  </a:txBody>
                  <a:tcPr/>
                </a:tc>
                <a:extLst>
                  <a:ext uri="{0D108BD9-81ED-4DB2-BD59-A6C34878D82A}">
                    <a16:rowId xmlns:a16="http://schemas.microsoft.com/office/drawing/2014/main" val="2224806532"/>
                  </a:ext>
                </a:extLst>
              </a:tr>
              <a:tr h="231417">
                <a:tc>
                  <a:txBody>
                    <a:bodyPr/>
                    <a:lstStyle/>
                    <a:p>
                      <a:r>
                        <a:rPr lang="en-GB" sz="1200" dirty="0"/>
                        <a:t>9</a:t>
                      </a:r>
                    </a:p>
                  </a:txBody>
                  <a:tcPr/>
                </a:tc>
                <a:tc>
                  <a:txBody>
                    <a:bodyPr/>
                    <a:lstStyle/>
                    <a:p>
                      <a:r>
                        <a:rPr lang="en-GB" sz="1200" dirty="0">
                          <a:solidFill>
                            <a:schemeClr val="tx1">
                              <a:lumMod val="75000"/>
                              <a:lumOff val="25000"/>
                            </a:schemeClr>
                          </a:solidFill>
                        </a:rPr>
                        <a:t>Google</a:t>
                      </a:r>
                      <a:endParaRPr lang="en-GB" sz="1200" dirty="0"/>
                    </a:p>
                  </a:txBody>
                  <a:tcPr/>
                </a:tc>
                <a:tc>
                  <a:txBody>
                    <a:bodyPr/>
                    <a:lstStyle/>
                    <a:p>
                      <a:r>
                        <a:rPr lang="en-GB" sz="1200" dirty="0"/>
                        <a:t>3</a:t>
                      </a:r>
                    </a:p>
                  </a:txBody>
                  <a:tcPr/>
                </a:tc>
                <a:extLst>
                  <a:ext uri="{0D108BD9-81ED-4DB2-BD59-A6C34878D82A}">
                    <a16:rowId xmlns:a16="http://schemas.microsoft.com/office/drawing/2014/main" val="3070820524"/>
                  </a:ext>
                </a:extLst>
              </a:tr>
            </a:tbl>
          </a:graphicData>
        </a:graphic>
      </p:graphicFrame>
      <p:sp>
        <p:nvSpPr>
          <p:cNvPr id="13" name="Content Placeholder 2">
            <a:extLst>
              <a:ext uri="{FF2B5EF4-FFF2-40B4-BE49-F238E27FC236}">
                <a16:creationId xmlns:a16="http://schemas.microsoft.com/office/drawing/2014/main" id="{42951CF3-3B99-1EC6-D919-B037C8E8D1D2}"/>
              </a:ext>
            </a:extLst>
          </p:cNvPr>
          <p:cNvSpPr txBox="1">
            <a:spLocks/>
          </p:cNvSpPr>
          <p:nvPr/>
        </p:nvSpPr>
        <p:spPr>
          <a:xfrm>
            <a:off x="734735" y="4735562"/>
            <a:ext cx="8349108" cy="176327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r>
              <a:rPr lang="en-GB" sz="1600" dirty="0">
                <a:solidFill>
                  <a:schemeClr val="tx1">
                    <a:lumMod val="75000"/>
                    <a:lumOff val="25000"/>
                  </a:schemeClr>
                </a:solidFill>
              </a:rPr>
              <a:t>The mode is most applicable to data from </a:t>
            </a:r>
            <a:r>
              <a:rPr lang="en-GB" sz="1600" b="1" dirty="0">
                <a:solidFill>
                  <a:schemeClr val="tx1">
                    <a:lumMod val="75000"/>
                    <a:lumOff val="25000"/>
                  </a:schemeClr>
                </a:solidFill>
              </a:rPr>
              <a:t>nominal data</a:t>
            </a:r>
          </a:p>
          <a:p>
            <a:pPr fontAlgn="auto">
              <a:spcAft>
                <a:spcPts val="0"/>
              </a:spcAft>
            </a:pPr>
            <a:r>
              <a:rPr lang="en-GB" sz="1600" dirty="0">
                <a:solidFill>
                  <a:schemeClr val="tx1">
                    <a:lumMod val="75000"/>
                    <a:lumOff val="25000"/>
                  </a:schemeClr>
                </a:solidFill>
              </a:rPr>
              <a:t>For continuous variables or ratio levels of measurement, the mode may not be a helpful measure of central tendency. That’s because there are many more possible values than there are in a nominal or ordinal level of measurement. It’s unlikely for a value to repeat in a ratio level of measurement.</a:t>
            </a:r>
          </a:p>
        </p:txBody>
      </p:sp>
      <p:sp>
        <p:nvSpPr>
          <p:cNvPr id="4" name="Footer Placeholder 3">
            <a:extLst>
              <a:ext uri="{FF2B5EF4-FFF2-40B4-BE49-F238E27FC236}">
                <a16:creationId xmlns:a16="http://schemas.microsoft.com/office/drawing/2014/main" id="{A9CB3F0B-C1D6-CD78-4072-37C9095A885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CF54FDFC-B655-B8D2-84FE-A5B84EE49BE5}"/>
              </a:ext>
            </a:extLst>
          </p:cNvPr>
          <p:cNvSpPr>
            <a:spLocks noGrp="1"/>
          </p:cNvSpPr>
          <p:nvPr>
            <p:ph type="sldNum" sz="quarter" idx="4"/>
          </p:nvPr>
        </p:nvSpPr>
        <p:spPr/>
        <p:txBody>
          <a:bodyPr/>
          <a:lstStyle/>
          <a:p>
            <a:fld id="{9FD7ECCF-50E7-4327-B945-FA93FF7B2BEF}" type="slidenum">
              <a:rPr lang="en-US" smtClean="0"/>
              <a:pPr/>
              <a:t>21</a:t>
            </a:fld>
            <a:r>
              <a:rPr lang="en-GB"/>
              <a:t>/80</a:t>
            </a:r>
            <a:endParaRPr lang="en-US" dirty="0"/>
          </a:p>
        </p:txBody>
      </p:sp>
    </p:spTree>
    <p:extLst>
      <p:ext uri="{BB962C8B-B14F-4D97-AF65-F5344CB8AC3E}">
        <p14:creationId xmlns:p14="http://schemas.microsoft.com/office/powerpoint/2010/main" val="600862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C0C24-80DB-B540-1A19-4EC2C19F1FE1}"/>
              </a:ext>
            </a:extLst>
          </p:cNvPr>
          <p:cNvSpPr>
            <a:spLocks noGrp="1"/>
          </p:cNvSpPr>
          <p:nvPr>
            <p:ph type="title"/>
          </p:nvPr>
        </p:nvSpPr>
        <p:spPr>
          <a:xfrm>
            <a:off x="545803" y="336454"/>
            <a:ext cx="8423848" cy="990600"/>
          </a:xfrm>
        </p:spPr>
        <p:txBody>
          <a:bodyPr>
            <a:normAutofit fontScale="90000"/>
          </a:bodyPr>
          <a:lstStyle/>
          <a:p>
            <a:pPr>
              <a:lnSpc>
                <a:spcPts val="3500"/>
              </a:lnSpc>
            </a:pPr>
            <a:r>
              <a:rPr lang="en-GB" dirty="0"/>
              <a:t>Measures of central tendency limitations</a:t>
            </a:r>
            <a:endParaRPr lang="en-GB" b="1" dirty="0"/>
          </a:p>
        </p:txBody>
      </p:sp>
      <p:sp>
        <p:nvSpPr>
          <p:cNvPr id="3" name="Content Placeholder 2">
            <a:extLst>
              <a:ext uri="{FF2B5EF4-FFF2-40B4-BE49-F238E27FC236}">
                <a16:creationId xmlns:a16="http://schemas.microsoft.com/office/drawing/2014/main" id="{17DF0B3F-6048-595F-FFEB-E38327B5233B}"/>
              </a:ext>
            </a:extLst>
          </p:cNvPr>
          <p:cNvSpPr>
            <a:spLocks noGrp="1"/>
          </p:cNvSpPr>
          <p:nvPr>
            <p:ph sz="quarter" idx="1"/>
          </p:nvPr>
        </p:nvSpPr>
        <p:spPr>
          <a:xfrm>
            <a:off x="612648" y="1600199"/>
            <a:ext cx="8153400" cy="1168783"/>
          </a:xfrm>
        </p:spPr>
        <p:txBody>
          <a:bodyPr>
            <a:normAutofit fontScale="70000" lnSpcReduction="20000"/>
          </a:bodyPr>
          <a:lstStyle/>
          <a:p>
            <a:r>
              <a:rPr lang="en-GB" sz="2800" dirty="0">
                <a:solidFill>
                  <a:srgbClr val="3D3B49"/>
                </a:solidFill>
              </a:rPr>
              <a:t>The measures of central tendency (</a:t>
            </a:r>
            <a:r>
              <a:rPr lang="en-GB" sz="2800" b="1" dirty="0">
                <a:solidFill>
                  <a:srgbClr val="3D3B49"/>
                </a:solidFill>
              </a:rPr>
              <a:t>mean</a:t>
            </a:r>
            <a:r>
              <a:rPr lang="en-GB" sz="2800" dirty="0">
                <a:solidFill>
                  <a:srgbClr val="3D3B49"/>
                </a:solidFill>
              </a:rPr>
              <a:t> – </a:t>
            </a:r>
            <a:r>
              <a:rPr lang="en-GB" sz="2800" b="1" dirty="0">
                <a:solidFill>
                  <a:srgbClr val="3D3B49"/>
                </a:solidFill>
              </a:rPr>
              <a:t>median</a:t>
            </a:r>
            <a:r>
              <a:rPr lang="en-GB" sz="2800" dirty="0">
                <a:solidFill>
                  <a:srgbClr val="3D3B49"/>
                </a:solidFill>
              </a:rPr>
              <a:t> – </a:t>
            </a:r>
            <a:r>
              <a:rPr lang="en-GB" sz="2800" b="1" dirty="0">
                <a:solidFill>
                  <a:srgbClr val="3D3B49"/>
                </a:solidFill>
              </a:rPr>
              <a:t>mode</a:t>
            </a:r>
            <a:r>
              <a:rPr lang="en-GB" sz="2800" dirty="0">
                <a:solidFill>
                  <a:srgbClr val="3D3B49"/>
                </a:solidFill>
              </a:rPr>
              <a:t>) are helpful to understand the data and are easy to calculate, but they have limitations.</a:t>
            </a:r>
          </a:p>
          <a:p>
            <a:pPr marL="0" indent="0">
              <a:lnSpc>
                <a:spcPct val="120000"/>
              </a:lnSpc>
              <a:spcBef>
                <a:spcPts val="600"/>
              </a:spcBef>
              <a:spcAft>
                <a:spcPts val="600"/>
              </a:spcAft>
              <a:buNone/>
            </a:pPr>
            <a:r>
              <a:rPr lang="en-GB" sz="2800" dirty="0">
                <a:solidFill>
                  <a:schemeClr val="tx1">
                    <a:lumMod val="75000"/>
                    <a:lumOff val="25000"/>
                  </a:schemeClr>
                </a:solidFill>
              </a:rPr>
              <a:t> </a:t>
            </a:r>
          </a:p>
        </p:txBody>
      </p:sp>
      <p:sp>
        <p:nvSpPr>
          <p:cNvPr id="4" name="Cross 3">
            <a:extLst>
              <a:ext uri="{FF2B5EF4-FFF2-40B4-BE49-F238E27FC236}">
                <a16:creationId xmlns:a16="http://schemas.microsoft.com/office/drawing/2014/main" id="{76F25CC8-97DA-05BE-7F17-EE97171F0B68}"/>
              </a:ext>
            </a:extLst>
          </p:cNvPr>
          <p:cNvSpPr/>
          <p:nvPr/>
        </p:nvSpPr>
        <p:spPr>
          <a:xfrm rot="18900000">
            <a:off x="3196239" y="3069587"/>
            <a:ext cx="365126" cy="365126"/>
          </a:xfrm>
          <a:prstGeom prst="plus">
            <a:avLst>
              <a:gd name="adj" fmla="val 4362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ross 4">
            <a:extLst>
              <a:ext uri="{FF2B5EF4-FFF2-40B4-BE49-F238E27FC236}">
                <a16:creationId xmlns:a16="http://schemas.microsoft.com/office/drawing/2014/main" id="{BE90FFAE-0682-0A44-7520-6D3BAB380542}"/>
              </a:ext>
            </a:extLst>
          </p:cNvPr>
          <p:cNvSpPr/>
          <p:nvPr/>
        </p:nvSpPr>
        <p:spPr>
          <a:xfrm rot="18900000">
            <a:off x="5655732" y="3069586"/>
            <a:ext cx="365126" cy="365126"/>
          </a:xfrm>
          <a:prstGeom prst="plus">
            <a:avLst>
              <a:gd name="adj" fmla="val 4362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ross 7">
            <a:extLst>
              <a:ext uri="{FF2B5EF4-FFF2-40B4-BE49-F238E27FC236}">
                <a16:creationId xmlns:a16="http://schemas.microsoft.com/office/drawing/2014/main" id="{4B562238-96DF-21E8-7340-F30FB0E7B0F1}"/>
              </a:ext>
            </a:extLst>
          </p:cNvPr>
          <p:cNvSpPr/>
          <p:nvPr/>
        </p:nvSpPr>
        <p:spPr>
          <a:xfrm rot="18900000">
            <a:off x="1632283" y="4219556"/>
            <a:ext cx="365126" cy="365126"/>
          </a:xfrm>
          <a:prstGeom prst="plus">
            <a:avLst>
              <a:gd name="adj" fmla="val 4362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ross 8">
            <a:extLst>
              <a:ext uri="{FF2B5EF4-FFF2-40B4-BE49-F238E27FC236}">
                <a16:creationId xmlns:a16="http://schemas.microsoft.com/office/drawing/2014/main" id="{B846C280-CCEF-8627-A5B6-583823C7ACE6}"/>
              </a:ext>
            </a:extLst>
          </p:cNvPr>
          <p:cNvSpPr/>
          <p:nvPr/>
        </p:nvSpPr>
        <p:spPr>
          <a:xfrm rot="18900000">
            <a:off x="7227597" y="4219555"/>
            <a:ext cx="365126" cy="365126"/>
          </a:xfrm>
          <a:prstGeom prst="plus">
            <a:avLst>
              <a:gd name="adj" fmla="val 4362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ross 9">
            <a:extLst>
              <a:ext uri="{FF2B5EF4-FFF2-40B4-BE49-F238E27FC236}">
                <a16:creationId xmlns:a16="http://schemas.microsoft.com/office/drawing/2014/main" id="{9A9A7744-FD39-4F15-6AAC-2328ACBFB8B2}"/>
              </a:ext>
            </a:extLst>
          </p:cNvPr>
          <p:cNvSpPr/>
          <p:nvPr/>
        </p:nvSpPr>
        <p:spPr>
          <a:xfrm rot="18900000">
            <a:off x="4425985" y="3069584"/>
            <a:ext cx="365126" cy="365126"/>
          </a:xfrm>
          <a:prstGeom prst="plus">
            <a:avLst>
              <a:gd name="adj" fmla="val 4362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ross 10">
            <a:extLst>
              <a:ext uri="{FF2B5EF4-FFF2-40B4-BE49-F238E27FC236}">
                <a16:creationId xmlns:a16="http://schemas.microsoft.com/office/drawing/2014/main" id="{C9124518-2FA3-B462-351C-12CAB38D7957}"/>
              </a:ext>
            </a:extLst>
          </p:cNvPr>
          <p:cNvSpPr/>
          <p:nvPr/>
        </p:nvSpPr>
        <p:spPr>
          <a:xfrm rot="18900000">
            <a:off x="4425986" y="4219556"/>
            <a:ext cx="365126" cy="365126"/>
          </a:xfrm>
          <a:prstGeom prst="plus">
            <a:avLst>
              <a:gd name="adj" fmla="val 4362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Arrow Connector 12">
            <a:extLst>
              <a:ext uri="{FF2B5EF4-FFF2-40B4-BE49-F238E27FC236}">
                <a16:creationId xmlns:a16="http://schemas.microsoft.com/office/drawing/2014/main" id="{29A57D01-A5DE-CCAA-C8AF-BA382A1D3D23}"/>
              </a:ext>
            </a:extLst>
          </p:cNvPr>
          <p:cNvCxnSpPr/>
          <p:nvPr/>
        </p:nvCxnSpPr>
        <p:spPr>
          <a:xfrm>
            <a:off x="3771374" y="3286705"/>
            <a:ext cx="50405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88334F2-4F02-B2B4-3709-BF5945C6D40C}"/>
              </a:ext>
            </a:extLst>
          </p:cNvPr>
          <p:cNvCxnSpPr/>
          <p:nvPr/>
        </p:nvCxnSpPr>
        <p:spPr>
          <a:xfrm>
            <a:off x="4995510" y="3286705"/>
            <a:ext cx="50405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CCBFEB8-C7FB-8CAE-AF2C-D81CAF9218F5}"/>
              </a:ext>
            </a:extLst>
          </p:cNvPr>
          <p:cNvCxnSpPr>
            <a:cxnSpLocks/>
          </p:cNvCxnSpPr>
          <p:nvPr/>
        </p:nvCxnSpPr>
        <p:spPr>
          <a:xfrm>
            <a:off x="2073030" y="4366825"/>
            <a:ext cx="22024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00C7303-7E8E-DCBB-AF2E-299FC4AA7BDC}"/>
              </a:ext>
            </a:extLst>
          </p:cNvPr>
          <p:cNvCxnSpPr>
            <a:cxnSpLocks/>
          </p:cNvCxnSpPr>
          <p:nvPr/>
        </p:nvCxnSpPr>
        <p:spPr>
          <a:xfrm>
            <a:off x="4961888" y="4366825"/>
            <a:ext cx="22024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E2DA74A-9AAC-807B-179F-8F36BBF3D220}"/>
              </a:ext>
            </a:extLst>
          </p:cNvPr>
          <p:cNvSpPr/>
          <p:nvPr/>
        </p:nvSpPr>
        <p:spPr>
          <a:xfrm>
            <a:off x="4345169" y="2861891"/>
            <a:ext cx="543070" cy="2016223"/>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73E2DAE0-5297-4D06-1E9D-8C1F51D5A9DF}"/>
              </a:ext>
            </a:extLst>
          </p:cNvPr>
          <p:cNvSpPr txBox="1"/>
          <p:nvPr/>
        </p:nvSpPr>
        <p:spPr>
          <a:xfrm>
            <a:off x="2545810" y="4913116"/>
            <a:ext cx="4772460" cy="461665"/>
          </a:xfrm>
          <a:prstGeom prst="rect">
            <a:avLst/>
          </a:prstGeom>
          <a:noFill/>
        </p:spPr>
        <p:txBody>
          <a:bodyPr wrap="none" rtlCol="0">
            <a:spAutoFit/>
          </a:bodyPr>
          <a:lstStyle/>
          <a:p>
            <a:r>
              <a:rPr lang="en-GB" dirty="0">
                <a:solidFill>
                  <a:schemeClr val="accent6">
                    <a:lumMod val="50000"/>
                  </a:schemeClr>
                </a:solidFill>
                <a:latin typeface="+mn-lt"/>
              </a:rPr>
              <a:t>Same middle but a different data set</a:t>
            </a:r>
          </a:p>
        </p:txBody>
      </p:sp>
      <p:sp>
        <p:nvSpPr>
          <p:cNvPr id="12" name="Footer Placeholder 11">
            <a:extLst>
              <a:ext uri="{FF2B5EF4-FFF2-40B4-BE49-F238E27FC236}">
                <a16:creationId xmlns:a16="http://schemas.microsoft.com/office/drawing/2014/main" id="{5CC45F61-8767-5B1D-22CC-D12CE321AA9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602F3551-297E-F432-088E-8C86949B5583}"/>
              </a:ext>
            </a:extLst>
          </p:cNvPr>
          <p:cNvSpPr>
            <a:spLocks noGrp="1"/>
          </p:cNvSpPr>
          <p:nvPr>
            <p:ph type="sldNum" sz="quarter" idx="4"/>
          </p:nvPr>
        </p:nvSpPr>
        <p:spPr/>
        <p:txBody>
          <a:bodyPr/>
          <a:lstStyle/>
          <a:p>
            <a:fld id="{9FD7ECCF-50E7-4327-B945-FA93FF7B2BEF}" type="slidenum">
              <a:rPr lang="en-US" smtClean="0"/>
              <a:pPr/>
              <a:t>22</a:t>
            </a:fld>
            <a:r>
              <a:rPr lang="en-GB"/>
              <a:t>/80</a:t>
            </a:r>
            <a:endParaRPr lang="en-US" dirty="0"/>
          </a:p>
        </p:txBody>
      </p:sp>
    </p:spTree>
    <p:extLst>
      <p:ext uri="{BB962C8B-B14F-4D97-AF65-F5344CB8AC3E}">
        <p14:creationId xmlns:p14="http://schemas.microsoft.com/office/powerpoint/2010/main" val="82301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0" grpId="0" animBg="1"/>
      <p:bldP spid="11" grpId="0" animBg="1"/>
      <p:bldP spid="18" grpId="0" animBg="1"/>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AC41E-A271-9112-02BC-E4948D24DB3D}"/>
              </a:ext>
            </a:extLst>
          </p:cNvPr>
          <p:cNvSpPr>
            <a:spLocks noGrp="1"/>
          </p:cNvSpPr>
          <p:nvPr>
            <p:ph type="title"/>
          </p:nvPr>
        </p:nvSpPr>
        <p:spPr/>
        <p:txBody>
          <a:bodyPr/>
          <a:lstStyle/>
          <a:p>
            <a:r>
              <a:rPr lang="en-GB" dirty="0"/>
              <a:t>Example</a:t>
            </a:r>
          </a:p>
        </p:txBody>
      </p:sp>
      <p:graphicFrame>
        <p:nvGraphicFramePr>
          <p:cNvPr id="6" name="Table 5">
            <a:extLst>
              <a:ext uri="{FF2B5EF4-FFF2-40B4-BE49-F238E27FC236}">
                <a16:creationId xmlns:a16="http://schemas.microsoft.com/office/drawing/2014/main" id="{0E679E65-B26B-6464-11A5-0289083DBBF1}"/>
              </a:ext>
            </a:extLst>
          </p:cNvPr>
          <p:cNvGraphicFramePr>
            <a:graphicFrameLocks noGrp="1"/>
          </p:cNvGraphicFramePr>
          <p:nvPr/>
        </p:nvGraphicFramePr>
        <p:xfrm>
          <a:off x="1871700" y="2345747"/>
          <a:ext cx="1224136" cy="1084854"/>
        </p:xfrm>
        <a:graphic>
          <a:graphicData uri="http://schemas.openxmlformats.org/drawingml/2006/table">
            <a:tbl>
              <a:tblPr firstRow="1" bandRow="1">
                <a:tableStyleId>{2D5ABB26-0587-4C30-8999-92F81FD0307C}</a:tableStyleId>
              </a:tblPr>
              <a:tblGrid>
                <a:gridCol w="1224136">
                  <a:extLst>
                    <a:ext uri="{9D8B030D-6E8A-4147-A177-3AD203B41FA5}">
                      <a16:colId xmlns:a16="http://schemas.microsoft.com/office/drawing/2014/main" val="1292685733"/>
                    </a:ext>
                  </a:extLst>
                </a:gridCol>
              </a:tblGrid>
              <a:tr h="239854">
                <a:tc>
                  <a:txBody>
                    <a:bodyPr/>
                    <a:lstStyle/>
                    <a:p>
                      <a:pPr algn="ctr" fontAlgn="t"/>
                      <a:r>
                        <a:rPr lang="en-GB" sz="1600" b="1" dirty="0">
                          <a:solidFill>
                            <a:schemeClr val="bg1"/>
                          </a:solidFill>
                          <a:effectLst/>
                        </a:rPr>
                        <a:t>Data set 1</a:t>
                      </a:r>
                    </a:p>
                  </a:txBody>
                  <a:tcPr>
                    <a:solidFill>
                      <a:schemeClr val="accent2">
                        <a:lumMod val="75000"/>
                      </a:schemeClr>
                    </a:solidFill>
                  </a:tcPr>
                </a:tc>
                <a:extLst>
                  <a:ext uri="{0D108BD9-81ED-4DB2-BD59-A6C34878D82A}">
                    <a16:rowId xmlns:a16="http://schemas.microsoft.com/office/drawing/2014/main" val="1147096734"/>
                  </a:ext>
                </a:extLst>
              </a:tr>
              <a:tr h="239854">
                <a:tc>
                  <a:txBody>
                    <a:bodyPr/>
                    <a:lstStyle/>
                    <a:p>
                      <a:pPr algn="ctr" fontAlgn="t"/>
                      <a:r>
                        <a:rPr lang="en-GB" sz="1600" dirty="0">
                          <a:solidFill>
                            <a:srgbClr val="292929"/>
                          </a:solidFill>
                          <a:effectLst/>
                        </a:rPr>
                        <a:t>29</a:t>
                      </a:r>
                    </a:p>
                  </a:txBody>
                  <a:tcPr>
                    <a:solidFill>
                      <a:schemeClr val="bg2"/>
                    </a:solidFill>
                  </a:tcPr>
                </a:tc>
                <a:extLst>
                  <a:ext uri="{0D108BD9-81ED-4DB2-BD59-A6C34878D82A}">
                    <a16:rowId xmlns:a16="http://schemas.microsoft.com/office/drawing/2014/main" val="2096030973"/>
                  </a:ext>
                </a:extLst>
              </a:tr>
              <a:tr h="414294">
                <a:tc>
                  <a:txBody>
                    <a:bodyPr/>
                    <a:lstStyle/>
                    <a:p>
                      <a:pPr algn="ctr" fontAlgn="t"/>
                      <a:r>
                        <a:rPr lang="en-GB" sz="1600" dirty="0">
                          <a:solidFill>
                            <a:srgbClr val="292929"/>
                          </a:solidFill>
                          <a:effectLst/>
                        </a:rPr>
                        <a:t>31</a:t>
                      </a:r>
                    </a:p>
                  </a:txBody>
                  <a:tcPr>
                    <a:solidFill>
                      <a:schemeClr val="bg2"/>
                    </a:solidFill>
                  </a:tcPr>
                </a:tc>
                <a:extLst>
                  <a:ext uri="{0D108BD9-81ED-4DB2-BD59-A6C34878D82A}">
                    <a16:rowId xmlns:a16="http://schemas.microsoft.com/office/drawing/2014/main" val="3478184958"/>
                  </a:ext>
                </a:extLst>
              </a:tr>
            </a:tbl>
          </a:graphicData>
        </a:graphic>
      </p:graphicFrame>
      <p:graphicFrame>
        <p:nvGraphicFramePr>
          <p:cNvPr id="7" name="Table 6">
            <a:extLst>
              <a:ext uri="{FF2B5EF4-FFF2-40B4-BE49-F238E27FC236}">
                <a16:creationId xmlns:a16="http://schemas.microsoft.com/office/drawing/2014/main" id="{77935F4C-24BC-6D1F-D275-5281588C3511}"/>
              </a:ext>
            </a:extLst>
          </p:cNvPr>
          <p:cNvGraphicFramePr>
            <a:graphicFrameLocks noGrp="1"/>
          </p:cNvGraphicFramePr>
          <p:nvPr/>
        </p:nvGraphicFramePr>
        <p:xfrm>
          <a:off x="3959932" y="2344146"/>
          <a:ext cx="1224136" cy="1084854"/>
        </p:xfrm>
        <a:graphic>
          <a:graphicData uri="http://schemas.openxmlformats.org/drawingml/2006/table">
            <a:tbl>
              <a:tblPr firstRow="1" bandRow="1">
                <a:tableStyleId>{2D5ABB26-0587-4C30-8999-92F81FD0307C}</a:tableStyleId>
              </a:tblPr>
              <a:tblGrid>
                <a:gridCol w="1224136">
                  <a:extLst>
                    <a:ext uri="{9D8B030D-6E8A-4147-A177-3AD203B41FA5}">
                      <a16:colId xmlns:a16="http://schemas.microsoft.com/office/drawing/2014/main" val="1292685733"/>
                    </a:ext>
                  </a:extLst>
                </a:gridCol>
              </a:tblGrid>
              <a:tr h="239854">
                <a:tc>
                  <a:txBody>
                    <a:bodyPr/>
                    <a:lstStyle/>
                    <a:p>
                      <a:pPr algn="ctr" fontAlgn="t"/>
                      <a:r>
                        <a:rPr lang="en-GB" sz="1600" b="1" dirty="0">
                          <a:solidFill>
                            <a:schemeClr val="bg1"/>
                          </a:solidFill>
                          <a:effectLst/>
                        </a:rPr>
                        <a:t>Data set 2</a:t>
                      </a:r>
                    </a:p>
                  </a:txBody>
                  <a:tcPr>
                    <a:solidFill>
                      <a:schemeClr val="accent2">
                        <a:lumMod val="75000"/>
                      </a:schemeClr>
                    </a:solidFill>
                  </a:tcPr>
                </a:tc>
                <a:extLst>
                  <a:ext uri="{0D108BD9-81ED-4DB2-BD59-A6C34878D82A}">
                    <a16:rowId xmlns:a16="http://schemas.microsoft.com/office/drawing/2014/main" val="1147096734"/>
                  </a:ext>
                </a:extLst>
              </a:tr>
              <a:tr h="239854">
                <a:tc>
                  <a:txBody>
                    <a:bodyPr/>
                    <a:lstStyle/>
                    <a:p>
                      <a:pPr algn="ctr" fontAlgn="t"/>
                      <a:r>
                        <a:rPr lang="en-GB" sz="1600" dirty="0">
                          <a:solidFill>
                            <a:srgbClr val="292929"/>
                          </a:solidFill>
                          <a:effectLst/>
                        </a:rPr>
                        <a:t>20</a:t>
                      </a:r>
                    </a:p>
                  </a:txBody>
                  <a:tcPr>
                    <a:solidFill>
                      <a:schemeClr val="bg2"/>
                    </a:solidFill>
                  </a:tcPr>
                </a:tc>
                <a:extLst>
                  <a:ext uri="{0D108BD9-81ED-4DB2-BD59-A6C34878D82A}">
                    <a16:rowId xmlns:a16="http://schemas.microsoft.com/office/drawing/2014/main" val="2096030973"/>
                  </a:ext>
                </a:extLst>
              </a:tr>
              <a:tr h="414294">
                <a:tc>
                  <a:txBody>
                    <a:bodyPr/>
                    <a:lstStyle/>
                    <a:p>
                      <a:pPr algn="ctr" fontAlgn="t"/>
                      <a:r>
                        <a:rPr lang="en-GB" sz="1600" dirty="0">
                          <a:solidFill>
                            <a:srgbClr val="292929"/>
                          </a:solidFill>
                          <a:effectLst/>
                        </a:rPr>
                        <a:t>40</a:t>
                      </a:r>
                    </a:p>
                  </a:txBody>
                  <a:tcPr>
                    <a:solidFill>
                      <a:schemeClr val="bg2"/>
                    </a:solidFill>
                  </a:tcPr>
                </a:tc>
                <a:extLst>
                  <a:ext uri="{0D108BD9-81ED-4DB2-BD59-A6C34878D82A}">
                    <a16:rowId xmlns:a16="http://schemas.microsoft.com/office/drawing/2014/main" val="3478184958"/>
                  </a:ext>
                </a:extLst>
              </a:tr>
            </a:tbl>
          </a:graphicData>
        </a:graphic>
      </p:graphicFrame>
      <p:graphicFrame>
        <p:nvGraphicFramePr>
          <p:cNvPr id="11" name="Table 10">
            <a:extLst>
              <a:ext uri="{FF2B5EF4-FFF2-40B4-BE49-F238E27FC236}">
                <a16:creationId xmlns:a16="http://schemas.microsoft.com/office/drawing/2014/main" id="{ACC27DD8-E2E1-00D7-5343-D16F92E2CCF4}"/>
              </a:ext>
            </a:extLst>
          </p:cNvPr>
          <p:cNvGraphicFramePr>
            <a:graphicFrameLocks noGrp="1"/>
          </p:cNvGraphicFramePr>
          <p:nvPr/>
        </p:nvGraphicFramePr>
        <p:xfrm>
          <a:off x="6030683" y="2344146"/>
          <a:ext cx="1224136" cy="1084854"/>
        </p:xfrm>
        <a:graphic>
          <a:graphicData uri="http://schemas.openxmlformats.org/drawingml/2006/table">
            <a:tbl>
              <a:tblPr firstRow="1" bandRow="1">
                <a:tableStyleId>{2D5ABB26-0587-4C30-8999-92F81FD0307C}</a:tableStyleId>
              </a:tblPr>
              <a:tblGrid>
                <a:gridCol w="1224136">
                  <a:extLst>
                    <a:ext uri="{9D8B030D-6E8A-4147-A177-3AD203B41FA5}">
                      <a16:colId xmlns:a16="http://schemas.microsoft.com/office/drawing/2014/main" val="1292685733"/>
                    </a:ext>
                  </a:extLst>
                </a:gridCol>
              </a:tblGrid>
              <a:tr h="239854">
                <a:tc>
                  <a:txBody>
                    <a:bodyPr/>
                    <a:lstStyle/>
                    <a:p>
                      <a:pPr algn="ctr" fontAlgn="t"/>
                      <a:r>
                        <a:rPr lang="en-GB" sz="1600" b="1" dirty="0">
                          <a:solidFill>
                            <a:schemeClr val="bg1"/>
                          </a:solidFill>
                          <a:effectLst/>
                        </a:rPr>
                        <a:t>Data set 3</a:t>
                      </a:r>
                    </a:p>
                  </a:txBody>
                  <a:tcPr>
                    <a:solidFill>
                      <a:schemeClr val="accent2">
                        <a:lumMod val="75000"/>
                      </a:schemeClr>
                    </a:solidFill>
                  </a:tcPr>
                </a:tc>
                <a:extLst>
                  <a:ext uri="{0D108BD9-81ED-4DB2-BD59-A6C34878D82A}">
                    <a16:rowId xmlns:a16="http://schemas.microsoft.com/office/drawing/2014/main" val="1147096734"/>
                  </a:ext>
                </a:extLst>
              </a:tr>
              <a:tr h="239854">
                <a:tc>
                  <a:txBody>
                    <a:bodyPr/>
                    <a:lstStyle/>
                    <a:p>
                      <a:pPr algn="ctr" fontAlgn="t"/>
                      <a:r>
                        <a:rPr lang="en-GB" sz="1600" dirty="0">
                          <a:solidFill>
                            <a:srgbClr val="292929"/>
                          </a:solidFill>
                          <a:effectLst/>
                        </a:rPr>
                        <a:t>0</a:t>
                      </a:r>
                    </a:p>
                  </a:txBody>
                  <a:tcPr>
                    <a:solidFill>
                      <a:schemeClr val="bg2"/>
                    </a:solidFill>
                  </a:tcPr>
                </a:tc>
                <a:extLst>
                  <a:ext uri="{0D108BD9-81ED-4DB2-BD59-A6C34878D82A}">
                    <a16:rowId xmlns:a16="http://schemas.microsoft.com/office/drawing/2014/main" val="2096030973"/>
                  </a:ext>
                </a:extLst>
              </a:tr>
              <a:tr h="414294">
                <a:tc>
                  <a:txBody>
                    <a:bodyPr/>
                    <a:lstStyle/>
                    <a:p>
                      <a:pPr algn="ctr" fontAlgn="t"/>
                      <a:r>
                        <a:rPr lang="en-GB" sz="1600" dirty="0">
                          <a:solidFill>
                            <a:srgbClr val="292929"/>
                          </a:solidFill>
                          <a:effectLst/>
                        </a:rPr>
                        <a:t>60</a:t>
                      </a:r>
                    </a:p>
                  </a:txBody>
                  <a:tcPr>
                    <a:solidFill>
                      <a:schemeClr val="bg2"/>
                    </a:solidFill>
                  </a:tcPr>
                </a:tc>
                <a:extLst>
                  <a:ext uri="{0D108BD9-81ED-4DB2-BD59-A6C34878D82A}">
                    <a16:rowId xmlns:a16="http://schemas.microsoft.com/office/drawing/2014/main" val="3478184958"/>
                  </a:ext>
                </a:extLst>
              </a:tr>
            </a:tbl>
          </a:graphicData>
        </a:graphic>
      </p:graphicFrame>
      <p:sp>
        <p:nvSpPr>
          <p:cNvPr id="12" name="TextBox 11">
            <a:extLst>
              <a:ext uri="{FF2B5EF4-FFF2-40B4-BE49-F238E27FC236}">
                <a16:creationId xmlns:a16="http://schemas.microsoft.com/office/drawing/2014/main" id="{DC8B8BC4-7E74-D6F1-60D2-DBABEC788834}"/>
              </a:ext>
            </a:extLst>
          </p:cNvPr>
          <p:cNvSpPr txBox="1"/>
          <p:nvPr/>
        </p:nvSpPr>
        <p:spPr>
          <a:xfrm>
            <a:off x="1871700" y="4725144"/>
            <a:ext cx="5383119" cy="830997"/>
          </a:xfrm>
          <a:prstGeom prst="rect">
            <a:avLst/>
          </a:prstGeom>
          <a:noFill/>
        </p:spPr>
        <p:txBody>
          <a:bodyPr wrap="square" rtlCol="0">
            <a:spAutoFit/>
          </a:bodyPr>
          <a:lstStyle/>
          <a:p>
            <a:pPr algn="ctr"/>
            <a:r>
              <a:rPr lang="en-GB" dirty="0">
                <a:solidFill>
                  <a:schemeClr val="accent6">
                    <a:lumMod val="50000"/>
                  </a:schemeClr>
                </a:solidFill>
                <a:latin typeface="+mn-lt"/>
              </a:rPr>
              <a:t>But how do we describe how close or how far away the points are in the dataset?</a:t>
            </a:r>
          </a:p>
        </p:txBody>
      </p:sp>
      <p:sp>
        <p:nvSpPr>
          <p:cNvPr id="13" name="TextBox 12">
            <a:extLst>
              <a:ext uri="{FF2B5EF4-FFF2-40B4-BE49-F238E27FC236}">
                <a16:creationId xmlns:a16="http://schemas.microsoft.com/office/drawing/2014/main" id="{355F8B75-59A7-5C4E-4DE0-3D8106D6E30F}"/>
              </a:ext>
            </a:extLst>
          </p:cNvPr>
          <p:cNvSpPr txBox="1"/>
          <p:nvPr/>
        </p:nvSpPr>
        <p:spPr>
          <a:xfrm>
            <a:off x="1871700" y="3834338"/>
            <a:ext cx="5383119" cy="461665"/>
          </a:xfrm>
          <a:prstGeom prst="rect">
            <a:avLst/>
          </a:prstGeom>
          <a:noFill/>
        </p:spPr>
        <p:txBody>
          <a:bodyPr wrap="square" rtlCol="0">
            <a:spAutoFit/>
          </a:bodyPr>
          <a:lstStyle/>
          <a:p>
            <a:pPr algn="ctr"/>
            <a:r>
              <a:rPr lang="en-GB" dirty="0">
                <a:solidFill>
                  <a:schemeClr val="accent6">
                    <a:lumMod val="50000"/>
                  </a:schemeClr>
                </a:solidFill>
                <a:latin typeface="+mn-lt"/>
              </a:rPr>
              <a:t>All same mean 30</a:t>
            </a:r>
          </a:p>
        </p:txBody>
      </p:sp>
      <p:sp>
        <p:nvSpPr>
          <p:cNvPr id="3" name="Footer Placeholder 2">
            <a:extLst>
              <a:ext uri="{FF2B5EF4-FFF2-40B4-BE49-F238E27FC236}">
                <a16:creationId xmlns:a16="http://schemas.microsoft.com/office/drawing/2014/main" id="{A84DA285-66AC-7AE3-39CB-3B91B958CEF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5DE997E9-0359-DBE9-294F-BB1A23353EA4}"/>
              </a:ext>
            </a:extLst>
          </p:cNvPr>
          <p:cNvSpPr>
            <a:spLocks noGrp="1"/>
          </p:cNvSpPr>
          <p:nvPr>
            <p:ph type="sldNum" sz="quarter" idx="4"/>
          </p:nvPr>
        </p:nvSpPr>
        <p:spPr/>
        <p:txBody>
          <a:bodyPr/>
          <a:lstStyle/>
          <a:p>
            <a:fld id="{9FD7ECCF-50E7-4327-B945-FA93FF7B2BEF}" type="slidenum">
              <a:rPr lang="en-US" smtClean="0"/>
              <a:pPr/>
              <a:t>23</a:t>
            </a:fld>
            <a:r>
              <a:rPr lang="en-GB"/>
              <a:t>/80</a:t>
            </a:r>
            <a:endParaRPr lang="en-US" dirty="0"/>
          </a:p>
        </p:txBody>
      </p:sp>
    </p:spTree>
    <p:extLst>
      <p:ext uri="{BB962C8B-B14F-4D97-AF65-F5344CB8AC3E}">
        <p14:creationId xmlns:p14="http://schemas.microsoft.com/office/powerpoint/2010/main" val="1246850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AC41E-A271-9112-02BC-E4948D24DB3D}"/>
              </a:ext>
            </a:extLst>
          </p:cNvPr>
          <p:cNvSpPr>
            <a:spLocks noGrp="1"/>
          </p:cNvSpPr>
          <p:nvPr>
            <p:ph type="title"/>
          </p:nvPr>
        </p:nvSpPr>
        <p:spPr/>
        <p:txBody>
          <a:bodyPr/>
          <a:lstStyle/>
          <a:p>
            <a:r>
              <a:rPr lang="en-GB" dirty="0"/>
              <a:t>Example</a:t>
            </a:r>
          </a:p>
        </p:txBody>
      </p:sp>
      <p:graphicFrame>
        <p:nvGraphicFramePr>
          <p:cNvPr id="6" name="Table 5">
            <a:extLst>
              <a:ext uri="{FF2B5EF4-FFF2-40B4-BE49-F238E27FC236}">
                <a16:creationId xmlns:a16="http://schemas.microsoft.com/office/drawing/2014/main" id="{0E679E65-B26B-6464-11A5-0289083DBBF1}"/>
              </a:ext>
            </a:extLst>
          </p:cNvPr>
          <p:cNvGraphicFramePr>
            <a:graphicFrameLocks noGrp="1"/>
          </p:cNvGraphicFramePr>
          <p:nvPr>
            <p:extLst>
              <p:ext uri="{D42A27DB-BD31-4B8C-83A1-F6EECF244321}">
                <p14:modId xmlns:p14="http://schemas.microsoft.com/office/powerpoint/2010/main" val="1912908363"/>
              </p:ext>
            </p:extLst>
          </p:nvPr>
        </p:nvGraphicFramePr>
        <p:xfrm>
          <a:off x="971137" y="3209504"/>
          <a:ext cx="3308033" cy="609600"/>
        </p:xfrm>
        <a:graphic>
          <a:graphicData uri="http://schemas.openxmlformats.org/drawingml/2006/table">
            <a:tbl>
              <a:tblPr firstRow="1" bandRow="1">
                <a:tableStyleId>{2D5ABB26-0587-4C30-8999-92F81FD0307C}</a:tableStyleId>
              </a:tblPr>
              <a:tblGrid>
                <a:gridCol w="480211">
                  <a:extLst>
                    <a:ext uri="{9D8B030D-6E8A-4147-A177-3AD203B41FA5}">
                      <a16:colId xmlns:a16="http://schemas.microsoft.com/office/drawing/2014/main" val="1292685733"/>
                    </a:ext>
                  </a:extLst>
                </a:gridCol>
                <a:gridCol w="678640">
                  <a:extLst>
                    <a:ext uri="{9D8B030D-6E8A-4147-A177-3AD203B41FA5}">
                      <a16:colId xmlns:a16="http://schemas.microsoft.com/office/drawing/2014/main" val="3403243435"/>
                    </a:ext>
                  </a:extLst>
                </a:gridCol>
                <a:gridCol w="716394">
                  <a:extLst>
                    <a:ext uri="{9D8B030D-6E8A-4147-A177-3AD203B41FA5}">
                      <a16:colId xmlns:a16="http://schemas.microsoft.com/office/drawing/2014/main" val="2639450231"/>
                    </a:ext>
                  </a:extLst>
                </a:gridCol>
                <a:gridCol w="716394">
                  <a:extLst>
                    <a:ext uri="{9D8B030D-6E8A-4147-A177-3AD203B41FA5}">
                      <a16:colId xmlns:a16="http://schemas.microsoft.com/office/drawing/2014/main" val="658216197"/>
                    </a:ext>
                  </a:extLst>
                </a:gridCol>
                <a:gridCol w="716394">
                  <a:extLst>
                    <a:ext uri="{9D8B030D-6E8A-4147-A177-3AD203B41FA5}">
                      <a16:colId xmlns:a16="http://schemas.microsoft.com/office/drawing/2014/main" val="2315751316"/>
                    </a:ext>
                  </a:extLst>
                </a:gridCol>
              </a:tblGrid>
              <a:tr h="0">
                <a:tc gridSpan="5">
                  <a:txBody>
                    <a:bodyPr/>
                    <a:lstStyle/>
                    <a:p>
                      <a:pPr algn="ctr" fontAlgn="t"/>
                      <a:r>
                        <a:rPr lang="en-GB" sz="1400" b="1" dirty="0">
                          <a:solidFill>
                            <a:schemeClr val="bg1"/>
                          </a:solidFill>
                          <a:effectLst/>
                        </a:rPr>
                        <a:t>Data set 1</a:t>
                      </a:r>
                    </a:p>
                  </a:txBody>
                  <a:tcPr>
                    <a:solidFill>
                      <a:schemeClr val="accent2">
                        <a:lumMod val="75000"/>
                      </a:schemeClr>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extLst>
                  <a:ext uri="{0D108BD9-81ED-4DB2-BD59-A6C34878D82A}">
                    <a16:rowId xmlns:a16="http://schemas.microsoft.com/office/drawing/2014/main" val="1147096734"/>
                  </a:ext>
                </a:extLst>
              </a:tr>
              <a:tr h="0">
                <a:tc>
                  <a:txBody>
                    <a:bodyPr/>
                    <a:lstStyle/>
                    <a:p>
                      <a:pPr algn="ctr" fontAlgn="t"/>
                      <a:r>
                        <a:rPr lang="en-GB" sz="1400" dirty="0">
                          <a:solidFill>
                            <a:srgbClr val="292929"/>
                          </a:solidFill>
                          <a:effectLst/>
                        </a:rPr>
                        <a:t>80</a:t>
                      </a:r>
                    </a:p>
                  </a:txBody>
                  <a:tcPr>
                    <a:solidFill>
                      <a:schemeClr val="bg2"/>
                    </a:solidFill>
                  </a:tcPr>
                </a:tc>
                <a:tc>
                  <a:txBody>
                    <a:bodyPr/>
                    <a:lstStyle/>
                    <a:p>
                      <a:pPr algn="ctr" fontAlgn="t"/>
                      <a:r>
                        <a:rPr lang="en-GB" sz="1400" dirty="0">
                          <a:solidFill>
                            <a:srgbClr val="292929"/>
                          </a:solidFill>
                          <a:effectLst/>
                        </a:rPr>
                        <a:t>85</a:t>
                      </a:r>
                    </a:p>
                  </a:txBody>
                  <a:tcPr>
                    <a:solidFill>
                      <a:schemeClr val="bg2"/>
                    </a:solidFill>
                  </a:tcPr>
                </a:tc>
                <a:tc>
                  <a:txBody>
                    <a:bodyPr/>
                    <a:lstStyle/>
                    <a:p>
                      <a:pPr algn="ctr" fontAlgn="t"/>
                      <a:r>
                        <a:rPr lang="en-GB" sz="1400" dirty="0">
                          <a:solidFill>
                            <a:srgbClr val="292929"/>
                          </a:solidFill>
                          <a:effectLst/>
                        </a:rPr>
                        <a:t>85</a:t>
                      </a:r>
                    </a:p>
                  </a:txBody>
                  <a:tcPr>
                    <a:solidFill>
                      <a:schemeClr val="bg2"/>
                    </a:solidFill>
                  </a:tcPr>
                </a:tc>
                <a:tc>
                  <a:txBody>
                    <a:bodyPr/>
                    <a:lstStyle/>
                    <a:p>
                      <a:pPr algn="ctr" fontAlgn="t"/>
                      <a:r>
                        <a:rPr lang="en-GB" sz="1400" dirty="0">
                          <a:solidFill>
                            <a:srgbClr val="292929"/>
                          </a:solidFill>
                          <a:effectLst/>
                        </a:rPr>
                        <a:t>90</a:t>
                      </a:r>
                    </a:p>
                  </a:txBody>
                  <a:tcPr>
                    <a:solidFill>
                      <a:schemeClr val="bg2"/>
                    </a:solidFill>
                  </a:tcPr>
                </a:tc>
                <a:tc>
                  <a:txBody>
                    <a:bodyPr/>
                    <a:lstStyle/>
                    <a:p>
                      <a:pPr algn="ctr" fontAlgn="t"/>
                      <a:r>
                        <a:rPr lang="en-GB" sz="1400" dirty="0">
                          <a:solidFill>
                            <a:srgbClr val="292929"/>
                          </a:solidFill>
                          <a:effectLst/>
                        </a:rPr>
                        <a:t>95</a:t>
                      </a:r>
                    </a:p>
                  </a:txBody>
                  <a:tcPr>
                    <a:solidFill>
                      <a:schemeClr val="bg2"/>
                    </a:solidFill>
                  </a:tcPr>
                </a:tc>
                <a:extLst>
                  <a:ext uri="{0D108BD9-81ED-4DB2-BD59-A6C34878D82A}">
                    <a16:rowId xmlns:a16="http://schemas.microsoft.com/office/drawing/2014/main" val="2096030973"/>
                  </a:ext>
                </a:extLst>
              </a:tr>
            </a:tbl>
          </a:graphicData>
        </a:graphic>
      </p:graphicFrame>
      <p:graphicFrame>
        <p:nvGraphicFramePr>
          <p:cNvPr id="8" name="Table 7">
            <a:extLst>
              <a:ext uri="{FF2B5EF4-FFF2-40B4-BE49-F238E27FC236}">
                <a16:creationId xmlns:a16="http://schemas.microsoft.com/office/drawing/2014/main" id="{0229B49A-ADF5-B9DA-0B58-1605904226B5}"/>
              </a:ext>
            </a:extLst>
          </p:cNvPr>
          <p:cNvGraphicFramePr>
            <a:graphicFrameLocks noGrp="1"/>
          </p:cNvGraphicFramePr>
          <p:nvPr>
            <p:extLst>
              <p:ext uri="{D42A27DB-BD31-4B8C-83A1-F6EECF244321}">
                <p14:modId xmlns:p14="http://schemas.microsoft.com/office/powerpoint/2010/main" val="312134992"/>
              </p:ext>
            </p:extLst>
          </p:nvPr>
        </p:nvGraphicFramePr>
        <p:xfrm>
          <a:off x="4572000" y="3209504"/>
          <a:ext cx="3358340" cy="609600"/>
        </p:xfrm>
        <a:graphic>
          <a:graphicData uri="http://schemas.openxmlformats.org/drawingml/2006/table">
            <a:tbl>
              <a:tblPr firstRow="1" bandRow="1">
                <a:tableStyleId>{2D5ABB26-0587-4C30-8999-92F81FD0307C}</a:tableStyleId>
              </a:tblPr>
              <a:tblGrid>
                <a:gridCol w="530517">
                  <a:extLst>
                    <a:ext uri="{9D8B030D-6E8A-4147-A177-3AD203B41FA5}">
                      <a16:colId xmlns:a16="http://schemas.microsoft.com/office/drawing/2014/main" val="1292685733"/>
                    </a:ext>
                  </a:extLst>
                </a:gridCol>
                <a:gridCol w="678641">
                  <a:extLst>
                    <a:ext uri="{9D8B030D-6E8A-4147-A177-3AD203B41FA5}">
                      <a16:colId xmlns:a16="http://schemas.microsoft.com/office/drawing/2014/main" val="3403243435"/>
                    </a:ext>
                  </a:extLst>
                </a:gridCol>
                <a:gridCol w="716394">
                  <a:extLst>
                    <a:ext uri="{9D8B030D-6E8A-4147-A177-3AD203B41FA5}">
                      <a16:colId xmlns:a16="http://schemas.microsoft.com/office/drawing/2014/main" val="2639450231"/>
                    </a:ext>
                  </a:extLst>
                </a:gridCol>
                <a:gridCol w="716394">
                  <a:extLst>
                    <a:ext uri="{9D8B030D-6E8A-4147-A177-3AD203B41FA5}">
                      <a16:colId xmlns:a16="http://schemas.microsoft.com/office/drawing/2014/main" val="658216197"/>
                    </a:ext>
                  </a:extLst>
                </a:gridCol>
                <a:gridCol w="716394">
                  <a:extLst>
                    <a:ext uri="{9D8B030D-6E8A-4147-A177-3AD203B41FA5}">
                      <a16:colId xmlns:a16="http://schemas.microsoft.com/office/drawing/2014/main" val="2315751316"/>
                    </a:ext>
                  </a:extLst>
                </a:gridCol>
              </a:tblGrid>
              <a:tr h="0">
                <a:tc gridSpan="5">
                  <a:txBody>
                    <a:bodyPr/>
                    <a:lstStyle/>
                    <a:p>
                      <a:pPr algn="ctr" fontAlgn="t"/>
                      <a:r>
                        <a:rPr lang="en-GB" sz="1400" b="1" dirty="0">
                          <a:solidFill>
                            <a:schemeClr val="bg1"/>
                          </a:solidFill>
                          <a:effectLst/>
                        </a:rPr>
                        <a:t>Data set 2</a:t>
                      </a:r>
                    </a:p>
                  </a:txBody>
                  <a:tcPr>
                    <a:solidFill>
                      <a:schemeClr val="accent1">
                        <a:lumMod val="75000"/>
                      </a:schemeClr>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extLst>
                  <a:ext uri="{0D108BD9-81ED-4DB2-BD59-A6C34878D82A}">
                    <a16:rowId xmlns:a16="http://schemas.microsoft.com/office/drawing/2014/main" val="1147096734"/>
                  </a:ext>
                </a:extLst>
              </a:tr>
              <a:tr h="0">
                <a:tc>
                  <a:txBody>
                    <a:bodyPr/>
                    <a:lstStyle/>
                    <a:p>
                      <a:pPr algn="ctr" fontAlgn="t"/>
                      <a:r>
                        <a:rPr lang="en-GB" sz="1400" dirty="0">
                          <a:solidFill>
                            <a:srgbClr val="292929"/>
                          </a:solidFill>
                          <a:effectLst/>
                        </a:rPr>
                        <a:t>25</a:t>
                      </a:r>
                    </a:p>
                  </a:txBody>
                  <a:tcPr>
                    <a:solidFill>
                      <a:schemeClr val="bg2"/>
                    </a:solidFill>
                  </a:tcPr>
                </a:tc>
                <a:tc>
                  <a:txBody>
                    <a:bodyPr/>
                    <a:lstStyle/>
                    <a:p>
                      <a:pPr algn="ctr" fontAlgn="t"/>
                      <a:r>
                        <a:rPr lang="en-GB" sz="1400" dirty="0">
                          <a:solidFill>
                            <a:srgbClr val="292929"/>
                          </a:solidFill>
                          <a:effectLst/>
                        </a:rPr>
                        <a:t>65</a:t>
                      </a:r>
                    </a:p>
                  </a:txBody>
                  <a:tcPr>
                    <a:solidFill>
                      <a:schemeClr val="bg2"/>
                    </a:solidFill>
                  </a:tcPr>
                </a:tc>
                <a:tc>
                  <a:txBody>
                    <a:bodyPr/>
                    <a:lstStyle/>
                    <a:p>
                      <a:pPr algn="ctr" fontAlgn="t"/>
                      <a:r>
                        <a:rPr lang="en-GB" sz="1400" dirty="0">
                          <a:solidFill>
                            <a:srgbClr val="292929"/>
                          </a:solidFill>
                          <a:effectLst/>
                        </a:rPr>
                        <a:t>70</a:t>
                      </a:r>
                    </a:p>
                  </a:txBody>
                  <a:tcPr>
                    <a:solidFill>
                      <a:schemeClr val="bg2"/>
                    </a:solidFill>
                  </a:tcPr>
                </a:tc>
                <a:tc>
                  <a:txBody>
                    <a:bodyPr/>
                    <a:lstStyle/>
                    <a:p>
                      <a:pPr algn="ctr" fontAlgn="t"/>
                      <a:r>
                        <a:rPr lang="en-GB" sz="1400" dirty="0">
                          <a:solidFill>
                            <a:srgbClr val="292929"/>
                          </a:solidFill>
                          <a:effectLst/>
                        </a:rPr>
                        <a:t>125</a:t>
                      </a:r>
                    </a:p>
                  </a:txBody>
                  <a:tcPr>
                    <a:solidFill>
                      <a:schemeClr val="bg2"/>
                    </a:solidFill>
                  </a:tcPr>
                </a:tc>
                <a:tc>
                  <a:txBody>
                    <a:bodyPr/>
                    <a:lstStyle/>
                    <a:p>
                      <a:pPr algn="ctr" fontAlgn="t"/>
                      <a:r>
                        <a:rPr lang="en-GB" sz="1400" dirty="0">
                          <a:solidFill>
                            <a:srgbClr val="292929"/>
                          </a:solidFill>
                          <a:effectLst/>
                        </a:rPr>
                        <a:t>150</a:t>
                      </a:r>
                    </a:p>
                  </a:txBody>
                  <a:tcPr>
                    <a:solidFill>
                      <a:schemeClr val="bg2"/>
                    </a:solidFill>
                  </a:tcPr>
                </a:tc>
                <a:extLst>
                  <a:ext uri="{0D108BD9-81ED-4DB2-BD59-A6C34878D82A}">
                    <a16:rowId xmlns:a16="http://schemas.microsoft.com/office/drawing/2014/main" val="2096030973"/>
                  </a:ext>
                </a:extLst>
              </a:tr>
            </a:tbl>
          </a:graphicData>
        </a:graphic>
      </p:graphicFrame>
      <p:graphicFrame>
        <p:nvGraphicFramePr>
          <p:cNvPr id="9" name="Table 8">
            <a:extLst>
              <a:ext uri="{FF2B5EF4-FFF2-40B4-BE49-F238E27FC236}">
                <a16:creationId xmlns:a16="http://schemas.microsoft.com/office/drawing/2014/main" id="{6E5018DC-34A3-A0FE-4F63-783F90FCFD60}"/>
              </a:ext>
            </a:extLst>
          </p:cNvPr>
          <p:cNvGraphicFramePr>
            <a:graphicFrameLocks noGrp="1"/>
          </p:cNvGraphicFramePr>
          <p:nvPr>
            <p:extLst>
              <p:ext uri="{D42A27DB-BD31-4B8C-83A1-F6EECF244321}">
                <p14:modId xmlns:p14="http://schemas.microsoft.com/office/powerpoint/2010/main" val="273031493"/>
              </p:ext>
            </p:extLst>
          </p:nvPr>
        </p:nvGraphicFramePr>
        <p:xfrm>
          <a:off x="2361008" y="4187638"/>
          <a:ext cx="1917339" cy="609600"/>
        </p:xfrm>
        <a:graphic>
          <a:graphicData uri="http://schemas.openxmlformats.org/drawingml/2006/table">
            <a:tbl>
              <a:tblPr firstRow="1" bandRow="1">
                <a:tableStyleId>{2D5ABB26-0587-4C30-8999-92F81FD0307C}</a:tableStyleId>
              </a:tblPr>
              <a:tblGrid>
                <a:gridCol w="1198418">
                  <a:extLst>
                    <a:ext uri="{9D8B030D-6E8A-4147-A177-3AD203B41FA5}">
                      <a16:colId xmlns:a16="http://schemas.microsoft.com/office/drawing/2014/main" val="1292685733"/>
                    </a:ext>
                  </a:extLst>
                </a:gridCol>
                <a:gridCol w="718921">
                  <a:extLst>
                    <a:ext uri="{9D8B030D-6E8A-4147-A177-3AD203B41FA5}">
                      <a16:colId xmlns:a16="http://schemas.microsoft.com/office/drawing/2014/main" val="3403243435"/>
                    </a:ext>
                  </a:extLst>
                </a:gridCol>
              </a:tblGrid>
              <a:tr h="243178">
                <a:tc>
                  <a:txBody>
                    <a:bodyPr/>
                    <a:lstStyle/>
                    <a:p>
                      <a:pPr algn="ctr" fontAlgn="t"/>
                      <a:r>
                        <a:rPr lang="en-GB" sz="1400" dirty="0">
                          <a:solidFill>
                            <a:schemeClr val="bg1"/>
                          </a:solidFill>
                          <a:effectLst/>
                        </a:rPr>
                        <a:t>Mean</a:t>
                      </a:r>
                    </a:p>
                  </a:txBody>
                  <a:tcPr>
                    <a:solidFill>
                      <a:schemeClr val="accent2">
                        <a:lumMod val="75000"/>
                      </a:schemeClr>
                    </a:solidFill>
                  </a:tcPr>
                </a:tc>
                <a:tc>
                  <a:txBody>
                    <a:bodyPr/>
                    <a:lstStyle/>
                    <a:p>
                      <a:pPr algn="ctr" fontAlgn="t"/>
                      <a:r>
                        <a:rPr lang="en-GB" sz="1400" dirty="0">
                          <a:solidFill>
                            <a:schemeClr val="accent2">
                              <a:lumMod val="75000"/>
                            </a:schemeClr>
                          </a:solidFill>
                          <a:effectLst/>
                        </a:rPr>
                        <a:t>87</a:t>
                      </a:r>
                    </a:p>
                  </a:txBody>
                  <a:tcPr>
                    <a:solidFill>
                      <a:schemeClr val="bg2"/>
                    </a:solidFill>
                  </a:tcPr>
                </a:tc>
                <a:extLst>
                  <a:ext uri="{0D108BD9-81ED-4DB2-BD59-A6C34878D82A}">
                    <a16:rowId xmlns:a16="http://schemas.microsoft.com/office/drawing/2014/main" val="2096030973"/>
                  </a:ext>
                </a:extLst>
              </a:tr>
              <a:tr h="243178">
                <a:tc>
                  <a:txBody>
                    <a:bodyPr/>
                    <a:lstStyle/>
                    <a:p>
                      <a:pPr algn="ctr" fontAlgn="t"/>
                      <a:r>
                        <a:rPr lang="en-GB" sz="1400" dirty="0">
                          <a:solidFill>
                            <a:schemeClr val="bg1"/>
                          </a:solidFill>
                          <a:effectLst/>
                        </a:rPr>
                        <a:t>Median</a:t>
                      </a:r>
                    </a:p>
                  </a:txBody>
                  <a:tcPr>
                    <a:solidFill>
                      <a:schemeClr val="accent2">
                        <a:lumMod val="75000"/>
                      </a:schemeClr>
                    </a:solidFill>
                  </a:tcPr>
                </a:tc>
                <a:tc>
                  <a:txBody>
                    <a:bodyPr/>
                    <a:lstStyle/>
                    <a:p>
                      <a:pPr algn="ctr" fontAlgn="t"/>
                      <a:r>
                        <a:rPr lang="en-GB" sz="1400" dirty="0">
                          <a:solidFill>
                            <a:schemeClr val="accent2">
                              <a:lumMod val="75000"/>
                            </a:schemeClr>
                          </a:solidFill>
                          <a:effectLst/>
                        </a:rPr>
                        <a:t>85</a:t>
                      </a:r>
                    </a:p>
                  </a:txBody>
                  <a:tcPr>
                    <a:solidFill>
                      <a:schemeClr val="bg2"/>
                    </a:solidFill>
                  </a:tcPr>
                </a:tc>
                <a:extLst>
                  <a:ext uri="{0D108BD9-81ED-4DB2-BD59-A6C34878D82A}">
                    <a16:rowId xmlns:a16="http://schemas.microsoft.com/office/drawing/2014/main" val="3478184958"/>
                  </a:ext>
                </a:extLst>
              </a:tr>
            </a:tbl>
          </a:graphicData>
        </a:graphic>
      </p:graphicFrame>
      <p:graphicFrame>
        <p:nvGraphicFramePr>
          <p:cNvPr id="10" name="Table 9">
            <a:extLst>
              <a:ext uri="{FF2B5EF4-FFF2-40B4-BE49-F238E27FC236}">
                <a16:creationId xmlns:a16="http://schemas.microsoft.com/office/drawing/2014/main" id="{87D810F7-4F2B-AF08-86D8-141A0ACBCA44}"/>
              </a:ext>
            </a:extLst>
          </p:cNvPr>
          <p:cNvGraphicFramePr>
            <a:graphicFrameLocks noGrp="1"/>
          </p:cNvGraphicFramePr>
          <p:nvPr>
            <p:extLst>
              <p:ext uri="{D42A27DB-BD31-4B8C-83A1-F6EECF244321}">
                <p14:modId xmlns:p14="http://schemas.microsoft.com/office/powerpoint/2010/main" val="4005408243"/>
              </p:ext>
            </p:extLst>
          </p:nvPr>
        </p:nvGraphicFramePr>
        <p:xfrm>
          <a:off x="6013461" y="4183797"/>
          <a:ext cx="1904091" cy="609600"/>
        </p:xfrm>
        <a:graphic>
          <a:graphicData uri="http://schemas.openxmlformats.org/drawingml/2006/table">
            <a:tbl>
              <a:tblPr firstRow="1" bandRow="1">
                <a:tableStyleId>{2D5ABB26-0587-4C30-8999-92F81FD0307C}</a:tableStyleId>
              </a:tblPr>
              <a:tblGrid>
                <a:gridCol w="1257761">
                  <a:extLst>
                    <a:ext uri="{9D8B030D-6E8A-4147-A177-3AD203B41FA5}">
                      <a16:colId xmlns:a16="http://schemas.microsoft.com/office/drawing/2014/main" val="1292685733"/>
                    </a:ext>
                  </a:extLst>
                </a:gridCol>
                <a:gridCol w="646330">
                  <a:extLst>
                    <a:ext uri="{9D8B030D-6E8A-4147-A177-3AD203B41FA5}">
                      <a16:colId xmlns:a16="http://schemas.microsoft.com/office/drawing/2014/main" val="3403243435"/>
                    </a:ext>
                  </a:extLst>
                </a:gridCol>
              </a:tblGrid>
              <a:tr h="170818">
                <a:tc>
                  <a:txBody>
                    <a:bodyPr/>
                    <a:lstStyle/>
                    <a:p>
                      <a:pPr algn="ctr" fontAlgn="t"/>
                      <a:r>
                        <a:rPr lang="en-GB" sz="1400" dirty="0">
                          <a:solidFill>
                            <a:schemeClr val="bg1"/>
                          </a:solidFill>
                          <a:effectLst/>
                        </a:rPr>
                        <a:t>Mean</a:t>
                      </a:r>
                    </a:p>
                  </a:txBody>
                  <a:tcPr>
                    <a:solidFill>
                      <a:schemeClr val="accent1">
                        <a:lumMod val="75000"/>
                      </a:schemeClr>
                    </a:solidFill>
                  </a:tcPr>
                </a:tc>
                <a:tc>
                  <a:txBody>
                    <a:bodyPr/>
                    <a:lstStyle/>
                    <a:p>
                      <a:pPr algn="ctr" fontAlgn="t"/>
                      <a:r>
                        <a:rPr lang="en-GB" sz="1400" dirty="0">
                          <a:solidFill>
                            <a:schemeClr val="accent1">
                              <a:lumMod val="75000"/>
                            </a:schemeClr>
                          </a:solidFill>
                          <a:effectLst/>
                        </a:rPr>
                        <a:t>87</a:t>
                      </a:r>
                    </a:p>
                  </a:txBody>
                  <a:tcPr>
                    <a:solidFill>
                      <a:schemeClr val="bg2"/>
                    </a:solidFill>
                  </a:tcPr>
                </a:tc>
                <a:extLst>
                  <a:ext uri="{0D108BD9-81ED-4DB2-BD59-A6C34878D82A}">
                    <a16:rowId xmlns:a16="http://schemas.microsoft.com/office/drawing/2014/main" val="2096030973"/>
                  </a:ext>
                </a:extLst>
              </a:tr>
              <a:tr h="170818">
                <a:tc>
                  <a:txBody>
                    <a:bodyPr/>
                    <a:lstStyle/>
                    <a:p>
                      <a:pPr algn="ctr" fontAlgn="t"/>
                      <a:r>
                        <a:rPr lang="en-GB" sz="1400" dirty="0">
                          <a:solidFill>
                            <a:schemeClr val="bg1"/>
                          </a:solidFill>
                          <a:effectLst/>
                        </a:rPr>
                        <a:t>Median</a:t>
                      </a:r>
                    </a:p>
                  </a:txBody>
                  <a:tcPr>
                    <a:solidFill>
                      <a:schemeClr val="accent1">
                        <a:lumMod val="75000"/>
                      </a:schemeClr>
                    </a:solidFill>
                  </a:tcPr>
                </a:tc>
                <a:tc>
                  <a:txBody>
                    <a:bodyPr/>
                    <a:lstStyle/>
                    <a:p>
                      <a:pPr algn="ctr" fontAlgn="t"/>
                      <a:r>
                        <a:rPr lang="en-GB" sz="1400" dirty="0">
                          <a:solidFill>
                            <a:schemeClr val="accent1">
                              <a:lumMod val="75000"/>
                            </a:schemeClr>
                          </a:solidFill>
                          <a:effectLst/>
                        </a:rPr>
                        <a:t>70</a:t>
                      </a:r>
                    </a:p>
                  </a:txBody>
                  <a:tcPr>
                    <a:solidFill>
                      <a:schemeClr val="bg2"/>
                    </a:solidFill>
                  </a:tcPr>
                </a:tc>
                <a:extLst>
                  <a:ext uri="{0D108BD9-81ED-4DB2-BD59-A6C34878D82A}">
                    <a16:rowId xmlns:a16="http://schemas.microsoft.com/office/drawing/2014/main" val="3478184958"/>
                  </a:ext>
                </a:extLst>
              </a:tr>
            </a:tbl>
          </a:graphicData>
        </a:graphic>
      </p:graphicFrame>
      <p:sp>
        <p:nvSpPr>
          <p:cNvPr id="7" name="Content Placeholder 2">
            <a:extLst>
              <a:ext uri="{FF2B5EF4-FFF2-40B4-BE49-F238E27FC236}">
                <a16:creationId xmlns:a16="http://schemas.microsoft.com/office/drawing/2014/main" id="{8879C8EF-71E0-7971-1D84-26444278FB15}"/>
              </a:ext>
            </a:extLst>
          </p:cNvPr>
          <p:cNvSpPr txBox="1">
            <a:spLocks/>
          </p:cNvSpPr>
          <p:nvPr/>
        </p:nvSpPr>
        <p:spPr>
          <a:xfrm>
            <a:off x="612648" y="1600200"/>
            <a:ext cx="8153400" cy="1228304"/>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fontAlgn="auto">
              <a:spcAft>
                <a:spcPts val="0"/>
              </a:spcAft>
            </a:pPr>
            <a:r>
              <a:rPr lang="en-GB" dirty="0">
                <a:solidFill>
                  <a:schemeClr val="accent6">
                    <a:lumMod val="50000"/>
                  </a:schemeClr>
                </a:solidFill>
              </a:rPr>
              <a:t>Is the information we get from the mean and the median and is it enough?</a:t>
            </a:r>
          </a:p>
        </p:txBody>
      </p:sp>
      <p:sp>
        <p:nvSpPr>
          <p:cNvPr id="12" name="Footer Placeholder 11">
            <a:extLst>
              <a:ext uri="{FF2B5EF4-FFF2-40B4-BE49-F238E27FC236}">
                <a16:creationId xmlns:a16="http://schemas.microsoft.com/office/drawing/2014/main" id="{D877E743-B918-654C-A3F1-256324C7F80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1CDBEF2E-DA81-972D-44CB-8C36D28BB639}"/>
              </a:ext>
            </a:extLst>
          </p:cNvPr>
          <p:cNvSpPr>
            <a:spLocks noGrp="1"/>
          </p:cNvSpPr>
          <p:nvPr>
            <p:ph type="sldNum" sz="quarter" idx="4"/>
          </p:nvPr>
        </p:nvSpPr>
        <p:spPr/>
        <p:txBody>
          <a:bodyPr/>
          <a:lstStyle/>
          <a:p>
            <a:fld id="{9FD7ECCF-50E7-4327-B945-FA93FF7B2BEF}" type="slidenum">
              <a:rPr lang="en-US" smtClean="0"/>
              <a:pPr/>
              <a:t>24</a:t>
            </a:fld>
            <a:r>
              <a:rPr lang="en-GB"/>
              <a:t>/80</a:t>
            </a:r>
            <a:endParaRPr lang="en-US" dirty="0"/>
          </a:p>
        </p:txBody>
      </p:sp>
    </p:spTree>
    <p:extLst>
      <p:ext uri="{BB962C8B-B14F-4D97-AF65-F5344CB8AC3E}">
        <p14:creationId xmlns:p14="http://schemas.microsoft.com/office/powerpoint/2010/main" val="1400181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3E254-2EE0-719C-5AE2-BD274F275573}"/>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FF57F37C-72D7-4C41-F4BB-433C37563CC3}"/>
              </a:ext>
            </a:extLst>
          </p:cNvPr>
          <p:cNvSpPr>
            <a:spLocks noGrp="1"/>
          </p:cNvSpPr>
          <p:nvPr>
            <p:ph sz="quarter" idx="1"/>
          </p:nvPr>
        </p:nvSpPr>
        <p:spPr>
          <a:xfrm>
            <a:off x="612648" y="1542720"/>
            <a:ext cx="8153400" cy="1545248"/>
          </a:xfrm>
        </p:spPr>
        <p:txBody>
          <a:bodyPr>
            <a:normAutofit fontScale="77500" lnSpcReduction="20000"/>
          </a:bodyPr>
          <a:lstStyle/>
          <a:p>
            <a:r>
              <a:rPr lang="en-GB" dirty="0">
                <a:solidFill>
                  <a:schemeClr val="accent6">
                    <a:lumMod val="50000"/>
                  </a:schemeClr>
                </a:solidFill>
              </a:rPr>
              <a:t>The mean and the median look at the middle of the data set, but in order to look how spread the data is we can look at the edges of the dataset.</a:t>
            </a:r>
          </a:p>
          <a:p>
            <a:r>
              <a:rPr lang="en-GB" dirty="0">
                <a:solidFill>
                  <a:schemeClr val="accent6">
                    <a:lumMod val="50000"/>
                  </a:schemeClr>
                </a:solidFill>
              </a:rPr>
              <a:t>To better understand the data we need information about variability </a:t>
            </a:r>
          </a:p>
        </p:txBody>
      </p:sp>
      <p:graphicFrame>
        <p:nvGraphicFramePr>
          <p:cNvPr id="14" name="Table 13">
            <a:extLst>
              <a:ext uri="{FF2B5EF4-FFF2-40B4-BE49-F238E27FC236}">
                <a16:creationId xmlns:a16="http://schemas.microsoft.com/office/drawing/2014/main" id="{2BFD54AC-2725-2A97-79D2-ED8ECCD295AA}"/>
              </a:ext>
            </a:extLst>
          </p:cNvPr>
          <p:cNvGraphicFramePr>
            <a:graphicFrameLocks noGrp="1"/>
          </p:cNvGraphicFramePr>
          <p:nvPr>
            <p:extLst>
              <p:ext uri="{D42A27DB-BD31-4B8C-83A1-F6EECF244321}">
                <p14:modId xmlns:p14="http://schemas.microsoft.com/office/powerpoint/2010/main" val="2716030463"/>
              </p:ext>
            </p:extLst>
          </p:nvPr>
        </p:nvGraphicFramePr>
        <p:xfrm>
          <a:off x="1043608" y="3199130"/>
          <a:ext cx="3308033" cy="609600"/>
        </p:xfrm>
        <a:graphic>
          <a:graphicData uri="http://schemas.openxmlformats.org/drawingml/2006/table">
            <a:tbl>
              <a:tblPr firstRow="1" bandRow="1">
                <a:tableStyleId>{2D5ABB26-0587-4C30-8999-92F81FD0307C}</a:tableStyleId>
              </a:tblPr>
              <a:tblGrid>
                <a:gridCol w="480211">
                  <a:extLst>
                    <a:ext uri="{9D8B030D-6E8A-4147-A177-3AD203B41FA5}">
                      <a16:colId xmlns:a16="http://schemas.microsoft.com/office/drawing/2014/main" val="1292685733"/>
                    </a:ext>
                  </a:extLst>
                </a:gridCol>
                <a:gridCol w="678640">
                  <a:extLst>
                    <a:ext uri="{9D8B030D-6E8A-4147-A177-3AD203B41FA5}">
                      <a16:colId xmlns:a16="http://schemas.microsoft.com/office/drawing/2014/main" val="3403243435"/>
                    </a:ext>
                  </a:extLst>
                </a:gridCol>
                <a:gridCol w="716394">
                  <a:extLst>
                    <a:ext uri="{9D8B030D-6E8A-4147-A177-3AD203B41FA5}">
                      <a16:colId xmlns:a16="http://schemas.microsoft.com/office/drawing/2014/main" val="2639450231"/>
                    </a:ext>
                  </a:extLst>
                </a:gridCol>
                <a:gridCol w="716394">
                  <a:extLst>
                    <a:ext uri="{9D8B030D-6E8A-4147-A177-3AD203B41FA5}">
                      <a16:colId xmlns:a16="http://schemas.microsoft.com/office/drawing/2014/main" val="658216197"/>
                    </a:ext>
                  </a:extLst>
                </a:gridCol>
                <a:gridCol w="716394">
                  <a:extLst>
                    <a:ext uri="{9D8B030D-6E8A-4147-A177-3AD203B41FA5}">
                      <a16:colId xmlns:a16="http://schemas.microsoft.com/office/drawing/2014/main" val="2315751316"/>
                    </a:ext>
                  </a:extLst>
                </a:gridCol>
              </a:tblGrid>
              <a:tr h="0">
                <a:tc gridSpan="5">
                  <a:txBody>
                    <a:bodyPr/>
                    <a:lstStyle/>
                    <a:p>
                      <a:pPr algn="ctr" fontAlgn="t"/>
                      <a:r>
                        <a:rPr lang="en-GB" sz="1400" b="1" dirty="0">
                          <a:solidFill>
                            <a:schemeClr val="bg1"/>
                          </a:solidFill>
                          <a:effectLst/>
                        </a:rPr>
                        <a:t>Data set 1</a:t>
                      </a:r>
                    </a:p>
                  </a:txBody>
                  <a:tcPr>
                    <a:solidFill>
                      <a:schemeClr val="accent2">
                        <a:lumMod val="75000"/>
                      </a:schemeClr>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extLst>
                  <a:ext uri="{0D108BD9-81ED-4DB2-BD59-A6C34878D82A}">
                    <a16:rowId xmlns:a16="http://schemas.microsoft.com/office/drawing/2014/main" val="1147096734"/>
                  </a:ext>
                </a:extLst>
              </a:tr>
              <a:tr h="0">
                <a:tc>
                  <a:txBody>
                    <a:bodyPr/>
                    <a:lstStyle/>
                    <a:p>
                      <a:pPr algn="ctr" fontAlgn="t"/>
                      <a:r>
                        <a:rPr lang="en-GB" sz="1400" dirty="0">
                          <a:solidFill>
                            <a:srgbClr val="292929"/>
                          </a:solidFill>
                          <a:effectLst/>
                        </a:rPr>
                        <a:t>80</a:t>
                      </a:r>
                    </a:p>
                  </a:txBody>
                  <a:tcPr>
                    <a:solidFill>
                      <a:schemeClr val="bg2"/>
                    </a:solidFill>
                  </a:tcPr>
                </a:tc>
                <a:tc>
                  <a:txBody>
                    <a:bodyPr/>
                    <a:lstStyle/>
                    <a:p>
                      <a:pPr algn="ctr" fontAlgn="t"/>
                      <a:r>
                        <a:rPr lang="en-GB" sz="1400" dirty="0">
                          <a:solidFill>
                            <a:srgbClr val="292929"/>
                          </a:solidFill>
                          <a:effectLst/>
                        </a:rPr>
                        <a:t>85</a:t>
                      </a:r>
                    </a:p>
                  </a:txBody>
                  <a:tcPr>
                    <a:solidFill>
                      <a:schemeClr val="bg2"/>
                    </a:solidFill>
                  </a:tcPr>
                </a:tc>
                <a:tc>
                  <a:txBody>
                    <a:bodyPr/>
                    <a:lstStyle/>
                    <a:p>
                      <a:pPr algn="ctr" fontAlgn="t"/>
                      <a:r>
                        <a:rPr lang="en-GB" sz="1400" dirty="0">
                          <a:solidFill>
                            <a:srgbClr val="292929"/>
                          </a:solidFill>
                          <a:effectLst/>
                        </a:rPr>
                        <a:t>85</a:t>
                      </a:r>
                    </a:p>
                  </a:txBody>
                  <a:tcPr>
                    <a:solidFill>
                      <a:schemeClr val="bg2"/>
                    </a:solidFill>
                  </a:tcPr>
                </a:tc>
                <a:tc>
                  <a:txBody>
                    <a:bodyPr/>
                    <a:lstStyle/>
                    <a:p>
                      <a:pPr algn="ctr" fontAlgn="t"/>
                      <a:r>
                        <a:rPr lang="en-GB" sz="1400" dirty="0">
                          <a:solidFill>
                            <a:srgbClr val="292929"/>
                          </a:solidFill>
                          <a:effectLst/>
                        </a:rPr>
                        <a:t>90</a:t>
                      </a:r>
                    </a:p>
                  </a:txBody>
                  <a:tcPr>
                    <a:solidFill>
                      <a:schemeClr val="bg2"/>
                    </a:solidFill>
                  </a:tcPr>
                </a:tc>
                <a:tc>
                  <a:txBody>
                    <a:bodyPr/>
                    <a:lstStyle/>
                    <a:p>
                      <a:pPr algn="ctr" fontAlgn="t"/>
                      <a:r>
                        <a:rPr lang="en-GB" sz="1400" dirty="0">
                          <a:solidFill>
                            <a:srgbClr val="292929"/>
                          </a:solidFill>
                          <a:effectLst/>
                        </a:rPr>
                        <a:t>95</a:t>
                      </a:r>
                    </a:p>
                  </a:txBody>
                  <a:tcPr>
                    <a:solidFill>
                      <a:schemeClr val="bg2"/>
                    </a:solidFill>
                  </a:tcPr>
                </a:tc>
                <a:extLst>
                  <a:ext uri="{0D108BD9-81ED-4DB2-BD59-A6C34878D82A}">
                    <a16:rowId xmlns:a16="http://schemas.microsoft.com/office/drawing/2014/main" val="2096030973"/>
                  </a:ext>
                </a:extLst>
              </a:tr>
            </a:tbl>
          </a:graphicData>
        </a:graphic>
      </p:graphicFrame>
      <p:graphicFrame>
        <p:nvGraphicFramePr>
          <p:cNvPr id="15" name="Table 14">
            <a:extLst>
              <a:ext uri="{FF2B5EF4-FFF2-40B4-BE49-F238E27FC236}">
                <a16:creationId xmlns:a16="http://schemas.microsoft.com/office/drawing/2014/main" id="{37851428-CDB4-4B20-C417-ABBC43729982}"/>
              </a:ext>
            </a:extLst>
          </p:cNvPr>
          <p:cNvGraphicFramePr>
            <a:graphicFrameLocks noGrp="1"/>
          </p:cNvGraphicFramePr>
          <p:nvPr>
            <p:extLst>
              <p:ext uri="{D42A27DB-BD31-4B8C-83A1-F6EECF244321}">
                <p14:modId xmlns:p14="http://schemas.microsoft.com/office/powerpoint/2010/main" val="3161629519"/>
              </p:ext>
            </p:extLst>
          </p:nvPr>
        </p:nvGraphicFramePr>
        <p:xfrm>
          <a:off x="988187" y="4639137"/>
          <a:ext cx="3358340" cy="609600"/>
        </p:xfrm>
        <a:graphic>
          <a:graphicData uri="http://schemas.openxmlformats.org/drawingml/2006/table">
            <a:tbl>
              <a:tblPr firstRow="1" bandRow="1">
                <a:tableStyleId>{2D5ABB26-0587-4C30-8999-92F81FD0307C}</a:tableStyleId>
              </a:tblPr>
              <a:tblGrid>
                <a:gridCol w="530517">
                  <a:extLst>
                    <a:ext uri="{9D8B030D-6E8A-4147-A177-3AD203B41FA5}">
                      <a16:colId xmlns:a16="http://schemas.microsoft.com/office/drawing/2014/main" val="1292685733"/>
                    </a:ext>
                  </a:extLst>
                </a:gridCol>
                <a:gridCol w="678641">
                  <a:extLst>
                    <a:ext uri="{9D8B030D-6E8A-4147-A177-3AD203B41FA5}">
                      <a16:colId xmlns:a16="http://schemas.microsoft.com/office/drawing/2014/main" val="3403243435"/>
                    </a:ext>
                  </a:extLst>
                </a:gridCol>
                <a:gridCol w="716394">
                  <a:extLst>
                    <a:ext uri="{9D8B030D-6E8A-4147-A177-3AD203B41FA5}">
                      <a16:colId xmlns:a16="http://schemas.microsoft.com/office/drawing/2014/main" val="2639450231"/>
                    </a:ext>
                  </a:extLst>
                </a:gridCol>
                <a:gridCol w="716394">
                  <a:extLst>
                    <a:ext uri="{9D8B030D-6E8A-4147-A177-3AD203B41FA5}">
                      <a16:colId xmlns:a16="http://schemas.microsoft.com/office/drawing/2014/main" val="658216197"/>
                    </a:ext>
                  </a:extLst>
                </a:gridCol>
                <a:gridCol w="716394">
                  <a:extLst>
                    <a:ext uri="{9D8B030D-6E8A-4147-A177-3AD203B41FA5}">
                      <a16:colId xmlns:a16="http://schemas.microsoft.com/office/drawing/2014/main" val="2315751316"/>
                    </a:ext>
                  </a:extLst>
                </a:gridCol>
              </a:tblGrid>
              <a:tr h="0">
                <a:tc gridSpan="5">
                  <a:txBody>
                    <a:bodyPr/>
                    <a:lstStyle/>
                    <a:p>
                      <a:pPr algn="ctr" fontAlgn="t"/>
                      <a:r>
                        <a:rPr lang="en-GB" sz="1400" b="1" dirty="0">
                          <a:solidFill>
                            <a:schemeClr val="bg1"/>
                          </a:solidFill>
                          <a:effectLst/>
                        </a:rPr>
                        <a:t>Data set 2</a:t>
                      </a:r>
                    </a:p>
                  </a:txBody>
                  <a:tcPr>
                    <a:solidFill>
                      <a:schemeClr val="accent1">
                        <a:lumMod val="75000"/>
                      </a:schemeClr>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tc hMerge="1">
                  <a:txBody>
                    <a:bodyPr/>
                    <a:lstStyle/>
                    <a:p>
                      <a:pPr fontAlgn="t"/>
                      <a:endParaRPr lang="en-GB" sz="1600" dirty="0">
                        <a:solidFill>
                          <a:srgbClr val="292929"/>
                        </a:solidFill>
                        <a:effectLst/>
                      </a:endParaRPr>
                    </a:p>
                  </a:txBody>
                  <a:tcPr>
                    <a:solidFill>
                      <a:schemeClr val="bg2"/>
                    </a:solidFill>
                  </a:tcPr>
                </a:tc>
                <a:extLst>
                  <a:ext uri="{0D108BD9-81ED-4DB2-BD59-A6C34878D82A}">
                    <a16:rowId xmlns:a16="http://schemas.microsoft.com/office/drawing/2014/main" val="1147096734"/>
                  </a:ext>
                </a:extLst>
              </a:tr>
              <a:tr h="0">
                <a:tc>
                  <a:txBody>
                    <a:bodyPr/>
                    <a:lstStyle/>
                    <a:p>
                      <a:pPr algn="ctr" fontAlgn="t"/>
                      <a:r>
                        <a:rPr lang="en-GB" sz="1400" dirty="0">
                          <a:solidFill>
                            <a:srgbClr val="292929"/>
                          </a:solidFill>
                          <a:effectLst/>
                        </a:rPr>
                        <a:t>25</a:t>
                      </a:r>
                    </a:p>
                  </a:txBody>
                  <a:tcPr>
                    <a:solidFill>
                      <a:schemeClr val="bg2"/>
                    </a:solidFill>
                  </a:tcPr>
                </a:tc>
                <a:tc>
                  <a:txBody>
                    <a:bodyPr/>
                    <a:lstStyle/>
                    <a:p>
                      <a:pPr algn="ctr" fontAlgn="t"/>
                      <a:r>
                        <a:rPr lang="en-GB" sz="1400" dirty="0">
                          <a:solidFill>
                            <a:srgbClr val="292929"/>
                          </a:solidFill>
                          <a:effectLst/>
                        </a:rPr>
                        <a:t>65</a:t>
                      </a:r>
                    </a:p>
                  </a:txBody>
                  <a:tcPr>
                    <a:solidFill>
                      <a:schemeClr val="bg2"/>
                    </a:solidFill>
                  </a:tcPr>
                </a:tc>
                <a:tc>
                  <a:txBody>
                    <a:bodyPr/>
                    <a:lstStyle/>
                    <a:p>
                      <a:pPr algn="ctr" fontAlgn="t"/>
                      <a:r>
                        <a:rPr lang="en-GB" sz="1400" dirty="0">
                          <a:solidFill>
                            <a:srgbClr val="292929"/>
                          </a:solidFill>
                          <a:effectLst/>
                        </a:rPr>
                        <a:t>70</a:t>
                      </a:r>
                    </a:p>
                  </a:txBody>
                  <a:tcPr>
                    <a:solidFill>
                      <a:schemeClr val="bg2"/>
                    </a:solidFill>
                  </a:tcPr>
                </a:tc>
                <a:tc>
                  <a:txBody>
                    <a:bodyPr/>
                    <a:lstStyle/>
                    <a:p>
                      <a:pPr algn="ctr" fontAlgn="t"/>
                      <a:r>
                        <a:rPr lang="en-GB" sz="1400" dirty="0">
                          <a:solidFill>
                            <a:srgbClr val="292929"/>
                          </a:solidFill>
                          <a:effectLst/>
                        </a:rPr>
                        <a:t>125</a:t>
                      </a:r>
                    </a:p>
                  </a:txBody>
                  <a:tcPr>
                    <a:solidFill>
                      <a:schemeClr val="bg2"/>
                    </a:solidFill>
                  </a:tcPr>
                </a:tc>
                <a:tc>
                  <a:txBody>
                    <a:bodyPr/>
                    <a:lstStyle/>
                    <a:p>
                      <a:pPr algn="ctr" fontAlgn="t"/>
                      <a:r>
                        <a:rPr lang="en-GB" sz="1400" dirty="0">
                          <a:solidFill>
                            <a:srgbClr val="292929"/>
                          </a:solidFill>
                          <a:effectLst/>
                        </a:rPr>
                        <a:t>150</a:t>
                      </a:r>
                    </a:p>
                  </a:txBody>
                  <a:tcPr>
                    <a:solidFill>
                      <a:schemeClr val="bg2"/>
                    </a:solidFill>
                  </a:tcPr>
                </a:tc>
                <a:extLst>
                  <a:ext uri="{0D108BD9-81ED-4DB2-BD59-A6C34878D82A}">
                    <a16:rowId xmlns:a16="http://schemas.microsoft.com/office/drawing/2014/main" val="2096030973"/>
                  </a:ext>
                </a:extLst>
              </a:tr>
            </a:tbl>
          </a:graphicData>
        </a:graphic>
      </p:graphicFrame>
      <p:graphicFrame>
        <p:nvGraphicFramePr>
          <p:cNvPr id="16" name="Table 15">
            <a:extLst>
              <a:ext uri="{FF2B5EF4-FFF2-40B4-BE49-F238E27FC236}">
                <a16:creationId xmlns:a16="http://schemas.microsoft.com/office/drawing/2014/main" id="{960A40D8-1FDB-38CE-DD5F-654024ECA692}"/>
              </a:ext>
            </a:extLst>
          </p:cNvPr>
          <p:cNvGraphicFramePr>
            <a:graphicFrameLocks noGrp="1"/>
          </p:cNvGraphicFramePr>
          <p:nvPr>
            <p:extLst>
              <p:ext uri="{D42A27DB-BD31-4B8C-83A1-F6EECF244321}">
                <p14:modId xmlns:p14="http://schemas.microsoft.com/office/powerpoint/2010/main" val="1221554529"/>
              </p:ext>
            </p:extLst>
          </p:nvPr>
        </p:nvGraphicFramePr>
        <p:xfrm>
          <a:off x="2441541" y="3861252"/>
          <a:ext cx="1917339" cy="609600"/>
        </p:xfrm>
        <a:graphic>
          <a:graphicData uri="http://schemas.openxmlformats.org/drawingml/2006/table">
            <a:tbl>
              <a:tblPr firstRow="1" bandRow="1">
                <a:tableStyleId>{2D5ABB26-0587-4C30-8999-92F81FD0307C}</a:tableStyleId>
              </a:tblPr>
              <a:tblGrid>
                <a:gridCol w="1198418">
                  <a:extLst>
                    <a:ext uri="{9D8B030D-6E8A-4147-A177-3AD203B41FA5}">
                      <a16:colId xmlns:a16="http://schemas.microsoft.com/office/drawing/2014/main" val="1292685733"/>
                    </a:ext>
                  </a:extLst>
                </a:gridCol>
                <a:gridCol w="718921">
                  <a:extLst>
                    <a:ext uri="{9D8B030D-6E8A-4147-A177-3AD203B41FA5}">
                      <a16:colId xmlns:a16="http://schemas.microsoft.com/office/drawing/2014/main" val="3403243435"/>
                    </a:ext>
                  </a:extLst>
                </a:gridCol>
              </a:tblGrid>
              <a:tr h="243178">
                <a:tc>
                  <a:txBody>
                    <a:bodyPr/>
                    <a:lstStyle/>
                    <a:p>
                      <a:pPr algn="ctr" fontAlgn="t"/>
                      <a:r>
                        <a:rPr lang="en-GB" sz="1400" dirty="0">
                          <a:solidFill>
                            <a:schemeClr val="bg1"/>
                          </a:solidFill>
                          <a:effectLst/>
                        </a:rPr>
                        <a:t>Mean</a:t>
                      </a:r>
                    </a:p>
                  </a:txBody>
                  <a:tcPr>
                    <a:solidFill>
                      <a:schemeClr val="accent2">
                        <a:lumMod val="75000"/>
                      </a:schemeClr>
                    </a:solidFill>
                  </a:tcPr>
                </a:tc>
                <a:tc>
                  <a:txBody>
                    <a:bodyPr/>
                    <a:lstStyle/>
                    <a:p>
                      <a:pPr algn="ctr" fontAlgn="t"/>
                      <a:r>
                        <a:rPr lang="en-GB" sz="1400" dirty="0">
                          <a:solidFill>
                            <a:schemeClr val="accent2">
                              <a:lumMod val="75000"/>
                            </a:schemeClr>
                          </a:solidFill>
                          <a:effectLst/>
                        </a:rPr>
                        <a:t>87</a:t>
                      </a:r>
                    </a:p>
                  </a:txBody>
                  <a:tcPr>
                    <a:solidFill>
                      <a:schemeClr val="bg2"/>
                    </a:solidFill>
                  </a:tcPr>
                </a:tc>
                <a:extLst>
                  <a:ext uri="{0D108BD9-81ED-4DB2-BD59-A6C34878D82A}">
                    <a16:rowId xmlns:a16="http://schemas.microsoft.com/office/drawing/2014/main" val="2096030973"/>
                  </a:ext>
                </a:extLst>
              </a:tr>
              <a:tr h="243178">
                <a:tc>
                  <a:txBody>
                    <a:bodyPr/>
                    <a:lstStyle/>
                    <a:p>
                      <a:pPr algn="ctr" fontAlgn="t"/>
                      <a:r>
                        <a:rPr lang="en-GB" sz="1400" dirty="0">
                          <a:solidFill>
                            <a:schemeClr val="bg1"/>
                          </a:solidFill>
                          <a:effectLst/>
                        </a:rPr>
                        <a:t>Median</a:t>
                      </a:r>
                    </a:p>
                  </a:txBody>
                  <a:tcPr>
                    <a:solidFill>
                      <a:schemeClr val="accent2">
                        <a:lumMod val="75000"/>
                      </a:schemeClr>
                    </a:solidFill>
                  </a:tcPr>
                </a:tc>
                <a:tc>
                  <a:txBody>
                    <a:bodyPr/>
                    <a:lstStyle/>
                    <a:p>
                      <a:pPr algn="ctr" fontAlgn="t"/>
                      <a:r>
                        <a:rPr lang="en-GB" sz="1400" dirty="0">
                          <a:solidFill>
                            <a:schemeClr val="accent2">
                              <a:lumMod val="75000"/>
                            </a:schemeClr>
                          </a:solidFill>
                          <a:effectLst/>
                        </a:rPr>
                        <a:t>85</a:t>
                      </a:r>
                    </a:p>
                  </a:txBody>
                  <a:tcPr>
                    <a:solidFill>
                      <a:schemeClr val="bg2"/>
                    </a:solidFill>
                  </a:tcPr>
                </a:tc>
                <a:extLst>
                  <a:ext uri="{0D108BD9-81ED-4DB2-BD59-A6C34878D82A}">
                    <a16:rowId xmlns:a16="http://schemas.microsoft.com/office/drawing/2014/main" val="3478184958"/>
                  </a:ext>
                </a:extLst>
              </a:tr>
            </a:tbl>
          </a:graphicData>
        </a:graphic>
      </p:graphicFrame>
      <p:graphicFrame>
        <p:nvGraphicFramePr>
          <p:cNvPr id="17" name="Table 16">
            <a:extLst>
              <a:ext uri="{FF2B5EF4-FFF2-40B4-BE49-F238E27FC236}">
                <a16:creationId xmlns:a16="http://schemas.microsoft.com/office/drawing/2014/main" id="{CE493911-D037-5FA8-B171-E4C21C4A78F6}"/>
              </a:ext>
            </a:extLst>
          </p:cNvPr>
          <p:cNvGraphicFramePr>
            <a:graphicFrameLocks noGrp="1"/>
          </p:cNvGraphicFramePr>
          <p:nvPr>
            <p:extLst>
              <p:ext uri="{D42A27DB-BD31-4B8C-83A1-F6EECF244321}">
                <p14:modId xmlns:p14="http://schemas.microsoft.com/office/powerpoint/2010/main" val="1921547895"/>
              </p:ext>
            </p:extLst>
          </p:nvPr>
        </p:nvGraphicFramePr>
        <p:xfrm>
          <a:off x="2454789" y="5325345"/>
          <a:ext cx="1904091" cy="609600"/>
        </p:xfrm>
        <a:graphic>
          <a:graphicData uri="http://schemas.openxmlformats.org/drawingml/2006/table">
            <a:tbl>
              <a:tblPr firstRow="1" bandRow="1">
                <a:tableStyleId>{2D5ABB26-0587-4C30-8999-92F81FD0307C}</a:tableStyleId>
              </a:tblPr>
              <a:tblGrid>
                <a:gridCol w="1257761">
                  <a:extLst>
                    <a:ext uri="{9D8B030D-6E8A-4147-A177-3AD203B41FA5}">
                      <a16:colId xmlns:a16="http://schemas.microsoft.com/office/drawing/2014/main" val="1292685733"/>
                    </a:ext>
                  </a:extLst>
                </a:gridCol>
                <a:gridCol w="646330">
                  <a:extLst>
                    <a:ext uri="{9D8B030D-6E8A-4147-A177-3AD203B41FA5}">
                      <a16:colId xmlns:a16="http://schemas.microsoft.com/office/drawing/2014/main" val="3403243435"/>
                    </a:ext>
                  </a:extLst>
                </a:gridCol>
              </a:tblGrid>
              <a:tr h="170818">
                <a:tc>
                  <a:txBody>
                    <a:bodyPr/>
                    <a:lstStyle/>
                    <a:p>
                      <a:pPr algn="ctr" fontAlgn="t"/>
                      <a:r>
                        <a:rPr lang="en-GB" sz="1400" dirty="0">
                          <a:solidFill>
                            <a:schemeClr val="bg1"/>
                          </a:solidFill>
                          <a:effectLst/>
                        </a:rPr>
                        <a:t>Mean</a:t>
                      </a:r>
                    </a:p>
                  </a:txBody>
                  <a:tcPr>
                    <a:solidFill>
                      <a:schemeClr val="accent1">
                        <a:lumMod val="75000"/>
                      </a:schemeClr>
                    </a:solidFill>
                  </a:tcPr>
                </a:tc>
                <a:tc>
                  <a:txBody>
                    <a:bodyPr/>
                    <a:lstStyle/>
                    <a:p>
                      <a:pPr algn="ctr" fontAlgn="t"/>
                      <a:r>
                        <a:rPr lang="en-GB" sz="1400" dirty="0">
                          <a:solidFill>
                            <a:schemeClr val="accent1">
                              <a:lumMod val="75000"/>
                            </a:schemeClr>
                          </a:solidFill>
                          <a:effectLst/>
                        </a:rPr>
                        <a:t>87</a:t>
                      </a:r>
                    </a:p>
                  </a:txBody>
                  <a:tcPr>
                    <a:solidFill>
                      <a:schemeClr val="bg2"/>
                    </a:solidFill>
                  </a:tcPr>
                </a:tc>
                <a:extLst>
                  <a:ext uri="{0D108BD9-81ED-4DB2-BD59-A6C34878D82A}">
                    <a16:rowId xmlns:a16="http://schemas.microsoft.com/office/drawing/2014/main" val="2096030973"/>
                  </a:ext>
                </a:extLst>
              </a:tr>
              <a:tr h="170818">
                <a:tc>
                  <a:txBody>
                    <a:bodyPr/>
                    <a:lstStyle/>
                    <a:p>
                      <a:pPr algn="ctr" fontAlgn="t"/>
                      <a:r>
                        <a:rPr lang="en-GB" sz="1400" dirty="0">
                          <a:solidFill>
                            <a:schemeClr val="bg1"/>
                          </a:solidFill>
                          <a:effectLst/>
                        </a:rPr>
                        <a:t>Median</a:t>
                      </a:r>
                    </a:p>
                  </a:txBody>
                  <a:tcPr>
                    <a:solidFill>
                      <a:schemeClr val="accent1">
                        <a:lumMod val="75000"/>
                      </a:schemeClr>
                    </a:solidFill>
                  </a:tcPr>
                </a:tc>
                <a:tc>
                  <a:txBody>
                    <a:bodyPr/>
                    <a:lstStyle/>
                    <a:p>
                      <a:pPr algn="ctr" fontAlgn="t"/>
                      <a:r>
                        <a:rPr lang="en-GB" sz="1400" dirty="0">
                          <a:solidFill>
                            <a:schemeClr val="accent1">
                              <a:lumMod val="75000"/>
                            </a:schemeClr>
                          </a:solidFill>
                          <a:effectLst/>
                        </a:rPr>
                        <a:t>70</a:t>
                      </a:r>
                    </a:p>
                  </a:txBody>
                  <a:tcPr>
                    <a:solidFill>
                      <a:schemeClr val="bg2"/>
                    </a:solidFill>
                  </a:tcPr>
                </a:tc>
                <a:extLst>
                  <a:ext uri="{0D108BD9-81ED-4DB2-BD59-A6C34878D82A}">
                    <a16:rowId xmlns:a16="http://schemas.microsoft.com/office/drawing/2014/main" val="3478184958"/>
                  </a:ext>
                </a:extLst>
              </a:tr>
            </a:tbl>
          </a:graphicData>
        </a:graphic>
      </p:graphicFrame>
      <mc:AlternateContent xmlns:mc="http://schemas.openxmlformats.org/markup-compatibility/2006" xmlns:cx1="http://schemas.microsoft.com/office/drawing/2015/9/8/chartex">
        <mc:Choice Requires="cx1">
          <p:graphicFrame>
            <p:nvGraphicFramePr>
              <p:cNvPr id="18" name="Chart 17">
                <a:extLst>
                  <a:ext uri="{FF2B5EF4-FFF2-40B4-BE49-F238E27FC236}">
                    <a16:creationId xmlns:a16="http://schemas.microsoft.com/office/drawing/2014/main" id="{26FFB5AF-3EF9-4B1A-A203-0544B735A01A}"/>
                  </a:ext>
                </a:extLst>
              </p:cNvPr>
              <p:cNvGraphicFramePr/>
              <p:nvPr>
                <p:extLst>
                  <p:ext uri="{D42A27DB-BD31-4B8C-83A1-F6EECF244321}">
                    <p14:modId xmlns:p14="http://schemas.microsoft.com/office/powerpoint/2010/main" val="534202552"/>
                  </p:ext>
                </p:extLst>
              </p:nvPr>
            </p:nvGraphicFramePr>
            <p:xfrm>
              <a:off x="4572000" y="3032383"/>
              <a:ext cx="4154686" cy="306350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8" name="Chart 17">
                <a:extLst>
                  <a:ext uri="{FF2B5EF4-FFF2-40B4-BE49-F238E27FC236}">
                    <a16:creationId xmlns:a16="http://schemas.microsoft.com/office/drawing/2014/main" id="{26FFB5AF-3EF9-4B1A-A203-0544B735A01A}"/>
                  </a:ext>
                </a:extLst>
              </p:cNvPr>
              <p:cNvPicPr>
                <a:picLocks noGrp="1" noRot="1" noChangeAspect="1" noMove="1" noResize="1" noEditPoints="1" noAdjustHandles="1" noChangeArrowheads="1" noChangeShapeType="1"/>
              </p:cNvPicPr>
              <p:nvPr/>
            </p:nvPicPr>
            <p:blipFill>
              <a:blip r:embed="rId3"/>
              <a:stretch>
                <a:fillRect/>
              </a:stretch>
            </p:blipFill>
            <p:spPr>
              <a:xfrm>
                <a:off x="4572000" y="3032383"/>
                <a:ext cx="4154686" cy="3063504"/>
              </a:xfrm>
              <a:prstGeom prst="rect">
                <a:avLst/>
              </a:prstGeom>
            </p:spPr>
          </p:pic>
        </mc:Fallback>
      </mc:AlternateContent>
      <p:sp>
        <p:nvSpPr>
          <p:cNvPr id="19" name="Footer Placeholder 18">
            <a:extLst>
              <a:ext uri="{FF2B5EF4-FFF2-40B4-BE49-F238E27FC236}">
                <a16:creationId xmlns:a16="http://schemas.microsoft.com/office/drawing/2014/main" id="{48D327B2-DB5A-5A38-5142-A093E3C5FB8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0" name="Slide Number Placeholder 19">
            <a:extLst>
              <a:ext uri="{FF2B5EF4-FFF2-40B4-BE49-F238E27FC236}">
                <a16:creationId xmlns:a16="http://schemas.microsoft.com/office/drawing/2014/main" id="{F34F3198-E57E-A025-73DC-F704C38AD28E}"/>
              </a:ext>
            </a:extLst>
          </p:cNvPr>
          <p:cNvSpPr>
            <a:spLocks noGrp="1"/>
          </p:cNvSpPr>
          <p:nvPr>
            <p:ph type="sldNum" sz="quarter" idx="4"/>
          </p:nvPr>
        </p:nvSpPr>
        <p:spPr/>
        <p:txBody>
          <a:bodyPr/>
          <a:lstStyle/>
          <a:p>
            <a:fld id="{9FD7ECCF-50E7-4327-B945-FA93FF7B2BEF}" type="slidenum">
              <a:rPr lang="en-US" smtClean="0"/>
              <a:pPr/>
              <a:t>25</a:t>
            </a:fld>
            <a:r>
              <a:rPr lang="en-GB"/>
              <a:t>/80</a:t>
            </a:r>
            <a:endParaRPr lang="en-US" dirty="0"/>
          </a:p>
        </p:txBody>
      </p:sp>
    </p:spTree>
    <p:extLst>
      <p:ext uri="{BB962C8B-B14F-4D97-AF65-F5344CB8AC3E}">
        <p14:creationId xmlns:p14="http://schemas.microsoft.com/office/powerpoint/2010/main" val="2478527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4784C3-E9D6-08F8-792F-C648D80129C4}"/>
              </a:ext>
            </a:extLst>
          </p:cNvPr>
          <p:cNvPicPr>
            <a:picLocks noChangeAspect="1"/>
          </p:cNvPicPr>
          <p:nvPr/>
        </p:nvPicPr>
        <p:blipFill>
          <a:blip r:embed="rId3"/>
          <a:stretch>
            <a:fillRect/>
          </a:stretch>
        </p:blipFill>
        <p:spPr>
          <a:xfrm>
            <a:off x="5229023" y="2776588"/>
            <a:ext cx="3914977" cy="1914229"/>
          </a:xfrm>
          <a:prstGeom prst="rect">
            <a:avLst/>
          </a:prstGeom>
        </p:spPr>
      </p:pic>
      <p:sp>
        <p:nvSpPr>
          <p:cNvPr id="2" name="Title 1" descr="a graph that depicts Measure of variance ">
            <a:extLst>
              <a:ext uri="{FF2B5EF4-FFF2-40B4-BE49-F238E27FC236}">
                <a16:creationId xmlns:a16="http://schemas.microsoft.com/office/drawing/2014/main" id="{55AC0C24-80DB-B540-1A19-4EC2C19F1FE1}"/>
              </a:ext>
            </a:extLst>
          </p:cNvPr>
          <p:cNvSpPr>
            <a:spLocks noGrp="1"/>
          </p:cNvSpPr>
          <p:nvPr>
            <p:ph type="title"/>
          </p:nvPr>
        </p:nvSpPr>
        <p:spPr/>
        <p:txBody>
          <a:bodyPr/>
          <a:lstStyle/>
          <a:p>
            <a:r>
              <a:rPr lang="en-GB" dirty="0">
                <a:solidFill>
                  <a:srgbClr val="AC20AF"/>
                </a:solidFill>
              </a:rPr>
              <a:t>Measures of Variability/Spread</a:t>
            </a:r>
            <a:endParaRPr lang="en-GB" b="1" dirty="0">
              <a:solidFill>
                <a:srgbClr val="AC20AF"/>
              </a:solidFill>
            </a:endParaRPr>
          </a:p>
        </p:txBody>
      </p:sp>
      <p:sp>
        <p:nvSpPr>
          <p:cNvPr id="3" name="Content Placeholder 2" descr="standard deviation graph">
            <a:extLst>
              <a:ext uri="{FF2B5EF4-FFF2-40B4-BE49-F238E27FC236}">
                <a16:creationId xmlns:a16="http://schemas.microsoft.com/office/drawing/2014/main" id="{17DF0B3F-6048-595F-FFEB-E38327B5233B}"/>
              </a:ext>
            </a:extLst>
          </p:cNvPr>
          <p:cNvSpPr>
            <a:spLocks noGrp="1"/>
          </p:cNvSpPr>
          <p:nvPr>
            <p:ph sz="quarter" idx="1"/>
          </p:nvPr>
        </p:nvSpPr>
        <p:spPr>
          <a:xfrm>
            <a:off x="609600" y="1516698"/>
            <a:ext cx="5186536" cy="5029006"/>
          </a:xfrm>
        </p:spPr>
        <p:txBody>
          <a:bodyPr>
            <a:normAutofit fontScale="62500" lnSpcReduction="20000"/>
          </a:bodyPr>
          <a:lstStyle/>
          <a:p>
            <a:pPr>
              <a:lnSpc>
                <a:spcPct val="120000"/>
              </a:lnSpc>
              <a:spcBef>
                <a:spcPts val="600"/>
              </a:spcBef>
              <a:spcAft>
                <a:spcPts val="600"/>
              </a:spcAft>
            </a:pPr>
            <a:r>
              <a:rPr lang="en-GB" b="0" i="0" dirty="0">
                <a:solidFill>
                  <a:srgbClr val="3D3B49"/>
                </a:solidFill>
                <a:effectLst/>
              </a:rPr>
              <a:t>Measures in this group include:</a:t>
            </a:r>
          </a:p>
          <a:p>
            <a:pPr lvl="1">
              <a:lnSpc>
                <a:spcPct val="120000"/>
              </a:lnSpc>
              <a:spcBef>
                <a:spcPts val="600"/>
              </a:spcBef>
              <a:spcAft>
                <a:spcPts val="600"/>
              </a:spcAft>
            </a:pPr>
            <a:r>
              <a:rPr lang="en-GB" b="1" i="0" dirty="0">
                <a:solidFill>
                  <a:srgbClr val="3D3B49"/>
                </a:solidFill>
                <a:effectLst/>
              </a:rPr>
              <a:t>Range</a:t>
            </a:r>
            <a:r>
              <a:rPr lang="en-GB" b="0" i="0" dirty="0">
                <a:solidFill>
                  <a:srgbClr val="3D3B49"/>
                </a:solidFill>
                <a:effectLst/>
              </a:rPr>
              <a:t> - </a:t>
            </a:r>
            <a:r>
              <a:rPr lang="en-GB" sz="2800" dirty="0">
                <a:solidFill>
                  <a:schemeClr val="tx1">
                    <a:lumMod val="75000"/>
                    <a:lumOff val="25000"/>
                  </a:schemeClr>
                </a:solidFill>
              </a:rPr>
              <a:t>the distance between the highest and lowest scores in the data set</a:t>
            </a:r>
            <a:endParaRPr lang="en-GB" b="1" i="0" dirty="0">
              <a:solidFill>
                <a:srgbClr val="3D3B49"/>
              </a:solidFill>
              <a:effectLst/>
            </a:endParaRPr>
          </a:p>
          <a:p>
            <a:pPr lvl="1">
              <a:lnSpc>
                <a:spcPct val="120000"/>
              </a:lnSpc>
              <a:spcBef>
                <a:spcPts val="600"/>
              </a:spcBef>
              <a:spcAft>
                <a:spcPts val="600"/>
              </a:spcAft>
            </a:pPr>
            <a:r>
              <a:rPr lang="en-GB" sz="2900" dirty="0">
                <a:solidFill>
                  <a:schemeClr val="tx1">
                    <a:lumMod val="75000"/>
                    <a:lumOff val="25000"/>
                  </a:schemeClr>
                </a:solidFill>
              </a:rPr>
              <a:t>The </a:t>
            </a:r>
            <a:r>
              <a:rPr lang="en-GB" sz="2900" b="1" dirty="0">
                <a:solidFill>
                  <a:schemeClr val="tx1">
                    <a:lumMod val="75000"/>
                    <a:lumOff val="25000"/>
                  </a:schemeClr>
                </a:solidFill>
              </a:rPr>
              <a:t>variance</a:t>
            </a:r>
            <a:r>
              <a:rPr lang="en-GB" sz="2900" dirty="0">
                <a:solidFill>
                  <a:schemeClr val="tx1">
                    <a:lumMod val="75000"/>
                    <a:lumOff val="25000"/>
                  </a:schemeClr>
                </a:solidFill>
              </a:rPr>
              <a:t> is a measure of </a:t>
            </a:r>
            <a:r>
              <a:rPr lang="en-GB" sz="2900" dirty="0">
                <a:solidFill>
                  <a:schemeClr val="tx1">
                    <a:lumMod val="75000"/>
                    <a:lumOff val="25000"/>
                  </a:schemeClr>
                </a:solidFill>
                <a:hlinkClick r:id="rId4">
                  <a:extLst>
                    <a:ext uri="{A12FA001-AC4F-418D-AE19-62706E023703}">
                      <ahyp:hlinkClr xmlns:ahyp="http://schemas.microsoft.com/office/drawing/2018/hyperlinkcolor" val="tx"/>
                    </a:ext>
                  </a:extLst>
                </a:hlinkClick>
              </a:rPr>
              <a:t>variability</a:t>
            </a:r>
            <a:r>
              <a:rPr lang="en-GB" sz="2900" dirty="0">
                <a:solidFill>
                  <a:schemeClr val="tx1">
                    <a:lumMod val="75000"/>
                    <a:lumOff val="25000"/>
                  </a:schemeClr>
                </a:solidFill>
              </a:rPr>
              <a:t>. It is calculated by taking the average of squared deviations from the mean. </a:t>
            </a:r>
            <a:r>
              <a:rPr lang="en-GB" sz="2800" dirty="0">
                <a:solidFill>
                  <a:schemeClr val="tx1">
                    <a:lumMod val="75000"/>
                    <a:lumOff val="25000"/>
                  </a:schemeClr>
                </a:solidFill>
              </a:rPr>
              <a:t>The square root of the variance is called the </a:t>
            </a:r>
            <a:r>
              <a:rPr lang="en-GB" sz="2800" b="1" dirty="0">
                <a:solidFill>
                  <a:schemeClr val="tx1">
                    <a:lumMod val="75000"/>
                    <a:lumOff val="25000"/>
                  </a:schemeClr>
                </a:solidFill>
              </a:rPr>
              <a:t>standard deviation</a:t>
            </a:r>
            <a:r>
              <a:rPr lang="en-GB" sz="2800" dirty="0">
                <a:solidFill>
                  <a:schemeClr val="tx1">
                    <a:lumMod val="75000"/>
                    <a:lumOff val="25000"/>
                  </a:schemeClr>
                </a:solidFill>
              </a:rPr>
              <a:t>. </a:t>
            </a:r>
            <a:r>
              <a:rPr lang="en-GB" sz="2800" b="0" i="0" dirty="0">
                <a:solidFill>
                  <a:schemeClr val="tx1">
                    <a:lumMod val="65000"/>
                    <a:lumOff val="35000"/>
                  </a:schemeClr>
                </a:solidFill>
                <a:effectLst/>
                <a:latin typeface="+mn-lt"/>
              </a:rPr>
              <a:t>Both measures reflect </a:t>
            </a:r>
            <a:r>
              <a:rPr lang="en-GB" sz="2800" b="0" i="0" u="none" strike="noStrike" dirty="0">
                <a:solidFill>
                  <a:schemeClr val="tx1">
                    <a:lumMod val="65000"/>
                    <a:lumOff val="35000"/>
                  </a:schemeClr>
                </a:solidFill>
                <a:effectLst/>
                <a:latin typeface="+mn-lt"/>
                <a:hlinkClick r:id="rId4">
                  <a:extLst>
                    <a:ext uri="{A12FA001-AC4F-418D-AE19-62706E023703}">
                      <ahyp:hlinkClr xmlns:ahyp="http://schemas.microsoft.com/office/drawing/2018/hyperlinkcolor" val="tx"/>
                    </a:ext>
                  </a:extLst>
                </a:hlinkClick>
              </a:rPr>
              <a:t>variability</a:t>
            </a:r>
            <a:r>
              <a:rPr lang="en-GB" sz="2800" b="0" i="0" dirty="0">
                <a:solidFill>
                  <a:schemeClr val="tx1">
                    <a:lumMod val="65000"/>
                    <a:lumOff val="35000"/>
                  </a:schemeClr>
                </a:solidFill>
                <a:effectLst/>
                <a:latin typeface="+mn-lt"/>
              </a:rPr>
              <a:t> in a distribution, but their units differ.</a:t>
            </a:r>
            <a:endParaRPr lang="en-GB" sz="2800" dirty="0">
              <a:solidFill>
                <a:schemeClr val="tx1">
                  <a:lumMod val="75000"/>
                  <a:lumOff val="25000"/>
                </a:schemeClr>
              </a:solidFill>
            </a:endParaRPr>
          </a:p>
          <a:p>
            <a:pPr lvl="1">
              <a:lnSpc>
                <a:spcPct val="120000"/>
              </a:lnSpc>
              <a:spcBef>
                <a:spcPts val="600"/>
              </a:spcBef>
              <a:spcAft>
                <a:spcPts val="600"/>
              </a:spcAft>
            </a:pPr>
            <a:r>
              <a:rPr lang="en-GB" sz="2800" dirty="0">
                <a:solidFill>
                  <a:schemeClr val="tx1">
                    <a:lumMod val="75000"/>
                    <a:lumOff val="25000"/>
                  </a:schemeClr>
                </a:solidFill>
              </a:rPr>
              <a:t>As with range, </a:t>
            </a:r>
            <a:r>
              <a:rPr lang="en-GB" sz="2800" dirty="0">
                <a:solidFill>
                  <a:schemeClr val="accent2">
                    <a:lumMod val="75000"/>
                  </a:schemeClr>
                </a:solidFill>
              </a:rPr>
              <a:t>higher variances or standard deviations indicate that the data set is more distributed</a:t>
            </a:r>
            <a:r>
              <a:rPr lang="en-GB" sz="2800" dirty="0">
                <a:solidFill>
                  <a:schemeClr val="tx1">
                    <a:lumMod val="75000"/>
                    <a:lumOff val="25000"/>
                  </a:schemeClr>
                </a:solidFill>
              </a:rPr>
              <a:t>. </a:t>
            </a:r>
          </a:p>
          <a:p>
            <a:pPr lvl="1">
              <a:lnSpc>
                <a:spcPct val="120000"/>
              </a:lnSpc>
              <a:spcBef>
                <a:spcPts val="600"/>
              </a:spcBef>
              <a:spcAft>
                <a:spcPts val="600"/>
              </a:spcAft>
            </a:pPr>
            <a:r>
              <a:rPr lang="en-GB" sz="2800" dirty="0">
                <a:solidFill>
                  <a:schemeClr val="tx1">
                    <a:lumMod val="75000"/>
                    <a:lumOff val="25000"/>
                  </a:schemeClr>
                </a:solidFill>
              </a:rPr>
              <a:t>A commonly used method for describing the distribution of a data set is the </a:t>
            </a:r>
            <a:r>
              <a:rPr lang="en-GB" sz="2800" b="1" dirty="0">
                <a:solidFill>
                  <a:schemeClr val="tx1">
                    <a:lumMod val="75000"/>
                    <a:lumOff val="25000"/>
                  </a:schemeClr>
                </a:solidFill>
              </a:rPr>
              <a:t>normal distribution </a:t>
            </a:r>
            <a:r>
              <a:rPr lang="en-GB" sz="2800" dirty="0">
                <a:solidFill>
                  <a:schemeClr val="tx1">
                    <a:lumMod val="75000"/>
                    <a:lumOff val="25000"/>
                  </a:schemeClr>
                </a:solidFill>
              </a:rPr>
              <a:t>(explained later)</a:t>
            </a:r>
          </a:p>
        </p:txBody>
      </p:sp>
      <p:sp>
        <p:nvSpPr>
          <p:cNvPr id="4" name="Footer Placeholder 3">
            <a:extLst>
              <a:ext uri="{FF2B5EF4-FFF2-40B4-BE49-F238E27FC236}">
                <a16:creationId xmlns:a16="http://schemas.microsoft.com/office/drawing/2014/main" id="{F09CA256-0B3D-9944-F57E-AF78E83AEEB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E9D6D3CF-48E0-817A-4BB8-041EFCCD205B}"/>
              </a:ext>
            </a:extLst>
          </p:cNvPr>
          <p:cNvSpPr>
            <a:spLocks noGrp="1"/>
          </p:cNvSpPr>
          <p:nvPr>
            <p:ph type="sldNum" sz="quarter" idx="4"/>
          </p:nvPr>
        </p:nvSpPr>
        <p:spPr/>
        <p:txBody>
          <a:bodyPr/>
          <a:lstStyle/>
          <a:p>
            <a:fld id="{9FD7ECCF-50E7-4327-B945-FA93FF7B2BEF}" type="slidenum">
              <a:rPr lang="en-US" smtClean="0"/>
              <a:pPr/>
              <a:t>26</a:t>
            </a:fld>
            <a:r>
              <a:rPr lang="en-GB"/>
              <a:t>/80</a:t>
            </a:r>
            <a:endParaRPr lang="en-US" dirty="0"/>
          </a:p>
        </p:txBody>
      </p:sp>
    </p:spTree>
    <p:extLst>
      <p:ext uri="{BB962C8B-B14F-4D97-AF65-F5344CB8AC3E}">
        <p14:creationId xmlns:p14="http://schemas.microsoft.com/office/powerpoint/2010/main" val="2858851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25538" y="2615208"/>
            <a:ext cx="8162428" cy="3694113"/>
          </a:xfrm>
        </p:spPr>
        <p:txBody>
          <a:bodyPr>
            <a:normAutofit fontScale="92500" lnSpcReduction="10000"/>
          </a:bodyPr>
          <a:lstStyle/>
          <a:p>
            <a:r>
              <a:rPr lang="en-GB" sz="2000" dirty="0">
                <a:solidFill>
                  <a:schemeClr val="tx1">
                    <a:lumMod val="75000"/>
                    <a:lumOff val="25000"/>
                  </a:schemeClr>
                </a:solidFill>
              </a:rPr>
              <a:t>Calculate the </a:t>
            </a:r>
            <a:r>
              <a:rPr lang="en-GB" sz="2100" dirty="0">
                <a:solidFill>
                  <a:schemeClr val="tx1">
                    <a:lumMod val="75000"/>
                    <a:lumOff val="25000"/>
                  </a:schemeClr>
                </a:solidFill>
              </a:rPr>
              <a:t>range</a:t>
            </a:r>
          </a:p>
          <a:p>
            <a:pPr lvl="1"/>
            <a:r>
              <a:rPr lang="en-GB" sz="2100" dirty="0">
                <a:solidFill>
                  <a:schemeClr val="tx1">
                    <a:lumMod val="75000"/>
                    <a:lumOff val="25000"/>
                  </a:schemeClr>
                </a:solidFill>
              </a:rPr>
              <a:t>First, order the values from low to high to identify the lowest value (L) and the highest value (H).</a:t>
            </a:r>
          </a:p>
          <a:p>
            <a:pPr lvl="1"/>
            <a:endParaRPr lang="en-GB" sz="2100" dirty="0">
              <a:solidFill>
                <a:schemeClr val="tx1">
                  <a:lumMod val="75000"/>
                  <a:lumOff val="25000"/>
                </a:schemeClr>
              </a:solidFill>
            </a:endParaRPr>
          </a:p>
          <a:p>
            <a:pPr lvl="1"/>
            <a:endParaRPr lang="en-GB" sz="2100" dirty="0">
              <a:solidFill>
                <a:schemeClr val="tx1">
                  <a:lumMod val="75000"/>
                  <a:lumOff val="25000"/>
                </a:schemeClr>
              </a:solidFill>
            </a:endParaRPr>
          </a:p>
          <a:p>
            <a:pPr lvl="1"/>
            <a:r>
              <a:rPr lang="en-GB" sz="2100" b="1" dirty="0">
                <a:solidFill>
                  <a:schemeClr val="tx1">
                    <a:lumMod val="75000"/>
                    <a:lumOff val="25000"/>
                  </a:schemeClr>
                </a:solidFill>
              </a:rPr>
              <a:t>R= H-L</a:t>
            </a:r>
          </a:p>
          <a:p>
            <a:pPr lvl="2"/>
            <a:r>
              <a:rPr lang="en-GB" sz="1800" dirty="0">
                <a:solidFill>
                  <a:schemeClr val="tx1">
                    <a:lumMod val="75000"/>
                    <a:lumOff val="25000"/>
                  </a:schemeClr>
                </a:solidFill>
              </a:rPr>
              <a:t>R = range</a:t>
            </a:r>
          </a:p>
          <a:p>
            <a:pPr lvl="2"/>
            <a:r>
              <a:rPr lang="en-GB" sz="1800" dirty="0">
                <a:solidFill>
                  <a:schemeClr val="tx1">
                    <a:lumMod val="75000"/>
                    <a:lumOff val="25000"/>
                  </a:schemeClr>
                </a:solidFill>
              </a:rPr>
              <a:t>H = highest value</a:t>
            </a:r>
          </a:p>
          <a:p>
            <a:pPr lvl="2"/>
            <a:r>
              <a:rPr lang="en-GB" sz="1800" dirty="0">
                <a:solidFill>
                  <a:schemeClr val="tx1">
                    <a:lumMod val="75000"/>
                    <a:lumOff val="25000"/>
                  </a:schemeClr>
                </a:solidFill>
              </a:rPr>
              <a:t>L = lowest value</a:t>
            </a:r>
          </a:p>
          <a:p>
            <a:pPr lvl="1"/>
            <a:r>
              <a:rPr lang="en-GB" sz="2100" dirty="0">
                <a:solidFill>
                  <a:schemeClr val="tx1">
                    <a:lumMod val="75000"/>
                    <a:lumOff val="25000"/>
                  </a:schemeClr>
                </a:solidFill>
              </a:rPr>
              <a:t>Group A R = 95-80 = 15</a:t>
            </a:r>
          </a:p>
          <a:p>
            <a:pPr lvl="1"/>
            <a:r>
              <a:rPr lang="en-GB" sz="2100" dirty="0">
                <a:solidFill>
                  <a:schemeClr val="tx1">
                    <a:lumMod val="75000"/>
                    <a:lumOff val="25000"/>
                  </a:schemeClr>
                </a:solidFill>
              </a:rPr>
              <a:t>Group B R = 150-25 = 125</a:t>
            </a:r>
          </a:p>
          <a:p>
            <a:pPr lvl="1"/>
            <a:endParaRPr lang="en-GB" sz="2100" dirty="0">
              <a:solidFill>
                <a:schemeClr val="tx1">
                  <a:lumMod val="75000"/>
                  <a:lumOff val="25000"/>
                </a:schemeClr>
              </a:solidFill>
            </a:endParaRPr>
          </a:p>
          <a:p>
            <a:pPr lvl="1"/>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dirty="0">
                <a:solidFill>
                  <a:srgbClr val="AC20AF"/>
                </a:solidFill>
              </a:rPr>
              <a:t>Measures of Variability - </a:t>
            </a:r>
            <a:r>
              <a:rPr lang="en-GB" sz="4000" b="1" dirty="0"/>
              <a:t>Range</a:t>
            </a:r>
          </a:p>
        </p:txBody>
      </p:sp>
      <p:graphicFrame>
        <p:nvGraphicFramePr>
          <p:cNvPr id="2" name="Table 5">
            <a:extLst>
              <a:ext uri="{FF2B5EF4-FFF2-40B4-BE49-F238E27FC236}">
                <a16:creationId xmlns:a16="http://schemas.microsoft.com/office/drawing/2014/main" id="{E9392F03-EEE5-F9BB-36BF-261C97E2D934}"/>
              </a:ext>
            </a:extLst>
          </p:cNvPr>
          <p:cNvGraphicFramePr>
            <a:graphicFrameLocks noGrp="1"/>
          </p:cNvGraphicFramePr>
          <p:nvPr>
            <p:extLst>
              <p:ext uri="{D42A27DB-BD31-4B8C-83A1-F6EECF244321}">
                <p14:modId xmlns:p14="http://schemas.microsoft.com/office/powerpoint/2010/main" val="2605522121"/>
              </p:ext>
            </p:extLst>
          </p:nvPr>
        </p:nvGraphicFramePr>
        <p:xfrm>
          <a:off x="897095" y="1560691"/>
          <a:ext cx="7742849" cy="914400"/>
        </p:xfrm>
        <a:graphic>
          <a:graphicData uri="http://schemas.openxmlformats.org/drawingml/2006/table">
            <a:tbl>
              <a:tblPr firstRow="1" bandRow="1">
                <a:tableStyleId>{2D5ABB26-0587-4C30-8999-92F81FD0307C}</a:tableStyleId>
              </a:tblPr>
              <a:tblGrid>
                <a:gridCol w="3170849">
                  <a:extLst>
                    <a:ext uri="{9D8B030D-6E8A-4147-A177-3AD203B41FA5}">
                      <a16:colId xmlns:a16="http://schemas.microsoft.com/office/drawing/2014/main" val="1783740322"/>
                    </a:ext>
                  </a:extLst>
                </a:gridCol>
                <a:gridCol w="936104">
                  <a:extLst>
                    <a:ext uri="{9D8B030D-6E8A-4147-A177-3AD203B41FA5}">
                      <a16:colId xmlns:a16="http://schemas.microsoft.com/office/drawing/2014/main" val="1292685733"/>
                    </a:ext>
                  </a:extLst>
                </a:gridCol>
                <a:gridCol w="1008112">
                  <a:extLst>
                    <a:ext uri="{9D8B030D-6E8A-4147-A177-3AD203B41FA5}">
                      <a16:colId xmlns:a16="http://schemas.microsoft.com/office/drawing/2014/main" val="3403243435"/>
                    </a:ext>
                  </a:extLst>
                </a:gridCol>
                <a:gridCol w="792088">
                  <a:extLst>
                    <a:ext uri="{9D8B030D-6E8A-4147-A177-3AD203B41FA5}">
                      <a16:colId xmlns:a16="http://schemas.microsoft.com/office/drawing/2014/main" val="2639450231"/>
                    </a:ext>
                  </a:extLst>
                </a:gridCol>
                <a:gridCol w="936104">
                  <a:extLst>
                    <a:ext uri="{9D8B030D-6E8A-4147-A177-3AD203B41FA5}">
                      <a16:colId xmlns:a16="http://schemas.microsoft.com/office/drawing/2014/main" val="658216197"/>
                    </a:ext>
                  </a:extLst>
                </a:gridCol>
                <a:gridCol w="899592">
                  <a:extLst>
                    <a:ext uri="{9D8B030D-6E8A-4147-A177-3AD203B41FA5}">
                      <a16:colId xmlns:a16="http://schemas.microsoft.com/office/drawing/2014/main" val="2315751316"/>
                    </a:ext>
                  </a:extLst>
                </a:gridCol>
              </a:tblGrid>
              <a:tr h="250169">
                <a:tc>
                  <a:txBody>
                    <a:bodyPr/>
                    <a:lstStyle/>
                    <a:p>
                      <a:pPr algn="l" fontAlgn="t"/>
                      <a:r>
                        <a:rPr lang="en-GB" sz="1400" dirty="0">
                          <a:solidFill>
                            <a:srgbClr val="292929"/>
                          </a:solidFill>
                          <a:effectLst/>
                        </a:rPr>
                        <a:t>Participant</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1</a:t>
                      </a:r>
                    </a:p>
                  </a:txBody>
                  <a:tcPr>
                    <a:solidFill>
                      <a:schemeClr val="bg2"/>
                    </a:solidFill>
                  </a:tcPr>
                </a:tc>
                <a:tc>
                  <a:txBody>
                    <a:bodyPr/>
                    <a:lstStyle/>
                    <a:p>
                      <a:pPr algn="ctr" fontAlgn="t"/>
                      <a:r>
                        <a:rPr kumimoji="0" lang="en-GB" sz="1400" kern="1200">
                          <a:solidFill>
                            <a:srgbClr val="292929"/>
                          </a:solidFill>
                          <a:effectLst/>
                          <a:latin typeface="+mn-lt"/>
                          <a:ea typeface="+mn-ea"/>
                          <a:cs typeface="+mn-cs"/>
                        </a:rPr>
                        <a:t>2</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3</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4</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5</a:t>
                      </a:r>
                    </a:p>
                  </a:txBody>
                  <a:tcPr>
                    <a:solidFill>
                      <a:schemeClr val="bg2"/>
                    </a:solidFill>
                  </a:tcPr>
                </a:tc>
                <a:extLst>
                  <a:ext uri="{0D108BD9-81ED-4DB2-BD59-A6C34878D82A}">
                    <a16:rowId xmlns:a16="http://schemas.microsoft.com/office/drawing/2014/main" val="2096030973"/>
                  </a:ext>
                </a:extLst>
              </a:tr>
              <a:tr h="250169">
                <a:tc>
                  <a:txBody>
                    <a:bodyPr/>
                    <a:lstStyle/>
                    <a:p>
                      <a:pPr algn="l" fontAlgn="t"/>
                      <a:r>
                        <a:rPr lang="en-GB" sz="1400" dirty="0">
                          <a:solidFill>
                            <a:srgbClr val="292929"/>
                          </a:solidFill>
                          <a:effectLst/>
                        </a:rPr>
                        <a:t>Reaction time (milliseconds) Group A</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85</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90</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85</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80</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95</a:t>
                      </a:r>
                    </a:p>
                  </a:txBody>
                  <a:tcPr>
                    <a:solidFill>
                      <a:schemeClr val="bg2"/>
                    </a:solidFill>
                  </a:tcPr>
                </a:tc>
                <a:extLst>
                  <a:ext uri="{0D108BD9-81ED-4DB2-BD59-A6C34878D82A}">
                    <a16:rowId xmlns:a16="http://schemas.microsoft.com/office/drawing/2014/main" val="3478184958"/>
                  </a:ext>
                </a:extLst>
              </a:tr>
              <a:tr h="25016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400" dirty="0">
                          <a:solidFill>
                            <a:srgbClr val="292929"/>
                          </a:solidFill>
                          <a:effectLst/>
                        </a:rPr>
                        <a:t>Reaction time (milliseconds) Group B</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65</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70</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25</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150</a:t>
                      </a:r>
                    </a:p>
                  </a:txBody>
                  <a:tcPr>
                    <a:solidFill>
                      <a:schemeClr val="bg2"/>
                    </a:solidFill>
                  </a:tcPr>
                </a:tc>
                <a:tc>
                  <a:txBody>
                    <a:bodyPr/>
                    <a:lstStyle/>
                    <a:p>
                      <a:pPr algn="ctr" fontAlgn="t"/>
                      <a:r>
                        <a:rPr kumimoji="0" lang="en-GB" sz="1400" kern="1200" dirty="0">
                          <a:solidFill>
                            <a:srgbClr val="292929"/>
                          </a:solidFill>
                          <a:effectLst/>
                          <a:latin typeface="+mn-lt"/>
                          <a:ea typeface="+mn-ea"/>
                          <a:cs typeface="+mn-cs"/>
                        </a:rPr>
                        <a:t>125</a:t>
                      </a:r>
                    </a:p>
                  </a:txBody>
                  <a:tcPr>
                    <a:solidFill>
                      <a:schemeClr val="bg2"/>
                    </a:solidFill>
                  </a:tcPr>
                </a:tc>
                <a:extLst>
                  <a:ext uri="{0D108BD9-81ED-4DB2-BD59-A6C34878D82A}">
                    <a16:rowId xmlns:a16="http://schemas.microsoft.com/office/drawing/2014/main" val="2162219308"/>
                  </a:ext>
                </a:extLst>
              </a:tr>
            </a:tbl>
          </a:graphicData>
        </a:graphic>
      </p:graphicFrame>
      <p:graphicFrame>
        <p:nvGraphicFramePr>
          <p:cNvPr id="7" name="Table 5">
            <a:extLst>
              <a:ext uri="{FF2B5EF4-FFF2-40B4-BE49-F238E27FC236}">
                <a16:creationId xmlns:a16="http://schemas.microsoft.com/office/drawing/2014/main" id="{B37AE314-9EB3-BE63-8C08-323A4087DFBA}"/>
              </a:ext>
            </a:extLst>
          </p:cNvPr>
          <p:cNvGraphicFramePr>
            <a:graphicFrameLocks noGrp="1"/>
          </p:cNvGraphicFramePr>
          <p:nvPr>
            <p:extLst>
              <p:ext uri="{D42A27DB-BD31-4B8C-83A1-F6EECF244321}">
                <p14:modId xmlns:p14="http://schemas.microsoft.com/office/powerpoint/2010/main" val="3055467075"/>
              </p:ext>
            </p:extLst>
          </p:nvPr>
        </p:nvGraphicFramePr>
        <p:xfrm>
          <a:off x="870083" y="3554068"/>
          <a:ext cx="7742848" cy="609600"/>
        </p:xfrm>
        <a:graphic>
          <a:graphicData uri="http://schemas.openxmlformats.org/drawingml/2006/table">
            <a:tbl>
              <a:tblPr firstRow="1" bandRow="1">
                <a:tableStyleId>{2D5ABB26-0587-4C30-8999-92F81FD0307C}</a:tableStyleId>
              </a:tblPr>
              <a:tblGrid>
                <a:gridCol w="3026833">
                  <a:extLst>
                    <a:ext uri="{9D8B030D-6E8A-4147-A177-3AD203B41FA5}">
                      <a16:colId xmlns:a16="http://schemas.microsoft.com/office/drawing/2014/main" val="1783740322"/>
                    </a:ext>
                  </a:extLst>
                </a:gridCol>
                <a:gridCol w="1080120">
                  <a:extLst>
                    <a:ext uri="{9D8B030D-6E8A-4147-A177-3AD203B41FA5}">
                      <a16:colId xmlns:a16="http://schemas.microsoft.com/office/drawing/2014/main" val="1292685733"/>
                    </a:ext>
                  </a:extLst>
                </a:gridCol>
                <a:gridCol w="864096">
                  <a:extLst>
                    <a:ext uri="{9D8B030D-6E8A-4147-A177-3AD203B41FA5}">
                      <a16:colId xmlns:a16="http://schemas.microsoft.com/office/drawing/2014/main" val="3403243435"/>
                    </a:ext>
                  </a:extLst>
                </a:gridCol>
                <a:gridCol w="936104">
                  <a:extLst>
                    <a:ext uri="{9D8B030D-6E8A-4147-A177-3AD203B41FA5}">
                      <a16:colId xmlns:a16="http://schemas.microsoft.com/office/drawing/2014/main" val="2639450231"/>
                    </a:ext>
                  </a:extLst>
                </a:gridCol>
                <a:gridCol w="864096">
                  <a:extLst>
                    <a:ext uri="{9D8B030D-6E8A-4147-A177-3AD203B41FA5}">
                      <a16:colId xmlns:a16="http://schemas.microsoft.com/office/drawing/2014/main" val="658216197"/>
                    </a:ext>
                  </a:extLst>
                </a:gridCol>
                <a:gridCol w="971599">
                  <a:extLst>
                    <a:ext uri="{9D8B030D-6E8A-4147-A177-3AD203B41FA5}">
                      <a16:colId xmlns:a16="http://schemas.microsoft.com/office/drawing/2014/main" val="2315751316"/>
                    </a:ext>
                  </a:extLst>
                </a:gridCol>
              </a:tblGrid>
              <a:tr h="253312">
                <a:tc>
                  <a:txBody>
                    <a:bodyPr/>
                    <a:lstStyle/>
                    <a:p>
                      <a:pPr algn="l" fontAlgn="t"/>
                      <a:r>
                        <a:rPr lang="en-GB" sz="1400" dirty="0">
                          <a:solidFill>
                            <a:srgbClr val="292929"/>
                          </a:solidFill>
                          <a:effectLst/>
                        </a:rPr>
                        <a:t>Reaction time (milliseconds) Group A</a:t>
                      </a:r>
                    </a:p>
                  </a:txBody>
                  <a:tcPr>
                    <a:solidFill>
                      <a:schemeClr val="bg2"/>
                    </a:solidFill>
                  </a:tcPr>
                </a:tc>
                <a:tc>
                  <a:txBody>
                    <a:bodyPr/>
                    <a:lstStyle/>
                    <a:p>
                      <a:pPr algn="ctr" fontAlgn="t"/>
                      <a:r>
                        <a:rPr lang="en-GB" sz="1400" dirty="0">
                          <a:solidFill>
                            <a:srgbClr val="292929"/>
                          </a:solidFill>
                          <a:effectLst/>
                        </a:rPr>
                        <a:t>80</a:t>
                      </a:r>
                    </a:p>
                  </a:txBody>
                  <a:tcPr>
                    <a:solidFill>
                      <a:schemeClr val="bg2"/>
                    </a:solidFill>
                  </a:tcPr>
                </a:tc>
                <a:tc>
                  <a:txBody>
                    <a:bodyPr/>
                    <a:lstStyle/>
                    <a:p>
                      <a:pPr algn="ctr" fontAlgn="t"/>
                      <a:r>
                        <a:rPr lang="en-GB" sz="1400" dirty="0">
                          <a:solidFill>
                            <a:srgbClr val="292929"/>
                          </a:solidFill>
                          <a:effectLst/>
                        </a:rPr>
                        <a:t>85</a:t>
                      </a:r>
                    </a:p>
                  </a:txBody>
                  <a:tcPr>
                    <a:solidFill>
                      <a:schemeClr val="bg2"/>
                    </a:solidFill>
                  </a:tcPr>
                </a:tc>
                <a:tc>
                  <a:txBody>
                    <a:bodyPr/>
                    <a:lstStyle/>
                    <a:p>
                      <a:pPr algn="ctr" fontAlgn="t"/>
                      <a:r>
                        <a:rPr lang="en-GB" sz="1400" dirty="0">
                          <a:solidFill>
                            <a:srgbClr val="292929"/>
                          </a:solidFill>
                          <a:effectLst/>
                        </a:rPr>
                        <a:t>85</a:t>
                      </a:r>
                    </a:p>
                  </a:txBody>
                  <a:tcPr>
                    <a:solidFill>
                      <a:schemeClr val="bg2"/>
                    </a:solidFill>
                  </a:tcPr>
                </a:tc>
                <a:tc>
                  <a:txBody>
                    <a:bodyPr/>
                    <a:lstStyle/>
                    <a:p>
                      <a:pPr algn="ctr" fontAlgn="t"/>
                      <a:r>
                        <a:rPr lang="en-GB" sz="1400" dirty="0">
                          <a:solidFill>
                            <a:srgbClr val="292929"/>
                          </a:solidFill>
                          <a:effectLst/>
                        </a:rPr>
                        <a:t>90</a:t>
                      </a:r>
                    </a:p>
                  </a:txBody>
                  <a:tcPr>
                    <a:solidFill>
                      <a:schemeClr val="bg2"/>
                    </a:solidFill>
                  </a:tcPr>
                </a:tc>
                <a:tc>
                  <a:txBody>
                    <a:bodyPr/>
                    <a:lstStyle/>
                    <a:p>
                      <a:pPr algn="ctr" fontAlgn="t"/>
                      <a:r>
                        <a:rPr lang="en-GB" sz="1400" dirty="0">
                          <a:solidFill>
                            <a:srgbClr val="292929"/>
                          </a:solidFill>
                          <a:effectLst/>
                        </a:rPr>
                        <a:t>95</a:t>
                      </a:r>
                    </a:p>
                  </a:txBody>
                  <a:tcPr>
                    <a:solidFill>
                      <a:schemeClr val="bg2"/>
                    </a:solidFill>
                  </a:tcPr>
                </a:tc>
                <a:extLst>
                  <a:ext uri="{0D108BD9-81ED-4DB2-BD59-A6C34878D82A}">
                    <a16:rowId xmlns:a16="http://schemas.microsoft.com/office/drawing/2014/main" val="3478184958"/>
                  </a:ext>
                </a:extLst>
              </a:tr>
              <a:tr h="253312">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400" dirty="0">
                          <a:solidFill>
                            <a:srgbClr val="292929"/>
                          </a:solidFill>
                          <a:effectLst/>
                        </a:rPr>
                        <a:t>Reaction time (milliseconds) Group B</a:t>
                      </a:r>
                    </a:p>
                  </a:txBody>
                  <a:tcPr>
                    <a:solidFill>
                      <a:schemeClr val="bg2"/>
                    </a:solidFill>
                  </a:tcPr>
                </a:tc>
                <a:tc>
                  <a:txBody>
                    <a:bodyPr/>
                    <a:lstStyle/>
                    <a:p>
                      <a:pPr algn="ctr" fontAlgn="t"/>
                      <a:r>
                        <a:rPr lang="en-GB" sz="1400" dirty="0">
                          <a:solidFill>
                            <a:srgbClr val="292929"/>
                          </a:solidFill>
                          <a:effectLst/>
                        </a:rPr>
                        <a:t>25</a:t>
                      </a:r>
                    </a:p>
                  </a:txBody>
                  <a:tcPr>
                    <a:solidFill>
                      <a:schemeClr val="bg2"/>
                    </a:solidFill>
                  </a:tcPr>
                </a:tc>
                <a:tc>
                  <a:txBody>
                    <a:bodyPr/>
                    <a:lstStyle/>
                    <a:p>
                      <a:pPr algn="ctr" fontAlgn="t"/>
                      <a:r>
                        <a:rPr lang="en-GB" sz="1400" dirty="0">
                          <a:solidFill>
                            <a:srgbClr val="292929"/>
                          </a:solidFill>
                          <a:effectLst/>
                        </a:rPr>
                        <a:t>65</a:t>
                      </a:r>
                    </a:p>
                  </a:txBody>
                  <a:tcPr>
                    <a:solidFill>
                      <a:schemeClr val="bg2"/>
                    </a:solidFill>
                  </a:tcPr>
                </a:tc>
                <a:tc>
                  <a:txBody>
                    <a:bodyPr/>
                    <a:lstStyle/>
                    <a:p>
                      <a:pPr algn="ctr" fontAlgn="t"/>
                      <a:r>
                        <a:rPr lang="en-GB" sz="1400" dirty="0">
                          <a:solidFill>
                            <a:srgbClr val="292929"/>
                          </a:solidFill>
                          <a:effectLst/>
                        </a:rPr>
                        <a:t>70</a:t>
                      </a:r>
                    </a:p>
                  </a:txBody>
                  <a:tcPr>
                    <a:solidFill>
                      <a:schemeClr val="bg2"/>
                    </a:solidFill>
                  </a:tcPr>
                </a:tc>
                <a:tc>
                  <a:txBody>
                    <a:bodyPr/>
                    <a:lstStyle/>
                    <a:p>
                      <a:pPr algn="ctr" fontAlgn="t"/>
                      <a:r>
                        <a:rPr lang="en-GB" sz="1400" dirty="0">
                          <a:solidFill>
                            <a:srgbClr val="292929"/>
                          </a:solidFill>
                          <a:effectLst/>
                        </a:rPr>
                        <a:t>125</a:t>
                      </a:r>
                    </a:p>
                  </a:txBody>
                  <a:tcPr>
                    <a:solidFill>
                      <a:schemeClr val="bg2"/>
                    </a:solidFill>
                  </a:tcPr>
                </a:tc>
                <a:tc>
                  <a:txBody>
                    <a:bodyPr/>
                    <a:lstStyle/>
                    <a:p>
                      <a:pPr algn="ctr" fontAlgn="t"/>
                      <a:r>
                        <a:rPr lang="en-GB" sz="1400" dirty="0">
                          <a:solidFill>
                            <a:srgbClr val="292929"/>
                          </a:solidFill>
                          <a:effectLst/>
                        </a:rPr>
                        <a:t>150</a:t>
                      </a:r>
                    </a:p>
                  </a:txBody>
                  <a:tcPr>
                    <a:solidFill>
                      <a:schemeClr val="bg2"/>
                    </a:solidFill>
                  </a:tcPr>
                </a:tc>
                <a:extLst>
                  <a:ext uri="{0D108BD9-81ED-4DB2-BD59-A6C34878D82A}">
                    <a16:rowId xmlns:a16="http://schemas.microsoft.com/office/drawing/2014/main" val="1256899517"/>
                  </a:ext>
                </a:extLst>
              </a:tr>
            </a:tbl>
          </a:graphicData>
        </a:graphic>
      </p:graphicFrame>
      <p:grpSp>
        <p:nvGrpSpPr>
          <p:cNvPr id="16" name="Group 15">
            <a:extLst>
              <a:ext uri="{FF2B5EF4-FFF2-40B4-BE49-F238E27FC236}">
                <a16:creationId xmlns:a16="http://schemas.microsoft.com/office/drawing/2014/main" id="{C98D906C-D6CB-6C72-B5DC-55BFCF09FEDD}"/>
              </a:ext>
            </a:extLst>
          </p:cNvPr>
          <p:cNvGrpSpPr/>
          <p:nvPr/>
        </p:nvGrpSpPr>
        <p:grpSpPr>
          <a:xfrm>
            <a:off x="3542730" y="5455620"/>
            <a:ext cx="735840" cy="668520"/>
            <a:chOff x="3542730" y="5455620"/>
            <a:chExt cx="735840" cy="66852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3C93E461-DC48-5D0C-AD92-66E6707458D5}"/>
                    </a:ext>
                  </a:extLst>
                </p14:cNvPr>
                <p14:cNvContentPartPr/>
                <p14:nvPr/>
              </p14:nvContentPartPr>
              <p14:xfrm>
                <a:off x="3542730" y="5455620"/>
                <a:ext cx="568440" cy="317160"/>
              </p14:xfrm>
            </p:contentPart>
          </mc:Choice>
          <mc:Fallback xmlns="">
            <p:pic>
              <p:nvPicPr>
                <p:cNvPr id="14" name="Ink 13">
                  <a:extLst>
                    <a:ext uri="{FF2B5EF4-FFF2-40B4-BE49-F238E27FC236}">
                      <a16:creationId xmlns:a16="http://schemas.microsoft.com/office/drawing/2014/main" id="{3C93E461-DC48-5D0C-AD92-66E6707458D5}"/>
                    </a:ext>
                  </a:extLst>
                </p:cNvPr>
                <p:cNvPicPr/>
                <p:nvPr/>
              </p:nvPicPr>
              <p:blipFill>
                <a:blip r:embed="rId3"/>
                <a:stretch>
                  <a:fillRect/>
                </a:stretch>
              </p:blipFill>
              <p:spPr>
                <a:xfrm>
                  <a:off x="3525090" y="5437980"/>
                  <a:ext cx="60408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DDB96037-158D-276F-1ACA-4E4A21A73E88}"/>
                    </a:ext>
                  </a:extLst>
                </p14:cNvPr>
                <p14:cNvContentPartPr/>
                <p14:nvPr/>
              </p14:nvContentPartPr>
              <p14:xfrm>
                <a:off x="3694290" y="5771340"/>
                <a:ext cx="584280" cy="352800"/>
              </p14:xfrm>
            </p:contentPart>
          </mc:Choice>
          <mc:Fallback xmlns="">
            <p:pic>
              <p:nvPicPr>
                <p:cNvPr id="15" name="Ink 14">
                  <a:extLst>
                    <a:ext uri="{FF2B5EF4-FFF2-40B4-BE49-F238E27FC236}">
                      <a16:creationId xmlns:a16="http://schemas.microsoft.com/office/drawing/2014/main" id="{DDB96037-158D-276F-1ACA-4E4A21A73E88}"/>
                    </a:ext>
                  </a:extLst>
                </p:cNvPr>
                <p:cNvPicPr/>
                <p:nvPr/>
              </p:nvPicPr>
              <p:blipFill>
                <a:blip r:embed="rId5"/>
                <a:stretch>
                  <a:fillRect/>
                </a:stretch>
              </p:blipFill>
              <p:spPr>
                <a:xfrm>
                  <a:off x="3676290" y="5753340"/>
                  <a:ext cx="619920" cy="388440"/>
                </a:xfrm>
                <a:prstGeom prst="rect">
                  <a:avLst/>
                </a:prstGeom>
              </p:spPr>
            </p:pic>
          </mc:Fallback>
        </mc:AlternateContent>
      </p:grpSp>
      <p:sp>
        <p:nvSpPr>
          <p:cNvPr id="18" name="Rectangle: Rounded Corners 17">
            <a:extLst>
              <a:ext uri="{FF2B5EF4-FFF2-40B4-BE49-F238E27FC236}">
                <a16:creationId xmlns:a16="http://schemas.microsoft.com/office/drawing/2014/main" id="{A1B544A1-3DF1-F911-15D9-0858D86FFD70}"/>
              </a:ext>
            </a:extLst>
          </p:cNvPr>
          <p:cNvSpPr/>
          <p:nvPr/>
        </p:nvSpPr>
        <p:spPr>
          <a:xfrm>
            <a:off x="5136645" y="4756524"/>
            <a:ext cx="3476286" cy="1156141"/>
          </a:xfrm>
          <a:custGeom>
            <a:avLst/>
            <a:gdLst>
              <a:gd name="connsiteX0" fmla="*/ 0 w 3476286"/>
              <a:gd name="connsiteY0" fmla="*/ 192694 h 1156141"/>
              <a:gd name="connsiteX1" fmla="*/ 192694 w 3476286"/>
              <a:gd name="connsiteY1" fmla="*/ 0 h 1156141"/>
              <a:gd name="connsiteX2" fmla="*/ 749056 w 3476286"/>
              <a:gd name="connsiteY2" fmla="*/ 0 h 1156141"/>
              <a:gd name="connsiteX3" fmla="*/ 1305417 w 3476286"/>
              <a:gd name="connsiteY3" fmla="*/ 0 h 1156141"/>
              <a:gd name="connsiteX4" fmla="*/ 1892688 w 3476286"/>
              <a:gd name="connsiteY4" fmla="*/ 0 h 1156141"/>
              <a:gd name="connsiteX5" fmla="*/ 2418141 w 3476286"/>
              <a:gd name="connsiteY5" fmla="*/ 0 h 1156141"/>
              <a:gd name="connsiteX6" fmla="*/ 3283592 w 3476286"/>
              <a:gd name="connsiteY6" fmla="*/ 0 h 1156141"/>
              <a:gd name="connsiteX7" fmla="*/ 3476286 w 3476286"/>
              <a:gd name="connsiteY7" fmla="*/ 192694 h 1156141"/>
              <a:gd name="connsiteX8" fmla="*/ 3476286 w 3476286"/>
              <a:gd name="connsiteY8" fmla="*/ 562655 h 1156141"/>
              <a:gd name="connsiteX9" fmla="*/ 3476286 w 3476286"/>
              <a:gd name="connsiteY9" fmla="*/ 963447 h 1156141"/>
              <a:gd name="connsiteX10" fmla="*/ 3283592 w 3476286"/>
              <a:gd name="connsiteY10" fmla="*/ 1156141 h 1156141"/>
              <a:gd name="connsiteX11" fmla="*/ 2634503 w 3476286"/>
              <a:gd name="connsiteY11" fmla="*/ 1156141 h 1156141"/>
              <a:gd name="connsiteX12" fmla="*/ 2047233 w 3476286"/>
              <a:gd name="connsiteY12" fmla="*/ 1156141 h 1156141"/>
              <a:gd name="connsiteX13" fmla="*/ 1521780 w 3476286"/>
              <a:gd name="connsiteY13" fmla="*/ 1156141 h 1156141"/>
              <a:gd name="connsiteX14" fmla="*/ 965418 w 3476286"/>
              <a:gd name="connsiteY14" fmla="*/ 1156141 h 1156141"/>
              <a:gd name="connsiteX15" fmla="*/ 192694 w 3476286"/>
              <a:gd name="connsiteY15" fmla="*/ 1156141 h 1156141"/>
              <a:gd name="connsiteX16" fmla="*/ 0 w 3476286"/>
              <a:gd name="connsiteY16" fmla="*/ 963447 h 1156141"/>
              <a:gd name="connsiteX17" fmla="*/ 0 w 3476286"/>
              <a:gd name="connsiteY17" fmla="*/ 585778 h 1156141"/>
              <a:gd name="connsiteX18" fmla="*/ 0 w 3476286"/>
              <a:gd name="connsiteY18" fmla="*/ 192694 h 1156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76286" h="1156141" fill="none" extrusionOk="0">
                <a:moveTo>
                  <a:pt x="0" y="192694"/>
                </a:moveTo>
                <a:cubicBezTo>
                  <a:pt x="20844" y="81850"/>
                  <a:pt x="88223" y="-8251"/>
                  <a:pt x="192694" y="0"/>
                </a:cubicBezTo>
                <a:cubicBezTo>
                  <a:pt x="447255" y="-23082"/>
                  <a:pt x="496008" y="15323"/>
                  <a:pt x="749056" y="0"/>
                </a:cubicBezTo>
                <a:cubicBezTo>
                  <a:pt x="1002104" y="-15323"/>
                  <a:pt x="1155475" y="407"/>
                  <a:pt x="1305417" y="0"/>
                </a:cubicBezTo>
                <a:cubicBezTo>
                  <a:pt x="1455359" y="-407"/>
                  <a:pt x="1640681" y="-11009"/>
                  <a:pt x="1892688" y="0"/>
                </a:cubicBezTo>
                <a:cubicBezTo>
                  <a:pt x="2144695" y="11009"/>
                  <a:pt x="2192101" y="-12551"/>
                  <a:pt x="2418141" y="0"/>
                </a:cubicBezTo>
                <a:cubicBezTo>
                  <a:pt x="2644181" y="12551"/>
                  <a:pt x="3075592" y="-29913"/>
                  <a:pt x="3283592" y="0"/>
                </a:cubicBezTo>
                <a:cubicBezTo>
                  <a:pt x="3394041" y="5078"/>
                  <a:pt x="3477607" y="89269"/>
                  <a:pt x="3476286" y="192694"/>
                </a:cubicBezTo>
                <a:cubicBezTo>
                  <a:pt x="3485264" y="377023"/>
                  <a:pt x="3482640" y="450253"/>
                  <a:pt x="3476286" y="562655"/>
                </a:cubicBezTo>
                <a:cubicBezTo>
                  <a:pt x="3469932" y="675057"/>
                  <a:pt x="3492431" y="847800"/>
                  <a:pt x="3476286" y="963447"/>
                </a:cubicBezTo>
                <a:cubicBezTo>
                  <a:pt x="3484795" y="1089862"/>
                  <a:pt x="3397409" y="1160389"/>
                  <a:pt x="3283592" y="1156141"/>
                </a:cubicBezTo>
                <a:cubicBezTo>
                  <a:pt x="3146172" y="1173535"/>
                  <a:pt x="2880702" y="1126681"/>
                  <a:pt x="2634503" y="1156141"/>
                </a:cubicBezTo>
                <a:cubicBezTo>
                  <a:pt x="2388304" y="1185601"/>
                  <a:pt x="2212206" y="1164298"/>
                  <a:pt x="2047233" y="1156141"/>
                </a:cubicBezTo>
                <a:cubicBezTo>
                  <a:pt x="1882260" y="1147985"/>
                  <a:pt x="1677984" y="1132177"/>
                  <a:pt x="1521780" y="1156141"/>
                </a:cubicBezTo>
                <a:cubicBezTo>
                  <a:pt x="1365576" y="1180105"/>
                  <a:pt x="1093880" y="1131093"/>
                  <a:pt x="965418" y="1156141"/>
                </a:cubicBezTo>
                <a:cubicBezTo>
                  <a:pt x="836956" y="1181189"/>
                  <a:pt x="534032" y="1167493"/>
                  <a:pt x="192694" y="1156141"/>
                </a:cubicBezTo>
                <a:cubicBezTo>
                  <a:pt x="98716" y="1163407"/>
                  <a:pt x="8" y="1064828"/>
                  <a:pt x="0" y="963447"/>
                </a:cubicBezTo>
                <a:cubicBezTo>
                  <a:pt x="-18486" y="836163"/>
                  <a:pt x="-9426" y="705858"/>
                  <a:pt x="0" y="585778"/>
                </a:cubicBezTo>
                <a:cubicBezTo>
                  <a:pt x="9426" y="465698"/>
                  <a:pt x="-6144" y="377352"/>
                  <a:pt x="0" y="192694"/>
                </a:cubicBezTo>
                <a:close/>
              </a:path>
              <a:path w="3476286" h="1156141" stroke="0" extrusionOk="0">
                <a:moveTo>
                  <a:pt x="0" y="192694"/>
                </a:moveTo>
                <a:cubicBezTo>
                  <a:pt x="-7024" y="86040"/>
                  <a:pt x="74883" y="1764"/>
                  <a:pt x="192694" y="0"/>
                </a:cubicBezTo>
                <a:cubicBezTo>
                  <a:pt x="326670" y="-22093"/>
                  <a:pt x="711653" y="-10270"/>
                  <a:pt x="841783" y="0"/>
                </a:cubicBezTo>
                <a:cubicBezTo>
                  <a:pt x="971913" y="10270"/>
                  <a:pt x="1217116" y="1680"/>
                  <a:pt x="1429053" y="0"/>
                </a:cubicBezTo>
                <a:cubicBezTo>
                  <a:pt x="1640990" y="-1680"/>
                  <a:pt x="1882403" y="-32020"/>
                  <a:pt x="2109051" y="0"/>
                </a:cubicBezTo>
                <a:cubicBezTo>
                  <a:pt x="2335699" y="32020"/>
                  <a:pt x="2533746" y="-2307"/>
                  <a:pt x="2665412" y="0"/>
                </a:cubicBezTo>
                <a:cubicBezTo>
                  <a:pt x="2797078" y="2307"/>
                  <a:pt x="3158312" y="25614"/>
                  <a:pt x="3283592" y="0"/>
                </a:cubicBezTo>
                <a:cubicBezTo>
                  <a:pt x="3389124" y="-16607"/>
                  <a:pt x="3484437" y="61102"/>
                  <a:pt x="3476286" y="192694"/>
                </a:cubicBezTo>
                <a:cubicBezTo>
                  <a:pt x="3471188" y="313302"/>
                  <a:pt x="3469142" y="383423"/>
                  <a:pt x="3476286" y="562655"/>
                </a:cubicBezTo>
                <a:cubicBezTo>
                  <a:pt x="3483430" y="741887"/>
                  <a:pt x="3493217" y="794747"/>
                  <a:pt x="3476286" y="963447"/>
                </a:cubicBezTo>
                <a:cubicBezTo>
                  <a:pt x="3457620" y="1058632"/>
                  <a:pt x="3383492" y="1163484"/>
                  <a:pt x="3283592" y="1156141"/>
                </a:cubicBezTo>
                <a:cubicBezTo>
                  <a:pt x="3047236" y="1167039"/>
                  <a:pt x="2967444" y="1172822"/>
                  <a:pt x="2727230" y="1156141"/>
                </a:cubicBezTo>
                <a:cubicBezTo>
                  <a:pt x="2487016" y="1139460"/>
                  <a:pt x="2390535" y="1162585"/>
                  <a:pt x="2201778" y="1156141"/>
                </a:cubicBezTo>
                <a:cubicBezTo>
                  <a:pt x="2013021" y="1149697"/>
                  <a:pt x="1720008" y="1167550"/>
                  <a:pt x="1521780" y="1156141"/>
                </a:cubicBezTo>
                <a:cubicBezTo>
                  <a:pt x="1323552" y="1144732"/>
                  <a:pt x="1131006" y="1141433"/>
                  <a:pt x="903601" y="1156141"/>
                </a:cubicBezTo>
                <a:cubicBezTo>
                  <a:pt x="676196" y="1170849"/>
                  <a:pt x="416374" y="1180001"/>
                  <a:pt x="192694" y="1156141"/>
                </a:cubicBezTo>
                <a:cubicBezTo>
                  <a:pt x="97947" y="1145411"/>
                  <a:pt x="-6308" y="1058621"/>
                  <a:pt x="0" y="963447"/>
                </a:cubicBezTo>
                <a:cubicBezTo>
                  <a:pt x="9775" y="800200"/>
                  <a:pt x="-17468" y="738128"/>
                  <a:pt x="0" y="578071"/>
                </a:cubicBezTo>
                <a:cubicBezTo>
                  <a:pt x="17468" y="418014"/>
                  <a:pt x="-9575" y="353701"/>
                  <a:pt x="0" y="192694"/>
                </a:cubicBezTo>
                <a:close/>
              </a:path>
            </a:pathLst>
          </a:custGeom>
          <a:ln>
            <a:extLst>
              <a:ext uri="{C807C97D-BFC1-408E-A445-0C87EB9F89A2}">
                <ask:lineSketchStyleProps xmlns:ask="http://schemas.microsoft.com/office/drawing/2018/sketchyshapes" sd="476423693">
                  <a:prstGeom prst="roundRect">
                    <a:avLst/>
                  </a:prstGeom>
                  <ask:type>
                    <ask:lineSketchFreehan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85725" lvl="1">
              <a:spcBef>
                <a:spcPts val="600"/>
              </a:spcBef>
              <a:spcAft>
                <a:spcPts val="600"/>
              </a:spcAft>
            </a:pPr>
            <a:r>
              <a:rPr lang="en-GB" sz="2000" b="1" i="0" dirty="0">
                <a:solidFill>
                  <a:schemeClr val="tx1"/>
                </a:solidFill>
                <a:effectLst/>
              </a:rPr>
              <a:t>Range</a:t>
            </a:r>
            <a:r>
              <a:rPr lang="en-GB" sz="2000" b="0" i="0" dirty="0">
                <a:solidFill>
                  <a:schemeClr val="tx1"/>
                </a:solidFill>
                <a:effectLst/>
              </a:rPr>
              <a:t> - </a:t>
            </a:r>
            <a:r>
              <a:rPr lang="en-GB" sz="2000" dirty="0">
                <a:solidFill>
                  <a:schemeClr val="tx1"/>
                </a:solidFill>
              </a:rPr>
              <a:t>the distance between the highest and lowest scores in the data set</a:t>
            </a:r>
            <a:endParaRPr lang="en-GB" sz="2000" b="1" i="0" dirty="0">
              <a:solidFill>
                <a:schemeClr val="tx1"/>
              </a:solidFill>
              <a:effectLst/>
            </a:endParaRPr>
          </a:p>
        </p:txBody>
      </p:sp>
      <p:sp>
        <p:nvSpPr>
          <p:cNvPr id="19" name="Footer Placeholder 18">
            <a:extLst>
              <a:ext uri="{FF2B5EF4-FFF2-40B4-BE49-F238E27FC236}">
                <a16:creationId xmlns:a16="http://schemas.microsoft.com/office/drawing/2014/main" id="{E77AA7FC-2D03-7006-7FC8-00BE3FF031C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0" name="Slide Number Placeholder 19">
            <a:extLst>
              <a:ext uri="{FF2B5EF4-FFF2-40B4-BE49-F238E27FC236}">
                <a16:creationId xmlns:a16="http://schemas.microsoft.com/office/drawing/2014/main" id="{4F5B5322-4ADA-4851-7462-04E62587935E}"/>
              </a:ext>
            </a:extLst>
          </p:cNvPr>
          <p:cNvSpPr>
            <a:spLocks noGrp="1"/>
          </p:cNvSpPr>
          <p:nvPr>
            <p:ph type="sldNum" sz="quarter" idx="4"/>
          </p:nvPr>
        </p:nvSpPr>
        <p:spPr/>
        <p:txBody>
          <a:bodyPr/>
          <a:lstStyle/>
          <a:p>
            <a:fld id="{9FD7ECCF-50E7-4327-B945-FA93FF7B2BEF}" type="slidenum">
              <a:rPr lang="en-US" smtClean="0"/>
              <a:pPr/>
              <a:t>27</a:t>
            </a:fld>
            <a:r>
              <a:rPr lang="en-GB"/>
              <a:t>/80</a:t>
            </a:r>
            <a:endParaRPr lang="en-US" dirty="0"/>
          </a:p>
        </p:txBody>
      </p:sp>
    </p:spTree>
    <p:extLst>
      <p:ext uri="{BB962C8B-B14F-4D97-AF65-F5344CB8AC3E}">
        <p14:creationId xmlns:p14="http://schemas.microsoft.com/office/powerpoint/2010/main" val="2205690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258FE-B6B0-8E21-3F82-544C2F7308E3}"/>
              </a:ext>
            </a:extLst>
          </p:cNvPr>
          <p:cNvSpPr>
            <a:spLocks noGrp="1"/>
          </p:cNvSpPr>
          <p:nvPr>
            <p:ph type="title"/>
          </p:nvPr>
        </p:nvSpPr>
        <p:spPr/>
        <p:txBody>
          <a:bodyPr/>
          <a:lstStyle/>
          <a:p>
            <a:r>
              <a:rPr lang="en-GB" dirty="0"/>
              <a:t>Range</a:t>
            </a:r>
          </a:p>
        </p:txBody>
      </p:sp>
      <p:pic>
        <p:nvPicPr>
          <p:cNvPr id="7" name="Picture 6" descr="example graph that show differebt range of data">
            <a:extLst>
              <a:ext uri="{FF2B5EF4-FFF2-40B4-BE49-F238E27FC236}">
                <a16:creationId xmlns:a16="http://schemas.microsoft.com/office/drawing/2014/main" id="{F37E04F8-D6E7-2EC0-B70D-0EA3E20D4985}"/>
              </a:ext>
            </a:extLst>
          </p:cNvPr>
          <p:cNvPicPr>
            <a:picLocks noChangeAspect="1"/>
          </p:cNvPicPr>
          <p:nvPr/>
        </p:nvPicPr>
        <p:blipFill>
          <a:blip r:embed="rId2"/>
          <a:stretch>
            <a:fillRect/>
          </a:stretch>
        </p:blipFill>
        <p:spPr>
          <a:xfrm>
            <a:off x="755576" y="1799232"/>
            <a:ext cx="7453512" cy="2048868"/>
          </a:xfrm>
          <a:prstGeom prst="rect">
            <a:avLst/>
          </a:prstGeom>
        </p:spPr>
      </p:pic>
      <p:sp>
        <p:nvSpPr>
          <p:cNvPr id="10" name="TextBox 9">
            <a:extLst>
              <a:ext uri="{FF2B5EF4-FFF2-40B4-BE49-F238E27FC236}">
                <a16:creationId xmlns:a16="http://schemas.microsoft.com/office/drawing/2014/main" id="{A7B8122A-1008-6A10-B538-9B076BDAAA8D}"/>
              </a:ext>
            </a:extLst>
          </p:cNvPr>
          <p:cNvSpPr txBox="1"/>
          <p:nvPr/>
        </p:nvSpPr>
        <p:spPr>
          <a:xfrm>
            <a:off x="1547664" y="3966467"/>
            <a:ext cx="1745991" cy="384721"/>
          </a:xfrm>
          <a:prstGeom prst="rect">
            <a:avLst/>
          </a:prstGeom>
          <a:noFill/>
        </p:spPr>
        <p:txBody>
          <a:bodyPr wrap="none" rtlCol="0">
            <a:spAutoFit/>
          </a:bodyPr>
          <a:lstStyle/>
          <a:p>
            <a:r>
              <a:rPr lang="en-GB" sz="1900" b="1" dirty="0">
                <a:solidFill>
                  <a:schemeClr val="tx1">
                    <a:lumMod val="75000"/>
                    <a:lumOff val="25000"/>
                  </a:schemeClr>
                </a:solidFill>
                <a:latin typeface="+mn-lt"/>
              </a:rPr>
              <a:t>R= 150-30-120</a:t>
            </a:r>
          </a:p>
        </p:txBody>
      </p:sp>
      <p:sp>
        <p:nvSpPr>
          <p:cNvPr id="11" name="TextBox 10">
            <a:extLst>
              <a:ext uri="{FF2B5EF4-FFF2-40B4-BE49-F238E27FC236}">
                <a16:creationId xmlns:a16="http://schemas.microsoft.com/office/drawing/2014/main" id="{190DDF6A-F0E6-44FF-9BEF-A2AE04B2DF61}"/>
              </a:ext>
            </a:extLst>
          </p:cNvPr>
          <p:cNvSpPr txBox="1"/>
          <p:nvPr/>
        </p:nvSpPr>
        <p:spPr>
          <a:xfrm>
            <a:off x="5292080" y="3966467"/>
            <a:ext cx="1745991" cy="384721"/>
          </a:xfrm>
          <a:prstGeom prst="rect">
            <a:avLst/>
          </a:prstGeom>
          <a:noFill/>
        </p:spPr>
        <p:txBody>
          <a:bodyPr wrap="none" rtlCol="0">
            <a:spAutoFit/>
          </a:bodyPr>
          <a:lstStyle/>
          <a:p>
            <a:r>
              <a:rPr lang="en-GB" sz="1900" b="1" dirty="0">
                <a:solidFill>
                  <a:schemeClr val="tx1">
                    <a:lumMod val="75000"/>
                    <a:lumOff val="25000"/>
                  </a:schemeClr>
                </a:solidFill>
                <a:latin typeface="+mn-lt"/>
              </a:rPr>
              <a:t>R= 150-30-120</a:t>
            </a:r>
          </a:p>
        </p:txBody>
      </p:sp>
      <p:sp>
        <p:nvSpPr>
          <p:cNvPr id="12" name="Content Placeholder 2">
            <a:extLst>
              <a:ext uri="{FF2B5EF4-FFF2-40B4-BE49-F238E27FC236}">
                <a16:creationId xmlns:a16="http://schemas.microsoft.com/office/drawing/2014/main" id="{3765CE53-CB4F-85C0-70D6-3673F0D5DE21}"/>
              </a:ext>
            </a:extLst>
          </p:cNvPr>
          <p:cNvSpPr>
            <a:spLocks noGrp="1"/>
          </p:cNvSpPr>
          <p:nvPr>
            <p:ph sz="quarter" idx="1"/>
          </p:nvPr>
        </p:nvSpPr>
        <p:spPr>
          <a:xfrm>
            <a:off x="725538" y="4581128"/>
            <a:ext cx="8162428" cy="1728193"/>
          </a:xfrm>
        </p:spPr>
        <p:txBody>
          <a:bodyPr>
            <a:normAutofit/>
          </a:bodyPr>
          <a:lstStyle/>
          <a:p>
            <a:r>
              <a:rPr lang="en-GB" sz="2000" dirty="0">
                <a:solidFill>
                  <a:schemeClr val="tx1">
                    <a:lumMod val="75000"/>
                    <a:lumOff val="25000"/>
                  </a:schemeClr>
                </a:solidFill>
              </a:rPr>
              <a:t>Relying only on range could be misleading, as in this example the range is the same but the dataset distribution is very different</a:t>
            </a:r>
          </a:p>
          <a:p>
            <a:pPr lvl="1"/>
            <a:endParaRPr lang="en-GB" sz="2000" dirty="0">
              <a:solidFill>
                <a:schemeClr val="tx1">
                  <a:lumMod val="75000"/>
                  <a:lumOff val="25000"/>
                </a:schemeClr>
              </a:solidFill>
            </a:endParaRPr>
          </a:p>
        </p:txBody>
      </p:sp>
      <p:grpSp>
        <p:nvGrpSpPr>
          <p:cNvPr id="15" name="Group 14">
            <a:extLst>
              <a:ext uri="{FF2B5EF4-FFF2-40B4-BE49-F238E27FC236}">
                <a16:creationId xmlns:a16="http://schemas.microsoft.com/office/drawing/2014/main" id="{72E1D457-CD55-DC6A-1CEA-F9CC9747B4AA}"/>
              </a:ext>
            </a:extLst>
          </p:cNvPr>
          <p:cNvGrpSpPr/>
          <p:nvPr/>
        </p:nvGrpSpPr>
        <p:grpSpPr>
          <a:xfrm>
            <a:off x="6561330" y="3092220"/>
            <a:ext cx="1671120" cy="691920"/>
            <a:chOff x="6561330" y="3092220"/>
            <a:chExt cx="1671120" cy="691920"/>
          </a:xfrm>
        </p:grpSpPr>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34BD85E1-959F-4132-032B-8DAE1BA62F88}"/>
                    </a:ext>
                  </a:extLst>
                </p14:cNvPr>
                <p14:cNvContentPartPr/>
                <p14:nvPr/>
              </p14:nvContentPartPr>
              <p14:xfrm>
                <a:off x="6561330" y="3142980"/>
                <a:ext cx="621720" cy="641160"/>
              </p14:xfrm>
            </p:contentPart>
          </mc:Choice>
          <mc:Fallback xmlns="">
            <p:pic>
              <p:nvPicPr>
                <p:cNvPr id="13" name="Ink 12">
                  <a:extLst>
                    <a:ext uri="{FF2B5EF4-FFF2-40B4-BE49-F238E27FC236}">
                      <a16:creationId xmlns:a16="http://schemas.microsoft.com/office/drawing/2014/main" id="{34BD85E1-959F-4132-032B-8DAE1BA62F88}"/>
                    </a:ext>
                  </a:extLst>
                </p:cNvPr>
                <p:cNvPicPr/>
                <p:nvPr/>
              </p:nvPicPr>
              <p:blipFill>
                <a:blip r:embed="rId4"/>
                <a:stretch>
                  <a:fillRect/>
                </a:stretch>
              </p:blipFill>
              <p:spPr>
                <a:xfrm>
                  <a:off x="6543690" y="3125340"/>
                  <a:ext cx="657360" cy="676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7A540C84-54DA-42DD-1F09-856522ADFE06}"/>
                    </a:ext>
                  </a:extLst>
                </p14:cNvPr>
                <p14:cNvContentPartPr/>
                <p14:nvPr/>
              </p14:nvContentPartPr>
              <p14:xfrm>
                <a:off x="7447290" y="3092220"/>
                <a:ext cx="785160" cy="594720"/>
              </p14:xfrm>
            </p:contentPart>
          </mc:Choice>
          <mc:Fallback xmlns="">
            <p:pic>
              <p:nvPicPr>
                <p:cNvPr id="14" name="Ink 13">
                  <a:extLst>
                    <a:ext uri="{FF2B5EF4-FFF2-40B4-BE49-F238E27FC236}">
                      <a16:creationId xmlns:a16="http://schemas.microsoft.com/office/drawing/2014/main" id="{7A540C84-54DA-42DD-1F09-856522ADFE06}"/>
                    </a:ext>
                  </a:extLst>
                </p:cNvPr>
                <p:cNvPicPr/>
                <p:nvPr/>
              </p:nvPicPr>
              <p:blipFill>
                <a:blip r:embed="rId6"/>
                <a:stretch>
                  <a:fillRect/>
                </a:stretch>
              </p:blipFill>
              <p:spPr>
                <a:xfrm>
                  <a:off x="7429650" y="3074220"/>
                  <a:ext cx="820800" cy="630360"/>
                </a:xfrm>
                <a:prstGeom prst="rect">
                  <a:avLst/>
                </a:prstGeom>
              </p:spPr>
            </p:pic>
          </mc:Fallback>
        </mc:AlternateContent>
      </p:grpSp>
      <p:sp>
        <p:nvSpPr>
          <p:cNvPr id="16" name="TextBox 15">
            <a:extLst>
              <a:ext uri="{FF2B5EF4-FFF2-40B4-BE49-F238E27FC236}">
                <a16:creationId xmlns:a16="http://schemas.microsoft.com/office/drawing/2014/main" id="{56CE71DC-5717-BBF3-4420-CBEA044C8538}"/>
              </a:ext>
            </a:extLst>
          </p:cNvPr>
          <p:cNvSpPr txBox="1"/>
          <p:nvPr/>
        </p:nvSpPr>
        <p:spPr>
          <a:xfrm>
            <a:off x="8154788" y="2631305"/>
            <a:ext cx="930063" cy="384721"/>
          </a:xfrm>
          <a:prstGeom prst="rect">
            <a:avLst/>
          </a:prstGeom>
          <a:noFill/>
        </p:spPr>
        <p:txBody>
          <a:bodyPr wrap="none" rtlCol="0">
            <a:spAutoFit/>
          </a:bodyPr>
          <a:lstStyle/>
          <a:p>
            <a:r>
              <a:rPr lang="en-GB" sz="1900" b="1" dirty="0">
                <a:solidFill>
                  <a:schemeClr val="tx1">
                    <a:lumMod val="75000"/>
                    <a:lumOff val="25000"/>
                  </a:schemeClr>
                </a:solidFill>
                <a:latin typeface="+mn-lt"/>
              </a:rPr>
              <a:t>outliers</a:t>
            </a:r>
          </a:p>
        </p:txBody>
      </p:sp>
      <p:sp>
        <p:nvSpPr>
          <p:cNvPr id="17" name="Footer Placeholder 16">
            <a:extLst>
              <a:ext uri="{FF2B5EF4-FFF2-40B4-BE49-F238E27FC236}">
                <a16:creationId xmlns:a16="http://schemas.microsoft.com/office/drawing/2014/main" id="{AA549FFD-AAD4-849B-F121-7E9E6CE69D2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8" name="Slide Number Placeholder 17">
            <a:extLst>
              <a:ext uri="{FF2B5EF4-FFF2-40B4-BE49-F238E27FC236}">
                <a16:creationId xmlns:a16="http://schemas.microsoft.com/office/drawing/2014/main" id="{98EA92C9-BC20-5B33-E234-A78B05031EF1}"/>
              </a:ext>
            </a:extLst>
          </p:cNvPr>
          <p:cNvSpPr>
            <a:spLocks noGrp="1"/>
          </p:cNvSpPr>
          <p:nvPr>
            <p:ph type="sldNum" sz="quarter" idx="4"/>
          </p:nvPr>
        </p:nvSpPr>
        <p:spPr/>
        <p:txBody>
          <a:bodyPr/>
          <a:lstStyle/>
          <a:p>
            <a:fld id="{9FD7ECCF-50E7-4327-B945-FA93FF7B2BEF}" type="slidenum">
              <a:rPr lang="en-US" smtClean="0"/>
              <a:pPr/>
              <a:t>28</a:t>
            </a:fld>
            <a:r>
              <a:rPr lang="en-GB"/>
              <a:t>/80</a:t>
            </a:r>
            <a:endParaRPr lang="en-US" dirty="0"/>
          </a:p>
        </p:txBody>
      </p:sp>
    </p:spTree>
    <p:extLst>
      <p:ext uri="{BB962C8B-B14F-4D97-AF65-F5344CB8AC3E}">
        <p14:creationId xmlns:p14="http://schemas.microsoft.com/office/powerpoint/2010/main" val="1597106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ores Histogram">
            <a:extLst>
              <a:ext uri="{FF2B5EF4-FFF2-40B4-BE49-F238E27FC236}">
                <a16:creationId xmlns:a16="http://schemas.microsoft.com/office/drawing/2014/main" id="{E7302681-2B00-707F-308C-4AEF6D2EDC6F}"/>
              </a:ext>
            </a:extLst>
          </p:cNvPr>
          <p:cNvPicPr>
            <a:picLocks noChangeAspect="1"/>
          </p:cNvPicPr>
          <p:nvPr/>
        </p:nvPicPr>
        <p:blipFill>
          <a:blip r:embed="rId3"/>
          <a:stretch>
            <a:fillRect/>
          </a:stretch>
        </p:blipFill>
        <p:spPr>
          <a:xfrm>
            <a:off x="2150992" y="3633201"/>
            <a:ext cx="4608512" cy="2652623"/>
          </a:xfrm>
          <a:prstGeom prst="rect">
            <a:avLst/>
          </a:prstGeom>
        </p:spPr>
      </p:pic>
      <p:sp>
        <p:nvSpPr>
          <p:cNvPr id="8" name="TextBox 7">
            <a:extLst>
              <a:ext uri="{FF2B5EF4-FFF2-40B4-BE49-F238E27FC236}">
                <a16:creationId xmlns:a16="http://schemas.microsoft.com/office/drawing/2014/main" id="{B22326FE-F16C-329B-3E2F-D3B5C2C0F484}"/>
              </a:ext>
            </a:extLst>
          </p:cNvPr>
          <p:cNvSpPr txBox="1"/>
          <p:nvPr/>
        </p:nvSpPr>
        <p:spPr>
          <a:xfrm>
            <a:off x="1763688" y="3306368"/>
            <a:ext cx="5383119" cy="400110"/>
          </a:xfrm>
          <a:prstGeom prst="rect">
            <a:avLst/>
          </a:prstGeom>
          <a:noFill/>
        </p:spPr>
        <p:txBody>
          <a:bodyPr wrap="square" rtlCol="0">
            <a:spAutoFit/>
          </a:bodyPr>
          <a:lstStyle/>
          <a:p>
            <a:pPr algn="ctr" fontAlgn="t"/>
            <a:r>
              <a:rPr lang="en-GB" sz="2000" dirty="0">
                <a:solidFill>
                  <a:schemeClr val="accent6">
                    <a:lumMod val="50000"/>
                  </a:schemeClr>
                </a:solidFill>
                <a:effectLst/>
                <a:latin typeface="+mn-lt"/>
              </a:rPr>
              <a:t>Task time completion scores Histogram</a:t>
            </a:r>
          </a:p>
        </p:txBody>
      </p:sp>
      <p:sp>
        <p:nvSpPr>
          <p:cNvPr id="2" name="Title 1">
            <a:extLst>
              <a:ext uri="{FF2B5EF4-FFF2-40B4-BE49-F238E27FC236}">
                <a16:creationId xmlns:a16="http://schemas.microsoft.com/office/drawing/2014/main" id="{7C847009-9886-5260-860B-958A2CAF9D63}"/>
              </a:ext>
            </a:extLst>
          </p:cNvPr>
          <p:cNvSpPr>
            <a:spLocks noGrp="1"/>
          </p:cNvSpPr>
          <p:nvPr>
            <p:ph type="title"/>
          </p:nvPr>
        </p:nvSpPr>
        <p:spPr>
          <a:xfrm>
            <a:off x="444500" y="228600"/>
            <a:ext cx="8591996" cy="990600"/>
          </a:xfrm>
        </p:spPr>
        <p:txBody>
          <a:bodyPr>
            <a:noAutofit/>
          </a:bodyPr>
          <a:lstStyle/>
          <a:p>
            <a:r>
              <a:rPr lang="en-GB" sz="3600" dirty="0">
                <a:solidFill>
                  <a:srgbClr val="AC20AF"/>
                </a:solidFill>
              </a:rPr>
              <a:t>Measures of Variability</a:t>
            </a:r>
            <a:r>
              <a:rPr lang="en-GB" sz="3600" dirty="0"/>
              <a:t>– </a:t>
            </a:r>
            <a:r>
              <a:rPr lang="en-GB" sz="3600" b="1" dirty="0"/>
              <a:t>Standard Deviation</a:t>
            </a:r>
            <a:endParaRPr lang="en-GB" sz="3600" dirty="0"/>
          </a:p>
        </p:txBody>
      </p:sp>
      <p:sp>
        <p:nvSpPr>
          <p:cNvPr id="9" name="Content Placeholder 2">
            <a:extLst>
              <a:ext uri="{FF2B5EF4-FFF2-40B4-BE49-F238E27FC236}">
                <a16:creationId xmlns:a16="http://schemas.microsoft.com/office/drawing/2014/main" id="{7F423DA4-6B9B-1168-9EC4-10CBF906A2D4}"/>
              </a:ext>
            </a:extLst>
          </p:cNvPr>
          <p:cNvSpPr>
            <a:spLocks noGrp="1"/>
          </p:cNvSpPr>
          <p:nvPr>
            <p:ph sz="quarter" idx="1"/>
          </p:nvPr>
        </p:nvSpPr>
        <p:spPr>
          <a:xfrm>
            <a:off x="609600" y="1558073"/>
            <a:ext cx="7041880" cy="1656184"/>
          </a:xfrm>
        </p:spPr>
        <p:txBody>
          <a:bodyPr>
            <a:normAutofit fontScale="92500" lnSpcReduction="10000"/>
          </a:bodyPr>
          <a:lstStyle/>
          <a:p>
            <a:r>
              <a:rPr lang="en-GB" dirty="0">
                <a:solidFill>
                  <a:schemeClr val="accent6">
                    <a:lumMod val="50000"/>
                  </a:schemeClr>
                </a:solidFill>
              </a:rPr>
              <a:t>Range is a measure of variability, but it takes one rogue data point to exaggerate the size of the dataset’s range. This is why we look at the </a:t>
            </a:r>
            <a:r>
              <a:rPr lang="en-GB" b="1" dirty="0">
                <a:solidFill>
                  <a:schemeClr val="accent6">
                    <a:lumMod val="50000"/>
                  </a:schemeClr>
                </a:solidFill>
              </a:rPr>
              <a:t>standard deviation</a:t>
            </a:r>
          </a:p>
        </p:txBody>
      </p:sp>
      <p:graphicFrame>
        <p:nvGraphicFramePr>
          <p:cNvPr id="13" name="Table 13">
            <a:extLst>
              <a:ext uri="{FF2B5EF4-FFF2-40B4-BE49-F238E27FC236}">
                <a16:creationId xmlns:a16="http://schemas.microsoft.com/office/drawing/2014/main" id="{2FD163AA-3FD8-5907-FF56-1F32F54B655A}"/>
              </a:ext>
            </a:extLst>
          </p:cNvPr>
          <p:cNvGraphicFramePr>
            <a:graphicFrameLocks noGrp="1"/>
          </p:cNvGraphicFramePr>
          <p:nvPr/>
        </p:nvGraphicFramePr>
        <p:xfrm>
          <a:off x="7979419" y="952403"/>
          <a:ext cx="720081" cy="5562600"/>
        </p:xfrm>
        <a:graphic>
          <a:graphicData uri="http://schemas.openxmlformats.org/drawingml/2006/table">
            <a:tbl>
              <a:tblPr firstRow="1" bandRow="1">
                <a:tableStyleId>{C4B1156A-380E-4F78-BDF5-A606A8083BF9}</a:tableStyleId>
              </a:tblPr>
              <a:tblGrid>
                <a:gridCol w="720081">
                  <a:extLst>
                    <a:ext uri="{9D8B030D-6E8A-4147-A177-3AD203B41FA5}">
                      <a16:colId xmlns:a16="http://schemas.microsoft.com/office/drawing/2014/main" val="1794081257"/>
                    </a:ext>
                  </a:extLst>
                </a:gridCol>
              </a:tblGrid>
              <a:tr h="370840">
                <a:tc>
                  <a:txBody>
                    <a:bodyPr/>
                    <a:lstStyle/>
                    <a:p>
                      <a:pPr algn="ctr"/>
                      <a:r>
                        <a:rPr lang="en-GB" b="0" dirty="0"/>
                        <a:t>10</a:t>
                      </a:r>
                    </a:p>
                  </a:txBody>
                  <a:tcPr/>
                </a:tc>
                <a:extLst>
                  <a:ext uri="{0D108BD9-81ED-4DB2-BD59-A6C34878D82A}">
                    <a16:rowId xmlns:a16="http://schemas.microsoft.com/office/drawing/2014/main" val="3782993079"/>
                  </a:ext>
                </a:extLst>
              </a:tr>
              <a:tr h="370840">
                <a:tc>
                  <a:txBody>
                    <a:bodyPr/>
                    <a:lstStyle/>
                    <a:p>
                      <a:pPr algn="ctr"/>
                      <a:r>
                        <a:rPr lang="en-GB" dirty="0"/>
                        <a:t>50</a:t>
                      </a:r>
                    </a:p>
                  </a:txBody>
                  <a:tcPr/>
                </a:tc>
                <a:extLst>
                  <a:ext uri="{0D108BD9-81ED-4DB2-BD59-A6C34878D82A}">
                    <a16:rowId xmlns:a16="http://schemas.microsoft.com/office/drawing/2014/main" val="3527038976"/>
                  </a:ext>
                </a:extLst>
              </a:tr>
              <a:tr h="370840">
                <a:tc>
                  <a:txBody>
                    <a:bodyPr/>
                    <a:lstStyle/>
                    <a:p>
                      <a:pPr algn="ctr"/>
                      <a:r>
                        <a:rPr lang="en-GB" dirty="0"/>
                        <a:t>52</a:t>
                      </a:r>
                    </a:p>
                  </a:txBody>
                  <a:tcPr/>
                </a:tc>
                <a:extLst>
                  <a:ext uri="{0D108BD9-81ED-4DB2-BD59-A6C34878D82A}">
                    <a16:rowId xmlns:a16="http://schemas.microsoft.com/office/drawing/2014/main" val="4139036430"/>
                  </a:ext>
                </a:extLst>
              </a:tr>
              <a:tr h="370840">
                <a:tc>
                  <a:txBody>
                    <a:bodyPr/>
                    <a:lstStyle/>
                    <a:p>
                      <a:pPr algn="ctr"/>
                      <a:r>
                        <a:rPr lang="en-GB" dirty="0"/>
                        <a:t>53</a:t>
                      </a:r>
                    </a:p>
                  </a:txBody>
                  <a:tcPr/>
                </a:tc>
                <a:extLst>
                  <a:ext uri="{0D108BD9-81ED-4DB2-BD59-A6C34878D82A}">
                    <a16:rowId xmlns:a16="http://schemas.microsoft.com/office/drawing/2014/main" val="2372724232"/>
                  </a:ext>
                </a:extLst>
              </a:tr>
              <a:tr h="370840">
                <a:tc>
                  <a:txBody>
                    <a:bodyPr/>
                    <a:lstStyle/>
                    <a:p>
                      <a:pPr algn="ctr"/>
                      <a:r>
                        <a:rPr lang="en-GB" dirty="0"/>
                        <a:t>53</a:t>
                      </a:r>
                    </a:p>
                  </a:txBody>
                  <a:tcPr/>
                </a:tc>
                <a:extLst>
                  <a:ext uri="{0D108BD9-81ED-4DB2-BD59-A6C34878D82A}">
                    <a16:rowId xmlns:a16="http://schemas.microsoft.com/office/drawing/2014/main" val="3294947328"/>
                  </a:ext>
                </a:extLst>
              </a:tr>
              <a:tr h="370840">
                <a:tc>
                  <a:txBody>
                    <a:bodyPr/>
                    <a:lstStyle/>
                    <a:p>
                      <a:pPr algn="ctr"/>
                      <a:r>
                        <a:rPr lang="en-GB" dirty="0"/>
                        <a:t>54</a:t>
                      </a:r>
                    </a:p>
                  </a:txBody>
                  <a:tcPr/>
                </a:tc>
                <a:extLst>
                  <a:ext uri="{0D108BD9-81ED-4DB2-BD59-A6C34878D82A}">
                    <a16:rowId xmlns:a16="http://schemas.microsoft.com/office/drawing/2014/main" val="2175820230"/>
                  </a:ext>
                </a:extLst>
              </a:tr>
              <a:tr h="370840">
                <a:tc>
                  <a:txBody>
                    <a:bodyPr/>
                    <a:lstStyle/>
                    <a:p>
                      <a:pPr algn="ctr"/>
                      <a:r>
                        <a:rPr lang="en-GB" dirty="0"/>
                        <a:t>57</a:t>
                      </a:r>
                    </a:p>
                  </a:txBody>
                  <a:tcPr/>
                </a:tc>
                <a:extLst>
                  <a:ext uri="{0D108BD9-81ED-4DB2-BD59-A6C34878D82A}">
                    <a16:rowId xmlns:a16="http://schemas.microsoft.com/office/drawing/2014/main" val="1579159341"/>
                  </a:ext>
                </a:extLst>
              </a:tr>
              <a:tr h="370840">
                <a:tc>
                  <a:txBody>
                    <a:bodyPr/>
                    <a:lstStyle/>
                    <a:p>
                      <a:pPr algn="ctr"/>
                      <a:r>
                        <a:rPr lang="en-GB" dirty="0"/>
                        <a:t>55</a:t>
                      </a:r>
                    </a:p>
                  </a:txBody>
                  <a:tcPr/>
                </a:tc>
                <a:extLst>
                  <a:ext uri="{0D108BD9-81ED-4DB2-BD59-A6C34878D82A}">
                    <a16:rowId xmlns:a16="http://schemas.microsoft.com/office/drawing/2014/main" val="3242964946"/>
                  </a:ext>
                </a:extLst>
              </a:tr>
              <a:tr h="370840">
                <a:tc>
                  <a:txBody>
                    <a:bodyPr/>
                    <a:lstStyle/>
                    <a:p>
                      <a:pPr algn="ctr"/>
                      <a:r>
                        <a:rPr lang="en-GB" dirty="0"/>
                        <a:t>62</a:t>
                      </a:r>
                    </a:p>
                  </a:txBody>
                  <a:tcPr/>
                </a:tc>
                <a:extLst>
                  <a:ext uri="{0D108BD9-81ED-4DB2-BD59-A6C34878D82A}">
                    <a16:rowId xmlns:a16="http://schemas.microsoft.com/office/drawing/2014/main" val="2732836517"/>
                  </a:ext>
                </a:extLst>
              </a:tr>
              <a:tr h="370840">
                <a:tc>
                  <a:txBody>
                    <a:bodyPr/>
                    <a:lstStyle/>
                    <a:p>
                      <a:pPr algn="ctr"/>
                      <a:r>
                        <a:rPr lang="en-GB" dirty="0"/>
                        <a:t>64</a:t>
                      </a:r>
                    </a:p>
                  </a:txBody>
                  <a:tcPr/>
                </a:tc>
                <a:extLst>
                  <a:ext uri="{0D108BD9-81ED-4DB2-BD59-A6C34878D82A}">
                    <a16:rowId xmlns:a16="http://schemas.microsoft.com/office/drawing/2014/main" val="3399544171"/>
                  </a:ext>
                </a:extLst>
              </a:tr>
              <a:tr h="370840">
                <a:tc>
                  <a:txBody>
                    <a:bodyPr/>
                    <a:lstStyle/>
                    <a:p>
                      <a:pPr algn="ctr"/>
                      <a:r>
                        <a:rPr lang="en-GB" dirty="0"/>
                        <a:t>65</a:t>
                      </a:r>
                    </a:p>
                  </a:txBody>
                  <a:tcPr/>
                </a:tc>
                <a:extLst>
                  <a:ext uri="{0D108BD9-81ED-4DB2-BD59-A6C34878D82A}">
                    <a16:rowId xmlns:a16="http://schemas.microsoft.com/office/drawing/2014/main" val="3218271744"/>
                  </a:ext>
                </a:extLst>
              </a:tr>
              <a:tr h="370840">
                <a:tc>
                  <a:txBody>
                    <a:bodyPr/>
                    <a:lstStyle/>
                    <a:p>
                      <a:pPr algn="ctr"/>
                      <a:r>
                        <a:rPr lang="en-GB" dirty="0"/>
                        <a:t>67</a:t>
                      </a:r>
                    </a:p>
                  </a:txBody>
                  <a:tcPr/>
                </a:tc>
                <a:extLst>
                  <a:ext uri="{0D108BD9-81ED-4DB2-BD59-A6C34878D82A}">
                    <a16:rowId xmlns:a16="http://schemas.microsoft.com/office/drawing/2014/main" val="390958126"/>
                  </a:ext>
                </a:extLst>
              </a:tr>
              <a:tr h="370840">
                <a:tc>
                  <a:txBody>
                    <a:bodyPr/>
                    <a:lstStyle/>
                    <a:p>
                      <a:pPr algn="ctr"/>
                      <a:r>
                        <a:rPr lang="en-GB" dirty="0"/>
                        <a:t>72</a:t>
                      </a:r>
                    </a:p>
                  </a:txBody>
                  <a:tcPr/>
                </a:tc>
                <a:extLst>
                  <a:ext uri="{0D108BD9-81ED-4DB2-BD59-A6C34878D82A}">
                    <a16:rowId xmlns:a16="http://schemas.microsoft.com/office/drawing/2014/main" val="2497515221"/>
                  </a:ext>
                </a:extLst>
              </a:tr>
              <a:tr h="370840">
                <a:tc>
                  <a:txBody>
                    <a:bodyPr/>
                    <a:lstStyle/>
                    <a:p>
                      <a:pPr algn="ctr"/>
                      <a:r>
                        <a:rPr lang="en-GB" dirty="0"/>
                        <a:t>75</a:t>
                      </a:r>
                    </a:p>
                  </a:txBody>
                  <a:tcPr/>
                </a:tc>
                <a:extLst>
                  <a:ext uri="{0D108BD9-81ED-4DB2-BD59-A6C34878D82A}">
                    <a16:rowId xmlns:a16="http://schemas.microsoft.com/office/drawing/2014/main" val="269017071"/>
                  </a:ext>
                </a:extLst>
              </a:tr>
              <a:tr h="370840">
                <a:tc>
                  <a:txBody>
                    <a:bodyPr/>
                    <a:lstStyle/>
                    <a:p>
                      <a:pPr algn="ctr"/>
                      <a:r>
                        <a:rPr lang="en-GB" dirty="0"/>
                        <a:t>80</a:t>
                      </a:r>
                    </a:p>
                  </a:txBody>
                  <a:tcPr/>
                </a:tc>
                <a:extLst>
                  <a:ext uri="{0D108BD9-81ED-4DB2-BD59-A6C34878D82A}">
                    <a16:rowId xmlns:a16="http://schemas.microsoft.com/office/drawing/2014/main" val="1176793900"/>
                  </a:ext>
                </a:extLst>
              </a:tr>
            </a:tbl>
          </a:graphicData>
        </a:graphic>
      </p:graphicFrame>
      <p:sp>
        <p:nvSpPr>
          <p:cNvPr id="3" name="Footer Placeholder 2">
            <a:extLst>
              <a:ext uri="{FF2B5EF4-FFF2-40B4-BE49-F238E27FC236}">
                <a16:creationId xmlns:a16="http://schemas.microsoft.com/office/drawing/2014/main" id="{EAC68621-B51C-047F-D511-B47B1556837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E91BAC47-6A42-9119-3EFF-98CF2DD3782C}"/>
              </a:ext>
            </a:extLst>
          </p:cNvPr>
          <p:cNvSpPr>
            <a:spLocks noGrp="1"/>
          </p:cNvSpPr>
          <p:nvPr>
            <p:ph type="sldNum" sz="quarter" idx="4"/>
          </p:nvPr>
        </p:nvSpPr>
        <p:spPr/>
        <p:txBody>
          <a:bodyPr/>
          <a:lstStyle/>
          <a:p>
            <a:fld id="{9FD7ECCF-50E7-4327-B945-FA93FF7B2BEF}" type="slidenum">
              <a:rPr lang="en-US" smtClean="0"/>
              <a:pPr/>
              <a:t>29</a:t>
            </a:fld>
            <a:r>
              <a:rPr lang="en-GB"/>
              <a:t>/80</a:t>
            </a:r>
            <a:endParaRPr lang="en-US" dirty="0"/>
          </a:p>
        </p:txBody>
      </p:sp>
    </p:spTree>
    <p:extLst>
      <p:ext uri="{BB962C8B-B14F-4D97-AF65-F5344CB8AC3E}">
        <p14:creationId xmlns:p14="http://schemas.microsoft.com/office/powerpoint/2010/main" val="3792762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395536" y="398810"/>
            <a:ext cx="8640960" cy="869950"/>
          </a:xfrm>
        </p:spPr>
        <p:txBody>
          <a:bodyPr>
            <a:normAutofit fontScale="90000"/>
          </a:bodyPr>
          <a:lstStyle/>
          <a:p>
            <a:pPr>
              <a:lnSpc>
                <a:spcPts val="3500"/>
              </a:lnSpc>
            </a:pPr>
            <a:r>
              <a:rPr lang="en-GB" sz="4000" dirty="0">
                <a:solidFill>
                  <a:srgbClr val="AC20AF"/>
                </a:solidFill>
              </a:rPr>
              <a:t>Measures of Variability</a:t>
            </a:r>
            <a:r>
              <a:rPr lang="en-GB" sz="4000" dirty="0"/>
              <a:t>– </a:t>
            </a:r>
            <a:r>
              <a:rPr lang="en-GB" sz="4000" b="1" dirty="0"/>
              <a:t>Standard Deviation</a:t>
            </a:r>
          </a:p>
        </p:txBody>
      </p:sp>
      <p:cxnSp>
        <p:nvCxnSpPr>
          <p:cNvPr id="16" name="Straight Connector 15">
            <a:extLst>
              <a:ext uri="{FF2B5EF4-FFF2-40B4-BE49-F238E27FC236}">
                <a16:creationId xmlns:a16="http://schemas.microsoft.com/office/drawing/2014/main" id="{97665048-6282-A4F6-6F91-3260EDFC61B0}"/>
              </a:ext>
            </a:extLst>
          </p:cNvPr>
          <p:cNvCxnSpPr>
            <a:cxnSpLocks/>
          </p:cNvCxnSpPr>
          <p:nvPr/>
        </p:nvCxnSpPr>
        <p:spPr>
          <a:xfrm>
            <a:off x="5292080" y="4725144"/>
            <a:ext cx="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636BB951-FB5F-7DBF-ACCF-AEFF31D5F5FE}"/>
              </a:ext>
            </a:extLst>
          </p:cNvPr>
          <p:cNvSpPr/>
          <p:nvPr/>
        </p:nvSpPr>
        <p:spPr>
          <a:xfrm>
            <a:off x="593984" y="1658969"/>
            <a:ext cx="8083587" cy="640080"/>
          </a:xfrm>
          <a:custGeom>
            <a:avLst/>
            <a:gdLst>
              <a:gd name="connsiteX0" fmla="*/ 0 w 8083587"/>
              <a:gd name="connsiteY0" fmla="*/ 106682 h 640080"/>
              <a:gd name="connsiteX1" fmla="*/ 106682 w 8083587"/>
              <a:gd name="connsiteY1" fmla="*/ 0 h 640080"/>
              <a:gd name="connsiteX2" fmla="*/ 683832 w 8083587"/>
              <a:gd name="connsiteY2" fmla="*/ 0 h 640080"/>
              <a:gd name="connsiteX3" fmla="*/ 1182279 w 8083587"/>
              <a:gd name="connsiteY3" fmla="*/ 0 h 640080"/>
              <a:gd name="connsiteX4" fmla="*/ 1680727 w 8083587"/>
              <a:gd name="connsiteY4" fmla="*/ 0 h 640080"/>
              <a:gd name="connsiteX5" fmla="*/ 2415281 w 8083587"/>
              <a:gd name="connsiteY5" fmla="*/ 0 h 640080"/>
              <a:gd name="connsiteX6" fmla="*/ 2835026 w 8083587"/>
              <a:gd name="connsiteY6" fmla="*/ 0 h 640080"/>
              <a:gd name="connsiteX7" fmla="*/ 3254771 w 8083587"/>
              <a:gd name="connsiteY7" fmla="*/ 0 h 640080"/>
              <a:gd name="connsiteX8" fmla="*/ 4068028 w 8083587"/>
              <a:gd name="connsiteY8" fmla="*/ 0 h 640080"/>
              <a:gd name="connsiteX9" fmla="*/ 4645177 w 8083587"/>
              <a:gd name="connsiteY9" fmla="*/ 0 h 640080"/>
              <a:gd name="connsiteX10" fmla="*/ 5301029 w 8083587"/>
              <a:gd name="connsiteY10" fmla="*/ 0 h 640080"/>
              <a:gd name="connsiteX11" fmla="*/ 5878179 w 8083587"/>
              <a:gd name="connsiteY11" fmla="*/ 0 h 640080"/>
              <a:gd name="connsiteX12" fmla="*/ 6534031 w 8083587"/>
              <a:gd name="connsiteY12" fmla="*/ 0 h 640080"/>
              <a:gd name="connsiteX13" fmla="*/ 7189883 w 8083587"/>
              <a:gd name="connsiteY13" fmla="*/ 0 h 640080"/>
              <a:gd name="connsiteX14" fmla="*/ 7976905 w 8083587"/>
              <a:gd name="connsiteY14" fmla="*/ 0 h 640080"/>
              <a:gd name="connsiteX15" fmla="*/ 8083587 w 8083587"/>
              <a:gd name="connsiteY15" fmla="*/ 106682 h 640080"/>
              <a:gd name="connsiteX16" fmla="*/ 8083587 w 8083587"/>
              <a:gd name="connsiteY16" fmla="*/ 533398 h 640080"/>
              <a:gd name="connsiteX17" fmla="*/ 7976905 w 8083587"/>
              <a:gd name="connsiteY17" fmla="*/ 640080 h 640080"/>
              <a:gd name="connsiteX18" fmla="*/ 7478458 w 8083587"/>
              <a:gd name="connsiteY18" fmla="*/ 640080 h 640080"/>
              <a:gd name="connsiteX19" fmla="*/ 6743903 w 8083587"/>
              <a:gd name="connsiteY19" fmla="*/ 640080 h 640080"/>
              <a:gd name="connsiteX20" fmla="*/ 5930647 w 8083587"/>
              <a:gd name="connsiteY20" fmla="*/ 640080 h 640080"/>
              <a:gd name="connsiteX21" fmla="*/ 5196093 w 8083587"/>
              <a:gd name="connsiteY21" fmla="*/ 640080 h 640080"/>
              <a:gd name="connsiteX22" fmla="*/ 4776348 w 8083587"/>
              <a:gd name="connsiteY22" fmla="*/ 640080 h 640080"/>
              <a:gd name="connsiteX23" fmla="*/ 4120496 w 8083587"/>
              <a:gd name="connsiteY23" fmla="*/ 640080 h 640080"/>
              <a:gd name="connsiteX24" fmla="*/ 3622048 w 8083587"/>
              <a:gd name="connsiteY24" fmla="*/ 640080 h 640080"/>
              <a:gd name="connsiteX25" fmla="*/ 3044899 w 8083587"/>
              <a:gd name="connsiteY25" fmla="*/ 640080 h 640080"/>
              <a:gd name="connsiteX26" fmla="*/ 2310344 w 8083587"/>
              <a:gd name="connsiteY26" fmla="*/ 640080 h 640080"/>
              <a:gd name="connsiteX27" fmla="*/ 1575790 w 8083587"/>
              <a:gd name="connsiteY27" fmla="*/ 640080 h 640080"/>
              <a:gd name="connsiteX28" fmla="*/ 998641 w 8083587"/>
              <a:gd name="connsiteY28" fmla="*/ 640080 h 640080"/>
              <a:gd name="connsiteX29" fmla="*/ 106682 w 8083587"/>
              <a:gd name="connsiteY29" fmla="*/ 640080 h 640080"/>
              <a:gd name="connsiteX30" fmla="*/ 0 w 8083587"/>
              <a:gd name="connsiteY30" fmla="*/ 533398 h 640080"/>
              <a:gd name="connsiteX31" fmla="*/ 0 w 8083587"/>
              <a:gd name="connsiteY31" fmla="*/ 106682 h 64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83587" h="640080" fill="none" extrusionOk="0">
                <a:moveTo>
                  <a:pt x="0" y="106682"/>
                </a:moveTo>
                <a:cubicBezTo>
                  <a:pt x="-3457" y="45833"/>
                  <a:pt x="53157" y="2362"/>
                  <a:pt x="106682" y="0"/>
                </a:cubicBezTo>
                <a:cubicBezTo>
                  <a:pt x="289523" y="13377"/>
                  <a:pt x="543799" y="10568"/>
                  <a:pt x="683832" y="0"/>
                </a:cubicBezTo>
                <a:cubicBezTo>
                  <a:pt x="823865" y="-10568"/>
                  <a:pt x="969262" y="-20948"/>
                  <a:pt x="1182279" y="0"/>
                </a:cubicBezTo>
                <a:cubicBezTo>
                  <a:pt x="1395296" y="20948"/>
                  <a:pt x="1476614" y="19866"/>
                  <a:pt x="1680727" y="0"/>
                </a:cubicBezTo>
                <a:cubicBezTo>
                  <a:pt x="1884840" y="-19866"/>
                  <a:pt x="2069194" y="28616"/>
                  <a:pt x="2415281" y="0"/>
                </a:cubicBezTo>
                <a:cubicBezTo>
                  <a:pt x="2761368" y="-28616"/>
                  <a:pt x="2702603" y="5240"/>
                  <a:pt x="2835026" y="0"/>
                </a:cubicBezTo>
                <a:cubicBezTo>
                  <a:pt x="2967449" y="-5240"/>
                  <a:pt x="3110217" y="16451"/>
                  <a:pt x="3254771" y="0"/>
                </a:cubicBezTo>
                <a:cubicBezTo>
                  <a:pt x="3399326" y="-16451"/>
                  <a:pt x="3783229" y="-12384"/>
                  <a:pt x="4068028" y="0"/>
                </a:cubicBezTo>
                <a:cubicBezTo>
                  <a:pt x="4352827" y="12384"/>
                  <a:pt x="4477631" y="21516"/>
                  <a:pt x="4645177" y="0"/>
                </a:cubicBezTo>
                <a:cubicBezTo>
                  <a:pt x="4812723" y="-21516"/>
                  <a:pt x="5086882" y="21287"/>
                  <a:pt x="5301029" y="0"/>
                </a:cubicBezTo>
                <a:cubicBezTo>
                  <a:pt x="5515176" y="-21287"/>
                  <a:pt x="5679754" y="-13868"/>
                  <a:pt x="5878179" y="0"/>
                </a:cubicBezTo>
                <a:cubicBezTo>
                  <a:pt x="6076604" y="13868"/>
                  <a:pt x="6279022" y="29100"/>
                  <a:pt x="6534031" y="0"/>
                </a:cubicBezTo>
                <a:cubicBezTo>
                  <a:pt x="6789040" y="-29100"/>
                  <a:pt x="7022782" y="-14958"/>
                  <a:pt x="7189883" y="0"/>
                </a:cubicBezTo>
                <a:cubicBezTo>
                  <a:pt x="7356984" y="14958"/>
                  <a:pt x="7589007" y="2209"/>
                  <a:pt x="7976905" y="0"/>
                </a:cubicBezTo>
                <a:cubicBezTo>
                  <a:pt x="8034416" y="49"/>
                  <a:pt x="8074413" y="38670"/>
                  <a:pt x="8083587" y="106682"/>
                </a:cubicBezTo>
                <a:cubicBezTo>
                  <a:pt x="8087091" y="219296"/>
                  <a:pt x="8082857" y="402584"/>
                  <a:pt x="8083587" y="533398"/>
                </a:cubicBezTo>
                <a:cubicBezTo>
                  <a:pt x="8090926" y="598821"/>
                  <a:pt x="8038116" y="635704"/>
                  <a:pt x="7976905" y="640080"/>
                </a:cubicBezTo>
                <a:cubicBezTo>
                  <a:pt x="7855281" y="639003"/>
                  <a:pt x="7635136" y="643796"/>
                  <a:pt x="7478458" y="640080"/>
                </a:cubicBezTo>
                <a:cubicBezTo>
                  <a:pt x="7321780" y="636364"/>
                  <a:pt x="7057976" y="653606"/>
                  <a:pt x="6743903" y="640080"/>
                </a:cubicBezTo>
                <a:cubicBezTo>
                  <a:pt x="6429831" y="626554"/>
                  <a:pt x="6283802" y="648017"/>
                  <a:pt x="5930647" y="640080"/>
                </a:cubicBezTo>
                <a:cubicBezTo>
                  <a:pt x="5577492" y="632143"/>
                  <a:pt x="5529733" y="642733"/>
                  <a:pt x="5196093" y="640080"/>
                </a:cubicBezTo>
                <a:cubicBezTo>
                  <a:pt x="4862453" y="637427"/>
                  <a:pt x="4906259" y="645210"/>
                  <a:pt x="4776348" y="640080"/>
                </a:cubicBezTo>
                <a:cubicBezTo>
                  <a:pt x="4646437" y="634950"/>
                  <a:pt x="4441825" y="656254"/>
                  <a:pt x="4120496" y="640080"/>
                </a:cubicBezTo>
                <a:cubicBezTo>
                  <a:pt x="3799167" y="623906"/>
                  <a:pt x="3868894" y="630169"/>
                  <a:pt x="3622048" y="640080"/>
                </a:cubicBezTo>
                <a:cubicBezTo>
                  <a:pt x="3375202" y="649991"/>
                  <a:pt x="3239961" y="620444"/>
                  <a:pt x="3044899" y="640080"/>
                </a:cubicBezTo>
                <a:cubicBezTo>
                  <a:pt x="2849837" y="659716"/>
                  <a:pt x="2649679" y="644170"/>
                  <a:pt x="2310344" y="640080"/>
                </a:cubicBezTo>
                <a:cubicBezTo>
                  <a:pt x="1971009" y="635990"/>
                  <a:pt x="1755056" y="614705"/>
                  <a:pt x="1575790" y="640080"/>
                </a:cubicBezTo>
                <a:cubicBezTo>
                  <a:pt x="1396524" y="665455"/>
                  <a:pt x="1267067" y="631172"/>
                  <a:pt x="998641" y="640080"/>
                </a:cubicBezTo>
                <a:cubicBezTo>
                  <a:pt x="730215" y="648988"/>
                  <a:pt x="541179" y="621716"/>
                  <a:pt x="106682" y="640080"/>
                </a:cubicBezTo>
                <a:cubicBezTo>
                  <a:pt x="59676" y="645114"/>
                  <a:pt x="841" y="593706"/>
                  <a:pt x="0" y="533398"/>
                </a:cubicBezTo>
                <a:cubicBezTo>
                  <a:pt x="10292" y="382189"/>
                  <a:pt x="10392" y="285338"/>
                  <a:pt x="0" y="106682"/>
                </a:cubicBezTo>
                <a:close/>
              </a:path>
              <a:path w="8083587" h="640080" stroke="0" extrusionOk="0">
                <a:moveTo>
                  <a:pt x="0" y="106682"/>
                </a:moveTo>
                <a:cubicBezTo>
                  <a:pt x="-13113" y="47329"/>
                  <a:pt x="38627" y="1415"/>
                  <a:pt x="106682" y="0"/>
                </a:cubicBezTo>
                <a:cubicBezTo>
                  <a:pt x="345769" y="7593"/>
                  <a:pt x="606529" y="6084"/>
                  <a:pt x="841236" y="0"/>
                </a:cubicBezTo>
                <a:cubicBezTo>
                  <a:pt x="1075943" y="-6084"/>
                  <a:pt x="1301403" y="10483"/>
                  <a:pt x="1418386" y="0"/>
                </a:cubicBezTo>
                <a:cubicBezTo>
                  <a:pt x="1535369" y="-10483"/>
                  <a:pt x="1841359" y="20351"/>
                  <a:pt x="2231642" y="0"/>
                </a:cubicBezTo>
                <a:cubicBezTo>
                  <a:pt x="2621925" y="-20351"/>
                  <a:pt x="2510934" y="14530"/>
                  <a:pt x="2730090" y="0"/>
                </a:cubicBezTo>
                <a:cubicBezTo>
                  <a:pt x="2949246" y="-14530"/>
                  <a:pt x="3046842" y="24922"/>
                  <a:pt x="3307239" y="0"/>
                </a:cubicBezTo>
                <a:cubicBezTo>
                  <a:pt x="3567636" y="-24922"/>
                  <a:pt x="3691836" y="-18363"/>
                  <a:pt x="3805687" y="0"/>
                </a:cubicBezTo>
                <a:cubicBezTo>
                  <a:pt x="3919538" y="18363"/>
                  <a:pt x="4306330" y="22037"/>
                  <a:pt x="4461539" y="0"/>
                </a:cubicBezTo>
                <a:cubicBezTo>
                  <a:pt x="4616748" y="-22037"/>
                  <a:pt x="4919901" y="16193"/>
                  <a:pt x="5196093" y="0"/>
                </a:cubicBezTo>
                <a:cubicBezTo>
                  <a:pt x="5472285" y="-16193"/>
                  <a:pt x="5626895" y="-29963"/>
                  <a:pt x="5851945" y="0"/>
                </a:cubicBezTo>
                <a:cubicBezTo>
                  <a:pt x="6076995" y="29963"/>
                  <a:pt x="6434911" y="-36013"/>
                  <a:pt x="6586499" y="0"/>
                </a:cubicBezTo>
                <a:cubicBezTo>
                  <a:pt x="6738087" y="36013"/>
                  <a:pt x="6938355" y="32777"/>
                  <a:pt x="7242351" y="0"/>
                </a:cubicBezTo>
                <a:cubicBezTo>
                  <a:pt x="7546347" y="-32777"/>
                  <a:pt x="7687502" y="-11257"/>
                  <a:pt x="7976905" y="0"/>
                </a:cubicBezTo>
                <a:cubicBezTo>
                  <a:pt x="8040303" y="165"/>
                  <a:pt x="8081024" y="44802"/>
                  <a:pt x="8083587" y="106682"/>
                </a:cubicBezTo>
                <a:cubicBezTo>
                  <a:pt x="8101377" y="245515"/>
                  <a:pt x="8065061" y="447142"/>
                  <a:pt x="8083587" y="533398"/>
                </a:cubicBezTo>
                <a:cubicBezTo>
                  <a:pt x="8086467" y="594546"/>
                  <a:pt x="8029229" y="641956"/>
                  <a:pt x="7976905" y="640080"/>
                </a:cubicBezTo>
                <a:cubicBezTo>
                  <a:pt x="7703430" y="618587"/>
                  <a:pt x="7593487" y="665145"/>
                  <a:pt x="7399755" y="640080"/>
                </a:cubicBezTo>
                <a:cubicBezTo>
                  <a:pt x="7206023" y="615016"/>
                  <a:pt x="7128372" y="632715"/>
                  <a:pt x="6901308" y="640080"/>
                </a:cubicBezTo>
                <a:cubicBezTo>
                  <a:pt x="6674244" y="647445"/>
                  <a:pt x="6469563" y="620327"/>
                  <a:pt x="6324158" y="640080"/>
                </a:cubicBezTo>
                <a:cubicBezTo>
                  <a:pt x="6178753" y="659834"/>
                  <a:pt x="6063675" y="650441"/>
                  <a:pt x="5825711" y="640080"/>
                </a:cubicBezTo>
                <a:cubicBezTo>
                  <a:pt x="5587747" y="629719"/>
                  <a:pt x="5397145" y="631690"/>
                  <a:pt x="5248561" y="640080"/>
                </a:cubicBezTo>
                <a:cubicBezTo>
                  <a:pt x="5099977" y="648471"/>
                  <a:pt x="4973790" y="637451"/>
                  <a:pt x="4828816" y="640080"/>
                </a:cubicBezTo>
                <a:cubicBezTo>
                  <a:pt x="4683842" y="642709"/>
                  <a:pt x="4467017" y="646087"/>
                  <a:pt x="4330368" y="640080"/>
                </a:cubicBezTo>
                <a:cubicBezTo>
                  <a:pt x="4193719" y="634073"/>
                  <a:pt x="3935500" y="653789"/>
                  <a:pt x="3753219" y="640080"/>
                </a:cubicBezTo>
                <a:cubicBezTo>
                  <a:pt x="3570938" y="626371"/>
                  <a:pt x="3437648" y="620342"/>
                  <a:pt x="3333473" y="640080"/>
                </a:cubicBezTo>
                <a:cubicBezTo>
                  <a:pt x="3229298" y="659818"/>
                  <a:pt x="2895170" y="646153"/>
                  <a:pt x="2520217" y="640080"/>
                </a:cubicBezTo>
                <a:cubicBezTo>
                  <a:pt x="2145264" y="634007"/>
                  <a:pt x="2028626" y="674844"/>
                  <a:pt x="1706961" y="640080"/>
                </a:cubicBezTo>
                <a:cubicBezTo>
                  <a:pt x="1385296" y="605316"/>
                  <a:pt x="1259658" y="657064"/>
                  <a:pt x="1051109" y="640080"/>
                </a:cubicBezTo>
                <a:cubicBezTo>
                  <a:pt x="842560" y="623096"/>
                  <a:pt x="502010" y="643638"/>
                  <a:pt x="106682" y="640080"/>
                </a:cubicBezTo>
                <a:cubicBezTo>
                  <a:pt x="46941" y="647812"/>
                  <a:pt x="-4569" y="606088"/>
                  <a:pt x="0" y="533398"/>
                </a:cubicBezTo>
                <a:cubicBezTo>
                  <a:pt x="-17262" y="376548"/>
                  <a:pt x="-14975" y="216928"/>
                  <a:pt x="0" y="106682"/>
                </a:cubicBezTo>
                <a:close/>
              </a:path>
            </a:pathLst>
          </a:custGeom>
          <a:ln>
            <a:extLst>
              <a:ext uri="{C807C97D-BFC1-408E-A445-0C87EB9F89A2}">
                <ask:lineSketchStyleProps xmlns:ask="http://schemas.microsoft.com/office/drawing/2018/sketchyshapes" sd="476423693">
                  <a:prstGeom prst="roundRect">
                    <a:avLst/>
                  </a:prstGeom>
                  <ask:type>
                    <ask:lineSketchFreehan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85725" lvl="1">
              <a:spcBef>
                <a:spcPts val="600"/>
              </a:spcBef>
              <a:spcAft>
                <a:spcPts val="600"/>
              </a:spcAft>
            </a:pPr>
            <a:r>
              <a:rPr lang="en-GB" sz="2000" b="1" i="0" dirty="0">
                <a:solidFill>
                  <a:schemeClr val="tx1"/>
                </a:solidFill>
                <a:effectLst/>
              </a:rPr>
              <a:t>The </a:t>
            </a:r>
            <a:r>
              <a:rPr lang="en-GB" sz="2000" b="1" i="1" dirty="0">
                <a:solidFill>
                  <a:schemeClr val="tx1"/>
                </a:solidFill>
                <a:effectLst/>
              </a:rPr>
              <a:t>standard</a:t>
            </a:r>
            <a:r>
              <a:rPr lang="en-GB" sz="2000" b="1" i="0" dirty="0">
                <a:solidFill>
                  <a:schemeClr val="tx1"/>
                </a:solidFill>
                <a:effectLst/>
              </a:rPr>
              <a:t> (or typical) amount that scores </a:t>
            </a:r>
            <a:r>
              <a:rPr lang="en-GB" sz="2000" b="1" i="1" dirty="0">
                <a:solidFill>
                  <a:schemeClr val="tx1"/>
                </a:solidFill>
                <a:effectLst/>
              </a:rPr>
              <a:t>deviate</a:t>
            </a:r>
            <a:r>
              <a:rPr lang="en-GB" sz="2000" b="1" i="0" dirty="0">
                <a:solidFill>
                  <a:schemeClr val="tx1"/>
                </a:solidFill>
                <a:effectLst/>
              </a:rPr>
              <a:t> from the mean</a:t>
            </a:r>
          </a:p>
        </p:txBody>
      </p:sp>
      <p:pic>
        <p:nvPicPr>
          <p:cNvPr id="21" name="Picture 20" descr="bel shape curve">
            <a:extLst>
              <a:ext uri="{FF2B5EF4-FFF2-40B4-BE49-F238E27FC236}">
                <a16:creationId xmlns:a16="http://schemas.microsoft.com/office/drawing/2014/main" id="{6D934B32-1253-1325-706C-6081AEA3B851}"/>
              </a:ext>
            </a:extLst>
          </p:cNvPr>
          <p:cNvPicPr>
            <a:picLocks noChangeAspect="1"/>
          </p:cNvPicPr>
          <p:nvPr/>
        </p:nvPicPr>
        <p:blipFill>
          <a:blip r:embed="rId3"/>
          <a:stretch>
            <a:fillRect/>
          </a:stretch>
        </p:blipFill>
        <p:spPr>
          <a:xfrm>
            <a:off x="1907704" y="2410090"/>
            <a:ext cx="6553843" cy="3702092"/>
          </a:xfrm>
          <a:prstGeom prst="rect">
            <a:avLst/>
          </a:prstGeom>
        </p:spPr>
      </p:pic>
      <p:sp>
        <p:nvSpPr>
          <p:cNvPr id="23" name="Date Placeholder 22">
            <a:extLst>
              <a:ext uri="{FF2B5EF4-FFF2-40B4-BE49-F238E27FC236}">
                <a16:creationId xmlns:a16="http://schemas.microsoft.com/office/drawing/2014/main" id="{06428640-285E-F4EF-E2F8-874868ED2FD8}"/>
              </a:ext>
            </a:extLst>
          </p:cNvPr>
          <p:cNvSpPr>
            <a:spLocks noGrp="1"/>
          </p:cNvSpPr>
          <p:nvPr>
            <p:ph type="dt" sz="half" idx="13"/>
          </p:nvPr>
        </p:nvSpPr>
        <p:spPr/>
        <p:txBody>
          <a:bodyPr/>
          <a:lstStyle/>
          <a:p>
            <a:endParaRPr lang="en-US" dirty="0"/>
          </a:p>
        </p:txBody>
      </p:sp>
      <p:sp>
        <p:nvSpPr>
          <p:cNvPr id="24" name="Footer Placeholder 23">
            <a:extLst>
              <a:ext uri="{FF2B5EF4-FFF2-40B4-BE49-F238E27FC236}">
                <a16:creationId xmlns:a16="http://schemas.microsoft.com/office/drawing/2014/main" id="{9681FDC6-E5FE-A62E-1081-D8F5440A2FAE}"/>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25" name="Slide Number Placeholder 24">
            <a:extLst>
              <a:ext uri="{FF2B5EF4-FFF2-40B4-BE49-F238E27FC236}">
                <a16:creationId xmlns:a16="http://schemas.microsoft.com/office/drawing/2014/main" id="{EBECA570-FAC5-EBB8-0F98-456BE96F08A6}"/>
              </a:ext>
            </a:extLst>
          </p:cNvPr>
          <p:cNvSpPr>
            <a:spLocks noGrp="1"/>
          </p:cNvSpPr>
          <p:nvPr>
            <p:ph type="sldNum" sz="quarter" idx="12"/>
          </p:nvPr>
        </p:nvSpPr>
        <p:spPr/>
        <p:txBody>
          <a:bodyPr/>
          <a:lstStyle/>
          <a:p>
            <a:fld id="{9FD7ECCF-50E7-4327-B945-FA93FF7B2BEF}" type="slidenum">
              <a:rPr lang="en-US" smtClean="0"/>
              <a:pPr/>
              <a:t>30</a:t>
            </a:fld>
            <a:r>
              <a:rPr lang="en-GB"/>
              <a:t>/80</a:t>
            </a:r>
            <a:endParaRPr lang="en-US" dirty="0"/>
          </a:p>
        </p:txBody>
      </p:sp>
    </p:spTree>
    <p:extLst>
      <p:ext uri="{BB962C8B-B14F-4D97-AF65-F5344CB8AC3E}">
        <p14:creationId xmlns:p14="http://schemas.microsoft.com/office/powerpoint/2010/main" val="3955673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F531BCC-AB92-5F43-A6DC-37859D90EE86}"/>
              </a:ext>
            </a:extLst>
          </p:cNvPr>
          <p:cNvSpPr>
            <a:spLocks noGrp="1"/>
          </p:cNvSpPr>
          <p:nvPr>
            <p:ph type="title"/>
          </p:nvPr>
        </p:nvSpPr>
        <p:spPr/>
        <p:txBody>
          <a:bodyPr/>
          <a:lstStyle/>
          <a:p>
            <a:r>
              <a:rPr lang="en-GB" dirty="0"/>
              <a:t>Example SD in UX context</a:t>
            </a: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CC576580-9F22-180E-4C8B-5D94E043D937}"/>
                  </a:ext>
                </a:extLst>
              </p14:cNvPr>
              <p14:cNvContentPartPr/>
              <p14:nvPr/>
            </p14:nvContentPartPr>
            <p14:xfrm>
              <a:off x="1828459" y="4078080"/>
              <a:ext cx="5472720" cy="49680"/>
            </p14:xfrm>
          </p:contentPart>
        </mc:Choice>
        <mc:Fallback xmlns="">
          <p:pic>
            <p:nvPicPr>
              <p:cNvPr id="15" name="Ink 14">
                <a:extLst>
                  <a:ext uri="{FF2B5EF4-FFF2-40B4-BE49-F238E27FC236}">
                    <a16:creationId xmlns:a16="http://schemas.microsoft.com/office/drawing/2014/main" id="{CC576580-9F22-180E-4C8B-5D94E043D937}"/>
                  </a:ext>
                </a:extLst>
              </p:cNvPr>
              <p:cNvPicPr/>
              <p:nvPr/>
            </p:nvPicPr>
            <p:blipFill>
              <a:blip r:embed="rId3"/>
              <a:stretch>
                <a:fillRect/>
              </a:stretch>
            </p:blipFill>
            <p:spPr>
              <a:xfrm>
                <a:off x="1822339" y="4071960"/>
                <a:ext cx="5484960" cy="61920"/>
              </a:xfrm>
              <a:prstGeom prst="rect">
                <a:avLst/>
              </a:prstGeom>
            </p:spPr>
          </p:pic>
        </mc:Fallback>
      </mc:AlternateContent>
      <p:sp>
        <p:nvSpPr>
          <p:cNvPr id="65" name="TextBox 64">
            <a:extLst>
              <a:ext uri="{FF2B5EF4-FFF2-40B4-BE49-F238E27FC236}">
                <a16:creationId xmlns:a16="http://schemas.microsoft.com/office/drawing/2014/main" id="{724DC9BC-E44F-E668-4E18-69BFBD597F4D}"/>
              </a:ext>
            </a:extLst>
          </p:cNvPr>
          <p:cNvSpPr txBox="1"/>
          <p:nvPr/>
        </p:nvSpPr>
        <p:spPr>
          <a:xfrm>
            <a:off x="7220141" y="2348707"/>
            <a:ext cx="1555188" cy="1384995"/>
          </a:xfrm>
          <a:prstGeom prst="rect">
            <a:avLst/>
          </a:prstGeom>
          <a:noFill/>
        </p:spPr>
        <p:txBody>
          <a:bodyPr wrap="square" rtlCol="0">
            <a:spAutoFit/>
          </a:bodyPr>
          <a:lstStyle/>
          <a:p>
            <a:r>
              <a:rPr lang="en-GB" sz="1400" dirty="0">
                <a:latin typeface="+mn-lt"/>
              </a:rPr>
              <a:t>If you can do 12 click per second you belong in the 5% of the population that can click so fast!</a:t>
            </a:r>
          </a:p>
        </p:txBody>
      </p:sp>
      <p:sp>
        <p:nvSpPr>
          <p:cNvPr id="69" name="TextBox 68">
            <a:extLst>
              <a:ext uri="{FF2B5EF4-FFF2-40B4-BE49-F238E27FC236}">
                <a16:creationId xmlns:a16="http://schemas.microsoft.com/office/drawing/2014/main" id="{3B2E36C9-34B4-4F4A-984B-23D6B53AB43E}"/>
              </a:ext>
            </a:extLst>
          </p:cNvPr>
          <p:cNvSpPr txBox="1"/>
          <p:nvPr/>
        </p:nvSpPr>
        <p:spPr>
          <a:xfrm>
            <a:off x="368671" y="2389648"/>
            <a:ext cx="1555188" cy="1600438"/>
          </a:xfrm>
          <a:prstGeom prst="rect">
            <a:avLst/>
          </a:prstGeom>
          <a:noFill/>
        </p:spPr>
        <p:txBody>
          <a:bodyPr wrap="square" rtlCol="0">
            <a:spAutoFit/>
          </a:bodyPr>
          <a:lstStyle/>
          <a:p>
            <a:r>
              <a:rPr lang="en-GB" sz="1400" dirty="0">
                <a:latin typeface="+mn-lt"/>
              </a:rPr>
              <a:t>If you can do 5 click per second you belong in the 68% of the population that achieve this speed which is the norm</a:t>
            </a:r>
          </a:p>
        </p:txBody>
      </p:sp>
      <p:grpSp>
        <p:nvGrpSpPr>
          <p:cNvPr id="2" name="Group 1" descr="Graph">
            <a:extLst>
              <a:ext uri="{FF2B5EF4-FFF2-40B4-BE49-F238E27FC236}">
                <a16:creationId xmlns:a16="http://schemas.microsoft.com/office/drawing/2014/main" id="{25FD10A4-CF06-7DEC-5646-5A37F922F0E4}"/>
              </a:ext>
            </a:extLst>
          </p:cNvPr>
          <p:cNvGrpSpPr/>
          <p:nvPr/>
        </p:nvGrpSpPr>
        <p:grpSpPr>
          <a:xfrm>
            <a:off x="1923859" y="1525324"/>
            <a:ext cx="5269680" cy="4623279"/>
            <a:chOff x="1923859" y="1525324"/>
            <a:chExt cx="5269680" cy="4623279"/>
          </a:xfrm>
        </p:grpSpPr>
        <mc:AlternateContent xmlns:mc="http://schemas.openxmlformats.org/markup-compatibility/2006">
          <mc:Choice xmlns:p14="http://schemas.microsoft.com/office/powerpoint/2010/main" Requires="p14">
            <p:contentPart p14:bwMode="auto" r:id="rId4">
              <p14:nvContentPartPr>
                <p14:cNvPr id="16" name="Ink 15">
                  <a:extLst>
                    <a:ext uri="{FF2B5EF4-FFF2-40B4-BE49-F238E27FC236}">
                      <a16:creationId xmlns:a16="http://schemas.microsoft.com/office/drawing/2014/main" id="{6C1984D7-A62E-AB56-594E-0358668241DA}"/>
                    </a:ext>
                  </a:extLst>
                </p14:cNvPr>
                <p14:cNvContentPartPr/>
                <p14:nvPr/>
              </p14:nvContentPartPr>
              <p14:xfrm>
                <a:off x="1923859" y="1959120"/>
                <a:ext cx="5269680" cy="1975320"/>
              </p14:xfrm>
            </p:contentPart>
          </mc:Choice>
          <mc:Fallback>
            <p:pic>
              <p:nvPicPr>
                <p:cNvPr id="16" name="Ink 15">
                  <a:extLst>
                    <a:ext uri="{FF2B5EF4-FFF2-40B4-BE49-F238E27FC236}">
                      <a16:creationId xmlns:a16="http://schemas.microsoft.com/office/drawing/2014/main" id="{6C1984D7-A62E-AB56-594E-0358668241DA}"/>
                    </a:ext>
                  </a:extLst>
                </p:cNvPr>
                <p:cNvPicPr/>
                <p:nvPr/>
              </p:nvPicPr>
              <p:blipFill>
                <a:blip r:embed="rId5"/>
                <a:stretch>
                  <a:fillRect/>
                </a:stretch>
              </p:blipFill>
              <p:spPr>
                <a:xfrm>
                  <a:off x="1917739" y="1953000"/>
                  <a:ext cx="5281919" cy="1987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8" name="Ink 17">
                  <a:extLst>
                    <a:ext uri="{FF2B5EF4-FFF2-40B4-BE49-F238E27FC236}">
                      <a16:creationId xmlns:a16="http://schemas.microsoft.com/office/drawing/2014/main" id="{D8F7D78E-AEC4-1314-5C01-183DC7915143}"/>
                    </a:ext>
                  </a:extLst>
                </p14:cNvPr>
                <p14:cNvContentPartPr/>
                <p14:nvPr/>
              </p14:nvContentPartPr>
              <p14:xfrm>
                <a:off x="4424835" y="4006836"/>
                <a:ext cx="360" cy="143640"/>
              </p14:xfrm>
            </p:contentPart>
          </mc:Choice>
          <mc:Fallback>
            <p:pic>
              <p:nvPicPr>
                <p:cNvPr id="18" name="Ink 17">
                  <a:extLst>
                    <a:ext uri="{FF2B5EF4-FFF2-40B4-BE49-F238E27FC236}">
                      <a16:creationId xmlns:a16="http://schemas.microsoft.com/office/drawing/2014/main" id="{D8F7D78E-AEC4-1314-5C01-183DC7915143}"/>
                    </a:ext>
                  </a:extLst>
                </p:cNvPr>
                <p:cNvPicPr/>
                <p:nvPr/>
              </p:nvPicPr>
              <p:blipFill>
                <a:blip r:embed="rId7"/>
                <a:stretch>
                  <a:fillRect/>
                </a:stretch>
              </p:blipFill>
              <p:spPr>
                <a:xfrm>
                  <a:off x="4418715" y="4000731"/>
                  <a:ext cx="12600" cy="155849"/>
                </a:xfrm>
                <a:prstGeom prst="rect">
                  <a:avLst/>
                </a:prstGeom>
              </p:spPr>
            </p:pic>
          </mc:Fallback>
        </mc:AlternateContent>
        <p:sp>
          <p:nvSpPr>
            <p:cNvPr id="24" name="TextBox 23">
              <a:extLst>
                <a:ext uri="{FF2B5EF4-FFF2-40B4-BE49-F238E27FC236}">
                  <a16:creationId xmlns:a16="http://schemas.microsoft.com/office/drawing/2014/main" id="{17C26FA1-FBD2-C1C5-539E-1249731E01E7}"/>
                </a:ext>
              </a:extLst>
            </p:cNvPr>
            <p:cNvSpPr txBox="1"/>
            <p:nvPr/>
          </p:nvSpPr>
          <p:spPr>
            <a:xfrm>
              <a:off x="4199453" y="4172219"/>
              <a:ext cx="450764" cy="261610"/>
            </a:xfrm>
            <a:prstGeom prst="rect">
              <a:avLst/>
            </a:prstGeom>
            <a:noFill/>
          </p:spPr>
          <p:txBody>
            <a:bodyPr wrap="none" rtlCol="0">
              <a:spAutoFit/>
            </a:bodyPr>
            <a:lstStyle/>
            <a:p>
              <a:r>
                <a:rPr lang="en-GB" sz="1100" dirty="0">
                  <a:latin typeface="+mn-lt"/>
                </a:rPr>
                <a:t>6.51</a:t>
              </a:r>
            </a:p>
          </p:txBody>
        </p:sp>
        <p:sp>
          <p:nvSpPr>
            <p:cNvPr id="25" name="TextBox 24">
              <a:extLst>
                <a:ext uri="{FF2B5EF4-FFF2-40B4-BE49-F238E27FC236}">
                  <a16:creationId xmlns:a16="http://schemas.microsoft.com/office/drawing/2014/main" id="{9AD14BFF-ADEE-408C-282A-1C929D5FE51E}"/>
                </a:ext>
              </a:extLst>
            </p:cNvPr>
            <p:cNvSpPr txBox="1"/>
            <p:nvPr/>
          </p:nvSpPr>
          <p:spPr>
            <a:xfrm>
              <a:off x="4892391" y="4164282"/>
              <a:ext cx="372218" cy="261610"/>
            </a:xfrm>
            <a:prstGeom prst="rect">
              <a:avLst/>
            </a:prstGeom>
            <a:noFill/>
          </p:spPr>
          <p:txBody>
            <a:bodyPr wrap="none" rtlCol="0">
              <a:spAutoFit/>
            </a:bodyPr>
            <a:lstStyle/>
            <a:p>
              <a:r>
                <a:rPr lang="en-GB" sz="1100" dirty="0">
                  <a:latin typeface="+mn-lt"/>
                </a:rPr>
                <a:t>7.5</a:t>
              </a:r>
            </a:p>
          </p:txBody>
        </p:sp>
        <p:sp>
          <p:nvSpPr>
            <p:cNvPr id="26" name="TextBox 25">
              <a:extLst>
                <a:ext uri="{FF2B5EF4-FFF2-40B4-BE49-F238E27FC236}">
                  <a16:creationId xmlns:a16="http://schemas.microsoft.com/office/drawing/2014/main" id="{52ADCB77-006F-D57A-4210-6232A0ABC7E6}"/>
                </a:ext>
              </a:extLst>
            </p:cNvPr>
            <p:cNvSpPr txBox="1"/>
            <p:nvPr/>
          </p:nvSpPr>
          <p:spPr>
            <a:xfrm>
              <a:off x="5453680" y="4164282"/>
              <a:ext cx="341760" cy="261610"/>
            </a:xfrm>
            <a:prstGeom prst="rect">
              <a:avLst/>
            </a:prstGeom>
            <a:noFill/>
          </p:spPr>
          <p:txBody>
            <a:bodyPr wrap="none" rtlCol="0">
              <a:spAutoFit/>
            </a:bodyPr>
            <a:lstStyle/>
            <a:p>
              <a:r>
                <a:rPr lang="en-GB" sz="1100" dirty="0">
                  <a:latin typeface="+mn-lt"/>
                </a:rPr>
                <a:t>10</a:t>
              </a:r>
            </a:p>
          </p:txBody>
        </p:sp>
        <p:sp>
          <p:nvSpPr>
            <p:cNvPr id="27" name="TextBox 26">
              <a:extLst>
                <a:ext uri="{FF2B5EF4-FFF2-40B4-BE49-F238E27FC236}">
                  <a16:creationId xmlns:a16="http://schemas.microsoft.com/office/drawing/2014/main" id="{72F58501-7195-4B51-D510-D3DCC9D791F2}"/>
                </a:ext>
              </a:extLst>
            </p:cNvPr>
            <p:cNvSpPr txBox="1"/>
            <p:nvPr/>
          </p:nvSpPr>
          <p:spPr>
            <a:xfrm>
              <a:off x="6084168" y="4164282"/>
              <a:ext cx="341760" cy="261610"/>
            </a:xfrm>
            <a:prstGeom prst="rect">
              <a:avLst/>
            </a:prstGeom>
            <a:noFill/>
          </p:spPr>
          <p:txBody>
            <a:bodyPr wrap="none" rtlCol="0">
              <a:spAutoFit/>
            </a:bodyPr>
            <a:lstStyle/>
            <a:p>
              <a:r>
                <a:rPr lang="en-GB" sz="1100" dirty="0">
                  <a:latin typeface="+mn-lt"/>
                </a:rPr>
                <a:t>14</a:t>
              </a:r>
            </a:p>
          </p:txBody>
        </p:sp>
        <p:sp>
          <p:nvSpPr>
            <p:cNvPr id="28" name="TextBox 27">
              <a:extLst>
                <a:ext uri="{FF2B5EF4-FFF2-40B4-BE49-F238E27FC236}">
                  <a16:creationId xmlns:a16="http://schemas.microsoft.com/office/drawing/2014/main" id="{1FD2721C-59C6-0F2A-DA21-A409D09841B4}"/>
                </a:ext>
              </a:extLst>
            </p:cNvPr>
            <p:cNvSpPr txBox="1"/>
            <p:nvPr/>
          </p:nvSpPr>
          <p:spPr>
            <a:xfrm>
              <a:off x="2816025" y="1525324"/>
              <a:ext cx="3252557" cy="338554"/>
            </a:xfrm>
            <a:prstGeom prst="rect">
              <a:avLst/>
            </a:prstGeom>
            <a:noFill/>
          </p:spPr>
          <p:txBody>
            <a:bodyPr wrap="none" rtlCol="0">
              <a:spAutoFit/>
            </a:bodyPr>
            <a:lstStyle/>
            <a:p>
              <a:r>
                <a:rPr lang="en-GB" sz="1600" b="0" i="0" dirty="0">
                  <a:solidFill>
                    <a:srgbClr val="474747"/>
                  </a:solidFill>
                  <a:effectLst/>
                  <a:latin typeface="Google Sans"/>
                </a:rPr>
                <a:t>The Average Clicks Per Second = 6.51</a:t>
              </a:r>
              <a:endParaRPr lang="en-GB" sz="2000" dirty="0">
                <a:latin typeface="+mn-lt"/>
              </a:endParaRPr>
            </a:p>
          </p:txBody>
        </p:sp>
        <p:sp>
          <p:nvSpPr>
            <p:cNvPr id="33" name="TextBox 32">
              <a:extLst>
                <a:ext uri="{FF2B5EF4-FFF2-40B4-BE49-F238E27FC236}">
                  <a16:creationId xmlns:a16="http://schemas.microsoft.com/office/drawing/2014/main" id="{33755DE9-1A8E-E17F-4C14-F17B6D1C806F}"/>
                </a:ext>
              </a:extLst>
            </p:cNvPr>
            <p:cNvSpPr txBox="1"/>
            <p:nvPr/>
          </p:nvSpPr>
          <p:spPr>
            <a:xfrm>
              <a:off x="2325146" y="4140595"/>
              <a:ext cx="263214" cy="261610"/>
            </a:xfrm>
            <a:prstGeom prst="rect">
              <a:avLst/>
            </a:prstGeom>
            <a:noFill/>
          </p:spPr>
          <p:txBody>
            <a:bodyPr wrap="none" rtlCol="0">
              <a:spAutoFit/>
            </a:bodyPr>
            <a:lstStyle/>
            <a:p>
              <a:r>
                <a:rPr lang="en-GB" sz="1100" dirty="0">
                  <a:latin typeface="+mn-lt"/>
                </a:rPr>
                <a:t>1</a:t>
              </a:r>
            </a:p>
          </p:txBody>
        </p:sp>
        <p:sp>
          <p:nvSpPr>
            <p:cNvPr id="34" name="TextBox 33">
              <a:extLst>
                <a:ext uri="{FF2B5EF4-FFF2-40B4-BE49-F238E27FC236}">
                  <a16:creationId xmlns:a16="http://schemas.microsoft.com/office/drawing/2014/main" id="{1A30F662-E038-F5FC-1A59-BF3EC5E51EF1}"/>
                </a:ext>
              </a:extLst>
            </p:cNvPr>
            <p:cNvSpPr txBox="1"/>
            <p:nvPr/>
          </p:nvSpPr>
          <p:spPr>
            <a:xfrm>
              <a:off x="2886435" y="4140595"/>
              <a:ext cx="372218" cy="261610"/>
            </a:xfrm>
            <a:prstGeom prst="rect">
              <a:avLst/>
            </a:prstGeom>
            <a:noFill/>
          </p:spPr>
          <p:txBody>
            <a:bodyPr wrap="none" rtlCol="0">
              <a:spAutoFit/>
            </a:bodyPr>
            <a:lstStyle/>
            <a:p>
              <a:r>
                <a:rPr lang="en-GB" sz="1100" dirty="0">
                  <a:latin typeface="+mn-lt"/>
                </a:rPr>
                <a:t>3.5</a:t>
              </a:r>
            </a:p>
          </p:txBody>
        </p:sp>
        <p:sp>
          <p:nvSpPr>
            <p:cNvPr id="35" name="TextBox 34">
              <a:extLst>
                <a:ext uri="{FF2B5EF4-FFF2-40B4-BE49-F238E27FC236}">
                  <a16:creationId xmlns:a16="http://schemas.microsoft.com/office/drawing/2014/main" id="{51B1EA23-270A-74C1-B843-241BDB8CF729}"/>
                </a:ext>
              </a:extLst>
            </p:cNvPr>
            <p:cNvSpPr txBox="1"/>
            <p:nvPr/>
          </p:nvSpPr>
          <p:spPr>
            <a:xfrm>
              <a:off x="3588706" y="4140595"/>
              <a:ext cx="263214" cy="261610"/>
            </a:xfrm>
            <a:prstGeom prst="rect">
              <a:avLst/>
            </a:prstGeom>
            <a:noFill/>
          </p:spPr>
          <p:txBody>
            <a:bodyPr wrap="none" rtlCol="0">
              <a:spAutoFit/>
            </a:bodyPr>
            <a:lstStyle/>
            <a:p>
              <a:r>
                <a:rPr lang="en-GB" sz="1100" dirty="0">
                  <a:latin typeface="+mn-lt"/>
                </a:rPr>
                <a:t>5</a:t>
              </a:r>
            </a:p>
          </p:txBody>
        </p:sp>
        <p:grpSp>
          <p:nvGrpSpPr>
            <p:cNvPr id="42" name="Group 41">
              <a:extLst>
                <a:ext uri="{FF2B5EF4-FFF2-40B4-BE49-F238E27FC236}">
                  <a16:creationId xmlns:a16="http://schemas.microsoft.com/office/drawing/2014/main" id="{9F214DCF-F796-4E0D-71C5-08A5A1B83CF9}"/>
                </a:ext>
              </a:extLst>
            </p:cNvPr>
            <p:cNvGrpSpPr/>
            <p:nvPr/>
          </p:nvGrpSpPr>
          <p:grpSpPr>
            <a:xfrm>
              <a:off x="2489675" y="4024021"/>
              <a:ext cx="541440" cy="75600"/>
              <a:chOff x="4968379" y="4054604"/>
              <a:chExt cx="541440" cy="75600"/>
            </a:xfrm>
          </p:grpSpPr>
          <mc:AlternateContent xmlns:mc="http://schemas.openxmlformats.org/markup-compatibility/2006" xmlns:p14="http://schemas.microsoft.com/office/powerpoint/2010/main">
            <mc:Choice Requires="p14">
              <p:contentPart p14:bwMode="auto" r:id="rId8">
                <p14:nvContentPartPr>
                  <p14:cNvPr id="40" name="Ink 39">
                    <a:extLst>
                      <a:ext uri="{FF2B5EF4-FFF2-40B4-BE49-F238E27FC236}">
                        <a16:creationId xmlns:a16="http://schemas.microsoft.com/office/drawing/2014/main" id="{36E470F7-811D-A748-A56C-D0DD06761272}"/>
                      </a:ext>
                    </a:extLst>
                  </p14:cNvPr>
                  <p14:cNvContentPartPr/>
                  <p14:nvPr/>
                </p14:nvContentPartPr>
                <p14:xfrm>
                  <a:off x="4968379" y="4065764"/>
                  <a:ext cx="360" cy="64440"/>
                </p14:xfrm>
              </p:contentPart>
            </mc:Choice>
            <mc:Fallback xmlns="">
              <p:pic>
                <p:nvPicPr>
                  <p:cNvPr id="40" name="Ink 39">
                    <a:extLst>
                      <a:ext uri="{FF2B5EF4-FFF2-40B4-BE49-F238E27FC236}">
                        <a16:creationId xmlns:a16="http://schemas.microsoft.com/office/drawing/2014/main" id="{36E470F7-811D-A748-A56C-D0DD06761272}"/>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1" name="Ink 40">
                    <a:extLst>
                      <a:ext uri="{FF2B5EF4-FFF2-40B4-BE49-F238E27FC236}">
                        <a16:creationId xmlns:a16="http://schemas.microsoft.com/office/drawing/2014/main" id="{B9B97249-B9CC-5F0D-9159-8B967B0F982B}"/>
                      </a:ext>
                    </a:extLst>
                  </p14:cNvPr>
                  <p14:cNvContentPartPr/>
                  <p14:nvPr/>
                </p14:nvContentPartPr>
                <p14:xfrm>
                  <a:off x="5509459" y="4054604"/>
                  <a:ext cx="360" cy="69120"/>
                </p14:xfrm>
              </p:contentPart>
            </mc:Choice>
            <mc:Fallback xmlns="">
              <p:pic>
                <p:nvPicPr>
                  <p:cNvPr id="41" name="Ink 40">
                    <a:extLst>
                      <a:ext uri="{FF2B5EF4-FFF2-40B4-BE49-F238E27FC236}">
                        <a16:creationId xmlns:a16="http://schemas.microsoft.com/office/drawing/2014/main" id="{B9B97249-B9CC-5F0D-9159-8B967B0F982B}"/>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43" name="Ink 42">
                  <a:extLst>
                    <a:ext uri="{FF2B5EF4-FFF2-40B4-BE49-F238E27FC236}">
                      <a16:creationId xmlns:a16="http://schemas.microsoft.com/office/drawing/2014/main" id="{7649F976-2D83-BAF7-0F0E-632D03E37A12}"/>
                    </a:ext>
                  </a:extLst>
                </p14:cNvPr>
                <p14:cNvContentPartPr/>
                <p14:nvPr/>
              </p14:nvContentPartPr>
              <p14:xfrm>
                <a:off x="3680915" y="4047781"/>
                <a:ext cx="360" cy="81720"/>
              </p14:xfrm>
            </p:contentPart>
          </mc:Choice>
          <mc:Fallback>
            <p:pic>
              <p:nvPicPr>
                <p:cNvPr id="43" name="Ink 42">
                  <a:extLst>
                    <a:ext uri="{FF2B5EF4-FFF2-40B4-BE49-F238E27FC236}">
                      <a16:creationId xmlns:a16="http://schemas.microsoft.com/office/drawing/2014/main" id="{7649F976-2D83-BAF7-0F0E-632D03E37A12}"/>
                    </a:ext>
                  </a:extLst>
                </p:cNvPr>
                <p:cNvPicPr/>
                <p:nvPr/>
              </p:nvPicPr>
              <p:blipFill>
                <a:blip r:embed="rId13"/>
                <a:stretch>
                  <a:fillRect/>
                </a:stretch>
              </p:blipFill>
              <p:spPr>
                <a:xfrm>
                  <a:off x="3674795" y="4041661"/>
                  <a:ext cx="12600" cy="93960"/>
                </a:xfrm>
                <a:prstGeom prst="rect">
                  <a:avLst/>
                </a:prstGeom>
              </p:spPr>
            </p:pic>
          </mc:Fallback>
        </mc:AlternateContent>
        <p:grpSp>
          <p:nvGrpSpPr>
            <p:cNvPr id="51" name="Group 50">
              <a:extLst>
                <a:ext uri="{FF2B5EF4-FFF2-40B4-BE49-F238E27FC236}">
                  <a16:creationId xmlns:a16="http://schemas.microsoft.com/office/drawing/2014/main" id="{BF9E6D84-D229-272D-1046-95F9CAE74E09}"/>
                </a:ext>
              </a:extLst>
            </p:cNvPr>
            <p:cNvGrpSpPr/>
            <p:nvPr/>
          </p:nvGrpSpPr>
          <p:grpSpPr>
            <a:xfrm>
              <a:off x="5086051" y="4040914"/>
              <a:ext cx="541440" cy="75600"/>
              <a:chOff x="4968379" y="4054604"/>
              <a:chExt cx="541440" cy="75600"/>
            </a:xfrm>
          </p:grpSpPr>
          <mc:AlternateContent xmlns:mc="http://schemas.openxmlformats.org/markup-compatibility/2006" xmlns:p14="http://schemas.microsoft.com/office/powerpoint/2010/main">
            <mc:Choice Requires="p14">
              <p:contentPart p14:bwMode="auto" r:id="rId14">
                <p14:nvContentPartPr>
                  <p14:cNvPr id="52" name="Ink 51">
                    <a:extLst>
                      <a:ext uri="{FF2B5EF4-FFF2-40B4-BE49-F238E27FC236}">
                        <a16:creationId xmlns:a16="http://schemas.microsoft.com/office/drawing/2014/main" id="{CA148C8F-E06F-F5C8-883D-7019A127FC78}"/>
                      </a:ext>
                    </a:extLst>
                  </p14:cNvPr>
                  <p14:cNvContentPartPr/>
                  <p14:nvPr/>
                </p14:nvContentPartPr>
                <p14:xfrm>
                  <a:off x="4968379" y="4065764"/>
                  <a:ext cx="360" cy="64440"/>
                </p14:xfrm>
              </p:contentPart>
            </mc:Choice>
            <mc:Fallback xmlns="">
              <p:pic>
                <p:nvPicPr>
                  <p:cNvPr id="52" name="Ink 51">
                    <a:extLst>
                      <a:ext uri="{FF2B5EF4-FFF2-40B4-BE49-F238E27FC236}">
                        <a16:creationId xmlns:a16="http://schemas.microsoft.com/office/drawing/2014/main" id="{CA148C8F-E06F-F5C8-883D-7019A127FC78}"/>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3" name="Ink 52">
                    <a:extLst>
                      <a:ext uri="{FF2B5EF4-FFF2-40B4-BE49-F238E27FC236}">
                        <a16:creationId xmlns:a16="http://schemas.microsoft.com/office/drawing/2014/main" id="{7555541F-F35A-2633-3DBF-3CA3DDA96239}"/>
                      </a:ext>
                    </a:extLst>
                  </p14:cNvPr>
                  <p14:cNvContentPartPr/>
                  <p14:nvPr/>
                </p14:nvContentPartPr>
                <p14:xfrm>
                  <a:off x="5509459" y="4054604"/>
                  <a:ext cx="360" cy="69120"/>
                </p14:xfrm>
              </p:contentPart>
            </mc:Choice>
            <mc:Fallback xmlns="">
              <p:pic>
                <p:nvPicPr>
                  <p:cNvPr id="53" name="Ink 52">
                    <a:extLst>
                      <a:ext uri="{FF2B5EF4-FFF2-40B4-BE49-F238E27FC236}">
                        <a16:creationId xmlns:a16="http://schemas.microsoft.com/office/drawing/2014/main" id="{7555541F-F35A-2633-3DBF-3CA3DDA96239}"/>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
              <p14:nvContentPartPr>
                <p14:cNvPr id="54" name="Ink 53">
                  <a:extLst>
                    <a:ext uri="{FF2B5EF4-FFF2-40B4-BE49-F238E27FC236}">
                      <a16:creationId xmlns:a16="http://schemas.microsoft.com/office/drawing/2014/main" id="{A2519B71-8851-3F14-0AF3-D1162CDEFDBF}"/>
                    </a:ext>
                  </a:extLst>
                </p14:cNvPr>
                <p14:cNvContentPartPr/>
                <p14:nvPr/>
              </p14:nvContentPartPr>
              <p14:xfrm>
                <a:off x="6277291" y="4064674"/>
                <a:ext cx="360" cy="81720"/>
              </p14:xfrm>
            </p:contentPart>
          </mc:Choice>
          <mc:Fallback>
            <p:pic>
              <p:nvPicPr>
                <p:cNvPr id="54" name="Ink 53">
                  <a:extLst>
                    <a:ext uri="{FF2B5EF4-FFF2-40B4-BE49-F238E27FC236}">
                      <a16:creationId xmlns:a16="http://schemas.microsoft.com/office/drawing/2014/main" id="{A2519B71-8851-3F14-0AF3-D1162CDEFDBF}"/>
                    </a:ext>
                  </a:extLst>
                </p:cNvPr>
                <p:cNvPicPr/>
                <p:nvPr/>
              </p:nvPicPr>
              <p:blipFill>
                <a:blip r:embed="rId13"/>
                <a:stretch>
                  <a:fillRect/>
                </a:stretch>
              </p:blipFill>
              <p:spPr>
                <a:xfrm>
                  <a:off x="6271171" y="4058554"/>
                  <a:ext cx="12600" cy="93960"/>
                </a:xfrm>
                <a:prstGeom prst="rect">
                  <a:avLst/>
                </a:prstGeom>
              </p:spPr>
            </p:pic>
          </mc:Fallback>
        </mc:AlternateContent>
        <p:sp>
          <p:nvSpPr>
            <p:cNvPr id="56" name="Right Brace 55">
              <a:extLst>
                <a:ext uri="{FF2B5EF4-FFF2-40B4-BE49-F238E27FC236}">
                  <a16:creationId xmlns:a16="http://schemas.microsoft.com/office/drawing/2014/main" id="{7E0356E5-7F57-39C1-5181-C7B4336D5320}"/>
                </a:ext>
              </a:extLst>
            </p:cNvPr>
            <p:cNvSpPr/>
            <p:nvPr/>
          </p:nvSpPr>
          <p:spPr>
            <a:xfrm rot="5400000">
              <a:off x="4274516" y="3924827"/>
              <a:ext cx="195331" cy="1303736"/>
            </a:xfrm>
            <a:custGeom>
              <a:avLst/>
              <a:gdLst>
                <a:gd name="connsiteX0" fmla="*/ 0 w 195331"/>
                <a:gd name="connsiteY0" fmla="*/ 0 h 1303736"/>
                <a:gd name="connsiteX1" fmla="*/ 97666 w 195331"/>
                <a:gd name="connsiteY1" fmla="*/ 16277 h 1303736"/>
                <a:gd name="connsiteX2" fmla="*/ 97666 w 195331"/>
                <a:gd name="connsiteY2" fmla="*/ 635591 h 1303736"/>
                <a:gd name="connsiteX3" fmla="*/ 195332 w 195331"/>
                <a:gd name="connsiteY3" fmla="*/ 651868 h 1303736"/>
                <a:gd name="connsiteX4" fmla="*/ 97666 w 195331"/>
                <a:gd name="connsiteY4" fmla="*/ 668145 h 1303736"/>
                <a:gd name="connsiteX5" fmla="*/ 97666 w 195331"/>
                <a:gd name="connsiteY5" fmla="*/ 1287459 h 1303736"/>
                <a:gd name="connsiteX6" fmla="*/ 0 w 195331"/>
                <a:gd name="connsiteY6" fmla="*/ 1303736 h 1303736"/>
                <a:gd name="connsiteX7" fmla="*/ 0 w 195331"/>
                <a:gd name="connsiteY7" fmla="*/ 638831 h 1303736"/>
                <a:gd name="connsiteX8" fmla="*/ 0 w 195331"/>
                <a:gd name="connsiteY8" fmla="*/ 0 h 1303736"/>
                <a:gd name="connsiteX0" fmla="*/ 0 w 195331"/>
                <a:gd name="connsiteY0" fmla="*/ 0 h 1303736"/>
                <a:gd name="connsiteX1" fmla="*/ 97666 w 195331"/>
                <a:gd name="connsiteY1" fmla="*/ 16277 h 1303736"/>
                <a:gd name="connsiteX2" fmla="*/ 97666 w 195331"/>
                <a:gd name="connsiteY2" fmla="*/ 635591 h 1303736"/>
                <a:gd name="connsiteX3" fmla="*/ 195332 w 195331"/>
                <a:gd name="connsiteY3" fmla="*/ 651868 h 1303736"/>
                <a:gd name="connsiteX4" fmla="*/ 97666 w 195331"/>
                <a:gd name="connsiteY4" fmla="*/ 668145 h 1303736"/>
                <a:gd name="connsiteX5" fmla="*/ 97666 w 195331"/>
                <a:gd name="connsiteY5" fmla="*/ 1287459 h 1303736"/>
                <a:gd name="connsiteX6" fmla="*/ 0 w 195331"/>
                <a:gd name="connsiteY6" fmla="*/ 1303736 h 1303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331" h="1303736" stroke="0" extrusionOk="0">
                  <a:moveTo>
                    <a:pt x="0" y="0"/>
                  </a:moveTo>
                  <a:cubicBezTo>
                    <a:pt x="54048" y="220"/>
                    <a:pt x="97504" y="7881"/>
                    <a:pt x="97666" y="16277"/>
                  </a:cubicBezTo>
                  <a:cubicBezTo>
                    <a:pt x="124291" y="272126"/>
                    <a:pt x="95678" y="381167"/>
                    <a:pt x="97666" y="635591"/>
                  </a:cubicBezTo>
                  <a:cubicBezTo>
                    <a:pt x="103895" y="651673"/>
                    <a:pt x="138349" y="646950"/>
                    <a:pt x="195332" y="651868"/>
                  </a:cubicBezTo>
                  <a:cubicBezTo>
                    <a:pt x="141705" y="652448"/>
                    <a:pt x="95985" y="659925"/>
                    <a:pt x="97666" y="668145"/>
                  </a:cubicBezTo>
                  <a:cubicBezTo>
                    <a:pt x="97167" y="817125"/>
                    <a:pt x="108868" y="1014483"/>
                    <a:pt x="97666" y="1287459"/>
                  </a:cubicBezTo>
                  <a:cubicBezTo>
                    <a:pt x="91505" y="1294813"/>
                    <a:pt x="47762" y="1299346"/>
                    <a:pt x="0" y="1303736"/>
                  </a:cubicBezTo>
                  <a:cubicBezTo>
                    <a:pt x="5480" y="1025543"/>
                    <a:pt x="-29719" y="779718"/>
                    <a:pt x="0" y="638831"/>
                  </a:cubicBezTo>
                  <a:cubicBezTo>
                    <a:pt x="29719" y="497945"/>
                    <a:pt x="-25736" y="262731"/>
                    <a:pt x="0" y="0"/>
                  </a:cubicBezTo>
                  <a:close/>
                </a:path>
                <a:path w="195331" h="1303736" fill="none" extrusionOk="0">
                  <a:moveTo>
                    <a:pt x="0" y="0"/>
                  </a:moveTo>
                  <a:cubicBezTo>
                    <a:pt x="54382" y="-152"/>
                    <a:pt x="97175" y="7083"/>
                    <a:pt x="97666" y="16277"/>
                  </a:cubicBezTo>
                  <a:cubicBezTo>
                    <a:pt x="104323" y="182268"/>
                    <a:pt x="115711" y="491619"/>
                    <a:pt x="97666" y="635591"/>
                  </a:cubicBezTo>
                  <a:cubicBezTo>
                    <a:pt x="96941" y="648381"/>
                    <a:pt x="151523" y="652932"/>
                    <a:pt x="195332" y="651868"/>
                  </a:cubicBezTo>
                  <a:cubicBezTo>
                    <a:pt x="140183" y="650795"/>
                    <a:pt x="96682" y="659743"/>
                    <a:pt x="97666" y="668145"/>
                  </a:cubicBezTo>
                  <a:cubicBezTo>
                    <a:pt x="120979" y="906419"/>
                    <a:pt x="106249" y="1021215"/>
                    <a:pt x="97666" y="1287459"/>
                  </a:cubicBezTo>
                  <a:cubicBezTo>
                    <a:pt x="96751" y="1295569"/>
                    <a:pt x="60829" y="1298347"/>
                    <a:pt x="0" y="1303736"/>
                  </a:cubicBezTo>
                </a:path>
                <a:path w="195331" h="1303736" fill="none" stroke="0" extrusionOk="0">
                  <a:moveTo>
                    <a:pt x="0" y="0"/>
                  </a:moveTo>
                  <a:cubicBezTo>
                    <a:pt x="53834" y="-257"/>
                    <a:pt x="96147" y="6720"/>
                    <a:pt x="97666" y="16277"/>
                  </a:cubicBezTo>
                  <a:cubicBezTo>
                    <a:pt x="73137" y="146056"/>
                    <a:pt x="104358" y="430221"/>
                    <a:pt x="97666" y="635591"/>
                  </a:cubicBezTo>
                  <a:cubicBezTo>
                    <a:pt x="98024" y="636199"/>
                    <a:pt x="140519" y="659793"/>
                    <a:pt x="195332" y="651868"/>
                  </a:cubicBezTo>
                  <a:cubicBezTo>
                    <a:pt x="141159" y="651684"/>
                    <a:pt x="99244" y="660209"/>
                    <a:pt x="97666" y="668145"/>
                  </a:cubicBezTo>
                  <a:cubicBezTo>
                    <a:pt x="66792" y="945474"/>
                    <a:pt x="116652" y="1109598"/>
                    <a:pt x="97666" y="1287459"/>
                  </a:cubicBezTo>
                  <a:cubicBezTo>
                    <a:pt x="104992" y="1291789"/>
                    <a:pt x="55594" y="1303726"/>
                    <a:pt x="0" y="1303736"/>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7" name="Right Brace 56">
              <a:extLst>
                <a:ext uri="{FF2B5EF4-FFF2-40B4-BE49-F238E27FC236}">
                  <a16:creationId xmlns:a16="http://schemas.microsoft.com/office/drawing/2014/main" id="{796367CF-A1D1-0E02-9F18-100CBC104D24}"/>
                </a:ext>
              </a:extLst>
            </p:cNvPr>
            <p:cNvSpPr/>
            <p:nvPr/>
          </p:nvSpPr>
          <p:spPr>
            <a:xfrm rot="5400000">
              <a:off x="4246058" y="3798125"/>
              <a:ext cx="199451" cy="2562695"/>
            </a:xfrm>
            <a:custGeom>
              <a:avLst/>
              <a:gdLst>
                <a:gd name="connsiteX0" fmla="*/ 0 w 199451"/>
                <a:gd name="connsiteY0" fmla="*/ 0 h 2562695"/>
                <a:gd name="connsiteX1" fmla="*/ 99726 w 199451"/>
                <a:gd name="connsiteY1" fmla="*/ 16620 h 2562695"/>
                <a:gd name="connsiteX2" fmla="*/ 99726 w 199451"/>
                <a:gd name="connsiteY2" fmla="*/ 640674 h 2562695"/>
                <a:gd name="connsiteX3" fmla="*/ 99726 w 199451"/>
                <a:gd name="connsiteY3" fmla="*/ 1264727 h 2562695"/>
                <a:gd name="connsiteX4" fmla="*/ 199452 w 199451"/>
                <a:gd name="connsiteY4" fmla="*/ 1281347 h 2562695"/>
                <a:gd name="connsiteX5" fmla="*/ 99726 w 199451"/>
                <a:gd name="connsiteY5" fmla="*/ 1297967 h 2562695"/>
                <a:gd name="connsiteX6" fmla="*/ 99726 w 199451"/>
                <a:gd name="connsiteY6" fmla="*/ 1946983 h 2562695"/>
                <a:gd name="connsiteX7" fmla="*/ 99726 w 199451"/>
                <a:gd name="connsiteY7" fmla="*/ 2546075 h 2562695"/>
                <a:gd name="connsiteX8" fmla="*/ 0 w 199451"/>
                <a:gd name="connsiteY8" fmla="*/ 2562695 h 2562695"/>
                <a:gd name="connsiteX9" fmla="*/ 0 w 199451"/>
                <a:gd name="connsiteY9" fmla="*/ 1973275 h 2562695"/>
                <a:gd name="connsiteX10" fmla="*/ 0 w 199451"/>
                <a:gd name="connsiteY10" fmla="*/ 1358228 h 2562695"/>
                <a:gd name="connsiteX11" fmla="*/ 0 w 199451"/>
                <a:gd name="connsiteY11" fmla="*/ 768809 h 2562695"/>
                <a:gd name="connsiteX12" fmla="*/ 0 w 199451"/>
                <a:gd name="connsiteY12" fmla="*/ 0 h 2562695"/>
                <a:gd name="connsiteX0" fmla="*/ 0 w 199451"/>
                <a:gd name="connsiteY0" fmla="*/ 0 h 2562695"/>
                <a:gd name="connsiteX1" fmla="*/ 99726 w 199451"/>
                <a:gd name="connsiteY1" fmla="*/ 16620 h 2562695"/>
                <a:gd name="connsiteX2" fmla="*/ 99726 w 199451"/>
                <a:gd name="connsiteY2" fmla="*/ 640674 h 2562695"/>
                <a:gd name="connsiteX3" fmla="*/ 99726 w 199451"/>
                <a:gd name="connsiteY3" fmla="*/ 1264727 h 2562695"/>
                <a:gd name="connsiteX4" fmla="*/ 199452 w 199451"/>
                <a:gd name="connsiteY4" fmla="*/ 1281347 h 2562695"/>
                <a:gd name="connsiteX5" fmla="*/ 99726 w 199451"/>
                <a:gd name="connsiteY5" fmla="*/ 1297967 h 2562695"/>
                <a:gd name="connsiteX6" fmla="*/ 99726 w 199451"/>
                <a:gd name="connsiteY6" fmla="*/ 1922021 h 2562695"/>
                <a:gd name="connsiteX7" fmla="*/ 99726 w 199451"/>
                <a:gd name="connsiteY7" fmla="*/ 2546075 h 2562695"/>
                <a:gd name="connsiteX8" fmla="*/ 0 w 199451"/>
                <a:gd name="connsiteY8" fmla="*/ 2562695 h 256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451" h="2562695" stroke="0" extrusionOk="0">
                  <a:moveTo>
                    <a:pt x="0" y="0"/>
                  </a:moveTo>
                  <a:cubicBezTo>
                    <a:pt x="56012" y="1890"/>
                    <a:pt x="99444" y="8476"/>
                    <a:pt x="99726" y="16620"/>
                  </a:cubicBezTo>
                  <a:cubicBezTo>
                    <a:pt x="118585" y="307803"/>
                    <a:pt x="121096" y="333061"/>
                    <a:pt x="99726" y="640674"/>
                  </a:cubicBezTo>
                  <a:cubicBezTo>
                    <a:pt x="78356" y="948287"/>
                    <a:pt x="75898" y="977732"/>
                    <a:pt x="99726" y="1264727"/>
                  </a:cubicBezTo>
                  <a:cubicBezTo>
                    <a:pt x="94955" y="1270921"/>
                    <a:pt x="148013" y="1288023"/>
                    <a:pt x="199452" y="1281347"/>
                  </a:cubicBezTo>
                  <a:cubicBezTo>
                    <a:pt x="144917" y="1281600"/>
                    <a:pt x="98939" y="1288348"/>
                    <a:pt x="99726" y="1297967"/>
                  </a:cubicBezTo>
                  <a:cubicBezTo>
                    <a:pt x="127098" y="1574230"/>
                    <a:pt x="94602" y="1748631"/>
                    <a:pt x="99726" y="1946983"/>
                  </a:cubicBezTo>
                  <a:cubicBezTo>
                    <a:pt x="104850" y="2145335"/>
                    <a:pt x="129243" y="2283451"/>
                    <a:pt x="99726" y="2546075"/>
                  </a:cubicBezTo>
                  <a:cubicBezTo>
                    <a:pt x="108022" y="2562937"/>
                    <a:pt x="53768" y="2567094"/>
                    <a:pt x="0" y="2562695"/>
                  </a:cubicBezTo>
                  <a:cubicBezTo>
                    <a:pt x="22602" y="2425643"/>
                    <a:pt x="16143" y="2264042"/>
                    <a:pt x="0" y="1973275"/>
                  </a:cubicBezTo>
                  <a:cubicBezTo>
                    <a:pt x="-16143" y="1682508"/>
                    <a:pt x="-26185" y="1530055"/>
                    <a:pt x="0" y="1358228"/>
                  </a:cubicBezTo>
                  <a:cubicBezTo>
                    <a:pt x="26185" y="1186401"/>
                    <a:pt x="-4127" y="904489"/>
                    <a:pt x="0" y="768809"/>
                  </a:cubicBezTo>
                  <a:cubicBezTo>
                    <a:pt x="4127" y="633129"/>
                    <a:pt x="-29222" y="198530"/>
                    <a:pt x="0" y="0"/>
                  </a:cubicBezTo>
                  <a:close/>
                </a:path>
                <a:path w="199451" h="2562695" fill="none" extrusionOk="0">
                  <a:moveTo>
                    <a:pt x="0" y="0"/>
                  </a:moveTo>
                  <a:cubicBezTo>
                    <a:pt x="54274" y="-175"/>
                    <a:pt x="101536" y="7881"/>
                    <a:pt x="99726" y="16620"/>
                  </a:cubicBezTo>
                  <a:cubicBezTo>
                    <a:pt x="112143" y="288910"/>
                    <a:pt x="107194" y="450569"/>
                    <a:pt x="99726" y="640674"/>
                  </a:cubicBezTo>
                  <a:cubicBezTo>
                    <a:pt x="92258" y="830779"/>
                    <a:pt x="120300" y="994468"/>
                    <a:pt x="99726" y="1264727"/>
                  </a:cubicBezTo>
                  <a:cubicBezTo>
                    <a:pt x="99927" y="1275956"/>
                    <a:pt x="138287" y="1277553"/>
                    <a:pt x="199452" y="1281347"/>
                  </a:cubicBezTo>
                  <a:cubicBezTo>
                    <a:pt x="143809" y="1281289"/>
                    <a:pt x="98665" y="1287080"/>
                    <a:pt x="99726" y="1297967"/>
                  </a:cubicBezTo>
                  <a:cubicBezTo>
                    <a:pt x="80298" y="1523813"/>
                    <a:pt x="74373" y="1718775"/>
                    <a:pt x="99726" y="1922021"/>
                  </a:cubicBezTo>
                  <a:cubicBezTo>
                    <a:pt x="125079" y="2125267"/>
                    <a:pt x="71298" y="2276625"/>
                    <a:pt x="99726" y="2546075"/>
                  </a:cubicBezTo>
                  <a:cubicBezTo>
                    <a:pt x="98838" y="2545927"/>
                    <a:pt x="46348" y="2564396"/>
                    <a:pt x="0" y="2562695"/>
                  </a:cubicBezTo>
                </a:path>
                <a:path w="199451" h="2562695" fill="none" stroke="0" extrusionOk="0">
                  <a:moveTo>
                    <a:pt x="0" y="0"/>
                  </a:moveTo>
                  <a:cubicBezTo>
                    <a:pt x="56999" y="656"/>
                    <a:pt x="99258" y="9216"/>
                    <a:pt x="99726" y="16620"/>
                  </a:cubicBezTo>
                  <a:cubicBezTo>
                    <a:pt x="100633" y="149591"/>
                    <a:pt x="71567" y="418073"/>
                    <a:pt x="99726" y="603230"/>
                  </a:cubicBezTo>
                  <a:cubicBezTo>
                    <a:pt x="127886" y="788387"/>
                    <a:pt x="86951" y="1023207"/>
                    <a:pt x="99726" y="1264727"/>
                  </a:cubicBezTo>
                  <a:cubicBezTo>
                    <a:pt x="105166" y="1273873"/>
                    <a:pt x="151576" y="1278879"/>
                    <a:pt x="199452" y="1281347"/>
                  </a:cubicBezTo>
                  <a:cubicBezTo>
                    <a:pt x="144008" y="1281195"/>
                    <a:pt x="99581" y="1288346"/>
                    <a:pt x="99726" y="1297967"/>
                  </a:cubicBezTo>
                  <a:cubicBezTo>
                    <a:pt x="101637" y="1602184"/>
                    <a:pt x="95655" y="1757783"/>
                    <a:pt x="99726" y="1922021"/>
                  </a:cubicBezTo>
                  <a:cubicBezTo>
                    <a:pt x="103797" y="2086259"/>
                    <a:pt x="82080" y="2410745"/>
                    <a:pt x="99726" y="2546075"/>
                  </a:cubicBezTo>
                  <a:cubicBezTo>
                    <a:pt x="101027" y="2544256"/>
                    <a:pt x="56992" y="2564830"/>
                    <a:pt x="0" y="2562695"/>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8" name="Right Brace 57">
              <a:extLst>
                <a:ext uri="{FF2B5EF4-FFF2-40B4-BE49-F238E27FC236}">
                  <a16:creationId xmlns:a16="http://schemas.microsoft.com/office/drawing/2014/main" id="{7C579A9B-E975-2D2B-8FE5-28B4B55D6BD5}"/>
                </a:ext>
              </a:extLst>
            </p:cNvPr>
            <p:cNvSpPr/>
            <p:nvPr/>
          </p:nvSpPr>
          <p:spPr>
            <a:xfrm rot="5400000">
              <a:off x="4189618" y="3677687"/>
              <a:ext cx="365124" cy="3952145"/>
            </a:xfrm>
            <a:custGeom>
              <a:avLst/>
              <a:gdLst>
                <a:gd name="connsiteX0" fmla="*/ 0 w 365124"/>
                <a:gd name="connsiteY0" fmla="*/ 0 h 3952145"/>
                <a:gd name="connsiteX1" fmla="*/ 182562 w 365124"/>
                <a:gd name="connsiteY1" fmla="*/ 30426 h 3952145"/>
                <a:gd name="connsiteX2" fmla="*/ 182562 w 365124"/>
                <a:gd name="connsiteY2" fmla="*/ 668833 h 3952145"/>
                <a:gd name="connsiteX3" fmla="*/ 182562 w 365124"/>
                <a:gd name="connsiteY3" fmla="*/ 1249783 h 3952145"/>
                <a:gd name="connsiteX4" fmla="*/ 182562 w 365124"/>
                <a:gd name="connsiteY4" fmla="*/ 1945647 h 3952145"/>
                <a:gd name="connsiteX5" fmla="*/ 365124 w 365124"/>
                <a:gd name="connsiteY5" fmla="*/ 1976073 h 3952145"/>
                <a:gd name="connsiteX6" fmla="*/ 182562 w 365124"/>
                <a:gd name="connsiteY6" fmla="*/ 2006499 h 3952145"/>
                <a:gd name="connsiteX7" fmla="*/ 182562 w 365124"/>
                <a:gd name="connsiteY7" fmla="*/ 2664058 h 3952145"/>
                <a:gd name="connsiteX8" fmla="*/ 182562 w 365124"/>
                <a:gd name="connsiteY8" fmla="*/ 3321617 h 3952145"/>
                <a:gd name="connsiteX9" fmla="*/ 182562 w 365124"/>
                <a:gd name="connsiteY9" fmla="*/ 3921719 h 3952145"/>
                <a:gd name="connsiteX10" fmla="*/ 0 w 365124"/>
                <a:gd name="connsiteY10" fmla="*/ 3952145 h 3952145"/>
                <a:gd name="connsiteX11" fmla="*/ 0 w 365124"/>
                <a:gd name="connsiteY11" fmla="*/ 3372497 h 3952145"/>
                <a:gd name="connsiteX12" fmla="*/ 0 w 365124"/>
                <a:gd name="connsiteY12" fmla="*/ 2713806 h 3952145"/>
                <a:gd name="connsiteX13" fmla="*/ 0 w 365124"/>
                <a:gd name="connsiteY13" fmla="*/ 2015594 h 3952145"/>
                <a:gd name="connsiteX14" fmla="*/ 0 w 365124"/>
                <a:gd name="connsiteY14" fmla="*/ 1317382 h 3952145"/>
                <a:gd name="connsiteX15" fmla="*/ 0 w 365124"/>
                <a:gd name="connsiteY15" fmla="*/ 579648 h 3952145"/>
                <a:gd name="connsiteX16" fmla="*/ 0 w 365124"/>
                <a:gd name="connsiteY16" fmla="*/ 0 h 3952145"/>
                <a:gd name="connsiteX0" fmla="*/ 0 w 365124"/>
                <a:gd name="connsiteY0" fmla="*/ 0 h 3952145"/>
                <a:gd name="connsiteX1" fmla="*/ 182562 w 365124"/>
                <a:gd name="connsiteY1" fmla="*/ 30426 h 3952145"/>
                <a:gd name="connsiteX2" fmla="*/ 182562 w 365124"/>
                <a:gd name="connsiteY2" fmla="*/ 668833 h 3952145"/>
                <a:gd name="connsiteX3" fmla="*/ 182562 w 365124"/>
                <a:gd name="connsiteY3" fmla="*/ 1307240 h 3952145"/>
                <a:gd name="connsiteX4" fmla="*/ 182562 w 365124"/>
                <a:gd name="connsiteY4" fmla="*/ 1945647 h 3952145"/>
                <a:gd name="connsiteX5" fmla="*/ 365124 w 365124"/>
                <a:gd name="connsiteY5" fmla="*/ 1976073 h 3952145"/>
                <a:gd name="connsiteX6" fmla="*/ 182562 w 365124"/>
                <a:gd name="connsiteY6" fmla="*/ 2006499 h 3952145"/>
                <a:gd name="connsiteX7" fmla="*/ 182562 w 365124"/>
                <a:gd name="connsiteY7" fmla="*/ 2664058 h 3952145"/>
                <a:gd name="connsiteX8" fmla="*/ 182562 w 365124"/>
                <a:gd name="connsiteY8" fmla="*/ 3245008 h 3952145"/>
                <a:gd name="connsiteX9" fmla="*/ 182562 w 365124"/>
                <a:gd name="connsiteY9" fmla="*/ 3921719 h 3952145"/>
                <a:gd name="connsiteX10" fmla="*/ 0 w 365124"/>
                <a:gd name="connsiteY10" fmla="*/ 3952145 h 395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124" h="3952145" stroke="0" extrusionOk="0">
                  <a:moveTo>
                    <a:pt x="0" y="0"/>
                  </a:moveTo>
                  <a:cubicBezTo>
                    <a:pt x="102007" y="2388"/>
                    <a:pt x="182054" y="15485"/>
                    <a:pt x="182562" y="30426"/>
                  </a:cubicBezTo>
                  <a:cubicBezTo>
                    <a:pt x="193865" y="237112"/>
                    <a:pt x="198808" y="475506"/>
                    <a:pt x="182562" y="668833"/>
                  </a:cubicBezTo>
                  <a:cubicBezTo>
                    <a:pt x="166316" y="862160"/>
                    <a:pt x="193343" y="1112018"/>
                    <a:pt x="182562" y="1249783"/>
                  </a:cubicBezTo>
                  <a:cubicBezTo>
                    <a:pt x="171782" y="1387548"/>
                    <a:pt x="215804" y="1696573"/>
                    <a:pt x="182562" y="1945647"/>
                  </a:cubicBezTo>
                  <a:cubicBezTo>
                    <a:pt x="174689" y="1966059"/>
                    <a:pt x="262906" y="1964000"/>
                    <a:pt x="365124" y="1976073"/>
                  </a:cubicBezTo>
                  <a:cubicBezTo>
                    <a:pt x="264631" y="1979774"/>
                    <a:pt x="184859" y="1989083"/>
                    <a:pt x="182562" y="2006499"/>
                  </a:cubicBezTo>
                  <a:cubicBezTo>
                    <a:pt x="172785" y="2148496"/>
                    <a:pt x="154274" y="2341357"/>
                    <a:pt x="182562" y="2664058"/>
                  </a:cubicBezTo>
                  <a:cubicBezTo>
                    <a:pt x="210850" y="2986759"/>
                    <a:pt x="199757" y="3086353"/>
                    <a:pt x="182562" y="3321617"/>
                  </a:cubicBezTo>
                  <a:cubicBezTo>
                    <a:pt x="165367" y="3556881"/>
                    <a:pt x="185460" y="3761906"/>
                    <a:pt x="182562" y="3921719"/>
                  </a:cubicBezTo>
                  <a:cubicBezTo>
                    <a:pt x="179338" y="3930638"/>
                    <a:pt x="94258" y="3949694"/>
                    <a:pt x="0" y="3952145"/>
                  </a:cubicBezTo>
                  <a:cubicBezTo>
                    <a:pt x="1632" y="3833381"/>
                    <a:pt x="27869" y="3512371"/>
                    <a:pt x="0" y="3372497"/>
                  </a:cubicBezTo>
                  <a:cubicBezTo>
                    <a:pt x="-27869" y="3232623"/>
                    <a:pt x="-14834" y="2907185"/>
                    <a:pt x="0" y="2713806"/>
                  </a:cubicBezTo>
                  <a:cubicBezTo>
                    <a:pt x="14834" y="2520427"/>
                    <a:pt x="-14211" y="2200125"/>
                    <a:pt x="0" y="2015594"/>
                  </a:cubicBezTo>
                  <a:cubicBezTo>
                    <a:pt x="14211" y="1831063"/>
                    <a:pt x="18514" y="1646833"/>
                    <a:pt x="0" y="1317382"/>
                  </a:cubicBezTo>
                  <a:cubicBezTo>
                    <a:pt x="-18514" y="987931"/>
                    <a:pt x="-586" y="944755"/>
                    <a:pt x="0" y="579648"/>
                  </a:cubicBezTo>
                  <a:cubicBezTo>
                    <a:pt x="586" y="214541"/>
                    <a:pt x="-12973" y="193331"/>
                    <a:pt x="0" y="0"/>
                  </a:cubicBezTo>
                  <a:close/>
                </a:path>
                <a:path w="365124" h="3952145" fill="none" extrusionOk="0">
                  <a:moveTo>
                    <a:pt x="0" y="0"/>
                  </a:moveTo>
                  <a:cubicBezTo>
                    <a:pt x="100278" y="-881"/>
                    <a:pt x="181392" y="11912"/>
                    <a:pt x="182562" y="30426"/>
                  </a:cubicBezTo>
                  <a:cubicBezTo>
                    <a:pt x="162192" y="216507"/>
                    <a:pt x="198583" y="402085"/>
                    <a:pt x="182562" y="668833"/>
                  </a:cubicBezTo>
                  <a:cubicBezTo>
                    <a:pt x="166541" y="935581"/>
                    <a:pt x="162324" y="989593"/>
                    <a:pt x="182562" y="1307240"/>
                  </a:cubicBezTo>
                  <a:cubicBezTo>
                    <a:pt x="202800" y="1624887"/>
                    <a:pt x="187465" y="1662417"/>
                    <a:pt x="182562" y="1945647"/>
                  </a:cubicBezTo>
                  <a:cubicBezTo>
                    <a:pt x="168292" y="1949969"/>
                    <a:pt x="267396" y="1974182"/>
                    <a:pt x="365124" y="1976073"/>
                  </a:cubicBezTo>
                  <a:cubicBezTo>
                    <a:pt x="264588" y="1976482"/>
                    <a:pt x="186245" y="1989040"/>
                    <a:pt x="182562" y="2006499"/>
                  </a:cubicBezTo>
                  <a:cubicBezTo>
                    <a:pt x="150948" y="2317460"/>
                    <a:pt x="178950" y="2488891"/>
                    <a:pt x="182562" y="2664058"/>
                  </a:cubicBezTo>
                  <a:cubicBezTo>
                    <a:pt x="186174" y="2839225"/>
                    <a:pt x="154929" y="2975510"/>
                    <a:pt x="182562" y="3245008"/>
                  </a:cubicBezTo>
                  <a:cubicBezTo>
                    <a:pt x="210196" y="3514506"/>
                    <a:pt x="205725" y="3616637"/>
                    <a:pt x="182562" y="3921719"/>
                  </a:cubicBezTo>
                  <a:cubicBezTo>
                    <a:pt x="182467" y="3928260"/>
                    <a:pt x="101702" y="3966750"/>
                    <a:pt x="0" y="3952145"/>
                  </a:cubicBezTo>
                </a:path>
                <a:path w="365124" h="3952145" fill="none" stroke="0" extrusionOk="0">
                  <a:moveTo>
                    <a:pt x="0" y="0"/>
                  </a:moveTo>
                  <a:cubicBezTo>
                    <a:pt x="104567" y="-23"/>
                    <a:pt x="183090" y="13441"/>
                    <a:pt x="182562" y="30426"/>
                  </a:cubicBezTo>
                  <a:cubicBezTo>
                    <a:pt x="199369" y="180731"/>
                    <a:pt x="161075" y="363156"/>
                    <a:pt x="182562" y="649681"/>
                  </a:cubicBezTo>
                  <a:cubicBezTo>
                    <a:pt x="204049" y="936207"/>
                    <a:pt x="191286" y="1133377"/>
                    <a:pt x="182562" y="1326392"/>
                  </a:cubicBezTo>
                  <a:cubicBezTo>
                    <a:pt x="173838" y="1519407"/>
                    <a:pt x="182749" y="1760933"/>
                    <a:pt x="182562" y="1945647"/>
                  </a:cubicBezTo>
                  <a:cubicBezTo>
                    <a:pt x="174017" y="1954873"/>
                    <a:pt x="252943" y="1982856"/>
                    <a:pt x="365124" y="1976073"/>
                  </a:cubicBezTo>
                  <a:cubicBezTo>
                    <a:pt x="263015" y="1976476"/>
                    <a:pt x="181474" y="1992518"/>
                    <a:pt x="182562" y="2006499"/>
                  </a:cubicBezTo>
                  <a:cubicBezTo>
                    <a:pt x="162709" y="2324053"/>
                    <a:pt x="189627" y="2417873"/>
                    <a:pt x="182562" y="2664058"/>
                  </a:cubicBezTo>
                  <a:cubicBezTo>
                    <a:pt x="175497" y="2910243"/>
                    <a:pt x="173924" y="3033094"/>
                    <a:pt x="182562" y="3321617"/>
                  </a:cubicBezTo>
                  <a:cubicBezTo>
                    <a:pt x="191200" y="3610140"/>
                    <a:pt x="208294" y="3772997"/>
                    <a:pt x="182562" y="3921719"/>
                  </a:cubicBezTo>
                  <a:cubicBezTo>
                    <a:pt x="176428" y="3934701"/>
                    <a:pt x="97988" y="3951852"/>
                    <a:pt x="0" y="3952145"/>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9" name="TextBox 58">
              <a:extLst>
                <a:ext uri="{FF2B5EF4-FFF2-40B4-BE49-F238E27FC236}">
                  <a16:creationId xmlns:a16="http://schemas.microsoft.com/office/drawing/2014/main" id="{E87AA6F6-7F3D-558E-3E35-4600C525A411}"/>
                </a:ext>
              </a:extLst>
            </p:cNvPr>
            <p:cNvSpPr txBox="1"/>
            <p:nvPr/>
          </p:nvSpPr>
          <p:spPr>
            <a:xfrm>
              <a:off x="4186877" y="4744262"/>
              <a:ext cx="458780" cy="261610"/>
            </a:xfrm>
            <a:prstGeom prst="rect">
              <a:avLst/>
            </a:prstGeom>
            <a:noFill/>
          </p:spPr>
          <p:txBody>
            <a:bodyPr wrap="none" rtlCol="0">
              <a:spAutoFit/>
            </a:bodyPr>
            <a:lstStyle/>
            <a:p>
              <a:r>
                <a:rPr lang="en-GB" sz="1100" dirty="0">
                  <a:latin typeface="+mn-lt"/>
                </a:rPr>
                <a:t>68%</a:t>
              </a:r>
            </a:p>
          </p:txBody>
        </p:sp>
        <p:sp>
          <p:nvSpPr>
            <p:cNvPr id="60" name="TextBox 59">
              <a:extLst>
                <a:ext uri="{FF2B5EF4-FFF2-40B4-BE49-F238E27FC236}">
                  <a16:creationId xmlns:a16="http://schemas.microsoft.com/office/drawing/2014/main" id="{8A552AD8-FC66-FC98-8456-7692D6CA6FD5}"/>
                </a:ext>
              </a:extLst>
            </p:cNvPr>
            <p:cNvSpPr txBox="1"/>
            <p:nvPr/>
          </p:nvSpPr>
          <p:spPr>
            <a:xfrm>
              <a:off x="4195445" y="5252729"/>
              <a:ext cx="458780" cy="261610"/>
            </a:xfrm>
            <a:prstGeom prst="rect">
              <a:avLst/>
            </a:prstGeom>
            <a:noFill/>
          </p:spPr>
          <p:txBody>
            <a:bodyPr wrap="none" rtlCol="0">
              <a:spAutoFit/>
            </a:bodyPr>
            <a:lstStyle/>
            <a:p>
              <a:r>
                <a:rPr lang="en-GB" sz="1100" dirty="0">
                  <a:latin typeface="+mn-lt"/>
                </a:rPr>
                <a:t>95%</a:t>
              </a:r>
            </a:p>
          </p:txBody>
        </p:sp>
        <p:sp>
          <p:nvSpPr>
            <p:cNvPr id="61" name="TextBox 60">
              <a:extLst>
                <a:ext uri="{FF2B5EF4-FFF2-40B4-BE49-F238E27FC236}">
                  <a16:creationId xmlns:a16="http://schemas.microsoft.com/office/drawing/2014/main" id="{EA0DC641-AD6D-3AD4-CC89-FCD553CAB81A}"/>
                </a:ext>
              </a:extLst>
            </p:cNvPr>
            <p:cNvSpPr txBox="1"/>
            <p:nvPr/>
          </p:nvSpPr>
          <p:spPr>
            <a:xfrm>
              <a:off x="4118516" y="5886993"/>
              <a:ext cx="567784" cy="261610"/>
            </a:xfrm>
            <a:prstGeom prst="rect">
              <a:avLst/>
            </a:prstGeom>
            <a:noFill/>
          </p:spPr>
          <p:txBody>
            <a:bodyPr wrap="none" rtlCol="0">
              <a:spAutoFit/>
            </a:bodyPr>
            <a:lstStyle/>
            <a:p>
              <a:r>
                <a:rPr lang="en-GB" sz="1100" dirty="0">
                  <a:latin typeface="+mn-lt"/>
                </a:rPr>
                <a:t>99.7%</a:t>
              </a:r>
            </a:p>
          </p:txBody>
        </p:sp>
        <p:grpSp>
          <p:nvGrpSpPr>
            <p:cNvPr id="64" name="Group 63">
              <a:extLst>
                <a:ext uri="{FF2B5EF4-FFF2-40B4-BE49-F238E27FC236}">
                  <a16:creationId xmlns:a16="http://schemas.microsoft.com/office/drawing/2014/main" id="{7F470856-9047-2434-A79C-0965AF4DAAB8}"/>
                </a:ext>
              </a:extLst>
            </p:cNvPr>
            <p:cNvGrpSpPr/>
            <p:nvPr/>
          </p:nvGrpSpPr>
          <p:grpSpPr>
            <a:xfrm>
              <a:off x="6086899" y="3102764"/>
              <a:ext cx="975960" cy="945360"/>
              <a:chOff x="6086899" y="3102764"/>
              <a:chExt cx="975960" cy="945360"/>
            </a:xfrm>
          </p:grpSpPr>
          <mc:AlternateContent xmlns:mc="http://schemas.openxmlformats.org/markup-compatibility/2006" xmlns:p14="http://schemas.microsoft.com/office/powerpoint/2010/main">
            <mc:Choice Requires="p14">
              <p:contentPart p14:bwMode="auto" r:id="rId17">
                <p14:nvContentPartPr>
                  <p14:cNvPr id="62" name="Ink 61">
                    <a:extLst>
                      <a:ext uri="{FF2B5EF4-FFF2-40B4-BE49-F238E27FC236}">
                        <a16:creationId xmlns:a16="http://schemas.microsoft.com/office/drawing/2014/main" id="{D431D820-8FBA-7A9D-11F7-9C2B39A3717B}"/>
                      </a:ext>
                    </a:extLst>
                  </p14:cNvPr>
                  <p14:cNvContentPartPr/>
                  <p14:nvPr/>
                </p14:nvContentPartPr>
                <p14:xfrm>
                  <a:off x="6117139" y="3102764"/>
                  <a:ext cx="945720" cy="945360"/>
                </p14:xfrm>
              </p:contentPart>
            </mc:Choice>
            <mc:Fallback xmlns="">
              <p:pic>
                <p:nvPicPr>
                  <p:cNvPr id="62" name="Ink 61">
                    <a:extLst>
                      <a:ext uri="{FF2B5EF4-FFF2-40B4-BE49-F238E27FC236}">
                        <a16:creationId xmlns:a16="http://schemas.microsoft.com/office/drawing/2014/main" id="{D431D820-8FBA-7A9D-11F7-9C2B39A3717B}"/>
                      </a:ext>
                    </a:extLst>
                  </p:cNvPr>
                  <p:cNvPicPr/>
                  <p:nvPr/>
                </p:nvPicPr>
                <p:blipFill>
                  <a:blip r:embed="rId18"/>
                  <a:stretch>
                    <a:fillRect/>
                  </a:stretch>
                </p:blipFill>
                <p:spPr>
                  <a:xfrm>
                    <a:off x="6111019" y="3096644"/>
                    <a:ext cx="957960" cy="957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3" name="Ink 62">
                    <a:extLst>
                      <a:ext uri="{FF2B5EF4-FFF2-40B4-BE49-F238E27FC236}">
                        <a16:creationId xmlns:a16="http://schemas.microsoft.com/office/drawing/2014/main" id="{3F168990-288F-C28A-8374-99C58E41CE74}"/>
                      </a:ext>
                    </a:extLst>
                  </p14:cNvPr>
                  <p14:cNvContentPartPr/>
                  <p14:nvPr/>
                </p14:nvContentPartPr>
                <p14:xfrm>
                  <a:off x="6086899" y="3969284"/>
                  <a:ext cx="96120" cy="75960"/>
                </p14:xfrm>
              </p:contentPart>
            </mc:Choice>
            <mc:Fallback xmlns="">
              <p:pic>
                <p:nvPicPr>
                  <p:cNvPr id="63" name="Ink 62">
                    <a:extLst>
                      <a:ext uri="{FF2B5EF4-FFF2-40B4-BE49-F238E27FC236}">
                        <a16:creationId xmlns:a16="http://schemas.microsoft.com/office/drawing/2014/main" id="{3F168990-288F-C28A-8374-99C58E41CE74}"/>
                      </a:ext>
                    </a:extLst>
                  </p:cNvPr>
                  <p:cNvPicPr/>
                  <p:nvPr/>
                </p:nvPicPr>
                <p:blipFill>
                  <a:blip r:embed="rId20"/>
                  <a:stretch>
                    <a:fillRect/>
                  </a:stretch>
                </p:blipFill>
                <p:spPr>
                  <a:xfrm>
                    <a:off x="6080779" y="3963164"/>
                    <a:ext cx="108360" cy="88200"/>
                  </a:xfrm>
                  <a:prstGeom prst="rect">
                    <a:avLst/>
                  </a:prstGeom>
                </p:spPr>
              </p:pic>
            </mc:Fallback>
          </mc:AlternateContent>
        </p:grpSp>
        <p:grpSp>
          <p:nvGrpSpPr>
            <p:cNvPr id="68" name="Group 67">
              <a:extLst>
                <a:ext uri="{FF2B5EF4-FFF2-40B4-BE49-F238E27FC236}">
                  <a16:creationId xmlns:a16="http://schemas.microsoft.com/office/drawing/2014/main" id="{369AC9E3-A69B-4F27-1F8A-5D23A75BDB0B}"/>
                </a:ext>
              </a:extLst>
            </p:cNvPr>
            <p:cNvGrpSpPr/>
            <p:nvPr/>
          </p:nvGrpSpPr>
          <p:grpSpPr>
            <a:xfrm>
              <a:off x="1960219" y="2622164"/>
              <a:ext cx="2273040" cy="1365480"/>
              <a:chOff x="1960219" y="2622164"/>
              <a:chExt cx="2273040" cy="1365480"/>
            </a:xfrm>
          </p:grpSpPr>
          <mc:AlternateContent xmlns:mc="http://schemas.openxmlformats.org/markup-compatibility/2006" xmlns:p14="http://schemas.microsoft.com/office/powerpoint/2010/main">
            <mc:Choice Requires="p14">
              <p:contentPart p14:bwMode="auto" r:id="rId21">
                <p14:nvContentPartPr>
                  <p14:cNvPr id="66" name="Ink 65">
                    <a:extLst>
                      <a:ext uri="{FF2B5EF4-FFF2-40B4-BE49-F238E27FC236}">
                        <a16:creationId xmlns:a16="http://schemas.microsoft.com/office/drawing/2014/main" id="{BE3E2E0A-5770-EE1A-7BE9-7BF7B8EC47FE}"/>
                      </a:ext>
                    </a:extLst>
                  </p14:cNvPr>
                  <p14:cNvContentPartPr/>
                  <p14:nvPr/>
                </p14:nvContentPartPr>
                <p14:xfrm>
                  <a:off x="1960219" y="2622164"/>
                  <a:ext cx="2246400" cy="1311480"/>
                </p14:xfrm>
              </p:contentPart>
            </mc:Choice>
            <mc:Fallback xmlns="">
              <p:pic>
                <p:nvPicPr>
                  <p:cNvPr id="66" name="Ink 65">
                    <a:extLst>
                      <a:ext uri="{FF2B5EF4-FFF2-40B4-BE49-F238E27FC236}">
                        <a16:creationId xmlns:a16="http://schemas.microsoft.com/office/drawing/2014/main" id="{BE3E2E0A-5770-EE1A-7BE9-7BF7B8EC47FE}"/>
                      </a:ext>
                    </a:extLst>
                  </p:cNvPr>
                  <p:cNvPicPr/>
                  <p:nvPr/>
                </p:nvPicPr>
                <p:blipFill>
                  <a:blip r:embed="rId22"/>
                  <a:stretch>
                    <a:fillRect/>
                  </a:stretch>
                </p:blipFill>
                <p:spPr>
                  <a:xfrm>
                    <a:off x="1954099" y="2616044"/>
                    <a:ext cx="2258640" cy="1323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7" name="Ink 66">
                    <a:extLst>
                      <a:ext uri="{FF2B5EF4-FFF2-40B4-BE49-F238E27FC236}">
                        <a16:creationId xmlns:a16="http://schemas.microsoft.com/office/drawing/2014/main" id="{0EB814F2-47B9-F6DB-76D6-2D805D953044}"/>
                      </a:ext>
                    </a:extLst>
                  </p14:cNvPr>
                  <p14:cNvContentPartPr/>
                  <p14:nvPr/>
                </p14:nvContentPartPr>
                <p14:xfrm>
                  <a:off x="4162339" y="3890444"/>
                  <a:ext cx="70920" cy="97200"/>
                </p14:xfrm>
              </p:contentPart>
            </mc:Choice>
            <mc:Fallback xmlns="">
              <p:pic>
                <p:nvPicPr>
                  <p:cNvPr id="67" name="Ink 66">
                    <a:extLst>
                      <a:ext uri="{FF2B5EF4-FFF2-40B4-BE49-F238E27FC236}">
                        <a16:creationId xmlns:a16="http://schemas.microsoft.com/office/drawing/2014/main" id="{0EB814F2-47B9-F6DB-76D6-2D805D953044}"/>
                      </a:ext>
                    </a:extLst>
                  </p:cNvPr>
                  <p:cNvPicPr/>
                  <p:nvPr/>
                </p:nvPicPr>
                <p:blipFill>
                  <a:blip r:embed="rId24"/>
                  <a:stretch>
                    <a:fillRect/>
                  </a:stretch>
                </p:blipFill>
                <p:spPr>
                  <a:xfrm>
                    <a:off x="4156219" y="3884324"/>
                    <a:ext cx="83160" cy="109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78" name="Ink 77">
                  <a:extLst>
                    <a:ext uri="{FF2B5EF4-FFF2-40B4-BE49-F238E27FC236}">
                      <a16:creationId xmlns:a16="http://schemas.microsoft.com/office/drawing/2014/main" id="{7420C259-B5E9-CE57-ADB9-0CDD7FE690F1}"/>
                    </a:ext>
                  </a:extLst>
                </p14:cNvPr>
                <p14:cNvContentPartPr/>
                <p14:nvPr/>
              </p14:nvContentPartPr>
              <p14:xfrm flipH="1">
                <a:off x="4367335" y="1933779"/>
                <a:ext cx="58725" cy="2223412"/>
              </p14:xfrm>
            </p:contentPart>
          </mc:Choice>
          <mc:Fallback>
            <p:pic>
              <p:nvPicPr>
                <p:cNvPr id="78" name="Ink 77">
                  <a:extLst>
                    <a:ext uri="{FF2B5EF4-FFF2-40B4-BE49-F238E27FC236}">
                      <a16:creationId xmlns:a16="http://schemas.microsoft.com/office/drawing/2014/main" id="{7420C259-B5E9-CE57-ADB9-0CDD7FE690F1}"/>
                    </a:ext>
                  </a:extLst>
                </p:cNvPr>
                <p:cNvPicPr/>
                <p:nvPr/>
              </p:nvPicPr>
              <p:blipFill>
                <a:blip r:embed="rId26"/>
                <a:stretch>
                  <a:fillRect/>
                </a:stretch>
              </p:blipFill>
              <p:spPr>
                <a:xfrm flipH="1">
                  <a:off x="4361248" y="1927660"/>
                  <a:ext cx="70900" cy="2235650"/>
                </a:xfrm>
                <a:prstGeom prst="rect">
                  <a:avLst/>
                </a:prstGeom>
              </p:spPr>
            </p:pic>
          </mc:Fallback>
        </mc:AlternateContent>
      </p:grpSp>
      <p:sp>
        <p:nvSpPr>
          <p:cNvPr id="79" name="Date Placeholder 78">
            <a:extLst>
              <a:ext uri="{FF2B5EF4-FFF2-40B4-BE49-F238E27FC236}">
                <a16:creationId xmlns:a16="http://schemas.microsoft.com/office/drawing/2014/main" id="{BA0A7AF4-DBD6-88B4-C375-361C22C150E9}"/>
              </a:ext>
            </a:extLst>
          </p:cNvPr>
          <p:cNvSpPr>
            <a:spLocks noGrp="1"/>
          </p:cNvSpPr>
          <p:nvPr>
            <p:ph type="dt" sz="half" idx="2"/>
          </p:nvPr>
        </p:nvSpPr>
        <p:spPr/>
        <p:txBody>
          <a:bodyPr/>
          <a:lstStyle/>
          <a:p>
            <a:endParaRPr lang="en-US" dirty="0"/>
          </a:p>
        </p:txBody>
      </p:sp>
      <p:sp>
        <p:nvSpPr>
          <p:cNvPr id="80" name="Footer Placeholder 79">
            <a:extLst>
              <a:ext uri="{FF2B5EF4-FFF2-40B4-BE49-F238E27FC236}">
                <a16:creationId xmlns:a16="http://schemas.microsoft.com/office/drawing/2014/main" id="{F1CED6E7-789A-6BCF-D42C-E3310C53288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1" name="Slide Number Placeholder 80">
            <a:extLst>
              <a:ext uri="{FF2B5EF4-FFF2-40B4-BE49-F238E27FC236}">
                <a16:creationId xmlns:a16="http://schemas.microsoft.com/office/drawing/2014/main" id="{C3CFAF7D-8DCE-FC0E-24B2-022BB0311BAC}"/>
              </a:ext>
            </a:extLst>
          </p:cNvPr>
          <p:cNvSpPr>
            <a:spLocks noGrp="1"/>
          </p:cNvSpPr>
          <p:nvPr>
            <p:ph type="sldNum" sz="quarter" idx="4"/>
          </p:nvPr>
        </p:nvSpPr>
        <p:spPr/>
        <p:txBody>
          <a:bodyPr/>
          <a:lstStyle/>
          <a:p>
            <a:fld id="{9FD7ECCF-50E7-4327-B945-FA93FF7B2BEF}" type="slidenum">
              <a:rPr lang="en-US" smtClean="0"/>
              <a:pPr/>
              <a:t>31</a:t>
            </a:fld>
            <a:r>
              <a:rPr lang="en-GB"/>
              <a:t>/80</a:t>
            </a:r>
            <a:endParaRPr lang="en-US" dirty="0"/>
          </a:p>
        </p:txBody>
      </p:sp>
    </p:spTree>
    <p:extLst>
      <p:ext uri="{BB962C8B-B14F-4D97-AF65-F5344CB8AC3E}">
        <p14:creationId xmlns:p14="http://schemas.microsoft.com/office/powerpoint/2010/main" val="725853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37ECB-E146-BBB8-B8D4-8D19F5E1B5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91795D-5034-E3A0-529F-D2EE161AF14E}"/>
              </a:ext>
            </a:extLst>
          </p:cNvPr>
          <p:cNvSpPr>
            <a:spLocks noGrp="1"/>
          </p:cNvSpPr>
          <p:nvPr>
            <p:ph sz="quarter" idx="2"/>
          </p:nvPr>
        </p:nvSpPr>
        <p:spPr>
          <a:xfrm>
            <a:off x="609600" y="3329339"/>
            <a:ext cx="3886200" cy="2690460"/>
          </a:xfrm>
        </p:spPr>
        <p:txBody>
          <a:bodyPr>
            <a:normAutofit fontScale="92500" lnSpcReduction="20000"/>
          </a:bodyPr>
          <a:lstStyle/>
          <a:p>
            <a:pPr marL="365760" lvl="1" indent="0">
              <a:buNone/>
            </a:pPr>
            <a:endParaRPr lang="el-GR" sz="2100" dirty="0">
              <a:solidFill>
                <a:schemeClr val="tx1">
                  <a:lumMod val="75000"/>
                  <a:lumOff val="25000"/>
                </a:schemeClr>
              </a:solidFill>
            </a:endParaRPr>
          </a:p>
          <a:p>
            <a:pPr marL="365760" lvl="1" indent="0">
              <a:buNone/>
            </a:pPr>
            <a:endParaRPr lang="el-GR" sz="2100" dirty="0">
              <a:solidFill>
                <a:schemeClr val="tx1">
                  <a:lumMod val="75000"/>
                  <a:lumOff val="25000"/>
                </a:schemeClr>
              </a:solidFill>
            </a:endParaRPr>
          </a:p>
          <a:p>
            <a:pPr marL="365760" lvl="1" indent="0">
              <a:buNone/>
            </a:pPr>
            <a:endParaRPr lang="en-GB" sz="2100" dirty="0">
              <a:solidFill>
                <a:schemeClr val="tx1">
                  <a:lumMod val="75000"/>
                  <a:lumOff val="25000"/>
                </a:schemeClr>
              </a:solidFill>
            </a:endParaRPr>
          </a:p>
          <a:p>
            <a:pPr marL="354013" lvl="2" indent="-265113"/>
            <a:r>
              <a:rPr lang="el-GR" sz="1800" i="1" dirty="0">
                <a:solidFill>
                  <a:schemeClr val="tx1">
                    <a:lumMod val="75000"/>
                    <a:lumOff val="25000"/>
                  </a:schemeClr>
                </a:solidFill>
              </a:rPr>
              <a:t>σ</a:t>
            </a:r>
            <a:r>
              <a:rPr lang="el-GR" sz="1800" dirty="0">
                <a:solidFill>
                  <a:schemeClr val="tx1">
                    <a:lumMod val="75000"/>
                    <a:lumOff val="25000"/>
                  </a:schemeClr>
                </a:solidFill>
              </a:rPr>
              <a:t> </a:t>
            </a:r>
            <a:r>
              <a:rPr lang="en-GB" sz="1800" dirty="0">
                <a:solidFill>
                  <a:schemeClr val="tx1">
                    <a:lumMod val="75000"/>
                    <a:lumOff val="25000"/>
                  </a:schemeClr>
                </a:solidFill>
              </a:rPr>
              <a:t>= population standard deviation</a:t>
            </a:r>
          </a:p>
          <a:p>
            <a:pPr marL="354013" lvl="2" indent="-265113"/>
            <a:r>
              <a:rPr lang="el-GR" sz="1800" i="1" dirty="0">
                <a:solidFill>
                  <a:schemeClr val="tx1">
                    <a:lumMod val="75000"/>
                    <a:lumOff val="25000"/>
                  </a:schemeClr>
                </a:solidFill>
                <a:latin typeface="Georgia" panose="02040502050405020303" pitchFamily="18" charset="0"/>
              </a:rPr>
              <a:t>Σ</a:t>
            </a:r>
            <a:r>
              <a:rPr lang="el-GR" sz="1800" dirty="0">
                <a:solidFill>
                  <a:schemeClr val="tx1">
                    <a:lumMod val="75000"/>
                    <a:lumOff val="25000"/>
                  </a:schemeClr>
                </a:solidFill>
              </a:rPr>
              <a:t> </a:t>
            </a:r>
            <a:r>
              <a:rPr lang="en-GB" sz="1800" dirty="0">
                <a:solidFill>
                  <a:schemeClr val="tx1">
                    <a:lumMod val="75000"/>
                    <a:lumOff val="25000"/>
                  </a:schemeClr>
                </a:solidFill>
              </a:rPr>
              <a:t>= sum of…</a:t>
            </a:r>
          </a:p>
          <a:p>
            <a:pPr marL="354013" lvl="2" indent="-265113"/>
            <a:r>
              <a:rPr lang="en-GB" sz="1800" i="1" dirty="0">
                <a:solidFill>
                  <a:schemeClr val="tx1">
                    <a:lumMod val="75000"/>
                    <a:lumOff val="25000"/>
                  </a:schemeClr>
                </a:solidFill>
                <a:latin typeface="Georgia" panose="02040502050405020303" pitchFamily="18" charset="0"/>
              </a:rPr>
              <a:t>X </a:t>
            </a:r>
            <a:r>
              <a:rPr lang="en-GB" sz="1800" dirty="0">
                <a:solidFill>
                  <a:schemeClr val="tx1">
                    <a:lumMod val="75000"/>
                    <a:lumOff val="25000"/>
                  </a:schemeClr>
                </a:solidFill>
              </a:rPr>
              <a:t>= each value</a:t>
            </a:r>
          </a:p>
          <a:p>
            <a:pPr marL="354013" lvl="2" indent="-265113"/>
            <a:r>
              <a:rPr lang="el-GR" sz="1800" i="1" dirty="0">
                <a:solidFill>
                  <a:schemeClr val="tx1">
                    <a:lumMod val="75000"/>
                    <a:lumOff val="25000"/>
                  </a:schemeClr>
                </a:solidFill>
              </a:rPr>
              <a:t>μ</a:t>
            </a:r>
            <a:r>
              <a:rPr lang="el-GR" sz="1800" dirty="0">
                <a:solidFill>
                  <a:schemeClr val="tx1">
                    <a:lumMod val="75000"/>
                    <a:lumOff val="25000"/>
                  </a:schemeClr>
                </a:solidFill>
              </a:rPr>
              <a:t> </a:t>
            </a:r>
            <a:r>
              <a:rPr lang="en-GB" sz="1800" dirty="0">
                <a:solidFill>
                  <a:schemeClr val="tx1">
                    <a:lumMod val="75000"/>
                    <a:lumOff val="25000"/>
                  </a:schemeClr>
                </a:solidFill>
              </a:rPr>
              <a:t>= population mean</a:t>
            </a:r>
          </a:p>
          <a:p>
            <a:pPr marL="354013" lvl="2" indent="-265113"/>
            <a:r>
              <a:rPr lang="en-GB" sz="1800" i="1" dirty="0">
                <a:solidFill>
                  <a:schemeClr val="tx1">
                    <a:lumMod val="75000"/>
                    <a:lumOff val="25000"/>
                  </a:schemeClr>
                </a:solidFill>
                <a:latin typeface="Georgia" panose="02040502050405020303" pitchFamily="18" charset="0"/>
              </a:rPr>
              <a:t>N</a:t>
            </a:r>
            <a:r>
              <a:rPr lang="en-GB" sz="1800" dirty="0">
                <a:solidFill>
                  <a:schemeClr val="tx1">
                    <a:lumMod val="75000"/>
                    <a:lumOff val="25000"/>
                  </a:schemeClr>
                </a:solidFill>
              </a:rPr>
              <a:t> = number of values in the population</a:t>
            </a:r>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p:txBody>
      </p:sp>
      <p:sp>
        <p:nvSpPr>
          <p:cNvPr id="12" name="Content Placeholder 2">
            <a:extLst>
              <a:ext uri="{FF2B5EF4-FFF2-40B4-BE49-F238E27FC236}">
                <a16:creationId xmlns:a16="http://schemas.microsoft.com/office/drawing/2014/main" id="{4D857B55-6274-1B42-D17D-458CD3BB1644}"/>
              </a:ext>
            </a:extLst>
          </p:cNvPr>
          <p:cNvSpPr txBox="1">
            <a:spLocks/>
          </p:cNvSpPr>
          <p:nvPr/>
        </p:nvSpPr>
        <p:spPr>
          <a:xfrm>
            <a:off x="4791371" y="3284984"/>
            <a:ext cx="3886200" cy="2690460"/>
          </a:xfrm>
          <a:prstGeom prst="rect">
            <a:avLst/>
          </a:prstGeom>
          <a:ln w="9525">
            <a:solidFill>
              <a:schemeClr val="tx1"/>
            </a:solidFill>
          </a:ln>
        </p:spPr>
        <p:txBody>
          <a:bodyPr vert="horz">
            <a:normAutofit fontScale="925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365760" lvl="1" indent="0" fontAlgn="auto">
              <a:spcAft>
                <a:spcPts val="0"/>
              </a:spcAft>
              <a:buFont typeface="Wingdings 2"/>
              <a:buNone/>
            </a:pPr>
            <a:endParaRPr lang="el-GR" sz="2100" dirty="0">
              <a:solidFill>
                <a:schemeClr val="tx1">
                  <a:lumMod val="75000"/>
                  <a:lumOff val="25000"/>
                </a:schemeClr>
              </a:solidFill>
            </a:endParaRPr>
          </a:p>
          <a:p>
            <a:pPr marL="365760" lvl="1" indent="0" fontAlgn="auto">
              <a:spcAft>
                <a:spcPts val="0"/>
              </a:spcAft>
              <a:buFont typeface="Wingdings 2"/>
              <a:buNone/>
            </a:pPr>
            <a:endParaRPr lang="el-GR" sz="2100" dirty="0">
              <a:solidFill>
                <a:schemeClr val="tx1">
                  <a:lumMod val="75000"/>
                  <a:lumOff val="25000"/>
                </a:schemeClr>
              </a:solidFill>
            </a:endParaRPr>
          </a:p>
          <a:p>
            <a:pPr marL="365760" lvl="1" indent="0" fontAlgn="auto">
              <a:spcAft>
                <a:spcPts val="0"/>
              </a:spcAft>
              <a:buFont typeface="Wingdings 2"/>
              <a:buNone/>
            </a:pPr>
            <a:endParaRPr lang="en-GB" sz="2100" dirty="0">
              <a:solidFill>
                <a:schemeClr val="tx1">
                  <a:lumMod val="75000"/>
                  <a:lumOff val="25000"/>
                </a:schemeClr>
              </a:solidFill>
            </a:endParaRPr>
          </a:p>
          <a:p>
            <a:pPr marL="354013" lvl="2" indent="-265113" fontAlgn="auto">
              <a:spcAft>
                <a:spcPts val="0"/>
              </a:spcAft>
            </a:pPr>
            <a:r>
              <a:rPr lang="en-GB" sz="1800" i="1" dirty="0">
                <a:solidFill>
                  <a:schemeClr val="tx1">
                    <a:lumMod val="75000"/>
                    <a:lumOff val="25000"/>
                  </a:schemeClr>
                </a:solidFill>
              </a:rPr>
              <a:t>s</a:t>
            </a:r>
            <a:r>
              <a:rPr lang="el-GR" sz="1800" dirty="0">
                <a:solidFill>
                  <a:schemeClr val="tx1">
                    <a:lumMod val="75000"/>
                    <a:lumOff val="25000"/>
                  </a:schemeClr>
                </a:solidFill>
              </a:rPr>
              <a:t> </a:t>
            </a:r>
            <a:r>
              <a:rPr lang="en-GB" sz="1800" dirty="0">
                <a:solidFill>
                  <a:schemeClr val="tx1">
                    <a:lumMod val="75000"/>
                    <a:lumOff val="25000"/>
                  </a:schemeClr>
                </a:solidFill>
              </a:rPr>
              <a:t>= sample standard deviation</a:t>
            </a:r>
          </a:p>
          <a:p>
            <a:pPr marL="354013" lvl="2" indent="-265113" fontAlgn="auto">
              <a:spcAft>
                <a:spcPts val="0"/>
              </a:spcAft>
            </a:pPr>
            <a:r>
              <a:rPr lang="el-GR" sz="1800" i="1" dirty="0">
                <a:solidFill>
                  <a:schemeClr val="tx1">
                    <a:lumMod val="75000"/>
                    <a:lumOff val="25000"/>
                  </a:schemeClr>
                </a:solidFill>
                <a:latin typeface="Georgia" panose="02040502050405020303" pitchFamily="18" charset="0"/>
              </a:rPr>
              <a:t>Σ</a:t>
            </a:r>
            <a:r>
              <a:rPr lang="el-GR" sz="1800" dirty="0">
                <a:solidFill>
                  <a:schemeClr val="tx1">
                    <a:lumMod val="75000"/>
                    <a:lumOff val="25000"/>
                  </a:schemeClr>
                </a:solidFill>
              </a:rPr>
              <a:t> </a:t>
            </a:r>
            <a:r>
              <a:rPr lang="en-GB" sz="1800" dirty="0">
                <a:solidFill>
                  <a:schemeClr val="tx1">
                    <a:lumMod val="75000"/>
                    <a:lumOff val="25000"/>
                  </a:schemeClr>
                </a:solidFill>
              </a:rPr>
              <a:t>= sum of…</a:t>
            </a:r>
          </a:p>
          <a:p>
            <a:pPr marL="354013" lvl="2" indent="-265113" fontAlgn="auto">
              <a:spcAft>
                <a:spcPts val="0"/>
              </a:spcAft>
            </a:pPr>
            <a:r>
              <a:rPr lang="en-GB" sz="1800" dirty="0">
                <a:solidFill>
                  <a:schemeClr val="tx1">
                    <a:lumMod val="75000"/>
                    <a:lumOff val="25000"/>
                  </a:schemeClr>
                </a:solidFill>
              </a:rPr>
              <a:t>X = each value</a:t>
            </a:r>
          </a:p>
          <a:p>
            <a:pPr marL="354013" lvl="2" indent="-265113" fontAlgn="auto">
              <a:spcAft>
                <a:spcPts val="0"/>
              </a:spcAft>
            </a:pPr>
            <a:r>
              <a:rPr lang="en-GB" sz="1800" i="1" dirty="0">
                <a:solidFill>
                  <a:schemeClr val="tx1">
                    <a:lumMod val="75000"/>
                    <a:lumOff val="25000"/>
                  </a:schemeClr>
                </a:solidFill>
              </a:rPr>
              <a:t>x</a:t>
            </a:r>
            <a:r>
              <a:rPr lang="en-GB" sz="1800" dirty="0">
                <a:solidFill>
                  <a:schemeClr val="tx1">
                    <a:lumMod val="75000"/>
                    <a:lumOff val="25000"/>
                  </a:schemeClr>
                </a:solidFill>
              </a:rPr>
              <a:t>  = sample mean</a:t>
            </a:r>
          </a:p>
          <a:p>
            <a:pPr marL="354013" lvl="2" indent="-265113" fontAlgn="auto">
              <a:spcAft>
                <a:spcPts val="0"/>
              </a:spcAft>
            </a:pPr>
            <a:r>
              <a:rPr lang="en-GB" sz="1800" i="1" dirty="0">
                <a:solidFill>
                  <a:schemeClr val="tx1">
                    <a:lumMod val="75000"/>
                    <a:lumOff val="25000"/>
                  </a:schemeClr>
                </a:solidFill>
                <a:latin typeface="Georgia" panose="02040502050405020303" pitchFamily="18" charset="0"/>
              </a:rPr>
              <a:t>N</a:t>
            </a:r>
            <a:r>
              <a:rPr lang="en-GB" sz="1800" dirty="0">
                <a:solidFill>
                  <a:schemeClr val="tx1">
                    <a:lumMod val="75000"/>
                    <a:lumOff val="25000"/>
                  </a:schemeClr>
                </a:solidFill>
              </a:rPr>
              <a:t> = number of values in the population</a:t>
            </a:r>
            <a:endParaRPr lang="en-GB" sz="2000" dirty="0">
              <a:solidFill>
                <a:schemeClr val="tx1">
                  <a:lumMod val="75000"/>
                  <a:lumOff val="25000"/>
                </a:schemeClr>
              </a:solidFill>
            </a:endParaRPr>
          </a:p>
          <a:p>
            <a:pPr lvl="1" fontAlgn="auto">
              <a:spcAft>
                <a:spcPts val="0"/>
              </a:spcAft>
            </a:pPr>
            <a:endParaRPr lang="en-GB" sz="2000" dirty="0">
              <a:solidFill>
                <a:schemeClr val="tx1">
                  <a:lumMod val="75000"/>
                  <a:lumOff val="25000"/>
                </a:schemeClr>
              </a:solidFill>
            </a:endParaRPr>
          </a:p>
        </p:txBody>
      </p:sp>
      <p:sp>
        <p:nvSpPr>
          <p:cNvPr id="8" name="Title 6">
            <a:extLst>
              <a:ext uri="{FF2B5EF4-FFF2-40B4-BE49-F238E27FC236}">
                <a16:creationId xmlns:a16="http://schemas.microsoft.com/office/drawing/2014/main" id="{2C21F125-7DE9-74D1-4A3A-45752ACE38F9}"/>
              </a:ext>
            </a:extLst>
          </p:cNvPr>
          <p:cNvSpPr>
            <a:spLocks noGrp="1"/>
          </p:cNvSpPr>
          <p:nvPr>
            <p:ph type="title"/>
          </p:nvPr>
        </p:nvSpPr>
        <p:spPr>
          <a:xfrm>
            <a:off x="395536" y="398810"/>
            <a:ext cx="8640960" cy="869950"/>
          </a:xfrm>
        </p:spPr>
        <p:txBody>
          <a:bodyPr>
            <a:normAutofit fontScale="90000"/>
          </a:bodyPr>
          <a:lstStyle/>
          <a:p>
            <a:pPr>
              <a:lnSpc>
                <a:spcPts val="3500"/>
              </a:lnSpc>
            </a:pPr>
            <a:r>
              <a:rPr lang="en-GB" sz="4000" dirty="0">
                <a:solidFill>
                  <a:srgbClr val="AC20AF"/>
                </a:solidFill>
              </a:rPr>
              <a:t>Measures of Variability</a:t>
            </a:r>
            <a:r>
              <a:rPr lang="en-GB" sz="4000" dirty="0"/>
              <a:t>– </a:t>
            </a:r>
            <a:r>
              <a:rPr lang="en-GB" sz="4000" b="1" dirty="0"/>
              <a:t>Standard Deviation</a:t>
            </a:r>
          </a:p>
        </p:txBody>
      </p:sp>
      <p:sp>
        <p:nvSpPr>
          <p:cNvPr id="6" name="Text Placeholder 5">
            <a:extLst>
              <a:ext uri="{FF2B5EF4-FFF2-40B4-BE49-F238E27FC236}">
                <a16:creationId xmlns:a16="http://schemas.microsoft.com/office/drawing/2014/main" id="{1925FF26-224C-2B0C-1294-6C42CC876756}"/>
              </a:ext>
            </a:extLst>
          </p:cNvPr>
          <p:cNvSpPr>
            <a:spLocks noGrp="1"/>
          </p:cNvSpPr>
          <p:nvPr>
            <p:ph type="body" sz="quarter" idx="1"/>
          </p:nvPr>
        </p:nvSpPr>
        <p:spPr>
          <a:xfrm>
            <a:off x="609600" y="2530701"/>
            <a:ext cx="3886200" cy="640080"/>
          </a:xfrm>
        </p:spPr>
        <p:txBody>
          <a:bodyPr/>
          <a:lstStyle/>
          <a:p>
            <a:r>
              <a:rPr lang="en-GB" b="1" i="0" dirty="0">
                <a:solidFill>
                  <a:schemeClr val="bg1"/>
                </a:solidFill>
                <a:effectLst/>
                <a:latin typeface="Gilmer"/>
              </a:rPr>
              <a:t>Population standard deviation</a:t>
            </a:r>
          </a:p>
        </p:txBody>
      </p:sp>
      <p:sp>
        <p:nvSpPr>
          <p:cNvPr id="9" name="Text Placeholder 8">
            <a:extLst>
              <a:ext uri="{FF2B5EF4-FFF2-40B4-BE49-F238E27FC236}">
                <a16:creationId xmlns:a16="http://schemas.microsoft.com/office/drawing/2014/main" id="{4649CFAE-C0E7-9D4E-A37A-F7570A6089FB}"/>
              </a:ext>
            </a:extLst>
          </p:cNvPr>
          <p:cNvSpPr>
            <a:spLocks noGrp="1"/>
          </p:cNvSpPr>
          <p:nvPr>
            <p:ph type="body" sz="quarter" idx="3"/>
          </p:nvPr>
        </p:nvSpPr>
        <p:spPr>
          <a:xfrm>
            <a:off x="4800600" y="2530701"/>
            <a:ext cx="3886200" cy="640080"/>
          </a:xfrm>
        </p:spPr>
        <p:txBody>
          <a:bodyPr/>
          <a:lstStyle/>
          <a:p>
            <a:r>
              <a:rPr lang="en-GB" b="1" i="0" dirty="0">
                <a:solidFill>
                  <a:schemeClr val="bg1"/>
                </a:solidFill>
                <a:effectLst/>
                <a:latin typeface="Gilmer"/>
              </a:rPr>
              <a:t>Sample standard deviation</a:t>
            </a:r>
          </a:p>
        </p:txBody>
      </p:sp>
      <p:pic>
        <p:nvPicPr>
          <p:cNvPr id="6146" name="Picture 2" descr="\sigma =\sqrt{\dfrac{\sum{(X - \mu)^2}}{N}}">
            <a:extLst>
              <a:ext uri="{FF2B5EF4-FFF2-40B4-BE49-F238E27FC236}">
                <a16:creationId xmlns:a16="http://schemas.microsoft.com/office/drawing/2014/main" id="{0ACA55F8-76D1-180A-5CA5-75A68C650C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500936"/>
            <a:ext cx="2009823" cy="57606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 =\sqrt{\dfrac{\sum{(X - \bar{x})^2}}{n - 1}}">
            <a:extLst>
              <a:ext uri="{FF2B5EF4-FFF2-40B4-BE49-F238E27FC236}">
                <a16:creationId xmlns:a16="http://schemas.microsoft.com/office/drawing/2014/main" id="{FDDF8771-5F40-3E15-B17C-D2BB6DD817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1681" y="3503218"/>
            <a:ext cx="2025579" cy="59189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FCABBFB5-FC08-A6F2-3919-29BFB41268F7}"/>
              </a:ext>
            </a:extLst>
          </p:cNvPr>
          <p:cNvCxnSpPr>
            <a:cxnSpLocks/>
          </p:cNvCxnSpPr>
          <p:nvPr/>
        </p:nvCxnSpPr>
        <p:spPr>
          <a:xfrm>
            <a:off x="5292080" y="4725144"/>
            <a:ext cx="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52FD798-B803-0277-4E37-E87E009FF9E2}"/>
              </a:ext>
            </a:extLst>
          </p:cNvPr>
          <p:cNvCxnSpPr/>
          <p:nvPr/>
        </p:nvCxnSpPr>
        <p:spPr>
          <a:xfrm>
            <a:off x="5220072" y="4725144"/>
            <a:ext cx="106556" cy="0"/>
          </a:xfrm>
          <a:prstGeom prst="line">
            <a:avLst/>
          </a:prstGeom>
        </p:spPr>
        <p:style>
          <a:lnRef idx="1">
            <a:schemeClr val="dk1"/>
          </a:lnRef>
          <a:fillRef idx="0">
            <a:schemeClr val="dk1"/>
          </a:fillRef>
          <a:effectRef idx="0">
            <a:schemeClr val="dk1"/>
          </a:effectRef>
          <a:fontRef idx="minor">
            <a:schemeClr val="tx1"/>
          </a:fontRef>
        </p:style>
      </p:cxnSp>
      <p:sp>
        <p:nvSpPr>
          <p:cNvPr id="4" name="Rectangle: Rounded Corners 3">
            <a:extLst>
              <a:ext uri="{FF2B5EF4-FFF2-40B4-BE49-F238E27FC236}">
                <a16:creationId xmlns:a16="http://schemas.microsoft.com/office/drawing/2014/main" id="{D6509C88-6CCF-ADEA-690C-592A15C06B4C}"/>
              </a:ext>
            </a:extLst>
          </p:cNvPr>
          <p:cNvSpPr/>
          <p:nvPr/>
        </p:nvSpPr>
        <p:spPr>
          <a:xfrm>
            <a:off x="593984" y="1658969"/>
            <a:ext cx="8083587" cy="640080"/>
          </a:xfrm>
          <a:custGeom>
            <a:avLst/>
            <a:gdLst>
              <a:gd name="connsiteX0" fmla="*/ 0 w 8083587"/>
              <a:gd name="connsiteY0" fmla="*/ 106682 h 640080"/>
              <a:gd name="connsiteX1" fmla="*/ 106682 w 8083587"/>
              <a:gd name="connsiteY1" fmla="*/ 0 h 640080"/>
              <a:gd name="connsiteX2" fmla="*/ 683832 w 8083587"/>
              <a:gd name="connsiteY2" fmla="*/ 0 h 640080"/>
              <a:gd name="connsiteX3" fmla="*/ 1182279 w 8083587"/>
              <a:gd name="connsiteY3" fmla="*/ 0 h 640080"/>
              <a:gd name="connsiteX4" fmla="*/ 1680727 w 8083587"/>
              <a:gd name="connsiteY4" fmla="*/ 0 h 640080"/>
              <a:gd name="connsiteX5" fmla="*/ 2415281 w 8083587"/>
              <a:gd name="connsiteY5" fmla="*/ 0 h 640080"/>
              <a:gd name="connsiteX6" fmla="*/ 2835026 w 8083587"/>
              <a:gd name="connsiteY6" fmla="*/ 0 h 640080"/>
              <a:gd name="connsiteX7" fmla="*/ 3254771 w 8083587"/>
              <a:gd name="connsiteY7" fmla="*/ 0 h 640080"/>
              <a:gd name="connsiteX8" fmla="*/ 4068028 w 8083587"/>
              <a:gd name="connsiteY8" fmla="*/ 0 h 640080"/>
              <a:gd name="connsiteX9" fmla="*/ 4645177 w 8083587"/>
              <a:gd name="connsiteY9" fmla="*/ 0 h 640080"/>
              <a:gd name="connsiteX10" fmla="*/ 5301029 w 8083587"/>
              <a:gd name="connsiteY10" fmla="*/ 0 h 640080"/>
              <a:gd name="connsiteX11" fmla="*/ 5878179 w 8083587"/>
              <a:gd name="connsiteY11" fmla="*/ 0 h 640080"/>
              <a:gd name="connsiteX12" fmla="*/ 6534031 w 8083587"/>
              <a:gd name="connsiteY12" fmla="*/ 0 h 640080"/>
              <a:gd name="connsiteX13" fmla="*/ 7189883 w 8083587"/>
              <a:gd name="connsiteY13" fmla="*/ 0 h 640080"/>
              <a:gd name="connsiteX14" fmla="*/ 7976905 w 8083587"/>
              <a:gd name="connsiteY14" fmla="*/ 0 h 640080"/>
              <a:gd name="connsiteX15" fmla="*/ 8083587 w 8083587"/>
              <a:gd name="connsiteY15" fmla="*/ 106682 h 640080"/>
              <a:gd name="connsiteX16" fmla="*/ 8083587 w 8083587"/>
              <a:gd name="connsiteY16" fmla="*/ 533398 h 640080"/>
              <a:gd name="connsiteX17" fmla="*/ 7976905 w 8083587"/>
              <a:gd name="connsiteY17" fmla="*/ 640080 h 640080"/>
              <a:gd name="connsiteX18" fmla="*/ 7478458 w 8083587"/>
              <a:gd name="connsiteY18" fmla="*/ 640080 h 640080"/>
              <a:gd name="connsiteX19" fmla="*/ 6743903 w 8083587"/>
              <a:gd name="connsiteY19" fmla="*/ 640080 h 640080"/>
              <a:gd name="connsiteX20" fmla="*/ 5930647 w 8083587"/>
              <a:gd name="connsiteY20" fmla="*/ 640080 h 640080"/>
              <a:gd name="connsiteX21" fmla="*/ 5196093 w 8083587"/>
              <a:gd name="connsiteY21" fmla="*/ 640080 h 640080"/>
              <a:gd name="connsiteX22" fmla="*/ 4776348 w 8083587"/>
              <a:gd name="connsiteY22" fmla="*/ 640080 h 640080"/>
              <a:gd name="connsiteX23" fmla="*/ 4120496 w 8083587"/>
              <a:gd name="connsiteY23" fmla="*/ 640080 h 640080"/>
              <a:gd name="connsiteX24" fmla="*/ 3622048 w 8083587"/>
              <a:gd name="connsiteY24" fmla="*/ 640080 h 640080"/>
              <a:gd name="connsiteX25" fmla="*/ 3044899 w 8083587"/>
              <a:gd name="connsiteY25" fmla="*/ 640080 h 640080"/>
              <a:gd name="connsiteX26" fmla="*/ 2310344 w 8083587"/>
              <a:gd name="connsiteY26" fmla="*/ 640080 h 640080"/>
              <a:gd name="connsiteX27" fmla="*/ 1575790 w 8083587"/>
              <a:gd name="connsiteY27" fmla="*/ 640080 h 640080"/>
              <a:gd name="connsiteX28" fmla="*/ 998641 w 8083587"/>
              <a:gd name="connsiteY28" fmla="*/ 640080 h 640080"/>
              <a:gd name="connsiteX29" fmla="*/ 106682 w 8083587"/>
              <a:gd name="connsiteY29" fmla="*/ 640080 h 640080"/>
              <a:gd name="connsiteX30" fmla="*/ 0 w 8083587"/>
              <a:gd name="connsiteY30" fmla="*/ 533398 h 640080"/>
              <a:gd name="connsiteX31" fmla="*/ 0 w 8083587"/>
              <a:gd name="connsiteY31" fmla="*/ 106682 h 64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083587" h="640080" fill="none" extrusionOk="0">
                <a:moveTo>
                  <a:pt x="0" y="106682"/>
                </a:moveTo>
                <a:cubicBezTo>
                  <a:pt x="-3457" y="45833"/>
                  <a:pt x="53157" y="2362"/>
                  <a:pt x="106682" y="0"/>
                </a:cubicBezTo>
                <a:cubicBezTo>
                  <a:pt x="289523" y="13377"/>
                  <a:pt x="543799" y="10568"/>
                  <a:pt x="683832" y="0"/>
                </a:cubicBezTo>
                <a:cubicBezTo>
                  <a:pt x="823865" y="-10568"/>
                  <a:pt x="969262" y="-20948"/>
                  <a:pt x="1182279" y="0"/>
                </a:cubicBezTo>
                <a:cubicBezTo>
                  <a:pt x="1395296" y="20948"/>
                  <a:pt x="1476614" y="19866"/>
                  <a:pt x="1680727" y="0"/>
                </a:cubicBezTo>
                <a:cubicBezTo>
                  <a:pt x="1884840" y="-19866"/>
                  <a:pt x="2069194" y="28616"/>
                  <a:pt x="2415281" y="0"/>
                </a:cubicBezTo>
                <a:cubicBezTo>
                  <a:pt x="2761368" y="-28616"/>
                  <a:pt x="2702603" y="5240"/>
                  <a:pt x="2835026" y="0"/>
                </a:cubicBezTo>
                <a:cubicBezTo>
                  <a:pt x="2967449" y="-5240"/>
                  <a:pt x="3110217" y="16451"/>
                  <a:pt x="3254771" y="0"/>
                </a:cubicBezTo>
                <a:cubicBezTo>
                  <a:pt x="3399326" y="-16451"/>
                  <a:pt x="3783229" y="-12384"/>
                  <a:pt x="4068028" y="0"/>
                </a:cubicBezTo>
                <a:cubicBezTo>
                  <a:pt x="4352827" y="12384"/>
                  <a:pt x="4477631" y="21516"/>
                  <a:pt x="4645177" y="0"/>
                </a:cubicBezTo>
                <a:cubicBezTo>
                  <a:pt x="4812723" y="-21516"/>
                  <a:pt x="5086882" y="21287"/>
                  <a:pt x="5301029" y="0"/>
                </a:cubicBezTo>
                <a:cubicBezTo>
                  <a:pt x="5515176" y="-21287"/>
                  <a:pt x="5679754" y="-13868"/>
                  <a:pt x="5878179" y="0"/>
                </a:cubicBezTo>
                <a:cubicBezTo>
                  <a:pt x="6076604" y="13868"/>
                  <a:pt x="6279022" y="29100"/>
                  <a:pt x="6534031" y="0"/>
                </a:cubicBezTo>
                <a:cubicBezTo>
                  <a:pt x="6789040" y="-29100"/>
                  <a:pt x="7022782" y="-14958"/>
                  <a:pt x="7189883" y="0"/>
                </a:cubicBezTo>
                <a:cubicBezTo>
                  <a:pt x="7356984" y="14958"/>
                  <a:pt x="7589007" y="2209"/>
                  <a:pt x="7976905" y="0"/>
                </a:cubicBezTo>
                <a:cubicBezTo>
                  <a:pt x="8034416" y="49"/>
                  <a:pt x="8074413" y="38670"/>
                  <a:pt x="8083587" y="106682"/>
                </a:cubicBezTo>
                <a:cubicBezTo>
                  <a:pt x="8087091" y="219296"/>
                  <a:pt x="8082857" y="402584"/>
                  <a:pt x="8083587" y="533398"/>
                </a:cubicBezTo>
                <a:cubicBezTo>
                  <a:pt x="8090926" y="598821"/>
                  <a:pt x="8038116" y="635704"/>
                  <a:pt x="7976905" y="640080"/>
                </a:cubicBezTo>
                <a:cubicBezTo>
                  <a:pt x="7855281" y="639003"/>
                  <a:pt x="7635136" y="643796"/>
                  <a:pt x="7478458" y="640080"/>
                </a:cubicBezTo>
                <a:cubicBezTo>
                  <a:pt x="7321780" y="636364"/>
                  <a:pt x="7057976" y="653606"/>
                  <a:pt x="6743903" y="640080"/>
                </a:cubicBezTo>
                <a:cubicBezTo>
                  <a:pt x="6429831" y="626554"/>
                  <a:pt x="6283802" y="648017"/>
                  <a:pt x="5930647" y="640080"/>
                </a:cubicBezTo>
                <a:cubicBezTo>
                  <a:pt x="5577492" y="632143"/>
                  <a:pt x="5529733" y="642733"/>
                  <a:pt x="5196093" y="640080"/>
                </a:cubicBezTo>
                <a:cubicBezTo>
                  <a:pt x="4862453" y="637427"/>
                  <a:pt x="4906259" y="645210"/>
                  <a:pt x="4776348" y="640080"/>
                </a:cubicBezTo>
                <a:cubicBezTo>
                  <a:pt x="4646437" y="634950"/>
                  <a:pt x="4441825" y="656254"/>
                  <a:pt x="4120496" y="640080"/>
                </a:cubicBezTo>
                <a:cubicBezTo>
                  <a:pt x="3799167" y="623906"/>
                  <a:pt x="3868894" y="630169"/>
                  <a:pt x="3622048" y="640080"/>
                </a:cubicBezTo>
                <a:cubicBezTo>
                  <a:pt x="3375202" y="649991"/>
                  <a:pt x="3239961" y="620444"/>
                  <a:pt x="3044899" y="640080"/>
                </a:cubicBezTo>
                <a:cubicBezTo>
                  <a:pt x="2849837" y="659716"/>
                  <a:pt x="2649679" y="644170"/>
                  <a:pt x="2310344" y="640080"/>
                </a:cubicBezTo>
                <a:cubicBezTo>
                  <a:pt x="1971009" y="635990"/>
                  <a:pt x="1755056" y="614705"/>
                  <a:pt x="1575790" y="640080"/>
                </a:cubicBezTo>
                <a:cubicBezTo>
                  <a:pt x="1396524" y="665455"/>
                  <a:pt x="1267067" y="631172"/>
                  <a:pt x="998641" y="640080"/>
                </a:cubicBezTo>
                <a:cubicBezTo>
                  <a:pt x="730215" y="648988"/>
                  <a:pt x="541179" y="621716"/>
                  <a:pt x="106682" y="640080"/>
                </a:cubicBezTo>
                <a:cubicBezTo>
                  <a:pt x="59676" y="645114"/>
                  <a:pt x="841" y="593706"/>
                  <a:pt x="0" y="533398"/>
                </a:cubicBezTo>
                <a:cubicBezTo>
                  <a:pt x="10292" y="382189"/>
                  <a:pt x="10392" y="285338"/>
                  <a:pt x="0" y="106682"/>
                </a:cubicBezTo>
                <a:close/>
              </a:path>
              <a:path w="8083587" h="640080" stroke="0" extrusionOk="0">
                <a:moveTo>
                  <a:pt x="0" y="106682"/>
                </a:moveTo>
                <a:cubicBezTo>
                  <a:pt x="-13113" y="47329"/>
                  <a:pt x="38627" y="1415"/>
                  <a:pt x="106682" y="0"/>
                </a:cubicBezTo>
                <a:cubicBezTo>
                  <a:pt x="345769" y="7593"/>
                  <a:pt x="606529" y="6084"/>
                  <a:pt x="841236" y="0"/>
                </a:cubicBezTo>
                <a:cubicBezTo>
                  <a:pt x="1075943" y="-6084"/>
                  <a:pt x="1301403" y="10483"/>
                  <a:pt x="1418386" y="0"/>
                </a:cubicBezTo>
                <a:cubicBezTo>
                  <a:pt x="1535369" y="-10483"/>
                  <a:pt x="1841359" y="20351"/>
                  <a:pt x="2231642" y="0"/>
                </a:cubicBezTo>
                <a:cubicBezTo>
                  <a:pt x="2621925" y="-20351"/>
                  <a:pt x="2510934" y="14530"/>
                  <a:pt x="2730090" y="0"/>
                </a:cubicBezTo>
                <a:cubicBezTo>
                  <a:pt x="2949246" y="-14530"/>
                  <a:pt x="3046842" y="24922"/>
                  <a:pt x="3307239" y="0"/>
                </a:cubicBezTo>
                <a:cubicBezTo>
                  <a:pt x="3567636" y="-24922"/>
                  <a:pt x="3691836" y="-18363"/>
                  <a:pt x="3805687" y="0"/>
                </a:cubicBezTo>
                <a:cubicBezTo>
                  <a:pt x="3919538" y="18363"/>
                  <a:pt x="4306330" y="22037"/>
                  <a:pt x="4461539" y="0"/>
                </a:cubicBezTo>
                <a:cubicBezTo>
                  <a:pt x="4616748" y="-22037"/>
                  <a:pt x="4919901" y="16193"/>
                  <a:pt x="5196093" y="0"/>
                </a:cubicBezTo>
                <a:cubicBezTo>
                  <a:pt x="5472285" y="-16193"/>
                  <a:pt x="5626895" y="-29963"/>
                  <a:pt x="5851945" y="0"/>
                </a:cubicBezTo>
                <a:cubicBezTo>
                  <a:pt x="6076995" y="29963"/>
                  <a:pt x="6434911" y="-36013"/>
                  <a:pt x="6586499" y="0"/>
                </a:cubicBezTo>
                <a:cubicBezTo>
                  <a:pt x="6738087" y="36013"/>
                  <a:pt x="6938355" y="32777"/>
                  <a:pt x="7242351" y="0"/>
                </a:cubicBezTo>
                <a:cubicBezTo>
                  <a:pt x="7546347" y="-32777"/>
                  <a:pt x="7687502" y="-11257"/>
                  <a:pt x="7976905" y="0"/>
                </a:cubicBezTo>
                <a:cubicBezTo>
                  <a:pt x="8040303" y="165"/>
                  <a:pt x="8081024" y="44802"/>
                  <a:pt x="8083587" y="106682"/>
                </a:cubicBezTo>
                <a:cubicBezTo>
                  <a:pt x="8101377" y="245515"/>
                  <a:pt x="8065061" y="447142"/>
                  <a:pt x="8083587" y="533398"/>
                </a:cubicBezTo>
                <a:cubicBezTo>
                  <a:pt x="8086467" y="594546"/>
                  <a:pt x="8029229" y="641956"/>
                  <a:pt x="7976905" y="640080"/>
                </a:cubicBezTo>
                <a:cubicBezTo>
                  <a:pt x="7703430" y="618587"/>
                  <a:pt x="7593487" y="665145"/>
                  <a:pt x="7399755" y="640080"/>
                </a:cubicBezTo>
                <a:cubicBezTo>
                  <a:pt x="7206023" y="615016"/>
                  <a:pt x="7128372" y="632715"/>
                  <a:pt x="6901308" y="640080"/>
                </a:cubicBezTo>
                <a:cubicBezTo>
                  <a:pt x="6674244" y="647445"/>
                  <a:pt x="6469563" y="620327"/>
                  <a:pt x="6324158" y="640080"/>
                </a:cubicBezTo>
                <a:cubicBezTo>
                  <a:pt x="6178753" y="659834"/>
                  <a:pt x="6063675" y="650441"/>
                  <a:pt x="5825711" y="640080"/>
                </a:cubicBezTo>
                <a:cubicBezTo>
                  <a:pt x="5587747" y="629719"/>
                  <a:pt x="5397145" y="631690"/>
                  <a:pt x="5248561" y="640080"/>
                </a:cubicBezTo>
                <a:cubicBezTo>
                  <a:pt x="5099977" y="648471"/>
                  <a:pt x="4973790" y="637451"/>
                  <a:pt x="4828816" y="640080"/>
                </a:cubicBezTo>
                <a:cubicBezTo>
                  <a:pt x="4683842" y="642709"/>
                  <a:pt x="4467017" y="646087"/>
                  <a:pt x="4330368" y="640080"/>
                </a:cubicBezTo>
                <a:cubicBezTo>
                  <a:pt x="4193719" y="634073"/>
                  <a:pt x="3935500" y="653789"/>
                  <a:pt x="3753219" y="640080"/>
                </a:cubicBezTo>
                <a:cubicBezTo>
                  <a:pt x="3570938" y="626371"/>
                  <a:pt x="3437648" y="620342"/>
                  <a:pt x="3333473" y="640080"/>
                </a:cubicBezTo>
                <a:cubicBezTo>
                  <a:pt x="3229298" y="659818"/>
                  <a:pt x="2895170" y="646153"/>
                  <a:pt x="2520217" y="640080"/>
                </a:cubicBezTo>
                <a:cubicBezTo>
                  <a:pt x="2145264" y="634007"/>
                  <a:pt x="2028626" y="674844"/>
                  <a:pt x="1706961" y="640080"/>
                </a:cubicBezTo>
                <a:cubicBezTo>
                  <a:pt x="1385296" y="605316"/>
                  <a:pt x="1259658" y="657064"/>
                  <a:pt x="1051109" y="640080"/>
                </a:cubicBezTo>
                <a:cubicBezTo>
                  <a:pt x="842560" y="623096"/>
                  <a:pt x="502010" y="643638"/>
                  <a:pt x="106682" y="640080"/>
                </a:cubicBezTo>
                <a:cubicBezTo>
                  <a:pt x="46941" y="647812"/>
                  <a:pt x="-4569" y="606088"/>
                  <a:pt x="0" y="533398"/>
                </a:cubicBezTo>
                <a:cubicBezTo>
                  <a:pt x="-17262" y="376548"/>
                  <a:pt x="-14975" y="216928"/>
                  <a:pt x="0" y="106682"/>
                </a:cubicBezTo>
                <a:close/>
              </a:path>
            </a:pathLst>
          </a:custGeom>
          <a:ln>
            <a:extLst>
              <a:ext uri="{C807C97D-BFC1-408E-A445-0C87EB9F89A2}">
                <ask:lineSketchStyleProps xmlns:ask="http://schemas.microsoft.com/office/drawing/2018/sketchyshapes" sd="476423693">
                  <a:prstGeom prst="roundRect">
                    <a:avLst/>
                  </a:prstGeom>
                  <ask:type>
                    <ask:lineSketchFreehan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85725" lvl="1">
              <a:spcBef>
                <a:spcPts val="600"/>
              </a:spcBef>
              <a:spcAft>
                <a:spcPts val="600"/>
              </a:spcAft>
            </a:pPr>
            <a:r>
              <a:rPr lang="en-GB" sz="2000" b="1" i="0" dirty="0">
                <a:solidFill>
                  <a:schemeClr val="tx1"/>
                </a:solidFill>
                <a:effectLst/>
              </a:rPr>
              <a:t>The </a:t>
            </a:r>
            <a:r>
              <a:rPr lang="en-GB" sz="2000" b="1" i="1" dirty="0">
                <a:solidFill>
                  <a:schemeClr val="tx1"/>
                </a:solidFill>
                <a:effectLst/>
              </a:rPr>
              <a:t>standard</a:t>
            </a:r>
            <a:r>
              <a:rPr lang="en-GB" sz="2000" b="1" i="0" dirty="0">
                <a:solidFill>
                  <a:schemeClr val="tx1"/>
                </a:solidFill>
                <a:effectLst/>
              </a:rPr>
              <a:t> (or typical) amount that scores </a:t>
            </a:r>
            <a:r>
              <a:rPr lang="en-GB" sz="2000" b="1" i="1" dirty="0">
                <a:solidFill>
                  <a:schemeClr val="tx1"/>
                </a:solidFill>
                <a:effectLst/>
              </a:rPr>
              <a:t>deviate</a:t>
            </a:r>
            <a:r>
              <a:rPr lang="en-GB" sz="2000" b="1" i="0" dirty="0">
                <a:solidFill>
                  <a:schemeClr val="tx1"/>
                </a:solidFill>
                <a:effectLst/>
              </a:rPr>
              <a:t> from the mean</a:t>
            </a:r>
          </a:p>
        </p:txBody>
      </p:sp>
      <p:sp>
        <p:nvSpPr>
          <p:cNvPr id="5" name="Date Placeholder 4">
            <a:extLst>
              <a:ext uri="{FF2B5EF4-FFF2-40B4-BE49-F238E27FC236}">
                <a16:creationId xmlns:a16="http://schemas.microsoft.com/office/drawing/2014/main" id="{FF44993B-D94F-BD91-A1B0-D4F1981F1B3A}"/>
              </a:ext>
            </a:extLst>
          </p:cNvPr>
          <p:cNvSpPr>
            <a:spLocks noGrp="1"/>
          </p:cNvSpPr>
          <p:nvPr>
            <p:ph type="dt" sz="half" idx="13"/>
          </p:nvPr>
        </p:nvSpPr>
        <p:spPr/>
        <p:txBody>
          <a:bodyPr/>
          <a:lstStyle/>
          <a:p>
            <a:endParaRPr lang="en-US" dirty="0"/>
          </a:p>
        </p:txBody>
      </p:sp>
      <p:sp>
        <p:nvSpPr>
          <p:cNvPr id="11" name="Footer Placeholder 10">
            <a:extLst>
              <a:ext uri="{FF2B5EF4-FFF2-40B4-BE49-F238E27FC236}">
                <a16:creationId xmlns:a16="http://schemas.microsoft.com/office/drawing/2014/main" id="{1BFD2EEC-F483-BF16-2529-CCB94CCADDCF}"/>
              </a:ext>
            </a:extLst>
          </p:cNvPr>
          <p:cNvSpPr>
            <a:spLocks noGrp="1"/>
          </p:cNvSpPr>
          <p:nvPr>
            <p:ph type="ftr" sz="quarter" idx="11"/>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D8879B91-BC12-5154-D37E-130F71D59893}"/>
              </a:ext>
            </a:extLst>
          </p:cNvPr>
          <p:cNvSpPr>
            <a:spLocks noGrp="1"/>
          </p:cNvSpPr>
          <p:nvPr>
            <p:ph type="sldNum" sz="quarter" idx="12"/>
          </p:nvPr>
        </p:nvSpPr>
        <p:spPr/>
        <p:txBody>
          <a:bodyPr/>
          <a:lstStyle/>
          <a:p>
            <a:fld id="{9FD7ECCF-50E7-4327-B945-FA93FF7B2BEF}" type="slidenum">
              <a:rPr lang="en-US" smtClean="0"/>
              <a:pPr/>
              <a:t>32</a:t>
            </a:fld>
            <a:r>
              <a:rPr lang="en-GB"/>
              <a:t>/80</a:t>
            </a:r>
            <a:endParaRPr lang="en-US" dirty="0"/>
          </a:p>
        </p:txBody>
      </p:sp>
    </p:spTree>
    <p:extLst>
      <p:ext uri="{BB962C8B-B14F-4D97-AF65-F5344CB8AC3E}">
        <p14:creationId xmlns:p14="http://schemas.microsoft.com/office/powerpoint/2010/main" val="1496021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1700808"/>
            <a:ext cx="8162428" cy="4608511"/>
          </a:xfrm>
        </p:spPr>
        <p:txBody>
          <a:bodyPr>
            <a:normAutofit lnSpcReduction="10000"/>
          </a:bodyPr>
          <a:lstStyle/>
          <a:p>
            <a:r>
              <a:rPr lang="en-GB" sz="3200" dirty="0">
                <a:solidFill>
                  <a:schemeClr val="tx1">
                    <a:lumMod val="75000"/>
                    <a:lumOff val="25000"/>
                  </a:schemeClr>
                </a:solidFill>
              </a:rPr>
              <a:t>Steps to calculate the standard deviation</a:t>
            </a:r>
          </a:p>
          <a:p>
            <a:pPr lvl="1"/>
            <a:r>
              <a:rPr lang="en-GB" sz="2400" dirty="0">
                <a:solidFill>
                  <a:schemeClr val="tx1">
                    <a:lumMod val="75000"/>
                    <a:lumOff val="25000"/>
                  </a:schemeClr>
                </a:solidFill>
              </a:rPr>
              <a:t>Step 1: Find the mean</a:t>
            </a:r>
          </a:p>
          <a:p>
            <a:pPr lvl="1"/>
            <a:r>
              <a:rPr lang="en-GB" sz="2400" dirty="0">
                <a:solidFill>
                  <a:schemeClr val="tx1">
                    <a:lumMod val="75000"/>
                    <a:lumOff val="25000"/>
                  </a:schemeClr>
                </a:solidFill>
              </a:rPr>
              <a:t>Step 2: Find each score’s deviation from the mean</a:t>
            </a:r>
          </a:p>
          <a:p>
            <a:pPr lvl="1"/>
            <a:r>
              <a:rPr lang="en-GB" sz="2400" dirty="0">
                <a:solidFill>
                  <a:schemeClr val="tx1">
                    <a:lumMod val="75000"/>
                    <a:lumOff val="25000"/>
                  </a:schemeClr>
                </a:solidFill>
              </a:rPr>
              <a:t>Step 3: Square each deviation from the mean</a:t>
            </a:r>
          </a:p>
          <a:p>
            <a:pPr lvl="1"/>
            <a:r>
              <a:rPr lang="en-GB" sz="2400" dirty="0">
                <a:solidFill>
                  <a:schemeClr val="tx1">
                    <a:lumMod val="75000"/>
                    <a:lumOff val="25000"/>
                  </a:schemeClr>
                </a:solidFill>
              </a:rPr>
              <a:t>Step 4: Find the sum of squares</a:t>
            </a:r>
          </a:p>
          <a:p>
            <a:pPr lvl="1"/>
            <a:r>
              <a:rPr lang="en-GB" sz="2400" dirty="0">
                <a:solidFill>
                  <a:schemeClr val="tx1">
                    <a:lumMod val="75000"/>
                    <a:lumOff val="25000"/>
                  </a:schemeClr>
                </a:solidFill>
              </a:rPr>
              <a:t>Step 5: Find the variance</a:t>
            </a:r>
          </a:p>
          <a:p>
            <a:pPr lvl="1"/>
            <a:r>
              <a:rPr lang="en-GB" sz="2400" dirty="0">
                <a:solidFill>
                  <a:schemeClr val="tx1">
                    <a:lumMod val="75000"/>
                    <a:lumOff val="25000"/>
                  </a:schemeClr>
                </a:solidFill>
              </a:rPr>
              <a:t>Step 6: Find the square root of the variance</a:t>
            </a:r>
          </a:p>
          <a:p>
            <a:pPr algn="l"/>
            <a:endParaRPr lang="en-GB" sz="3200" dirty="0">
              <a:solidFill>
                <a:schemeClr val="tx1">
                  <a:lumMod val="75000"/>
                  <a:lumOff val="25000"/>
                </a:schemeClr>
              </a:solidFill>
            </a:endParaRPr>
          </a:p>
          <a:p>
            <a:pPr marL="365760" lvl="1" indent="0">
              <a:buNone/>
            </a:pPr>
            <a:r>
              <a:rPr lang="en-GB" sz="1800" dirty="0">
                <a:solidFill>
                  <a:schemeClr val="tx1">
                    <a:lumMod val="75000"/>
                    <a:lumOff val="25000"/>
                  </a:schemeClr>
                </a:solidFill>
              </a:rPr>
              <a:t>Bhandari, P. (May 25, 2022). </a:t>
            </a:r>
            <a:r>
              <a:rPr lang="en-GB" sz="1800" i="1" dirty="0">
                <a:solidFill>
                  <a:schemeClr val="tx1">
                    <a:lumMod val="75000"/>
                    <a:lumOff val="25000"/>
                  </a:schemeClr>
                </a:solidFill>
              </a:rPr>
              <a:t>How to Calculate Standard Deviation (Guide) | Formulas &amp; Examples</a:t>
            </a:r>
            <a:r>
              <a:rPr lang="en-GB" sz="1800" dirty="0">
                <a:solidFill>
                  <a:schemeClr val="tx1">
                    <a:lumMod val="75000"/>
                    <a:lumOff val="25000"/>
                  </a:schemeClr>
                </a:solidFill>
              </a:rPr>
              <a:t>. </a:t>
            </a:r>
            <a:r>
              <a:rPr lang="en-GB" sz="1800" dirty="0" err="1">
                <a:solidFill>
                  <a:schemeClr val="tx1">
                    <a:lumMod val="75000"/>
                    <a:lumOff val="25000"/>
                  </a:schemeClr>
                </a:solidFill>
              </a:rPr>
              <a:t>Scribbr</a:t>
            </a:r>
            <a:r>
              <a:rPr lang="en-GB" sz="1800" dirty="0">
                <a:solidFill>
                  <a:schemeClr val="tx1">
                    <a:lumMod val="75000"/>
                    <a:lumOff val="25000"/>
                  </a:schemeClr>
                </a:solidFill>
              </a:rPr>
              <a:t>. Retrieved October 23, 2022, from https://www.scribbr.com/statistics/standard-deviation/</a:t>
            </a:r>
          </a:p>
          <a:p>
            <a:pPr lvl="1"/>
            <a:endParaRPr lang="en-GB" sz="32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73815" y="329552"/>
            <a:ext cx="8534400" cy="990600"/>
          </a:xfrm>
        </p:spPr>
        <p:txBody>
          <a:bodyPr>
            <a:normAutofit fontScale="90000"/>
          </a:bodyPr>
          <a:lstStyle/>
          <a:p>
            <a:pPr>
              <a:lnSpc>
                <a:spcPts val="3500"/>
              </a:lnSpc>
            </a:pPr>
            <a:r>
              <a:rPr lang="en-GB" sz="4000" dirty="0"/>
              <a:t>Steps to calculate the </a:t>
            </a:r>
            <a:r>
              <a:rPr lang="en-GB" sz="4000" b="1" dirty="0"/>
              <a:t>Standard Deviation</a:t>
            </a:r>
          </a:p>
        </p:txBody>
      </p:sp>
      <p:sp>
        <p:nvSpPr>
          <p:cNvPr id="4" name="Footer Placeholder 3">
            <a:extLst>
              <a:ext uri="{FF2B5EF4-FFF2-40B4-BE49-F238E27FC236}">
                <a16:creationId xmlns:a16="http://schemas.microsoft.com/office/drawing/2014/main" id="{176C8DD4-0158-A4CA-4D2E-60031897B97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2A12C69B-D2D2-024E-9525-14485301FF25}"/>
              </a:ext>
            </a:extLst>
          </p:cNvPr>
          <p:cNvSpPr>
            <a:spLocks noGrp="1"/>
          </p:cNvSpPr>
          <p:nvPr>
            <p:ph type="sldNum" sz="quarter" idx="4"/>
          </p:nvPr>
        </p:nvSpPr>
        <p:spPr/>
        <p:txBody>
          <a:bodyPr/>
          <a:lstStyle/>
          <a:p>
            <a:fld id="{9FD7ECCF-50E7-4327-B945-FA93FF7B2BEF}" type="slidenum">
              <a:rPr lang="en-US" smtClean="0"/>
              <a:pPr/>
              <a:t>33</a:t>
            </a:fld>
            <a:r>
              <a:rPr lang="en-GB"/>
              <a:t>/80</a:t>
            </a:r>
            <a:endParaRPr lang="en-US" dirty="0"/>
          </a:p>
        </p:txBody>
      </p:sp>
    </p:spTree>
    <p:extLst>
      <p:ext uri="{BB962C8B-B14F-4D97-AF65-F5344CB8AC3E}">
        <p14:creationId xmlns:p14="http://schemas.microsoft.com/office/powerpoint/2010/main" val="772408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476206"/>
            <a:ext cx="8162428" cy="3833113"/>
          </a:xfrm>
        </p:spPr>
        <p:txBody>
          <a:bodyPr>
            <a:normAutofit/>
          </a:bodyPr>
          <a:lstStyle/>
          <a:p>
            <a:pPr algn="l"/>
            <a:r>
              <a:rPr lang="en-GB" sz="2000" dirty="0">
                <a:solidFill>
                  <a:schemeClr val="tx1">
                    <a:lumMod val="75000"/>
                    <a:lumOff val="25000"/>
                  </a:schemeClr>
                </a:solidFill>
              </a:rPr>
              <a:t>Step 1: Find the mean</a:t>
            </a:r>
          </a:p>
          <a:p>
            <a:pPr algn="l"/>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t>Step 1 to find SD</a:t>
            </a:r>
          </a:p>
        </p:txBody>
      </p:sp>
      <p:graphicFrame>
        <p:nvGraphicFramePr>
          <p:cNvPr id="6" name="Table 5">
            <a:extLst>
              <a:ext uri="{FF2B5EF4-FFF2-40B4-BE49-F238E27FC236}">
                <a16:creationId xmlns:a16="http://schemas.microsoft.com/office/drawing/2014/main" id="{70237D32-440D-A62B-7ECE-664520881E2C}"/>
              </a:ext>
            </a:extLst>
          </p:cNvPr>
          <p:cNvGraphicFramePr>
            <a:graphicFrameLocks noGrp="1"/>
          </p:cNvGraphicFramePr>
          <p:nvPr/>
        </p:nvGraphicFramePr>
        <p:xfrm>
          <a:off x="2489684" y="1628800"/>
          <a:ext cx="4164631" cy="731520"/>
        </p:xfrm>
        <a:graphic>
          <a:graphicData uri="http://schemas.openxmlformats.org/drawingml/2006/table">
            <a:tbl>
              <a:tblPr firstRow="1" bandRow="1">
                <a:tableStyleId>{2D5ABB26-0587-4C30-8999-92F81FD0307C}</a:tableStyleId>
              </a:tblPr>
              <a:tblGrid>
                <a:gridCol w="910777">
                  <a:extLst>
                    <a:ext uri="{9D8B030D-6E8A-4147-A177-3AD203B41FA5}">
                      <a16:colId xmlns:a16="http://schemas.microsoft.com/office/drawing/2014/main" val="1783740322"/>
                    </a:ext>
                  </a:extLst>
                </a:gridCol>
                <a:gridCol w="514012">
                  <a:extLst>
                    <a:ext uri="{9D8B030D-6E8A-4147-A177-3AD203B41FA5}">
                      <a16:colId xmlns:a16="http://schemas.microsoft.com/office/drawing/2014/main" val="1292685733"/>
                    </a:ext>
                  </a:extLst>
                </a:gridCol>
                <a:gridCol w="657527">
                  <a:extLst>
                    <a:ext uri="{9D8B030D-6E8A-4147-A177-3AD203B41FA5}">
                      <a16:colId xmlns:a16="http://schemas.microsoft.com/office/drawing/2014/main" val="3403243435"/>
                    </a:ext>
                  </a:extLst>
                </a:gridCol>
                <a:gridCol w="694105">
                  <a:extLst>
                    <a:ext uri="{9D8B030D-6E8A-4147-A177-3AD203B41FA5}">
                      <a16:colId xmlns:a16="http://schemas.microsoft.com/office/drawing/2014/main" val="2639450231"/>
                    </a:ext>
                  </a:extLst>
                </a:gridCol>
                <a:gridCol w="694105">
                  <a:extLst>
                    <a:ext uri="{9D8B030D-6E8A-4147-A177-3AD203B41FA5}">
                      <a16:colId xmlns:a16="http://schemas.microsoft.com/office/drawing/2014/main" val="658216197"/>
                    </a:ext>
                  </a:extLst>
                </a:gridCol>
                <a:gridCol w="694105">
                  <a:extLst>
                    <a:ext uri="{9D8B030D-6E8A-4147-A177-3AD203B41FA5}">
                      <a16:colId xmlns:a16="http://schemas.microsoft.com/office/drawing/2014/main" val="2315751316"/>
                    </a:ext>
                  </a:extLst>
                </a:gridCol>
              </a:tblGrid>
              <a:tr h="230833">
                <a:tc gridSpan="6">
                  <a:txBody>
                    <a:bodyPr/>
                    <a:lstStyle/>
                    <a:p>
                      <a:pPr algn="ctr" fontAlgn="t"/>
                      <a:r>
                        <a:rPr lang="en-GB" dirty="0">
                          <a:effectLst/>
                        </a:rPr>
                        <a:t>Data set</a:t>
                      </a: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extLst>
                  <a:ext uri="{0D108BD9-81ED-4DB2-BD59-A6C34878D82A}">
                    <a16:rowId xmlns:a16="http://schemas.microsoft.com/office/drawing/2014/main" val="4112898248"/>
                  </a:ext>
                </a:extLst>
              </a:tr>
              <a:tr h="230833">
                <a:tc>
                  <a:txBody>
                    <a:bodyPr/>
                    <a:lstStyle/>
                    <a:p>
                      <a:pPr fontAlgn="t"/>
                      <a:r>
                        <a:rPr lang="en-GB">
                          <a:effectLst/>
                        </a:rPr>
                        <a:t>46</a:t>
                      </a:r>
                    </a:p>
                  </a:txBody>
                  <a:tcPr>
                    <a:solidFill>
                      <a:schemeClr val="bg2"/>
                    </a:solidFill>
                  </a:tcPr>
                </a:tc>
                <a:tc>
                  <a:txBody>
                    <a:bodyPr/>
                    <a:lstStyle/>
                    <a:p>
                      <a:pPr fontAlgn="t"/>
                      <a:r>
                        <a:rPr lang="en-GB">
                          <a:effectLst/>
                        </a:rPr>
                        <a:t>69</a:t>
                      </a:r>
                    </a:p>
                  </a:txBody>
                  <a:tcPr>
                    <a:solidFill>
                      <a:schemeClr val="bg2"/>
                    </a:solidFill>
                  </a:tcPr>
                </a:tc>
                <a:tc>
                  <a:txBody>
                    <a:bodyPr/>
                    <a:lstStyle/>
                    <a:p>
                      <a:pPr fontAlgn="t"/>
                      <a:r>
                        <a:rPr lang="en-GB">
                          <a:effectLst/>
                        </a:rPr>
                        <a:t>32</a:t>
                      </a:r>
                    </a:p>
                  </a:txBody>
                  <a:tcPr>
                    <a:solidFill>
                      <a:schemeClr val="bg2"/>
                    </a:solidFill>
                  </a:tcPr>
                </a:tc>
                <a:tc>
                  <a:txBody>
                    <a:bodyPr/>
                    <a:lstStyle/>
                    <a:p>
                      <a:pPr fontAlgn="t"/>
                      <a:r>
                        <a:rPr lang="en-GB">
                          <a:effectLst/>
                        </a:rPr>
                        <a:t>60</a:t>
                      </a:r>
                    </a:p>
                  </a:txBody>
                  <a:tcPr>
                    <a:solidFill>
                      <a:schemeClr val="bg2"/>
                    </a:solidFill>
                  </a:tcPr>
                </a:tc>
                <a:tc>
                  <a:txBody>
                    <a:bodyPr/>
                    <a:lstStyle/>
                    <a:p>
                      <a:pPr fontAlgn="t"/>
                      <a:r>
                        <a:rPr lang="en-GB">
                          <a:effectLst/>
                        </a:rPr>
                        <a:t>52</a:t>
                      </a:r>
                    </a:p>
                  </a:txBody>
                  <a:tcPr>
                    <a:solidFill>
                      <a:schemeClr val="bg2"/>
                    </a:solidFill>
                  </a:tcPr>
                </a:tc>
                <a:tc>
                  <a:txBody>
                    <a:bodyPr/>
                    <a:lstStyle/>
                    <a:p>
                      <a:pPr fontAlgn="t"/>
                      <a:r>
                        <a:rPr lang="en-GB" dirty="0">
                          <a:effectLst/>
                        </a:rPr>
                        <a:t>41</a:t>
                      </a:r>
                    </a:p>
                  </a:txBody>
                  <a:tcPr>
                    <a:solidFill>
                      <a:schemeClr val="bg2"/>
                    </a:solidFill>
                  </a:tcPr>
                </a:tc>
                <a:extLst>
                  <a:ext uri="{0D108BD9-81ED-4DB2-BD59-A6C34878D82A}">
                    <a16:rowId xmlns:a16="http://schemas.microsoft.com/office/drawing/2014/main" val="3478184958"/>
                  </a:ext>
                </a:extLst>
              </a:tr>
            </a:tbl>
          </a:graphicData>
        </a:graphic>
      </p:graphicFrame>
      <p:pic>
        <p:nvPicPr>
          <p:cNvPr id="11" name="Picture 10" descr="\sigma =\sqrt{\dfrac{\sum{(X - \mu)^2}}{N}}">
            <a:extLst>
              <a:ext uri="{FF2B5EF4-FFF2-40B4-BE49-F238E27FC236}">
                <a16:creationId xmlns:a16="http://schemas.microsoft.com/office/drawing/2014/main" id="{F236637E-5312-A55F-7D94-6D33CFF11855}"/>
              </a:ext>
            </a:extLst>
          </p:cNvPr>
          <p:cNvPicPr>
            <a:picLocks noChangeAspect="1"/>
          </p:cNvPicPr>
          <p:nvPr/>
        </p:nvPicPr>
        <p:blipFill>
          <a:blip r:embed="rId2"/>
          <a:stretch>
            <a:fillRect/>
          </a:stretch>
        </p:blipFill>
        <p:spPr>
          <a:xfrm>
            <a:off x="2843211" y="3212976"/>
            <a:ext cx="3457575" cy="990600"/>
          </a:xfrm>
          <a:prstGeom prst="rect">
            <a:avLst/>
          </a:prstGeom>
        </p:spPr>
      </p:pic>
      <p:sp>
        <p:nvSpPr>
          <p:cNvPr id="4" name="Footer Placeholder 3">
            <a:extLst>
              <a:ext uri="{FF2B5EF4-FFF2-40B4-BE49-F238E27FC236}">
                <a16:creationId xmlns:a16="http://schemas.microsoft.com/office/drawing/2014/main" id="{A7D46B2E-8C50-2F6F-A27C-2B452BD911D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3097BC3-6993-2334-7CD1-9B2E3DCD4A4F}"/>
              </a:ext>
            </a:extLst>
          </p:cNvPr>
          <p:cNvSpPr>
            <a:spLocks noGrp="1"/>
          </p:cNvSpPr>
          <p:nvPr>
            <p:ph type="sldNum" sz="quarter" idx="4"/>
          </p:nvPr>
        </p:nvSpPr>
        <p:spPr/>
        <p:txBody>
          <a:bodyPr/>
          <a:lstStyle/>
          <a:p>
            <a:fld id="{9FD7ECCF-50E7-4327-B945-FA93FF7B2BEF}" type="slidenum">
              <a:rPr lang="en-US" smtClean="0"/>
              <a:pPr/>
              <a:t>34</a:t>
            </a:fld>
            <a:r>
              <a:rPr lang="en-GB"/>
              <a:t>/80</a:t>
            </a:r>
            <a:endParaRPr lang="en-US" dirty="0"/>
          </a:p>
        </p:txBody>
      </p:sp>
    </p:spTree>
    <p:extLst>
      <p:ext uri="{BB962C8B-B14F-4D97-AF65-F5344CB8AC3E}">
        <p14:creationId xmlns:p14="http://schemas.microsoft.com/office/powerpoint/2010/main" val="1754456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476206"/>
            <a:ext cx="8162428" cy="3833113"/>
          </a:xfrm>
        </p:spPr>
        <p:txBody>
          <a:bodyPr>
            <a:normAutofit/>
          </a:bodyPr>
          <a:lstStyle/>
          <a:p>
            <a:r>
              <a:rPr lang="en-GB" sz="2000" dirty="0">
                <a:solidFill>
                  <a:schemeClr val="tx1">
                    <a:lumMod val="75000"/>
                    <a:lumOff val="25000"/>
                  </a:schemeClr>
                </a:solidFill>
              </a:rPr>
              <a:t>Step 2: Find each score’s deviation from the mean</a:t>
            </a:r>
          </a:p>
          <a:p>
            <a:pPr marL="365760" lvl="1" indent="0">
              <a:buNone/>
            </a:pPr>
            <a:r>
              <a:rPr lang="en-GB" sz="1700" dirty="0">
                <a:solidFill>
                  <a:schemeClr val="tx1">
                    <a:lumMod val="75000"/>
                    <a:lumOff val="25000"/>
                  </a:schemeClr>
                </a:solidFill>
              </a:rPr>
              <a:t>Subtract the mean from each score to get the deviations from the mean.</a:t>
            </a:r>
          </a:p>
          <a:p>
            <a:pPr marL="365760" lvl="1" indent="0">
              <a:buNone/>
            </a:pPr>
            <a:r>
              <a:rPr lang="en-GB" sz="1700" dirty="0">
                <a:solidFill>
                  <a:schemeClr val="tx1">
                    <a:lumMod val="75000"/>
                    <a:lumOff val="25000"/>
                  </a:schemeClr>
                </a:solidFill>
              </a:rPr>
              <a:t>Since x̅ = 50, here we take away 50 from each score.</a:t>
            </a:r>
          </a:p>
          <a:p>
            <a:endParaRPr lang="en-GB" sz="2000" dirty="0">
              <a:solidFill>
                <a:schemeClr val="tx1">
                  <a:lumMod val="75000"/>
                  <a:lumOff val="25000"/>
                </a:schemeClr>
              </a:solidFill>
            </a:endParaRPr>
          </a:p>
          <a:p>
            <a:pPr algn="l"/>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t>Step 2 to find SD</a:t>
            </a:r>
            <a:endParaRPr lang="en-GB" sz="4000" b="1" dirty="0"/>
          </a:p>
        </p:txBody>
      </p:sp>
      <p:graphicFrame>
        <p:nvGraphicFramePr>
          <p:cNvPr id="6" name="Table 5">
            <a:extLst>
              <a:ext uri="{FF2B5EF4-FFF2-40B4-BE49-F238E27FC236}">
                <a16:creationId xmlns:a16="http://schemas.microsoft.com/office/drawing/2014/main" id="{70237D32-440D-A62B-7ECE-664520881E2C}"/>
              </a:ext>
            </a:extLst>
          </p:cNvPr>
          <p:cNvGraphicFramePr>
            <a:graphicFrameLocks noGrp="1"/>
          </p:cNvGraphicFramePr>
          <p:nvPr/>
        </p:nvGraphicFramePr>
        <p:xfrm>
          <a:off x="2489684" y="1628800"/>
          <a:ext cx="4164631" cy="731520"/>
        </p:xfrm>
        <a:graphic>
          <a:graphicData uri="http://schemas.openxmlformats.org/drawingml/2006/table">
            <a:tbl>
              <a:tblPr firstRow="1" bandRow="1">
                <a:tableStyleId>{2D5ABB26-0587-4C30-8999-92F81FD0307C}</a:tableStyleId>
              </a:tblPr>
              <a:tblGrid>
                <a:gridCol w="910777">
                  <a:extLst>
                    <a:ext uri="{9D8B030D-6E8A-4147-A177-3AD203B41FA5}">
                      <a16:colId xmlns:a16="http://schemas.microsoft.com/office/drawing/2014/main" val="1783740322"/>
                    </a:ext>
                  </a:extLst>
                </a:gridCol>
                <a:gridCol w="514012">
                  <a:extLst>
                    <a:ext uri="{9D8B030D-6E8A-4147-A177-3AD203B41FA5}">
                      <a16:colId xmlns:a16="http://schemas.microsoft.com/office/drawing/2014/main" val="1292685733"/>
                    </a:ext>
                  </a:extLst>
                </a:gridCol>
                <a:gridCol w="657527">
                  <a:extLst>
                    <a:ext uri="{9D8B030D-6E8A-4147-A177-3AD203B41FA5}">
                      <a16:colId xmlns:a16="http://schemas.microsoft.com/office/drawing/2014/main" val="3403243435"/>
                    </a:ext>
                  </a:extLst>
                </a:gridCol>
                <a:gridCol w="694105">
                  <a:extLst>
                    <a:ext uri="{9D8B030D-6E8A-4147-A177-3AD203B41FA5}">
                      <a16:colId xmlns:a16="http://schemas.microsoft.com/office/drawing/2014/main" val="2639450231"/>
                    </a:ext>
                  </a:extLst>
                </a:gridCol>
                <a:gridCol w="694105">
                  <a:extLst>
                    <a:ext uri="{9D8B030D-6E8A-4147-A177-3AD203B41FA5}">
                      <a16:colId xmlns:a16="http://schemas.microsoft.com/office/drawing/2014/main" val="658216197"/>
                    </a:ext>
                  </a:extLst>
                </a:gridCol>
                <a:gridCol w="694105">
                  <a:extLst>
                    <a:ext uri="{9D8B030D-6E8A-4147-A177-3AD203B41FA5}">
                      <a16:colId xmlns:a16="http://schemas.microsoft.com/office/drawing/2014/main" val="2315751316"/>
                    </a:ext>
                  </a:extLst>
                </a:gridCol>
              </a:tblGrid>
              <a:tr h="230833">
                <a:tc gridSpan="6">
                  <a:txBody>
                    <a:bodyPr/>
                    <a:lstStyle/>
                    <a:p>
                      <a:pPr algn="ctr" fontAlgn="t"/>
                      <a:r>
                        <a:rPr lang="en-GB" dirty="0">
                          <a:effectLst/>
                        </a:rPr>
                        <a:t>Data set</a:t>
                      </a: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extLst>
                  <a:ext uri="{0D108BD9-81ED-4DB2-BD59-A6C34878D82A}">
                    <a16:rowId xmlns:a16="http://schemas.microsoft.com/office/drawing/2014/main" val="4112898248"/>
                  </a:ext>
                </a:extLst>
              </a:tr>
              <a:tr h="230833">
                <a:tc>
                  <a:txBody>
                    <a:bodyPr/>
                    <a:lstStyle/>
                    <a:p>
                      <a:pPr fontAlgn="t"/>
                      <a:r>
                        <a:rPr lang="en-GB">
                          <a:effectLst/>
                        </a:rPr>
                        <a:t>46</a:t>
                      </a:r>
                    </a:p>
                  </a:txBody>
                  <a:tcPr>
                    <a:solidFill>
                      <a:schemeClr val="bg2"/>
                    </a:solidFill>
                  </a:tcPr>
                </a:tc>
                <a:tc>
                  <a:txBody>
                    <a:bodyPr/>
                    <a:lstStyle/>
                    <a:p>
                      <a:pPr fontAlgn="t"/>
                      <a:r>
                        <a:rPr lang="en-GB">
                          <a:effectLst/>
                        </a:rPr>
                        <a:t>69</a:t>
                      </a:r>
                    </a:p>
                  </a:txBody>
                  <a:tcPr>
                    <a:solidFill>
                      <a:schemeClr val="bg2"/>
                    </a:solidFill>
                  </a:tcPr>
                </a:tc>
                <a:tc>
                  <a:txBody>
                    <a:bodyPr/>
                    <a:lstStyle/>
                    <a:p>
                      <a:pPr fontAlgn="t"/>
                      <a:r>
                        <a:rPr lang="en-GB">
                          <a:effectLst/>
                        </a:rPr>
                        <a:t>32</a:t>
                      </a:r>
                    </a:p>
                  </a:txBody>
                  <a:tcPr>
                    <a:solidFill>
                      <a:schemeClr val="bg2"/>
                    </a:solidFill>
                  </a:tcPr>
                </a:tc>
                <a:tc>
                  <a:txBody>
                    <a:bodyPr/>
                    <a:lstStyle/>
                    <a:p>
                      <a:pPr fontAlgn="t"/>
                      <a:r>
                        <a:rPr lang="en-GB">
                          <a:effectLst/>
                        </a:rPr>
                        <a:t>60</a:t>
                      </a:r>
                    </a:p>
                  </a:txBody>
                  <a:tcPr>
                    <a:solidFill>
                      <a:schemeClr val="bg2"/>
                    </a:solidFill>
                  </a:tcPr>
                </a:tc>
                <a:tc>
                  <a:txBody>
                    <a:bodyPr/>
                    <a:lstStyle/>
                    <a:p>
                      <a:pPr fontAlgn="t"/>
                      <a:r>
                        <a:rPr lang="en-GB">
                          <a:effectLst/>
                        </a:rPr>
                        <a:t>52</a:t>
                      </a:r>
                    </a:p>
                  </a:txBody>
                  <a:tcPr>
                    <a:solidFill>
                      <a:schemeClr val="bg2"/>
                    </a:solidFill>
                  </a:tcPr>
                </a:tc>
                <a:tc>
                  <a:txBody>
                    <a:bodyPr/>
                    <a:lstStyle/>
                    <a:p>
                      <a:pPr fontAlgn="t"/>
                      <a:r>
                        <a:rPr lang="en-GB" dirty="0">
                          <a:effectLst/>
                        </a:rPr>
                        <a:t>41</a:t>
                      </a:r>
                    </a:p>
                  </a:txBody>
                  <a:tcPr>
                    <a:solidFill>
                      <a:schemeClr val="bg2"/>
                    </a:solidFill>
                  </a:tcPr>
                </a:tc>
                <a:extLst>
                  <a:ext uri="{0D108BD9-81ED-4DB2-BD59-A6C34878D82A}">
                    <a16:rowId xmlns:a16="http://schemas.microsoft.com/office/drawing/2014/main" val="3478184958"/>
                  </a:ext>
                </a:extLst>
              </a:tr>
            </a:tbl>
          </a:graphicData>
        </a:graphic>
      </p:graphicFrame>
      <p:pic>
        <p:nvPicPr>
          <p:cNvPr id="13" name="Picture 12" descr="\sigma =\sqrt{\dfrac{\sum{(X - \mu)^2}}{N}}">
            <a:extLst>
              <a:ext uri="{FF2B5EF4-FFF2-40B4-BE49-F238E27FC236}">
                <a16:creationId xmlns:a16="http://schemas.microsoft.com/office/drawing/2014/main" id="{5F53131C-1119-E5BD-8871-8A968CD479E2}"/>
              </a:ext>
            </a:extLst>
          </p:cNvPr>
          <p:cNvPicPr>
            <a:picLocks noChangeAspect="1"/>
          </p:cNvPicPr>
          <p:nvPr/>
        </p:nvPicPr>
        <p:blipFill>
          <a:blip r:embed="rId2"/>
          <a:stretch>
            <a:fillRect/>
          </a:stretch>
        </p:blipFill>
        <p:spPr>
          <a:xfrm>
            <a:off x="3203848" y="3518494"/>
            <a:ext cx="2600325" cy="2790825"/>
          </a:xfrm>
          <a:prstGeom prst="rect">
            <a:avLst/>
          </a:prstGeom>
        </p:spPr>
      </p:pic>
      <p:sp>
        <p:nvSpPr>
          <p:cNvPr id="4" name="Footer Placeholder 3">
            <a:extLst>
              <a:ext uri="{FF2B5EF4-FFF2-40B4-BE49-F238E27FC236}">
                <a16:creationId xmlns:a16="http://schemas.microsoft.com/office/drawing/2014/main" id="{BD3526A4-3ABE-4725-8207-D54B283549B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AAB5A27-5AA2-F548-2626-1807761DB0F3}"/>
              </a:ext>
            </a:extLst>
          </p:cNvPr>
          <p:cNvSpPr>
            <a:spLocks noGrp="1"/>
          </p:cNvSpPr>
          <p:nvPr>
            <p:ph type="sldNum" sz="quarter" idx="4"/>
          </p:nvPr>
        </p:nvSpPr>
        <p:spPr/>
        <p:txBody>
          <a:bodyPr/>
          <a:lstStyle/>
          <a:p>
            <a:fld id="{9FD7ECCF-50E7-4327-B945-FA93FF7B2BEF}" type="slidenum">
              <a:rPr lang="en-US" smtClean="0"/>
              <a:pPr/>
              <a:t>35</a:t>
            </a:fld>
            <a:r>
              <a:rPr lang="en-GB"/>
              <a:t>/80</a:t>
            </a:r>
            <a:endParaRPr lang="en-US" dirty="0"/>
          </a:p>
        </p:txBody>
      </p:sp>
    </p:spTree>
    <p:extLst>
      <p:ext uri="{BB962C8B-B14F-4D97-AF65-F5344CB8AC3E}">
        <p14:creationId xmlns:p14="http://schemas.microsoft.com/office/powerpoint/2010/main" val="601033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476206"/>
            <a:ext cx="8162428" cy="3833113"/>
          </a:xfrm>
        </p:spPr>
        <p:txBody>
          <a:bodyPr>
            <a:normAutofit/>
          </a:bodyPr>
          <a:lstStyle/>
          <a:p>
            <a:r>
              <a:rPr lang="en-GB" sz="2000" dirty="0">
                <a:solidFill>
                  <a:schemeClr val="tx1">
                    <a:lumMod val="75000"/>
                    <a:lumOff val="25000"/>
                  </a:schemeClr>
                </a:solidFill>
              </a:rPr>
              <a:t>Step 3: Square each deviation from the mean</a:t>
            </a:r>
          </a:p>
          <a:p>
            <a:pPr marL="365760" lvl="1" indent="0">
              <a:buNone/>
            </a:pPr>
            <a:r>
              <a:rPr lang="en-GB" sz="1600" dirty="0">
                <a:solidFill>
                  <a:schemeClr val="tx1">
                    <a:lumMod val="75000"/>
                    <a:lumOff val="25000"/>
                  </a:schemeClr>
                </a:solidFill>
              </a:rPr>
              <a:t>Multiply each deviation from the mean by itself. This will result in positive numbers.</a:t>
            </a:r>
            <a:endParaRPr lang="en-GB" sz="1800" dirty="0">
              <a:solidFill>
                <a:schemeClr val="tx1">
                  <a:lumMod val="75000"/>
                  <a:lumOff val="25000"/>
                </a:schemeClr>
              </a:solidFill>
            </a:endParaRPr>
          </a:p>
          <a:p>
            <a:pPr algn="l"/>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t>Step 3 to find SD</a:t>
            </a:r>
            <a:endParaRPr lang="en-GB" sz="4000" b="1" dirty="0"/>
          </a:p>
        </p:txBody>
      </p:sp>
      <p:graphicFrame>
        <p:nvGraphicFramePr>
          <p:cNvPr id="6" name="Table 5">
            <a:extLst>
              <a:ext uri="{FF2B5EF4-FFF2-40B4-BE49-F238E27FC236}">
                <a16:creationId xmlns:a16="http://schemas.microsoft.com/office/drawing/2014/main" id="{70237D32-440D-A62B-7ECE-664520881E2C}"/>
              </a:ext>
            </a:extLst>
          </p:cNvPr>
          <p:cNvGraphicFramePr>
            <a:graphicFrameLocks noGrp="1"/>
          </p:cNvGraphicFramePr>
          <p:nvPr/>
        </p:nvGraphicFramePr>
        <p:xfrm>
          <a:off x="2489684" y="1628800"/>
          <a:ext cx="4164631" cy="731520"/>
        </p:xfrm>
        <a:graphic>
          <a:graphicData uri="http://schemas.openxmlformats.org/drawingml/2006/table">
            <a:tbl>
              <a:tblPr firstRow="1" bandRow="1">
                <a:tableStyleId>{2D5ABB26-0587-4C30-8999-92F81FD0307C}</a:tableStyleId>
              </a:tblPr>
              <a:tblGrid>
                <a:gridCol w="910777">
                  <a:extLst>
                    <a:ext uri="{9D8B030D-6E8A-4147-A177-3AD203B41FA5}">
                      <a16:colId xmlns:a16="http://schemas.microsoft.com/office/drawing/2014/main" val="1783740322"/>
                    </a:ext>
                  </a:extLst>
                </a:gridCol>
                <a:gridCol w="514012">
                  <a:extLst>
                    <a:ext uri="{9D8B030D-6E8A-4147-A177-3AD203B41FA5}">
                      <a16:colId xmlns:a16="http://schemas.microsoft.com/office/drawing/2014/main" val="1292685733"/>
                    </a:ext>
                  </a:extLst>
                </a:gridCol>
                <a:gridCol w="657527">
                  <a:extLst>
                    <a:ext uri="{9D8B030D-6E8A-4147-A177-3AD203B41FA5}">
                      <a16:colId xmlns:a16="http://schemas.microsoft.com/office/drawing/2014/main" val="3403243435"/>
                    </a:ext>
                  </a:extLst>
                </a:gridCol>
                <a:gridCol w="694105">
                  <a:extLst>
                    <a:ext uri="{9D8B030D-6E8A-4147-A177-3AD203B41FA5}">
                      <a16:colId xmlns:a16="http://schemas.microsoft.com/office/drawing/2014/main" val="2639450231"/>
                    </a:ext>
                  </a:extLst>
                </a:gridCol>
                <a:gridCol w="694105">
                  <a:extLst>
                    <a:ext uri="{9D8B030D-6E8A-4147-A177-3AD203B41FA5}">
                      <a16:colId xmlns:a16="http://schemas.microsoft.com/office/drawing/2014/main" val="658216197"/>
                    </a:ext>
                  </a:extLst>
                </a:gridCol>
                <a:gridCol w="694105">
                  <a:extLst>
                    <a:ext uri="{9D8B030D-6E8A-4147-A177-3AD203B41FA5}">
                      <a16:colId xmlns:a16="http://schemas.microsoft.com/office/drawing/2014/main" val="2315751316"/>
                    </a:ext>
                  </a:extLst>
                </a:gridCol>
              </a:tblGrid>
              <a:tr h="230833">
                <a:tc gridSpan="6">
                  <a:txBody>
                    <a:bodyPr/>
                    <a:lstStyle/>
                    <a:p>
                      <a:pPr algn="ctr" fontAlgn="t"/>
                      <a:r>
                        <a:rPr lang="en-GB" dirty="0">
                          <a:effectLst/>
                        </a:rPr>
                        <a:t>Data set</a:t>
                      </a: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extLst>
                  <a:ext uri="{0D108BD9-81ED-4DB2-BD59-A6C34878D82A}">
                    <a16:rowId xmlns:a16="http://schemas.microsoft.com/office/drawing/2014/main" val="4112898248"/>
                  </a:ext>
                </a:extLst>
              </a:tr>
              <a:tr h="230833">
                <a:tc>
                  <a:txBody>
                    <a:bodyPr/>
                    <a:lstStyle/>
                    <a:p>
                      <a:pPr fontAlgn="t"/>
                      <a:r>
                        <a:rPr lang="en-GB">
                          <a:effectLst/>
                        </a:rPr>
                        <a:t>46</a:t>
                      </a:r>
                    </a:p>
                  </a:txBody>
                  <a:tcPr>
                    <a:solidFill>
                      <a:schemeClr val="bg2"/>
                    </a:solidFill>
                  </a:tcPr>
                </a:tc>
                <a:tc>
                  <a:txBody>
                    <a:bodyPr/>
                    <a:lstStyle/>
                    <a:p>
                      <a:pPr fontAlgn="t"/>
                      <a:r>
                        <a:rPr lang="en-GB">
                          <a:effectLst/>
                        </a:rPr>
                        <a:t>69</a:t>
                      </a:r>
                    </a:p>
                  </a:txBody>
                  <a:tcPr>
                    <a:solidFill>
                      <a:schemeClr val="bg2"/>
                    </a:solidFill>
                  </a:tcPr>
                </a:tc>
                <a:tc>
                  <a:txBody>
                    <a:bodyPr/>
                    <a:lstStyle/>
                    <a:p>
                      <a:pPr fontAlgn="t"/>
                      <a:r>
                        <a:rPr lang="en-GB">
                          <a:effectLst/>
                        </a:rPr>
                        <a:t>32</a:t>
                      </a:r>
                    </a:p>
                  </a:txBody>
                  <a:tcPr>
                    <a:solidFill>
                      <a:schemeClr val="bg2"/>
                    </a:solidFill>
                  </a:tcPr>
                </a:tc>
                <a:tc>
                  <a:txBody>
                    <a:bodyPr/>
                    <a:lstStyle/>
                    <a:p>
                      <a:pPr fontAlgn="t"/>
                      <a:r>
                        <a:rPr lang="en-GB">
                          <a:effectLst/>
                        </a:rPr>
                        <a:t>60</a:t>
                      </a:r>
                    </a:p>
                  </a:txBody>
                  <a:tcPr>
                    <a:solidFill>
                      <a:schemeClr val="bg2"/>
                    </a:solidFill>
                  </a:tcPr>
                </a:tc>
                <a:tc>
                  <a:txBody>
                    <a:bodyPr/>
                    <a:lstStyle/>
                    <a:p>
                      <a:pPr fontAlgn="t"/>
                      <a:r>
                        <a:rPr lang="en-GB">
                          <a:effectLst/>
                        </a:rPr>
                        <a:t>52</a:t>
                      </a:r>
                    </a:p>
                  </a:txBody>
                  <a:tcPr>
                    <a:solidFill>
                      <a:schemeClr val="bg2"/>
                    </a:solidFill>
                  </a:tcPr>
                </a:tc>
                <a:tc>
                  <a:txBody>
                    <a:bodyPr/>
                    <a:lstStyle/>
                    <a:p>
                      <a:pPr fontAlgn="t"/>
                      <a:r>
                        <a:rPr lang="en-GB" dirty="0">
                          <a:effectLst/>
                        </a:rPr>
                        <a:t>41</a:t>
                      </a:r>
                    </a:p>
                  </a:txBody>
                  <a:tcPr>
                    <a:solidFill>
                      <a:schemeClr val="bg2"/>
                    </a:solidFill>
                  </a:tcPr>
                </a:tc>
                <a:extLst>
                  <a:ext uri="{0D108BD9-81ED-4DB2-BD59-A6C34878D82A}">
                    <a16:rowId xmlns:a16="http://schemas.microsoft.com/office/drawing/2014/main" val="3478184958"/>
                  </a:ext>
                </a:extLst>
              </a:tr>
            </a:tbl>
          </a:graphicData>
        </a:graphic>
      </p:graphicFrame>
      <p:pic>
        <p:nvPicPr>
          <p:cNvPr id="7" name="Picture 6" descr="\sigma =\sqrt{\dfrac{\sum{(X - \mu)^2}}{N}}">
            <a:extLst>
              <a:ext uri="{FF2B5EF4-FFF2-40B4-BE49-F238E27FC236}">
                <a16:creationId xmlns:a16="http://schemas.microsoft.com/office/drawing/2014/main" id="{551F3000-9322-4B92-F1BC-9BC139BA65CE}"/>
              </a:ext>
            </a:extLst>
          </p:cNvPr>
          <p:cNvPicPr>
            <a:picLocks noChangeAspect="1"/>
          </p:cNvPicPr>
          <p:nvPr/>
        </p:nvPicPr>
        <p:blipFill>
          <a:blip r:embed="rId2"/>
          <a:stretch>
            <a:fillRect/>
          </a:stretch>
        </p:blipFill>
        <p:spPr>
          <a:xfrm>
            <a:off x="3059832" y="3338696"/>
            <a:ext cx="2676525" cy="2847975"/>
          </a:xfrm>
          <a:prstGeom prst="rect">
            <a:avLst/>
          </a:prstGeom>
        </p:spPr>
      </p:pic>
      <p:sp>
        <p:nvSpPr>
          <p:cNvPr id="4" name="Footer Placeholder 3">
            <a:extLst>
              <a:ext uri="{FF2B5EF4-FFF2-40B4-BE49-F238E27FC236}">
                <a16:creationId xmlns:a16="http://schemas.microsoft.com/office/drawing/2014/main" id="{2AAAA323-39C9-ADC7-02D3-D50EA4F88E6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83F3DBAA-B682-122A-6D60-8BA2C98AD70D}"/>
              </a:ext>
            </a:extLst>
          </p:cNvPr>
          <p:cNvSpPr>
            <a:spLocks noGrp="1"/>
          </p:cNvSpPr>
          <p:nvPr>
            <p:ph type="sldNum" sz="quarter" idx="4"/>
          </p:nvPr>
        </p:nvSpPr>
        <p:spPr/>
        <p:txBody>
          <a:bodyPr/>
          <a:lstStyle/>
          <a:p>
            <a:fld id="{9FD7ECCF-50E7-4327-B945-FA93FF7B2BEF}" type="slidenum">
              <a:rPr lang="en-US" smtClean="0"/>
              <a:pPr/>
              <a:t>36</a:t>
            </a:fld>
            <a:r>
              <a:rPr lang="en-GB"/>
              <a:t>/80</a:t>
            </a:r>
            <a:endParaRPr lang="en-US" dirty="0"/>
          </a:p>
        </p:txBody>
      </p:sp>
    </p:spTree>
    <p:extLst>
      <p:ext uri="{BB962C8B-B14F-4D97-AF65-F5344CB8AC3E}">
        <p14:creationId xmlns:p14="http://schemas.microsoft.com/office/powerpoint/2010/main" val="3118648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476206"/>
            <a:ext cx="7946404" cy="3833113"/>
          </a:xfrm>
        </p:spPr>
        <p:txBody>
          <a:bodyPr>
            <a:normAutofit/>
          </a:bodyPr>
          <a:lstStyle/>
          <a:p>
            <a:r>
              <a:rPr lang="en-GB" sz="2000" dirty="0">
                <a:solidFill>
                  <a:schemeClr val="tx1">
                    <a:lumMod val="75000"/>
                    <a:lumOff val="25000"/>
                  </a:schemeClr>
                </a:solidFill>
              </a:rPr>
              <a:t>Step 4: Find the sum of squares</a:t>
            </a:r>
          </a:p>
          <a:p>
            <a:pPr marL="320040" lvl="1" indent="0">
              <a:buNone/>
            </a:pPr>
            <a:r>
              <a:rPr lang="en-GB" sz="1600" dirty="0">
                <a:solidFill>
                  <a:schemeClr val="tx1">
                    <a:lumMod val="75000"/>
                    <a:lumOff val="25000"/>
                  </a:schemeClr>
                </a:solidFill>
              </a:rPr>
              <a:t>Add up all of the squared deviations. This is called the sum of squares.</a:t>
            </a:r>
          </a:p>
          <a:p>
            <a:pPr algn="l"/>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a:p>
            <a:pPr lvl="1"/>
            <a:endParaRPr lang="en-GB" sz="20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t>Step 4 to find SD</a:t>
            </a:r>
            <a:endParaRPr lang="en-GB" sz="4000" b="1" dirty="0"/>
          </a:p>
        </p:txBody>
      </p:sp>
      <p:graphicFrame>
        <p:nvGraphicFramePr>
          <p:cNvPr id="6" name="Table 5">
            <a:extLst>
              <a:ext uri="{FF2B5EF4-FFF2-40B4-BE49-F238E27FC236}">
                <a16:creationId xmlns:a16="http://schemas.microsoft.com/office/drawing/2014/main" id="{70237D32-440D-A62B-7ECE-664520881E2C}"/>
              </a:ext>
            </a:extLst>
          </p:cNvPr>
          <p:cNvGraphicFramePr>
            <a:graphicFrameLocks noGrp="1"/>
          </p:cNvGraphicFramePr>
          <p:nvPr/>
        </p:nvGraphicFramePr>
        <p:xfrm>
          <a:off x="2489684" y="1628800"/>
          <a:ext cx="4164631" cy="731520"/>
        </p:xfrm>
        <a:graphic>
          <a:graphicData uri="http://schemas.openxmlformats.org/drawingml/2006/table">
            <a:tbl>
              <a:tblPr firstRow="1" bandRow="1">
                <a:tableStyleId>{2D5ABB26-0587-4C30-8999-92F81FD0307C}</a:tableStyleId>
              </a:tblPr>
              <a:tblGrid>
                <a:gridCol w="910777">
                  <a:extLst>
                    <a:ext uri="{9D8B030D-6E8A-4147-A177-3AD203B41FA5}">
                      <a16:colId xmlns:a16="http://schemas.microsoft.com/office/drawing/2014/main" val="1783740322"/>
                    </a:ext>
                  </a:extLst>
                </a:gridCol>
                <a:gridCol w="514012">
                  <a:extLst>
                    <a:ext uri="{9D8B030D-6E8A-4147-A177-3AD203B41FA5}">
                      <a16:colId xmlns:a16="http://schemas.microsoft.com/office/drawing/2014/main" val="1292685733"/>
                    </a:ext>
                  </a:extLst>
                </a:gridCol>
                <a:gridCol w="657527">
                  <a:extLst>
                    <a:ext uri="{9D8B030D-6E8A-4147-A177-3AD203B41FA5}">
                      <a16:colId xmlns:a16="http://schemas.microsoft.com/office/drawing/2014/main" val="3403243435"/>
                    </a:ext>
                  </a:extLst>
                </a:gridCol>
                <a:gridCol w="694105">
                  <a:extLst>
                    <a:ext uri="{9D8B030D-6E8A-4147-A177-3AD203B41FA5}">
                      <a16:colId xmlns:a16="http://schemas.microsoft.com/office/drawing/2014/main" val="2639450231"/>
                    </a:ext>
                  </a:extLst>
                </a:gridCol>
                <a:gridCol w="694105">
                  <a:extLst>
                    <a:ext uri="{9D8B030D-6E8A-4147-A177-3AD203B41FA5}">
                      <a16:colId xmlns:a16="http://schemas.microsoft.com/office/drawing/2014/main" val="658216197"/>
                    </a:ext>
                  </a:extLst>
                </a:gridCol>
                <a:gridCol w="694105">
                  <a:extLst>
                    <a:ext uri="{9D8B030D-6E8A-4147-A177-3AD203B41FA5}">
                      <a16:colId xmlns:a16="http://schemas.microsoft.com/office/drawing/2014/main" val="2315751316"/>
                    </a:ext>
                  </a:extLst>
                </a:gridCol>
              </a:tblGrid>
              <a:tr h="230833">
                <a:tc gridSpan="6">
                  <a:txBody>
                    <a:bodyPr/>
                    <a:lstStyle/>
                    <a:p>
                      <a:pPr algn="ctr" fontAlgn="t"/>
                      <a:r>
                        <a:rPr lang="en-GB" dirty="0">
                          <a:effectLst/>
                        </a:rPr>
                        <a:t>Data set</a:t>
                      </a: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extLst>
                  <a:ext uri="{0D108BD9-81ED-4DB2-BD59-A6C34878D82A}">
                    <a16:rowId xmlns:a16="http://schemas.microsoft.com/office/drawing/2014/main" val="4112898248"/>
                  </a:ext>
                </a:extLst>
              </a:tr>
              <a:tr h="230833">
                <a:tc>
                  <a:txBody>
                    <a:bodyPr/>
                    <a:lstStyle/>
                    <a:p>
                      <a:pPr fontAlgn="t"/>
                      <a:r>
                        <a:rPr lang="en-GB">
                          <a:effectLst/>
                        </a:rPr>
                        <a:t>46</a:t>
                      </a:r>
                    </a:p>
                  </a:txBody>
                  <a:tcPr>
                    <a:solidFill>
                      <a:schemeClr val="bg2"/>
                    </a:solidFill>
                  </a:tcPr>
                </a:tc>
                <a:tc>
                  <a:txBody>
                    <a:bodyPr/>
                    <a:lstStyle/>
                    <a:p>
                      <a:pPr fontAlgn="t"/>
                      <a:r>
                        <a:rPr lang="en-GB">
                          <a:effectLst/>
                        </a:rPr>
                        <a:t>69</a:t>
                      </a:r>
                    </a:p>
                  </a:txBody>
                  <a:tcPr>
                    <a:solidFill>
                      <a:schemeClr val="bg2"/>
                    </a:solidFill>
                  </a:tcPr>
                </a:tc>
                <a:tc>
                  <a:txBody>
                    <a:bodyPr/>
                    <a:lstStyle/>
                    <a:p>
                      <a:pPr fontAlgn="t"/>
                      <a:r>
                        <a:rPr lang="en-GB">
                          <a:effectLst/>
                        </a:rPr>
                        <a:t>32</a:t>
                      </a:r>
                    </a:p>
                  </a:txBody>
                  <a:tcPr>
                    <a:solidFill>
                      <a:schemeClr val="bg2"/>
                    </a:solidFill>
                  </a:tcPr>
                </a:tc>
                <a:tc>
                  <a:txBody>
                    <a:bodyPr/>
                    <a:lstStyle/>
                    <a:p>
                      <a:pPr fontAlgn="t"/>
                      <a:r>
                        <a:rPr lang="en-GB">
                          <a:effectLst/>
                        </a:rPr>
                        <a:t>60</a:t>
                      </a:r>
                    </a:p>
                  </a:txBody>
                  <a:tcPr>
                    <a:solidFill>
                      <a:schemeClr val="bg2"/>
                    </a:solidFill>
                  </a:tcPr>
                </a:tc>
                <a:tc>
                  <a:txBody>
                    <a:bodyPr/>
                    <a:lstStyle/>
                    <a:p>
                      <a:pPr fontAlgn="t"/>
                      <a:r>
                        <a:rPr lang="en-GB">
                          <a:effectLst/>
                        </a:rPr>
                        <a:t>52</a:t>
                      </a:r>
                    </a:p>
                  </a:txBody>
                  <a:tcPr>
                    <a:solidFill>
                      <a:schemeClr val="bg2"/>
                    </a:solidFill>
                  </a:tcPr>
                </a:tc>
                <a:tc>
                  <a:txBody>
                    <a:bodyPr/>
                    <a:lstStyle/>
                    <a:p>
                      <a:pPr fontAlgn="t"/>
                      <a:r>
                        <a:rPr lang="en-GB" dirty="0">
                          <a:effectLst/>
                        </a:rPr>
                        <a:t>41</a:t>
                      </a:r>
                    </a:p>
                  </a:txBody>
                  <a:tcPr>
                    <a:solidFill>
                      <a:schemeClr val="bg2"/>
                    </a:solidFill>
                  </a:tcPr>
                </a:tc>
                <a:extLst>
                  <a:ext uri="{0D108BD9-81ED-4DB2-BD59-A6C34878D82A}">
                    <a16:rowId xmlns:a16="http://schemas.microsoft.com/office/drawing/2014/main" val="3478184958"/>
                  </a:ext>
                </a:extLst>
              </a:tr>
            </a:tbl>
          </a:graphicData>
        </a:graphic>
      </p:graphicFrame>
      <p:pic>
        <p:nvPicPr>
          <p:cNvPr id="9" name="Picture 8" descr="\sigma =\sqrt{\dfrac{\sum{(X - \mu)^2}}{N}}">
            <a:extLst>
              <a:ext uri="{FF2B5EF4-FFF2-40B4-BE49-F238E27FC236}">
                <a16:creationId xmlns:a16="http://schemas.microsoft.com/office/drawing/2014/main" id="{BD65D893-EF72-445F-26CE-7E40102AB156}"/>
              </a:ext>
            </a:extLst>
          </p:cNvPr>
          <p:cNvPicPr>
            <a:picLocks noChangeAspect="1"/>
          </p:cNvPicPr>
          <p:nvPr/>
        </p:nvPicPr>
        <p:blipFill>
          <a:blip r:embed="rId2"/>
          <a:stretch>
            <a:fillRect/>
          </a:stretch>
        </p:blipFill>
        <p:spPr>
          <a:xfrm>
            <a:off x="3373208" y="4485869"/>
            <a:ext cx="2657475" cy="790575"/>
          </a:xfrm>
          <a:prstGeom prst="rect">
            <a:avLst/>
          </a:prstGeom>
        </p:spPr>
      </p:pic>
      <p:sp>
        <p:nvSpPr>
          <p:cNvPr id="4" name="Footer Placeholder 3">
            <a:extLst>
              <a:ext uri="{FF2B5EF4-FFF2-40B4-BE49-F238E27FC236}">
                <a16:creationId xmlns:a16="http://schemas.microsoft.com/office/drawing/2014/main" id="{275552FF-7A8F-B503-05AA-52A06EA4DCA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5F7D086-0983-F677-9BCF-98C903A4D7E7}"/>
              </a:ext>
            </a:extLst>
          </p:cNvPr>
          <p:cNvSpPr>
            <a:spLocks noGrp="1"/>
          </p:cNvSpPr>
          <p:nvPr>
            <p:ph type="sldNum" sz="quarter" idx="4"/>
          </p:nvPr>
        </p:nvSpPr>
        <p:spPr/>
        <p:txBody>
          <a:bodyPr/>
          <a:lstStyle/>
          <a:p>
            <a:fld id="{9FD7ECCF-50E7-4327-B945-FA93FF7B2BEF}" type="slidenum">
              <a:rPr lang="en-US" smtClean="0"/>
              <a:pPr/>
              <a:t>37</a:t>
            </a:fld>
            <a:r>
              <a:rPr lang="en-GB"/>
              <a:t>/80</a:t>
            </a:r>
            <a:endParaRPr lang="en-US" dirty="0"/>
          </a:p>
        </p:txBody>
      </p:sp>
    </p:spTree>
    <p:extLst>
      <p:ext uri="{BB962C8B-B14F-4D97-AF65-F5344CB8AC3E}">
        <p14:creationId xmlns:p14="http://schemas.microsoft.com/office/powerpoint/2010/main" val="2573299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476206"/>
            <a:ext cx="7804348" cy="3833113"/>
          </a:xfrm>
        </p:spPr>
        <p:txBody>
          <a:bodyPr>
            <a:normAutofit/>
          </a:bodyPr>
          <a:lstStyle/>
          <a:p>
            <a:r>
              <a:rPr lang="en-GB" sz="2000" dirty="0">
                <a:solidFill>
                  <a:schemeClr val="tx1">
                    <a:lumMod val="75000"/>
                    <a:lumOff val="25000"/>
                  </a:schemeClr>
                </a:solidFill>
              </a:rPr>
              <a:t>Step 5: Find the variance</a:t>
            </a:r>
          </a:p>
          <a:p>
            <a:pPr marL="320040" lvl="1" indent="0">
              <a:buNone/>
            </a:pPr>
            <a:r>
              <a:rPr lang="en-GB" sz="1600" dirty="0">
                <a:solidFill>
                  <a:schemeClr val="tx1">
                    <a:lumMod val="75000"/>
                    <a:lumOff val="25000"/>
                  </a:schemeClr>
                </a:solidFill>
              </a:rPr>
              <a:t>Divide the sum of the squares by n – 1 (for a sample) or N (for a population) – this is the variance.</a:t>
            </a:r>
          </a:p>
          <a:p>
            <a:pPr marL="320040" lvl="1" indent="0">
              <a:buNone/>
            </a:pPr>
            <a:r>
              <a:rPr lang="en-GB" sz="1600" dirty="0">
                <a:solidFill>
                  <a:schemeClr val="tx1">
                    <a:lumMod val="75000"/>
                    <a:lumOff val="25000"/>
                  </a:schemeClr>
                </a:solidFill>
              </a:rPr>
              <a:t>Since we’re working with a sample size of 6, we will use  n – 1, where n = 6.</a:t>
            </a:r>
          </a:p>
          <a:p>
            <a:pPr marL="320040" lvl="1" indent="0">
              <a:buNone/>
            </a:pPr>
            <a:r>
              <a:rPr lang="en-GB" sz="1600" dirty="0">
                <a:solidFill>
                  <a:schemeClr val="tx1">
                    <a:lumMod val="75000"/>
                    <a:lumOff val="25000"/>
                  </a:schemeClr>
                </a:solidFill>
              </a:rPr>
              <a:t>The </a:t>
            </a:r>
            <a:r>
              <a:rPr lang="en-GB" sz="1600" b="1" dirty="0">
                <a:solidFill>
                  <a:schemeClr val="tx1">
                    <a:lumMod val="75000"/>
                    <a:lumOff val="25000"/>
                  </a:schemeClr>
                </a:solidFill>
              </a:rPr>
              <a:t>variance</a:t>
            </a:r>
            <a:r>
              <a:rPr lang="en-GB" sz="1600" dirty="0">
                <a:solidFill>
                  <a:schemeClr val="tx1">
                    <a:lumMod val="75000"/>
                    <a:lumOff val="25000"/>
                  </a:schemeClr>
                </a:solidFill>
              </a:rPr>
              <a:t> tells you how far each value lies from the mean.</a:t>
            </a:r>
          </a:p>
          <a:p>
            <a:pPr lvl="1"/>
            <a:endParaRPr lang="en-GB" sz="2000" dirty="0">
              <a:solidFill>
                <a:schemeClr val="tx1">
                  <a:lumMod val="75000"/>
                  <a:lumOff val="25000"/>
                </a:schemeClr>
              </a:solidFill>
            </a:endParaRP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t>Step 5 to find SD</a:t>
            </a:r>
            <a:endParaRPr lang="en-GB" sz="4000" b="1" dirty="0"/>
          </a:p>
        </p:txBody>
      </p:sp>
      <p:graphicFrame>
        <p:nvGraphicFramePr>
          <p:cNvPr id="6" name="Table 5">
            <a:extLst>
              <a:ext uri="{FF2B5EF4-FFF2-40B4-BE49-F238E27FC236}">
                <a16:creationId xmlns:a16="http://schemas.microsoft.com/office/drawing/2014/main" id="{70237D32-440D-A62B-7ECE-664520881E2C}"/>
              </a:ext>
            </a:extLst>
          </p:cNvPr>
          <p:cNvGraphicFramePr>
            <a:graphicFrameLocks noGrp="1"/>
          </p:cNvGraphicFramePr>
          <p:nvPr/>
        </p:nvGraphicFramePr>
        <p:xfrm>
          <a:off x="2489684" y="1628800"/>
          <a:ext cx="4164631" cy="731520"/>
        </p:xfrm>
        <a:graphic>
          <a:graphicData uri="http://schemas.openxmlformats.org/drawingml/2006/table">
            <a:tbl>
              <a:tblPr firstRow="1" bandRow="1">
                <a:tableStyleId>{2D5ABB26-0587-4C30-8999-92F81FD0307C}</a:tableStyleId>
              </a:tblPr>
              <a:tblGrid>
                <a:gridCol w="910777">
                  <a:extLst>
                    <a:ext uri="{9D8B030D-6E8A-4147-A177-3AD203B41FA5}">
                      <a16:colId xmlns:a16="http://schemas.microsoft.com/office/drawing/2014/main" val="1783740322"/>
                    </a:ext>
                  </a:extLst>
                </a:gridCol>
                <a:gridCol w="514012">
                  <a:extLst>
                    <a:ext uri="{9D8B030D-6E8A-4147-A177-3AD203B41FA5}">
                      <a16:colId xmlns:a16="http://schemas.microsoft.com/office/drawing/2014/main" val="1292685733"/>
                    </a:ext>
                  </a:extLst>
                </a:gridCol>
                <a:gridCol w="657527">
                  <a:extLst>
                    <a:ext uri="{9D8B030D-6E8A-4147-A177-3AD203B41FA5}">
                      <a16:colId xmlns:a16="http://schemas.microsoft.com/office/drawing/2014/main" val="3403243435"/>
                    </a:ext>
                  </a:extLst>
                </a:gridCol>
                <a:gridCol w="694105">
                  <a:extLst>
                    <a:ext uri="{9D8B030D-6E8A-4147-A177-3AD203B41FA5}">
                      <a16:colId xmlns:a16="http://schemas.microsoft.com/office/drawing/2014/main" val="2639450231"/>
                    </a:ext>
                  </a:extLst>
                </a:gridCol>
                <a:gridCol w="694105">
                  <a:extLst>
                    <a:ext uri="{9D8B030D-6E8A-4147-A177-3AD203B41FA5}">
                      <a16:colId xmlns:a16="http://schemas.microsoft.com/office/drawing/2014/main" val="658216197"/>
                    </a:ext>
                  </a:extLst>
                </a:gridCol>
                <a:gridCol w="694105">
                  <a:extLst>
                    <a:ext uri="{9D8B030D-6E8A-4147-A177-3AD203B41FA5}">
                      <a16:colId xmlns:a16="http://schemas.microsoft.com/office/drawing/2014/main" val="2315751316"/>
                    </a:ext>
                  </a:extLst>
                </a:gridCol>
              </a:tblGrid>
              <a:tr h="230833">
                <a:tc gridSpan="6">
                  <a:txBody>
                    <a:bodyPr/>
                    <a:lstStyle/>
                    <a:p>
                      <a:pPr algn="ctr" fontAlgn="t"/>
                      <a:r>
                        <a:rPr lang="en-GB" dirty="0">
                          <a:effectLst/>
                        </a:rPr>
                        <a:t>Data set</a:t>
                      </a: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extLst>
                  <a:ext uri="{0D108BD9-81ED-4DB2-BD59-A6C34878D82A}">
                    <a16:rowId xmlns:a16="http://schemas.microsoft.com/office/drawing/2014/main" val="4112898248"/>
                  </a:ext>
                </a:extLst>
              </a:tr>
              <a:tr h="230833">
                <a:tc>
                  <a:txBody>
                    <a:bodyPr/>
                    <a:lstStyle/>
                    <a:p>
                      <a:pPr fontAlgn="t"/>
                      <a:r>
                        <a:rPr lang="en-GB">
                          <a:effectLst/>
                        </a:rPr>
                        <a:t>46</a:t>
                      </a:r>
                    </a:p>
                  </a:txBody>
                  <a:tcPr>
                    <a:solidFill>
                      <a:schemeClr val="bg2"/>
                    </a:solidFill>
                  </a:tcPr>
                </a:tc>
                <a:tc>
                  <a:txBody>
                    <a:bodyPr/>
                    <a:lstStyle/>
                    <a:p>
                      <a:pPr fontAlgn="t"/>
                      <a:r>
                        <a:rPr lang="en-GB">
                          <a:effectLst/>
                        </a:rPr>
                        <a:t>69</a:t>
                      </a:r>
                    </a:p>
                  </a:txBody>
                  <a:tcPr>
                    <a:solidFill>
                      <a:schemeClr val="bg2"/>
                    </a:solidFill>
                  </a:tcPr>
                </a:tc>
                <a:tc>
                  <a:txBody>
                    <a:bodyPr/>
                    <a:lstStyle/>
                    <a:p>
                      <a:pPr fontAlgn="t"/>
                      <a:r>
                        <a:rPr lang="en-GB">
                          <a:effectLst/>
                        </a:rPr>
                        <a:t>32</a:t>
                      </a:r>
                    </a:p>
                  </a:txBody>
                  <a:tcPr>
                    <a:solidFill>
                      <a:schemeClr val="bg2"/>
                    </a:solidFill>
                  </a:tcPr>
                </a:tc>
                <a:tc>
                  <a:txBody>
                    <a:bodyPr/>
                    <a:lstStyle/>
                    <a:p>
                      <a:pPr fontAlgn="t"/>
                      <a:r>
                        <a:rPr lang="en-GB">
                          <a:effectLst/>
                        </a:rPr>
                        <a:t>60</a:t>
                      </a:r>
                    </a:p>
                  </a:txBody>
                  <a:tcPr>
                    <a:solidFill>
                      <a:schemeClr val="bg2"/>
                    </a:solidFill>
                  </a:tcPr>
                </a:tc>
                <a:tc>
                  <a:txBody>
                    <a:bodyPr/>
                    <a:lstStyle/>
                    <a:p>
                      <a:pPr fontAlgn="t"/>
                      <a:r>
                        <a:rPr lang="en-GB">
                          <a:effectLst/>
                        </a:rPr>
                        <a:t>52</a:t>
                      </a:r>
                    </a:p>
                  </a:txBody>
                  <a:tcPr>
                    <a:solidFill>
                      <a:schemeClr val="bg2"/>
                    </a:solidFill>
                  </a:tcPr>
                </a:tc>
                <a:tc>
                  <a:txBody>
                    <a:bodyPr/>
                    <a:lstStyle/>
                    <a:p>
                      <a:pPr fontAlgn="t"/>
                      <a:r>
                        <a:rPr lang="en-GB" dirty="0">
                          <a:effectLst/>
                        </a:rPr>
                        <a:t>41</a:t>
                      </a:r>
                    </a:p>
                  </a:txBody>
                  <a:tcPr>
                    <a:solidFill>
                      <a:schemeClr val="bg2"/>
                    </a:solidFill>
                  </a:tcPr>
                </a:tc>
                <a:extLst>
                  <a:ext uri="{0D108BD9-81ED-4DB2-BD59-A6C34878D82A}">
                    <a16:rowId xmlns:a16="http://schemas.microsoft.com/office/drawing/2014/main" val="3478184958"/>
                  </a:ext>
                </a:extLst>
              </a:tr>
            </a:tbl>
          </a:graphicData>
        </a:graphic>
      </p:graphicFrame>
      <p:pic>
        <p:nvPicPr>
          <p:cNvPr id="7" name="Picture 6" descr="\sigma =\sqrt{\dfrac{\sum{(X - \mu)^2}}{N}}">
            <a:extLst>
              <a:ext uri="{FF2B5EF4-FFF2-40B4-BE49-F238E27FC236}">
                <a16:creationId xmlns:a16="http://schemas.microsoft.com/office/drawing/2014/main" id="{DE877285-24FA-D4D2-E492-E86B6559BA3E}"/>
              </a:ext>
            </a:extLst>
          </p:cNvPr>
          <p:cNvPicPr>
            <a:picLocks noChangeAspect="1"/>
          </p:cNvPicPr>
          <p:nvPr/>
        </p:nvPicPr>
        <p:blipFill>
          <a:blip r:embed="rId2"/>
          <a:stretch>
            <a:fillRect/>
          </a:stretch>
        </p:blipFill>
        <p:spPr>
          <a:xfrm>
            <a:off x="3533774" y="4561488"/>
            <a:ext cx="2076450" cy="1085850"/>
          </a:xfrm>
          <a:prstGeom prst="rect">
            <a:avLst/>
          </a:prstGeom>
        </p:spPr>
      </p:pic>
      <p:sp>
        <p:nvSpPr>
          <p:cNvPr id="5" name="TextBox 4">
            <a:extLst>
              <a:ext uri="{FF2B5EF4-FFF2-40B4-BE49-F238E27FC236}">
                <a16:creationId xmlns:a16="http://schemas.microsoft.com/office/drawing/2014/main" id="{EEB91A9D-168D-480C-B12B-C2917D5EDC6F}"/>
              </a:ext>
            </a:extLst>
          </p:cNvPr>
          <p:cNvSpPr txBox="1"/>
          <p:nvPr/>
        </p:nvSpPr>
        <p:spPr>
          <a:xfrm>
            <a:off x="4368315" y="73825"/>
            <a:ext cx="4572000" cy="954107"/>
          </a:xfrm>
          <a:prstGeom prst="rect">
            <a:avLst/>
          </a:prstGeom>
          <a:noFill/>
        </p:spPr>
        <p:txBody>
          <a:bodyPr wrap="square">
            <a:spAutoFit/>
          </a:bodyPr>
          <a:lstStyle/>
          <a:p>
            <a:pPr algn="r"/>
            <a:r>
              <a:rPr lang="en-GB" sz="2800" dirty="0">
                <a:solidFill>
                  <a:srgbClr val="AC20AF"/>
                </a:solidFill>
                <a:latin typeface="+mn-lt"/>
              </a:rPr>
              <a:t>Measures of Variability</a:t>
            </a:r>
            <a:r>
              <a:rPr lang="en-GB" sz="2800" dirty="0">
                <a:latin typeface="+mn-lt"/>
              </a:rPr>
              <a:t>– </a:t>
            </a:r>
            <a:r>
              <a:rPr lang="en-GB" sz="2800" b="1" dirty="0">
                <a:latin typeface="+mn-lt"/>
              </a:rPr>
              <a:t>Variance</a:t>
            </a:r>
            <a:endParaRPr lang="en-GB" sz="2800" dirty="0">
              <a:latin typeface="+mn-lt"/>
            </a:endParaRPr>
          </a:p>
        </p:txBody>
      </p:sp>
      <p:sp>
        <p:nvSpPr>
          <p:cNvPr id="10" name="Rectangle: Rounded Corners 9">
            <a:extLst>
              <a:ext uri="{FF2B5EF4-FFF2-40B4-BE49-F238E27FC236}">
                <a16:creationId xmlns:a16="http://schemas.microsoft.com/office/drawing/2014/main" id="{763276FF-74DF-6FA9-1AF9-30D7C74857B3}"/>
              </a:ext>
            </a:extLst>
          </p:cNvPr>
          <p:cNvSpPr/>
          <p:nvPr/>
        </p:nvSpPr>
        <p:spPr>
          <a:xfrm>
            <a:off x="6155972" y="4357468"/>
            <a:ext cx="2378428" cy="1085850"/>
          </a:xfrm>
          <a:custGeom>
            <a:avLst/>
            <a:gdLst>
              <a:gd name="connsiteX0" fmla="*/ 0 w 2378428"/>
              <a:gd name="connsiteY0" fmla="*/ 180979 h 1085850"/>
              <a:gd name="connsiteX1" fmla="*/ 180979 w 2378428"/>
              <a:gd name="connsiteY1" fmla="*/ 0 h 1085850"/>
              <a:gd name="connsiteX2" fmla="*/ 853136 w 2378428"/>
              <a:gd name="connsiteY2" fmla="*/ 0 h 1085850"/>
              <a:gd name="connsiteX3" fmla="*/ 1505128 w 2378428"/>
              <a:gd name="connsiteY3" fmla="*/ 0 h 1085850"/>
              <a:gd name="connsiteX4" fmla="*/ 2197449 w 2378428"/>
              <a:gd name="connsiteY4" fmla="*/ 0 h 1085850"/>
              <a:gd name="connsiteX5" fmla="*/ 2378428 w 2378428"/>
              <a:gd name="connsiteY5" fmla="*/ 180979 h 1085850"/>
              <a:gd name="connsiteX6" fmla="*/ 2378428 w 2378428"/>
              <a:gd name="connsiteY6" fmla="*/ 550164 h 1085850"/>
              <a:gd name="connsiteX7" fmla="*/ 2378428 w 2378428"/>
              <a:gd name="connsiteY7" fmla="*/ 904871 h 1085850"/>
              <a:gd name="connsiteX8" fmla="*/ 2197449 w 2378428"/>
              <a:gd name="connsiteY8" fmla="*/ 1085850 h 1085850"/>
              <a:gd name="connsiteX9" fmla="*/ 1484963 w 2378428"/>
              <a:gd name="connsiteY9" fmla="*/ 1085850 h 1085850"/>
              <a:gd name="connsiteX10" fmla="*/ 812806 w 2378428"/>
              <a:gd name="connsiteY10" fmla="*/ 1085850 h 1085850"/>
              <a:gd name="connsiteX11" fmla="*/ 180979 w 2378428"/>
              <a:gd name="connsiteY11" fmla="*/ 1085850 h 1085850"/>
              <a:gd name="connsiteX12" fmla="*/ 0 w 2378428"/>
              <a:gd name="connsiteY12" fmla="*/ 904871 h 1085850"/>
              <a:gd name="connsiteX13" fmla="*/ 0 w 2378428"/>
              <a:gd name="connsiteY13" fmla="*/ 528447 h 1085850"/>
              <a:gd name="connsiteX14" fmla="*/ 0 w 2378428"/>
              <a:gd name="connsiteY14" fmla="*/ 180979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78428" h="1085850" fill="none" extrusionOk="0">
                <a:moveTo>
                  <a:pt x="0" y="180979"/>
                </a:moveTo>
                <a:cubicBezTo>
                  <a:pt x="14544" y="67659"/>
                  <a:pt x="79407" y="-2889"/>
                  <a:pt x="180979" y="0"/>
                </a:cubicBezTo>
                <a:cubicBezTo>
                  <a:pt x="350017" y="32045"/>
                  <a:pt x="552542" y="-3701"/>
                  <a:pt x="853136" y="0"/>
                </a:cubicBezTo>
                <a:cubicBezTo>
                  <a:pt x="1153730" y="3701"/>
                  <a:pt x="1266854" y="-25895"/>
                  <a:pt x="1505128" y="0"/>
                </a:cubicBezTo>
                <a:cubicBezTo>
                  <a:pt x="1743402" y="25895"/>
                  <a:pt x="1859403" y="11750"/>
                  <a:pt x="2197449" y="0"/>
                </a:cubicBezTo>
                <a:cubicBezTo>
                  <a:pt x="2284844" y="19382"/>
                  <a:pt x="2379830" y="77319"/>
                  <a:pt x="2378428" y="180979"/>
                </a:cubicBezTo>
                <a:cubicBezTo>
                  <a:pt x="2373401" y="259635"/>
                  <a:pt x="2392953" y="383593"/>
                  <a:pt x="2378428" y="550164"/>
                </a:cubicBezTo>
                <a:cubicBezTo>
                  <a:pt x="2363903" y="716736"/>
                  <a:pt x="2387323" y="814116"/>
                  <a:pt x="2378428" y="904871"/>
                </a:cubicBezTo>
                <a:cubicBezTo>
                  <a:pt x="2379488" y="995397"/>
                  <a:pt x="2280769" y="1086518"/>
                  <a:pt x="2197449" y="1085850"/>
                </a:cubicBezTo>
                <a:cubicBezTo>
                  <a:pt x="1863666" y="1077840"/>
                  <a:pt x="1751434" y="1076363"/>
                  <a:pt x="1484963" y="1085850"/>
                </a:cubicBezTo>
                <a:cubicBezTo>
                  <a:pt x="1218492" y="1095337"/>
                  <a:pt x="1050303" y="1064972"/>
                  <a:pt x="812806" y="1085850"/>
                </a:cubicBezTo>
                <a:cubicBezTo>
                  <a:pt x="575309" y="1106728"/>
                  <a:pt x="416685" y="1054341"/>
                  <a:pt x="180979" y="1085850"/>
                </a:cubicBezTo>
                <a:cubicBezTo>
                  <a:pt x="80366" y="1092065"/>
                  <a:pt x="-1534" y="1009447"/>
                  <a:pt x="0" y="904871"/>
                </a:cubicBezTo>
                <a:cubicBezTo>
                  <a:pt x="-11241" y="817297"/>
                  <a:pt x="13285" y="706283"/>
                  <a:pt x="0" y="528447"/>
                </a:cubicBezTo>
                <a:cubicBezTo>
                  <a:pt x="-13285" y="350611"/>
                  <a:pt x="8202" y="325510"/>
                  <a:pt x="0" y="180979"/>
                </a:cubicBezTo>
                <a:close/>
              </a:path>
              <a:path w="2378428" h="1085850" stroke="0" extrusionOk="0">
                <a:moveTo>
                  <a:pt x="0" y="180979"/>
                </a:moveTo>
                <a:cubicBezTo>
                  <a:pt x="-22195" y="80293"/>
                  <a:pt x="66673" y="2223"/>
                  <a:pt x="180979" y="0"/>
                </a:cubicBezTo>
                <a:cubicBezTo>
                  <a:pt x="353539" y="-31162"/>
                  <a:pt x="696674" y="-17202"/>
                  <a:pt x="873300" y="0"/>
                </a:cubicBezTo>
                <a:cubicBezTo>
                  <a:pt x="1049926" y="17202"/>
                  <a:pt x="1249991" y="20547"/>
                  <a:pt x="1525292" y="0"/>
                </a:cubicBezTo>
                <a:cubicBezTo>
                  <a:pt x="1800593" y="-20547"/>
                  <a:pt x="2022085" y="20229"/>
                  <a:pt x="2197449" y="0"/>
                </a:cubicBezTo>
                <a:cubicBezTo>
                  <a:pt x="2289017" y="10559"/>
                  <a:pt x="2391316" y="93238"/>
                  <a:pt x="2378428" y="180979"/>
                </a:cubicBezTo>
                <a:cubicBezTo>
                  <a:pt x="2360988" y="260719"/>
                  <a:pt x="2376904" y="468849"/>
                  <a:pt x="2378428" y="550164"/>
                </a:cubicBezTo>
                <a:cubicBezTo>
                  <a:pt x="2379952" y="631479"/>
                  <a:pt x="2382783" y="821840"/>
                  <a:pt x="2378428" y="904871"/>
                </a:cubicBezTo>
                <a:cubicBezTo>
                  <a:pt x="2379667" y="982695"/>
                  <a:pt x="2301724" y="1096351"/>
                  <a:pt x="2197449" y="1085850"/>
                </a:cubicBezTo>
                <a:cubicBezTo>
                  <a:pt x="2018498" y="1095649"/>
                  <a:pt x="1844410" y="1099421"/>
                  <a:pt x="1525292" y="1085850"/>
                </a:cubicBezTo>
                <a:cubicBezTo>
                  <a:pt x="1206174" y="1072279"/>
                  <a:pt x="1007171" y="1058130"/>
                  <a:pt x="853136" y="1085850"/>
                </a:cubicBezTo>
                <a:cubicBezTo>
                  <a:pt x="699101" y="1113570"/>
                  <a:pt x="456540" y="1112001"/>
                  <a:pt x="180979" y="1085850"/>
                </a:cubicBezTo>
                <a:cubicBezTo>
                  <a:pt x="96658" y="1086426"/>
                  <a:pt x="-8564" y="994928"/>
                  <a:pt x="0" y="904871"/>
                </a:cubicBezTo>
                <a:cubicBezTo>
                  <a:pt x="6783" y="787930"/>
                  <a:pt x="12105" y="695047"/>
                  <a:pt x="0" y="528447"/>
                </a:cubicBezTo>
                <a:cubicBezTo>
                  <a:pt x="-12105" y="361847"/>
                  <a:pt x="-9164" y="337434"/>
                  <a:pt x="0" y="180979"/>
                </a:cubicBezTo>
                <a:close/>
              </a:path>
            </a:pathLst>
          </a:custGeom>
          <a:ln>
            <a:extLst>
              <a:ext uri="{C807C97D-BFC1-408E-A445-0C87EB9F89A2}">
                <ask:lineSketchStyleProps xmlns:ask="http://schemas.microsoft.com/office/drawing/2018/sketchyshapes" sd="476423693">
                  <a:prstGeom prst="roundRect">
                    <a:avLst/>
                  </a:prstGeom>
                  <ask:type>
                    <ask:lineSketchFreehan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85725" lvl="1">
              <a:spcBef>
                <a:spcPts val="600"/>
              </a:spcBef>
              <a:spcAft>
                <a:spcPts val="600"/>
              </a:spcAft>
            </a:pPr>
            <a:r>
              <a:rPr lang="en-GB" sz="2000" b="1" i="0" dirty="0">
                <a:solidFill>
                  <a:schemeClr val="tx1"/>
                </a:solidFill>
                <a:effectLst/>
              </a:rPr>
              <a:t>Variance is expressed in much larger units</a:t>
            </a:r>
          </a:p>
        </p:txBody>
      </p:sp>
      <p:sp>
        <p:nvSpPr>
          <p:cNvPr id="11" name="Footer Placeholder 10">
            <a:extLst>
              <a:ext uri="{FF2B5EF4-FFF2-40B4-BE49-F238E27FC236}">
                <a16:creationId xmlns:a16="http://schemas.microsoft.com/office/drawing/2014/main" id="{8E38C517-4014-2926-CDDE-18F70266D98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15C0CB5F-ECD5-5876-E951-28516EBF9B74}"/>
              </a:ext>
            </a:extLst>
          </p:cNvPr>
          <p:cNvSpPr>
            <a:spLocks noGrp="1"/>
          </p:cNvSpPr>
          <p:nvPr>
            <p:ph type="sldNum" sz="quarter" idx="4"/>
          </p:nvPr>
        </p:nvSpPr>
        <p:spPr/>
        <p:txBody>
          <a:bodyPr/>
          <a:lstStyle/>
          <a:p>
            <a:fld id="{9FD7ECCF-50E7-4327-B945-FA93FF7B2BEF}" type="slidenum">
              <a:rPr lang="en-US" smtClean="0"/>
              <a:pPr/>
              <a:t>38</a:t>
            </a:fld>
            <a:r>
              <a:rPr lang="en-GB"/>
              <a:t>/80</a:t>
            </a:r>
            <a:endParaRPr lang="en-US" dirty="0"/>
          </a:p>
        </p:txBody>
      </p:sp>
    </p:spTree>
    <p:extLst>
      <p:ext uri="{BB962C8B-B14F-4D97-AF65-F5344CB8AC3E}">
        <p14:creationId xmlns:p14="http://schemas.microsoft.com/office/powerpoint/2010/main" val="1268397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730052" y="2476206"/>
            <a:ext cx="7804348" cy="3833113"/>
          </a:xfrm>
        </p:spPr>
        <p:txBody>
          <a:bodyPr>
            <a:normAutofit/>
          </a:bodyPr>
          <a:lstStyle/>
          <a:p>
            <a:r>
              <a:rPr lang="en-GB" sz="2000" dirty="0">
                <a:solidFill>
                  <a:schemeClr val="tx1">
                    <a:lumMod val="75000"/>
                    <a:lumOff val="25000"/>
                  </a:schemeClr>
                </a:solidFill>
              </a:rPr>
              <a:t>Step 6: Find the square root of the variance</a:t>
            </a:r>
          </a:p>
          <a:p>
            <a:pPr marL="320040" lvl="1" indent="0">
              <a:buNone/>
            </a:pPr>
            <a:r>
              <a:rPr lang="en-GB" sz="1600" dirty="0">
                <a:solidFill>
                  <a:schemeClr val="tx1">
                    <a:lumMod val="75000"/>
                    <a:lumOff val="25000"/>
                  </a:schemeClr>
                </a:solidFill>
              </a:rPr>
              <a:t>To find the standard deviation, we take the square root of the variance</a:t>
            </a:r>
          </a:p>
          <a:p>
            <a:pPr marL="320040" lvl="1" indent="0">
              <a:buNone/>
            </a:pPr>
            <a:r>
              <a:rPr lang="en-GB" sz="1600" dirty="0">
                <a:solidFill>
                  <a:schemeClr val="tx1">
                    <a:lumMod val="75000"/>
                    <a:lumOff val="25000"/>
                  </a:schemeClr>
                </a:solidFill>
              </a:rPr>
              <a:t>From learning that </a:t>
            </a:r>
            <a:r>
              <a:rPr lang="en-GB" sz="1600" i="1" dirty="0">
                <a:solidFill>
                  <a:schemeClr val="tx1">
                    <a:lumMod val="75000"/>
                    <a:lumOff val="25000"/>
                  </a:schemeClr>
                </a:solidFill>
              </a:rPr>
              <a:t>SD</a:t>
            </a:r>
            <a:r>
              <a:rPr lang="en-GB" sz="1600" dirty="0">
                <a:solidFill>
                  <a:schemeClr val="tx1">
                    <a:lumMod val="75000"/>
                    <a:lumOff val="25000"/>
                  </a:schemeClr>
                </a:solidFill>
              </a:rPr>
              <a:t> = 13.31, we can say that each score deviates from the mean by 13.31 points on average</a:t>
            </a: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t>Step 6 to find SD</a:t>
            </a:r>
            <a:endParaRPr lang="en-GB" sz="4000" b="1" dirty="0"/>
          </a:p>
        </p:txBody>
      </p:sp>
      <p:graphicFrame>
        <p:nvGraphicFramePr>
          <p:cNvPr id="6" name="Table 5">
            <a:extLst>
              <a:ext uri="{FF2B5EF4-FFF2-40B4-BE49-F238E27FC236}">
                <a16:creationId xmlns:a16="http://schemas.microsoft.com/office/drawing/2014/main" id="{70237D32-440D-A62B-7ECE-664520881E2C}"/>
              </a:ext>
            </a:extLst>
          </p:cNvPr>
          <p:cNvGraphicFramePr>
            <a:graphicFrameLocks noGrp="1"/>
          </p:cNvGraphicFramePr>
          <p:nvPr/>
        </p:nvGraphicFramePr>
        <p:xfrm>
          <a:off x="2489684" y="1628800"/>
          <a:ext cx="4164631" cy="731520"/>
        </p:xfrm>
        <a:graphic>
          <a:graphicData uri="http://schemas.openxmlformats.org/drawingml/2006/table">
            <a:tbl>
              <a:tblPr firstRow="1" bandRow="1">
                <a:tableStyleId>{2D5ABB26-0587-4C30-8999-92F81FD0307C}</a:tableStyleId>
              </a:tblPr>
              <a:tblGrid>
                <a:gridCol w="910777">
                  <a:extLst>
                    <a:ext uri="{9D8B030D-6E8A-4147-A177-3AD203B41FA5}">
                      <a16:colId xmlns:a16="http://schemas.microsoft.com/office/drawing/2014/main" val="1783740322"/>
                    </a:ext>
                  </a:extLst>
                </a:gridCol>
                <a:gridCol w="514012">
                  <a:extLst>
                    <a:ext uri="{9D8B030D-6E8A-4147-A177-3AD203B41FA5}">
                      <a16:colId xmlns:a16="http://schemas.microsoft.com/office/drawing/2014/main" val="1292685733"/>
                    </a:ext>
                  </a:extLst>
                </a:gridCol>
                <a:gridCol w="657527">
                  <a:extLst>
                    <a:ext uri="{9D8B030D-6E8A-4147-A177-3AD203B41FA5}">
                      <a16:colId xmlns:a16="http://schemas.microsoft.com/office/drawing/2014/main" val="3403243435"/>
                    </a:ext>
                  </a:extLst>
                </a:gridCol>
                <a:gridCol w="694105">
                  <a:extLst>
                    <a:ext uri="{9D8B030D-6E8A-4147-A177-3AD203B41FA5}">
                      <a16:colId xmlns:a16="http://schemas.microsoft.com/office/drawing/2014/main" val="2639450231"/>
                    </a:ext>
                  </a:extLst>
                </a:gridCol>
                <a:gridCol w="694105">
                  <a:extLst>
                    <a:ext uri="{9D8B030D-6E8A-4147-A177-3AD203B41FA5}">
                      <a16:colId xmlns:a16="http://schemas.microsoft.com/office/drawing/2014/main" val="658216197"/>
                    </a:ext>
                  </a:extLst>
                </a:gridCol>
                <a:gridCol w="694105">
                  <a:extLst>
                    <a:ext uri="{9D8B030D-6E8A-4147-A177-3AD203B41FA5}">
                      <a16:colId xmlns:a16="http://schemas.microsoft.com/office/drawing/2014/main" val="2315751316"/>
                    </a:ext>
                  </a:extLst>
                </a:gridCol>
              </a:tblGrid>
              <a:tr h="230833">
                <a:tc gridSpan="6">
                  <a:txBody>
                    <a:bodyPr/>
                    <a:lstStyle/>
                    <a:p>
                      <a:pPr algn="ctr" fontAlgn="t"/>
                      <a:r>
                        <a:rPr lang="en-GB" dirty="0">
                          <a:effectLst/>
                        </a:rPr>
                        <a:t>Data set</a:t>
                      </a: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a:effectLst/>
                      </a:endParaRPr>
                    </a:p>
                  </a:txBody>
                  <a:tcPr>
                    <a:solidFill>
                      <a:schemeClr val="bg2"/>
                    </a:solidFill>
                  </a:tcPr>
                </a:tc>
                <a:tc hMerge="1">
                  <a:txBody>
                    <a:bodyPr/>
                    <a:lstStyle/>
                    <a:p>
                      <a:pPr fontAlgn="t"/>
                      <a:endParaRPr lang="en-GB" dirty="0">
                        <a:effectLst/>
                      </a:endParaRPr>
                    </a:p>
                  </a:txBody>
                  <a:tcPr>
                    <a:solidFill>
                      <a:schemeClr val="bg2"/>
                    </a:solidFill>
                  </a:tcPr>
                </a:tc>
                <a:tc hMerge="1">
                  <a:txBody>
                    <a:bodyPr/>
                    <a:lstStyle/>
                    <a:p>
                      <a:pPr fontAlgn="t"/>
                      <a:endParaRPr lang="en-GB" dirty="0">
                        <a:effectLst/>
                      </a:endParaRPr>
                    </a:p>
                  </a:txBody>
                  <a:tcPr>
                    <a:solidFill>
                      <a:schemeClr val="bg2"/>
                    </a:solidFill>
                  </a:tcPr>
                </a:tc>
                <a:extLst>
                  <a:ext uri="{0D108BD9-81ED-4DB2-BD59-A6C34878D82A}">
                    <a16:rowId xmlns:a16="http://schemas.microsoft.com/office/drawing/2014/main" val="4112898248"/>
                  </a:ext>
                </a:extLst>
              </a:tr>
              <a:tr h="230833">
                <a:tc>
                  <a:txBody>
                    <a:bodyPr/>
                    <a:lstStyle/>
                    <a:p>
                      <a:pPr fontAlgn="t"/>
                      <a:r>
                        <a:rPr lang="en-GB">
                          <a:effectLst/>
                        </a:rPr>
                        <a:t>46</a:t>
                      </a:r>
                    </a:p>
                  </a:txBody>
                  <a:tcPr>
                    <a:solidFill>
                      <a:schemeClr val="bg2"/>
                    </a:solidFill>
                  </a:tcPr>
                </a:tc>
                <a:tc>
                  <a:txBody>
                    <a:bodyPr/>
                    <a:lstStyle/>
                    <a:p>
                      <a:pPr fontAlgn="t"/>
                      <a:r>
                        <a:rPr lang="en-GB">
                          <a:effectLst/>
                        </a:rPr>
                        <a:t>69</a:t>
                      </a:r>
                    </a:p>
                  </a:txBody>
                  <a:tcPr>
                    <a:solidFill>
                      <a:schemeClr val="bg2"/>
                    </a:solidFill>
                  </a:tcPr>
                </a:tc>
                <a:tc>
                  <a:txBody>
                    <a:bodyPr/>
                    <a:lstStyle/>
                    <a:p>
                      <a:pPr fontAlgn="t"/>
                      <a:r>
                        <a:rPr lang="en-GB">
                          <a:effectLst/>
                        </a:rPr>
                        <a:t>32</a:t>
                      </a:r>
                    </a:p>
                  </a:txBody>
                  <a:tcPr>
                    <a:solidFill>
                      <a:schemeClr val="bg2"/>
                    </a:solidFill>
                  </a:tcPr>
                </a:tc>
                <a:tc>
                  <a:txBody>
                    <a:bodyPr/>
                    <a:lstStyle/>
                    <a:p>
                      <a:pPr fontAlgn="t"/>
                      <a:r>
                        <a:rPr lang="en-GB">
                          <a:effectLst/>
                        </a:rPr>
                        <a:t>60</a:t>
                      </a:r>
                    </a:p>
                  </a:txBody>
                  <a:tcPr>
                    <a:solidFill>
                      <a:schemeClr val="bg2"/>
                    </a:solidFill>
                  </a:tcPr>
                </a:tc>
                <a:tc>
                  <a:txBody>
                    <a:bodyPr/>
                    <a:lstStyle/>
                    <a:p>
                      <a:pPr fontAlgn="t"/>
                      <a:r>
                        <a:rPr lang="en-GB">
                          <a:effectLst/>
                        </a:rPr>
                        <a:t>52</a:t>
                      </a:r>
                    </a:p>
                  </a:txBody>
                  <a:tcPr>
                    <a:solidFill>
                      <a:schemeClr val="bg2"/>
                    </a:solidFill>
                  </a:tcPr>
                </a:tc>
                <a:tc>
                  <a:txBody>
                    <a:bodyPr/>
                    <a:lstStyle/>
                    <a:p>
                      <a:pPr fontAlgn="t"/>
                      <a:r>
                        <a:rPr lang="en-GB" dirty="0">
                          <a:effectLst/>
                        </a:rPr>
                        <a:t>41</a:t>
                      </a:r>
                    </a:p>
                  </a:txBody>
                  <a:tcPr>
                    <a:solidFill>
                      <a:schemeClr val="bg2"/>
                    </a:solidFill>
                  </a:tcPr>
                </a:tc>
                <a:extLst>
                  <a:ext uri="{0D108BD9-81ED-4DB2-BD59-A6C34878D82A}">
                    <a16:rowId xmlns:a16="http://schemas.microsoft.com/office/drawing/2014/main" val="3478184958"/>
                  </a:ext>
                </a:extLst>
              </a:tr>
            </a:tbl>
          </a:graphicData>
        </a:graphic>
      </p:graphicFrame>
      <p:pic>
        <p:nvPicPr>
          <p:cNvPr id="9" name="Picture 8" descr="\sigma =\sqrt{\dfrac{\sum{(X - \mu)^2}}{N}}">
            <a:extLst>
              <a:ext uri="{FF2B5EF4-FFF2-40B4-BE49-F238E27FC236}">
                <a16:creationId xmlns:a16="http://schemas.microsoft.com/office/drawing/2014/main" id="{D70F3F92-405F-AAD4-3D18-91F54A4009F0}"/>
              </a:ext>
            </a:extLst>
          </p:cNvPr>
          <p:cNvPicPr>
            <a:picLocks noChangeAspect="1"/>
          </p:cNvPicPr>
          <p:nvPr/>
        </p:nvPicPr>
        <p:blipFill>
          <a:blip r:embed="rId2"/>
          <a:stretch>
            <a:fillRect/>
          </a:stretch>
        </p:blipFill>
        <p:spPr>
          <a:xfrm>
            <a:off x="3563888" y="4333256"/>
            <a:ext cx="1533525" cy="762000"/>
          </a:xfrm>
          <a:prstGeom prst="rect">
            <a:avLst/>
          </a:prstGeom>
        </p:spPr>
      </p:pic>
      <p:sp>
        <p:nvSpPr>
          <p:cNvPr id="4" name="Rectangle: Rounded Corners 3">
            <a:extLst>
              <a:ext uri="{FF2B5EF4-FFF2-40B4-BE49-F238E27FC236}">
                <a16:creationId xmlns:a16="http://schemas.microsoft.com/office/drawing/2014/main" id="{51F2911C-5250-64B9-B44E-0889C0B1B17B}"/>
              </a:ext>
            </a:extLst>
          </p:cNvPr>
          <p:cNvSpPr/>
          <p:nvPr/>
        </p:nvSpPr>
        <p:spPr>
          <a:xfrm>
            <a:off x="5888445" y="4202405"/>
            <a:ext cx="2909632" cy="1307382"/>
          </a:xfrm>
          <a:custGeom>
            <a:avLst/>
            <a:gdLst>
              <a:gd name="connsiteX0" fmla="*/ 0 w 2909632"/>
              <a:gd name="connsiteY0" fmla="*/ 217901 h 1307382"/>
              <a:gd name="connsiteX1" fmla="*/ 217901 w 2909632"/>
              <a:gd name="connsiteY1" fmla="*/ 0 h 1307382"/>
              <a:gd name="connsiteX2" fmla="*/ 811620 w 2909632"/>
              <a:gd name="connsiteY2" fmla="*/ 0 h 1307382"/>
              <a:gd name="connsiteX3" fmla="*/ 1405339 w 2909632"/>
              <a:gd name="connsiteY3" fmla="*/ 0 h 1307382"/>
              <a:gd name="connsiteX4" fmla="*/ 1949582 w 2909632"/>
              <a:gd name="connsiteY4" fmla="*/ 0 h 1307382"/>
              <a:gd name="connsiteX5" fmla="*/ 2691731 w 2909632"/>
              <a:gd name="connsiteY5" fmla="*/ 0 h 1307382"/>
              <a:gd name="connsiteX6" fmla="*/ 2909632 w 2909632"/>
              <a:gd name="connsiteY6" fmla="*/ 217901 h 1307382"/>
              <a:gd name="connsiteX7" fmla="*/ 2909632 w 2909632"/>
              <a:gd name="connsiteY7" fmla="*/ 636259 h 1307382"/>
              <a:gd name="connsiteX8" fmla="*/ 2909632 w 2909632"/>
              <a:gd name="connsiteY8" fmla="*/ 1089481 h 1307382"/>
              <a:gd name="connsiteX9" fmla="*/ 2691731 w 2909632"/>
              <a:gd name="connsiteY9" fmla="*/ 1307382 h 1307382"/>
              <a:gd name="connsiteX10" fmla="*/ 2098012 w 2909632"/>
              <a:gd name="connsiteY10" fmla="*/ 1307382 h 1307382"/>
              <a:gd name="connsiteX11" fmla="*/ 1553769 w 2909632"/>
              <a:gd name="connsiteY11" fmla="*/ 1307382 h 1307382"/>
              <a:gd name="connsiteX12" fmla="*/ 935312 w 2909632"/>
              <a:gd name="connsiteY12" fmla="*/ 1307382 h 1307382"/>
              <a:gd name="connsiteX13" fmla="*/ 217901 w 2909632"/>
              <a:gd name="connsiteY13" fmla="*/ 1307382 h 1307382"/>
              <a:gd name="connsiteX14" fmla="*/ 0 w 2909632"/>
              <a:gd name="connsiteY14" fmla="*/ 1089481 h 1307382"/>
              <a:gd name="connsiteX15" fmla="*/ 0 w 2909632"/>
              <a:gd name="connsiteY15" fmla="*/ 644975 h 1307382"/>
              <a:gd name="connsiteX16" fmla="*/ 0 w 2909632"/>
              <a:gd name="connsiteY16" fmla="*/ 217901 h 1307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09632" h="1307382" fill="none" extrusionOk="0">
                <a:moveTo>
                  <a:pt x="0" y="217901"/>
                </a:moveTo>
                <a:cubicBezTo>
                  <a:pt x="17409" y="81135"/>
                  <a:pt x="95079" y="1834"/>
                  <a:pt x="217901" y="0"/>
                </a:cubicBezTo>
                <a:cubicBezTo>
                  <a:pt x="499022" y="18887"/>
                  <a:pt x="583829" y="1041"/>
                  <a:pt x="811620" y="0"/>
                </a:cubicBezTo>
                <a:cubicBezTo>
                  <a:pt x="1039411" y="-1041"/>
                  <a:pt x="1238496" y="26594"/>
                  <a:pt x="1405339" y="0"/>
                </a:cubicBezTo>
                <a:cubicBezTo>
                  <a:pt x="1572182" y="-26594"/>
                  <a:pt x="1818167" y="11365"/>
                  <a:pt x="1949582" y="0"/>
                </a:cubicBezTo>
                <a:cubicBezTo>
                  <a:pt x="2080997" y="-11365"/>
                  <a:pt x="2502306" y="-17407"/>
                  <a:pt x="2691731" y="0"/>
                </a:cubicBezTo>
                <a:cubicBezTo>
                  <a:pt x="2834900" y="-15224"/>
                  <a:pt x="2903221" y="106520"/>
                  <a:pt x="2909632" y="217901"/>
                </a:cubicBezTo>
                <a:cubicBezTo>
                  <a:pt x="2907806" y="313233"/>
                  <a:pt x="2918391" y="503157"/>
                  <a:pt x="2909632" y="636259"/>
                </a:cubicBezTo>
                <a:cubicBezTo>
                  <a:pt x="2900873" y="769361"/>
                  <a:pt x="2896922" y="892154"/>
                  <a:pt x="2909632" y="1089481"/>
                </a:cubicBezTo>
                <a:cubicBezTo>
                  <a:pt x="2904980" y="1192059"/>
                  <a:pt x="2804947" y="1307040"/>
                  <a:pt x="2691731" y="1307382"/>
                </a:cubicBezTo>
                <a:cubicBezTo>
                  <a:pt x="2412442" y="1288108"/>
                  <a:pt x="2366334" y="1335762"/>
                  <a:pt x="2098012" y="1307382"/>
                </a:cubicBezTo>
                <a:cubicBezTo>
                  <a:pt x="1829690" y="1279002"/>
                  <a:pt x="1757250" y="1329302"/>
                  <a:pt x="1553769" y="1307382"/>
                </a:cubicBezTo>
                <a:cubicBezTo>
                  <a:pt x="1350288" y="1285462"/>
                  <a:pt x="1141252" y="1321414"/>
                  <a:pt x="935312" y="1307382"/>
                </a:cubicBezTo>
                <a:cubicBezTo>
                  <a:pt x="729372" y="1293350"/>
                  <a:pt x="395178" y="1301657"/>
                  <a:pt x="217901" y="1307382"/>
                </a:cubicBezTo>
                <a:cubicBezTo>
                  <a:pt x="125144" y="1296616"/>
                  <a:pt x="-10496" y="1207455"/>
                  <a:pt x="0" y="1089481"/>
                </a:cubicBezTo>
                <a:cubicBezTo>
                  <a:pt x="12661" y="969408"/>
                  <a:pt x="6731" y="738322"/>
                  <a:pt x="0" y="644975"/>
                </a:cubicBezTo>
                <a:cubicBezTo>
                  <a:pt x="-6731" y="551628"/>
                  <a:pt x="15668" y="349000"/>
                  <a:pt x="0" y="217901"/>
                </a:cubicBezTo>
                <a:close/>
              </a:path>
              <a:path w="2909632" h="1307382" stroke="0" extrusionOk="0">
                <a:moveTo>
                  <a:pt x="0" y="217901"/>
                </a:moveTo>
                <a:cubicBezTo>
                  <a:pt x="-10177" y="97221"/>
                  <a:pt x="73526" y="3722"/>
                  <a:pt x="217901" y="0"/>
                </a:cubicBezTo>
                <a:cubicBezTo>
                  <a:pt x="403393" y="14783"/>
                  <a:pt x="727017" y="29924"/>
                  <a:pt x="861097" y="0"/>
                </a:cubicBezTo>
                <a:cubicBezTo>
                  <a:pt x="995177" y="-29924"/>
                  <a:pt x="1204431" y="-23372"/>
                  <a:pt x="1454816" y="0"/>
                </a:cubicBezTo>
                <a:cubicBezTo>
                  <a:pt x="1705201" y="23372"/>
                  <a:pt x="1868432" y="-22015"/>
                  <a:pt x="2122750" y="0"/>
                </a:cubicBezTo>
                <a:cubicBezTo>
                  <a:pt x="2377068" y="22015"/>
                  <a:pt x="2525686" y="10550"/>
                  <a:pt x="2691731" y="0"/>
                </a:cubicBezTo>
                <a:cubicBezTo>
                  <a:pt x="2805493" y="7307"/>
                  <a:pt x="2913411" y="76069"/>
                  <a:pt x="2909632" y="217901"/>
                </a:cubicBezTo>
                <a:cubicBezTo>
                  <a:pt x="2923470" y="362225"/>
                  <a:pt x="2890942" y="568281"/>
                  <a:pt x="2909632" y="671123"/>
                </a:cubicBezTo>
                <a:cubicBezTo>
                  <a:pt x="2928322" y="773965"/>
                  <a:pt x="2922149" y="917511"/>
                  <a:pt x="2909632" y="1089481"/>
                </a:cubicBezTo>
                <a:cubicBezTo>
                  <a:pt x="2897557" y="1215755"/>
                  <a:pt x="2808230" y="1302577"/>
                  <a:pt x="2691731" y="1307382"/>
                </a:cubicBezTo>
                <a:cubicBezTo>
                  <a:pt x="2563460" y="1333014"/>
                  <a:pt x="2304088" y="1314669"/>
                  <a:pt x="2147488" y="1307382"/>
                </a:cubicBezTo>
                <a:cubicBezTo>
                  <a:pt x="1990888" y="1300095"/>
                  <a:pt x="1848816" y="1309556"/>
                  <a:pt x="1578508" y="1307382"/>
                </a:cubicBezTo>
                <a:cubicBezTo>
                  <a:pt x="1308200" y="1305208"/>
                  <a:pt x="1145902" y="1301822"/>
                  <a:pt x="1034265" y="1307382"/>
                </a:cubicBezTo>
                <a:cubicBezTo>
                  <a:pt x="922628" y="1312942"/>
                  <a:pt x="513313" y="1321894"/>
                  <a:pt x="217901" y="1307382"/>
                </a:cubicBezTo>
                <a:cubicBezTo>
                  <a:pt x="82934" y="1303756"/>
                  <a:pt x="16166" y="1223819"/>
                  <a:pt x="0" y="1089481"/>
                </a:cubicBezTo>
                <a:cubicBezTo>
                  <a:pt x="-13823" y="987917"/>
                  <a:pt x="-16612" y="740994"/>
                  <a:pt x="0" y="653691"/>
                </a:cubicBezTo>
                <a:cubicBezTo>
                  <a:pt x="16612" y="566388"/>
                  <a:pt x="-17383" y="392999"/>
                  <a:pt x="0" y="217901"/>
                </a:cubicBezTo>
                <a:close/>
              </a:path>
            </a:pathLst>
          </a:custGeom>
          <a:ln>
            <a:extLst>
              <a:ext uri="{C807C97D-BFC1-408E-A445-0C87EB9F89A2}">
                <ask:lineSketchStyleProps xmlns:ask="http://schemas.microsoft.com/office/drawing/2018/sketchyshapes" sd="476423693">
                  <a:prstGeom prst="roundRect">
                    <a:avLst/>
                  </a:prstGeom>
                  <ask:type>
                    <ask:lineSketchFreehan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85725" lvl="1">
              <a:spcBef>
                <a:spcPts val="600"/>
              </a:spcBef>
              <a:spcAft>
                <a:spcPts val="600"/>
              </a:spcAft>
            </a:pPr>
            <a:r>
              <a:rPr lang="en-GB" sz="2000" b="1" i="0" dirty="0">
                <a:solidFill>
                  <a:schemeClr val="tx1"/>
                </a:solidFill>
                <a:effectLst/>
              </a:rPr>
              <a:t>Standard deviation is expressed in the same units as the original values </a:t>
            </a:r>
          </a:p>
        </p:txBody>
      </p:sp>
      <p:sp>
        <p:nvSpPr>
          <p:cNvPr id="5" name="Footer Placeholder 4">
            <a:extLst>
              <a:ext uri="{FF2B5EF4-FFF2-40B4-BE49-F238E27FC236}">
                <a16:creationId xmlns:a16="http://schemas.microsoft.com/office/drawing/2014/main" id="{99F4777E-85AE-40A4-452F-35F3E1B7655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9EEE70D1-7A22-BFFC-E5C2-2BD0D9D8086C}"/>
              </a:ext>
            </a:extLst>
          </p:cNvPr>
          <p:cNvSpPr>
            <a:spLocks noGrp="1"/>
          </p:cNvSpPr>
          <p:nvPr>
            <p:ph type="sldNum" sz="quarter" idx="4"/>
          </p:nvPr>
        </p:nvSpPr>
        <p:spPr/>
        <p:txBody>
          <a:bodyPr/>
          <a:lstStyle/>
          <a:p>
            <a:fld id="{9FD7ECCF-50E7-4327-B945-FA93FF7B2BEF}" type="slidenum">
              <a:rPr lang="en-US" smtClean="0"/>
              <a:pPr/>
              <a:t>39</a:t>
            </a:fld>
            <a:r>
              <a:rPr lang="en-GB"/>
              <a:t>/80</a:t>
            </a:r>
            <a:endParaRPr lang="en-US" dirty="0"/>
          </a:p>
        </p:txBody>
      </p:sp>
    </p:spTree>
    <p:extLst>
      <p:ext uri="{BB962C8B-B14F-4D97-AF65-F5344CB8AC3E}">
        <p14:creationId xmlns:p14="http://schemas.microsoft.com/office/powerpoint/2010/main" val="4170147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34B7E-D545-46DB-4F19-2A45BAF69A11}"/>
              </a:ext>
            </a:extLst>
          </p:cNvPr>
          <p:cNvSpPr>
            <a:spLocks noGrp="1"/>
          </p:cNvSpPr>
          <p:nvPr>
            <p:ph sz="quarter" idx="1"/>
          </p:nvPr>
        </p:nvSpPr>
        <p:spPr>
          <a:xfrm>
            <a:off x="609600" y="1516698"/>
            <a:ext cx="8138864" cy="4792621"/>
          </a:xfrm>
        </p:spPr>
        <p:txBody>
          <a:bodyPr>
            <a:normAutofit lnSpcReduction="10000"/>
          </a:bodyPr>
          <a:lstStyle/>
          <a:p>
            <a:pPr marL="342900" indent="-342900">
              <a:spcBef>
                <a:spcPts val="1200"/>
              </a:spcBef>
              <a:spcAft>
                <a:spcPts val="600"/>
              </a:spcAft>
            </a:pPr>
            <a:r>
              <a:rPr lang="en-GB" sz="2300" dirty="0">
                <a:solidFill>
                  <a:schemeClr val="tx1">
                    <a:lumMod val="75000"/>
                    <a:lumOff val="25000"/>
                  </a:schemeClr>
                </a:solidFill>
              </a:rPr>
              <a:t>Both measures reflect variability in a distribution, but their units differ:</a:t>
            </a:r>
          </a:p>
          <a:p>
            <a:pPr marL="662940" lvl="1" indent="-342900">
              <a:spcBef>
                <a:spcPts val="1200"/>
              </a:spcBef>
              <a:spcAft>
                <a:spcPts val="600"/>
              </a:spcAft>
            </a:pPr>
            <a:r>
              <a:rPr lang="en-GB" sz="2000" b="1" dirty="0">
                <a:solidFill>
                  <a:schemeClr val="tx1">
                    <a:lumMod val="75000"/>
                    <a:lumOff val="25000"/>
                  </a:schemeClr>
                </a:solidFill>
              </a:rPr>
              <a:t>Standard deviation </a:t>
            </a:r>
            <a:r>
              <a:rPr lang="en-GB" sz="2000" dirty="0">
                <a:solidFill>
                  <a:schemeClr val="tx1">
                    <a:lumMod val="75000"/>
                    <a:lumOff val="25000"/>
                  </a:schemeClr>
                </a:solidFill>
              </a:rPr>
              <a:t>is expressed in the same units as the original values (e.g., meters).</a:t>
            </a:r>
          </a:p>
          <a:p>
            <a:pPr marL="662940" lvl="1" indent="-342900">
              <a:spcBef>
                <a:spcPts val="1200"/>
              </a:spcBef>
              <a:spcAft>
                <a:spcPts val="600"/>
              </a:spcAft>
            </a:pPr>
            <a:r>
              <a:rPr lang="en-GB" sz="2000" b="1" dirty="0">
                <a:solidFill>
                  <a:schemeClr val="tx1">
                    <a:lumMod val="75000"/>
                    <a:lumOff val="25000"/>
                  </a:schemeClr>
                </a:solidFill>
              </a:rPr>
              <a:t>Variance</a:t>
            </a:r>
            <a:r>
              <a:rPr lang="en-GB" sz="2000" dirty="0">
                <a:solidFill>
                  <a:schemeClr val="tx1">
                    <a:lumMod val="75000"/>
                    <a:lumOff val="25000"/>
                  </a:schemeClr>
                </a:solidFill>
              </a:rPr>
              <a:t> is expressed in much larger units (e.g., meters squared)</a:t>
            </a:r>
          </a:p>
          <a:p>
            <a:pPr marL="342900" indent="-342900">
              <a:spcBef>
                <a:spcPts val="1200"/>
              </a:spcBef>
              <a:spcAft>
                <a:spcPts val="600"/>
              </a:spcAft>
            </a:pPr>
            <a:r>
              <a:rPr lang="en-GB" sz="2300" dirty="0">
                <a:solidFill>
                  <a:schemeClr val="tx1">
                    <a:lumMod val="75000"/>
                    <a:lumOff val="25000"/>
                  </a:schemeClr>
                </a:solidFill>
              </a:rPr>
              <a:t>Since the units of variance are much larger than those of a typical value of a data set, it’s harder to interpret the variance number intuitively. That’s why standard deviation is often preferred as a main measure of variability.</a:t>
            </a:r>
          </a:p>
          <a:p>
            <a:pPr marL="342900" indent="-342900">
              <a:spcBef>
                <a:spcPts val="1200"/>
              </a:spcBef>
              <a:spcAft>
                <a:spcPts val="600"/>
              </a:spcAft>
            </a:pPr>
            <a:r>
              <a:rPr lang="en-GB" sz="2300" dirty="0">
                <a:solidFill>
                  <a:schemeClr val="tx1">
                    <a:lumMod val="75000"/>
                    <a:lumOff val="25000"/>
                  </a:schemeClr>
                </a:solidFill>
              </a:rPr>
              <a:t>However, the variance is more informative about variability than the standard deviation, and it’s used in making statistical inferences.</a:t>
            </a:r>
          </a:p>
        </p:txBody>
      </p:sp>
      <p:sp>
        <p:nvSpPr>
          <p:cNvPr id="8" name="Title 6">
            <a:extLst>
              <a:ext uri="{FF2B5EF4-FFF2-40B4-BE49-F238E27FC236}">
                <a16:creationId xmlns:a16="http://schemas.microsoft.com/office/drawing/2014/main" id="{DF140570-FC41-0969-5F81-F583AC8D2DC9}"/>
              </a:ext>
            </a:extLst>
          </p:cNvPr>
          <p:cNvSpPr>
            <a:spLocks noGrp="1"/>
          </p:cNvSpPr>
          <p:nvPr>
            <p:ph type="title"/>
          </p:nvPr>
        </p:nvSpPr>
        <p:spPr>
          <a:xfrm>
            <a:off x="539552" y="332656"/>
            <a:ext cx="8534400" cy="990600"/>
          </a:xfrm>
        </p:spPr>
        <p:txBody>
          <a:bodyPr>
            <a:normAutofit/>
          </a:bodyPr>
          <a:lstStyle/>
          <a:p>
            <a:pPr>
              <a:lnSpc>
                <a:spcPts val="3500"/>
              </a:lnSpc>
            </a:pPr>
            <a:r>
              <a:rPr lang="en-GB" sz="4000" dirty="0"/>
              <a:t>Variance vs SD</a:t>
            </a:r>
            <a:endParaRPr lang="en-GB" sz="4000" b="1" dirty="0"/>
          </a:p>
        </p:txBody>
      </p:sp>
      <p:sp>
        <p:nvSpPr>
          <p:cNvPr id="4" name="Footer Placeholder 3">
            <a:extLst>
              <a:ext uri="{FF2B5EF4-FFF2-40B4-BE49-F238E27FC236}">
                <a16:creationId xmlns:a16="http://schemas.microsoft.com/office/drawing/2014/main" id="{3F3AC8E3-51E8-7CBE-3FEB-2AAE051DA49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DB362FB-2A35-AB7E-56CC-F0014A885155}"/>
              </a:ext>
            </a:extLst>
          </p:cNvPr>
          <p:cNvSpPr>
            <a:spLocks noGrp="1"/>
          </p:cNvSpPr>
          <p:nvPr>
            <p:ph type="sldNum" sz="quarter" idx="4"/>
          </p:nvPr>
        </p:nvSpPr>
        <p:spPr/>
        <p:txBody>
          <a:bodyPr/>
          <a:lstStyle/>
          <a:p>
            <a:fld id="{9FD7ECCF-50E7-4327-B945-FA93FF7B2BEF}" type="slidenum">
              <a:rPr lang="en-US" smtClean="0"/>
              <a:pPr/>
              <a:t>40</a:t>
            </a:fld>
            <a:r>
              <a:rPr lang="en-GB"/>
              <a:t>/80</a:t>
            </a:r>
            <a:endParaRPr lang="en-US" dirty="0"/>
          </a:p>
        </p:txBody>
      </p:sp>
    </p:spTree>
    <p:extLst>
      <p:ext uri="{BB962C8B-B14F-4D97-AF65-F5344CB8AC3E}">
        <p14:creationId xmlns:p14="http://schemas.microsoft.com/office/powerpoint/2010/main" val="2589886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FC66A-D74F-B689-FF54-96E374C8BC59}"/>
              </a:ext>
            </a:extLst>
          </p:cNvPr>
          <p:cNvSpPr>
            <a:spLocks noGrp="1"/>
          </p:cNvSpPr>
          <p:nvPr>
            <p:ph type="title"/>
          </p:nvPr>
        </p:nvSpPr>
        <p:spPr/>
        <p:txBody>
          <a:bodyPr/>
          <a:lstStyle/>
          <a:p>
            <a:r>
              <a:rPr lang="en-GB" dirty="0"/>
              <a:t>Normal Distribution</a:t>
            </a:r>
          </a:p>
        </p:txBody>
      </p:sp>
      <p:pic>
        <p:nvPicPr>
          <p:cNvPr id="12" name="Picture 11">
            <a:extLst>
              <a:ext uri="{FF2B5EF4-FFF2-40B4-BE49-F238E27FC236}">
                <a16:creationId xmlns:a16="http://schemas.microsoft.com/office/drawing/2014/main" id="{D42D5FCD-B6CA-BD78-E7FE-FB46B9A7EBA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267744" y="1734635"/>
            <a:ext cx="4464496" cy="4437488"/>
          </a:xfrm>
          <a:prstGeom prst="rect">
            <a:avLst/>
          </a:prstGeom>
        </p:spPr>
      </p:pic>
      <p:sp>
        <p:nvSpPr>
          <p:cNvPr id="13" name="Footer Placeholder 12">
            <a:extLst>
              <a:ext uri="{FF2B5EF4-FFF2-40B4-BE49-F238E27FC236}">
                <a16:creationId xmlns:a16="http://schemas.microsoft.com/office/drawing/2014/main" id="{9FCB1C20-964A-7B44-5FC6-BE104BE8E90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FD85AD33-0937-9ADD-23AC-8B7197BC090C}"/>
              </a:ext>
            </a:extLst>
          </p:cNvPr>
          <p:cNvSpPr>
            <a:spLocks noGrp="1"/>
          </p:cNvSpPr>
          <p:nvPr>
            <p:ph type="sldNum" sz="quarter" idx="4"/>
          </p:nvPr>
        </p:nvSpPr>
        <p:spPr/>
        <p:txBody>
          <a:bodyPr/>
          <a:lstStyle/>
          <a:p>
            <a:fld id="{9FD7ECCF-50E7-4327-B945-FA93FF7B2BEF}" type="slidenum">
              <a:rPr lang="en-US" smtClean="0"/>
              <a:pPr/>
              <a:t>41</a:t>
            </a:fld>
            <a:r>
              <a:rPr lang="en-GB"/>
              <a:t>/80</a:t>
            </a:r>
            <a:endParaRPr lang="en-US" dirty="0"/>
          </a:p>
        </p:txBody>
      </p:sp>
    </p:spTree>
    <p:extLst>
      <p:ext uri="{BB962C8B-B14F-4D97-AF65-F5344CB8AC3E}">
        <p14:creationId xmlns:p14="http://schemas.microsoft.com/office/powerpoint/2010/main" val="1198809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Normal distribution">
            <a:extLst>
              <a:ext uri="{FF2B5EF4-FFF2-40B4-BE49-F238E27FC236}">
                <a16:creationId xmlns:a16="http://schemas.microsoft.com/office/drawing/2014/main" id="{E1C5F979-7F44-9B1C-BE97-E4B070CBB663}"/>
              </a:ext>
            </a:extLst>
          </p:cNvPr>
          <p:cNvPicPr>
            <a:picLocks noChangeAspect="1"/>
          </p:cNvPicPr>
          <p:nvPr/>
        </p:nvPicPr>
        <p:blipFill>
          <a:blip r:embed="rId2"/>
          <a:stretch>
            <a:fillRect/>
          </a:stretch>
        </p:blipFill>
        <p:spPr>
          <a:xfrm>
            <a:off x="4139952" y="2140933"/>
            <a:ext cx="5082133" cy="3566541"/>
          </a:xfrm>
          <a:prstGeom prst="rect">
            <a:avLst/>
          </a:prstGeom>
        </p:spPr>
      </p:pic>
      <p:sp>
        <p:nvSpPr>
          <p:cNvPr id="2" name="Title 1" descr="Standard normal distribution graph bell shape graph">
            <a:extLst>
              <a:ext uri="{FF2B5EF4-FFF2-40B4-BE49-F238E27FC236}">
                <a16:creationId xmlns:a16="http://schemas.microsoft.com/office/drawing/2014/main" id="{39722DCC-9B28-C2BA-08C1-3A598FB94BA8}"/>
              </a:ext>
            </a:extLst>
          </p:cNvPr>
          <p:cNvSpPr>
            <a:spLocks noGrp="1"/>
          </p:cNvSpPr>
          <p:nvPr>
            <p:ph type="title"/>
          </p:nvPr>
        </p:nvSpPr>
        <p:spPr/>
        <p:txBody>
          <a:bodyPr/>
          <a:lstStyle/>
          <a:p>
            <a:r>
              <a:rPr lang="en-GB" dirty="0"/>
              <a:t>Normal distribution</a:t>
            </a:r>
          </a:p>
        </p:txBody>
      </p:sp>
      <p:sp>
        <p:nvSpPr>
          <p:cNvPr id="3" name="Content Placeholder 2" descr="Bell shaped graph to show Normal distributions ">
            <a:extLst>
              <a:ext uri="{FF2B5EF4-FFF2-40B4-BE49-F238E27FC236}">
                <a16:creationId xmlns:a16="http://schemas.microsoft.com/office/drawing/2014/main" id="{FAE3F511-59E2-FF58-7185-7FD8F9FBD060}"/>
              </a:ext>
            </a:extLst>
          </p:cNvPr>
          <p:cNvSpPr>
            <a:spLocks noGrp="1"/>
          </p:cNvSpPr>
          <p:nvPr>
            <p:ph sz="quarter" idx="1"/>
          </p:nvPr>
        </p:nvSpPr>
        <p:spPr>
          <a:xfrm>
            <a:off x="533400" y="1544799"/>
            <a:ext cx="3773150" cy="4836529"/>
          </a:xfrm>
        </p:spPr>
        <p:txBody>
          <a:bodyPr>
            <a:normAutofit fontScale="85000" lnSpcReduction="20000"/>
          </a:bodyPr>
          <a:lstStyle/>
          <a:p>
            <a:pPr>
              <a:lnSpc>
                <a:spcPct val="110000"/>
              </a:lnSpc>
              <a:spcBef>
                <a:spcPts val="600"/>
              </a:spcBef>
            </a:pPr>
            <a:r>
              <a:rPr lang="en-GB" sz="2400" dirty="0">
                <a:solidFill>
                  <a:schemeClr val="accent6">
                    <a:lumMod val="50000"/>
                  </a:schemeClr>
                </a:solidFill>
              </a:rPr>
              <a:t>The distribution of a data set is described by the normal distribution. </a:t>
            </a:r>
            <a:r>
              <a:rPr lang="en-GB" sz="2400" b="1" dirty="0">
                <a:solidFill>
                  <a:schemeClr val="accent6">
                    <a:lumMod val="50000"/>
                  </a:schemeClr>
                </a:solidFill>
              </a:rPr>
              <a:t>Normal distributions </a:t>
            </a:r>
            <a:r>
              <a:rPr lang="en-GB" sz="2400" dirty="0">
                <a:solidFill>
                  <a:schemeClr val="accent6">
                    <a:lumMod val="50000"/>
                  </a:schemeClr>
                </a:solidFill>
              </a:rPr>
              <a:t>have key characteristics that are easy to spot in graphs:</a:t>
            </a:r>
          </a:p>
          <a:p>
            <a:pPr lvl="1">
              <a:lnSpc>
                <a:spcPct val="110000"/>
              </a:lnSpc>
              <a:spcBef>
                <a:spcPts val="600"/>
              </a:spcBef>
            </a:pPr>
            <a:r>
              <a:rPr lang="en-GB" sz="2000" dirty="0">
                <a:solidFill>
                  <a:schemeClr val="accent6">
                    <a:lumMod val="50000"/>
                  </a:schemeClr>
                </a:solidFill>
              </a:rPr>
              <a:t>The </a:t>
            </a:r>
            <a:r>
              <a:rPr lang="en-GB" sz="2000" b="1" dirty="0">
                <a:solidFill>
                  <a:schemeClr val="accent6">
                    <a:lumMod val="50000"/>
                  </a:schemeClr>
                </a:solidFill>
              </a:rPr>
              <a:t>mean</a:t>
            </a:r>
            <a:r>
              <a:rPr lang="en-GB" sz="2000" dirty="0">
                <a:solidFill>
                  <a:schemeClr val="accent6">
                    <a:lumMod val="50000"/>
                  </a:schemeClr>
                </a:solidFill>
              </a:rPr>
              <a:t>, </a:t>
            </a:r>
            <a:r>
              <a:rPr lang="en-GB" sz="2000" b="1" dirty="0">
                <a:solidFill>
                  <a:schemeClr val="accent6">
                    <a:lumMod val="50000"/>
                  </a:schemeClr>
                </a:solidFill>
              </a:rPr>
              <a:t>median</a:t>
            </a:r>
            <a:r>
              <a:rPr lang="en-GB" sz="2000" dirty="0">
                <a:solidFill>
                  <a:schemeClr val="accent6">
                    <a:lumMod val="50000"/>
                  </a:schemeClr>
                </a:solidFill>
              </a:rPr>
              <a:t>, and </a:t>
            </a:r>
            <a:r>
              <a:rPr lang="en-GB" sz="2000" b="1" dirty="0">
                <a:solidFill>
                  <a:schemeClr val="accent6">
                    <a:lumMod val="50000"/>
                  </a:schemeClr>
                </a:solidFill>
              </a:rPr>
              <a:t>mode</a:t>
            </a:r>
            <a:r>
              <a:rPr lang="en-GB" sz="2000" dirty="0">
                <a:solidFill>
                  <a:schemeClr val="accent6">
                    <a:lumMod val="50000"/>
                  </a:schemeClr>
                </a:solidFill>
              </a:rPr>
              <a:t> are all equal and located at the </a:t>
            </a:r>
            <a:r>
              <a:rPr lang="en-GB" sz="2000" b="1" dirty="0" err="1">
                <a:solidFill>
                  <a:schemeClr val="accent6">
                    <a:lumMod val="50000"/>
                  </a:schemeClr>
                </a:solidFill>
              </a:rPr>
              <a:t>center</a:t>
            </a:r>
            <a:r>
              <a:rPr lang="en-GB" sz="2000" dirty="0">
                <a:solidFill>
                  <a:schemeClr val="accent6">
                    <a:lumMod val="50000"/>
                  </a:schemeClr>
                </a:solidFill>
              </a:rPr>
              <a:t> of the distribution.</a:t>
            </a:r>
          </a:p>
          <a:p>
            <a:pPr lvl="1">
              <a:lnSpc>
                <a:spcPct val="110000"/>
              </a:lnSpc>
              <a:spcBef>
                <a:spcPts val="600"/>
              </a:spcBef>
            </a:pPr>
            <a:r>
              <a:rPr lang="en-GB" sz="2000" dirty="0">
                <a:solidFill>
                  <a:schemeClr val="accent6">
                    <a:lumMod val="50000"/>
                  </a:schemeClr>
                </a:solidFill>
              </a:rPr>
              <a:t>About 68% of data falls within one standard deviation of the mean, 95% within two standard deviations, and 99.7% within three standard deviations.</a:t>
            </a:r>
          </a:p>
          <a:p>
            <a:pPr lvl="1">
              <a:lnSpc>
                <a:spcPct val="110000"/>
              </a:lnSpc>
              <a:spcBef>
                <a:spcPts val="600"/>
              </a:spcBef>
            </a:pPr>
            <a:r>
              <a:rPr lang="en-GB" sz="2000" dirty="0">
                <a:solidFill>
                  <a:schemeClr val="accent6">
                    <a:lumMod val="50000"/>
                  </a:schemeClr>
                </a:solidFill>
              </a:rPr>
              <a:t>The shape is symmetrical, with the tails approaching but never quite reaching zero on either side.</a:t>
            </a:r>
            <a:endParaRPr lang="en-GB" sz="1700" dirty="0">
              <a:solidFill>
                <a:schemeClr val="accent6">
                  <a:lumMod val="50000"/>
                </a:schemeClr>
              </a:solidFill>
            </a:endParaRPr>
          </a:p>
          <a:p>
            <a:pPr>
              <a:lnSpc>
                <a:spcPct val="110000"/>
              </a:lnSpc>
              <a:spcBef>
                <a:spcPts val="600"/>
              </a:spcBef>
            </a:pPr>
            <a:endParaRPr lang="en-GB" sz="2400" dirty="0">
              <a:solidFill>
                <a:schemeClr val="accent6">
                  <a:lumMod val="50000"/>
                </a:schemeClr>
              </a:solidFill>
            </a:endParaRPr>
          </a:p>
        </p:txBody>
      </p:sp>
      <p:sp>
        <p:nvSpPr>
          <p:cNvPr id="8" name="Footer Placeholder 7">
            <a:extLst>
              <a:ext uri="{FF2B5EF4-FFF2-40B4-BE49-F238E27FC236}">
                <a16:creationId xmlns:a16="http://schemas.microsoft.com/office/drawing/2014/main" id="{C0346683-64A4-DC99-689B-AED06F6F543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D0241E55-A340-72EE-A29D-ED793B680F72}"/>
              </a:ext>
            </a:extLst>
          </p:cNvPr>
          <p:cNvSpPr>
            <a:spLocks noGrp="1"/>
          </p:cNvSpPr>
          <p:nvPr>
            <p:ph type="sldNum" sz="quarter" idx="4"/>
          </p:nvPr>
        </p:nvSpPr>
        <p:spPr/>
        <p:txBody>
          <a:bodyPr/>
          <a:lstStyle/>
          <a:p>
            <a:fld id="{9FD7ECCF-50E7-4327-B945-FA93FF7B2BEF}" type="slidenum">
              <a:rPr lang="en-US" smtClean="0"/>
              <a:pPr/>
              <a:t>42</a:t>
            </a:fld>
            <a:r>
              <a:rPr lang="en-GB"/>
              <a:t>/80</a:t>
            </a:r>
            <a:endParaRPr lang="en-US" dirty="0"/>
          </a:p>
        </p:txBody>
      </p:sp>
    </p:spTree>
    <p:extLst>
      <p:ext uri="{BB962C8B-B14F-4D97-AF65-F5344CB8AC3E}">
        <p14:creationId xmlns:p14="http://schemas.microsoft.com/office/powerpoint/2010/main" val="21609523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06E97-D1F8-26C0-6FBD-5B35DD5A23D2}"/>
              </a:ext>
            </a:extLst>
          </p:cNvPr>
          <p:cNvSpPr>
            <a:spLocks noGrp="1"/>
          </p:cNvSpPr>
          <p:nvPr>
            <p:ph type="title"/>
          </p:nvPr>
        </p:nvSpPr>
        <p:spPr/>
        <p:txBody>
          <a:bodyPr/>
          <a:lstStyle/>
          <a:p>
            <a:r>
              <a:rPr lang="en-GB" dirty="0"/>
              <a:t>Standard normal distribution</a:t>
            </a:r>
          </a:p>
        </p:txBody>
      </p:sp>
      <p:sp>
        <p:nvSpPr>
          <p:cNvPr id="3" name="Content Placeholder 2" descr="A graph that shows the swift of peaks of the curve is centred. Increasing the mean moves the curve right, while decreasing it moves the curve left.">
            <a:extLst>
              <a:ext uri="{FF2B5EF4-FFF2-40B4-BE49-F238E27FC236}">
                <a16:creationId xmlns:a16="http://schemas.microsoft.com/office/drawing/2014/main" id="{C33ED77B-F837-655D-9F20-B760FB4F6DD8}"/>
              </a:ext>
            </a:extLst>
          </p:cNvPr>
          <p:cNvSpPr>
            <a:spLocks noGrp="1"/>
          </p:cNvSpPr>
          <p:nvPr>
            <p:ph sz="quarter" idx="1"/>
          </p:nvPr>
        </p:nvSpPr>
        <p:spPr>
          <a:xfrm>
            <a:off x="612648" y="1600200"/>
            <a:ext cx="8153400" cy="1108720"/>
          </a:xfrm>
        </p:spPr>
        <p:txBody>
          <a:bodyPr>
            <a:normAutofit fontScale="92500" lnSpcReduction="20000"/>
          </a:bodyPr>
          <a:lstStyle/>
          <a:p>
            <a:r>
              <a:rPr lang="en-GB" dirty="0">
                <a:solidFill>
                  <a:schemeClr val="accent6">
                    <a:lumMod val="50000"/>
                  </a:schemeClr>
                </a:solidFill>
              </a:rPr>
              <a:t>The mean determines where the peak of the curve is centred. Increasing the mean moves the curve right, while decreasing it moves the curve left.</a:t>
            </a:r>
          </a:p>
        </p:txBody>
      </p:sp>
      <p:pic>
        <p:nvPicPr>
          <p:cNvPr id="7" name="Picture 6" descr="Graph that shows that increasing the mean moves the curve right, while decreasing it moves the curve left.">
            <a:extLst>
              <a:ext uri="{FF2B5EF4-FFF2-40B4-BE49-F238E27FC236}">
                <a16:creationId xmlns:a16="http://schemas.microsoft.com/office/drawing/2014/main" id="{8695E7FB-FB5D-17F5-6E37-CA0B6AD13CA9}"/>
              </a:ext>
            </a:extLst>
          </p:cNvPr>
          <p:cNvPicPr>
            <a:picLocks noChangeAspect="1"/>
          </p:cNvPicPr>
          <p:nvPr/>
        </p:nvPicPr>
        <p:blipFill>
          <a:blip r:embed="rId2"/>
          <a:stretch>
            <a:fillRect/>
          </a:stretch>
        </p:blipFill>
        <p:spPr>
          <a:xfrm>
            <a:off x="1590675" y="2954579"/>
            <a:ext cx="5962650" cy="3305175"/>
          </a:xfrm>
          <a:prstGeom prst="rect">
            <a:avLst/>
          </a:prstGeom>
        </p:spPr>
      </p:pic>
      <p:sp>
        <p:nvSpPr>
          <p:cNvPr id="4" name="Footer Placeholder 3">
            <a:extLst>
              <a:ext uri="{FF2B5EF4-FFF2-40B4-BE49-F238E27FC236}">
                <a16:creationId xmlns:a16="http://schemas.microsoft.com/office/drawing/2014/main" id="{0DF91E5C-5A39-F717-5AA2-FFD45C70435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D8CC579-D75F-B6D8-BCF1-98A4A0BD5D2F}"/>
              </a:ext>
            </a:extLst>
          </p:cNvPr>
          <p:cNvSpPr>
            <a:spLocks noGrp="1"/>
          </p:cNvSpPr>
          <p:nvPr>
            <p:ph type="sldNum" sz="quarter" idx="4"/>
          </p:nvPr>
        </p:nvSpPr>
        <p:spPr/>
        <p:txBody>
          <a:bodyPr/>
          <a:lstStyle/>
          <a:p>
            <a:fld id="{9FD7ECCF-50E7-4327-B945-FA93FF7B2BEF}" type="slidenum">
              <a:rPr lang="en-US" smtClean="0"/>
              <a:pPr/>
              <a:t>43</a:t>
            </a:fld>
            <a:r>
              <a:rPr lang="en-GB"/>
              <a:t>/80</a:t>
            </a:r>
            <a:endParaRPr lang="en-US" dirty="0"/>
          </a:p>
        </p:txBody>
      </p:sp>
    </p:spTree>
    <p:extLst>
      <p:ext uri="{BB962C8B-B14F-4D97-AF65-F5344CB8AC3E}">
        <p14:creationId xmlns:p14="http://schemas.microsoft.com/office/powerpoint/2010/main" val="33615760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06E97-D1F8-26C0-6FBD-5B35DD5A23D2}"/>
              </a:ext>
            </a:extLst>
          </p:cNvPr>
          <p:cNvSpPr>
            <a:spLocks noGrp="1"/>
          </p:cNvSpPr>
          <p:nvPr>
            <p:ph type="title"/>
          </p:nvPr>
        </p:nvSpPr>
        <p:spPr/>
        <p:txBody>
          <a:bodyPr/>
          <a:lstStyle/>
          <a:p>
            <a:r>
              <a:rPr lang="en-GB" dirty="0"/>
              <a:t>Standard normal distribution</a:t>
            </a:r>
          </a:p>
        </p:txBody>
      </p:sp>
      <p:sp>
        <p:nvSpPr>
          <p:cNvPr id="3" name="Content Placeholder 2">
            <a:extLst>
              <a:ext uri="{FF2B5EF4-FFF2-40B4-BE49-F238E27FC236}">
                <a16:creationId xmlns:a16="http://schemas.microsoft.com/office/drawing/2014/main" id="{C33ED77B-F837-655D-9F20-B760FB4F6DD8}"/>
              </a:ext>
            </a:extLst>
          </p:cNvPr>
          <p:cNvSpPr>
            <a:spLocks noGrp="1"/>
          </p:cNvSpPr>
          <p:nvPr>
            <p:ph sz="quarter" idx="1"/>
          </p:nvPr>
        </p:nvSpPr>
        <p:spPr>
          <a:xfrm>
            <a:off x="612648" y="1600200"/>
            <a:ext cx="8153400" cy="1488054"/>
          </a:xfrm>
        </p:spPr>
        <p:txBody>
          <a:bodyPr>
            <a:normAutofit fontScale="55000" lnSpcReduction="20000"/>
          </a:bodyPr>
          <a:lstStyle/>
          <a:p>
            <a:r>
              <a:rPr lang="en-GB" dirty="0">
                <a:solidFill>
                  <a:schemeClr val="accent6">
                    <a:lumMod val="50000"/>
                  </a:schemeClr>
                </a:solidFill>
              </a:rPr>
              <a:t>The mean (M) ratings are the same for each group – it’s the value on the x-axis when the curve is at its peak. However, their standard deviations (SD) differ from each other. </a:t>
            </a:r>
          </a:p>
          <a:p>
            <a:r>
              <a:rPr lang="en-GB" dirty="0">
                <a:solidFill>
                  <a:schemeClr val="accent6">
                    <a:lumMod val="50000"/>
                  </a:schemeClr>
                </a:solidFill>
              </a:rPr>
              <a:t>The standard deviation reflects the dispersion of the distribution. </a:t>
            </a:r>
          </a:p>
          <a:p>
            <a:r>
              <a:rPr lang="en-GB" dirty="0">
                <a:solidFill>
                  <a:schemeClr val="accent6">
                    <a:lumMod val="50000"/>
                  </a:schemeClr>
                </a:solidFill>
              </a:rPr>
              <a:t>The </a:t>
            </a:r>
            <a:r>
              <a:rPr lang="en-GB" b="1" dirty="0">
                <a:solidFill>
                  <a:schemeClr val="accent6">
                    <a:lumMod val="50000"/>
                  </a:schemeClr>
                </a:solidFill>
              </a:rPr>
              <a:t>curve with the </a:t>
            </a:r>
            <a:r>
              <a:rPr lang="en-GB" b="1" u="sng" dirty="0">
                <a:solidFill>
                  <a:schemeClr val="accent6">
                    <a:lumMod val="50000"/>
                  </a:schemeClr>
                </a:solidFill>
              </a:rPr>
              <a:t>lowest standard deviation </a:t>
            </a:r>
            <a:r>
              <a:rPr lang="en-GB" b="1" dirty="0">
                <a:solidFill>
                  <a:schemeClr val="accent6">
                    <a:lumMod val="50000"/>
                  </a:schemeClr>
                </a:solidFill>
              </a:rPr>
              <a:t>has a high peak and a </a:t>
            </a:r>
            <a:r>
              <a:rPr lang="en-GB" b="1" u="sng" dirty="0">
                <a:solidFill>
                  <a:schemeClr val="accent6">
                    <a:lumMod val="50000"/>
                  </a:schemeClr>
                </a:solidFill>
              </a:rPr>
              <a:t>small spread</a:t>
            </a:r>
            <a:r>
              <a:rPr lang="en-GB" dirty="0">
                <a:solidFill>
                  <a:schemeClr val="accent6">
                    <a:lumMod val="50000"/>
                  </a:schemeClr>
                </a:solidFill>
              </a:rPr>
              <a:t>, while the </a:t>
            </a:r>
            <a:r>
              <a:rPr lang="en-GB" b="1" dirty="0">
                <a:solidFill>
                  <a:schemeClr val="accent6">
                    <a:lumMod val="50000"/>
                  </a:schemeClr>
                </a:solidFill>
              </a:rPr>
              <a:t>curve with the </a:t>
            </a:r>
            <a:r>
              <a:rPr lang="en-GB" b="1" u="sng" dirty="0">
                <a:solidFill>
                  <a:schemeClr val="accent6">
                    <a:lumMod val="50000"/>
                  </a:schemeClr>
                </a:solidFill>
              </a:rPr>
              <a:t>highest standard deviation </a:t>
            </a:r>
            <a:r>
              <a:rPr lang="en-GB" b="1" dirty="0">
                <a:solidFill>
                  <a:schemeClr val="accent6">
                    <a:lumMod val="50000"/>
                  </a:schemeClr>
                </a:solidFill>
              </a:rPr>
              <a:t>is </a:t>
            </a:r>
            <a:r>
              <a:rPr lang="en-GB" b="1" u="sng" dirty="0">
                <a:solidFill>
                  <a:schemeClr val="accent6">
                    <a:lumMod val="50000"/>
                  </a:schemeClr>
                </a:solidFill>
              </a:rPr>
              <a:t>more flat and widespread</a:t>
            </a:r>
            <a:r>
              <a:rPr lang="en-GB" dirty="0">
                <a:solidFill>
                  <a:schemeClr val="accent6">
                    <a:lumMod val="50000"/>
                  </a:schemeClr>
                </a:solidFill>
              </a:rPr>
              <a:t>.</a:t>
            </a:r>
          </a:p>
        </p:txBody>
      </p:sp>
      <p:pic>
        <p:nvPicPr>
          <p:cNvPr id="8" name="Picture 7" descr="A small standard deviation results in a narrow curve, while a large standard deviation leads to a wide curve">
            <a:extLst>
              <a:ext uri="{FF2B5EF4-FFF2-40B4-BE49-F238E27FC236}">
                <a16:creationId xmlns:a16="http://schemas.microsoft.com/office/drawing/2014/main" id="{FCF51F43-3021-0AB2-17D4-BF80C54D2913}"/>
              </a:ext>
            </a:extLst>
          </p:cNvPr>
          <p:cNvPicPr>
            <a:picLocks noChangeAspect="1"/>
          </p:cNvPicPr>
          <p:nvPr/>
        </p:nvPicPr>
        <p:blipFill>
          <a:blip r:embed="rId2"/>
          <a:stretch>
            <a:fillRect/>
          </a:stretch>
        </p:blipFill>
        <p:spPr>
          <a:xfrm>
            <a:off x="1259632" y="3001355"/>
            <a:ext cx="6343650" cy="3333750"/>
          </a:xfrm>
          <a:prstGeom prst="rect">
            <a:avLst/>
          </a:prstGeom>
        </p:spPr>
      </p:pic>
      <p:cxnSp>
        <p:nvCxnSpPr>
          <p:cNvPr id="7" name="Straight Connector 6">
            <a:extLst>
              <a:ext uri="{FF2B5EF4-FFF2-40B4-BE49-F238E27FC236}">
                <a16:creationId xmlns:a16="http://schemas.microsoft.com/office/drawing/2014/main" id="{C0A2C275-7F75-D7FE-2027-B5707C713FE7}"/>
              </a:ext>
            </a:extLst>
          </p:cNvPr>
          <p:cNvCxnSpPr>
            <a:cxnSpLocks/>
          </p:cNvCxnSpPr>
          <p:nvPr/>
        </p:nvCxnSpPr>
        <p:spPr>
          <a:xfrm flipV="1">
            <a:off x="4932040" y="3429000"/>
            <a:ext cx="0" cy="2156778"/>
          </a:xfrm>
          <a:prstGeom prst="line">
            <a:avLst/>
          </a:prstGeom>
          <a:ln>
            <a:prstDash val="dash"/>
          </a:ln>
        </p:spPr>
        <p:style>
          <a:lnRef idx="1">
            <a:schemeClr val="accent3"/>
          </a:lnRef>
          <a:fillRef idx="0">
            <a:schemeClr val="accent3"/>
          </a:fillRef>
          <a:effectRef idx="0">
            <a:schemeClr val="accent3"/>
          </a:effectRef>
          <a:fontRef idx="minor">
            <a:schemeClr val="tx1"/>
          </a:fontRef>
        </p:style>
      </p:cxnSp>
      <p:sp>
        <p:nvSpPr>
          <p:cNvPr id="4" name="Footer Placeholder 3">
            <a:extLst>
              <a:ext uri="{FF2B5EF4-FFF2-40B4-BE49-F238E27FC236}">
                <a16:creationId xmlns:a16="http://schemas.microsoft.com/office/drawing/2014/main" id="{1824E844-EDFA-E0B3-20D4-0435C3EF06B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B3390160-EF34-53F5-C43E-BCD0135960A9}"/>
              </a:ext>
            </a:extLst>
          </p:cNvPr>
          <p:cNvSpPr>
            <a:spLocks noGrp="1"/>
          </p:cNvSpPr>
          <p:nvPr>
            <p:ph type="sldNum" sz="quarter" idx="4"/>
          </p:nvPr>
        </p:nvSpPr>
        <p:spPr/>
        <p:txBody>
          <a:bodyPr/>
          <a:lstStyle/>
          <a:p>
            <a:fld id="{9FD7ECCF-50E7-4327-B945-FA93FF7B2BEF}" type="slidenum">
              <a:rPr lang="en-US" smtClean="0"/>
              <a:pPr/>
              <a:t>44</a:t>
            </a:fld>
            <a:r>
              <a:rPr lang="en-GB"/>
              <a:t>/80</a:t>
            </a:r>
            <a:endParaRPr lang="en-US" dirty="0"/>
          </a:p>
        </p:txBody>
      </p:sp>
    </p:spTree>
    <p:extLst>
      <p:ext uri="{BB962C8B-B14F-4D97-AF65-F5344CB8AC3E}">
        <p14:creationId xmlns:p14="http://schemas.microsoft.com/office/powerpoint/2010/main" val="1989885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676CC-02AC-D9B8-470E-1DCAF81122DB}"/>
              </a:ext>
            </a:extLst>
          </p:cNvPr>
          <p:cNvSpPr>
            <a:spLocks noGrp="1"/>
          </p:cNvSpPr>
          <p:nvPr>
            <p:ph type="title"/>
          </p:nvPr>
        </p:nvSpPr>
        <p:spPr/>
        <p:txBody>
          <a:bodyPr/>
          <a:lstStyle/>
          <a:p>
            <a:r>
              <a:rPr lang="en-GB" dirty="0"/>
              <a:t>Skewness</a:t>
            </a:r>
          </a:p>
        </p:txBody>
      </p:sp>
      <p:sp>
        <p:nvSpPr>
          <p:cNvPr id="3" name="Content Placeholder 2">
            <a:extLst>
              <a:ext uri="{FF2B5EF4-FFF2-40B4-BE49-F238E27FC236}">
                <a16:creationId xmlns:a16="http://schemas.microsoft.com/office/drawing/2014/main" id="{6E0AB9CB-2146-17B5-5767-BA73D11046F4}"/>
              </a:ext>
            </a:extLst>
          </p:cNvPr>
          <p:cNvSpPr>
            <a:spLocks noGrp="1"/>
          </p:cNvSpPr>
          <p:nvPr>
            <p:ph sz="quarter" idx="1"/>
          </p:nvPr>
        </p:nvSpPr>
        <p:spPr>
          <a:xfrm>
            <a:off x="612648" y="1600200"/>
            <a:ext cx="8153400" cy="2096857"/>
          </a:xfrm>
        </p:spPr>
        <p:txBody>
          <a:bodyPr>
            <a:noAutofit/>
          </a:bodyPr>
          <a:lstStyle/>
          <a:p>
            <a:r>
              <a:rPr lang="en-GB" sz="1800" b="0" i="0" dirty="0">
                <a:solidFill>
                  <a:schemeClr val="accent6">
                    <a:lumMod val="50000"/>
                  </a:schemeClr>
                </a:solidFill>
                <a:effectLst/>
              </a:rPr>
              <a:t>In a normal distribution, </a:t>
            </a:r>
            <a:r>
              <a:rPr lang="en-GB" sz="1800" b="1" i="0" dirty="0">
                <a:solidFill>
                  <a:schemeClr val="accent6">
                    <a:lumMod val="50000"/>
                  </a:schemeClr>
                </a:solidFill>
                <a:effectLst/>
              </a:rPr>
              <a:t>data is symmetrically distributed </a:t>
            </a:r>
            <a:r>
              <a:rPr lang="en-GB" sz="1800" b="0" i="0" dirty="0">
                <a:solidFill>
                  <a:schemeClr val="accent6">
                    <a:lumMod val="50000"/>
                  </a:schemeClr>
                </a:solidFill>
                <a:effectLst/>
              </a:rPr>
              <a:t>with </a:t>
            </a:r>
            <a:r>
              <a:rPr lang="en-GB" sz="1800" dirty="0">
                <a:solidFill>
                  <a:schemeClr val="accent6">
                    <a:lumMod val="50000"/>
                  </a:schemeClr>
                </a:solidFill>
              </a:rPr>
              <a:t>no skew. </a:t>
            </a:r>
          </a:p>
          <a:p>
            <a:pPr algn="l"/>
            <a:r>
              <a:rPr lang="en-GB" sz="1800" b="1" i="0" dirty="0">
                <a:solidFill>
                  <a:schemeClr val="accent6">
                    <a:lumMod val="50000"/>
                  </a:schemeClr>
                </a:solidFill>
                <a:effectLst/>
              </a:rPr>
              <a:t>Skewness</a:t>
            </a:r>
            <a:r>
              <a:rPr lang="en-GB" sz="1800" b="0" i="0" dirty="0">
                <a:solidFill>
                  <a:schemeClr val="accent6">
                    <a:lumMod val="50000"/>
                  </a:schemeClr>
                </a:solidFill>
                <a:effectLst/>
              </a:rPr>
              <a:t> is a measure of the asymmetry of a distribution. A distribution is asymmetrical when its left and right side are not mirror images.</a:t>
            </a:r>
          </a:p>
          <a:p>
            <a:pPr algn="l"/>
            <a:r>
              <a:rPr lang="en-GB" sz="1800" b="0" i="0" dirty="0">
                <a:solidFill>
                  <a:schemeClr val="accent6">
                    <a:lumMod val="50000"/>
                  </a:schemeClr>
                </a:solidFill>
                <a:effectLst/>
              </a:rPr>
              <a:t>A distribution can have </a:t>
            </a:r>
            <a:r>
              <a:rPr lang="en-GB" sz="1800" b="1" i="0" dirty="0">
                <a:solidFill>
                  <a:schemeClr val="accent6">
                    <a:lumMod val="50000"/>
                  </a:schemeClr>
                </a:solidFill>
                <a:effectLst/>
              </a:rPr>
              <a:t>right</a:t>
            </a:r>
            <a:r>
              <a:rPr lang="en-GB" sz="1800" b="0" i="0" dirty="0">
                <a:solidFill>
                  <a:schemeClr val="accent6">
                    <a:lumMod val="50000"/>
                  </a:schemeClr>
                </a:solidFill>
                <a:effectLst/>
              </a:rPr>
              <a:t> (or positive), </a:t>
            </a:r>
            <a:r>
              <a:rPr lang="en-GB" sz="1800" b="1" i="0" dirty="0">
                <a:solidFill>
                  <a:schemeClr val="accent6">
                    <a:lumMod val="50000"/>
                  </a:schemeClr>
                </a:solidFill>
                <a:effectLst/>
              </a:rPr>
              <a:t>left</a:t>
            </a:r>
            <a:r>
              <a:rPr lang="en-GB" sz="1800" b="0" i="0" dirty="0">
                <a:solidFill>
                  <a:schemeClr val="accent6">
                    <a:lumMod val="50000"/>
                  </a:schemeClr>
                </a:solidFill>
                <a:effectLst/>
              </a:rPr>
              <a:t> (or negative), or </a:t>
            </a:r>
            <a:r>
              <a:rPr lang="en-GB" sz="1800" b="1" i="0" dirty="0">
                <a:solidFill>
                  <a:schemeClr val="accent6">
                    <a:lumMod val="50000"/>
                  </a:schemeClr>
                </a:solidFill>
                <a:effectLst/>
              </a:rPr>
              <a:t>zero</a:t>
            </a:r>
            <a:r>
              <a:rPr lang="en-GB" sz="1800" b="0" i="0" dirty="0">
                <a:solidFill>
                  <a:schemeClr val="accent6">
                    <a:lumMod val="50000"/>
                  </a:schemeClr>
                </a:solidFill>
                <a:effectLst/>
              </a:rPr>
              <a:t> skewness. </a:t>
            </a:r>
          </a:p>
          <a:p>
            <a:pPr algn="l"/>
            <a:r>
              <a:rPr lang="en-GB" sz="1800" b="0" i="0" dirty="0">
                <a:solidFill>
                  <a:schemeClr val="accent6">
                    <a:lumMod val="50000"/>
                  </a:schemeClr>
                </a:solidFill>
                <a:effectLst/>
              </a:rPr>
              <a:t>A </a:t>
            </a:r>
            <a:r>
              <a:rPr lang="en-GB" sz="1800" b="1" i="0" dirty="0">
                <a:solidFill>
                  <a:schemeClr val="accent6">
                    <a:lumMod val="50000"/>
                  </a:schemeClr>
                </a:solidFill>
                <a:effectLst/>
              </a:rPr>
              <a:t>right-skewed</a:t>
            </a:r>
            <a:r>
              <a:rPr lang="en-GB" sz="1800" b="0" i="0" dirty="0">
                <a:solidFill>
                  <a:schemeClr val="accent6">
                    <a:lumMod val="50000"/>
                  </a:schemeClr>
                </a:solidFill>
                <a:effectLst/>
              </a:rPr>
              <a:t> distribution is longer on the right side of its peak</a:t>
            </a:r>
          </a:p>
          <a:p>
            <a:pPr algn="l"/>
            <a:r>
              <a:rPr lang="en-GB" sz="1800" dirty="0">
                <a:solidFill>
                  <a:schemeClr val="accent6">
                    <a:lumMod val="50000"/>
                  </a:schemeClr>
                </a:solidFill>
              </a:rPr>
              <a:t>A </a:t>
            </a:r>
            <a:r>
              <a:rPr lang="en-GB" sz="1800" b="1" i="0" dirty="0">
                <a:solidFill>
                  <a:schemeClr val="accent6">
                    <a:lumMod val="50000"/>
                  </a:schemeClr>
                </a:solidFill>
                <a:effectLst/>
              </a:rPr>
              <a:t>left-skewed</a:t>
            </a:r>
            <a:r>
              <a:rPr lang="en-GB" sz="1800" b="0" i="0" dirty="0">
                <a:solidFill>
                  <a:schemeClr val="accent6">
                    <a:lumMod val="50000"/>
                  </a:schemeClr>
                </a:solidFill>
                <a:effectLst/>
              </a:rPr>
              <a:t> distribution is longer on the right side of its peak</a:t>
            </a:r>
          </a:p>
          <a:p>
            <a:endParaRPr lang="en-GB" sz="1800" dirty="0">
              <a:solidFill>
                <a:schemeClr val="accent6">
                  <a:lumMod val="50000"/>
                </a:schemeClr>
              </a:solidFill>
            </a:endParaRPr>
          </a:p>
        </p:txBody>
      </p:sp>
      <p:pic>
        <p:nvPicPr>
          <p:cNvPr id="5" name="Picture 4" descr="right-skewed distribution is longer on the right side of its peak&#10;A left-skewed distribution is longer on the right side of its peak&#10;">
            <a:extLst>
              <a:ext uri="{FF2B5EF4-FFF2-40B4-BE49-F238E27FC236}">
                <a16:creationId xmlns:a16="http://schemas.microsoft.com/office/drawing/2014/main" id="{70879D39-7F46-45B1-9747-257503F60A11}"/>
              </a:ext>
            </a:extLst>
          </p:cNvPr>
          <p:cNvPicPr>
            <a:picLocks noChangeAspect="1"/>
          </p:cNvPicPr>
          <p:nvPr/>
        </p:nvPicPr>
        <p:blipFill>
          <a:blip r:embed="rId2"/>
          <a:stretch>
            <a:fillRect/>
          </a:stretch>
        </p:blipFill>
        <p:spPr>
          <a:xfrm>
            <a:off x="377952" y="3933056"/>
            <a:ext cx="4187953" cy="2079151"/>
          </a:xfrm>
          <a:prstGeom prst="rect">
            <a:avLst/>
          </a:prstGeom>
        </p:spPr>
      </p:pic>
      <p:pic>
        <p:nvPicPr>
          <p:cNvPr id="10" name="Picture 9" descr="right-skewed distribution is longer on the right side of its peak&#10;A left-skewed distribution is longer on the right side of its peak&#10;">
            <a:extLst>
              <a:ext uri="{FF2B5EF4-FFF2-40B4-BE49-F238E27FC236}">
                <a16:creationId xmlns:a16="http://schemas.microsoft.com/office/drawing/2014/main" id="{5E080B2B-7351-57F1-A5CC-065A04A31681}"/>
              </a:ext>
            </a:extLst>
          </p:cNvPr>
          <p:cNvPicPr>
            <a:picLocks noChangeAspect="1"/>
          </p:cNvPicPr>
          <p:nvPr/>
        </p:nvPicPr>
        <p:blipFill>
          <a:blip r:embed="rId3"/>
          <a:stretch>
            <a:fillRect/>
          </a:stretch>
        </p:blipFill>
        <p:spPr>
          <a:xfrm>
            <a:off x="4592765" y="4034068"/>
            <a:ext cx="4422128" cy="2214138"/>
          </a:xfrm>
          <a:prstGeom prst="rect">
            <a:avLst/>
          </a:prstGeom>
        </p:spPr>
      </p:pic>
      <p:sp>
        <p:nvSpPr>
          <p:cNvPr id="7" name="Footer Placeholder 6">
            <a:extLst>
              <a:ext uri="{FF2B5EF4-FFF2-40B4-BE49-F238E27FC236}">
                <a16:creationId xmlns:a16="http://schemas.microsoft.com/office/drawing/2014/main" id="{E96A53C5-1907-77E3-A58D-DDAC6EACA27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C9C77AC1-8A03-026B-6561-B5CBFB029A6A}"/>
              </a:ext>
            </a:extLst>
          </p:cNvPr>
          <p:cNvSpPr>
            <a:spLocks noGrp="1"/>
          </p:cNvSpPr>
          <p:nvPr>
            <p:ph type="sldNum" sz="quarter" idx="4"/>
          </p:nvPr>
        </p:nvSpPr>
        <p:spPr/>
        <p:txBody>
          <a:bodyPr/>
          <a:lstStyle/>
          <a:p>
            <a:fld id="{9FD7ECCF-50E7-4327-B945-FA93FF7B2BEF}" type="slidenum">
              <a:rPr lang="en-US" smtClean="0"/>
              <a:pPr/>
              <a:t>45</a:t>
            </a:fld>
            <a:r>
              <a:rPr lang="en-GB"/>
              <a:t>/80</a:t>
            </a:r>
            <a:endParaRPr lang="en-US" dirty="0"/>
          </a:p>
        </p:txBody>
      </p:sp>
    </p:spTree>
    <p:extLst>
      <p:ext uri="{BB962C8B-B14F-4D97-AF65-F5344CB8AC3E}">
        <p14:creationId xmlns:p14="http://schemas.microsoft.com/office/powerpoint/2010/main" val="18604129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453E7-6FA8-F9C0-4931-3261C2244E82}"/>
              </a:ext>
            </a:extLst>
          </p:cNvPr>
          <p:cNvSpPr>
            <a:spLocks noGrp="1"/>
          </p:cNvSpPr>
          <p:nvPr>
            <p:ph type="title"/>
          </p:nvPr>
        </p:nvSpPr>
        <p:spPr/>
        <p:txBody>
          <a:bodyPr>
            <a:normAutofit fontScale="90000"/>
          </a:bodyPr>
          <a:lstStyle/>
          <a:p>
            <a:r>
              <a:rPr lang="en-GB" dirty="0"/>
              <a:t>Generally for the value of Skewness</a:t>
            </a:r>
          </a:p>
        </p:txBody>
      </p:sp>
      <p:graphicFrame>
        <p:nvGraphicFramePr>
          <p:cNvPr id="6" name="Table 5">
            <a:extLst>
              <a:ext uri="{FF2B5EF4-FFF2-40B4-BE49-F238E27FC236}">
                <a16:creationId xmlns:a16="http://schemas.microsoft.com/office/drawing/2014/main" id="{5686D4FD-4C52-0B5E-71CB-9970155E3D0A}"/>
              </a:ext>
            </a:extLst>
          </p:cNvPr>
          <p:cNvGraphicFramePr>
            <a:graphicFrameLocks noGrp="1"/>
          </p:cNvGraphicFramePr>
          <p:nvPr>
            <p:extLst>
              <p:ext uri="{D42A27DB-BD31-4B8C-83A1-F6EECF244321}">
                <p14:modId xmlns:p14="http://schemas.microsoft.com/office/powerpoint/2010/main" val="2295215676"/>
              </p:ext>
            </p:extLst>
          </p:nvPr>
        </p:nvGraphicFramePr>
        <p:xfrm>
          <a:off x="611560" y="1772816"/>
          <a:ext cx="8280919" cy="3744417"/>
        </p:xfrm>
        <a:graphic>
          <a:graphicData uri="http://schemas.openxmlformats.org/drawingml/2006/table">
            <a:tbl>
              <a:tblPr firstRow="1" bandRow="1">
                <a:tableStyleId>{21E4AEA4-8DFA-4A89-87EB-49C32662AFE0}</a:tableStyleId>
              </a:tblPr>
              <a:tblGrid>
                <a:gridCol w="3600400">
                  <a:extLst>
                    <a:ext uri="{9D8B030D-6E8A-4147-A177-3AD203B41FA5}">
                      <a16:colId xmlns:a16="http://schemas.microsoft.com/office/drawing/2014/main" val="1623460434"/>
                    </a:ext>
                  </a:extLst>
                </a:gridCol>
                <a:gridCol w="3384376">
                  <a:extLst>
                    <a:ext uri="{9D8B030D-6E8A-4147-A177-3AD203B41FA5}">
                      <a16:colId xmlns:a16="http://schemas.microsoft.com/office/drawing/2014/main" val="3679095216"/>
                    </a:ext>
                  </a:extLst>
                </a:gridCol>
                <a:gridCol w="1296143">
                  <a:extLst>
                    <a:ext uri="{9D8B030D-6E8A-4147-A177-3AD203B41FA5}">
                      <a16:colId xmlns:a16="http://schemas.microsoft.com/office/drawing/2014/main" val="2142703173"/>
                    </a:ext>
                  </a:extLst>
                </a:gridCol>
              </a:tblGrid>
              <a:tr h="713181">
                <a:tc>
                  <a:txBody>
                    <a:bodyPr/>
                    <a:lstStyle/>
                    <a:p>
                      <a:pPr algn="ctr"/>
                      <a:r>
                        <a:rPr kumimoji="0" lang="en-GB" sz="1800" b="0" kern="1200" dirty="0">
                          <a:solidFill>
                            <a:schemeClr val="tx1">
                              <a:lumMod val="95000"/>
                              <a:lumOff val="5000"/>
                            </a:schemeClr>
                          </a:solidFill>
                        </a:rPr>
                        <a:t>Skewness values</a:t>
                      </a:r>
                      <a:endParaRPr kumimoji="0" lang="en-GB" sz="1800" b="0" kern="1200" dirty="0">
                        <a:solidFill>
                          <a:schemeClr val="tx1">
                            <a:lumMod val="95000"/>
                            <a:lumOff val="5000"/>
                          </a:schemeClr>
                        </a:solidFill>
                        <a:latin typeface="+mn-lt"/>
                        <a:ea typeface="+mn-ea"/>
                        <a:cs typeface="+mn-cs"/>
                      </a:endParaRPr>
                    </a:p>
                  </a:txBody>
                  <a:tcPr anchor="ctr"/>
                </a:tc>
                <a:tc>
                  <a:txBody>
                    <a:bodyPr/>
                    <a:lstStyle/>
                    <a:p>
                      <a:pPr algn="ctr"/>
                      <a:endParaRPr kumimoji="0" lang="en-GB" sz="1800" b="0" kern="1200" dirty="0">
                        <a:solidFill>
                          <a:schemeClr val="tx1">
                            <a:lumMod val="95000"/>
                            <a:lumOff val="5000"/>
                          </a:schemeClr>
                        </a:solidFill>
                        <a:latin typeface="+mn-lt"/>
                        <a:ea typeface="+mn-ea"/>
                        <a:cs typeface="+mn-cs"/>
                      </a:endParaRPr>
                    </a:p>
                  </a:txBody>
                  <a:tcPr anchor="ctr"/>
                </a:tc>
                <a:tc>
                  <a:txBody>
                    <a:bodyPr/>
                    <a:lstStyle/>
                    <a:p>
                      <a:pPr algn="ctr"/>
                      <a:endParaRPr kumimoji="0" lang="en-GB" sz="1800" b="0" kern="1200">
                        <a:solidFill>
                          <a:schemeClr val="tx1">
                            <a:lumMod val="95000"/>
                            <a:lumOff val="5000"/>
                          </a:schemeClr>
                        </a:solidFill>
                        <a:latin typeface="+mn-lt"/>
                        <a:ea typeface="+mn-ea"/>
                        <a:cs typeface="+mn-cs"/>
                      </a:endParaRPr>
                    </a:p>
                  </a:txBody>
                  <a:tcPr anchor="ctr"/>
                </a:tc>
                <a:extLst>
                  <a:ext uri="{0D108BD9-81ED-4DB2-BD59-A6C34878D82A}">
                    <a16:rowId xmlns:a16="http://schemas.microsoft.com/office/drawing/2014/main" val="1772890405"/>
                  </a:ext>
                </a:extLst>
              </a:tr>
              <a:tr h="757809">
                <a:tc>
                  <a:txBody>
                    <a:bodyPr/>
                    <a:lstStyle/>
                    <a:p>
                      <a:pPr algn="ctr"/>
                      <a:r>
                        <a:rPr kumimoji="0" lang="en-GB" sz="1800" b="0" kern="1200" dirty="0">
                          <a:solidFill>
                            <a:schemeClr val="tx1">
                              <a:lumMod val="95000"/>
                              <a:lumOff val="5000"/>
                            </a:schemeClr>
                          </a:solidFill>
                        </a:rPr>
                        <a:t>If skewness is between -0.5 and 0.5</a:t>
                      </a:r>
                      <a:endParaRPr kumimoji="0" lang="en-GB" sz="1800" b="0" kern="1200" dirty="0">
                        <a:solidFill>
                          <a:schemeClr val="tx1">
                            <a:lumMod val="95000"/>
                            <a:lumOff val="5000"/>
                          </a:schemeClr>
                        </a:solidFill>
                        <a:latin typeface="+mn-lt"/>
                        <a:ea typeface="+mn-ea"/>
                        <a:cs typeface="+mn-cs"/>
                      </a:endParaRPr>
                    </a:p>
                  </a:txBody>
                  <a:tcPr anchor="ctr">
                    <a:lnB w="28575" cap="flat" cmpd="sng" algn="ctr">
                      <a:solidFill>
                        <a:schemeClr val="tx1"/>
                      </a:solidFill>
                      <a:prstDash val="solid"/>
                      <a:round/>
                      <a:headEnd type="none" w="med" len="med"/>
                      <a:tailEnd type="none" w="med" len="med"/>
                    </a:lnB>
                  </a:tcPr>
                </a:tc>
                <a:tc>
                  <a:txBody>
                    <a:bodyPr/>
                    <a:lstStyle/>
                    <a:p>
                      <a:pPr algn="ctr"/>
                      <a:r>
                        <a:rPr kumimoji="0" lang="en-GB" sz="1800" b="0" kern="1200" dirty="0">
                          <a:solidFill>
                            <a:schemeClr val="tx1">
                              <a:lumMod val="95000"/>
                              <a:lumOff val="5000"/>
                            </a:schemeClr>
                          </a:solidFill>
                        </a:rPr>
                        <a:t>Negligibly skewed, approximately symmetric</a:t>
                      </a:r>
                      <a:endParaRPr kumimoji="0" lang="en-GB" sz="1800" b="0" kern="1200" dirty="0">
                        <a:solidFill>
                          <a:schemeClr val="tx1">
                            <a:lumMod val="95000"/>
                            <a:lumOff val="5000"/>
                          </a:schemeClr>
                        </a:solidFill>
                        <a:latin typeface="+mn-lt"/>
                        <a:ea typeface="+mn-ea"/>
                        <a:cs typeface="+mn-cs"/>
                      </a:endParaRPr>
                    </a:p>
                  </a:txBody>
                  <a:tcPr anchor="ctr">
                    <a:lnB w="28575" cap="flat" cmpd="sng" algn="ctr">
                      <a:solidFill>
                        <a:schemeClr val="tx1"/>
                      </a:solidFill>
                      <a:prstDash val="solid"/>
                      <a:round/>
                      <a:headEnd type="none" w="med" len="med"/>
                      <a:tailEnd type="none" w="med" len="med"/>
                    </a:lnB>
                  </a:tcPr>
                </a:tc>
                <a:tc>
                  <a:txBody>
                    <a:bodyPr/>
                    <a:lstStyle/>
                    <a:p>
                      <a:pPr algn="ctr"/>
                      <a:endParaRPr kumimoji="0" lang="en-GB" sz="1800" b="0" kern="1200">
                        <a:solidFill>
                          <a:schemeClr val="tx1">
                            <a:lumMod val="95000"/>
                            <a:lumOff val="5000"/>
                          </a:schemeClr>
                        </a:solidFill>
                        <a:latin typeface="+mn-lt"/>
                        <a:ea typeface="+mn-ea"/>
                        <a:cs typeface="+mn-cs"/>
                      </a:endParaRPr>
                    </a:p>
                  </a:txBody>
                  <a:tcPr anchor="ct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3088957"/>
                  </a:ext>
                </a:extLst>
              </a:tr>
              <a:tr h="757809">
                <a:tc>
                  <a:txBody>
                    <a:bodyPr/>
                    <a:lstStyle/>
                    <a:p>
                      <a:pPr algn="ctr"/>
                      <a:r>
                        <a:rPr kumimoji="0" lang="en-GB" sz="1800" b="0" kern="1200" dirty="0">
                          <a:solidFill>
                            <a:schemeClr val="tx1">
                              <a:lumMod val="95000"/>
                              <a:lumOff val="5000"/>
                            </a:schemeClr>
                          </a:solidFill>
                        </a:rPr>
                        <a:t>If skewness is between -1 and -0.5</a:t>
                      </a:r>
                      <a:endParaRPr kumimoji="0" lang="en-GB" sz="1800" b="0" kern="1200" dirty="0">
                        <a:solidFill>
                          <a:schemeClr val="tx1">
                            <a:lumMod val="95000"/>
                            <a:lumOff val="5000"/>
                          </a:schemeClr>
                        </a:solidFill>
                        <a:latin typeface="+mn-lt"/>
                        <a:ea typeface="+mn-ea"/>
                        <a:cs typeface="+mn-cs"/>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kumimoji="0" lang="en-GB" sz="1800" b="0" kern="1200" dirty="0">
                          <a:solidFill>
                            <a:schemeClr val="tx1">
                              <a:lumMod val="95000"/>
                              <a:lumOff val="5000"/>
                            </a:schemeClr>
                          </a:solidFill>
                        </a:rPr>
                        <a:t>Negatively or left skewed</a:t>
                      </a:r>
                      <a:endParaRPr kumimoji="0" lang="en-GB" sz="1800" b="0" kern="1200" dirty="0">
                        <a:solidFill>
                          <a:schemeClr val="tx1">
                            <a:lumMod val="95000"/>
                            <a:lumOff val="5000"/>
                          </a:schemeClr>
                        </a:solidFill>
                        <a:latin typeface="+mn-lt"/>
                        <a:ea typeface="+mn-ea"/>
                        <a:cs typeface="+mn-cs"/>
                      </a:endParaRPr>
                    </a:p>
                  </a:txBody>
                  <a:tcPr anchor="ctr">
                    <a:lnT w="28575" cap="flat" cmpd="sng" algn="ctr">
                      <a:solidFill>
                        <a:schemeClr val="tx1"/>
                      </a:solidFill>
                      <a:prstDash val="solid"/>
                      <a:round/>
                      <a:headEnd type="none" w="med" len="med"/>
                      <a:tailEnd type="none" w="med" len="med"/>
                    </a:lnT>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kern="1200" dirty="0">
                          <a:solidFill>
                            <a:schemeClr val="tx1">
                              <a:lumMod val="95000"/>
                              <a:lumOff val="5000"/>
                            </a:schemeClr>
                          </a:solidFill>
                        </a:rPr>
                        <a:t>Moderately skewed</a:t>
                      </a:r>
                      <a:endParaRPr kumimoji="0" lang="en-GB" sz="1800" b="0" kern="1200" dirty="0">
                        <a:solidFill>
                          <a:schemeClr val="tx1">
                            <a:lumMod val="95000"/>
                            <a:lumOff val="5000"/>
                          </a:schemeClr>
                        </a:solidFill>
                        <a:latin typeface="+mn-lt"/>
                        <a:ea typeface="+mn-ea"/>
                        <a:cs typeface="+mn-cs"/>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0733150"/>
                  </a:ext>
                </a:extLst>
              </a:tr>
              <a:tr h="757809">
                <a:tc>
                  <a:txBody>
                    <a:bodyPr/>
                    <a:lstStyle/>
                    <a:p>
                      <a:pPr algn="ctr"/>
                      <a:r>
                        <a:rPr kumimoji="0" lang="en-GB" sz="1800" b="0" kern="1200" dirty="0">
                          <a:solidFill>
                            <a:schemeClr val="tx1">
                              <a:lumMod val="95000"/>
                              <a:lumOff val="5000"/>
                            </a:schemeClr>
                          </a:solidFill>
                        </a:rPr>
                        <a:t>If skewness is between 0.5 and 1</a:t>
                      </a:r>
                      <a:endParaRPr kumimoji="0" lang="en-GB" sz="1800" b="0" kern="1200" dirty="0">
                        <a:solidFill>
                          <a:schemeClr val="tx1">
                            <a:lumMod val="95000"/>
                            <a:lumOff val="5000"/>
                          </a:schemeClr>
                        </a:solidFill>
                        <a:latin typeface="+mn-lt"/>
                        <a:ea typeface="+mn-ea"/>
                        <a:cs typeface="+mn-cs"/>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kumimoji="0" lang="en-GB" sz="1800" b="0" kern="1200" dirty="0">
                          <a:solidFill>
                            <a:schemeClr val="tx1">
                              <a:lumMod val="95000"/>
                              <a:lumOff val="5000"/>
                            </a:schemeClr>
                          </a:solidFill>
                        </a:rPr>
                        <a:t>Positively or right skewed</a:t>
                      </a:r>
                      <a:endParaRPr kumimoji="0" lang="en-GB" sz="1800" b="0" kern="1200" dirty="0">
                        <a:solidFill>
                          <a:schemeClr val="tx1">
                            <a:lumMod val="95000"/>
                            <a:lumOff val="5000"/>
                          </a:schemeClr>
                        </a:solidFill>
                        <a:latin typeface="+mn-lt"/>
                        <a:ea typeface="+mn-ea"/>
                        <a:cs typeface="+mn-cs"/>
                      </a:endParaRPr>
                    </a:p>
                  </a:txBody>
                  <a:tcPr anchor="ctr">
                    <a:lnB w="28575" cap="flat" cmpd="sng" algn="ctr">
                      <a:solidFill>
                        <a:schemeClr val="tx1"/>
                      </a:solidFill>
                      <a:prstDash val="solid"/>
                      <a:round/>
                      <a:headEnd type="none" w="med" len="med"/>
                      <a:tailEnd type="none" w="med" len="med"/>
                    </a:lnB>
                  </a:tcPr>
                </a:tc>
                <a:tc vMerge="1">
                  <a:txBody>
                    <a:bodyPr/>
                    <a:lstStyle/>
                    <a:p>
                      <a:endParaRPr lang="en-GB" dirty="0"/>
                    </a:p>
                  </a:txBody>
                  <a:tcPr/>
                </a:tc>
                <a:extLst>
                  <a:ext uri="{0D108BD9-81ED-4DB2-BD59-A6C34878D82A}">
                    <a16:rowId xmlns:a16="http://schemas.microsoft.com/office/drawing/2014/main" val="1857848621"/>
                  </a:ext>
                </a:extLst>
              </a:tr>
              <a:tr h="757809">
                <a:tc>
                  <a:txBody>
                    <a:bodyPr/>
                    <a:lstStyle/>
                    <a:p>
                      <a:pPr algn="ctr"/>
                      <a:r>
                        <a:rPr kumimoji="0" lang="en-GB" sz="1800" b="0" kern="1200" dirty="0">
                          <a:solidFill>
                            <a:schemeClr val="tx1">
                              <a:lumMod val="95000"/>
                              <a:lumOff val="5000"/>
                            </a:schemeClr>
                          </a:solidFill>
                        </a:rPr>
                        <a:t>If skewness is less than -1 or greater than 1</a:t>
                      </a:r>
                      <a:endParaRPr kumimoji="0" lang="en-GB" sz="1800" b="0" kern="1200" dirty="0">
                        <a:solidFill>
                          <a:schemeClr val="tx1">
                            <a:lumMod val="95000"/>
                            <a:lumOff val="5000"/>
                          </a:schemeClr>
                        </a:solidFill>
                        <a:latin typeface="+mn-lt"/>
                        <a:ea typeface="+mn-ea"/>
                        <a:cs typeface="+mn-cs"/>
                      </a:endParaRPr>
                    </a:p>
                  </a:txBody>
                  <a:tcPr anchor="ctr">
                    <a:lnT w="28575" cap="flat" cmpd="sng" algn="ctr">
                      <a:solidFill>
                        <a:schemeClr val="tx1"/>
                      </a:solidFill>
                      <a:prstDash val="solid"/>
                      <a:round/>
                      <a:headEnd type="none" w="med" len="med"/>
                      <a:tailEnd type="none" w="med" len="med"/>
                    </a:lnT>
                  </a:tcPr>
                </a:tc>
                <a:tc>
                  <a:txBody>
                    <a:bodyPr/>
                    <a:lstStyle/>
                    <a:p>
                      <a:pPr algn="ctr"/>
                      <a:r>
                        <a:rPr kumimoji="0" lang="en-GB" sz="1800" b="0" kern="1200" dirty="0">
                          <a:solidFill>
                            <a:schemeClr val="tx1">
                              <a:lumMod val="95000"/>
                              <a:lumOff val="5000"/>
                            </a:schemeClr>
                          </a:solidFill>
                        </a:rPr>
                        <a:t>Heavily or highly skewed</a:t>
                      </a:r>
                      <a:endParaRPr kumimoji="0" lang="en-GB" sz="1800" b="0" kern="1200" dirty="0">
                        <a:solidFill>
                          <a:schemeClr val="tx1">
                            <a:lumMod val="95000"/>
                            <a:lumOff val="5000"/>
                          </a:schemeClr>
                        </a:solidFill>
                        <a:latin typeface="+mn-lt"/>
                        <a:ea typeface="+mn-ea"/>
                        <a:cs typeface="+mn-cs"/>
                      </a:endParaRPr>
                    </a:p>
                  </a:txBody>
                  <a:tcPr anchor="ctr">
                    <a:lnT w="28575" cap="flat" cmpd="sng" algn="ctr">
                      <a:solidFill>
                        <a:schemeClr val="tx1"/>
                      </a:solidFill>
                      <a:prstDash val="solid"/>
                      <a:round/>
                      <a:headEnd type="none" w="med" len="med"/>
                      <a:tailEnd type="none" w="med" len="med"/>
                    </a:lnT>
                  </a:tcPr>
                </a:tc>
                <a:tc>
                  <a:txBody>
                    <a:bodyPr/>
                    <a:lstStyle/>
                    <a:p>
                      <a:pPr algn="ctr"/>
                      <a:endParaRPr kumimoji="0" lang="en-GB" sz="1800" b="0" kern="1200" dirty="0">
                        <a:solidFill>
                          <a:schemeClr val="tx1">
                            <a:lumMod val="95000"/>
                            <a:lumOff val="5000"/>
                          </a:schemeClr>
                        </a:solidFill>
                        <a:latin typeface="+mn-lt"/>
                        <a:ea typeface="+mn-ea"/>
                        <a:cs typeface="+mn-cs"/>
                      </a:endParaRPr>
                    </a:p>
                  </a:txBody>
                  <a:tcPr anchor="ct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85484353"/>
                  </a:ext>
                </a:extLst>
              </a:tr>
            </a:tbl>
          </a:graphicData>
        </a:graphic>
      </p:graphicFrame>
      <p:sp>
        <p:nvSpPr>
          <p:cNvPr id="4" name="Footer Placeholder 3">
            <a:extLst>
              <a:ext uri="{FF2B5EF4-FFF2-40B4-BE49-F238E27FC236}">
                <a16:creationId xmlns:a16="http://schemas.microsoft.com/office/drawing/2014/main" id="{6A1E2BDF-B230-E09A-5DDB-FC3CC281C5A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280EAC72-4F62-C9FA-6042-565C6F0FD982}"/>
              </a:ext>
            </a:extLst>
          </p:cNvPr>
          <p:cNvSpPr>
            <a:spLocks noGrp="1"/>
          </p:cNvSpPr>
          <p:nvPr>
            <p:ph type="sldNum" sz="quarter" idx="4"/>
          </p:nvPr>
        </p:nvSpPr>
        <p:spPr/>
        <p:txBody>
          <a:bodyPr/>
          <a:lstStyle/>
          <a:p>
            <a:fld id="{9FD7ECCF-50E7-4327-B945-FA93FF7B2BEF}" type="slidenum">
              <a:rPr lang="en-US" smtClean="0"/>
              <a:pPr/>
              <a:t>46</a:t>
            </a:fld>
            <a:r>
              <a:rPr lang="en-GB"/>
              <a:t>/80</a:t>
            </a:r>
            <a:endParaRPr lang="en-US" dirty="0"/>
          </a:p>
        </p:txBody>
      </p:sp>
    </p:spTree>
    <p:extLst>
      <p:ext uri="{BB962C8B-B14F-4D97-AF65-F5344CB8AC3E}">
        <p14:creationId xmlns:p14="http://schemas.microsoft.com/office/powerpoint/2010/main" val="39713614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F910-FB5B-8BEC-AEB1-887EF8C46840}"/>
              </a:ext>
            </a:extLst>
          </p:cNvPr>
          <p:cNvSpPr>
            <a:spLocks noGrp="1"/>
          </p:cNvSpPr>
          <p:nvPr>
            <p:ph type="title"/>
          </p:nvPr>
        </p:nvSpPr>
        <p:spPr/>
        <p:txBody>
          <a:bodyPr/>
          <a:lstStyle/>
          <a:p>
            <a:r>
              <a:rPr lang="en-GB" dirty="0"/>
              <a:t>Kurtosis</a:t>
            </a:r>
          </a:p>
        </p:txBody>
      </p:sp>
      <p:sp>
        <p:nvSpPr>
          <p:cNvPr id="3" name="Content Placeholder 2">
            <a:extLst>
              <a:ext uri="{FF2B5EF4-FFF2-40B4-BE49-F238E27FC236}">
                <a16:creationId xmlns:a16="http://schemas.microsoft.com/office/drawing/2014/main" id="{7DBBCAF9-7559-FAB8-5076-C9292AB85DEE}"/>
              </a:ext>
            </a:extLst>
          </p:cNvPr>
          <p:cNvSpPr>
            <a:spLocks noGrp="1"/>
          </p:cNvSpPr>
          <p:nvPr>
            <p:ph sz="quarter" idx="1"/>
          </p:nvPr>
        </p:nvSpPr>
        <p:spPr>
          <a:xfrm>
            <a:off x="612648" y="1600200"/>
            <a:ext cx="4391400" cy="4853136"/>
          </a:xfrm>
        </p:spPr>
        <p:txBody>
          <a:bodyPr>
            <a:normAutofit fontScale="77500" lnSpcReduction="20000"/>
          </a:bodyPr>
          <a:lstStyle/>
          <a:p>
            <a:r>
              <a:rPr lang="en-GB" b="1" i="0" dirty="0">
                <a:solidFill>
                  <a:schemeClr val="tx1">
                    <a:lumMod val="75000"/>
                    <a:lumOff val="25000"/>
                  </a:schemeClr>
                </a:solidFill>
                <a:effectLst/>
              </a:rPr>
              <a:t>Kurtosis</a:t>
            </a:r>
            <a:r>
              <a:rPr lang="en-GB" b="0" i="0" dirty="0">
                <a:solidFill>
                  <a:schemeClr val="tx1">
                    <a:lumMod val="75000"/>
                    <a:lumOff val="25000"/>
                  </a:schemeClr>
                </a:solidFill>
                <a:effectLst/>
              </a:rPr>
              <a:t> is a statistical measure that defines </a:t>
            </a:r>
            <a:r>
              <a:rPr lang="en-GB" b="0" i="0" dirty="0">
                <a:solidFill>
                  <a:schemeClr val="accent2">
                    <a:lumMod val="75000"/>
                  </a:schemeClr>
                </a:solidFill>
                <a:effectLst/>
              </a:rPr>
              <a:t>how heavily the tails of a distribution differ from the tails of a normal distribution</a:t>
            </a:r>
            <a:r>
              <a:rPr lang="en-GB" b="0" i="0" dirty="0">
                <a:solidFill>
                  <a:schemeClr val="tx1">
                    <a:lumMod val="75000"/>
                    <a:lumOff val="25000"/>
                  </a:schemeClr>
                </a:solidFill>
                <a:effectLst/>
              </a:rPr>
              <a:t>.</a:t>
            </a:r>
          </a:p>
          <a:p>
            <a:r>
              <a:rPr lang="en-GB" b="0" i="0" dirty="0">
                <a:solidFill>
                  <a:schemeClr val="tx1">
                    <a:lumMod val="75000"/>
                    <a:lumOff val="25000"/>
                  </a:schemeClr>
                </a:solidFill>
                <a:effectLst/>
              </a:rPr>
              <a:t>It </a:t>
            </a:r>
            <a:r>
              <a:rPr lang="en-GB" dirty="0">
                <a:solidFill>
                  <a:schemeClr val="tx1">
                    <a:lumMod val="75000"/>
                    <a:lumOff val="25000"/>
                  </a:schemeClr>
                </a:solidFill>
              </a:rPr>
              <a:t>helps in analysing the characteristics and outliers of a dataset. </a:t>
            </a:r>
          </a:p>
          <a:p>
            <a:r>
              <a:rPr lang="en-GB" dirty="0">
                <a:solidFill>
                  <a:schemeClr val="tx1">
                    <a:lumMod val="75000"/>
                    <a:lumOff val="25000"/>
                  </a:schemeClr>
                </a:solidFill>
              </a:rPr>
              <a:t>It</a:t>
            </a:r>
            <a:r>
              <a:rPr lang="en-GB" b="0" i="0" dirty="0">
                <a:solidFill>
                  <a:schemeClr val="tx1">
                    <a:lumMod val="75000"/>
                    <a:lumOff val="25000"/>
                  </a:schemeClr>
                </a:solidFill>
                <a:effectLst/>
              </a:rPr>
              <a:t> identifies whether the tails of a given distribution contain extreme values.</a:t>
            </a:r>
          </a:p>
          <a:p>
            <a:r>
              <a:rPr lang="en-GB" b="1" dirty="0">
                <a:solidFill>
                  <a:schemeClr val="tx1">
                    <a:lumMod val="75000"/>
                    <a:lumOff val="25000"/>
                  </a:schemeClr>
                </a:solidFill>
              </a:rPr>
              <a:t>Positive kurtosis </a:t>
            </a:r>
            <a:r>
              <a:rPr lang="en-GB" dirty="0">
                <a:solidFill>
                  <a:schemeClr val="tx1">
                    <a:lumMod val="75000"/>
                    <a:lumOff val="25000"/>
                  </a:schemeClr>
                </a:solidFill>
              </a:rPr>
              <a:t>indicates heavier tails and a more peaked distribution</a:t>
            </a:r>
          </a:p>
          <a:p>
            <a:r>
              <a:rPr lang="en-GB" b="1" dirty="0">
                <a:solidFill>
                  <a:schemeClr val="tx1">
                    <a:lumMod val="75000"/>
                    <a:lumOff val="25000"/>
                  </a:schemeClr>
                </a:solidFill>
              </a:rPr>
              <a:t>Negative kurtosis </a:t>
            </a:r>
            <a:r>
              <a:rPr lang="en-GB" dirty="0">
                <a:solidFill>
                  <a:schemeClr val="tx1">
                    <a:lumMod val="75000"/>
                    <a:lumOff val="25000"/>
                  </a:schemeClr>
                </a:solidFill>
              </a:rPr>
              <a:t>suggests lighter tails and a flatter distribution.</a:t>
            </a:r>
          </a:p>
        </p:txBody>
      </p:sp>
      <p:pic>
        <p:nvPicPr>
          <p:cNvPr id="7" name="Picture 6" descr="Positive kurtosis indicates heavier tails and a more peaked distribution&#10;Negative kurtosis suggests lighter tails and a flatter distribution.&#10;">
            <a:extLst>
              <a:ext uri="{FF2B5EF4-FFF2-40B4-BE49-F238E27FC236}">
                <a16:creationId xmlns:a16="http://schemas.microsoft.com/office/drawing/2014/main" id="{4E58CF4A-D5E5-0E5B-CDA2-533EBF31EBF7}"/>
              </a:ext>
            </a:extLst>
          </p:cNvPr>
          <p:cNvPicPr>
            <a:picLocks noChangeAspect="1"/>
          </p:cNvPicPr>
          <p:nvPr/>
        </p:nvPicPr>
        <p:blipFill>
          <a:blip r:embed="rId2"/>
          <a:stretch>
            <a:fillRect/>
          </a:stretch>
        </p:blipFill>
        <p:spPr>
          <a:xfrm>
            <a:off x="4932040" y="2910522"/>
            <a:ext cx="4104456" cy="2175856"/>
          </a:xfrm>
          <a:prstGeom prst="rect">
            <a:avLst/>
          </a:prstGeom>
        </p:spPr>
      </p:pic>
      <p:sp>
        <p:nvSpPr>
          <p:cNvPr id="6" name="Footer Placeholder 5">
            <a:extLst>
              <a:ext uri="{FF2B5EF4-FFF2-40B4-BE49-F238E27FC236}">
                <a16:creationId xmlns:a16="http://schemas.microsoft.com/office/drawing/2014/main" id="{032F85F4-A135-A1E4-ED9F-1177CA1984F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68B884C6-FD40-A84A-6782-2DA3580697DB}"/>
              </a:ext>
            </a:extLst>
          </p:cNvPr>
          <p:cNvSpPr>
            <a:spLocks noGrp="1"/>
          </p:cNvSpPr>
          <p:nvPr>
            <p:ph type="sldNum" sz="quarter" idx="4"/>
          </p:nvPr>
        </p:nvSpPr>
        <p:spPr/>
        <p:txBody>
          <a:bodyPr/>
          <a:lstStyle/>
          <a:p>
            <a:fld id="{9FD7ECCF-50E7-4327-B945-FA93FF7B2BEF}" type="slidenum">
              <a:rPr lang="en-US" smtClean="0"/>
              <a:pPr/>
              <a:t>47</a:t>
            </a:fld>
            <a:r>
              <a:rPr lang="en-GB"/>
              <a:t>/80</a:t>
            </a:r>
            <a:endParaRPr lang="en-US" dirty="0"/>
          </a:p>
        </p:txBody>
      </p:sp>
    </p:spTree>
    <p:extLst>
      <p:ext uri="{BB962C8B-B14F-4D97-AF65-F5344CB8AC3E}">
        <p14:creationId xmlns:p14="http://schemas.microsoft.com/office/powerpoint/2010/main" val="18433303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686D4FD-4C52-0B5E-71CB-9970155E3D0A}"/>
              </a:ext>
            </a:extLst>
          </p:cNvPr>
          <p:cNvGraphicFramePr>
            <a:graphicFrameLocks noGrp="1"/>
          </p:cNvGraphicFramePr>
          <p:nvPr/>
        </p:nvGraphicFramePr>
        <p:xfrm>
          <a:off x="266700" y="2775460"/>
          <a:ext cx="8780060" cy="3398835"/>
        </p:xfrm>
        <a:graphic>
          <a:graphicData uri="http://schemas.openxmlformats.org/drawingml/2006/table">
            <a:tbl>
              <a:tblPr firstRow="1" bandRow="1">
                <a:tableStyleId>{21E4AEA4-8DFA-4A89-87EB-49C32662AFE0}</a:tableStyleId>
              </a:tblPr>
              <a:tblGrid>
                <a:gridCol w="2201987">
                  <a:extLst>
                    <a:ext uri="{9D8B030D-6E8A-4147-A177-3AD203B41FA5}">
                      <a16:colId xmlns:a16="http://schemas.microsoft.com/office/drawing/2014/main" val="1623460434"/>
                    </a:ext>
                  </a:extLst>
                </a:gridCol>
                <a:gridCol w="6578073">
                  <a:extLst>
                    <a:ext uri="{9D8B030D-6E8A-4147-A177-3AD203B41FA5}">
                      <a16:colId xmlns:a16="http://schemas.microsoft.com/office/drawing/2014/main" val="3679095216"/>
                    </a:ext>
                  </a:extLst>
                </a:gridCol>
              </a:tblGrid>
              <a:tr h="375075">
                <a:tc>
                  <a:txBody>
                    <a:bodyPr/>
                    <a:lstStyle/>
                    <a:p>
                      <a:pPr algn="ctr"/>
                      <a:r>
                        <a:rPr kumimoji="0" lang="en-GB" sz="1800" b="0" kern="1200" dirty="0">
                          <a:solidFill>
                            <a:schemeClr val="tx1">
                              <a:lumMod val="95000"/>
                              <a:lumOff val="5000"/>
                            </a:schemeClr>
                          </a:solidFill>
                        </a:rPr>
                        <a:t>Kurtosis values</a:t>
                      </a:r>
                      <a:endParaRPr kumimoji="0" lang="en-GB" sz="1800" b="0" kern="1200" dirty="0">
                        <a:solidFill>
                          <a:schemeClr val="tx1">
                            <a:lumMod val="95000"/>
                            <a:lumOff val="5000"/>
                          </a:schemeClr>
                        </a:solidFill>
                        <a:latin typeface="+mn-lt"/>
                        <a:ea typeface="+mn-ea"/>
                        <a:cs typeface="+mn-cs"/>
                      </a:endParaRPr>
                    </a:p>
                  </a:txBody>
                  <a:tcPr anchor="ctr"/>
                </a:tc>
                <a:tc>
                  <a:txBody>
                    <a:bodyPr/>
                    <a:lstStyle/>
                    <a:p>
                      <a:pPr algn="ctr"/>
                      <a:endParaRPr kumimoji="0" lang="en-GB" sz="1800" b="0" kern="1200" dirty="0">
                        <a:solidFill>
                          <a:schemeClr val="tx1">
                            <a:lumMod val="95000"/>
                            <a:lumOff val="5000"/>
                          </a:schemeClr>
                        </a:solidFill>
                        <a:latin typeface="+mn-lt"/>
                        <a:ea typeface="+mn-ea"/>
                        <a:cs typeface="+mn-cs"/>
                      </a:endParaRPr>
                    </a:p>
                  </a:txBody>
                  <a:tcPr anchor="ctr"/>
                </a:tc>
                <a:extLst>
                  <a:ext uri="{0D108BD9-81ED-4DB2-BD59-A6C34878D82A}">
                    <a16:rowId xmlns:a16="http://schemas.microsoft.com/office/drawing/2014/main" val="1772890405"/>
                  </a:ext>
                </a:extLst>
              </a:tr>
              <a:tr h="735844">
                <a:tc>
                  <a:txBody>
                    <a:bodyPr/>
                    <a:lstStyle/>
                    <a:p>
                      <a:pPr algn="ctr"/>
                      <a:r>
                        <a:rPr kumimoji="0" lang="en-GB" sz="1800" b="0" kern="1200" dirty="0">
                          <a:solidFill>
                            <a:schemeClr val="tx1">
                              <a:lumMod val="95000"/>
                              <a:lumOff val="5000"/>
                            </a:schemeClr>
                          </a:solidFill>
                          <a:latin typeface="+mn-lt"/>
                          <a:ea typeface="+mn-ea"/>
                          <a:cs typeface="+mn-cs"/>
                        </a:rPr>
                        <a:t>Mesokurtic (Normal kurtosis)</a:t>
                      </a:r>
                    </a:p>
                  </a:txBody>
                  <a:tcPr anchor="ctr"/>
                </a:tc>
                <a:tc>
                  <a:txBody>
                    <a:bodyPr/>
                    <a:lstStyle/>
                    <a:p>
                      <a:pPr algn="ctr"/>
                      <a:r>
                        <a:rPr kumimoji="0" lang="en-GB" sz="1800" b="0" kern="1200" dirty="0">
                          <a:solidFill>
                            <a:schemeClr val="tx1">
                              <a:lumMod val="95000"/>
                              <a:lumOff val="5000"/>
                            </a:schemeClr>
                          </a:solidFill>
                          <a:latin typeface="+mn-lt"/>
                          <a:ea typeface="+mn-ea"/>
                          <a:cs typeface="+mn-cs"/>
                        </a:rPr>
                        <a:t>A distribution is considered mesokurtic when it has the same kurtosis as a normal distribution (which has a kurtosis of 0). This means that the distribution has a similar concentration of data points in the tails as a normal distribution.</a:t>
                      </a:r>
                    </a:p>
                  </a:txBody>
                  <a:tcPr anchor="ctr"/>
                </a:tc>
                <a:extLst>
                  <a:ext uri="{0D108BD9-81ED-4DB2-BD59-A6C34878D82A}">
                    <a16:rowId xmlns:a16="http://schemas.microsoft.com/office/drawing/2014/main" val="3173088957"/>
                  </a:ext>
                </a:extLst>
              </a:tr>
              <a:tr h="735844">
                <a:tc>
                  <a:txBody>
                    <a:bodyPr/>
                    <a:lstStyle/>
                    <a:p>
                      <a:pPr algn="ctr"/>
                      <a:r>
                        <a:rPr kumimoji="0" lang="en-GB" sz="1800" b="0" kern="1200" dirty="0">
                          <a:solidFill>
                            <a:schemeClr val="tx1">
                              <a:lumMod val="95000"/>
                              <a:lumOff val="5000"/>
                            </a:schemeClr>
                          </a:solidFill>
                          <a:latin typeface="+mn-lt"/>
                          <a:ea typeface="+mn-ea"/>
                          <a:cs typeface="+mn-cs"/>
                        </a:rPr>
                        <a:t>Leptokurtic (Excess kurtosis &gt; 0)</a:t>
                      </a:r>
                    </a:p>
                  </a:txBody>
                  <a:tcPr anchor="ctr"/>
                </a:tc>
                <a:tc>
                  <a:txBody>
                    <a:bodyPr/>
                    <a:lstStyle/>
                    <a:p>
                      <a:pPr algn="ctr"/>
                      <a:r>
                        <a:rPr kumimoji="0" lang="en-GB" sz="1800" b="0" kern="1200" dirty="0">
                          <a:solidFill>
                            <a:schemeClr val="tx1">
                              <a:lumMod val="95000"/>
                              <a:lumOff val="5000"/>
                            </a:schemeClr>
                          </a:solidFill>
                          <a:latin typeface="+mn-lt"/>
                          <a:ea typeface="+mn-ea"/>
                          <a:cs typeface="+mn-cs"/>
                        </a:rPr>
                        <a:t>A distribution is leptokurtic when it has fatter tails and a higher peak than a normal distribution. This indicates that the data have more extreme values than a normal distribution.</a:t>
                      </a:r>
                    </a:p>
                  </a:txBody>
                  <a:tcPr anchor="ctr"/>
                </a:tc>
                <a:extLst>
                  <a:ext uri="{0D108BD9-81ED-4DB2-BD59-A6C34878D82A}">
                    <a16:rowId xmlns:a16="http://schemas.microsoft.com/office/drawing/2014/main" val="3490733150"/>
                  </a:ext>
                </a:extLst>
              </a:tr>
              <a:tr h="920640">
                <a:tc>
                  <a:txBody>
                    <a:bodyPr/>
                    <a:lstStyle/>
                    <a:p>
                      <a:pPr algn="ctr"/>
                      <a:r>
                        <a:rPr kumimoji="0" lang="en-GB" sz="1800" b="0" kern="1200" dirty="0">
                          <a:solidFill>
                            <a:schemeClr val="tx1">
                              <a:lumMod val="95000"/>
                              <a:lumOff val="5000"/>
                            </a:schemeClr>
                          </a:solidFill>
                          <a:latin typeface="+mn-lt"/>
                          <a:ea typeface="+mn-ea"/>
                          <a:cs typeface="+mn-cs"/>
                        </a:rPr>
                        <a:t>Platykurtic (Excess kurtosis &lt; 0)</a:t>
                      </a:r>
                    </a:p>
                  </a:txBody>
                  <a:tcPr anchor="ctr"/>
                </a:tc>
                <a:tc>
                  <a:txBody>
                    <a:bodyPr/>
                    <a:lstStyle/>
                    <a:p>
                      <a:pPr algn="ctr"/>
                      <a:r>
                        <a:rPr kumimoji="0" lang="en-GB" sz="1800" b="0" kern="1200" dirty="0">
                          <a:solidFill>
                            <a:schemeClr val="tx1">
                              <a:lumMod val="95000"/>
                              <a:lumOff val="5000"/>
                            </a:schemeClr>
                          </a:solidFill>
                          <a:latin typeface="+mn-lt"/>
                          <a:ea typeface="+mn-ea"/>
                          <a:cs typeface="+mn-cs"/>
                        </a:rPr>
                        <a:t>A distribution is platykurtic when it has thinner tails and a flatter peak than a normal distribution. This implies that the data have fewer extreme values than a normal distribution.</a:t>
                      </a:r>
                    </a:p>
                  </a:txBody>
                  <a:tcPr anchor="ctr"/>
                </a:tc>
                <a:extLst>
                  <a:ext uri="{0D108BD9-81ED-4DB2-BD59-A6C34878D82A}">
                    <a16:rowId xmlns:a16="http://schemas.microsoft.com/office/drawing/2014/main" val="1857848621"/>
                  </a:ext>
                </a:extLst>
              </a:tr>
            </a:tbl>
          </a:graphicData>
        </a:graphic>
      </p:graphicFrame>
      <p:pic>
        <p:nvPicPr>
          <p:cNvPr id="7" name="Picture 6" descr="a graph the depicts a Mesokurtic (Normal kurtosis), Leptokurtic, Platykurtic&#10;">
            <a:extLst>
              <a:ext uri="{FF2B5EF4-FFF2-40B4-BE49-F238E27FC236}">
                <a16:creationId xmlns:a16="http://schemas.microsoft.com/office/drawing/2014/main" id="{9B8698FE-F74F-A44A-3FA3-26C2BE1DE5B8}"/>
              </a:ext>
            </a:extLst>
          </p:cNvPr>
          <p:cNvPicPr>
            <a:picLocks noChangeAspect="1"/>
          </p:cNvPicPr>
          <p:nvPr/>
        </p:nvPicPr>
        <p:blipFill>
          <a:blip r:embed="rId2"/>
          <a:stretch>
            <a:fillRect/>
          </a:stretch>
        </p:blipFill>
        <p:spPr>
          <a:xfrm>
            <a:off x="4233924" y="476672"/>
            <a:ext cx="4910076" cy="2224878"/>
          </a:xfrm>
          <a:prstGeom prst="rect">
            <a:avLst/>
          </a:prstGeom>
        </p:spPr>
      </p:pic>
      <p:sp>
        <p:nvSpPr>
          <p:cNvPr id="2" name="Title 1">
            <a:extLst>
              <a:ext uri="{FF2B5EF4-FFF2-40B4-BE49-F238E27FC236}">
                <a16:creationId xmlns:a16="http://schemas.microsoft.com/office/drawing/2014/main" id="{058453E7-6FA8-F9C0-4931-3261C2244E82}"/>
              </a:ext>
            </a:extLst>
          </p:cNvPr>
          <p:cNvSpPr>
            <a:spLocks noGrp="1"/>
          </p:cNvSpPr>
          <p:nvPr>
            <p:ph type="title"/>
          </p:nvPr>
        </p:nvSpPr>
        <p:spPr>
          <a:xfrm>
            <a:off x="418588" y="112550"/>
            <a:ext cx="3815336" cy="990600"/>
          </a:xfrm>
        </p:spPr>
        <p:txBody>
          <a:bodyPr>
            <a:normAutofit fontScale="90000"/>
          </a:bodyPr>
          <a:lstStyle/>
          <a:p>
            <a:pPr>
              <a:lnSpc>
                <a:spcPts val="3500"/>
              </a:lnSpc>
            </a:pPr>
            <a:r>
              <a:rPr lang="en-GB" dirty="0"/>
              <a:t>Generally, for the value of kurtosis</a:t>
            </a:r>
          </a:p>
        </p:txBody>
      </p:sp>
      <p:sp>
        <p:nvSpPr>
          <p:cNvPr id="4" name="Footer Placeholder 3">
            <a:extLst>
              <a:ext uri="{FF2B5EF4-FFF2-40B4-BE49-F238E27FC236}">
                <a16:creationId xmlns:a16="http://schemas.microsoft.com/office/drawing/2014/main" id="{D5EEB48B-FC21-D6B6-8F39-28709918F2A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3CC72CC-0BF6-AAEA-3738-607F634991C9}"/>
              </a:ext>
            </a:extLst>
          </p:cNvPr>
          <p:cNvSpPr>
            <a:spLocks noGrp="1"/>
          </p:cNvSpPr>
          <p:nvPr>
            <p:ph type="sldNum" sz="quarter" idx="4"/>
          </p:nvPr>
        </p:nvSpPr>
        <p:spPr/>
        <p:txBody>
          <a:bodyPr/>
          <a:lstStyle/>
          <a:p>
            <a:fld id="{9FD7ECCF-50E7-4327-B945-FA93FF7B2BEF}" type="slidenum">
              <a:rPr lang="en-US" smtClean="0"/>
              <a:pPr/>
              <a:t>48</a:t>
            </a:fld>
            <a:r>
              <a:rPr lang="en-GB"/>
              <a:t>/80</a:t>
            </a:r>
            <a:endParaRPr lang="en-US" dirty="0"/>
          </a:p>
        </p:txBody>
      </p:sp>
    </p:spTree>
    <p:extLst>
      <p:ext uri="{BB962C8B-B14F-4D97-AF65-F5344CB8AC3E}">
        <p14:creationId xmlns:p14="http://schemas.microsoft.com/office/powerpoint/2010/main" val="7744856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0734A45-037F-7B43-1DA0-491DDC80DBE4}"/>
              </a:ext>
            </a:extLst>
          </p:cNvPr>
          <p:cNvSpPr/>
          <p:nvPr/>
        </p:nvSpPr>
        <p:spPr>
          <a:xfrm>
            <a:off x="2627784" y="2420888"/>
            <a:ext cx="4104456" cy="2315494"/>
          </a:xfrm>
          <a:custGeom>
            <a:avLst/>
            <a:gdLst>
              <a:gd name="connsiteX0" fmla="*/ 0 w 4104456"/>
              <a:gd name="connsiteY0" fmla="*/ 385923 h 2315494"/>
              <a:gd name="connsiteX1" fmla="*/ 385923 w 4104456"/>
              <a:gd name="connsiteY1" fmla="*/ 0 h 2315494"/>
              <a:gd name="connsiteX2" fmla="*/ 1119097 w 4104456"/>
              <a:gd name="connsiteY2" fmla="*/ 0 h 2315494"/>
              <a:gd name="connsiteX3" fmla="*/ 1685641 w 4104456"/>
              <a:gd name="connsiteY3" fmla="*/ 0 h 2315494"/>
              <a:gd name="connsiteX4" fmla="*/ 2418815 w 4104456"/>
              <a:gd name="connsiteY4" fmla="*/ 0 h 2315494"/>
              <a:gd name="connsiteX5" fmla="*/ 3151989 w 4104456"/>
              <a:gd name="connsiteY5" fmla="*/ 0 h 2315494"/>
              <a:gd name="connsiteX6" fmla="*/ 3718533 w 4104456"/>
              <a:gd name="connsiteY6" fmla="*/ 0 h 2315494"/>
              <a:gd name="connsiteX7" fmla="*/ 4104456 w 4104456"/>
              <a:gd name="connsiteY7" fmla="*/ 385923 h 2315494"/>
              <a:gd name="connsiteX8" fmla="*/ 4104456 w 4104456"/>
              <a:gd name="connsiteY8" fmla="*/ 869599 h 2315494"/>
              <a:gd name="connsiteX9" fmla="*/ 4104456 w 4104456"/>
              <a:gd name="connsiteY9" fmla="*/ 1384149 h 2315494"/>
              <a:gd name="connsiteX10" fmla="*/ 4104456 w 4104456"/>
              <a:gd name="connsiteY10" fmla="*/ 1929571 h 2315494"/>
              <a:gd name="connsiteX11" fmla="*/ 3718533 w 4104456"/>
              <a:gd name="connsiteY11" fmla="*/ 2315494 h 2315494"/>
              <a:gd name="connsiteX12" fmla="*/ 3018685 w 4104456"/>
              <a:gd name="connsiteY12" fmla="*/ 2315494 h 2315494"/>
              <a:gd name="connsiteX13" fmla="*/ 2418815 w 4104456"/>
              <a:gd name="connsiteY13" fmla="*/ 2315494 h 2315494"/>
              <a:gd name="connsiteX14" fmla="*/ 1718967 w 4104456"/>
              <a:gd name="connsiteY14" fmla="*/ 2315494 h 2315494"/>
              <a:gd name="connsiteX15" fmla="*/ 1152423 w 4104456"/>
              <a:gd name="connsiteY15" fmla="*/ 2315494 h 2315494"/>
              <a:gd name="connsiteX16" fmla="*/ 385923 w 4104456"/>
              <a:gd name="connsiteY16" fmla="*/ 2315494 h 2315494"/>
              <a:gd name="connsiteX17" fmla="*/ 0 w 4104456"/>
              <a:gd name="connsiteY17" fmla="*/ 1929571 h 2315494"/>
              <a:gd name="connsiteX18" fmla="*/ 0 w 4104456"/>
              <a:gd name="connsiteY18" fmla="*/ 1461331 h 2315494"/>
              <a:gd name="connsiteX19" fmla="*/ 0 w 4104456"/>
              <a:gd name="connsiteY19" fmla="*/ 962218 h 2315494"/>
              <a:gd name="connsiteX20" fmla="*/ 0 w 4104456"/>
              <a:gd name="connsiteY20" fmla="*/ 385923 h 231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04456" h="2315494" fill="none" extrusionOk="0">
                <a:moveTo>
                  <a:pt x="0" y="385923"/>
                </a:moveTo>
                <a:cubicBezTo>
                  <a:pt x="8387" y="168890"/>
                  <a:pt x="171967" y="-41830"/>
                  <a:pt x="385923" y="0"/>
                </a:cubicBezTo>
                <a:cubicBezTo>
                  <a:pt x="569032" y="16696"/>
                  <a:pt x="921089" y="15806"/>
                  <a:pt x="1119097" y="0"/>
                </a:cubicBezTo>
                <a:cubicBezTo>
                  <a:pt x="1317105" y="-15806"/>
                  <a:pt x="1442485" y="-10286"/>
                  <a:pt x="1685641" y="0"/>
                </a:cubicBezTo>
                <a:cubicBezTo>
                  <a:pt x="1928797" y="10286"/>
                  <a:pt x="2263567" y="-18910"/>
                  <a:pt x="2418815" y="0"/>
                </a:cubicBezTo>
                <a:cubicBezTo>
                  <a:pt x="2574063" y="18910"/>
                  <a:pt x="2941524" y="-32525"/>
                  <a:pt x="3151989" y="0"/>
                </a:cubicBezTo>
                <a:cubicBezTo>
                  <a:pt x="3362454" y="32525"/>
                  <a:pt x="3541330" y="-818"/>
                  <a:pt x="3718533" y="0"/>
                </a:cubicBezTo>
                <a:cubicBezTo>
                  <a:pt x="3939608" y="-2111"/>
                  <a:pt x="4139431" y="198758"/>
                  <a:pt x="4104456" y="385923"/>
                </a:cubicBezTo>
                <a:cubicBezTo>
                  <a:pt x="4082241" y="483533"/>
                  <a:pt x="4091904" y="671908"/>
                  <a:pt x="4104456" y="869599"/>
                </a:cubicBezTo>
                <a:cubicBezTo>
                  <a:pt x="4117008" y="1067290"/>
                  <a:pt x="4102568" y="1261188"/>
                  <a:pt x="4104456" y="1384149"/>
                </a:cubicBezTo>
                <a:cubicBezTo>
                  <a:pt x="4106345" y="1507110"/>
                  <a:pt x="4116127" y="1701084"/>
                  <a:pt x="4104456" y="1929571"/>
                </a:cubicBezTo>
                <a:cubicBezTo>
                  <a:pt x="4128721" y="2133240"/>
                  <a:pt x="3890755" y="2306257"/>
                  <a:pt x="3718533" y="2315494"/>
                </a:cubicBezTo>
                <a:cubicBezTo>
                  <a:pt x="3563137" y="2305259"/>
                  <a:pt x="3268833" y="2283824"/>
                  <a:pt x="3018685" y="2315494"/>
                </a:cubicBezTo>
                <a:cubicBezTo>
                  <a:pt x="2768537" y="2347164"/>
                  <a:pt x="2690962" y="2329205"/>
                  <a:pt x="2418815" y="2315494"/>
                </a:cubicBezTo>
                <a:cubicBezTo>
                  <a:pt x="2146668" y="2301784"/>
                  <a:pt x="1873092" y="2336829"/>
                  <a:pt x="1718967" y="2315494"/>
                </a:cubicBezTo>
                <a:cubicBezTo>
                  <a:pt x="1564842" y="2294159"/>
                  <a:pt x="1281882" y="2300307"/>
                  <a:pt x="1152423" y="2315494"/>
                </a:cubicBezTo>
                <a:cubicBezTo>
                  <a:pt x="1022964" y="2330681"/>
                  <a:pt x="706700" y="2292204"/>
                  <a:pt x="385923" y="2315494"/>
                </a:cubicBezTo>
                <a:cubicBezTo>
                  <a:pt x="166066" y="2316167"/>
                  <a:pt x="-22916" y="2117565"/>
                  <a:pt x="0" y="1929571"/>
                </a:cubicBezTo>
                <a:cubicBezTo>
                  <a:pt x="9765" y="1810181"/>
                  <a:pt x="-4744" y="1591295"/>
                  <a:pt x="0" y="1461331"/>
                </a:cubicBezTo>
                <a:cubicBezTo>
                  <a:pt x="4744" y="1331367"/>
                  <a:pt x="-14521" y="1203386"/>
                  <a:pt x="0" y="962218"/>
                </a:cubicBezTo>
                <a:cubicBezTo>
                  <a:pt x="14521" y="721050"/>
                  <a:pt x="-2284" y="544119"/>
                  <a:pt x="0" y="385923"/>
                </a:cubicBezTo>
                <a:close/>
              </a:path>
              <a:path w="4104456" h="2315494" stroke="0" extrusionOk="0">
                <a:moveTo>
                  <a:pt x="0" y="385923"/>
                </a:moveTo>
                <a:cubicBezTo>
                  <a:pt x="-34030" y="171658"/>
                  <a:pt x="130804" y="6502"/>
                  <a:pt x="385923" y="0"/>
                </a:cubicBezTo>
                <a:cubicBezTo>
                  <a:pt x="706313" y="15672"/>
                  <a:pt x="744796" y="-33475"/>
                  <a:pt x="1085771" y="0"/>
                </a:cubicBezTo>
                <a:cubicBezTo>
                  <a:pt x="1426746" y="33475"/>
                  <a:pt x="1459689" y="23273"/>
                  <a:pt x="1718967" y="0"/>
                </a:cubicBezTo>
                <a:cubicBezTo>
                  <a:pt x="1978245" y="-23273"/>
                  <a:pt x="2183808" y="34510"/>
                  <a:pt x="2452141" y="0"/>
                </a:cubicBezTo>
                <a:cubicBezTo>
                  <a:pt x="2720474" y="-34510"/>
                  <a:pt x="2851048" y="13796"/>
                  <a:pt x="3052011" y="0"/>
                </a:cubicBezTo>
                <a:cubicBezTo>
                  <a:pt x="3252974" y="-13796"/>
                  <a:pt x="3546348" y="31247"/>
                  <a:pt x="3718533" y="0"/>
                </a:cubicBezTo>
                <a:cubicBezTo>
                  <a:pt x="3930878" y="-14805"/>
                  <a:pt x="4108088" y="161569"/>
                  <a:pt x="4104456" y="385923"/>
                </a:cubicBezTo>
                <a:cubicBezTo>
                  <a:pt x="4125838" y="533786"/>
                  <a:pt x="4117869" y="750443"/>
                  <a:pt x="4104456" y="869599"/>
                </a:cubicBezTo>
                <a:cubicBezTo>
                  <a:pt x="4091043" y="988755"/>
                  <a:pt x="4102019" y="1184027"/>
                  <a:pt x="4104456" y="1384149"/>
                </a:cubicBezTo>
                <a:cubicBezTo>
                  <a:pt x="4106894" y="1584271"/>
                  <a:pt x="4085413" y="1714054"/>
                  <a:pt x="4104456" y="1929571"/>
                </a:cubicBezTo>
                <a:cubicBezTo>
                  <a:pt x="4065358" y="2137252"/>
                  <a:pt x="3892598" y="2343855"/>
                  <a:pt x="3718533" y="2315494"/>
                </a:cubicBezTo>
                <a:cubicBezTo>
                  <a:pt x="3382224" y="2314104"/>
                  <a:pt x="3291071" y="2331233"/>
                  <a:pt x="3018685" y="2315494"/>
                </a:cubicBezTo>
                <a:cubicBezTo>
                  <a:pt x="2746299" y="2299755"/>
                  <a:pt x="2512858" y="2334490"/>
                  <a:pt x="2285511" y="2315494"/>
                </a:cubicBezTo>
                <a:cubicBezTo>
                  <a:pt x="2058164" y="2296498"/>
                  <a:pt x="1900622" y="2341033"/>
                  <a:pt x="1618989" y="2315494"/>
                </a:cubicBezTo>
                <a:cubicBezTo>
                  <a:pt x="1337356" y="2289955"/>
                  <a:pt x="1190425" y="2345154"/>
                  <a:pt x="1019119" y="2315494"/>
                </a:cubicBezTo>
                <a:cubicBezTo>
                  <a:pt x="847813" y="2285835"/>
                  <a:pt x="692991" y="2289052"/>
                  <a:pt x="385923" y="2315494"/>
                </a:cubicBezTo>
                <a:cubicBezTo>
                  <a:pt x="175232" y="2326950"/>
                  <a:pt x="-38575" y="2113716"/>
                  <a:pt x="0" y="1929571"/>
                </a:cubicBezTo>
                <a:cubicBezTo>
                  <a:pt x="15528" y="1781080"/>
                  <a:pt x="10874" y="1584204"/>
                  <a:pt x="0" y="1399585"/>
                </a:cubicBezTo>
                <a:cubicBezTo>
                  <a:pt x="-10874" y="1214966"/>
                  <a:pt x="-15601" y="1082164"/>
                  <a:pt x="0" y="915909"/>
                </a:cubicBezTo>
                <a:cubicBezTo>
                  <a:pt x="15601" y="749654"/>
                  <a:pt x="4063" y="521172"/>
                  <a:pt x="0" y="385923"/>
                </a:cubicBezTo>
                <a:close/>
              </a:path>
            </a:pathLst>
          </a:custGeom>
          <a:ln>
            <a:extLst>
              <a:ext uri="{C807C97D-BFC1-408E-A445-0C87EB9F89A2}">
                <ask:lineSketchStyleProps xmlns:ask="http://schemas.microsoft.com/office/drawing/2018/sketchyshapes" sd="476423693">
                  <a:prstGeom prst="roundRect">
                    <a:avLst/>
                  </a:prstGeom>
                  <ask:type>
                    <ask:lineSketchFreehan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85725" lvl="1" algn="ctr">
              <a:spcBef>
                <a:spcPts val="600"/>
              </a:spcBef>
              <a:spcAft>
                <a:spcPts val="600"/>
              </a:spcAft>
            </a:pPr>
            <a:r>
              <a:rPr lang="en-GB" sz="2800" b="1" i="0" dirty="0">
                <a:solidFill>
                  <a:schemeClr val="tx1"/>
                </a:solidFill>
                <a:effectLst/>
              </a:rPr>
              <a:t>How can we define each individual point within the data set</a:t>
            </a:r>
          </a:p>
          <a:p>
            <a:pPr marL="85725" lvl="1" algn="ctr">
              <a:spcBef>
                <a:spcPts val="600"/>
              </a:spcBef>
              <a:spcAft>
                <a:spcPts val="600"/>
              </a:spcAft>
            </a:pPr>
            <a:r>
              <a:rPr lang="en-GB" sz="4000" b="1" i="0" dirty="0">
                <a:solidFill>
                  <a:schemeClr val="tx1"/>
                </a:solidFill>
                <a:effectLst/>
              </a:rPr>
              <a:t>? </a:t>
            </a:r>
          </a:p>
        </p:txBody>
      </p:sp>
      <p:sp>
        <p:nvSpPr>
          <p:cNvPr id="9" name="Date Placeholder 8">
            <a:extLst>
              <a:ext uri="{FF2B5EF4-FFF2-40B4-BE49-F238E27FC236}">
                <a16:creationId xmlns:a16="http://schemas.microsoft.com/office/drawing/2014/main" id="{FDCE0F51-018D-D111-1136-D488E81C3137}"/>
              </a:ext>
            </a:extLst>
          </p:cNvPr>
          <p:cNvSpPr>
            <a:spLocks noGrp="1"/>
          </p:cNvSpPr>
          <p:nvPr>
            <p:ph type="dt" sz="half" idx="2"/>
          </p:nvPr>
        </p:nvSpPr>
        <p:spPr/>
        <p:txBody>
          <a:bodyPr/>
          <a:lstStyle/>
          <a:p>
            <a:endParaRPr lang="en-US" dirty="0"/>
          </a:p>
        </p:txBody>
      </p:sp>
      <p:sp>
        <p:nvSpPr>
          <p:cNvPr id="10" name="Footer Placeholder 9">
            <a:extLst>
              <a:ext uri="{FF2B5EF4-FFF2-40B4-BE49-F238E27FC236}">
                <a16:creationId xmlns:a16="http://schemas.microsoft.com/office/drawing/2014/main" id="{9F49FFAE-BF85-AC17-294F-864CFCED515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93AEBCB3-3E78-98FA-50B4-58A75E3FA133}"/>
              </a:ext>
            </a:extLst>
          </p:cNvPr>
          <p:cNvSpPr>
            <a:spLocks noGrp="1"/>
          </p:cNvSpPr>
          <p:nvPr>
            <p:ph type="sldNum" sz="quarter" idx="12"/>
          </p:nvPr>
        </p:nvSpPr>
        <p:spPr/>
        <p:txBody>
          <a:bodyPr/>
          <a:lstStyle/>
          <a:p>
            <a:fld id="{9C3E9F5B-33E4-4C48-838B-3AF7363C1F62}" type="slidenum">
              <a:rPr lang="en-US" smtClean="0"/>
              <a:pPr/>
              <a:t>49</a:t>
            </a:fld>
            <a:r>
              <a:rPr lang="en-GB"/>
              <a:t>/80</a:t>
            </a:r>
            <a:endParaRPr lang="en-US" dirty="0"/>
          </a:p>
        </p:txBody>
      </p:sp>
    </p:spTree>
    <p:extLst>
      <p:ext uri="{BB962C8B-B14F-4D97-AF65-F5344CB8AC3E}">
        <p14:creationId xmlns:p14="http://schemas.microsoft.com/office/powerpoint/2010/main" val="40299493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B6F064D-00A3-E438-C546-A5AB28E25172}"/>
              </a:ext>
            </a:extLst>
          </p:cNvPr>
          <p:cNvSpPr/>
          <p:nvPr/>
        </p:nvSpPr>
        <p:spPr>
          <a:xfrm>
            <a:off x="533400" y="3848100"/>
            <a:ext cx="5940895" cy="1967359"/>
          </a:xfrm>
          <a:custGeom>
            <a:avLst/>
            <a:gdLst>
              <a:gd name="connsiteX0" fmla="*/ 0 w 5940895"/>
              <a:gd name="connsiteY0" fmla="*/ 0 h 1967359"/>
              <a:gd name="connsiteX1" fmla="*/ 719508 w 5940895"/>
              <a:gd name="connsiteY1" fmla="*/ 0 h 1967359"/>
              <a:gd name="connsiteX2" fmla="*/ 1498426 w 5940895"/>
              <a:gd name="connsiteY2" fmla="*/ 0 h 1967359"/>
              <a:gd name="connsiteX3" fmla="*/ 2217934 w 5940895"/>
              <a:gd name="connsiteY3" fmla="*/ 0 h 1967359"/>
              <a:gd name="connsiteX4" fmla="*/ 2759216 w 5940895"/>
              <a:gd name="connsiteY4" fmla="*/ 0 h 1967359"/>
              <a:gd name="connsiteX5" fmla="*/ 3538133 w 5940895"/>
              <a:gd name="connsiteY5" fmla="*/ 0 h 1967359"/>
              <a:gd name="connsiteX6" fmla="*/ 4079415 w 5940895"/>
              <a:gd name="connsiteY6" fmla="*/ 0 h 1967359"/>
              <a:gd name="connsiteX7" fmla="*/ 4739514 w 5940895"/>
              <a:gd name="connsiteY7" fmla="*/ 0 h 1967359"/>
              <a:gd name="connsiteX8" fmla="*/ 5940895 w 5940895"/>
              <a:gd name="connsiteY8" fmla="*/ 0 h 1967359"/>
              <a:gd name="connsiteX9" fmla="*/ 5940895 w 5940895"/>
              <a:gd name="connsiteY9" fmla="*/ 596766 h 1967359"/>
              <a:gd name="connsiteX10" fmla="*/ 5940895 w 5940895"/>
              <a:gd name="connsiteY10" fmla="*/ 1252552 h 1967359"/>
              <a:gd name="connsiteX11" fmla="*/ 5940895 w 5940895"/>
              <a:gd name="connsiteY11" fmla="*/ 1967359 h 1967359"/>
              <a:gd name="connsiteX12" fmla="*/ 5399613 w 5940895"/>
              <a:gd name="connsiteY12" fmla="*/ 1967359 h 1967359"/>
              <a:gd name="connsiteX13" fmla="*/ 4739514 w 5940895"/>
              <a:gd name="connsiteY13" fmla="*/ 1967359 h 1967359"/>
              <a:gd name="connsiteX14" fmla="*/ 4138824 w 5940895"/>
              <a:gd name="connsiteY14" fmla="*/ 1967359 h 1967359"/>
              <a:gd name="connsiteX15" fmla="*/ 3359906 w 5940895"/>
              <a:gd name="connsiteY15" fmla="*/ 1967359 h 1967359"/>
              <a:gd name="connsiteX16" fmla="*/ 2759216 w 5940895"/>
              <a:gd name="connsiteY16" fmla="*/ 1967359 h 1967359"/>
              <a:gd name="connsiteX17" fmla="*/ 2099116 w 5940895"/>
              <a:gd name="connsiteY17" fmla="*/ 1967359 h 1967359"/>
              <a:gd name="connsiteX18" fmla="*/ 1557835 w 5940895"/>
              <a:gd name="connsiteY18" fmla="*/ 1967359 h 1967359"/>
              <a:gd name="connsiteX19" fmla="*/ 838326 w 5940895"/>
              <a:gd name="connsiteY19" fmla="*/ 1967359 h 1967359"/>
              <a:gd name="connsiteX20" fmla="*/ 0 w 5940895"/>
              <a:gd name="connsiteY20" fmla="*/ 1967359 h 1967359"/>
              <a:gd name="connsiteX21" fmla="*/ 0 w 5940895"/>
              <a:gd name="connsiteY21" fmla="*/ 1331246 h 1967359"/>
              <a:gd name="connsiteX22" fmla="*/ 0 w 5940895"/>
              <a:gd name="connsiteY22" fmla="*/ 655786 h 1967359"/>
              <a:gd name="connsiteX23" fmla="*/ 0 w 5940895"/>
              <a:gd name="connsiteY23" fmla="*/ 0 h 196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40895" h="1967359" fill="none" extrusionOk="0">
                <a:moveTo>
                  <a:pt x="0" y="0"/>
                </a:moveTo>
                <a:cubicBezTo>
                  <a:pt x="254188" y="-26671"/>
                  <a:pt x="505358" y="-17763"/>
                  <a:pt x="719508" y="0"/>
                </a:cubicBezTo>
                <a:cubicBezTo>
                  <a:pt x="933658" y="17763"/>
                  <a:pt x="1108980" y="6535"/>
                  <a:pt x="1498426" y="0"/>
                </a:cubicBezTo>
                <a:cubicBezTo>
                  <a:pt x="1887872" y="-6535"/>
                  <a:pt x="1910288" y="22796"/>
                  <a:pt x="2217934" y="0"/>
                </a:cubicBezTo>
                <a:cubicBezTo>
                  <a:pt x="2525580" y="-22796"/>
                  <a:pt x="2613799" y="4990"/>
                  <a:pt x="2759216" y="0"/>
                </a:cubicBezTo>
                <a:cubicBezTo>
                  <a:pt x="2904633" y="-4990"/>
                  <a:pt x="3239442" y="33176"/>
                  <a:pt x="3538133" y="0"/>
                </a:cubicBezTo>
                <a:cubicBezTo>
                  <a:pt x="3836824" y="-33176"/>
                  <a:pt x="3970360" y="9088"/>
                  <a:pt x="4079415" y="0"/>
                </a:cubicBezTo>
                <a:cubicBezTo>
                  <a:pt x="4188470" y="-9088"/>
                  <a:pt x="4564921" y="-3446"/>
                  <a:pt x="4739514" y="0"/>
                </a:cubicBezTo>
                <a:cubicBezTo>
                  <a:pt x="4914107" y="3446"/>
                  <a:pt x="5626636" y="50134"/>
                  <a:pt x="5940895" y="0"/>
                </a:cubicBezTo>
                <a:cubicBezTo>
                  <a:pt x="5945039" y="244578"/>
                  <a:pt x="5962300" y="344299"/>
                  <a:pt x="5940895" y="596766"/>
                </a:cubicBezTo>
                <a:cubicBezTo>
                  <a:pt x="5919490" y="849233"/>
                  <a:pt x="5972481" y="957855"/>
                  <a:pt x="5940895" y="1252552"/>
                </a:cubicBezTo>
                <a:cubicBezTo>
                  <a:pt x="5909309" y="1547249"/>
                  <a:pt x="5945909" y="1673436"/>
                  <a:pt x="5940895" y="1967359"/>
                </a:cubicBezTo>
                <a:cubicBezTo>
                  <a:pt x="5702449" y="1976153"/>
                  <a:pt x="5657836" y="1969257"/>
                  <a:pt x="5399613" y="1967359"/>
                </a:cubicBezTo>
                <a:cubicBezTo>
                  <a:pt x="5141390" y="1965461"/>
                  <a:pt x="4874886" y="1947717"/>
                  <a:pt x="4739514" y="1967359"/>
                </a:cubicBezTo>
                <a:cubicBezTo>
                  <a:pt x="4604142" y="1987001"/>
                  <a:pt x="4328265" y="1938194"/>
                  <a:pt x="4138824" y="1967359"/>
                </a:cubicBezTo>
                <a:cubicBezTo>
                  <a:pt x="3949383" y="1996525"/>
                  <a:pt x="3653644" y="1990311"/>
                  <a:pt x="3359906" y="1967359"/>
                </a:cubicBezTo>
                <a:cubicBezTo>
                  <a:pt x="3066168" y="1944407"/>
                  <a:pt x="2911626" y="1987384"/>
                  <a:pt x="2759216" y="1967359"/>
                </a:cubicBezTo>
                <a:cubicBezTo>
                  <a:pt x="2606806" y="1947335"/>
                  <a:pt x="2261880" y="1966323"/>
                  <a:pt x="2099116" y="1967359"/>
                </a:cubicBezTo>
                <a:cubicBezTo>
                  <a:pt x="1936352" y="1968395"/>
                  <a:pt x="1759963" y="1977111"/>
                  <a:pt x="1557835" y="1967359"/>
                </a:cubicBezTo>
                <a:cubicBezTo>
                  <a:pt x="1355707" y="1957607"/>
                  <a:pt x="1005059" y="1932978"/>
                  <a:pt x="838326" y="1967359"/>
                </a:cubicBezTo>
                <a:cubicBezTo>
                  <a:pt x="671593" y="2001740"/>
                  <a:pt x="235626" y="1995277"/>
                  <a:pt x="0" y="1967359"/>
                </a:cubicBezTo>
                <a:cubicBezTo>
                  <a:pt x="-31620" y="1671721"/>
                  <a:pt x="-25641" y="1506160"/>
                  <a:pt x="0" y="1331246"/>
                </a:cubicBezTo>
                <a:cubicBezTo>
                  <a:pt x="25641" y="1156332"/>
                  <a:pt x="8148" y="849040"/>
                  <a:pt x="0" y="655786"/>
                </a:cubicBezTo>
                <a:cubicBezTo>
                  <a:pt x="-8148" y="462532"/>
                  <a:pt x="15070" y="234067"/>
                  <a:pt x="0" y="0"/>
                </a:cubicBezTo>
                <a:close/>
              </a:path>
              <a:path w="5940895" h="1967359" stroke="0" extrusionOk="0">
                <a:moveTo>
                  <a:pt x="0" y="0"/>
                </a:moveTo>
                <a:cubicBezTo>
                  <a:pt x="235796" y="-14872"/>
                  <a:pt x="391660" y="-21295"/>
                  <a:pt x="719508" y="0"/>
                </a:cubicBezTo>
                <a:cubicBezTo>
                  <a:pt x="1047356" y="21295"/>
                  <a:pt x="987871" y="-2226"/>
                  <a:pt x="1201381" y="0"/>
                </a:cubicBezTo>
                <a:cubicBezTo>
                  <a:pt x="1414891" y="2226"/>
                  <a:pt x="1541546" y="-15391"/>
                  <a:pt x="1802071" y="0"/>
                </a:cubicBezTo>
                <a:cubicBezTo>
                  <a:pt x="2062596" y="15391"/>
                  <a:pt x="2139950" y="-15037"/>
                  <a:pt x="2343353" y="0"/>
                </a:cubicBezTo>
                <a:cubicBezTo>
                  <a:pt x="2546756" y="15037"/>
                  <a:pt x="2730164" y="-10938"/>
                  <a:pt x="2884635" y="0"/>
                </a:cubicBezTo>
                <a:cubicBezTo>
                  <a:pt x="3039106" y="10938"/>
                  <a:pt x="3251947" y="12511"/>
                  <a:pt x="3425916" y="0"/>
                </a:cubicBezTo>
                <a:cubicBezTo>
                  <a:pt x="3599885" y="-12511"/>
                  <a:pt x="3704146" y="-10694"/>
                  <a:pt x="3907789" y="0"/>
                </a:cubicBezTo>
                <a:cubicBezTo>
                  <a:pt x="4111432" y="10694"/>
                  <a:pt x="4298196" y="7043"/>
                  <a:pt x="4567888" y="0"/>
                </a:cubicBezTo>
                <a:cubicBezTo>
                  <a:pt x="4837580" y="-7043"/>
                  <a:pt x="4950764" y="9805"/>
                  <a:pt x="5049761" y="0"/>
                </a:cubicBezTo>
                <a:cubicBezTo>
                  <a:pt x="5148758" y="-9805"/>
                  <a:pt x="5717914" y="-37252"/>
                  <a:pt x="5940895" y="0"/>
                </a:cubicBezTo>
                <a:cubicBezTo>
                  <a:pt x="5943720" y="216105"/>
                  <a:pt x="5970382" y="335383"/>
                  <a:pt x="5940895" y="596766"/>
                </a:cubicBezTo>
                <a:cubicBezTo>
                  <a:pt x="5911408" y="858149"/>
                  <a:pt x="5952603" y="1005470"/>
                  <a:pt x="5940895" y="1232878"/>
                </a:cubicBezTo>
                <a:cubicBezTo>
                  <a:pt x="5929187" y="1460286"/>
                  <a:pt x="5912452" y="1643025"/>
                  <a:pt x="5940895" y="1967359"/>
                </a:cubicBezTo>
                <a:cubicBezTo>
                  <a:pt x="5755252" y="1949903"/>
                  <a:pt x="5415070" y="1971081"/>
                  <a:pt x="5221387" y="1967359"/>
                </a:cubicBezTo>
                <a:cubicBezTo>
                  <a:pt x="5027704" y="1963637"/>
                  <a:pt x="4939937" y="1982363"/>
                  <a:pt x="4680105" y="1967359"/>
                </a:cubicBezTo>
                <a:cubicBezTo>
                  <a:pt x="4420273" y="1952355"/>
                  <a:pt x="4149625" y="1965348"/>
                  <a:pt x="3960597" y="1967359"/>
                </a:cubicBezTo>
                <a:cubicBezTo>
                  <a:pt x="3771569" y="1969370"/>
                  <a:pt x="3619806" y="1979191"/>
                  <a:pt x="3359906" y="1967359"/>
                </a:cubicBezTo>
                <a:cubicBezTo>
                  <a:pt x="3100006" y="1955527"/>
                  <a:pt x="2989508" y="1948528"/>
                  <a:pt x="2818625" y="1967359"/>
                </a:cubicBezTo>
                <a:cubicBezTo>
                  <a:pt x="2647742" y="1986190"/>
                  <a:pt x="2326796" y="1980605"/>
                  <a:pt x="2158525" y="1967359"/>
                </a:cubicBezTo>
                <a:cubicBezTo>
                  <a:pt x="1990254" y="1954113"/>
                  <a:pt x="1753440" y="1941723"/>
                  <a:pt x="1557835" y="1967359"/>
                </a:cubicBezTo>
                <a:cubicBezTo>
                  <a:pt x="1362230" y="1992996"/>
                  <a:pt x="1247766" y="1972663"/>
                  <a:pt x="1075962" y="1967359"/>
                </a:cubicBezTo>
                <a:cubicBezTo>
                  <a:pt x="904158" y="1962055"/>
                  <a:pt x="387343" y="1973983"/>
                  <a:pt x="0" y="1967359"/>
                </a:cubicBezTo>
                <a:cubicBezTo>
                  <a:pt x="34518" y="1674181"/>
                  <a:pt x="-5243" y="1435487"/>
                  <a:pt x="0" y="1272225"/>
                </a:cubicBezTo>
                <a:cubicBezTo>
                  <a:pt x="5243" y="1108963"/>
                  <a:pt x="-8914" y="906068"/>
                  <a:pt x="0" y="577092"/>
                </a:cubicBezTo>
                <a:cubicBezTo>
                  <a:pt x="8914" y="248116"/>
                  <a:pt x="-8154" y="248431"/>
                  <a:pt x="0" y="0"/>
                </a:cubicBezTo>
                <a:close/>
              </a:path>
            </a:pathLst>
          </a:custGeom>
          <a:ln>
            <a:extLst>
              <a:ext uri="{C807C97D-BFC1-408E-A445-0C87EB9F89A2}">
                <ask:lineSketchStyleProps xmlns:ask="http://schemas.microsoft.com/office/drawing/2018/sketchyshapes" sd="3820770974">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5A63FEF0-0AA7-4CEC-CDA9-7798526211B7}"/>
              </a:ext>
            </a:extLst>
          </p:cNvPr>
          <p:cNvSpPr>
            <a:spLocks noGrp="1"/>
          </p:cNvSpPr>
          <p:nvPr>
            <p:ph sz="quarter" idx="1"/>
          </p:nvPr>
        </p:nvSpPr>
        <p:spPr>
          <a:xfrm>
            <a:off x="612648" y="1600200"/>
            <a:ext cx="5831560" cy="4495800"/>
          </a:xfrm>
        </p:spPr>
        <p:txBody>
          <a:bodyPr>
            <a:normAutofit fontScale="92500"/>
          </a:bodyPr>
          <a:lstStyle/>
          <a:p>
            <a:r>
              <a:rPr lang="en-GB" b="1" dirty="0">
                <a:solidFill>
                  <a:schemeClr val="accent6">
                    <a:lumMod val="50000"/>
                  </a:schemeClr>
                </a:solidFill>
              </a:rPr>
              <a:t>How can we define each individual point within the data set? </a:t>
            </a:r>
          </a:p>
          <a:p>
            <a:r>
              <a:rPr lang="en-GB" dirty="0">
                <a:solidFill>
                  <a:schemeClr val="accent6">
                    <a:lumMod val="50000"/>
                  </a:schemeClr>
                </a:solidFill>
              </a:rPr>
              <a:t>We could say that there is a very big data point, or that it’s 92 points above the mean</a:t>
            </a:r>
          </a:p>
          <a:p>
            <a:r>
              <a:rPr lang="en-GB" dirty="0">
                <a:solidFill>
                  <a:schemeClr val="bg1"/>
                </a:solidFill>
              </a:rPr>
              <a:t>Or we could describe its distance from the mean using the standard deviation – we refer to this as the data point’s </a:t>
            </a:r>
          </a:p>
          <a:p>
            <a:pPr marL="320040" lvl="1" indent="0">
              <a:buNone/>
            </a:pPr>
            <a:r>
              <a:rPr lang="en-GB" sz="3000" b="1" dirty="0">
                <a:solidFill>
                  <a:schemeClr val="bg1"/>
                </a:solidFill>
              </a:rPr>
              <a:t>z-score</a:t>
            </a:r>
          </a:p>
          <a:p>
            <a:endParaRPr lang="en-GB" dirty="0">
              <a:solidFill>
                <a:schemeClr val="accent6">
                  <a:lumMod val="50000"/>
                </a:schemeClr>
              </a:solidFill>
            </a:endParaRPr>
          </a:p>
        </p:txBody>
      </p:sp>
      <p:graphicFrame>
        <p:nvGraphicFramePr>
          <p:cNvPr id="6" name="Table 13">
            <a:extLst>
              <a:ext uri="{FF2B5EF4-FFF2-40B4-BE49-F238E27FC236}">
                <a16:creationId xmlns:a16="http://schemas.microsoft.com/office/drawing/2014/main" id="{03F95A97-59DF-0103-AD15-150A0C1FFA26}"/>
              </a:ext>
            </a:extLst>
          </p:cNvPr>
          <p:cNvGraphicFramePr>
            <a:graphicFrameLocks noGrp="1"/>
          </p:cNvGraphicFramePr>
          <p:nvPr/>
        </p:nvGraphicFramePr>
        <p:xfrm>
          <a:off x="7884368" y="1052736"/>
          <a:ext cx="971162" cy="3759924"/>
        </p:xfrm>
        <a:graphic>
          <a:graphicData uri="http://schemas.openxmlformats.org/drawingml/2006/table">
            <a:tbl>
              <a:tblPr firstRow="1" bandRow="1">
                <a:tableStyleId>{B301B821-A1FF-4177-AEE7-76D212191A09}</a:tableStyleId>
              </a:tblPr>
              <a:tblGrid>
                <a:gridCol w="971162">
                  <a:extLst>
                    <a:ext uri="{9D8B030D-6E8A-4147-A177-3AD203B41FA5}">
                      <a16:colId xmlns:a16="http://schemas.microsoft.com/office/drawing/2014/main" val="1794081257"/>
                    </a:ext>
                  </a:extLst>
                </a:gridCol>
              </a:tblGrid>
              <a:tr h="370840">
                <a:tc>
                  <a:txBody>
                    <a:bodyPr/>
                    <a:lstStyle/>
                    <a:p>
                      <a:pPr algn="ctr"/>
                      <a:r>
                        <a:rPr lang="en-GB" b="1" dirty="0">
                          <a:solidFill>
                            <a:schemeClr val="accent6">
                              <a:lumMod val="50000"/>
                            </a:schemeClr>
                          </a:solidFill>
                        </a:rPr>
                        <a:t>Data set</a:t>
                      </a:r>
                    </a:p>
                  </a:txBody>
                  <a:tcPr>
                    <a:solidFill>
                      <a:schemeClr val="bg2"/>
                    </a:solidFill>
                  </a:tcPr>
                </a:tc>
                <a:extLst>
                  <a:ext uri="{0D108BD9-81ED-4DB2-BD59-A6C34878D82A}">
                    <a16:rowId xmlns:a16="http://schemas.microsoft.com/office/drawing/2014/main" val="3782993079"/>
                  </a:ext>
                </a:extLst>
              </a:tr>
              <a:tr h="370840">
                <a:tc>
                  <a:txBody>
                    <a:bodyPr/>
                    <a:lstStyle/>
                    <a:p>
                      <a:pPr algn="ctr"/>
                      <a:r>
                        <a:rPr lang="en-GB" dirty="0"/>
                        <a:t>95</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dirty="0"/>
                        <a:t>105</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dirty="0"/>
                        <a:t>112</a:t>
                      </a:r>
                    </a:p>
                  </a:txBody>
                  <a:tcPr>
                    <a:solidFill>
                      <a:schemeClr val="bg2"/>
                    </a:solidFill>
                  </a:tcPr>
                </a:tc>
                <a:extLst>
                  <a:ext uri="{0D108BD9-81ED-4DB2-BD59-A6C34878D82A}">
                    <a16:rowId xmlns:a16="http://schemas.microsoft.com/office/drawing/2014/main" val="2372724232"/>
                  </a:ext>
                </a:extLst>
              </a:tr>
              <a:tr h="370840">
                <a:tc>
                  <a:txBody>
                    <a:bodyPr/>
                    <a:lstStyle/>
                    <a:p>
                      <a:pPr algn="ctr"/>
                      <a:r>
                        <a:rPr lang="en-GB" dirty="0"/>
                        <a:t>116</a:t>
                      </a:r>
                    </a:p>
                  </a:txBody>
                  <a:tcPr>
                    <a:solidFill>
                      <a:schemeClr val="bg2"/>
                    </a:solidFill>
                  </a:tcPr>
                </a:tc>
                <a:extLst>
                  <a:ext uri="{0D108BD9-81ED-4DB2-BD59-A6C34878D82A}">
                    <a16:rowId xmlns:a16="http://schemas.microsoft.com/office/drawing/2014/main" val="3294947328"/>
                  </a:ext>
                </a:extLst>
              </a:tr>
              <a:tr h="370840">
                <a:tc>
                  <a:txBody>
                    <a:bodyPr/>
                    <a:lstStyle/>
                    <a:p>
                      <a:pPr algn="ctr"/>
                      <a:r>
                        <a:rPr lang="en-GB" dirty="0"/>
                        <a:t>133</a:t>
                      </a:r>
                    </a:p>
                  </a:txBody>
                  <a:tcPr>
                    <a:solidFill>
                      <a:schemeClr val="bg2"/>
                    </a:solidFill>
                  </a:tcPr>
                </a:tc>
                <a:extLst>
                  <a:ext uri="{0D108BD9-81ED-4DB2-BD59-A6C34878D82A}">
                    <a16:rowId xmlns:a16="http://schemas.microsoft.com/office/drawing/2014/main" val="2175820230"/>
                  </a:ext>
                </a:extLst>
              </a:tr>
              <a:tr h="422364">
                <a:tc>
                  <a:txBody>
                    <a:bodyPr/>
                    <a:lstStyle/>
                    <a:p>
                      <a:pPr algn="ctr"/>
                      <a:r>
                        <a:rPr lang="en-GB" dirty="0"/>
                        <a:t>148</a:t>
                      </a:r>
                    </a:p>
                  </a:txBody>
                  <a:tcPr>
                    <a:solidFill>
                      <a:schemeClr val="bg2"/>
                    </a:solidFill>
                  </a:tcPr>
                </a:tc>
                <a:extLst>
                  <a:ext uri="{0D108BD9-81ED-4DB2-BD59-A6C34878D82A}">
                    <a16:rowId xmlns:a16="http://schemas.microsoft.com/office/drawing/2014/main" val="1579159341"/>
                  </a:ext>
                </a:extLst>
              </a:tr>
              <a:tr h="370840">
                <a:tc>
                  <a:txBody>
                    <a:bodyPr/>
                    <a:lstStyle/>
                    <a:p>
                      <a:pPr algn="ctr"/>
                      <a:r>
                        <a:rPr lang="en-GB" dirty="0"/>
                        <a:t>155</a:t>
                      </a:r>
                    </a:p>
                  </a:txBody>
                  <a:tcPr>
                    <a:solidFill>
                      <a:schemeClr val="bg2"/>
                    </a:solidFill>
                  </a:tcPr>
                </a:tc>
                <a:extLst>
                  <a:ext uri="{0D108BD9-81ED-4DB2-BD59-A6C34878D82A}">
                    <a16:rowId xmlns:a16="http://schemas.microsoft.com/office/drawing/2014/main" val="3242964946"/>
                  </a:ext>
                </a:extLst>
              </a:tr>
              <a:tr h="370840">
                <a:tc>
                  <a:txBody>
                    <a:bodyPr/>
                    <a:lstStyle/>
                    <a:p>
                      <a:pPr algn="ctr"/>
                      <a:r>
                        <a:rPr lang="en-GB" dirty="0"/>
                        <a:t>156</a:t>
                      </a:r>
                    </a:p>
                  </a:txBody>
                  <a:tcPr>
                    <a:solidFill>
                      <a:schemeClr val="bg2"/>
                    </a:solidFill>
                  </a:tcPr>
                </a:tc>
                <a:extLst>
                  <a:ext uri="{0D108BD9-81ED-4DB2-BD59-A6C34878D82A}">
                    <a16:rowId xmlns:a16="http://schemas.microsoft.com/office/drawing/2014/main" val="2732836517"/>
                  </a:ext>
                </a:extLst>
              </a:tr>
              <a:tr h="370840">
                <a:tc>
                  <a:txBody>
                    <a:bodyPr/>
                    <a:lstStyle/>
                    <a:p>
                      <a:pPr algn="ctr"/>
                      <a:r>
                        <a:rPr lang="en-GB" dirty="0"/>
                        <a:t>231</a:t>
                      </a:r>
                    </a:p>
                  </a:txBody>
                  <a:tcPr>
                    <a:solidFill>
                      <a:schemeClr val="accent1">
                        <a:lumMod val="40000"/>
                        <a:lumOff val="60000"/>
                      </a:schemeClr>
                    </a:solidFill>
                  </a:tcPr>
                </a:tc>
                <a:extLst>
                  <a:ext uri="{0D108BD9-81ED-4DB2-BD59-A6C34878D82A}">
                    <a16:rowId xmlns:a16="http://schemas.microsoft.com/office/drawing/2014/main" val="3399544171"/>
                  </a:ext>
                </a:extLst>
              </a:tr>
            </a:tbl>
          </a:graphicData>
        </a:graphic>
      </p:graphicFrame>
      <p:graphicFrame>
        <p:nvGraphicFramePr>
          <p:cNvPr id="7" name="Table 13">
            <a:extLst>
              <a:ext uri="{FF2B5EF4-FFF2-40B4-BE49-F238E27FC236}">
                <a16:creationId xmlns:a16="http://schemas.microsoft.com/office/drawing/2014/main" id="{F122E0E4-23AF-DC39-F4C8-530235E5D601}"/>
              </a:ext>
            </a:extLst>
          </p:cNvPr>
          <p:cNvGraphicFramePr>
            <a:graphicFrameLocks noGrp="1"/>
          </p:cNvGraphicFramePr>
          <p:nvPr/>
        </p:nvGraphicFramePr>
        <p:xfrm>
          <a:off x="6606297" y="4945916"/>
          <a:ext cx="2249234" cy="1381760"/>
        </p:xfrm>
        <a:graphic>
          <a:graphicData uri="http://schemas.openxmlformats.org/drawingml/2006/table">
            <a:tbl>
              <a:tblPr firstRow="1" bandRow="1">
                <a:tableStyleId>{2D5ABB26-0587-4C30-8999-92F81FD0307C}</a:tableStyleId>
              </a:tblPr>
              <a:tblGrid>
                <a:gridCol w="1278071">
                  <a:extLst>
                    <a:ext uri="{9D8B030D-6E8A-4147-A177-3AD203B41FA5}">
                      <a16:colId xmlns:a16="http://schemas.microsoft.com/office/drawing/2014/main" val="1794081257"/>
                    </a:ext>
                  </a:extLst>
                </a:gridCol>
                <a:gridCol w="971163">
                  <a:extLst>
                    <a:ext uri="{9D8B030D-6E8A-4147-A177-3AD203B41FA5}">
                      <a16:colId xmlns:a16="http://schemas.microsoft.com/office/drawing/2014/main" val="1519352930"/>
                    </a:ext>
                  </a:extLst>
                </a:gridCol>
              </a:tblGrid>
              <a:tr h="370840">
                <a:tc>
                  <a:txBody>
                    <a:bodyPr/>
                    <a:lstStyle/>
                    <a:p>
                      <a:pPr algn="ctr"/>
                      <a:r>
                        <a:rPr lang="en-GB" b="1" dirty="0">
                          <a:solidFill>
                            <a:schemeClr val="accent6">
                              <a:lumMod val="50000"/>
                            </a:schemeClr>
                          </a:solidFill>
                        </a:rPr>
                        <a:t>Mean</a:t>
                      </a:r>
                    </a:p>
                  </a:txBody>
                  <a:tcPr>
                    <a:solidFill>
                      <a:schemeClr val="bg2"/>
                    </a:solidFill>
                  </a:tcPr>
                </a:tc>
                <a:tc>
                  <a:txBody>
                    <a:bodyPr/>
                    <a:lstStyle/>
                    <a:p>
                      <a:pPr algn="ctr"/>
                      <a:r>
                        <a:rPr lang="en-GB" b="0" dirty="0">
                          <a:solidFill>
                            <a:schemeClr val="accent6">
                              <a:lumMod val="50000"/>
                            </a:schemeClr>
                          </a:solidFill>
                        </a:rPr>
                        <a:t>139</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b="1" dirty="0">
                          <a:solidFill>
                            <a:schemeClr val="accent6">
                              <a:lumMod val="50000"/>
                            </a:schemeClr>
                          </a:solidFill>
                        </a:rPr>
                        <a:t>Median</a:t>
                      </a:r>
                    </a:p>
                  </a:txBody>
                  <a:tcPr>
                    <a:solidFill>
                      <a:schemeClr val="bg2"/>
                    </a:solidFill>
                  </a:tcPr>
                </a:tc>
                <a:tc>
                  <a:txBody>
                    <a:bodyPr/>
                    <a:lstStyle/>
                    <a:p>
                      <a:pPr algn="ctr"/>
                      <a:r>
                        <a:rPr lang="en-GB" b="0" dirty="0">
                          <a:solidFill>
                            <a:schemeClr val="accent6">
                              <a:lumMod val="50000"/>
                            </a:schemeClr>
                          </a:solidFill>
                        </a:rPr>
                        <a:t>133</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b="1" dirty="0">
                          <a:solidFill>
                            <a:schemeClr val="accent6">
                              <a:lumMod val="50000"/>
                            </a:schemeClr>
                          </a:solidFill>
                        </a:rPr>
                        <a:t>Standard Deviation</a:t>
                      </a:r>
                    </a:p>
                  </a:txBody>
                  <a:tcPr>
                    <a:solidFill>
                      <a:schemeClr val="bg2"/>
                    </a:solidFill>
                  </a:tcPr>
                </a:tc>
                <a:tc>
                  <a:txBody>
                    <a:bodyPr/>
                    <a:lstStyle/>
                    <a:p>
                      <a:pPr algn="ctr"/>
                      <a:r>
                        <a:rPr lang="en-GB" b="0" dirty="0">
                          <a:solidFill>
                            <a:schemeClr val="accent6">
                              <a:lumMod val="50000"/>
                            </a:schemeClr>
                          </a:solidFill>
                        </a:rPr>
                        <a:t>41</a:t>
                      </a:r>
                    </a:p>
                  </a:txBody>
                  <a:tcPr>
                    <a:solidFill>
                      <a:schemeClr val="bg2"/>
                    </a:solidFill>
                  </a:tcPr>
                </a:tc>
                <a:extLst>
                  <a:ext uri="{0D108BD9-81ED-4DB2-BD59-A6C34878D82A}">
                    <a16:rowId xmlns:a16="http://schemas.microsoft.com/office/drawing/2014/main" val="2372724232"/>
                  </a:ext>
                </a:extLst>
              </a:tr>
            </a:tbl>
          </a:graphicData>
        </a:graphic>
      </p:graphicFrame>
      <p:cxnSp>
        <p:nvCxnSpPr>
          <p:cNvPr id="9" name="Straight Arrow Connector 8">
            <a:extLst>
              <a:ext uri="{FF2B5EF4-FFF2-40B4-BE49-F238E27FC236}">
                <a16:creationId xmlns:a16="http://schemas.microsoft.com/office/drawing/2014/main" id="{1F773055-ADC8-9534-953F-93731451D678}"/>
              </a:ext>
            </a:extLst>
          </p:cNvPr>
          <p:cNvCxnSpPr>
            <a:cxnSpLocks/>
            <a:stCxn id="3" idx="3"/>
          </p:cNvCxnSpPr>
          <p:nvPr/>
        </p:nvCxnSpPr>
        <p:spPr>
          <a:xfrm>
            <a:off x="6444208" y="3848100"/>
            <a:ext cx="1286706" cy="733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C88A0709-CF1B-053F-AA6A-B306A6BC10BD}"/>
              </a:ext>
            </a:extLst>
          </p:cNvPr>
          <p:cNvSpPr>
            <a:spLocks noGrp="1"/>
          </p:cNvSpPr>
          <p:nvPr>
            <p:ph type="title"/>
          </p:nvPr>
        </p:nvSpPr>
        <p:spPr>
          <a:xfrm>
            <a:off x="395536" y="266700"/>
            <a:ext cx="8591996" cy="990600"/>
          </a:xfrm>
        </p:spPr>
        <p:txBody>
          <a:bodyPr>
            <a:noAutofit/>
          </a:bodyPr>
          <a:lstStyle/>
          <a:p>
            <a:r>
              <a:rPr lang="en-GB" sz="3600" dirty="0"/>
              <a:t>z-score</a:t>
            </a:r>
          </a:p>
        </p:txBody>
      </p:sp>
      <p:sp>
        <p:nvSpPr>
          <p:cNvPr id="8" name="Footer Placeholder 7">
            <a:extLst>
              <a:ext uri="{FF2B5EF4-FFF2-40B4-BE49-F238E27FC236}">
                <a16:creationId xmlns:a16="http://schemas.microsoft.com/office/drawing/2014/main" id="{E2EB53D4-D223-1CEB-C421-E38EB995B3E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17EF65CF-D20A-220E-88ED-07584872DAEB}"/>
              </a:ext>
            </a:extLst>
          </p:cNvPr>
          <p:cNvSpPr>
            <a:spLocks noGrp="1"/>
          </p:cNvSpPr>
          <p:nvPr>
            <p:ph type="sldNum" sz="quarter" idx="4"/>
          </p:nvPr>
        </p:nvSpPr>
        <p:spPr/>
        <p:txBody>
          <a:bodyPr/>
          <a:lstStyle/>
          <a:p>
            <a:fld id="{9FD7ECCF-50E7-4327-B945-FA93FF7B2BEF}" type="slidenum">
              <a:rPr lang="en-US" smtClean="0"/>
              <a:pPr/>
              <a:t>50</a:t>
            </a:fld>
            <a:r>
              <a:rPr lang="en-GB"/>
              <a:t>/80</a:t>
            </a:r>
            <a:endParaRPr lang="en-US" dirty="0"/>
          </a:p>
        </p:txBody>
      </p:sp>
    </p:spTree>
    <p:extLst>
      <p:ext uri="{BB962C8B-B14F-4D97-AF65-F5344CB8AC3E}">
        <p14:creationId xmlns:p14="http://schemas.microsoft.com/office/powerpoint/2010/main" val="30728635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BF70-F53D-C980-71F8-B6106F88F461}"/>
              </a:ext>
            </a:extLst>
          </p:cNvPr>
          <p:cNvSpPr>
            <a:spLocks noGrp="1"/>
          </p:cNvSpPr>
          <p:nvPr>
            <p:ph type="title"/>
          </p:nvPr>
        </p:nvSpPr>
        <p:spPr/>
        <p:txBody>
          <a:bodyPr/>
          <a:lstStyle/>
          <a:p>
            <a:r>
              <a:rPr lang="en-GB" dirty="0"/>
              <a:t>z-score</a:t>
            </a:r>
          </a:p>
        </p:txBody>
      </p:sp>
      <p:sp>
        <p:nvSpPr>
          <p:cNvPr id="3" name="Content Placeholder 2">
            <a:extLst>
              <a:ext uri="{FF2B5EF4-FFF2-40B4-BE49-F238E27FC236}">
                <a16:creationId xmlns:a16="http://schemas.microsoft.com/office/drawing/2014/main" id="{DCC268C5-BB10-353D-056A-CAC12F57191A}"/>
              </a:ext>
            </a:extLst>
          </p:cNvPr>
          <p:cNvSpPr>
            <a:spLocks noGrp="1"/>
          </p:cNvSpPr>
          <p:nvPr>
            <p:ph sz="quarter" idx="1"/>
          </p:nvPr>
        </p:nvSpPr>
        <p:spPr>
          <a:xfrm>
            <a:off x="612647" y="1600200"/>
            <a:ext cx="8531353" cy="4495800"/>
          </a:xfrm>
        </p:spPr>
        <p:txBody>
          <a:bodyPr>
            <a:normAutofit/>
          </a:bodyPr>
          <a:lstStyle/>
          <a:p>
            <a:r>
              <a:rPr lang="en-GB" b="0" i="0" dirty="0">
                <a:solidFill>
                  <a:schemeClr val="accent6">
                    <a:lumMod val="50000"/>
                  </a:schemeClr>
                </a:solidFill>
                <a:effectLst/>
              </a:rPr>
              <a:t>A z-score describes the position of a raw score in terms of its distance from the mean when measured in standard deviation units. </a:t>
            </a:r>
            <a:endParaRPr lang="el-GR" b="0" i="0" dirty="0">
              <a:solidFill>
                <a:schemeClr val="accent6">
                  <a:lumMod val="50000"/>
                </a:schemeClr>
              </a:solidFill>
              <a:effectLst/>
            </a:endParaRPr>
          </a:p>
          <a:p>
            <a:r>
              <a:rPr lang="en-GB" b="0" i="0" dirty="0">
                <a:solidFill>
                  <a:schemeClr val="accent6">
                    <a:lumMod val="50000"/>
                  </a:schemeClr>
                </a:solidFill>
                <a:effectLst/>
              </a:rPr>
              <a:t>The z-score is positive if the value lies above the mean, and negative if it lies below the mean.</a:t>
            </a:r>
            <a:endParaRPr lang="en-GB" dirty="0">
              <a:solidFill>
                <a:schemeClr val="accent6">
                  <a:lumMod val="50000"/>
                </a:schemeClr>
              </a:solidFill>
            </a:endParaRPr>
          </a:p>
        </p:txBody>
      </p:sp>
      <p:pic>
        <p:nvPicPr>
          <p:cNvPr id="30" name="Picture 29" descr="z-score formula">
            <a:extLst>
              <a:ext uri="{FF2B5EF4-FFF2-40B4-BE49-F238E27FC236}">
                <a16:creationId xmlns:a16="http://schemas.microsoft.com/office/drawing/2014/main" id="{ED1F8B81-4888-7C68-3326-C200A87F2F83}"/>
              </a:ext>
            </a:extLst>
          </p:cNvPr>
          <p:cNvPicPr>
            <a:picLocks noChangeAspect="1"/>
          </p:cNvPicPr>
          <p:nvPr/>
        </p:nvPicPr>
        <p:blipFill>
          <a:blip r:embed="rId2"/>
          <a:stretch>
            <a:fillRect/>
          </a:stretch>
        </p:blipFill>
        <p:spPr>
          <a:xfrm>
            <a:off x="1835696" y="4221088"/>
            <a:ext cx="4925364" cy="1874912"/>
          </a:xfrm>
          <a:prstGeom prst="rect">
            <a:avLst/>
          </a:prstGeom>
        </p:spPr>
      </p:pic>
      <p:sp>
        <p:nvSpPr>
          <p:cNvPr id="6" name="Footer Placeholder 5">
            <a:extLst>
              <a:ext uri="{FF2B5EF4-FFF2-40B4-BE49-F238E27FC236}">
                <a16:creationId xmlns:a16="http://schemas.microsoft.com/office/drawing/2014/main" id="{ADE31070-D9F9-1E41-3131-5DAC6E62C43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8AC4588E-28B5-0B78-5D7C-FF73BA1B8127}"/>
              </a:ext>
            </a:extLst>
          </p:cNvPr>
          <p:cNvSpPr>
            <a:spLocks noGrp="1"/>
          </p:cNvSpPr>
          <p:nvPr>
            <p:ph type="sldNum" sz="quarter" idx="4"/>
          </p:nvPr>
        </p:nvSpPr>
        <p:spPr/>
        <p:txBody>
          <a:bodyPr/>
          <a:lstStyle/>
          <a:p>
            <a:fld id="{9FD7ECCF-50E7-4327-B945-FA93FF7B2BEF}" type="slidenum">
              <a:rPr lang="en-US" smtClean="0"/>
              <a:pPr/>
              <a:t>51</a:t>
            </a:fld>
            <a:r>
              <a:rPr lang="en-GB"/>
              <a:t>/80</a:t>
            </a:r>
            <a:endParaRPr lang="en-US" dirty="0"/>
          </a:p>
        </p:txBody>
      </p:sp>
    </p:spTree>
    <p:extLst>
      <p:ext uri="{BB962C8B-B14F-4D97-AF65-F5344CB8AC3E}">
        <p14:creationId xmlns:p14="http://schemas.microsoft.com/office/powerpoint/2010/main" val="4191373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BF70-F53D-C980-71F8-B6106F88F461}"/>
              </a:ext>
            </a:extLst>
          </p:cNvPr>
          <p:cNvSpPr>
            <a:spLocks noGrp="1"/>
          </p:cNvSpPr>
          <p:nvPr>
            <p:ph type="title"/>
          </p:nvPr>
        </p:nvSpPr>
        <p:spPr/>
        <p:txBody>
          <a:bodyPr/>
          <a:lstStyle/>
          <a:p>
            <a:r>
              <a:rPr lang="en-GB" dirty="0"/>
              <a:t>z-score</a:t>
            </a:r>
            <a:r>
              <a:rPr lang="el-GR" dirty="0"/>
              <a:t> – </a:t>
            </a:r>
            <a:r>
              <a:rPr lang="en-GB" dirty="0"/>
              <a:t>example 1</a:t>
            </a:r>
          </a:p>
        </p:txBody>
      </p:sp>
      <p:grpSp>
        <p:nvGrpSpPr>
          <p:cNvPr id="20" name="Group 19">
            <a:extLst>
              <a:ext uri="{FF2B5EF4-FFF2-40B4-BE49-F238E27FC236}">
                <a16:creationId xmlns:a16="http://schemas.microsoft.com/office/drawing/2014/main" id="{41F90D6B-B495-018A-F978-6F01898A9BE7}"/>
              </a:ext>
            </a:extLst>
          </p:cNvPr>
          <p:cNvGrpSpPr/>
          <p:nvPr/>
        </p:nvGrpSpPr>
        <p:grpSpPr>
          <a:xfrm>
            <a:off x="4714616" y="4013713"/>
            <a:ext cx="3588088" cy="1205267"/>
            <a:chOff x="5436096" y="1840468"/>
            <a:chExt cx="3588088" cy="1205267"/>
          </a:xfrm>
        </p:grpSpPr>
        <p:sp>
          <p:nvSpPr>
            <p:cNvPr id="21" name="TextBox 20">
              <a:extLst>
                <a:ext uri="{FF2B5EF4-FFF2-40B4-BE49-F238E27FC236}">
                  <a16:creationId xmlns:a16="http://schemas.microsoft.com/office/drawing/2014/main" id="{936DFE41-BCA4-8B89-11CA-24CB01D48C64}"/>
                </a:ext>
              </a:extLst>
            </p:cNvPr>
            <p:cNvSpPr txBox="1"/>
            <p:nvPr/>
          </p:nvSpPr>
          <p:spPr>
            <a:xfrm>
              <a:off x="5436096" y="2132856"/>
              <a:ext cx="1236236" cy="584775"/>
            </a:xfrm>
            <a:prstGeom prst="rect">
              <a:avLst/>
            </a:prstGeom>
            <a:noFill/>
          </p:spPr>
          <p:txBody>
            <a:bodyPr wrap="none" rtlCol="0">
              <a:spAutoFit/>
            </a:bodyPr>
            <a:lstStyle/>
            <a:p>
              <a:r>
                <a:rPr lang="en-GB" sz="3200" i="1" dirty="0"/>
                <a:t>2.24</a:t>
              </a:r>
              <a:r>
                <a:rPr lang="en-GB" sz="3200" dirty="0"/>
                <a:t> =</a:t>
              </a:r>
            </a:p>
          </p:txBody>
        </p:sp>
        <p:sp>
          <p:nvSpPr>
            <p:cNvPr id="22" name="TextBox 21">
              <a:extLst>
                <a:ext uri="{FF2B5EF4-FFF2-40B4-BE49-F238E27FC236}">
                  <a16:creationId xmlns:a16="http://schemas.microsoft.com/office/drawing/2014/main" id="{31CAE2AD-2125-2D77-E8CB-015441CDF8A5}"/>
                </a:ext>
              </a:extLst>
            </p:cNvPr>
            <p:cNvSpPr txBox="1"/>
            <p:nvPr/>
          </p:nvSpPr>
          <p:spPr>
            <a:xfrm>
              <a:off x="7194078" y="1840468"/>
              <a:ext cx="1757212" cy="584775"/>
            </a:xfrm>
            <a:prstGeom prst="rect">
              <a:avLst/>
            </a:prstGeom>
            <a:noFill/>
          </p:spPr>
          <p:txBody>
            <a:bodyPr wrap="none" rtlCol="0">
              <a:spAutoFit/>
            </a:bodyPr>
            <a:lstStyle/>
            <a:p>
              <a:r>
                <a:rPr lang="el-GR" sz="3200" i="1" dirty="0"/>
                <a:t>231</a:t>
              </a:r>
              <a:r>
                <a:rPr lang="en-GB" sz="3200" i="1" dirty="0"/>
                <a:t> - 139</a:t>
              </a:r>
            </a:p>
          </p:txBody>
        </p:sp>
        <p:sp>
          <p:nvSpPr>
            <p:cNvPr id="23" name="TextBox 22">
              <a:extLst>
                <a:ext uri="{FF2B5EF4-FFF2-40B4-BE49-F238E27FC236}">
                  <a16:creationId xmlns:a16="http://schemas.microsoft.com/office/drawing/2014/main" id="{F5E26401-A9B3-51EF-16C6-FBA0B2B2063F}"/>
                </a:ext>
              </a:extLst>
            </p:cNvPr>
            <p:cNvSpPr txBox="1"/>
            <p:nvPr/>
          </p:nvSpPr>
          <p:spPr>
            <a:xfrm>
              <a:off x="7884474" y="2460960"/>
              <a:ext cx="595035" cy="584775"/>
            </a:xfrm>
            <a:prstGeom prst="rect">
              <a:avLst/>
            </a:prstGeom>
            <a:noFill/>
          </p:spPr>
          <p:txBody>
            <a:bodyPr wrap="none" rtlCol="0">
              <a:spAutoFit/>
            </a:bodyPr>
            <a:lstStyle/>
            <a:p>
              <a:r>
                <a:rPr lang="en-GB" sz="3200" i="1" dirty="0"/>
                <a:t>41</a:t>
              </a:r>
            </a:p>
          </p:txBody>
        </p:sp>
        <p:cxnSp>
          <p:nvCxnSpPr>
            <p:cNvPr id="24" name="Straight Connector 23">
              <a:extLst>
                <a:ext uri="{FF2B5EF4-FFF2-40B4-BE49-F238E27FC236}">
                  <a16:creationId xmlns:a16="http://schemas.microsoft.com/office/drawing/2014/main" id="{ED390B8A-E5F9-D03D-9B3E-6DB88E47F044}"/>
                </a:ext>
              </a:extLst>
            </p:cNvPr>
            <p:cNvCxnSpPr>
              <a:cxnSpLocks/>
            </p:cNvCxnSpPr>
            <p:nvPr/>
          </p:nvCxnSpPr>
          <p:spPr>
            <a:xfrm flipV="1">
              <a:off x="7194078" y="2425243"/>
              <a:ext cx="1830106" cy="23623"/>
            </a:xfrm>
            <a:prstGeom prst="line">
              <a:avLst/>
            </a:prstGeom>
          </p:spPr>
          <p:style>
            <a:lnRef idx="1">
              <a:schemeClr val="dk1"/>
            </a:lnRef>
            <a:fillRef idx="0">
              <a:schemeClr val="dk1"/>
            </a:fillRef>
            <a:effectRef idx="0">
              <a:schemeClr val="dk1"/>
            </a:effectRef>
            <a:fontRef idx="minor">
              <a:schemeClr val="tx1"/>
            </a:fontRef>
          </p:style>
        </p:cxnSp>
      </p:grpSp>
      <p:graphicFrame>
        <p:nvGraphicFramePr>
          <p:cNvPr id="29" name="Table 13">
            <a:extLst>
              <a:ext uri="{FF2B5EF4-FFF2-40B4-BE49-F238E27FC236}">
                <a16:creationId xmlns:a16="http://schemas.microsoft.com/office/drawing/2014/main" id="{74212E0E-4EBA-F4C4-CC39-118C125A2925}"/>
              </a:ext>
            </a:extLst>
          </p:cNvPr>
          <p:cNvGraphicFramePr>
            <a:graphicFrameLocks noGrp="1"/>
          </p:cNvGraphicFramePr>
          <p:nvPr/>
        </p:nvGraphicFramePr>
        <p:xfrm>
          <a:off x="609600" y="1639687"/>
          <a:ext cx="971162" cy="3759924"/>
        </p:xfrm>
        <a:graphic>
          <a:graphicData uri="http://schemas.openxmlformats.org/drawingml/2006/table">
            <a:tbl>
              <a:tblPr firstRow="1" bandRow="1">
                <a:tableStyleId>{B301B821-A1FF-4177-AEE7-76D212191A09}</a:tableStyleId>
              </a:tblPr>
              <a:tblGrid>
                <a:gridCol w="971162">
                  <a:extLst>
                    <a:ext uri="{9D8B030D-6E8A-4147-A177-3AD203B41FA5}">
                      <a16:colId xmlns:a16="http://schemas.microsoft.com/office/drawing/2014/main" val="1794081257"/>
                    </a:ext>
                  </a:extLst>
                </a:gridCol>
              </a:tblGrid>
              <a:tr h="370840">
                <a:tc>
                  <a:txBody>
                    <a:bodyPr/>
                    <a:lstStyle/>
                    <a:p>
                      <a:pPr algn="ctr"/>
                      <a:r>
                        <a:rPr lang="en-GB" b="1" dirty="0">
                          <a:solidFill>
                            <a:schemeClr val="accent6">
                              <a:lumMod val="50000"/>
                            </a:schemeClr>
                          </a:solidFill>
                        </a:rPr>
                        <a:t>Data set</a:t>
                      </a:r>
                    </a:p>
                  </a:txBody>
                  <a:tcPr>
                    <a:solidFill>
                      <a:schemeClr val="bg2"/>
                    </a:solidFill>
                  </a:tcPr>
                </a:tc>
                <a:extLst>
                  <a:ext uri="{0D108BD9-81ED-4DB2-BD59-A6C34878D82A}">
                    <a16:rowId xmlns:a16="http://schemas.microsoft.com/office/drawing/2014/main" val="3782993079"/>
                  </a:ext>
                </a:extLst>
              </a:tr>
              <a:tr h="370840">
                <a:tc>
                  <a:txBody>
                    <a:bodyPr/>
                    <a:lstStyle/>
                    <a:p>
                      <a:pPr algn="ctr"/>
                      <a:r>
                        <a:rPr lang="en-GB" dirty="0"/>
                        <a:t>95</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dirty="0"/>
                        <a:t>105</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dirty="0"/>
                        <a:t>112</a:t>
                      </a:r>
                    </a:p>
                  </a:txBody>
                  <a:tcPr>
                    <a:solidFill>
                      <a:schemeClr val="bg2"/>
                    </a:solidFill>
                  </a:tcPr>
                </a:tc>
                <a:extLst>
                  <a:ext uri="{0D108BD9-81ED-4DB2-BD59-A6C34878D82A}">
                    <a16:rowId xmlns:a16="http://schemas.microsoft.com/office/drawing/2014/main" val="2372724232"/>
                  </a:ext>
                </a:extLst>
              </a:tr>
              <a:tr h="370840">
                <a:tc>
                  <a:txBody>
                    <a:bodyPr/>
                    <a:lstStyle/>
                    <a:p>
                      <a:pPr algn="ctr"/>
                      <a:r>
                        <a:rPr lang="en-GB" dirty="0"/>
                        <a:t>116</a:t>
                      </a:r>
                    </a:p>
                  </a:txBody>
                  <a:tcPr>
                    <a:solidFill>
                      <a:schemeClr val="bg2"/>
                    </a:solidFill>
                  </a:tcPr>
                </a:tc>
                <a:extLst>
                  <a:ext uri="{0D108BD9-81ED-4DB2-BD59-A6C34878D82A}">
                    <a16:rowId xmlns:a16="http://schemas.microsoft.com/office/drawing/2014/main" val="3294947328"/>
                  </a:ext>
                </a:extLst>
              </a:tr>
              <a:tr h="370840">
                <a:tc>
                  <a:txBody>
                    <a:bodyPr/>
                    <a:lstStyle/>
                    <a:p>
                      <a:pPr algn="ctr"/>
                      <a:r>
                        <a:rPr lang="en-GB" dirty="0"/>
                        <a:t>133</a:t>
                      </a:r>
                    </a:p>
                  </a:txBody>
                  <a:tcPr>
                    <a:solidFill>
                      <a:schemeClr val="bg2"/>
                    </a:solidFill>
                  </a:tcPr>
                </a:tc>
                <a:extLst>
                  <a:ext uri="{0D108BD9-81ED-4DB2-BD59-A6C34878D82A}">
                    <a16:rowId xmlns:a16="http://schemas.microsoft.com/office/drawing/2014/main" val="2175820230"/>
                  </a:ext>
                </a:extLst>
              </a:tr>
              <a:tr h="422364">
                <a:tc>
                  <a:txBody>
                    <a:bodyPr/>
                    <a:lstStyle/>
                    <a:p>
                      <a:pPr algn="ctr"/>
                      <a:r>
                        <a:rPr lang="en-GB" dirty="0"/>
                        <a:t>148</a:t>
                      </a:r>
                    </a:p>
                  </a:txBody>
                  <a:tcPr>
                    <a:solidFill>
                      <a:schemeClr val="bg2"/>
                    </a:solidFill>
                  </a:tcPr>
                </a:tc>
                <a:extLst>
                  <a:ext uri="{0D108BD9-81ED-4DB2-BD59-A6C34878D82A}">
                    <a16:rowId xmlns:a16="http://schemas.microsoft.com/office/drawing/2014/main" val="1579159341"/>
                  </a:ext>
                </a:extLst>
              </a:tr>
              <a:tr h="370840">
                <a:tc>
                  <a:txBody>
                    <a:bodyPr/>
                    <a:lstStyle/>
                    <a:p>
                      <a:pPr algn="ctr"/>
                      <a:r>
                        <a:rPr lang="en-GB" dirty="0"/>
                        <a:t>155</a:t>
                      </a:r>
                    </a:p>
                  </a:txBody>
                  <a:tcPr>
                    <a:solidFill>
                      <a:schemeClr val="bg2"/>
                    </a:solidFill>
                  </a:tcPr>
                </a:tc>
                <a:extLst>
                  <a:ext uri="{0D108BD9-81ED-4DB2-BD59-A6C34878D82A}">
                    <a16:rowId xmlns:a16="http://schemas.microsoft.com/office/drawing/2014/main" val="3242964946"/>
                  </a:ext>
                </a:extLst>
              </a:tr>
              <a:tr h="370840">
                <a:tc>
                  <a:txBody>
                    <a:bodyPr/>
                    <a:lstStyle/>
                    <a:p>
                      <a:pPr algn="ctr"/>
                      <a:r>
                        <a:rPr lang="en-GB" dirty="0"/>
                        <a:t>156</a:t>
                      </a:r>
                    </a:p>
                  </a:txBody>
                  <a:tcPr>
                    <a:solidFill>
                      <a:schemeClr val="bg2"/>
                    </a:solidFill>
                  </a:tcPr>
                </a:tc>
                <a:extLst>
                  <a:ext uri="{0D108BD9-81ED-4DB2-BD59-A6C34878D82A}">
                    <a16:rowId xmlns:a16="http://schemas.microsoft.com/office/drawing/2014/main" val="2732836517"/>
                  </a:ext>
                </a:extLst>
              </a:tr>
              <a:tr h="370840">
                <a:tc>
                  <a:txBody>
                    <a:bodyPr/>
                    <a:lstStyle/>
                    <a:p>
                      <a:pPr algn="ctr"/>
                      <a:r>
                        <a:rPr lang="en-GB" dirty="0"/>
                        <a:t>231</a:t>
                      </a:r>
                    </a:p>
                  </a:txBody>
                  <a:tcPr>
                    <a:solidFill>
                      <a:schemeClr val="accent1">
                        <a:lumMod val="40000"/>
                        <a:lumOff val="60000"/>
                      </a:schemeClr>
                    </a:solidFill>
                  </a:tcPr>
                </a:tc>
                <a:extLst>
                  <a:ext uri="{0D108BD9-81ED-4DB2-BD59-A6C34878D82A}">
                    <a16:rowId xmlns:a16="http://schemas.microsoft.com/office/drawing/2014/main" val="3399544171"/>
                  </a:ext>
                </a:extLst>
              </a:tr>
            </a:tbl>
          </a:graphicData>
        </a:graphic>
      </p:graphicFrame>
      <p:graphicFrame>
        <p:nvGraphicFramePr>
          <p:cNvPr id="30" name="Table 13">
            <a:extLst>
              <a:ext uri="{FF2B5EF4-FFF2-40B4-BE49-F238E27FC236}">
                <a16:creationId xmlns:a16="http://schemas.microsoft.com/office/drawing/2014/main" id="{EF1145F1-F310-212D-C24F-527C831FDED1}"/>
              </a:ext>
            </a:extLst>
          </p:cNvPr>
          <p:cNvGraphicFramePr>
            <a:graphicFrameLocks noGrp="1"/>
          </p:cNvGraphicFramePr>
          <p:nvPr/>
        </p:nvGraphicFramePr>
        <p:xfrm>
          <a:off x="1907704" y="1625648"/>
          <a:ext cx="2249234" cy="1381760"/>
        </p:xfrm>
        <a:graphic>
          <a:graphicData uri="http://schemas.openxmlformats.org/drawingml/2006/table">
            <a:tbl>
              <a:tblPr firstRow="1" bandRow="1">
                <a:tableStyleId>{2D5ABB26-0587-4C30-8999-92F81FD0307C}</a:tableStyleId>
              </a:tblPr>
              <a:tblGrid>
                <a:gridCol w="1278071">
                  <a:extLst>
                    <a:ext uri="{9D8B030D-6E8A-4147-A177-3AD203B41FA5}">
                      <a16:colId xmlns:a16="http://schemas.microsoft.com/office/drawing/2014/main" val="1794081257"/>
                    </a:ext>
                  </a:extLst>
                </a:gridCol>
                <a:gridCol w="971163">
                  <a:extLst>
                    <a:ext uri="{9D8B030D-6E8A-4147-A177-3AD203B41FA5}">
                      <a16:colId xmlns:a16="http://schemas.microsoft.com/office/drawing/2014/main" val="1519352930"/>
                    </a:ext>
                  </a:extLst>
                </a:gridCol>
              </a:tblGrid>
              <a:tr h="370840">
                <a:tc>
                  <a:txBody>
                    <a:bodyPr/>
                    <a:lstStyle/>
                    <a:p>
                      <a:pPr algn="ctr"/>
                      <a:r>
                        <a:rPr lang="en-GB" b="1" dirty="0">
                          <a:solidFill>
                            <a:schemeClr val="accent6">
                              <a:lumMod val="50000"/>
                            </a:schemeClr>
                          </a:solidFill>
                        </a:rPr>
                        <a:t>Mean</a:t>
                      </a:r>
                    </a:p>
                  </a:txBody>
                  <a:tcPr>
                    <a:solidFill>
                      <a:schemeClr val="bg2"/>
                    </a:solidFill>
                  </a:tcPr>
                </a:tc>
                <a:tc>
                  <a:txBody>
                    <a:bodyPr/>
                    <a:lstStyle/>
                    <a:p>
                      <a:pPr algn="ctr"/>
                      <a:r>
                        <a:rPr lang="en-GB" b="0" dirty="0">
                          <a:solidFill>
                            <a:schemeClr val="accent6">
                              <a:lumMod val="50000"/>
                            </a:schemeClr>
                          </a:solidFill>
                        </a:rPr>
                        <a:t>139</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b="1" dirty="0">
                          <a:solidFill>
                            <a:schemeClr val="accent6">
                              <a:lumMod val="50000"/>
                            </a:schemeClr>
                          </a:solidFill>
                        </a:rPr>
                        <a:t>Median</a:t>
                      </a:r>
                    </a:p>
                  </a:txBody>
                  <a:tcPr>
                    <a:solidFill>
                      <a:schemeClr val="bg2"/>
                    </a:solidFill>
                  </a:tcPr>
                </a:tc>
                <a:tc>
                  <a:txBody>
                    <a:bodyPr/>
                    <a:lstStyle/>
                    <a:p>
                      <a:pPr algn="ctr"/>
                      <a:r>
                        <a:rPr lang="en-GB" b="0" dirty="0">
                          <a:solidFill>
                            <a:schemeClr val="accent6">
                              <a:lumMod val="50000"/>
                            </a:schemeClr>
                          </a:solidFill>
                        </a:rPr>
                        <a:t>133</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b="1" dirty="0">
                          <a:solidFill>
                            <a:schemeClr val="accent6">
                              <a:lumMod val="50000"/>
                            </a:schemeClr>
                          </a:solidFill>
                        </a:rPr>
                        <a:t>Standard Deviation</a:t>
                      </a:r>
                    </a:p>
                  </a:txBody>
                  <a:tcPr>
                    <a:solidFill>
                      <a:schemeClr val="bg2"/>
                    </a:solidFill>
                  </a:tcPr>
                </a:tc>
                <a:tc>
                  <a:txBody>
                    <a:bodyPr/>
                    <a:lstStyle/>
                    <a:p>
                      <a:pPr algn="ctr"/>
                      <a:r>
                        <a:rPr lang="en-GB" b="0" dirty="0">
                          <a:solidFill>
                            <a:schemeClr val="accent6">
                              <a:lumMod val="50000"/>
                            </a:schemeClr>
                          </a:solidFill>
                        </a:rPr>
                        <a:t>41</a:t>
                      </a:r>
                    </a:p>
                  </a:txBody>
                  <a:tcPr>
                    <a:solidFill>
                      <a:schemeClr val="bg2"/>
                    </a:solidFill>
                  </a:tcPr>
                </a:tc>
                <a:extLst>
                  <a:ext uri="{0D108BD9-81ED-4DB2-BD59-A6C34878D82A}">
                    <a16:rowId xmlns:a16="http://schemas.microsoft.com/office/drawing/2014/main" val="2372724232"/>
                  </a:ext>
                </a:extLst>
              </a:tr>
            </a:tbl>
          </a:graphicData>
        </a:graphic>
      </p:graphicFrame>
      <p:pic>
        <p:nvPicPr>
          <p:cNvPr id="32" name="Picture 31">
            <a:extLst>
              <a:ext uri="{FF2B5EF4-FFF2-40B4-BE49-F238E27FC236}">
                <a16:creationId xmlns:a16="http://schemas.microsoft.com/office/drawing/2014/main" id="{AD95D739-8C10-D57D-F64B-46EEBF707243}"/>
              </a:ext>
            </a:extLst>
          </p:cNvPr>
          <p:cNvPicPr>
            <a:picLocks noChangeAspect="1"/>
          </p:cNvPicPr>
          <p:nvPr/>
        </p:nvPicPr>
        <p:blipFill>
          <a:blip r:embed="rId2"/>
          <a:stretch>
            <a:fillRect/>
          </a:stretch>
        </p:blipFill>
        <p:spPr>
          <a:xfrm>
            <a:off x="4390554" y="1532849"/>
            <a:ext cx="4540774" cy="1728512"/>
          </a:xfrm>
          <a:prstGeom prst="rect">
            <a:avLst/>
          </a:prstGeom>
        </p:spPr>
      </p:pic>
      <p:sp>
        <p:nvSpPr>
          <p:cNvPr id="3" name="Footer Placeholder 2">
            <a:extLst>
              <a:ext uri="{FF2B5EF4-FFF2-40B4-BE49-F238E27FC236}">
                <a16:creationId xmlns:a16="http://schemas.microsoft.com/office/drawing/2014/main" id="{E35DDBFB-051C-E3A9-32EA-02B62634B12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E0922ADD-9C30-F241-A779-66F19FF468B4}"/>
              </a:ext>
            </a:extLst>
          </p:cNvPr>
          <p:cNvSpPr>
            <a:spLocks noGrp="1"/>
          </p:cNvSpPr>
          <p:nvPr>
            <p:ph type="sldNum" sz="quarter" idx="4"/>
          </p:nvPr>
        </p:nvSpPr>
        <p:spPr/>
        <p:txBody>
          <a:bodyPr/>
          <a:lstStyle/>
          <a:p>
            <a:fld id="{9FD7ECCF-50E7-4327-B945-FA93FF7B2BEF}" type="slidenum">
              <a:rPr lang="en-US" smtClean="0"/>
              <a:pPr/>
              <a:t>52</a:t>
            </a:fld>
            <a:r>
              <a:rPr lang="en-GB"/>
              <a:t>/80</a:t>
            </a:r>
            <a:endParaRPr lang="en-US" dirty="0"/>
          </a:p>
        </p:txBody>
      </p:sp>
    </p:spTree>
    <p:extLst>
      <p:ext uri="{BB962C8B-B14F-4D97-AF65-F5344CB8AC3E}">
        <p14:creationId xmlns:p14="http://schemas.microsoft.com/office/powerpoint/2010/main" val="730843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BF70-F53D-C980-71F8-B6106F88F461}"/>
              </a:ext>
            </a:extLst>
          </p:cNvPr>
          <p:cNvSpPr>
            <a:spLocks noGrp="1"/>
          </p:cNvSpPr>
          <p:nvPr>
            <p:ph type="title"/>
          </p:nvPr>
        </p:nvSpPr>
        <p:spPr/>
        <p:txBody>
          <a:bodyPr/>
          <a:lstStyle/>
          <a:p>
            <a:r>
              <a:rPr lang="en-GB" dirty="0"/>
              <a:t>z-score – example 2</a:t>
            </a:r>
          </a:p>
        </p:txBody>
      </p:sp>
      <p:grpSp>
        <p:nvGrpSpPr>
          <p:cNvPr id="20" name="Group 19">
            <a:extLst>
              <a:ext uri="{FF2B5EF4-FFF2-40B4-BE49-F238E27FC236}">
                <a16:creationId xmlns:a16="http://schemas.microsoft.com/office/drawing/2014/main" id="{41F90D6B-B495-018A-F978-6F01898A9BE7}"/>
              </a:ext>
            </a:extLst>
          </p:cNvPr>
          <p:cNvGrpSpPr/>
          <p:nvPr/>
        </p:nvGrpSpPr>
        <p:grpSpPr>
          <a:xfrm>
            <a:off x="4788024" y="4245402"/>
            <a:ext cx="3588088" cy="1205267"/>
            <a:chOff x="5436096" y="1840468"/>
            <a:chExt cx="3588088" cy="1205267"/>
          </a:xfrm>
        </p:grpSpPr>
        <p:sp>
          <p:nvSpPr>
            <p:cNvPr id="21" name="TextBox 20">
              <a:extLst>
                <a:ext uri="{FF2B5EF4-FFF2-40B4-BE49-F238E27FC236}">
                  <a16:creationId xmlns:a16="http://schemas.microsoft.com/office/drawing/2014/main" id="{936DFE41-BCA4-8B89-11CA-24CB01D48C64}"/>
                </a:ext>
              </a:extLst>
            </p:cNvPr>
            <p:cNvSpPr txBox="1"/>
            <p:nvPr/>
          </p:nvSpPr>
          <p:spPr>
            <a:xfrm>
              <a:off x="5436096" y="2132856"/>
              <a:ext cx="1372492" cy="584775"/>
            </a:xfrm>
            <a:prstGeom prst="rect">
              <a:avLst/>
            </a:prstGeom>
            <a:noFill/>
          </p:spPr>
          <p:txBody>
            <a:bodyPr wrap="none" rtlCol="0">
              <a:spAutoFit/>
            </a:bodyPr>
            <a:lstStyle/>
            <a:p>
              <a:r>
                <a:rPr lang="el-GR" sz="3200" i="1" dirty="0"/>
                <a:t>-0.66</a:t>
              </a:r>
              <a:r>
                <a:rPr lang="en-GB" sz="3200" dirty="0"/>
                <a:t> =</a:t>
              </a:r>
            </a:p>
          </p:txBody>
        </p:sp>
        <p:sp>
          <p:nvSpPr>
            <p:cNvPr id="22" name="TextBox 21">
              <a:extLst>
                <a:ext uri="{FF2B5EF4-FFF2-40B4-BE49-F238E27FC236}">
                  <a16:creationId xmlns:a16="http://schemas.microsoft.com/office/drawing/2014/main" id="{31CAE2AD-2125-2D77-E8CB-015441CDF8A5}"/>
                </a:ext>
              </a:extLst>
            </p:cNvPr>
            <p:cNvSpPr txBox="1"/>
            <p:nvPr/>
          </p:nvSpPr>
          <p:spPr>
            <a:xfrm>
              <a:off x="7194078" y="1840468"/>
              <a:ext cx="1726755" cy="584775"/>
            </a:xfrm>
            <a:prstGeom prst="rect">
              <a:avLst/>
            </a:prstGeom>
            <a:noFill/>
          </p:spPr>
          <p:txBody>
            <a:bodyPr wrap="none" rtlCol="0">
              <a:spAutoFit/>
            </a:bodyPr>
            <a:lstStyle/>
            <a:p>
              <a:r>
                <a:rPr lang="el-GR" sz="3200" i="1" dirty="0"/>
                <a:t>112</a:t>
              </a:r>
              <a:r>
                <a:rPr lang="en-GB" sz="3200" i="1" dirty="0"/>
                <a:t> - 139</a:t>
              </a:r>
            </a:p>
          </p:txBody>
        </p:sp>
        <p:sp>
          <p:nvSpPr>
            <p:cNvPr id="23" name="TextBox 22">
              <a:extLst>
                <a:ext uri="{FF2B5EF4-FFF2-40B4-BE49-F238E27FC236}">
                  <a16:creationId xmlns:a16="http://schemas.microsoft.com/office/drawing/2014/main" id="{F5E26401-A9B3-51EF-16C6-FBA0B2B2063F}"/>
                </a:ext>
              </a:extLst>
            </p:cNvPr>
            <p:cNvSpPr txBox="1"/>
            <p:nvPr/>
          </p:nvSpPr>
          <p:spPr>
            <a:xfrm>
              <a:off x="7884474" y="2460960"/>
              <a:ext cx="595035" cy="584775"/>
            </a:xfrm>
            <a:prstGeom prst="rect">
              <a:avLst/>
            </a:prstGeom>
            <a:noFill/>
          </p:spPr>
          <p:txBody>
            <a:bodyPr wrap="none" rtlCol="0">
              <a:spAutoFit/>
            </a:bodyPr>
            <a:lstStyle/>
            <a:p>
              <a:r>
                <a:rPr lang="en-GB" sz="3200" i="1" dirty="0"/>
                <a:t>41</a:t>
              </a:r>
            </a:p>
          </p:txBody>
        </p:sp>
        <p:cxnSp>
          <p:nvCxnSpPr>
            <p:cNvPr id="24" name="Straight Connector 23">
              <a:extLst>
                <a:ext uri="{FF2B5EF4-FFF2-40B4-BE49-F238E27FC236}">
                  <a16:creationId xmlns:a16="http://schemas.microsoft.com/office/drawing/2014/main" id="{ED390B8A-E5F9-D03D-9B3E-6DB88E47F044}"/>
                </a:ext>
              </a:extLst>
            </p:cNvPr>
            <p:cNvCxnSpPr>
              <a:cxnSpLocks/>
            </p:cNvCxnSpPr>
            <p:nvPr/>
          </p:nvCxnSpPr>
          <p:spPr>
            <a:xfrm flipV="1">
              <a:off x="7194078" y="2425243"/>
              <a:ext cx="1830106" cy="23623"/>
            </a:xfrm>
            <a:prstGeom prst="line">
              <a:avLst/>
            </a:prstGeom>
          </p:spPr>
          <p:style>
            <a:lnRef idx="1">
              <a:schemeClr val="dk1"/>
            </a:lnRef>
            <a:fillRef idx="0">
              <a:schemeClr val="dk1"/>
            </a:fillRef>
            <a:effectRef idx="0">
              <a:schemeClr val="dk1"/>
            </a:effectRef>
            <a:fontRef idx="minor">
              <a:schemeClr val="tx1"/>
            </a:fontRef>
          </p:style>
        </p:cxnSp>
      </p:grpSp>
      <p:graphicFrame>
        <p:nvGraphicFramePr>
          <p:cNvPr id="25" name="Table 13">
            <a:extLst>
              <a:ext uri="{FF2B5EF4-FFF2-40B4-BE49-F238E27FC236}">
                <a16:creationId xmlns:a16="http://schemas.microsoft.com/office/drawing/2014/main" id="{B1A7D88B-EFBF-EBE6-F250-36354C3F14A7}"/>
              </a:ext>
            </a:extLst>
          </p:cNvPr>
          <p:cNvGraphicFramePr>
            <a:graphicFrameLocks noGrp="1"/>
          </p:cNvGraphicFramePr>
          <p:nvPr/>
        </p:nvGraphicFramePr>
        <p:xfrm>
          <a:off x="609600" y="1639687"/>
          <a:ext cx="971162" cy="3759924"/>
        </p:xfrm>
        <a:graphic>
          <a:graphicData uri="http://schemas.openxmlformats.org/drawingml/2006/table">
            <a:tbl>
              <a:tblPr firstRow="1" bandRow="1">
                <a:tableStyleId>{B301B821-A1FF-4177-AEE7-76D212191A09}</a:tableStyleId>
              </a:tblPr>
              <a:tblGrid>
                <a:gridCol w="971162">
                  <a:extLst>
                    <a:ext uri="{9D8B030D-6E8A-4147-A177-3AD203B41FA5}">
                      <a16:colId xmlns:a16="http://schemas.microsoft.com/office/drawing/2014/main" val="1794081257"/>
                    </a:ext>
                  </a:extLst>
                </a:gridCol>
              </a:tblGrid>
              <a:tr h="370840">
                <a:tc>
                  <a:txBody>
                    <a:bodyPr/>
                    <a:lstStyle/>
                    <a:p>
                      <a:pPr algn="ctr"/>
                      <a:r>
                        <a:rPr lang="en-GB" b="1" dirty="0">
                          <a:solidFill>
                            <a:schemeClr val="accent6">
                              <a:lumMod val="50000"/>
                            </a:schemeClr>
                          </a:solidFill>
                        </a:rPr>
                        <a:t>Data set</a:t>
                      </a:r>
                    </a:p>
                  </a:txBody>
                  <a:tcPr>
                    <a:solidFill>
                      <a:schemeClr val="bg2"/>
                    </a:solidFill>
                  </a:tcPr>
                </a:tc>
                <a:extLst>
                  <a:ext uri="{0D108BD9-81ED-4DB2-BD59-A6C34878D82A}">
                    <a16:rowId xmlns:a16="http://schemas.microsoft.com/office/drawing/2014/main" val="3782993079"/>
                  </a:ext>
                </a:extLst>
              </a:tr>
              <a:tr h="370840">
                <a:tc>
                  <a:txBody>
                    <a:bodyPr/>
                    <a:lstStyle/>
                    <a:p>
                      <a:pPr algn="ctr"/>
                      <a:r>
                        <a:rPr lang="en-GB" dirty="0"/>
                        <a:t>95</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dirty="0"/>
                        <a:t>105</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dirty="0"/>
                        <a:t>112</a:t>
                      </a:r>
                    </a:p>
                  </a:txBody>
                  <a:tcPr>
                    <a:solidFill>
                      <a:schemeClr val="accent1">
                        <a:lumMod val="40000"/>
                        <a:lumOff val="60000"/>
                      </a:schemeClr>
                    </a:solidFill>
                  </a:tcPr>
                </a:tc>
                <a:extLst>
                  <a:ext uri="{0D108BD9-81ED-4DB2-BD59-A6C34878D82A}">
                    <a16:rowId xmlns:a16="http://schemas.microsoft.com/office/drawing/2014/main" val="2372724232"/>
                  </a:ext>
                </a:extLst>
              </a:tr>
              <a:tr h="370840">
                <a:tc>
                  <a:txBody>
                    <a:bodyPr/>
                    <a:lstStyle/>
                    <a:p>
                      <a:pPr algn="ctr"/>
                      <a:r>
                        <a:rPr lang="en-GB" dirty="0"/>
                        <a:t>116</a:t>
                      </a:r>
                    </a:p>
                  </a:txBody>
                  <a:tcPr>
                    <a:solidFill>
                      <a:schemeClr val="bg2"/>
                    </a:solidFill>
                  </a:tcPr>
                </a:tc>
                <a:extLst>
                  <a:ext uri="{0D108BD9-81ED-4DB2-BD59-A6C34878D82A}">
                    <a16:rowId xmlns:a16="http://schemas.microsoft.com/office/drawing/2014/main" val="3294947328"/>
                  </a:ext>
                </a:extLst>
              </a:tr>
              <a:tr h="370840">
                <a:tc>
                  <a:txBody>
                    <a:bodyPr/>
                    <a:lstStyle/>
                    <a:p>
                      <a:pPr algn="ctr"/>
                      <a:r>
                        <a:rPr lang="en-GB" dirty="0"/>
                        <a:t>133</a:t>
                      </a:r>
                    </a:p>
                  </a:txBody>
                  <a:tcPr>
                    <a:solidFill>
                      <a:schemeClr val="bg2"/>
                    </a:solidFill>
                  </a:tcPr>
                </a:tc>
                <a:extLst>
                  <a:ext uri="{0D108BD9-81ED-4DB2-BD59-A6C34878D82A}">
                    <a16:rowId xmlns:a16="http://schemas.microsoft.com/office/drawing/2014/main" val="2175820230"/>
                  </a:ext>
                </a:extLst>
              </a:tr>
              <a:tr h="422364">
                <a:tc>
                  <a:txBody>
                    <a:bodyPr/>
                    <a:lstStyle/>
                    <a:p>
                      <a:pPr algn="ctr"/>
                      <a:r>
                        <a:rPr lang="en-GB" dirty="0"/>
                        <a:t>148</a:t>
                      </a:r>
                    </a:p>
                  </a:txBody>
                  <a:tcPr>
                    <a:solidFill>
                      <a:schemeClr val="bg2"/>
                    </a:solidFill>
                  </a:tcPr>
                </a:tc>
                <a:extLst>
                  <a:ext uri="{0D108BD9-81ED-4DB2-BD59-A6C34878D82A}">
                    <a16:rowId xmlns:a16="http://schemas.microsoft.com/office/drawing/2014/main" val="1579159341"/>
                  </a:ext>
                </a:extLst>
              </a:tr>
              <a:tr h="370840">
                <a:tc>
                  <a:txBody>
                    <a:bodyPr/>
                    <a:lstStyle/>
                    <a:p>
                      <a:pPr algn="ctr"/>
                      <a:r>
                        <a:rPr lang="en-GB" dirty="0"/>
                        <a:t>155</a:t>
                      </a:r>
                    </a:p>
                  </a:txBody>
                  <a:tcPr>
                    <a:solidFill>
                      <a:schemeClr val="bg2"/>
                    </a:solidFill>
                  </a:tcPr>
                </a:tc>
                <a:extLst>
                  <a:ext uri="{0D108BD9-81ED-4DB2-BD59-A6C34878D82A}">
                    <a16:rowId xmlns:a16="http://schemas.microsoft.com/office/drawing/2014/main" val="3242964946"/>
                  </a:ext>
                </a:extLst>
              </a:tr>
              <a:tr h="370840">
                <a:tc>
                  <a:txBody>
                    <a:bodyPr/>
                    <a:lstStyle/>
                    <a:p>
                      <a:pPr algn="ctr"/>
                      <a:r>
                        <a:rPr lang="en-GB" dirty="0"/>
                        <a:t>156</a:t>
                      </a:r>
                    </a:p>
                  </a:txBody>
                  <a:tcPr>
                    <a:solidFill>
                      <a:schemeClr val="bg2"/>
                    </a:solidFill>
                  </a:tcPr>
                </a:tc>
                <a:extLst>
                  <a:ext uri="{0D108BD9-81ED-4DB2-BD59-A6C34878D82A}">
                    <a16:rowId xmlns:a16="http://schemas.microsoft.com/office/drawing/2014/main" val="2732836517"/>
                  </a:ext>
                </a:extLst>
              </a:tr>
              <a:tr h="370840">
                <a:tc>
                  <a:txBody>
                    <a:bodyPr/>
                    <a:lstStyle/>
                    <a:p>
                      <a:pPr algn="ctr"/>
                      <a:r>
                        <a:rPr lang="en-GB" dirty="0"/>
                        <a:t>231</a:t>
                      </a:r>
                    </a:p>
                  </a:txBody>
                  <a:tcPr>
                    <a:solidFill>
                      <a:schemeClr val="bg2"/>
                    </a:solidFill>
                  </a:tcPr>
                </a:tc>
                <a:extLst>
                  <a:ext uri="{0D108BD9-81ED-4DB2-BD59-A6C34878D82A}">
                    <a16:rowId xmlns:a16="http://schemas.microsoft.com/office/drawing/2014/main" val="3399544171"/>
                  </a:ext>
                </a:extLst>
              </a:tr>
            </a:tbl>
          </a:graphicData>
        </a:graphic>
      </p:graphicFrame>
      <p:graphicFrame>
        <p:nvGraphicFramePr>
          <p:cNvPr id="28" name="Table 13">
            <a:extLst>
              <a:ext uri="{FF2B5EF4-FFF2-40B4-BE49-F238E27FC236}">
                <a16:creationId xmlns:a16="http://schemas.microsoft.com/office/drawing/2014/main" id="{85601406-595B-8F6D-C5BF-2EB1F835C16A}"/>
              </a:ext>
            </a:extLst>
          </p:cNvPr>
          <p:cNvGraphicFramePr>
            <a:graphicFrameLocks noGrp="1"/>
          </p:cNvGraphicFramePr>
          <p:nvPr/>
        </p:nvGraphicFramePr>
        <p:xfrm>
          <a:off x="1907704" y="1625648"/>
          <a:ext cx="2249234" cy="1381760"/>
        </p:xfrm>
        <a:graphic>
          <a:graphicData uri="http://schemas.openxmlformats.org/drawingml/2006/table">
            <a:tbl>
              <a:tblPr firstRow="1" bandRow="1">
                <a:tableStyleId>{2D5ABB26-0587-4C30-8999-92F81FD0307C}</a:tableStyleId>
              </a:tblPr>
              <a:tblGrid>
                <a:gridCol w="1278071">
                  <a:extLst>
                    <a:ext uri="{9D8B030D-6E8A-4147-A177-3AD203B41FA5}">
                      <a16:colId xmlns:a16="http://schemas.microsoft.com/office/drawing/2014/main" val="1794081257"/>
                    </a:ext>
                  </a:extLst>
                </a:gridCol>
                <a:gridCol w="971163">
                  <a:extLst>
                    <a:ext uri="{9D8B030D-6E8A-4147-A177-3AD203B41FA5}">
                      <a16:colId xmlns:a16="http://schemas.microsoft.com/office/drawing/2014/main" val="1519352930"/>
                    </a:ext>
                  </a:extLst>
                </a:gridCol>
              </a:tblGrid>
              <a:tr h="370840">
                <a:tc>
                  <a:txBody>
                    <a:bodyPr/>
                    <a:lstStyle/>
                    <a:p>
                      <a:pPr algn="ctr"/>
                      <a:r>
                        <a:rPr lang="en-GB" b="1" dirty="0">
                          <a:solidFill>
                            <a:schemeClr val="accent6">
                              <a:lumMod val="50000"/>
                            </a:schemeClr>
                          </a:solidFill>
                        </a:rPr>
                        <a:t>Mean</a:t>
                      </a:r>
                    </a:p>
                  </a:txBody>
                  <a:tcPr>
                    <a:solidFill>
                      <a:schemeClr val="bg2"/>
                    </a:solidFill>
                  </a:tcPr>
                </a:tc>
                <a:tc>
                  <a:txBody>
                    <a:bodyPr/>
                    <a:lstStyle/>
                    <a:p>
                      <a:pPr algn="ctr"/>
                      <a:r>
                        <a:rPr lang="en-GB" b="0" dirty="0">
                          <a:solidFill>
                            <a:schemeClr val="accent6">
                              <a:lumMod val="50000"/>
                            </a:schemeClr>
                          </a:solidFill>
                        </a:rPr>
                        <a:t>139</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b="1" dirty="0">
                          <a:solidFill>
                            <a:schemeClr val="accent6">
                              <a:lumMod val="50000"/>
                            </a:schemeClr>
                          </a:solidFill>
                        </a:rPr>
                        <a:t>Median</a:t>
                      </a:r>
                    </a:p>
                  </a:txBody>
                  <a:tcPr>
                    <a:solidFill>
                      <a:schemeClr val="bg2"/>
                    </a:solidFill>
                  </a:tcPr>
                </a:tc>
                <a:tc>
                  <a:txBody>
                    <a:bodyPr/>
                    <a:lstStyle/>
                    <a:p>
                      <a:pPr algn="ctr"/>
                      <a:r>
                        <a:rPr lang="en-GB" b="0" dirty="0">
                          <a:solidFill>
                            <a:schemeClr val="accent6">
                              <a:lumMod val="50000"/>
                            </a:schemeClr>
                          </a:solidFill>
                        </a:rPr>
                        <a:t>133</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b="1" dirty="0">
                          <a:solidFill>
                            <a:schemeClr val="accent6">
                              <a:lumMod val="50000"/>
                            </a:schemeClr>
                          </a:solidFill>
                        </a:rPr>
                        <a:t>Standard Deviation</a:t>
                      </a:r>
                    </a:p>
                  </a:txBody>
                  <a:tcPr>
                    <a:solidFill>
                      <a:schemeClr val="bg2"/>
                    </a:solidFill>
                  </a:tcPr>
                </a:tc>
                <a:tc>
                  <a:txBody>
                    <a:bodyPr/>
                    <a:lstStyle/>
                    <a:p>
                      <a:pPr algn="ctr"/>
                      <a:r>
                        <a:rPr lang="en-GB" b="0" dirty="0">
                          <a:solidFill>
                            <a:schemeClr val="accent6">
                              <a:lumMod val="50000"/>
                            </a:schemeClr>
                          </a:solidFill>
                        </a:rPr>
                        <a:t>41</a:t>
                      </a:r>
                    </a:p>
                  </a:txBody>
                  <a:tcPr>
                    <a:solidFill>
                      <a:schemeClr val="bg2"/>
                    </a:solidFill>
                  </a:tcPr>
                </a:tc>
                <a:extLst>
                  <a:ext uri="{0D108BD9-81ED-4DB2-BD59-A6C34878D82A}">
                    <a16:rowId xmlns:a16="http://schemas.microsoft.com/office/drawing/2014/main" val="2372724232"/>
                  </a:ext>
                </a:extLst>
              </a:tr>
            </a:tbl>
          </a:graphicData>
        </a:graphic>
      </p:graphicFrame>
      <p:sp>
        <p:nvSpPr>
          <p:cNvPr id="11" name="TextBox 10">
            <a:extLst>
              <a:ext uri="{FF2B5EF4-FFF2-40B4-BE49-F238E27FC236}">
                <a16:creationId xmlns:a16="http://schemas.microsoft.com/office/drawing/2014/main" id="{72D5A9E5-C435-5E25-071E-6D5AE0486503}"/>
              </a:ext>
            </a:extLst>
          </p:cNvPr>
          <p:cNvSpPr txBox="1"/>
          <p:nvPr/>
        </p:nvSpPr>
        <p:spPr>
          <a:xfrm>
            <a:off x="2123790" y="3656348"/>
            <a:ext cx="1853473" cy="1569660"/>
          </a:xfrm>
          <a:prstGeom prst="rect">
            <a:avLst/>
          </a:prstGeom>
          <a:noFill/>
        </p:spPr>
        <p:txBody>
          <a:bodyPr wrap="square" rtlCol="0">
            <a:spAutoFit/>
          </a:bodyPr>
          <a:lstStyle/>
          <a:p>
            <a:r>
              <a:rPr lang="en-GB" i="1" dirty="0">
                <a:latin typeface="+mn-lt"/>
              </a:rPr>
              <a:t>We have a negative z score as  </a:t>
            </a:r>
          </a:p>
          <a:p>
            <a:r>
              <a:rPr lang="el-GR" i="1" dirty="0">
                <a:latin typeface="+mn-lt"/>
              </a:rPr>
              <a:t>112</a:t>
            </a:r>
            <a:r>
              <a:rPr lang="en-GB" i="1" dirty="0">
                <a:latin typeface="+mn-lt"/>
              </a:rPr>
              <a:t> &lt; 139</a:t>
            </a:r>
          </a:p>
        </p:txBody>
      </p:sp>
      <p:cxnSp>
        <p:nvCxnSpPr>
          <p:cNvPr id="17" name="Straight Arrow Connector 16">
            <a:extLst>
              <a:ext uri="{FF2B5EF4-FFF2-40B4-BE49-F238E27FC236}">
                <a16:creationId xmlns:a16="http://schemas.microsoft.com/office/drawing/2014/main" id="{9DD6FF5D-1F78-0FC4-5208-D839355B2C6D}"/>
              </a:ext>
            </a:extLst>
          </p:cNvPr>
          <p:cNvCxnSpPr>
            <a:cxnSpLocks/>
          </p:cNvCxnSpPr>
          <p:nvPr/>
        </p:nvCxnSpPr>
        <p:spPr>
          <a:xfrm flipH="1">
            <a:off x="4094612" y="4889560"/>
            <a:ext cx="576064" cy="4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797B5AF-1E4A-AF69-027E-788D927D6249}"/>
              </a:ext>
            </a:extLst>
          </p:cNvPr>
          <p:cNvCxnSpPr>
            <a:stCxn id="22" idx="1"/>
            <a:endCxn id="22" idx="1"/>
          </p:cNvCxnSpPr>
          <p:nvPr/>
        </p:nvCxnSpPr>
        <p:spPr>
          <a:xfrm>
            <a:off x="6546006" y="453779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2A4EFF82-658E-CDA7-0C2C-E75EDC992A7F}"/>
              </a:ext>
            </a:extLst>
          </p:cNvPr>
          <p:cNvPicPr>
            <a:picLocks noChangeAspect="1"/>
          </p:cNvPicPr>
          <p:nvPr/>
        </p:nvPicPr>
        <p:blipFill>
          <a:blip r:embed="rId2"/>
          <a:stretch>
            <a:fillRect/>
          </a:stretch>
        </p:blipFill>
        <p:spPr>
          <a:xfrm>
            <a:off x="4390554" y="1532849"/>
            <a:ext cx="4540774" cy="1728512"/>
          </a:xfrm>
          <a:prstGeom prst="rect">
            <a:avLst/>
          </a:prstGeom>
        </p:spPr>
      </p:pic>
      <p:sp>
        <p:nvSpPr>
          <p:cNvPr id="3" name="Footer Placeholder 2">
            <a:extLst>
              <a:ext uri="{FF2B5EF4-FFF2-40B4-BE49-F238E27FC236}">
                <a16:creationId xmlns:a16="http://schemas.microsoft.com/office/drawing/2014/main" id="{F62076BC-A56C-423D-522B-F8B0272F291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F1A03656-1845-29A5-124A-1826C11B3E0A}"/>
              </a:ext>
            </a:extLst>
          </p:cNvPr>
          <p:cNvSpPr>
            <a:spLocks noGrp="1"/>
          </p:cNvSpPr>
          <p:nvPr>
            <p:ph type="sldNum" sz="quarter" idx="4"/>
          </p:nvPr>
        </p:nvSpPr>
        <p:spPr/>
        <p:txBody>
          <a:bodyPr/>
          <a:lstStyle/>
          <a:p>
            <a:fld id="{9FD7ECCF-50E7-4327-B945-FA93FF7B2BEF}" type="slidenum">
              <a:rPr lang="en-US" smtClean="0"/>
              <a:pPr/>
              <a:t>53</a:t>
            </a:fld>
            <a:r>
              <a:rPr lang="en-GB"/>
              <a:t>/80</a:t>
            </a:r>
            <a:endParaRPr lang="en-US" dirty="0"/>
          </a:p>
        </p:txBody>
      </p:sp>
    </p:spTree>
    <p:extLst>
      <p:ext uri="{BB962C8B-B14F-4D97-AF65-F5344CB8AC3E}">
        <p14:creationId xmlns:p14="http://schemas.microsoft.com/office/powerpoint/2010/main" val="42326499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BF70-F53D-C980-71F8-B6106F88F461}"/>
              </a:ext>
            </a:extLst>
          </p:cNvPr>
          <p:cNvSpPr>
            <a:spLocks noGrp="1"/>
          </p:cNvSpPr>
          <p:nvPr>
            <p:ph type="title"/>
          </p:nvPr>
        </p:nvSpPr>
        <p:spPr/>
        <p:txBody>
          <a:bodyPr/>
          <a:lstStyle/>
          <a:p>
            <a:r>
              <a:rPr lang="en-GB" dirty="0"/>
              <a:t>z-score – example 2</a:t>
            </a:r>
          </a:p>
        </p:txBody>
      </p:sp>
      <p:grpSp>
        <p:nvGrpSpPr>
          <p:cNvPr id="20" name="Group 19">
            <a:extLst>
              <a:ext uri="{FF2B5EF4-FFF2-40B4-BE49-F238E27FC236}">
                <a16:creationId xmlns:a16="http://schemas.microsoft.com/office/drawing/2014/main" id="{41F90D6B-B495-018A-F978-6F01898A9BE7}"/>
              </a:ext>
            </a:extLst>
          </p:cNvPr>
          <p:cNvGrpSpPr/>
          <p:nvPr/>
        </p:nvGrpSpPr>
        <p:grpSpPr>
          <a:xfrm>
            <a:off x="6735264" y="3369117"/>
            <a:ext cx="2310357" cy="918290"/>
            <a:chOff x="5436096" y="1954941"/>
            <a:chExt cx="2172754" cy="918290"/>
          </a:xfrm>
        </p:grpSpPr>
        <p:sp>
          <p:nvSpPr>
            <p:cNvPr id="21" name="TextBox 20">
              <a:extLst>
                <a:ext uri="{FF2B5EF4-FFF2-40B4-BE49-F238E27FC236}">
                  <a16:creationId xmlns:a16="http://schemas.microsoft.com/office/drawing/2014/main" id="{936DFE41-BCA4-8B89-11CA-24CB01D48C64}"/>
                </a:ext>
              </a:extLst>
            </p:cNvPr>
            <p:cNvSpPr txBox="1"/>
            <p:nvPr/>
          </p:nvSpPr>
          <p:spPr>
            <a:xfrm>
              <a:off x="5436096" y="2132856"/>
              <a:ext cx="926857" cy="400110"/>
            </a:xfrm>
            <a:prstGeom prst="rect">
              <a:avLst/>
            </a:prstGeom>
            <a:noFill/>
          </p:spPr>
          <p:txBody>
            <a:bodyPr wrap="none" rtlCol="0">
              <a:spAutoFit/>
            </a:bodyPr>
            <a:lstStyle/>
            <a:p>
              <a:r>
                <a:rPr lang="el-GR" sz="2000" i="1" dirty="0"/>
                <a:t>-</a:t>
              </a:r>
              <a:r>
                <a:rPr lang="en-GB" sz="2000" i="1" dirty="0"/>
                <a:t> </a:t>
              </a:r>
              <a:r>
                <a:rPr lang="el-GR" sz="2000" i="1" dirty="0"/>
                <a:t>0.66</a:t>
              </a:r>
              <a:r>
                <a:rPr lang="en-GB" sz="2000" dirty="0"/>
                <a:t> =</a:t>
              </a:r>
            </a:p>
          </p:txBody>
        </p:sp>
        <p:sp>
          <p:nvSpPr>
            <p:cNvPr id="22" name="TextBox 21">
              <a:extLst>
                <a:ext uri="{FF2B5EF4-FFF2-40B4-BE49-F238E27FC236}">
                  <a16:creationId xmlns:a16="http://schemas.microsoft.com/office/drawing/2014/main" id="{31CAE2AD-2125-2D77-E8CB-015441CDF8A5}"/>
                </a:ext>
              </a:extLst>
            </p:cNvPr>
            <p:cNvSpPr txBox="1"/>
            <p:nvPr/>
          </p:nvSpPr>
          <p:spPr>
            <a:xfrm>
              <a:off x="6297938" y="1954941"/>
              <a:ext cx="1310912" cy="400110"/>
            </a:xfrm>
            <a:prstGeom prst="rect">
              <a:avLst/>
            </a:prstGeom>
            <a:noFill/>
          </p:spPr>
          <p:txBody>
            <a:bodyPr wrap="square" rtlCol="0">
              <a:spAutoFit/>
            </a:bodyPr>
            <a:lstStyle/>
            <a:p>
              <a:r>
                <a:rPr lang="el-GR" sz="2000" i="1" dirty="0"/>
                <a:t>112</a:t>
              </a:r>
              <a:r>
                <a:rPr lang="en-GB" sz="2000" i="1" dirty="0"/>
                <a:t> - 139</a:t>
              </a:r>
            </a:p>
          </p:txBody>
        </p:sp>
        <p:sp>
          <p:nvSpPr>
            <p:cNvPr id="23" name="TextBox 22">
              <a:extLst>
                <a:ext uri="{FF2B5EF4-FFF2-40B4-BE49-F238E27FC236}">
                  <a16:creationId xmlns:a16="http://schemas.microsoft.com/office/drawing/2014/main" id="{F5E26401-A9B3-51EF-16C6-FBA0B2B2063F}"/>
                </a:ext>
              </a:extLst>
            </p:cNvPr>
            <p:cNvSpPr txBox="1"/>
            <p:nvPr/>
          </p:nvSpPr>
          <p:spPr>
            <a:xfrm>
              <a:off x="6572745" y="2473121"/>
              <a:ext cx="441146" cy="400110"/>
            </a:xfrm>
            <a:prstGeom prst="rect">
              <a:avLst/>
            </a:prstGeom>
            <a:noFill/>
          </p:spPr>
          <p:txBody>
            <a:bodyPr wrap="none" rtlCol="0">
              <a:spAutoFit/>
            </a:bodyPr>
            <a:lstStyle/>
            <a:p>
              <a:r>
                <a:rPr lang="en-GB" sz="2000" i="1" dirty="0"/>
                <a:t>41</a:t>
              </a:r>
            </a:p>
          </p:txBody>
        </p:sp>
      </p:grpSp>
      <p:graphicFrame>
        <p:nvGraphicFramePr>
          <p:cNvPr id="25" name="Table 13">
            <a:extLst>
              <a:ext uri="{FF2B5EF4-FFF2-40B4-BE49-F238E27FC236}">
                <a16:creationId xmlns:a16="http://schemas.microsoft.com/office/drawing/2014/main" id="{B1A7D88B-EFBF-EBE6-F250-36354C3F14A7}"/>
              </a:ext>
            </a:extLst>
          </p:cNvPr>
          <p:cNvGraphicFramePr>
            <a:graphicFrameLocks noGrp="1"/>
          </p:cNvGraphicFramePr>
          <p:nvPr/>
        </p:nvGraphicFramePr>
        <p:xfrm>
          <a:off x="609600" y="1639687"/>
          <a:ext cx="971162" cy="3759924"/>
        </p:xfrm>
        <a:graphic>
          <a:graphicData uri="http://schemas.openxmlformats.org/drawingml/2006/table">
            <a:tbl>
              <a:tblPr firstRow="1" bandRow="1">
                <a:tableStyleId>{B301B821-A1FF-4177-AEE7-76D212191A09}</a:tableStyleId>
              </a:tblPr>
              <a:tblGrid>
                <a:gridCol w="971162">
                  <a:extLst>
                    <a:ext uri="{9D8B030D-6E8A-4147-A177-3AD203B41FA5}">
                      <a16:colId xmlns:a16="http://schemas.microsoft.com/office/drawing/2014/main" val="1794081257"/>
                    </a:ext>
                  </a:extLst>
                </a:gridCol>
              </a:tblGrid>
              <a:tr h="370840">
                <a:tc>
                  <a:txBody>
                    <a:bodyPr/>
                    <a:lstStyle/>
                    <a:p>
                      <a:pPr algn="ctr"/>
                      <a:r>
                        <a:rPr lang="en-GB" b="1" dirty="0">
                          <a:solidFill>
                            <a:schemeClr val="accent6">
                              <a:lumMod val="50000"/>
                            </a:schemeClr>
                          </a:solidFill>
                        </a:rPr>
                        <a:t>Data set</a:t>
                      </a:r>
                    </a:p>
                  </a:txBody>
                  <a:tcPr>
                    <a:solidFill>
                      <a:schemeClr val="bg2"/>
                    </a:solidFill>
                  </a:tcPr>
                </a:tc>
                <a:extLst>
                  <a:ext uri="{0D108BD9-81ED-4DB2-BD59-A6C34878D82A}">
                    <a16:rowId xmlns:a16="http://schemas.microsoft.com/office/drawing/2014/main" val="3782993079"/>
                  </a:ext>
                </a:extLst>
              </a:tr>
              <a:tr h="370840">
                <a:tc>
                  <a:txBody>
                    <a:bodyPr/>
                    <a:lstStyle/>
                    <a:p>
                      <a:pPr algn="ctr"/>
                      <a:r>
                        <a:rPr lang="en-GB" dirty="0"/>
                        <a:t>95</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dirty="0"/>
                        <a:t>105</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dirty="0"/>
                        <a:t>112</a:t>
                      </a:r>
                    </a:p>
                  </a:txBody>
                  <a:tcPr>
                    <a:solidFill>
                      <a:schemeClr val="accent1">
                        <a:lumMod val="40000"/>
                        <a:lumOff val="60000"/>
                      </a:schemeClr>
                    </a:solidFill>
                  </a:tcPr>
                </a:tc>
                <a:extLst>
                  <a:ext uri="{0D108BD9-81ED-4DB2-BD59-A6C34878D82A}">
                    <a16:rowId xmlns:a16="http://schemas.microsoft.com/office/drawing/2014/main" val="2372724232"/>
                  </a:ext>
                </a:extLst>
              </a:tr>
              <a:tr h="370840">
                <a:tc>
                  <a:txBody>
                    <a:bodyPr/>
                    <a:lstStyle/>
                    <a:p>
                      <a:pPr algn="ctr"/>
                      <a:r>
                        <a:rPr lang="en-GB" dirty="0"/>
                        <a:t>116</a:t>
                      </a:r>
                    </a:p>
                  </a:txBody>
                  <a:tcPr>
                    <a:solidFill>
                      <a:schemeClr val="bg2"/>
                    </a:solidFill>
                  </a:tcPr>
                </a:tc>
                <a:extLst>
                  <a:ext uri="{0D108BD9-81ED-4DB2-BD59-A6C34878D82A}">
                    <a16:rowId xmlns:a16="http://schemas.microsoft.com/office/drawing/2014/main" val="3294947328"/>
                  </a:ext>
                </a:extLst>
              </a:tr>
              <a:tr h="370840">
                <a:tc>
                  <a:txBody>
                    <a:bodyPr/>
                    <a:lstStyle/>
                    <a:p>
                      <a:pPr algn="ctr"/>
                      <a:r>
                        <a:rPr lang="en-GB" dirty="0"/>
                        <a:t>133</a:t>
                      </a:r>
                    </a:p>
                  </a:txBody>
                  <a:tcPr>
                    <a:solidFill>
                      <a:schemeClr val="bg2"/>
                    </a:solidFill>
                  </a:tcPr>
                </a:tc>
                <a:extLst>
                  <a:ext uri="{0D108BD9-81ED-4DB2-BD59-A6C34878D82A}">
                    <a16:rowId xmlns:a16="http://schemas.microsoft.com/office/drawing/2014/main" val="2175820230"/>
                  </a:ext>
                </a:extLst>
              </a:tr>
              <a:tr h="422364">
                <a:tc>
                  <a:txBody>
                    <a:bodyPr/>
                    <a:lstStyle/>
                    <a:p>
                      <a:pPr algn="ctr"/>
                      <a:r>
                        <a:rPr lang="en-GB" dirty="0"/>
                        <a:t>148</a:t>
                      </a:r>
                    </a:p>
                  </a:txBody>
                  <a:tcPr>
                    <a:solidFill>
                      <a:schemeClr val="bg2"/>
                    </a:solidFill>
                  </a:tcPr>
                </a:tc>
                <a:extLst>
                  <a:ext uri="{0D108BD9-81ED-4DB2-BD59-A6C34878D82A}">
                    <a16:rowId xmlns:a16="http://schemas.microsoft.com/office/drawing/2014/main" val="1579159341"/>
                  </a:ext>
                </a:extLst>
              </a:tr>
              <a:tr h="370840">
                <a:tc>
                  <a:txBody>
                    <a:bodyPr/>
                    <a:lstStyle/>
                    <a:p>
                      <a:pPr algn="ctr"/>
                      <a:r>
                        <a:rPr lang="en-GB" dirty="0"/>
                        <a:t>155</a:t>
                      </a:r>
                    </a:p>
                  </a:txBody>
                  <a:tcPr>
                    <a:solidFill>
                      <a:schemeClr val="bg2"/>
                    </a:solidFill>
                  </a:tcPr>
                </a:tc>
                <a:extLst>
                  <a:ext uri="{0D108BD9-81ED-4DB2-BD59-A6C34878D82A}">
                    <a16:rowId xmlns:a16="http://schemas.microsoft.com/office/drawing/2014/main" val="3242964946"/>
                  </a:ext>
                </a:extLst>
              </a:tr>
              <a:tr h="370840">
                <a:tc>
                  <a:txBody>
                    <a:bodyPr/>
                    <a:lstStyle/>
                    <a:p>
                      <a:pPr algn="ctr"/>
                      <a:r>
                        <a:rPr lang="en-GB" dirty="0"/>
                        <a:t>156</a:t>
                      </a:r>
                    </a:p>
                  </a:txBody>
                  <a:tcPr>
                    <a:solidFill>
                      <a:schemeClr val="bg2"/>
                    </a:solidFill>
                  </a:tcPr>
                </a:tc>
                <a:extLst>
                  <a:ext uri="{0D108BD9-81ED-4DB2-BD59-A6C34878D82A}">
                    <a16:rowId xmlns:a16="http://schemas.microsoft.com/office/drawing/2014/main" val="2732836517"/>
                  </a:ext>
                </a:extLst>
              </a:tr>
              <a:tr h="370840">
                <a:tc>
                  <a:txBody>
                    <a:bodyPr/>
                    <a:lstStyle/>
                    <a:p>
                      <a:pPr algn="ctr"/>
                      <a:r>
                        <a:rPr lang="en-GB" dirty="0"/>
                        <a:t>231</a:t>
                      </a:r>
                    </a:p>
                  </a:txBody>
                  <a:tcPr>
                    <a:solidFill>
                      <a:schemeClr val="accent1">
                        <a:lumMod val="40000"/>
                        <a:lumOff val="60000"/>
                      </a:schemeClr>
                    </a:solidFill>
                  </a:tcPr>
                </a:tc>
                <a:extLst>
                  <a:ext uri="{0D108BD9-81ED-4DB2-BD59-A6C34878D82A}">
                    <a16:rowId xmlns:a16="http://schemas.microsoft.com/office/drawing/2014/main" val="3399544171"/>
                  </a:ext>
                </a:extLst>
              </a:tr>
            </a:tbl>
          </a:graphicData>
        </a:graphic>
      </p:graphicFrame>
      <p:graphicFrame>
        <p:nvGraphicFramePr>
          <p:cNvPr id="28" name="Table 13">
            <a:extLst>
              <a:ext uri="{FF2B5EF4-FFF2-40B4-BE49-F238E27FC236}">
                <a16:creationId xmlns:a16="http://schemas.microsoft.com/office/drawing/2014/main" id="{85601406-595B-8F6D-C5BF-2EB1F835C16A}"/>
              </a:ext>
            </a:extLst>
          </p:cNvPr>
          <p:cNvGraphicFramePr>
            <a:graphicFrameLocks noGrp="1"/>
          </p:cNvGraphicFramePr>
          <p:nvPr/>
        </p:nvGraphicFramePr>
        <p:xfrm>
          <a:off x="1907704" y="1625648"/>
          <a:ext cx="2249234" cy="1381760"/>
        </p:xfrm>
        <a:graphic>
          <a:graphicData uri="http://schemas.openxmlformats.org/drawingml/2006/table">
            <a:tbl>
              <a:tblPr firstRow="1" bandRow="1">
                <a:tableStyleId>{2D5ABB26-0587-4C30-8999-92F81FD0307C}</a:tableStyleId>
              </a:tblPr>
              <a:tblGrid>
                <a:gridCol w="1278071">
                  <a:extLst>
                    <a:ext uri="{9D8B030D-6E8A-4147-A177-3AD203B41FA5}">
                      <a16:colId xmlns:a16="http://schemas.microsoft.com/office/drawing/2014/main" val="1794081257"/>
                    </a:ext>
                  </a:extLst>
                </a:gridCol>
                <a:gridCol w="971163">
                  <a:extLst>
                    <a:ext uri="{9D8B030D-6E8A-4147-A177-3AD203B41FA5}">
                      <a16:colId xmlns:a16="http://schemas.microsoft.com/office/drawing/2014/main" val="1519352930"/>
                    </a:ext>
                  </a:extLst>
                </a:gridCol>
              </a:tblGrid>
              <a:tr h="370840">
                <a:tc>
                  <a:txBody>
                    <a:bodyPr/>
                    <a:lstStyle/>
                    <a:p>
                      <a:pPr algn="ctr"/>
                      <a:r>
                        <a:rPr lang="en-GB" b="1" dirty="0">
                          <a:solidFill>
                            <a:schemeClr val="accent6">
                              <a:lumMod val="50000"/>
                            </a:schemeClr>
                          </a:solidFill>
                        </a:rPr>
                        <a:t>Mean</a:t>
                      </a:r>
                    </a:p>
                  </a:txBody>
                  <a:tcPr>
                    <a:solidFill>
                      <a:schemeClr val="bg2"/>
                    </a:solidFill>
                  </a:tcPr>
                </a:tc>
                <a:tc>
                  <a:txBody>
                    <a:bodyPr/>
                    <a:lstStyle/>
                    <a:p>
                      <a:pPr algn="ctr"/>
                      <a:r>
                        <a:rPr lang="en-GB" b="0" dirty="0">
                          <a:solidFill>
                            <a:schemeClr val="accent6">
                              <a:lumMod val="50000"/>
                            </a:schemeClr>
                          </a:solidFill>
                        </a:rPr>
                        <a:t>139</a:t>
                      </a:r>
                    </a:p>
                  </a:txBody>
                  <a:tcPr>
                    <a:solidFill>
                      <a:schemeClr val="bg2"/>
                    </a:solidFill>
                  </a:tcPr>
                </a:tc>
                <a:extLst>
                  <a:ext uri="{0D108BD9-81ED-4DB2-BD59-A6C34878D82A}">
                    <a16:rowId xmlns:a16="http://schemas.microsoft.com/office/drawing/2014/main" val="3527038976"/>
                  </a:ext>
                </a:extLst>
              </a:tr>
              <a:tr h="370840">
                <a:tc>
                  <a:txBody>
                    <a:bodyPr/>
                    <a:lstStyle/>
                    <a:p>
                      <a:pPr algn="ctr"/>
                      <a:r>
                        <a:rPr lang="en-GB" b="1" dirty="0">
                          <a:solidFill>
                            <a:schemeClr val="accent6">
                              <a:lumMod val="50000"/>
                            </a:schemeClr>
                          </a:solidFill>
                        </a:rPr>
                        <a:t>Median</a:t>
                      </a:r>
                    </a:p>
                  </a:txBody>
                  <a:tcPr>
                    <a:solidFill>
                      <a:schemeClr val="bg2"/>
                    </a:solidFill>
                  </a:tcPr>
                </a:tc>
                <a:tc>
                  <a:txBody>
                    <a:bodyPr/>
                    <a:lstStyle/>
                    <a:p>
                      <a:pPr algn="ctr"/>
                      <a:r>
                        <a:rPr lang="en-GB" b="0" dirty="0">
                          <a:solidFill>
                            <a:schemeClr val="accent6">
                              <a:lumMod val="50000"/>
                            </a:schemeClr>
                          </a:solidFill>
                        </a:rPr>
                        <a:t>133</a:t>
                      </a:r>
                    </a:p>
                  </a:txBody>
                  <a:tcPr>
                    <a:solidFill>
                      <a:schemeClr val="bg2"/>
                    </a:solidFill>
                  </a:tcPr>
                </a:tc>
                <a:extLst>
                  <a:ext uri="{0D108BD9-81ED-4DB2-BD59-A6C34878D82A}">
                    <a16:rowId xmlns:a16="http://schemas.microsoft.com/office/drawing/2014/main" val="4139036430"/>
                  </a:ext>
                </a:extLst>
              </a:tr>
              <a:tr h="370840">
                <a:tc>
                  <a:txBody>
                    <a:bodyPr/>
                    <a:lstStyle/>
                    <a:p>
                      <a:pPr algn="ctr"/>
                      <a:r>
                        <a:rPr lang="en-GB" b="1" dirty="0">
                          <a:solidFill>
                            <a:schemeClr val="accent6">
                              <a:lumMod val="50000"/>
                            </a:schemeClr>
                          </a:solidFill>
                        </a:rPr>
                        <a:t>Standard Deviation</a:t>
                      </a:r>
                    </a:p>
                  </a:txBody>
                  <a:tcPr>
                    <a:solidFill>
                      <a:schemeClr val="bg2"/>
                    </a:solidFill>
                  </a:tcPr>
                </a:tc>
                <a:tc>
                  <a:txBody>
                    <a:bodyPr/>
                    <a:lstStyle/>
                    <a:p>
                      <a:pPr algn="ctr"/>
                      <a:r>
                        <a:rPr lang="en-GB" b="0" dirty="0">
                          <a:solidFill>
                            <a:schemeClr val="accent6">
                              <a:lumMod val="50000"/>
                            </a:schemeClr>
                          </a:solidFill>
                        </a:rPr>
                        <a:t>41</a:t>
                      </a:r>
                    </a:p>
                  </a:txBody>
                  <a:tcPr>
                    <a:solidFill>
                      <a:schemeClr val="bg2"/>
                    </a:solidFill>
                  </a:tcPr>
                </a:tc>
                <a:extLst>
                  <a:ext uri="{0D108BD9-81ED-4DB2-BD59-A6C34878D82A}">
                    <a16:rowId xmlns:a16="http://schemas.microsoft.com/office/drawing/2014/main" val="2372724232"/>
                  </a:ext>
                </a:extLst>
              </a:tr>
            </a:tbl>
          </a:graphicData>
        </a:graphic>
      </p:graphicFrame>
      <p:sp>
        <p:nvSpPr>
          <p:cNvPr id="11" name="TextBox 10">
            <a:extLst>
              <a:ext uri="{FF2B5EF4-FFF2-40B4-BE49-F238E27FC236}">
                <a16:creationId xmlns:a16="http://schemas.microsoft.com/office/drawing/2014/main" id="{72D5A9E5-C435-5E25-071E-6D5AE0486503}"/>
              </a:ext>
            </a:extLst>
          </p:cNvPr>
          <p:cNvSpPr txBox="1"/>
          <p:nvPr/>
        </p:nvSpPr>
        <p:spPr>
          <a:xfrm>
            <a:off x="6915104" y="4388645"/>
            <a:ext cx="2016224" cy="923330"/>
          </a:xfrm>
          <a:prstGeom prst="rect">
            <a:avLst/>
          </a:prstGeom>
          <a:noFill/>
        </p:spPr>
        <p:txBody>
          <a:bodyPr wrap="square" rtlCol="0">
            <a:spAutoFit/>
          </a:bodyPr>
          <a:lstStyle/>
          <a:p>
            <a:r>
              <a:rPr lang="en-GB" sz="1800" i="1" dirty="0">
                <a:latin typeface="+mn-lt"/>
              </a:rPr>
              <a:t>We have a negative z score as  </a:t>
            </a:r>
          </a:p>
          <a:p>
            <a:r>
              <a:rPr lang="el-GR" sz="1800" i="1" dirty="0">
                <a:latin typeface="+mn-lt"/>
              </a:rPr>
              <a:t>112</a:t>
            </a:r>
            <a:r>
              <a:rPr lang="en-GB" sz="1800" i="1" dirty="0">
                <a:latin typeface="+mn-lt"/>
              </a:rPr>
              <a:t> &lt; 139</a:t>
            </a:r>
          </a:p>
        </p:txBody>
      </p:sp>
      <p:grpSp>
        <p:nvGrpSpPr>
          <p:cNvPr id="3" name="Group 2">
            <a:extLst>
              <a:ext uri="{FF2B5EF4-FFF2-40B4-BE49-F238E27FC236}">
                <a16:creationId xmlns:a16="http://schemas.microsoft.com/office/drawing/2014/main" id="{CAF3ED06-2DE1-9E35-FB67-A37D4243B0DB}"/>
              </a:ext>
            </a:extLst>
          </p:cNvPr>
          <p:cNvGrpSpPr/>
          <p:nvPr/>
        </p:nvGrpSpPr>
        <p:grpSpPr>
          <a:xfrm>
            <a:off x="4382838" y="3369117"/>
            <a:ext cx="2003890" cy="828475"/>
            <a:chOff x="5436096" y="1950390"/>
            <a:chExt cx="2003890" cy="828475"/>
          </a:xfrm>
        </p:grpSpPr>
        <p:sp>
          <p:nvSpPr>
            <p:cNvPr id="10" name="TextBox 9">
              <a:extLst>
                <a:ext uri="{FF2B5EF4-FFF2-40B4-BE49-F238E27FC236}">
                  <a16:creationId xmlns:a16="http://schemas.microsoft.com/office/drawing/2014/main" id="{D909BB12-789A-4D67-0FD9-B72FC8E6048B}"/>
                </a:ext>
              </a:extLst>
            </p:cNvPr>
            <p:cNvSpPr txBox="1"/>
            <p:nvPr/>
          </p:nvSpPr>
          <p:spPr>
            <a:xfrm>
              <a:off x="5436096" y="2132856"/>
              <a:ext cx="841897" cy="400110"/>
            </a:xfrm>
            <a:prstGeom prst="rect">
              <a:avLst/>
            </a:prstGeom>
            <a:noFill/>
          </p:spPr>
          <p:txBody>
            <a:bodyPr wrap="none" rtlCol="0">
              <a:spAutoFit/>
            </a:bodyPr>
            <a:lstStyle/>
            <a:p>
              <a:r>
                <a:rPr lang="en-GB" sz="2000" i="1" dirty="0"/>
                <a:t>2.24</a:t>
              </a:r>
              <a:r>
                <a:rPr lang="en-GB" sz="2000" dirty="0"/>
                <a:t> =</a:t>
              </a:r>
            </a:p>
          </p:txBody>
        </p:sp>
        <p:sp>
          <p:nvSpPr>
            <p:cNvPr id="12" name="TextBox 11">
              <a:extLst>
                <a:ext uri="{FF2B5EF4-FFF2-40B4-BE49-F238E27FC236}">
                  <a16:creationId xmlns:a16="http://schemas.microsoft.com/office/drawing/2014/main" id="{F628BF72-D859-234C-83E4-7E4D8A50B648}"/>
                </a:ext>
              </a:extLst>
            </p:cNvPr>
            <p:cNvSpPr txBox="1"/>
            <p:nvPr/>
          </p:nvSpPr>
          <p:spPr>
            <a:xfrm>
              <a:off x="6272679" y="1950390"/>
              <a:ext cx="1167307" cy="400110"/>
            </a:xfrm>
            <a:prstGeom prst="rect">
              <a:avLst/>
            </a:prstGeom>
            <a:noFill/>
          </p:spPr>
          <p:txBody>
            <a:bodyPr wrap="none" rtlCol="0">
              <a:spAutoFit/>
            </a:bodyPr>
            <a:lstStyle/>
            <a:p>
              <a:r>
                <a:rPr lang="el-GR" sz="2000" i="1" dirty="0"/>
                <a:t>231</a:t>
              </a:r>
              <a:r>
                <a:rPr lang="en-GB" sz="2000" i="1" dirty="0"/>
                <a:t> - 139</a:t>
              </a:r>
            </a:p>
          </p:txBody>
        </p:sp>
        <p:sp>
          <p:nvSpPr>
            <p:cNvPr id="14" name="TextBox 13">
              <a:extLst>
                <a:ext uri="{FF2B5EF4-FFF2-40B4-BE49-F238E27FC236}">
                  <a16:creationId xmlns:a16="http://schemas.microsoft.com/office/drawing/2014/main" id="{1BE5340B-0E02-537A-579D-8D480066B3D4}"/>
                </a:ext>
              </a:extLst>
            </p:cNvPr>
            <p:cNvSpPr txBox="1"/>
            <p:nvPr/>
          </p:nvSpPr>
          <p:spPr>
            <a:xfrm>
              <a:off x="6638416" y="2378755"/>
              <a:ext cx="441146" cy="400110"/>
            </a:xfrm>
            <a:prstGeom prst="rect">
              <a:avLst/>
            </a:prstGeom>
            <a:noFill/>
          </p:spPr>
          <p:txBody>
            <a:bodyPr wrap="none" rtlCol="0">
              <a:spAutoFit/>
            </a:bodyPr>
            <a:lstStyle/>
            <a:p>
              <a:r>
                <a:rPr lang="en-GB" sz="2000" i="1" dirty="0"/>
                <a:t>41</a:t>
              </a:r>
            </a:p>
          </p:txBody>
        </p:sp>
      </p:grpSp>
      <p:cxnSp>
        <p:nvCxnSpPr>
          <p:cNvPr id="35" name="Straight Connector 34">
            <a:extLst>
              <a:ext uri="{FF2B5EF4-FFF2-40B4-BE49-F238E27FC236}">
                <a16:creationId xmlns:a16="http://schemas.microsoft.com/office/drawing/2014/main" id="{E51F7689-0E19-1E05-E3CD-DAB2D0ED37F3}"/>
              </a:ext>
            </a:extLst>
          </p:cNvPr>
          <p:cNvCxnSpPr>
            <a:cxnSpLocks/>
          </p:cNvCxnSpPr>
          <p:nvPr/>
        </p:nvCxnSpPr>
        <p:spPr>
          <a:xfrm>
            <a:off x="5285156" y="3797482"/>
            <a:ext cx="1035835" cy="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75F0B491-C6EC-D174-5E82-14F0FFAEF3B2}"/>
              </a:ext>
            </a:extLst>
          </p:cNvPr>
          <p:cNvCxnSpPr>
            <a:cxnSpLocks/>
          </p:cNvCxnSpPr>
          <p:nvPr/>
        </p:nvCxnSpPr>
        <p:spPr>
          <a:xfrm>
            <a:off x="7720820" y="3769227"/>
            <a:ext cx="1035835" cy="0"/>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AE82A6B8-57FB-91E6-DA28-FD99D7A7D577}"/>
              </a:ext>
            </a:extLst>
          </p:cNvPr>
          <p:cNvSpPr txBox="1"/>
          <p:nvPr/>
        </p:nvSpPr>
        <p:spPr>
          <a:xfrm>
            <a:off x="4668016" y="4388645"/>
            <a:ext cx="2016224" cy="923330"/>
          </a:xfrm>
          <a:prstGeom prst="rect">
            <a:avLst/>
          </a:prstGeom>
          <a:noFill/>
        </p:spPr>
        <p:txBody>
          <a:bodyPr wrap="square" rtlCol="0">
            <a:spAutoFit/>
          </a:bodyPr>
          <a:lstStyle/>
          <a:p>
            <a:r>
              <a:rPr lang="en-GB" sz="1800" i="1" dirty="0">
                <a:latin typeface="+mn-lt"/>
              </a:rPr>
              <a:t>We have a positive z score as  </a:t>
            </a:r>
          </a:p>
          <a:p>
            <a:r>
              <a:rPr lang="en-GB" sz="1800" i="1" dirty="0">
                <a:latin typeface="+mn-lt"/>
              </a:rPr>
              <a:t>231 &gt; 139</a:t>
            </a:r>
          </a:p>
        </p:txBody>
      </p:sp>
      <p:sp>
        <p:nvSpPr>
          <p:cNvPr id="39" name="TextBox 38">
            <a:extLst>
              <a:ext uri="{FF2B5EF4-FFF2-40B4-BE49-F238E27FC236}">
                <a16:creationId xmlns:a16="http://schemas.microsoft.com/office/drawing/2014/main" id="{C76A6500-C464-C259-F1BB-928C0E988A9D}"/>
              </a:ext>
            </a:extLst>
          </p:cNvPr>
          <p:cNvSpPr txBox="1"/>
          <p:nvPr/>
        </p:nvSpPr>
        <p:spPr>
          <a:xfrm>
            <a:off x="6915104" y="5523191"/>
            <a:ext cx="2016224" cy="646331"/>
          </a:xfrm>
          <a:prstGeom prst="rect">
            <a:avLst/>
          </a:prstGeom>
          <a:noFill/>
        </p:spPr>
        <p:txBody>
          <a:bodyPr wrap="square" rtlCol="0">
            <a:spAutoFit/>
          </a:bodyPr>
          <a:lstStyle/>
          <a:p>
            <a:r>
              <a:rPr lang="el-GR" sz="1800" i="1" dirty="0">
                <a:latin typeface="+mn-lt"/>
              </a:rPr>
              <a:t>112</a:t>
            </a:r>
            <a:r>
              <a:rPr lang="en-GB" sz="1800" i="1" dirty="0">
                <a:latin typeface="+mn-lt"/>
              </a:rPr>
              <a:t> is relatively closer to the mean</a:t>
            </a:r>
          </a:p>
        </p:txBody>
      </p:sp>
      <p:sp>
        <p:nvSpPr>
          <p:cNvPr id="40" name="TextBox 39">
            <a:extLst>
              <a:ext uri="{FF2B5EF4-FFF2-40B4-BE49-F238E27FC236}">
                <a16:creationId xmlns:a16="http://schemas.microsoft.com/office/drawing/2014/main" id="{CADBB5B8-F7D9-B06A-F98D-63589DFDEBB2}"/>
              </a:ext>
            </a:extLst>
          </p:cNvPr>
          <p:cNvSpPr txBox="1"/>
          <p:nvPr/>
        </p:nvSpPr>
        <p:spPr>
          <a:xfrm>
            <a:off x="4668016" y="5523191"/>
            <a:ext cx="2016224" cy="646331"/>
          </a:xfrm>
          <a:prstGeom prst="rect">
            <a:avLst/>
          </a:prstGeom>
          <a:noFill/>
        </p:spPr>
        <p:txBody>
          <a:bodyPr wrap="square" rtlCol="0">
            <a:spAutoFit/>
          </a:bodyPr>
          <a:lstStyle/>
          <a:p>
            <a:r>
              <a:rPr lang="en-GB" sz="1800" i="1" dirty="0">
                <a:latin typeface="+mn-lt"/>
              </a:rPr>
              <a:t>231 is further from the mean</a:t>
            </a:r>
          </a:p>
        </p:txBody>
      </p:sp>
      <p:pic>
        <p:nvPicPr>
          <p:cNvPr id="42" name="Picture 41" descr="z-score formula">
            <a:extLst>
              <a:ext uri="{FF2B5EF4-FFF2-40B4-BE49-F238E27FC236}">
                <a16:creationId xmlns:a16="http://schemas.microsoft.com/office/drawing/2014/main" id="{F2738CFE-E282-D73F-1DBC-8E775DC1C784}"/>
              </a:ext>
            </a:extLst>
          </p:cNvPr>
          <p:cNvPicPr>
            <a:picLocks noChangeAspect="1"/>
          </p:cNvPicPr>
          <p:nvPr/>
        </p:nvPicPr>
        <p:blipFill>
          <a:blip r:embed="rId2"/>
          <a:stretch>
            <a:fillRect/>
          </a:stretch>
        </p:blipFill>
        <p:spPr>
          <a:xfrm>
            <a:off x="4390554" y="1532849"/>
            <a:ext cx="4540774" cy="1728512"/>
          </a:xfrm>
          <a:prstGeom prst="rect">
            <a:avLst/>
          </a:prstGeom>
        </p:spPr>
      </p:pic>
      <p:sp>
        <p:nvSpPr>
          <p:cNvPr id="4" name="Oval 3">
            <a:extLst>
              <a:ext uri="{FF2B5EF4-FFF2-40B4-BE49-F238E27FC236}">
                <a16:creationId xmlns:a16="http://schemas.microsoft.com/office/drawing/2014/main" id="{E51982BD-FC43-7556-17A8-E4BD45171148}"/>
              </a:ext>
            </a:extLst>
          </p:cNvPr>
          <p:cNvSpPr/>
          <p:nvPr/>
        </p:nvSpPr>
        <p:spPr>
          <a:xfrm>
            <a:off x="6722253" y="3671103"/>
            <a:ext cx="261138" cy="216194"/>
          </a:xfrm>
          <a:custGeom>
            <a:avLst/>
            <a:gdLst>
              <a:gd name="connsiteX0" fmla="*/ 0 w 261138"/>
              <a:gd name="connsiteY0" fmla="*/ 108097 h 216194"/>
              <a:gd name="connsiteX1" fmla="*/ 130569 w 261138"/>
              <a:gd name="connsiteY1" fmla="*/ 0 h 216194"/>
              <a:gd name="connsiteX2" fmla="*/ 261138 w 261138"/>
              <a:gd name="connsiteY2" fmla="*/ 108097 h 216194"/>
              <a:gd name="connsiteX3" fmla="*/ 130569 w 261138"/>
              <a:gd name="connsiteY3" fmla="*/ 216194 h 216194"/>
              <a:gd name="connsiteX4" fmla="*/ 0 w 261138"/>
              <a:gd name="connsiteY4" fmla="*/ 108097 h 21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38" h="216194" extrusionOk="0">
                <a:moveTo>
                  <a:pt x="0" y="108097"/>
                </a:moveTo>
                <a:cubicBezTo>
                  <a:pt x="-1110" y="55117"/>
                  <a:pt x="58718" y="11526"/>
                  <a:pt x="130569" y="0"/>
                </a:cubicBezTo>
                <a:cubicBezTo>
                  <a:pt x="206795" y="-2180"/>
                  <a:pt x="270940" y="43606"/>
                  <a:pt x="261138" y="108097"/>
                </a:cubicBezTo>
                <a:cubicBezTo>
                  <a:pt x="279220" y="163726"/>
                  <a:pt x="202237" y="226265"/>
                  <a:pt x="130569" y="216194"/>
                </a:cubicBezTo>
                <a:cubicBezTo>
                  <a:pt x="65298" y="227030"/>
                  <a:pt x="-11579" y="155840"/>
                  <a:pt x="0" y="108097"/>
                </a:cubicBezTo>
                <a:close/>
              </a:path>
            </a:pathLst>
          </a:custGeom>
          <a:noFill/>
          <a:ln>
            <a:solidFill>
              <a:srgbClr val="92D050"/>
            </a:solidFill>
            <a:extLst>
              <a:ext uri="{C807C97D-BFC1-408E-A445-0C87EB9F89A2}">
                <ask:lineSketchStyleProps xmlns:ask="http://schemas.microsoft.com/office/drawing/2018/sketchyshapes" sd="163477992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a:extLst>
              <a:ext uri="{FF2B5EF4-FFF2-40B4-BE49-F238E27FC236}">
                <a16:creationId xmlns:a16="http://schemas.microsoft.com/office/drawing/2014/main" id="{2AA9B67D-0D9F-1876-CEE5-63CD38791D0E}"/>
              </a:ext>
            </a:extLst>
          </p:cNvPr>
          <p:cNvCxnSpPr>
            <a:cxnSpLocks/>
            <a:stCxn id="4" idx="2"/>
            <a:endCxn id="9" idx="3"/>
          </p:cNvCxnSpPr>
          <p:nvPr/>
        </p:nvCxnSpPr>
        <p:spPr>
          <a:xfrm flipH="1">
            <a:off x="4019934" y="3779200"/>
            <a:ext cx="2702319" cy="997955"/>
          </a:xfrm>
          <a:prstGeom prst="straightConnector1">
            <a:avLst/>
          </a:prstGeom>
          <a:ln>
            <a:solidFill>
              <a:srgbClr val="92D050"/>
            </a:solidFill>
            <a:tailEnd type="triangle"/>
          </a:ln>
        </p:spPr>
        <p:style>
          <a:lnRef idx="1">
            <a:schemeClr val="accent3"/>
          </a:lnRef>
          <a:fillRef idx="0">
            <a:schemeClr val="accent3"/>
          </a:fillRef>
          <a:effectRef idx="0">
            <a:schemeClr val="accent3"/>
          </a:effectRef>
          <a:fontRef idx="minor">
            <a:schemeClr val="tx1"/>
          </a:fontRef>
        </p:style>
      </p:cxnSp>
      <p:sp>
        <p:nvSpPr>
          <p:cNvPr id="9" name="TextBox 8">
            <a:extLst>
              <a:ext uri="{FF2B5EF4-FFF2-40B4-BE49-F238E27FC236}">
                <a16:creationId xmlns:a16="http://schemas.microsoft.com/office/drawing/2014/main" id="{D8F7B7FF-B467-88EF-A4A9-9741EECDFC8E}"/>
              </a:ext>
            </a:extLst>
          </p:cNvPr>
          <p:cNvSpPr txBox="1"/>
          <p:nvPr/>
        </p:nvSpPr>
        <p:spPr>
          <a:xfrm>
            <a:off x="1859694" y="3222883"/>
            <a:ext cx="2160240" cy="3108543"/>
          </a:xfrm>
          <a:prstGeom prst="rect">
            <a:avLst/>
          </a:prstGeom>
          <a:noFill/>
        </p:spPr>
        <p:txBody>
          <a:bodyPr wrap="square" rtlCol="0">
            <a:spAutoFit/>
          </a:bodyPr>
          <a:lstStyle/>
          <a:p>
            <a:r>
              <a:rPr lang="en-GB" sz="1400" b="0" i="0" dirty="0">
                <a:solidFill>
                  <a:srgbClr val="111111"/>
                </a:solidFill>
                <a:effectLst/>
                <a:latin typeface="SourceSansPro"/>
              </a:rPr>
              <a:t>A distribution curve has negative and positive sides, so there are positive and negative standard deviations and z-scores. However, this has no relevance to the value itself other than indicating which side of the mean it is on. A negative value means it is on the left of the mean, and a positive value indicates it is on the right.</a:t>
            </a:r>
            <a:endParaRPr lang="en-GB" sz="1400" dirty="0"/>
          </a:p>
        </p:txBody>
      </p:sp>
      <p:sp>
        <p:nvSpPr>
          <p:cNvPr id="6" name="Footer Placeholder 5">
            <a:extLst>
              <a:ext uri="{FF2B5EF4-FFF2-40B4-BE49-F238E27FC236}">
                <a16:creationId xmlns:a16="http://schemas.microsoft.com/office/drawing/2014/main" id="{DD15A728-FCA5-8BD9-5C76-201605743CF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631C4115-848B-AA54-E16C-1E010C6D58B2}"/>
              </a:ext>
            </a:extLst>
          </p:cNvPr>
          <p:cNvSpPr>
            <a:spLocks noGrp="1"/>
          </p:cNvSpPr>
          <p:nvPr>
            <p:ph type="sldNum" sz="quarter" idx="4"/>
          </p:nvPr>
        </p:nvSpPr>
        <p:spPr/>
        <p:txBody>
          <a:bodyPr/>
          <a:lstStyle/>
          <a:p>
            <a:fld id="{9FD7ECCF-50E7-4327-B945-FA93FF7B2BEF}" type="slidenum">
              <a:rPr lang="en-US" smtClean="0"/>
              <a:pPr/>
              <a:t>54</a:t>
            </a:fld>
            <a:r>
              <a:rPr lang="en-GB"/>
              <a:t>/80</a:t>
            </a:r>
            <a:endParaRPr lang="en-US" dirty="0"/>
          </a:p>
        </p:txBody>
      </p:sp>
    </p:spTree>
    <p:extLst>
      <p:ext uri="{BB962C8B-B14F-4D97-AF65-F5344CB8AC3E}">
        <p14:creationId xmlns:p14="http://schemas.microsoft.com/office/powerpoint/2010/main" val="93870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ADCD1-E784-CD9C-7E55-71E3E57A1474}"/>
              </a:ext>
            </a:extLst>
          </p:cNvPr>
          <p:cNvSpPr>
            <a:spLocks noGrp="1"/>
          </p:cNvSpPr>
          <p:nvPr>
            <p:ph type="title"/>
          </p:nvPr>
        </p:nvSpPr>
        <p:spPr/>
        <p:txBody>
          <a:bodyPr>
            <a:normAutofit fontScale="90000"/>
          </a:bodyPr>
          <a:lstStyle/>
          <a:p>
            <a:r>
              <a:rPr lang="en-GB" dirty="0"/>
              <a:t>z-score [Standard Normal Distribution ]</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B59EE9F9-FD72-B420-8CC5-9B24B375FE2D}"/>
                  </a:ext>
                </a:extLst>
              </p14:cNvPr>
              <p14:cNvContentPartPr/>
              <p14:nvPr/>
            </p14:nvContentPartPr>
            <p14:xfrm>
              <a:off x="1828459" y="4078080"/>
              <a:ext cx="5472720" cy="49680"/>
            </p14:xfrm>
          </p:contentPart>
        </mc:Choice>
        <mc:Fallback xmlns="">
          <p:pic>
            <p:nvPicPr>
              <p:cNvPr id="6" name="Ink 5">
                <a:extLst>
                  <a:ext uri="{FF2B5EF4-FFF2-40B4-BE49-F238E27FC236}">
                    <a16:creationId xmlns:a16="http://schemas.microsoft.com/office/drawing/2014/main" id="{B59EE9F9-FD72-B420-8CC5-9B24B375FE2D}"/>
                  </a:ext>
                </a:extLst>
              </p:cNvPr>
              <p:cNvPicPr/>
              <p:nvPr/>
            </p:nvPicPr>
            <p:blipFill>
              <a:blip r:embed="rId3"/>
              <a:stretch>
                <a:fillRect/>
              </a:stretch>
            </p:blipFill>
            <p:spPr>
              <a:xfrm>
                <a:off x="1822339" y="4071960"/>
                <a:ext cx="54849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06E53663-B957-4514-3635-FA6E54278DD7}"/>
                  </a:ext>
                </a:extLst>
              </p14:cNvPr>
              <p14:cNvContentPartPr/>
              <p14:nvPr/>
            </p14:nvContentPartPr>
            <p14:xfrm>
              <a:off x="1923859" y="1959120"/>
              <a:ext cx="5269680" cy="1975320"/>
            </p14:xfrm>
          </p:contentPart>
        </mc:Choice>
        <mc:Fallback xmlns="">
          <p:pic>
            <p:nvPicPr>
              <p:cNvPr id="7" name="Ink 6">
                <a:extLst>
                  <a:ext uri="{FF2B5EF4-FFF2-40B4-BE49-F238E27FC236}">
                    <a16:creationId xmlns:a16="http://schemas.microsoft.com/office/drawing/2014/main" id="{06E53663-B957-4514-3635-FA6E54278DD7}"/>
                  </a:ext>
                </a:extLst>
              </p:cNvPr>
              <p:cNvPicPr/>
              <p:nvPr/>
            </p:nvPicPr>
            <p:blipFill>
              <a:blip r:embed="rId5"/>
              <a:stretch>
                <a:fillRect/>
              </a:stretch>
            </p:blipFill>
            <p:spPr>
              <a:xfrm>
                <a:off x="1917739" y="1953000"/>
                <a:ext cx="5281920" cy="1987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E2FBACEB-7AC2-EF56-63EF-79193FD1D8AD}"/>
                  </a:ext>
                </a:extLst>
              </p14:cNvPr>
              <p14:cNvContentPartPr/>
              <p14:nvPr/>
            </p14:nvContentPartPr>
            <p14:xfrm>
              <a:off x="4424835" y="4006836"/>
              <a:ext cx="360" cy="143640"/>
            </p14:xfrm>
          </p:contentPart>
        </mc:Choice>
        <mc:Fallback xmlns="">
          <p:pic>
            <p:nvPicPr>
              <p:cNvPr id="8" name="Ink 7">
                <a:extLst>
                  <a:ext uri="{FF2B5EF4-FFF2-40B4-BE49-F238E27FC236}">
                    <a16:creationId xmlns:a16="http://schemas.microsoft.com/office/drawing/2014/main" id="{E2FBACEB-7AC2-EF56-63EF-79193FD1D8AD}"/>
                  </a:ext>
                </a:extLst>
              </p:cNvPr>
              <p:cNvPicPr/>
              <p:nvPr/>
            </p:nvPicPr>
            <p:blipFill>
              <a:blip r:embed="rId7"/>
              <a:stretch>
                <a:fillRect/>
              </a:stretch>
            </p:blipFill>
            <p:spPr>
              <a:xfrm>
                <a:off x="4418715" y="4000716"/>
                <a:ext cx="12600" cy="155880"/>
              </a:xfrm>
              <a:prstGeom prst="rect">
                <a:avLst/>
              </a:prstGeom>
            </p:spPr>
          </p:pic>
        </mc:Fallback>
      </mc:AlternateContent>
      <p:sp>
        <p:nvSpPr>
          <p:cNvPr id="9" name="TextBox 8">
            <a:extLst>
              <a:ext uri="{FF2B5EF4-FFF2-40B4-BE49-F238E27FC236}">
                <a16:creationId xmlns:a16="http://schemas.microsoft.com/office/drawing/2014/main" id="{17CE0DA4-556B-7544-F7AE-04A2AE7DEC0F}"/>
              </a:ext>
            </a:extLst>
          </p:cNvPr>
          <p:cNvSpPr txBox="1"/>
          <p:nvPr/>
        </p:nvSpPr>
        <p:spPr>
          <a:xfrm>
            <a:off x="4199453" y="4172219"/>
            <a:ext cx="256802" cy="261610"/>
          </a:xfrm>
          <a:prstGeom prst="rect">
            <a:avLst/>
          </a:prstGeom>
          <a:noFill/>
        </p:spPr>
        <p:txBody>
          <a:bodyPr wrap="none" rtlCol="0">
            <a:spAutoFit/>
          </a:bodyPr>
          <a:lstStyle/>
          <a:p>
            <a:r>
              <a:rPr lang="el-GR" sz="1100" dirty="0">
                <a:latin typeface="+mn-lt"/>
              </a:rPr>
              <a:t>0</a:t>
            </a:r>
            <a:endParaRPr lang="en-GB" sz="1100" dirty="0">
              <a:latin typeface="+mn-lt"/>
            </a:endParaRPr>
          </a:p>
        </p:txBody>
      </p:sp>
      <p:sp>
        <p:nvSpPr>
          <p:cNvPr id="10" name="TextBox 9">
            <a:extLst>
              <a:ext uri="{FF2B5EF4-FFF2-40B4-BE49-F238E27FC236}">
                <a16:creationId xmlns:a16="http://schemas.microsoft.com/office/drawing/2014/main" id="{C9417E79-56EC-6D6E-48F0-A63C38FAF8F2}"/>
              </a:ext>
            </a:extLst>
          </p:cNvPr>
          <p:cNvSpPr txBox="1"/>
          <p:nvPr/>
        </p:nvSpPr>
        <p:spPr>
          <a:xfrm>
            <a:off x="4892391" y="4164282"/>
            <a:ext cx="256802" cy="261610"/>
          </a:xfrm>
          <a:prstGeom prst="rect">
            <a:avLst/>
          </a:prstGeom>
          <a:noFill/>
        </p:spPr>
        <p:txBody>
          <a:bodyPr wrap="none" rtlCol="0">
            <a:spAutoFit/>
          </a:bodyPr>
          <a:lstStyle/>
          <a:p>
            <a:r>
              <a:rPr lang="el-GR" sz="1100" dirty="0">
                <a:latin typeface="+mn-lt"/>
              </a:rPr>
              <a:t>1</a:t>
            </a:r>
            <a:endParaRPr lang="en-GB" sz="1100" dirty="0">
              <a:latin typeface="+mn-lt"/>
            </a:endParaRPr>
          </a:p>
        </p:txBody>
      </p:sp>
      <p:sp>
        <p:nvSpPr>
          <p:cNvPr id="11" name="TextBox 10">
            <a:extLst>
              <a:ext uri="{FF2B5EF4-FFF2-40B4-BE49-F238E27FC236}">
                <a16:creationId xmlns:a16="http://schemas.microsoft.com/office/drawing/2014/main" id="{25FED079-97D3-51FC-AD2C-8653259E8C45}"/>
              </a:ext>
            </a:extLst>
          </p:cNvPr>
          <p:cNvSpPr txBox="1"/>
          <p:nvPr/>
        </p:nvSpPr>
        <p:spPr>
          <a:xfrm>
            <a:off x="5453680" y="4164282"/>
            <a:ext cx="256802" cy="261610"/>
          </a:xfrm>
          <a:prstGeom prst="rect">
            <a:avLst/>
          </a:prstGeom>
          <a:noFill/>
        </p:spPr>
        <p:txBody>
          <a:bodyPr wrap="none" rtlCol="0">
            <a:spAutoFit/>
          </a:bodyPr>
          <a:lstStyle/>
          <a:p>
            <a:r>
              <a:rPr lang="el-GR" sz="1100" dirty="0">
                <a:latin typeface="+mn-lt"/>
              </a:rPr>
              <a:t>2</a:t>
            </a:r>
            <a:endParaRPr lang="en-GB" sz="1100" dirty="0">
              <a:latin typeface="+mn-lt"/>
            </a:endParaRPr>
          </a:p>
        </p:txBody>
      </p:sp>
      <p:sp>
        <p:nvSpPr>
          <p:cNvPr id="12" name="TextBox 11">
            <a:extLst>
              <a:ext uri="{FF2B5EF4-FFF2-40B4-BE49-F238E27FC236}">
                <a16:creationId xmlns:a16="http://schemas.microsoft.com/office/drawing/2014/main" id="{103A20A9-BF0B-7780-69CB-40B2D37FF0C0}"/>
              </a:ext>
            </a:extLst>
          </p:cNvPr>
          <p:cNvSpPr txBox="1"/>
          <p:nvPr/>
        </p:nvSpPr>
        <p:spPr>
          <a:xfrm>
            <a:off x="6084168" y="4164282"/>
            <a:ext cx="256802" cy="261610"/>
          </a:xfrm>
          <a:prstGeom prst="rect">
            <a:avLst/>
          </a:prstGeom>
          <a:noFill/>
        </p:spPr>
        <p:txBody>
          <a:bodyPr wrap="none" rtlCol="0">
            <a:spAutoFit/>
          </a:bodyPr>
          <a:lstStyle/>
          <a:p>
            <a:r>
              <a:rPr lang="el-GR" sz="1100" dirty="0">
                <a:latin typeface="+mn-lt"/>
              </a:rPr>
              <a:t>3</a:t>
            </a:r>
            <a:endParaRPr lang="en-GB" sz="1100" dirty="0">
              <a:latin typeface="+mn-lt"/>
            </a:endParaRPr>
          </a:p>
        </p:txBody>
      </p:sp>
      <p:sp>
        <p:nvSpPr>
          <p:cNvPr id="13" name="TextBox 12">
            <a:extLst>
              <a:ext uri="{FF2B5EF4-FFF2-40B4-BE49-F238E27FC236}">
                <a16:creationId xmlns:a16="http://schemas.microsoft.com/office/drawing/2014/main" id="{0D557267-9253-20BC-85A8-5950E40A3331}"/>
              </a:ext>
            </a:extLst>
          </p:cNvPr>
          <p:cNvSpPr txBox="1"/>
          <p:nvPr/>
        </p:nvSpPr>
        <p:spPr>
          <a:xfrm>
            <a:off x="4071482" y="1493331"/>
            <a:ext cx="596638" cy="338554"/>
          </a:xfrm>
          <a:prstGeom prst="rect">
            <a:avLst/>
          </a:prstGeom>
          <a:noFill/>
        </p:spPr>
        <p:txBody>
          <a:bodyPr wrap="none" rtlCol="0">
            <a:spAutoFit/>
          </a:bodyPr>
          <a:lstStyle/>
          <a:p>
            <a:r>
              <a:rPr lang="el-GR" sz="1600" b="0" i="0" dirty="0">
                <a:solidFill>
                  <a:srgbClr val="474747"/>
                </a:solidFill>
                <a:effectLst/>
                <a:latin typeface="Google Sans"/>
              </a:rPr>
              <a:t>μ = 0</a:t>
            </a:r>
            <a:endParaRPr lang="en-GB" sz="2000" dirty="0">
              <a:latin typeface="+mn-lt"/>
            </a:endParaRPr>
          </a:p>
        </p:txBody>
      </p:sp>
      <p:sp>
        <p:nvSpPr>
          <p:cNvPr id="14" name="TextBox 13">
            <a:extLst>
              <a:ext uri="{FF2B5EF4-FFF2-40B4-BE49-F238E27FC236}">
                <a16:creationId xmlns:a16="http://schemas.microsoft.com/office/drawing/2014/main" id="{346D1458-7DAF-0130-083E-BDDF7A44D514}"/>
              </a:ext>
            </a:extLst>
          </p:cNvPr>
          <p:cNvSpPr txBox="1"/>
          <p:nvPr/>
        </p:nvSpPr>
        <p:spPr>
          <a:xfrm>
            <a:off x="2325146" y="4140595"/>
            <a:ext cx="300082" cy="261610"/>
          </a:xfrm>
          <a:prstGeom prst="rect">
            <a:avLst/>
          </a:prstGeom>
          <a:noFill/>
        </p:spPr>
        <p:txBody>
          <a:bodyPr wrap="none" rtlCol="0">
            <a:spAutoFit/>
          </a:bodyPr>
          <a:lstStyle/>
          <a:p>
            <a:r>
              <a:rPr lang="el-GR" sz="1100" dirty="0">
                <a:latin typeface="+mn-lt"/>
              </a:rPr>
              <a:t>-3</a:t>
            </a:r>
            <a:endParaRPr lang="en-GB" sz="1100" dirty="0">
              <a:latin typeface="+mn-lt"/>
            </a:endParaRPr>
          </a:p>
        </p:txBody>
      </p:sp>
      <p:sp>
        <p:nvSpPr>
          <p:cNvPr id="15" name="TextBox 14">
            <a:extLst>
              <a:ext uri="{FF2B5EF4-FFF2-40B4-BE49-F238E27FC236}">
                <a16:creationId xmlns:a16="http://schemas.microsoft.com/office/drawing/2014/main" id="{6A5502A5-8865-9863-D44C-AE990165D432}"/>
              </a:ext>
            </a:extLst>
          </p:cNvPr>
          <p:cNvSpPr txBox="1"/>
          <p:nvPr/>
        </p:nvSpPr>
        <p:spPr>
          <a:xfrm>
            <a:off x="2886435" y="4140595"/>
            <a:ext cx="300082" cy="261610"/>
          </a:xfrm>
          <a:prstGeom prst="rect">
            <a:avLst/>
          </a:prstGeom>
          <a:noFill/>
        </p:spPr>
        <p:txBody>
          <a:bodyPr wrap="none" rtlCol="0">
            <a:spAutoFit/>
          </a:bodyPr>
          <a:lstStyle/>
          <a:p>
            <a:r>
              <a:rPr lang="el-GR" sz="1100" dirty="0">
                <a:latin typeface="+mn-lt"/>
              </a:rPr>
              <a:t>-2</a:t>
            </a:r>
            <a:endParaRPr lang="en-GB" sz="1100" dirty="0">
              <a:latin typeface="+mn-lt"/>
            </a:endParaRPr>
          </a:p>
        </p:txBody>
      </p:sp>
      <p:sp>
        <p:nvSpPr>
          <p:cNvPr id="16" name="TextBox 15">
            <a:extLst>
              <a:ext uri="{FF2B5EF4-FFF2-40B4-BE49-F238E27FC236}">
                <a16:creationId xmlns:a16="http://schemas.microsoft.com/office/drawing/2014/main" id="{E4074195-D4A3-4E0E-180F-387C17636FE4}"/>
              </a:ext>
            </a:extLst>
          </p:cNvPr>
          <p:cNvSpPr txBox="1"/>
          <p:nvPr/>
        </p:nvSpPr>
        <p:spPr>
          <a:xfrm>
            <a:off x="3588706" y="4140595"/>
            <a:ext cx="300082" cy="261610"/>
          </a:xfrm>
          <a:prstGeom prst="rect">
            <a:avLst/>
          </a:prstGeom>
          <a:noFill/>
        </p:spPr>
        <p:txBody>
          <a:bodyPr wrap="none" rtlCol="0">
            <a:spAutoFit/>
          </a:bodyPr>
          <a:lstStyle/>
          <a:p>
            <a:r>
              <a:rPr lang="el-GR" sz="1100" dirty="0">
                <a:latin typeface="+mn-lt"/>
              </a:rPr>
              <a:t>-1</a:t>
            </a:r>
            <a:endParaRPr lang="en-GB" sz="1100" dirty="0">
              <a:latin typeface="+mn-lt"/>
            </a:endParaRPr>
          </a:p>
        </p:txBody>
      </p:sp>
      <p:grpSp>
        <p:nvGrpSpPr>
          <p:cNvPr id="17" name="Group 16">
            <a:extLst>
              <a:ext uri="{FF2B5EF4-FFF2-40B4-BE49-F238E27FC236}">
                <a16:creationId xmlns:a16="http://schemas.microsoft.com/office/drawing/2014/main" id="{3AFBFDB2-BBAC-88D6-EFA1-D045658D31B4}"/>
              </a:ext>
            </a:extLst>
          </p:cNvPr>
          <p:cNvGrpSpPr/>
          <p:nvPr/>
        </p:nvGrpSpPr>
        <p:grpSpPr>
          <a:xfrm>
            <a:off x="2489675" y="4024021"/>
            <a:ext cx="541440" cy="75600"/>
            <a:chOff x="4968379" y="4054604"/>
            <a:chExt cx="541440" cy="75600"/>
          </a:xfrm>
        </p:grpSpPr>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E3E43463-1792-B08D-F475-3E5615DF0157}"/>
                    </a:ext>
                  </a:extLst>
                </p14:cNvPr>
                <p14:cNvContentPartPr/>
                <p14:nvPr/>
              </p14:nvContentPartPr>
              <p14:xfrm>
                <a:off x="4968379" y="4065764"/>
                <a:ext cx="360" cy="64440"/>
              </p14:xfrm>
            </p:contentPart>
          </mc:Choice>
          <mc:Fallback xmlns="">
            <p:pic>
              <p:nvPicPr>
                <p:cNvPr id="18" name="Ink 17">
                  <a:extLst>
                    <a:ext uri="{FF2B5EF4-FFF2-40B4-BE49-F238E27FC236}">
                      <a16:creationId xmlns:a16="http://schemas.microsoft.com/office/drawing/2014/main" id="{E3E43463-1792-B08D-F475-3E5615DF0157}"/>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1723C67D-B519-69BF-F9BF-E6E3C6E9347E}"/>
                    </a:ext>
                  </a:extLst>
                </p14:cNvPr>
                <p14:cNvContentPartPr/>
                <p14:nvPr/>
              </p14:nvContentPartPr>
              <p14:xfrm>
                <a:off x="5509459" y="4054604"/>
                <a:ext cx="360" cy="69120"/>
              </p14:xfrm>
            </p:contentPart>
          </mc:Choice>
          <mc:Fallback xmlns="">
            <p:pic>
              <p:nvPicPr>
                <p:cNvPr id="19" name="Ink 18">
                  <a:extLst>
                    <a:ext uri="{FF2B5EF4-FFF2-40B4-BE49-F238E27FC236}">
                      <a16:creationId xmlns:a16="http://schemas.microsoft.com/office/drawing/2014/main" id="{1723C67D-B519-69BF-F9BF-E6E3C6E9347E}"/>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106B9B77-AE0D-4AEE-875B-E12E84DF0B45}"/>
                  </a:ext>
                </a:extLst>
              </p14:cNvPr>
              <p14:cNvContentPartPr/>
              <p14:nvPr/>
            </p14:nvContentPartPr>
            <p14:xfrm>
              <a:off x="3680915" y="4047781"/>
              <a:ext cx="360" cy="81720"/>
            </p14:xfrm>
          </p:contentPart>
        </mc:Choice>
        <mc:Fallback xmlns="">
          <p:pic>
            <p:nvPicPr>
              <p:cNvPr id="20" name="Ink 19">
                <a:extLst>
                  <a:ext uri="{FF2B5EF4-FFF2-40B4-BE49-F238E27FC236}">
                    <a16:creationId xmlns:a16="http://schemas.microsoft.com/office/drawing/2014/main" id="{106B9B77-AE0D-4AEE-875B-E12E84DF0B45}"/>
                  </a:ext>
                </a:extLst>
              </p:cNvPr>
              <p:cNvPicPr/>
              <p:nvPr/>
            </p:nvPicPr>
            <p:blipFill>
              <a:blip r:embed="rId13"/>
              <a:stretch>
                <a:fillRect/>
              </a:stretch>
            </p:blipFill>
            <p:spPr>
              <a:xfrm>
                <a:off x="3674795" y="4041661"/>
                <a:ext cx="12600" cy="93960"/>
              </a:xfrm>
              <a:prstGeom prst="rect">
                <a:avLst/>
              </a:prstGeom>
            </p:spPr>
          </p:pic>
        </mc:Fallback>
      </mc:AlternateContent>
      <p:grpSp>
        <p:nvGrpSpPr>
          <p:cNvPr id="21" name="Group 20">
            <a:extLst>
              <a:ext uri="{FF2B5EF4-FFF2-40B4-BE49-F238E27FC236}">
                <a16:creationId xmlns:a16="http://schemas.microsoft.com/office/drawing/2014/main" id="{6B7BC617-925F-0EDB-FB69-64C469D85CA0}"/>
              </a:ext>
            </a:extLst>
          </p:cNvPr>
          <p:cNvGrpSpPr/>
          <p:nvPr/>
        </p:nvGrpSpPr>
        <p:grpSpPr>
          <a:xfrm>
            <a:off x="5086051" y="4040914"/>
            <a:ext cx="541440" cy="75600"/>
            <a:chOff x="4968379" y="4054604"/>
            <a:chExt cx="541440" cy="75600"/>
          </a:xfrm>
        </p:grpSpPr>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22FD329A-C27B-CF11-4DC6-9D18D209E93A}"/>
                    </a:ext>
                  </a:extLst>
                </p14:cNvPr>
                <p14:cNvContentPartPr/>
                <p14:nvPr/>
              </p14:nvContentPartPr>
              <p14:xfrm>
                <a:off x="4968379" y="4065764"/>
                <a:ext cx="360" cy="64440"/>
              </p14:xfrm>
            </p:contentPart>
          </mc:Choice>
          <mc:Fallback xmlns="">
            <p:pic>
              <p:nvPicPr>
                <p:cNvPr id="22" name="Ink 21">
                  <a:extLst>
                    <a:ext uri="{FF2B5EF4-FFF2-40B4-BE49-F238E27FC236}">
                      <a16:creationId xmlns:a16="http://schemas.microsoft.com/office/drawing/2014/main" id="{22FD329A-C27B-CF11-4DC6-9D18D209E93A}"/>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150E750C-E2E2-D156-7C9F-08458DF91F42}"/>
                    </a:ext>
                  </a:extLst>
                </p14:cNvPr>
                <p14:cNvContentPartPr/>
                <p14:nvPr/>
              </p14:nvContentPartPr>
              <p14:xfrm>
                <a:off x="5509459" y="4054604"/>
                <a:ext cx="360" cy="69120"/>
              </p14:xfrm>
            </p:contentPart>
          </mc:Choice>
          <mc:Fallback xmlns="">
            <p:pic>
              <p:nvPicPr>
                <p:cNvPr id="23" name="Ink 22">
                  <a:extLst>
                    <a:ext uri="{FF2B5EF4-FFF2-40B4-BE49-F238E27FC236}">
                      <a16:creationId xmlns:a16="http://schemas.microsoft.com/office/drawing/2014/main" id="{150E750C-E2E2-D156-7C9F-08458DF91F42}"/>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9ECE94E9-D2A5-32F2-5D21-E867FB4B8BFA}"/>
                  </a:ext>
                </a:extLst>
              </p14:cNvPr>
              <p14:cNvContentPartPr/>
              <p14:nvPr/>
            </p14:nvContentPartPr>
            <p14:xfrm>
              <a:off x="6277291" y="4064674"/>
              <a:ext cx="360" cy="81720"/>
            </p14:xfrm>
          </p:contentPart>
        </mc:Choice>
        <mc:Fallback xmlns="">
          <p:pic>
            <p:nvPicPr>
              <p:cNvPr id="24" name="Ink 23">
                <a:extLst>
                  <a:ext uri="{FF2B5EF4-FFF2-40B4-BE49-F238E27FC236}">
                    <a16:creationId xmlns:a16="http://schemas.microsoft.com/office/drawing/2014/main" id="{9ECE94E9-D2A5-32F2-5D21-E867FB4B8BFA}"/>
                  </a:ext>
                </a:extLst>
              </p:cNvPr>
              <p:cNvPicPr/>
              <p:nvPr/>
            </p:nvPicPr>
            <p:blipFill>
              <a:blip r:embed="rId13"/>
              <a:stretch>
                <a:fillRect/>
              </a:stretch>
            </p:blipFill>
            <p:spPr>
              <a:xfrm>
                <a:off x="6271171" y="4058554"/>
                <a:ext cx="12600" cy="93960"/>
              </a:xfrm>
              <a:prstGeom prst="rect">
                <a:avLst/>
              </a:prstGeom>
            </p:spPr>
          </p:pic>
        </mc:Fallback>
      </mc:AlternateContent>
      <p:sp>
        <p:nvSpPr>
          <p:cNvPr id="25" name="Right Brace 24">
            <a:extLst>
              <a:ext uri="{FF2B5EF4-FFF2-40B4-BE49-F238E27FC236}">
                <a16:creationId xmlns:a16="http://schemas.microsoft.com/office/drawing/2014/main" id="{BF6166E6-C73C-32A1-6CEA-E1E436877DA8}"/>
              </a:ext>
            </a:extLst>
          </p:cNvPr>
          <p:cNvSpPr/>
          <p:nvPr/>
        </p:nvSpPr>
        <p:spPr>
          <a:xfrm rot="5400000">
            <a:off x="4274516" y="3924827"/>
            <a:ext cx="195331" cy="1303736"/>
          </a:xfrm>
          <a:custGeom>
            <a:avLst/>
            <a:gdLst>
              <a:gd name="connsiteX0" fmla="*/ 0 w 195331"/>
              <a:gd name="connsiteY0" fmla="*/ 0 h 1303736"/>
              <a:gd name="connsiteX1" fmla="*/ 97666 w 195331"/>
              <a:gd name="connsiteY1" fmla="*/ 16277 h 1303736"/>
              <a:gd name="connsiteX2" fmla="*/ 97666 w 195331"/>
              <a:gd name="connsiteY2" fmla="*/ 635591 h 1303736"/>
              <a:gd name="connsiteX3" fmla="*/ 195332 w 195331"/>
              <a:gd name="connsiteY3" fmla="*/ 651868 h 1303736"/>
              <a:gd name="connsiteX4" fmla="*/ 97666 w 195331"/>
              <a:gd name="connsiteY4" fmla="*/ 668145 h 1303736"/>
              <a:gd name="connsiteX5" fmla="*/ 97666 w 195331"/>
              <a:gd name="connsiteY5" fmla="*/ 1287459 h 1303736"/>
              <a:gd name="connsiteX6" fmla="*/ 0 w 195331"/>
              <a:gd name="connsiteY6" fmla="*/ 1303736 h 1303736"/>
              <a:gd name="connsiteX7" fmla="*/ 0 w 195331"/>
              <a:gd name="connsiteY7" fmla="*/ 638831 h 1303736"/>
              <a:gd name="connsiteX8" fmla="*/ 0 w 195331"/>
              <a:gd name="connsiteY8" fmla="*/ 0 h 1303736"/>
              <a:gd name="connsiteX0" fmla="*/ 0 w 195331"/>
              <a:gd name="connsiteY0" fmla="*/ 0 h 1303736"/>
              <a:gd name="connsiteX1" fmla="*/ 97666 w 195331"/>
              <a:gd name="connsiteY1" fmla="*/ 16277 h 1303736"/>
              <a:gd name="connsiteX2" fmla="*/ 97666 w 195331"/>
              <a:gd name="connsiteY2" fmla="*/ 635591 h 1303736"/>
              <a:gd name="connsiteX3" fmla="*/ 195332 w 195331"/>
              <a:gd name="connsiteY3" fmla="*/ 651868 h 1303736"/>
              <a:gd name="connsiteX4" fmla="*/ 97666 w 195331"/>
              <a:gd name="connsiteY4" fmla="*/ 668145 h 1303736"/>
              <a:gd name="connsiteX5" fmla="*/ 97666 w 195331"/>
              <a:gd name="connsiteY5" fmla="*/ 1287459 h 1303736"/>
              <a:gd name="connsiteX6" fmla="*/ 0 w 195331"/>
              <a:gd name="connsiteY6" fmla="*/ 1303736 h 1303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331" h="1303736" stroke="0" extrusionOk="0">
                <a:moveTo>
                  <a:pt x="0" y="0"/>
                </a:moveTo>
                <a:cubicBezTo>
                  <a:pt x="54048" y="220"/>
                  <a:pt x="97504" y="7881"/>
                  <a:pt x="97666" y="16277"/>
                </a:cubicBezTo>
                <a:cubicBezTo>
                  <a:pt x="124291" y="272126"/>
                  <a:pt x="95678" y="381167"/>
                  <a:pt x="97666" y="635591"/>
                </a:cubicBezTo>
                <a:cubicBezTo>
                  <a:pt x="103895" y="651673"/>
                  <a:pt x="138349" y="646950"/>
                  <a:pt x="195332" y="651868"/>
                </a:cubicBezTo>
                <a:cubicBezTo>
                  <a:pt x="141705" y="652448"/>
                  <a:pt x="95985" y="659925"/>
                  <a:pt x="97666" y="668145"/>
                </a:cubicBezTo>
                <a:cubicBezTo>
                  <a:pt x="97167" y="817125"/>
                  <a:pt x="108868" y="1014483"/>
                  <a:pt x="97666" y="1287459"/>
                </a:cubicBezTo>
                <a:cubicBezTo>
                  <a:pt x="91505" y="1294813"/>
                  <a:pt x="47762" y="1299346"/>
                  <a:pt x="0" y="1303736"/>
                </a:cubicBezTo>
                <a:cubicBezTo>
                  <a:pt x="5480" y="1025543"/>
                  <a:pt x="-29719" y="779718"/>
                  <a:pt x="0" y="638831"/>
                </a:cubicBezTo>
                <a:cubicBezTo>
                  <a:pt x="29719" y="497945"/>
                  <a:pt x="-25736" y="262731"/>
                  <a:pt x="0" y="0"/>
                </a:cubicBezTo>
                <a:close/>
              </a:path>
              <a:path w="195331" h="1303736" fill="none" extrusionOk="0">
                <a:moveTo>
                  <a:pt x="0" y="0"/>
                </a:moveTo>
                <a:cubicBezTo>
                  <a:pt x="54382" y="-152"/>
                  <a:pt x="97175" y="7083"/>
                  <a:pt x="97666" y="16277"/>
                </a:cubicBezTo>
                <a:cubicBezTo>
                  <a:pt x="104323" y="182268"/>
                  <a:pt x="115711" y="491619"/>
                  <a:pt x="97666" y="635591"/>
                </a:cubicBezTo>
                <a:cubicBezTo>
                  <a:pt x="96941" y="648381"/>
                  <a:pt x="151523" y="652932"/>
                  <a:pt x="195332" y="651868"/>
                </a:cubicBezTo>
                <a:cubicBezTo>
                  <a:pt x="140183" y="650795"/>
                  <a:pt x="96682" y="659743"/>
                  <a:pt x="97666" y="668145"/>
                </a:cubicBezTo>
                <a:cubicBezTo>
                  <a:pt x="120979" y="906419"/>
                  <a:pt x="106249" y="1021215"/>
                  <a:pt x="97666" y="1287459"/>
                </a:cubicBezTo>
                <a:cubicBezTo>
                  <a:pt x="96751" y="1295569"/>
                  <a:pt x="60829" y="1298347"/>
                  <a:pt x="0" y="1303736"/>
                </a:cubicBezTo>
              </a:path>
              <a:path w="195331" h="1303736" fill="none" stroke="0" extrusionOk="0">
                <a:moveTo>
                  <a:pt x="0" y="0"/>
                </a:moveTo>
                <a:cubicBezTo>
                  <a:pt x="53834" y="-257"/>
                  <a:pt x="96147" y="6720"/>
                  <a:pt x="97666" y="16277"/>
                </a:cubicBezTo>
                <a:cubicBezTo>
                  <a:pt x="73137" y="146056"/>
                  <a:pt x="104358" y="430221"/>
                  <a:pt x="97666" y="635591"/>
                </a:cubicBezTo>
                <a:cubicBezTo>
                  <a:pt x="98024" y="636199"/>
                  <a:pt x="140519" y="659793"/>
                  <a:pt x="195332" y="651868"/>
                </a:cubicBezTo>
                <a:cubicBezTo>
                  <a:pt x="141159" y="651684"/>
                  <a:pt x="99244" y="660209"/>
                  <a:pt x="97666" y="668145"/>
                </a:cubicBezTo>
                <a:cubicBezTo>
                  <a:pt x="66792" y="945474"/>
                  <a:pt x="116652" y="1109598"/>
                  <a:pt x="97666" y="1287459"/>
                </a:cubicBezTo>
                <a:cubicBezTo>
                  <a:pt x="104992" y="1291789"/>
                  <a:pt x="55594" y="1303726"/>
                  <a:pt x="0" y="1303736"/>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 name="Right Brace 26">
            <a:extLst>
              <a:ext uri="{FF2B5EF4-FFF2-40B4-BE49-F238E27FC236}">
                <a16:creationId xmlns:a16="http://schemas.microsoft.com/office/drawing/2014/main" id="{5778BA1B-BE03-9E6D-7938-E13DC6184355}"/>
              </a:ext>
            </a:extLst>
          </p:cNvPr>
          <p:cNvSpPr/>
          <p:nvPr/>
        </p:nvSpPr>
        <p:spPr>
          <a:xfrm rot="5400000">
            <a:off x="4189618" y="3677687"/>
            <a:ext cx="365124" cy="3952145"/>
          </a:xfrm>
          <a:custGeom>
            <a:avLst/>
            <a:gdLst>
              <a:gd name="connsiteX0" fmla="*/ 0 w 365124"/>
              <a:gd name="connsiteY0" fmla="*/ 0 h 3952145"/>
              <a:gd name="connsiteX1" fmla="*/ 182562 w 365124"/>
              <a:gd name="connsiteY1" fmla="*/ 30426 h 3952145"/>
              <a:gd name="connsiteX2" fmla="*/ 182562 w 365124"/>
              <a:gd name="connsiteY2" fmla="*/ 668833 h 3952145"/>
              <a:gd name="connsiteX3" fmla="*/ 182562 w 365124"/>
              <a:gd name="connsiteY3" fmla="*/ 1249783 h 3952145"/>
              <a:gd name="connsiteX4" fmla="*/ 182562 w 365124"/>
              <a:gd name="connsiteY4" fmla="*/ 1945647 h 3952145"/>
              <a:gd name="connsiteX5" fmla="*/ 365124 w 365124"/>
              <a:gd name="connsiteY5" fmla="*/ 1976073 h 3952145"/>
              <a:gd name="connsiteX6" fmla="*/ 182562 w 365124"/>
              <a:gd name="connsiteY6" fmla="*/ 2006499 h 3952145"/>
              <a:gd name="connsiteX7" fmla="*/ 182562 w 365124"/>
              <a:gd name="connsiteY7" fmla="*/ 2664058 h 3952145"/>
              <a:gd name="connsiteX8" fmla="*/ 182562 w 365124"/>
              <a:gd name="connsiteY8" fmla="*/ 3321617 h 3952145"/>
              <a:gd name="connsiteX9" fmla="*/ 182562 w 365124"/>
              <a:gd name="connsiteY9" fmla="*/ 3921719 h 3952145"/>
              <a:gd name="connsiteX10" fmla="*/ 0 w 365124"/>
              <a:gd name="connsiteY10" fmla="*/ 3952145 h 3952145"/>
              <a:gd name="connsiteX11" fmla="*/ 0 w 365124"/>
              <a:gd name="connsiteY11" fmla="*/ 3372497 h 3952145"/>
              <a:gd name="connsiteX12" fmla="*/ 0 w 365124"/>
              <a:gd name="connsiteY12" fmla="*/ 2713806 h 3952145"/>
              <a:gd name="connsiteX13" fmla="*/ 0 w 365124"/>
              <a:gd name="connsiteY13" fmla="*/ 2015594 h 3952145"/>
              <a:gd name="connsiteX14" fmla="*/ 0 w 365124"/>
              <a:gd name="connsiteY14" fmla="*/ 1317382 h 3952145"/>
              <a:gd name="connsiteX15" fmla="*/ 0 w 365124"/>
              <a:gd name="connsiteY15" fmla="*/ 579648 h 3952145"/>
              <a:gd name="connsiteX16" fmla="*/ 0 w 365124"/>
              <a:gd name="connsiteY16" fmla="*/ 0 h 3952145"/>
              <a:gd name="connsiteX0" fmla="*/ 0 w 365124"/>
              <a:gd name="connsiteY0" fmla="*/ 0 h 3952145"/>
              <a:gd name="connsiteX1" fmla="*/ 182562 w 365124"/>
              <a:gd name="connsiteY1" fmla="*/ 30426 h 3952145"/>
              <a:gd name="connsiteX2" fmla="*/ 182562 w 365124"/>
              <a:gd name="connsiteY2" fmla="*/ 668833 h 3952145"/>
              <a:gd name="connsiteX3" fmla="*/ 182562 w 365124"/>
              <a:gd name="connsiteY3" fmla="*/ 1307240 h 3952145"/>
              <a:gd name="connsiteX4" fmla="*/ 182562 w 365124"/>
              <a:gd name="connsiteY4" fmla="*/ 1945647 h 3952145"/>
              <a:gd name="connsiteX5" fmla="*/ 365124 w 365124"/>
              <a:gd name="connsiteY5" fmla="*/ 1976073 h 3952145"/>
              <a:gd name="connsiteX6" fmla="*/ 182562 w 365124"/>
              <a:gd name="connsiteY6" fmla="*/ 2006499 h 3952145"/>
              <a:gd name="connsiteX7" fmla="*/ 182562 w 365124"/>
              <a:gd name="connsiteY7" fmla="*/ 2664058 h 3952145"/>
              <a:gd name="connsiteX8" fmla="*/ 182562 w 365124"/>
              <a:gd name="connsiteY8" fmla="*/ 3245008 h 3952145"/>
              <a:gd name="connsiteX9" fmla="*/ 182562 w 365124"/>
              <a:gd name="connsiteY9" fmla="*/ 3921719 h 3952145"/>
              <a:gd name="connsiteX10" fmla="*/ 0 w 365124"/>
              <a:gd name="connsiteY10" fmla="*/ 3952145 h 395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124" h="3952145" stroke="0" extrusionOk="0">
                <a:moveTo>
                  <a:pt x="0" y="0"/>
                </a:moveTo>
                <a:cubicBezTo>
                  <a:pt x="102007" y="2388"/>
                  <a:pt x="182054" y="15485"/>
                  <a:pt x="182562" y="30426"/>
                </a:cubicBezTo>
                <a:cubicBezTo>
                  <a:pt x="193865" y="237112"/>
                  <a:pt x="198808" y="475506"/>
                  <a:pt x="182562" y="668833"/>
                </a:cubicBezTo>
                <a:cubicBezTo>
                  <a:pt x="166316" y="862160"/>
                  <a:pt x="193343" y="1112018"/>
                  <a:pt x="182562" y="1249783"/>
                </a:cubicBezTo>
                <a:cubicBezTo>
                  <a:pt x="171782" y="1387548"/>
                  <a:pt x="215804" y="1696573"/>
                  <a:pt x="182562" y="1945647"/>
                </a:cubicBezTo>
                <a:cubicBezTo>
                  <a:pt x="174689" y="1966059"/>
                  <a:pt x="262906" y="1964000"/>
                  <a:pt x="365124" y="1976073"/>
                </a:cubicBezTo>
                <a:cubicBezTo>
                  <a:pt x="264631" y="1979774"/>
                  <a:pt x="184859" y="1989083"/>
                  <a:pt x="182562" y="2006499"/>
                </a:cubicBezTo>
                <a:cubicBezTo>
                  <a:pt x="172785" y="2148496"/>
                  <a:pt x="154274" y="2341357"/>
                  <a:pt x="182562" y="2664058"/>
                </a:cubicBezTo>
                <a:cubicBezTo>
                  <a:pt x="210850" y="2986759"/>
                  <a:pt x="199757" y="3086353"/>
                  <a:pt x="182562" y="3321617"/>
                </a:cubicBezTo>
                <a:cubicBezTo>
                  <a:pt x="165367" y="3556881"/>
                  <a:pt x="185460" y="3761906"/>
                  <a:pt x="182562" y="3921719"/>
                </a:cubicBezTo>
                <a:cubicBezTo>
                  <a:pt x="179338" y="3930638"/>
                  <a:pt x="94258" y="3949694"/>
                  <a:pt x="0" y="3952145"/>
                </a:cubicBezTo>
                <a:cubicBezTo>
                  <a:pt x="1632" y="3833381"/>
                  <a:pt x="27869" y="3512371"/>
                  <a:pt x="0" y="3372497"/>
                </a:cubicBezTo>
                <a:cubicBezTo>
                  <a:pt x="-27869" y="3232623"/>
                  <a:pt x="-14834" y="2907185"/>
                  <a:pt x="0" y="2713806"/>
                </a:cubicBezTo>
                <a:cubicBezTo>
                  <a:pt x="14834" y="2520427"/>
                  <a:pt x="-14211" y="2200125"/>
                  <a:pt x="0" y="2015594"/>
                </a:cubicBezTo>
                <a:cubicBezTo>
                  <a:pt x="14211" y="1831063"/>
                  <a:pt x="18514" y="1646833"/>
                  <a:pt x="0" y="1317382"/>
                </a:cubicBezTo>
                <a:cubicBezTo>
                  <a:pt x="-18514" y="987931"/>
                  <a:pt x="-586" y="944755"/>
                  <a:pt x="0" y="579648"/>
                </a:cubicBezTo>
                <a:cubicBezTo>
                  <a:pt x="586" y="214541"/>
                  <a:pt x="-12973" y="193331"/>
                  <a:pt x="0" y="0"/>
                </a:cubicBezTo>
                <a:close/>
              </a:path>
              <a:path w="365124" h="3952145" fill="none" extrusionOk="0">
                <a:moveTo>
                  <a:pt x="0" y="0"/>
                </a:moveTo>
                <a:cubicBezTo>
                  <a:pt x="100278" y="-881"/>
                  <a:pt x="181392" y="11912"/>
                  <a:pt x="182562" y="30426"/>
                </a:cubicBezTo>
                <a:cubicBezTo>
                  <a:pt x="162192" y="216507"/>
                  <a:pt x="198583" y="402085"/>
                  <a:pt x="182562" y="668833"/>
                </a:cubicBezTo>
                <a:cubicBezTo>
                  <a:pt x="166541" y="935581"/>
                  <a:pt x="162324" y="989593"/>
                  <a:pt x="182562" y="1307240"/>
                </a:cubicBezTo>
                <a:cubicBezTo>
                  <a:pt x="202800" y="1624887"/>
                  <a:pt x="187465" y="1662417"/>
                  <a:pt x="182562" y="1945647"/>
                </a:cubicBezTo>
                <a:cubicBezTo>
                  <a:pt x="168292" y="1949969"/>
                  <a:pt x="267396" y="1974182"/>
                  <a:pt x="365124" y="1976073"/>
                </a:cubicBezTo>
                <a:cubicBezTo>
                  <a:pt x="264588" y="1976482"/>
                  <a:pt x="186245" y="1989040"/>
                  <a:pt x="182562" y="2006499"/>
                </a:cubicBezTo>
                <a:cubicBezTo>
                  <a:pt x="150948" y="2317460"/>
                  <a:pt x="178950" y="2488891"/>
                  <a:pt x="182562" y="2664058"/>
                </a:cubicBezTo>
                <a:cubicBezTo>
                  <a:pt x="186174" y="2839225"/>
                  <a:pt x="154929" y="2975510"/>
                  <a:pt x="182562" y="3245008"/>
                </a:cubicBezTo>
                <a:cubicBezTo>
                  <a:pt x="210196" y="3514506"/>
                  <a:pt x="205725" y="3616637"/>
                  <a:pt x="182562" y="3921719"/>
                </a:cubicBezTo>
                <a:cubicBezTo>
                  <a:pt x="182467" y="3928260"/>
                  <a:pt x="101702" y="3966750"/>
                  <a:pt x="0" y="3952145"/>
                </a:cubicBezTo>
              </a:path>
              <a:path w="365124" h="3952145" fill="none" stroke="0" extrusionOk="0">
                <a:moveTo>
                  <a:pt x="0" y="0"/>
                </a:moveTo>
                <a:cubicBezTo>
                  <a:pt x="104567" y="-23"/>
                  <a:pt x="183090" y="13441"/>
                  <a:pt x="182562" y="30426"/>
                </a:cubicBezTo>
                <a:cubicBezTo>
                  <a:pt x="199369" y="180731"/>
                  <a:pt x="161075" y="363156"/>
                  <a:pt x="182562" y="649681"/>
                </a:cubicBezTo>
                <a:cubicBezTo>
                  <a:pt x="204049" y="936207"/>
                  <a:pt x="191286" y="1133377"/>
                  <a:pt x="182562" y="1326392"/>
                </a:cubicBezTo>
                <a:cubicBezTo>
                  <a:pt x="173838" y="1519407"/>
                  <a:pt x="182749" y="1760933"/>
                  <a:pt x="182562" y="1945647"/>
                </a:cubicBezTo>
                <a:cubicBezTo>
                  <a:pt x="174017" y="1954873"/>
                  <a:pt x="252943" y="1982856"/>
                  <a:pt x="365124" y="1976073"/>
                </a:cubicBezTo>
                <a:cubicBezTo>
                  <a:pt x="263015" y="1976476"/>
                  <a:pt x="181474" y="1992518"/>
                  <a:pt x="182562" y="2006499"/>
                </a:cubicBezTo>
                <a:cubicBezTo>
                  <a:pt x="162709" y="2324053"/>
                  <a:pt x="189627" y="2417873"/>
                  <a:pt x="182562" y="2664058"/>
                </a:cubicBezTo>
                <a:cubicBezTo>
                  <a:pt x="175497" y="2910243"/>
                  <a:pt x="173924" y="3033094"/>
                  <a:pt x="182562" y="3321617"/>
                </a:cubicBezTo>
                <a:cubicBezTo>
                  <a:pt x="191200" y="3610140"/>
                  <a:pt x="208294" y="3772997"/>
                  <a:pt x="182562" y="3921719"/>
                </a:cubicBezTo>
                <a:cubicBezTo>
                  <a:pt x="176428" y="3934701"/>
                  <a:pt x="97988" y="3951852"/>
                  <a:pt x="0" y="3952145"/>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8" name="TextBox 27">
            <a:extLst>
              <a:ext uri="{FF2B5EF4-FFF2-40B4-BE49-F238E27FC236}">
                <a16:creationId xmlns:a16="http://schemas.microsoft.com/office/drawing/2014/main" id="{B2D18E13-827A-681C-3EFE-1E030D4BCF2D}"/>
              </a:ext>
            </a:extLst>
          </p:cNvPr>
          <p:cNvSpPr txBox="1"/>
          <p:nvPr/>
        </p:nvSpPr>
        <p:spPr>
          <a:xfrm>
            <a:off x="4186877" y="4744262"/>
            <a:ext cx="458780" cy="261610"/>
          </a:xfrm>
          <a:prstGeom prst="rect">
            <a:avLst/>
          </a:prstGeom>
          <a:noFill/>
        </p:spPr>
        <p:txBody>
          <a:bodyPr wrap="none" rtlCol="0">
            <a:spAutoFit/>
          </a:bodyPr>
          <a:lstStyle/>
          <a:p>
            <a:r>
              <a:rPr lang="en-GB" sz="1100" dirty="0">
                <a:latin typeface="+mn-lt"/>
              </a:rPr>
              <a:t>68%</a:t>
            </a:r>
          </a:p>
        </p:txBody>
      </p:sp>
      <p:sp>
        <p:nvSpPr>
          <p:cNvPr id="29" name="TextBox 28">
            <a:extLst>
              <a:ext uri="{FF2B5EF4-FFF2-40B4-BE49-F238E27FC236}">
                <a16:creationId xmlns:a16="http://schemas.microsoft.com/office/drawing/2014/main" id="{9820C726-8A22-14D2-207D-3FD9A042BDCA}"/>
              </a:ext>
            </a:extLst>
          </p:cNvPr>
          <p:cNvSpPr txBox="1"/>
          <p:nvPr/>
        </p:nvSpPr>
        <p:spPr>
          <a:xfrm>
            <a:off x="4195445" y="5252729"/>
            <a:ext cx="458780" cy="261610"/>
          </a:xfrm>
          <a:prstGeom prst="rect">
            <a:avLst/>
          </a:prstGeom>
          <a:noFill/>
        </p:spPr>
        <p:txBody>
          <a:bodyPr wrap="none" rtlCol="0">
            <a:spAutoFit/>
          </a:bodyPr>
          <a:lstStyle/>
          <a:p>
            <a:r>
              <a:rPr lang="en-GB" sz="1100" dirty="0">
                <a:latin typeface="+mn-lt"/>
              </a:rPr>
              <a:t>95%</a:t>
            </a:r>
          </a:p>
        </p:txBody>
      </p:sp>
      <p:sp>
        <p:nvSpPr>
          <p:cNvPr id="33" name="TextBox 32">
            <a:extLst>
              <a:ext uri="{FF2B5EF4-FFF2-40B4-BE49-F238E27FC236}">
                <a16:creationId xmlns:a16="http://schemas.microsoft.com/office/drawing/2014/main" id="{B2691D13-99D4-5CC8-23EC-B3C323DDD300}"/>
              </a:ext>
            </a:extLst>
          </p:cNvPr>
          <p:cNvSpPr txBox="1"/>
          <p:nvPr/>
        </p:nvSpPr>
        <p:spPr>
          <a:xfrm>
            <a:off x="6563966" y="2614069"/>
            <a:ext cx="883643" cy="307777"/>
          </a:xfrm>
          <a:prstGeom prst="rect">
            <a:avLst/>
          </a:prstGeom>
          <a:noFill/>
        </p:spPr>
        <p:txBody>
          <a:bodyPr wrap="square" rtlCol="0">
            <a:spAutoFit/>
          </a:bodyPr>
          <a:lstStyle/>
          <a:p>
            <a:r>
              <a:rPr lang="en-GB" sz="1400" i="1" dirty="0"/>
              <a:t>2.24</a:t>
            </a:r>
            <a:endParaRPr lang="en-GB" sz="1400" dirty="0">
              <a:latin typeface="+mn-lt"/>
            </a:endParaRPr>
          </a:p>
        </p:txBody>
      </p:sp>
      <mc:AlternateContent xmlns:mc="http://schemas.openxmlformats.org/markup-compatibility/2006" xmlns:p14="http://schemas.microsoft.com/office/powerpoint/2010/main">
        <mc:Choice Requires="p14">
          <p:contentPart p14:bwMode="auto" r:id="rId17">
            <p14:nvContentPartPr>
              <p14:cNvPr id="38" name="Ink 37">
                <a:extLst>
                  <a:ext uri="{FF2B5EF4-FFF2-40B4-BE49-F238E27FC236}">
                    <a16:creationId xmlns:a16="http://schemas.microsoft.com/office/drawing/2014/main" id="{E555432A-FE0C-BFD4-C82F-51E958651409}"/>
                  </a:ext>
                </a:extLst>
              </p14:cNvPr>
              <p14:cNvContentPartPr/>
              <p14:nvPr/>
            </p14:nvContentPartPr>
            <p14:xfrm flipH="1">
              <a:off x="4367335" y="1933779"/>
              <a:ext cx="58725" cy="2223412"/>
            </p14:xfrm>
          </p:contentPart>
        </mc:Choice>
        <mc:Fallback xmlns="">
          <p:pic>
            <p:nvPicPr>
              <p:cNvPr id="38" name="Ink 37">
                <a:extLst>
                  <a:ext uri="{FF2B5EF4-FFF2-40B4-BE49-F238E27FC236}">
                    <a16:creationId xmlns:a16="http://schemas.microsoft.com/office/drawing/2014/main" id="{E555432A-FE0C-BFD4-C82F-51E958651409}"/>
                  </a:ext>
                </a:extLst>
              </p:cNvPr>
              <p:cNvPicPr/>
              <p:nvPr/>
            </p:nvPicPr>
            <p:blipFill>
              <a:blip r:embed="rId18"/>
              <a:stretch>
                <a:fillRect/>
              </a:stretch>
            </p:blipFill>
            <p:spPr>
              <a:xfrm flipH="1">
                <a:off x="4361210" y="1927660"/>
                <a:ext cx="70974" cy="2235650"/>
              </a:xfrm>
              <a:prstGeom prst="rect">
                <a:avLst/>
              </a:prstGeom>
            </p:spPr>
          </p:pic>
        </mc:Fallback>
      </mc:AlternateContent>
      <p:sp>
        <p:nvSpPr>
          <p:cNvPr id="39" name="TextBox 38">
            <a:extLst>
              <a:ext uri="{FF2B5EF4-FFF2-40B4-BE49-F238E27FC236}">
                <a16:creationId xmlns:a16="http://schemas.microsoft.com/office/drawing/2014/main" id="{28C49A91-394A-16FA-6189-9955419F05BA}"/>
              </a:ext>
            </a:extLst>
          </p:cNvPr>
          <p:cNvSpPr txBox="1"/>
          <p:nvPr/>
        </p:nvSpPr>
        <p:spPr>
          <a:xfrm>
            <a:off x="533668" y="1625690"/>
            <a:ext cx="1446307" cy="523220"/>
          </a:xfrm>
          <a:prstGeom prst="rect">
            <a:avLst/>
          </a:prstGeom>
          <a:solidFill>
            <a:schemeClr val="accent2"/>
          </a:solidFill>
        </p:spPr>
        <p:txBody>
          <a:bodyPr wrap="square" rtlCol="0">
            <a:spAutoFit/>
          </a:bodyPr>
          <a:lstStyle/>
          <a:p>
            <a:r>
              <a:rPr lang="el-GR" sz="1400" b="1" dirty="0">
                <a:latin typeface="+mn-lt"/>
              </a:rPr>
              <a:t>μ = 0</a:t>
            </a:r>
          </a:p>
          <a:p>
            <a:r>
              <a:rPr lang="el-GR" sz="1400" b="1" dirty="0">
                <a:latin typeface="+mn-lt"/>
              </a:rPr>
              <a:t>σ = 1</a:t>
            </a:r>
            <a:endParaRPr lang="en-GB" sz="1400" b="1" dirty="0">
              <a:latin typeface="+mn-lt"/>
            </a:endParaRPr>
          </a:p>
        </p:txBody>
      </p:sp>
      <p:sp>
        <p:nvSpPr>
          <p:cNvPr id="40" name="TextBox 39">
            <a:extLst>
              <a:ext uri="{FF2B5EF4-FFF2-40B4-BE49-F238E27FC236}">
                <a16:creationId xmlns:a16="http://schemas.microsoft.com/office/drawing/2014/main" id="{CD7AD9F0-DA87-C64C-542D-5DC625B6913F}"/>
              </a:ext>
            </a:extLst>
          </p:cNvPr>
          <p:cNvSpPr txBox="1"/>
          <p:nvPr/>
        </p:nvSpPr>
        <p:spPr>
          <a:xfrm>
            <a:off x="1966608" y="2812314"/>
            <a:ext cx="1555188" cy="307777"/>
          </a:xfrm>
          <a:prstGeom prst="rect">
            <a:avLst/>
          </a:prstGeom>
          <a:noFill/>
        </p:spPr>
        <p:txBody>
          <a:bodyPr wrap="square" rtlCol="0">
            <a:spAutoFit/>
          </a:bodyPr>
          <a:lstStyle/>
          <a:p>
            <a:r>
              <a:rPr lang="en-GB" sz="1400" dirty="0">
                <a:latin typeface="+mn-lt"/>
              </a:rPr>
              <a:t>-0.66</a:t>
            </a:r>
          </a:p>
        </p:txBody>
      </p:sp>
      <p:grpSp>
        <p:nvGrpSpPr>
          <p:cNvPr id="45" name="Group 44">
            <a:extLst>
              <a:ext uri="{FF2B5EF4-FFF2-40B4-BE49-F238E27FC236}">
                <a16:creationId xmlns:a16="http://schemas.microsoft.com/office/drawing/2014/main" id="{5C98FF74-657A-A8AF-6487-090BB2AD385F}"/>
              </a:ext>
            </a:extLst>
          </p:cNvPr>
          <p:cNvGrpSpPr/>
          <p:nvPr/>
        </p:nvGrpSpPr>
        <p:grpSpPr>
          <a:xfrm>
            <a:off x="5786185" y="2923371"/>
            <a:ext cx="830520" cy="1176120"/>
            <a:chOff x="5786185" y="2923371"/>
            <a:chExt cx="830520" cy="1176120"/>
          </a:xfrm>
        </p:grpSpPr>
        <mc:AlternateContent xmlns:mc="http://schemas.openxmlformats.org/markup-compatibility/2006" xmlns:p14="http://schemas.microsoft.com/office/powerpoint/2010/main">
          <mc:Choice Requires="p14">
            <p:contentPart p14:bwMode="auto" r:id="rId19">
              <p14:nvContentPartPr>
                <p14:cNvPr id="43" name="Ink 42">
                  <a:extLst>
                    <a:ext uri="{FF2B5EF4-FFF2-40B4-BE49-F238E27FC236}">
                      <a16:creationId xmlns:a16="http://schemas.microsoft.com/office/drawing/2014/main" id="{E49E01D3-E7AD-7C81-6EB2-15A111A7B643}"/>
                    </a:ext>
                  </a:extLst>
                </p14:cNvPr>
                <p14:cNvContentPartPr/>
                <p14:nvPr/>
              </p14:nvContentPartPr>
              <p14:xfrm>
                <a:off x="5824705" y="2923371"/>
                <a:ext cx="792000" cy="1151640"/>
              </p14:xfrm>
            </p:contentPart>
          </mc:Choice>
          <mc:Fallback xmlns="">
            <p:pic>
              <p:nvPicPr>
                <p:cNvPr id="43" name="Ink 42">
                  <a:extLst>
                    <a:ext uri="{FF2B5EF4-FFF2-40B4-BE49-F238E27FC236}">
                      <a16:creationId xmlns:a16="http://schemas.microsoft.com/office/drawing/2014/main" id="{E49E01D3-E7AD-7C81-6EB2-15A111A7B643}"/>
                    </a:ext>
                  </a:extLst>
                </p:cNvPr>
                <p:cNvPicPr/>
                <p:nvPr/>
              </p:nvPicPr>
              <p:blipFill>
                <a:blip r:embed="rId20"/>
                <a:stretch>
                  <a:fillRect/>
                </a:stretch>
              </p:blipFill>
              <p:spPr>
                <a:xfrm>
                  <a:off x="5818585" y="2917251"/>
                  <a:ext cx="804240" cy="1163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4" name="Ink 43">
                  <a:extLst>
                    <a:ext uri="{FF2B5EF4-FFF2-40B4-BE49-F238E27FC236}">
                      <a16:creationId xmlns:a16="http://schemas.microsoft.com/office/drawing/2014/main" id="{359C6DA9-958A-8CB6-3AB0-443C94B617B3}"/>
                    </a:ext>
                  </a:extLst>
                </p14:cNvPr>
                <p14:cNvContentPartPr/>
                <p14:nvPr/>
              </p14:nvContentPartPr>
              <p14:xfrm>
                <a:off x="5786185" y="4041531"/>
                <a:ext cx="145440" cy="57960"/>
              </p14:xfrm>
            </p:contentPart>
          </mc:Choice>
          <mc:Fallback xmlns="">
            <p:pic>
              <p:nvPicPr>
                <p:cNvPr id="44" name="Ink 43">
                  <a:extLst>
                    <a:ext uri="{FF2B5EF4-FFF2-40B4-BE49-F238E27FC236}">
                      <a16:creationId xmlns:a16="http://schemas.microsoft.com/office/drawing/2014/main" id="{359C6DA9-958A-8CB6-3AB0-443C94B617B3}"/>
                    </a:ext>
                  </a:extLst>
                </p:cNvPr>
                <p:cNvPicPr/>
                <p:nvPr/>
              </p:nvPicPr>
              <p:blipFill>
                <a:blip r:embed="rId22"/>
                <a:stretch>
                  <a:fillRect/>
                </a:stretch>
              </p:blipFill>
              <p:spPr>
                <a:xfrm>
                  <a:off x="5780065" y="4035411"/>
                  <a:ext cx="157680" cy="70200"/>
                </a:xfrm>
                <a:prstGeom prst="rect">
                  <a:avLst/>
                </a:prstGeom>
              </p:spPr>
            </p:pic>
          </mc:Fallback>
        </mc:AlternateContent>
      </p:grpSp>
      <p:grpSp>
        <p:nvGrpSpPr>
          <p:cNvPr id="48" name="Group 47">
            <a:extLst>
              <a:ext uri="{FF2B5EF4-FFF2-40B4-BE49-F238E27FC236}">
                <a16:creationId xmlns:a16="http://schemas.microsoft.com/office/drawing/2014/main" id="{2195E905-A6DB-08BC-BE61-0AC522084372}"/>
              </a:ext>
            </a:extLst>
          </p:cNvPr>
          <p:cNvGrpSpPr/>
          <p:nvPr/>
        </p:nvGrpSpPr>
        <p:grpSpPr>
          <a:xfrm>
            <a:off x="2525665" y="3007251"/>
            <a:ext cx="1609560" cy="1048320"/>
            <a:chOff x="2525665" y="3007251"/>
            <a:chExt cx="1609560" cy="1048320"/>
          </a:xfrm>
        </p:grpSpPr>
        <mc:AlternateContent xmlns:mc="http://schemas.openxmlformats.org/markup-compatibility/2006" xmlns:p14="http://schemas.microsoft.com/office/powerpoint/2010/main">
          <mc:Choice Requires="p14">
            <p:contentPart p14:bwMode="auto" r:id="rId23">
              <p14:nvContentPartPr>
                <p14:cNvPr id="46" name="Ink 45">
                  <a:extLst>
                    <a:ext uri="{FF2B5EF4-FFF2-40B4-BE49-F238E27FC236}">
                      <a16:creationId xmlns:a16="http://schemas.microsoft.com/office/drawing/2014/main" id="{351C9043-C2D8-E912-E4C5-D3E24A46348B}"/>
                    </a:ext>
                  </a:extLst>
                </p14:cNvPr>
                <p14:cNvContentPartPr/>
                <p14:nvPr/>
              </p14:nvContentPartPr>
              <p14:xfrm>
                <a:off x="2525665" y="3007251"/>
                <a:ext cx="1587600" cy="1048320"/>
              </p14:xfrm>
            </p:contentPart>
          </mc:Choice>
          <mc:Fallback xmlns="">
            <p:pic>
              <p:nvPicPr>
                <p:cNvPr id="46" name="Ink 45">
                  <a:extLst>
                    <a:ext uri="{FF2B5EF4-FFF2-40B4-BE49-F238E27FC236}">
                      <a16:creationId xmlns:a16="http://schemas.microsoft.com/office/drawing/2014/main" id="{351C9043-C2D8-E912-E4C5-D3E24A46348B}"/>
                    </a:ext>
                  </a:extLst>
                </p:cNvPr>
                <p:cNvPicPr/>
                <p:nvPr/>
              </p:nvPicPr>
              <p:blipFill>
                <a:blip r:embed="rId24"/>
                <a:stretch>
                  <a:fillRect/>
                </a:stretch>
              </p:blipFill>
              <p:spPr>
                <a:xfrm>
                  <a:off x="2519545" y="3001131"/>
                  <a:ext cx="1599840" cy="1060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7" name="Ink 46">
                  <a:extLst>
                    <a:ext uri="{FF2B5EF4-FFF2-40B4-BE49-F238E27FC236}">
                      <a16:creationId xmlns:a16="http://schemas.microsoft.com/office/drawing/2014/main" id="{E40B1F98-2B27-D601-E5A4-CA9B6537DD8B}"/>
                    </a:ext>
                  </a:extLst>
                </p14:cNvPr>
                <p14:cNvContentPartPr/>
                <p14:nvPr/>
              </p14:nvContentPartPr>
              <p14:xfrm>
                <a:off x="4066105" y="3990771"/>
                <a:ext cx="69120" cy="56880"/>
              </p14:xfrm>
            </p:contentPart>
          </mc:Choice>
          <mc:Fallback xmlns="">
            <p:pic>
              <p:nvPicPr>
                <p:cNvPr id="47" name="Ink 46">
                  <a:extLst>
                    <a:ext uri="{FF2B5EF4-FFF2-40B4-BE49-F238E27FC236}">
                      <a16:creationId xmlns:a16="http://schemas.microsoft.com/office/drawing/2014/main" id="{E40B1F98-2B27-D601-E5A4-CA9B6537DD8B}"/>
                    </a:ext>
                  </a:extLst>
                </p:cNvPr>
                <p:cNvPicPr/>
                <p:nvPr/>
              </p:nvPicPr>
              <p:blipFill>
                <a:blip r:embed="rId26"/>
                <a:stretch>
                  <a:fillRect/>
                </a:stretch>
              </p:blipFill>
              <p:spPr>
                <a:xfrm>
                  <a:off x="4059985" y="3984651"/>
                  <a:ext cx="81360" cy="69120"/>
                </a:xfrm>
                <a:prstGeom prst="rect">
                  <a:avLst/>
                </a:prstGeom>
              </p:spPr>
            </p:pic>
          </mc:Fallback>
        </mc:AlternateContent>
      </p:grpSp>
      <p:sp>
        <p:nvSpPr>
          <p:cNvPr id="49" name="TextBox 48">
            <a:extLst>
              <a:ext uri="{FF2B5EF4-FFF2-40B4-BE49-F238E27FC236}">
                <a16:creationId xmlns:a16="http://schemas.microsoft.com/office/drawing/2014/main" id="{FB148FC1-2CEB-551C-0850-1AC1652D216D}"/>
              </a:ext>
            </a:extLst>
          </p:cNvPr>
          <p:cNvSpPr txBox="1"/>
          <p:nvPr/>
        </p:nvSpPr>
        <p:spPr>
          <a:xfrm>
            <a:off x="7242859" y="1729476"/>
            <a:ext cx="1857658" cy="3539430"/>
          </a:xfrm>
          <a:prstGeom prst="rect">
            <a:avLst/>
          </a:prstGeom>
          <a:noFill/>
        </p:spPr>
        <p:txBody>
          <a:bodyPr wrap="square" rtlCol="0">
            <a:spAutoFit/>
          </a:bodyPr>
          <a:lstStyle/>
          <a:p>
            <a:r>
              <a:rPr lang="en-GB" sz="1400" i="1" dirty="0"/>
              <a:t>The z score tells us how many standard deviations an observation is from the mean </a:t>
            </a:r>
            <a:r>
              <a:rPr lang="el-GR" sz="1400" i="1" dirty="0"/>
              <a:t>μ</a:t>
            </a:r>
            <a:endParaRPr lang="el-GR" sz="1400" i="1" dirty="0">
              <a:latin typeface="+mn-lt"/>
            </a:endParaRPr>
          </a:p>
          <a:p>
            <a:endParaRPr lang="el-GR" sz="1400" i="1" dirty="0">
              <a:latin typeface="+mn-lt"/>
            </a:endParaRPr>
          </a:p>
          <a:p>
            <a:r>
              <a:rPr lang="en-GB" sz="1400" i="1" dirty="0">
                <a:latin typeface="+mn-lt"/>
              </a:rPr>
              <a:t>So the z score 2.44 is 2.44 standards deviations for the </a:t>
            </a:r>
            <a:r>
              <a:rPr lang="el-GR" sz="1400" i="1" dirty="0">
                <a:latin typeface="+mn-lt"/>
              </a:rPr>
              <a:t>μ </a:t>
            </a:r>
          </a:p>
          <a:p>
            <a:endParaRPr lang="el-GR" sz="1400" i="1" dirty="0">
              <a:latin typeface="+mn-lt"/>
            </a:endParaRPr>
          </a:p>
          <a:p>
            <a:r>
              <a:rPr lang="en-GB" sz="1400" i="1" dirty="0">
                <a:latin typeface="+mn-lt"/>
              </a:rPr>
              <a:t>How much area that specific z score is associated with. We can find this using the z table (Standard Normal Table)</a:t>
            </a:r>
            <a:endParaRPr lang="el-GR" sz="1400" i="1" dirty="0"/>
          </a:p>
        </p:txBody>
      </p:sp>
      <p:sp>
        <p:nvSpPr>
          <p:cNvPr id="50" name="TextBox 49">
            <a:extLst>
              <a:ext uri="{FF2B5EF4-FFF2-40B4-BE49-F238E27FC236}">
                <a16:creationId xmlns:a16="http://schemas.microsoft.com/office/drawing/2014/main" id="{712900F1-5851-8948-FD0C-0FC1EB48C3BE}"/>
              </a:ext>
            </a:extLst>
          </p:cNvPr>
          <p:cNvSpPr txBox="1"/>
          <p:nvPr/>
        </p:nvSpPr>
        <p:spPr>
          <a:xfrm>
            <a:off x="209941" y="2587297"/>
            <a:ext cx="1597863" cy="738664"/>
          </a:xfrm>
          <a:prstGeom prst="rect">
            <a:avLst/>
          </a:prstGeom>
          <a:noFill/>
        </p:spPr>
        <p:txBody>
          <a:bodyPr wrap="square" rtlCol="0">
            <a:spAutoFit/>
          </a:bodyPr>
          <a:lstStyle/>
          <a:p>
            <a:r>
              <a:rPr lang="el-GR" sz="1400" i="1" dirty="0">
                <a:latin typeface="+mn-lt"/>
              </a:rPr>
              <a:t>Τ</a:t>
            </a:r>
            <a:r>
              <a:rPr lang="en-GB" sz="1400" i="1" dirty="0">
                <a:latin typeface="+mn-lt"/>
              </a:rPr>
              <a:t>he z score </a:t>
            </a:r>
            <a:r>
              <a:rPr lang="el-GR" sz="1400" i="1" dirty="0">
                <a:latin typeface="+mn-lt"/>
              </a:rPr>
              <a:t>-0.66</a:t>
            </a:r>
            <a:r>
              <a:rPr lang="en-GB" sz="1400" i="1" dirty="0">
                <a:latin typeface="+mn-lt"/>
              </a:rPr>
              <a:t> is  </a:t>
            </a:r>
            <a:r>
              <a:rPr lang="el-GR" sz="1400" i="1" dirty="0">
                <a:latin typeface="+mn-lt"/>
              </a:rPr>
              <a:t>-0.66</a:t>
            </a:r>
            <a:r>
              <a:rPr lang="en-GB" sz="1400" i="1" dirty="0">
                <a:latin typeface="+mn-lt"/>
              </a:rPr>
              <a:t> standards deviations for the </a:t>
            </a:r>
            <a:r>
              <a:rPr lang="el-GR" sz="1400" i="1" dirty="0">
                <a:latin typeface="+mn-lt"/>
              </a:rPr>
              <a:t>μ </a:t>
            </a:r>
            <a:endParaRPr lang="el-GR" sz="1400" i="1" dirty="0"/>
          </a:p>
        </p:txBody>
      </p:sp>
      <mc:AlternateContent xmlns:mc="http://schemas.openxmlformats.org/markup-compatibility/2006" xmlns:p14="http://schemas.microsoft.com/office/powerpoint/2010/main">
        <mc:Choice Requires="p14">
          <p:contentPart p14:bwMode="auto" r:id="rId27">
            <p14:nvContentPartPr>
              <p14:cNvPr id="51" name="Ink 50">
                <a:extLst>
                  <a:ext uri="{FF2B5EF4-FFF2-40B4-BE49-F238E27FC236}">
                    <a16:creationId xmlns:a16="http://schemas.microsoft.com/office/drawing/2014/main" id="{45202561-CE29-25EF-3123-993820F3A4F2}"/>
                  </a:ext>
                </a:extLst>
              </p14:cNvPr>
              <p14:cNvContentPartPr/>
              <p14:nvPr/>
            </p14:nvContentPartPr>
            <p14:xfrm>
              <a:off x="5785825" y="3383091"/>
              <a:ext cx="50400" cy="756000"/>
            </p14:xfrm>
          </p:contentPart>
        </mc:Choice>
        <mc:Fallback xmlns="">
          <p:pic>
            <p:nvPicPr>
              <p:cNvPr id="51" name="Ink 50">
                <a:extLst>
                  <a:ext uri="{FF2B5EF4-FFF2-40B4-BE49-F238E27FC236}">
                    <a16:creationId xmlns:a16="http://schemas.microsoft.com/office/drawing/2014/main" id="{45202561-CE29-25EF-3123-993820F3A4F2}"/>
                  </a:ext>
                </a:extLst>
              </p:cNvPr>
              <p:cNvPicPr/>
              <p:nvPr/>
            </p:nvPicPr>
            <p:blipFill>
              <a:blip r:embed="rId28"/>
              <a:stretch>
                <a:fillRect/>
              </a:stretch>
            </p:blipFill>
            <p:spPr>
              <a:xfrm>
                <a:off x="5779705" y="3376971"/>
                <a:ext cx="62640" cy="768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2" name="Ink 51">
                <a:extLst>
                  <a:ext uri="{FF2B5EF4-FFF2-40B4-BE49-F238E27FC236}">
                    <a16:creationId xmlns:a16="http://schemas.microsoft.com/office/drawing/2014/main" id="{38430E6F-87BD-3E4F-5766-CCB299E0F561}"/>
                  </a:ext>
                </a:extLst>
              </p14:cNvPr>
              <p14:cNvContentPartPr/>
              <p14:nvPr/>
            </p14:nvContentPartPr>
            <p14:xfrm>
              <a:off x="5835145" y="4113531"/>
              <a:ext cx="9360" cy="97560"/>
            </p14:xfrm>
          </p:contentPart>
        </mc:Choice>
        <mc:Fallback xmlns="">
          <p:pic>
            <p:nvPicPr>
              <p:cNvPr id="52" name="Ink 51">
                <a:extLst>
                  <a:ext uri="{FF2B5EF4-FFF2-40B4-BE49-F238E27FC236}">
                    <a16:creationId xmlns:a16="http://schemas.microsoft.com/office/drawing/2014/main" id="{38430E6F-87BD-3E4F-5766-CCB299E0F561}"/>
                  </a:ext>
                </a:extLst>
              </p:cNvPr>
              <p:cNvPicPr/>
              <p:nvPr/>
            </p:nvPicPr>
            <p:blipFill>
              <a:blip r:embed="rId30"/>
              <a:stretch>
                <a:fillRect/>
              </a:stretch>
            </p:blipFill>
            <p:spPr>
              <a:xfrm>
                <a:off x="5829025" y="4107411"/>
                <a:ext cx="21600" cy="109800"/>
              </a:xfrm>
              <a:prstGeom prst="rect">
                <a:avLst/>
              </a:prstGeom>
            </p:spPr>
          </p:pic>
        </mc:Fallback>
      </mc:AlternateContent>
      <p:sp>
        <p:nvSpPr>
          <p:cNvPr id="53" name="TextBox 52">
            <a:extLst>
              <a:ext uri="{FF2B5EF4-FFF2-40B4-BE49-F238E27FC236}">
                <a16:creationId xmlns:a16="http://schemas.microsoft.com/office/drawing/2014/main" id="{4284919B-EF65-3224-4799-DDB2C830E521}"/>
              </a:ext>
            </a:extLst>
          </p:cNvPr>
          <p:cNvSpPr txBox="1"/>
          <p:nvPr/>
        </p:nvSpPr>
        <p:spPr>
          <a:xfrm>
            <a:off x="5665183" y="4225113"/>
            <a:ext cx="457037" cy="253916"/>
          </a:xfrm>
          <a:prstGeom prst="rect">
            <a:avLst/>
          </a:prstGeom>
          <a:noFill/>
        </p:spPr>
        <p:txBody>
          <a:bodyPr wrap="square" rtlCol="0">
            <a:spAutoFit/>
          </a:bodyPr>
          <a:lstStyle/>
          <a:p>
            <a:r>
              <a:rPr lang="en-GB" sz="1050" dirty="0">
                <a:latin typeface="+mn-lt"/>
              </a:rPr>
              <a:t>2.24</a:t>
            </a:r>
          </a:p>
        </p:txBody>
      </p:sp>
      <p:grpSp>
        <p:nvGrpSpPr>
          <p:cNvPr id="84" name="Group 83" descr="area on the left of z score 2.24">
            <a:extLst>
              <a:ext uri="{FF2B5EF4-FFF2-40B4-BE49-F238E27FC236}">
                <a16:creationId xmlns:a16="http://schemas.microsoft.com/office/drawing/2014/main" id="{B186C2E1-FBC4-84C4-7581-594AF843A393}"/>
              </a:ext>
            </a:extLst>
          </p:cNvPr>
          <p:cNvGrpSpPr/>
          <p:nvPr/>
        </p:nvGrpSpPr>
        <p:grpSpPr>
          <a:xfrm>
            <a:off x="1982425" y="2013010"/>
            <a:ext cx="3783960" cy="2052360"/>
            <a:chOff x="2002585" y="2044611"/>
            <a:chExt cx="3783960" cy="2052360"/>
          </a:xfrm>
        </p:grpSpPr>
        <mc:AlternateContent xmlns:mc="http://schemas.openxmlformats.org/markup-compatibility/2006" xmlns:p14="http://schemas.microsoft.com/office/powerpoint/2010/main">
          <mc:Choice Requires="p14">
            <p:contentPart p14:bwMode="auto" r:id="rId31">
              <p14:nvContentPartPr>
                <p14:cNvPr id="64" name="Ink 63">
                  <a:extLst>
                    <a:ext uri="{FF2B5EF4-FFF2-40B4-BE49-F238E27FC236}">
                      <a16:creationId xmlns:a16="http://schemas.microsoft.com/office/drawing/2014/main" id="{3023DB9E-2CCB-481C-25C0-E5E67FB6F189}"/>
                    </a:ext>
                  </a:extLst>
                </p14:cNvPr>
                <p14:cNvContentPartPr/>
                <p14:nvPr/>
              </p14:nvContentPartPr>
              <p14:xfrm>
                <a:off x="3359785" y="2092491"/>
                <a:ext cx="827280" cy="702000"/>
              </p14:xfrm>
            </p:contentPart>
          </mc:Choice>
          <mc:Fallback xmlns="">
            <p:pic>
              <p:nvPicPr>
                <p:cNvPr id="64" name="Ink 63">
                  <a:extLst>
                    <a:ext uri="{FF2B5EF4-FFF2-40B4-BE49-F238E27FC236}">
                      <a16:creationId xmlns:a16="http://schemas.microsoft.com/office/drawing/2014/main" id="{3023DB9E-2CCB-481C-25C0-E5E67FB6F189}"/>
                    </a:ext>
                  </a:extLst>
                </p:cNvPr>
                <p:cNvPicPr/>
                <p:nvPr/>
              </p:nvPicPr>
              <p:blipFill>
                <a:blip r:embed="rId32"/>
                <a:stretch>
                  <a:fillRect/>
                </a:stretch>
              </p:blipFill>
              <p:spPr>
                <a:xfrm>
                  <a:off x="3353665" y="2086371"/>
                  <a:ext cx="839520" cy="7142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5" name="Ink 64">
                  <a:extLst>
                    <a:ext uri="{FF2B5EF4-FFF2-40B4-BE49-F238E27FC236}">
                      <a16:creationId xmlns:a16="http://schemas.microsoft.com/office/drawing/2014/main" id="{D77AF034-EFDD-404E-5A13-7C24F69412B6}"/>
                    </a:ext>
                  </a:extLst>
                </p14:cNvPr>
                <p14:cNvContentPartPr/>
                <p14:nvPr/>
              </p14:nvContentPartPr>
              <p14:xfrm>
                <a:off x="3257545" y="2044611"/>
                <a:ext cx="1410480" cy="920520"/>
              </p14:xfrm>
            </p:contentPart>
          </mc:Choice>
          <mc:Fallback xmlns="">
            <p:pic>
              <p:nvPicPr>
                <p:cNvPr id="65" name="Ink 64">
                  <a:extLst>
                    <a:ext uri="{FF2B5EF4-FFF2-40B4-BE49-F238E27FC236}">
                      <a16:creationId xmlns:a16="http://schemas.microsoft.com/office/drawing/2014/main" id="{D77AF034-EFDD-404E-5A13-7C24F69412B6}"/>
                    </a:ext>
                  </a:extLst>
                </p:cNvPr>
                <p:cNvPicPr/>
                <p:nvPr/>
              </p:nvPicPr>
              <p:blipFill>
                <a:blip r:embed="rId34"/>
                <a:stretch>
                  <a:fillRect/>
                </a:stretch>
              </p:blipFill>
              <p:spPr>
                <a:xfrm>
                  <a:off x="3251425" y="2038491"/>
                  <a:ext cx="1422720" cy="9327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6" name="Ink 65">
                  <a:extLst>
                    <a:ext uri="{FF2B5EF4-FFF2-40B4-BE49-F238E27FC236}">
                      <a16:creationId xmlns:a16="http://schemas.microsoft.com/office/drawing/2014/main" id="{CB4A47B2-6317-84AA-5685-66372B34F6AE}"/>
                    </a:ext>
                  </a:extLst>
                </p14:cNvPr>
                <p14:cNvContentPartPr/>
                <p14:nvPr/>
              </p14:nvContentPartPr>
              <p14:xfrm>
                <a:off x="3130825" y="2249091"/>
                <a:ext cx="1802160" cy="1028880"/>
              </p14:xfrm>
            </p:contentPart>
          </mc:Choice>
          <mc:Fallback xmlns="">
            <p:pic>
              <p:nvPicPr>
                <p:cNvPr id="66" name="Ink 65">
                  <a:extLst>
                    <a:ext uri="{FF2B5EF4-FFF2-40B4-BE49-F238E27FC236}">
                      <a16:creationId xmlns:a16="http://schemas.microsoft.com/office/drawing/2014/main" id="{CB4A47B2-6317-84AA-5685-66372B34F6AE}"/>
                    </a:ext>
                  </a:extLst>
                </p:cNvPr>
                <p:cNvPicPr/>
                <p:nvPr/>
              </p:nvPicPr>
              <p:blipFill>
                <a:blip r:embed="rId36"/>
                <a:stretch>
                  <a:fillRect/>
                </a:stretch>
              </p:blipFill>
              <p:spPr>
                <a:xfrm>
                  <a:off x="3124705" y="2242971"/>
                  <a:ext cx="1814400" cy="10411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8" name="Ink 67">
                  <a:extLst>
                    <a:ext uri="{FF2B5EF4-FFF2-40B4-BE49-F238E27FC236}">
                      <a16:creationId xmlns:a16="http://schemas.microsoft.com/office/drawing/2014/main" id="{12450D0C-5772-4D94-7B6A-4F99F234C351}"/>
                    </a:ext>
                  </a:extLst>
                </p14:cNvPr>
                <p14:cNvContentPartPr/>
                <p14:nvPr/>
              </p14:nvContentPartPr>
              <p14:xfrm>
                <a:off x="2941825" y="2490291"/>
                <a:ext cx="2135520" cy="1109880"/>
              </p14:xfrm>
            </p:contentPart>
          </mc:Choice>
          <mc:Fallback xmlns="">
            <p:pic>
              <p:nvPicPr>
                <p:cNvPr id="68" name="Ink 67">
                  <a:extLst>
                    <a:ext uri="{FF2B5EF4-FFF2-40B4-BE49-F238E27FC236}">
                      <a16:creationId xmlns:a16="http://schemas.microsoft.com/office/drawing/2014/main" id="{12450D0C-5772-4D94-7B6A-4F99F234C351}"/>
                    </a:ext>
                  </a:extLst>
                </p:cNvPr>
                <p:cNvPicPr/>
                <p:nvPr/>
              </p:nvPicPr>
              <p:blipFill>
                <a:blip r:embed="rId38"/>
                <a:stretch>
                  <a:fillRect/>
                </a:stretch>
              </p:blipFill>
              <p:spPr>
                <a:xfrm>
                  <a:off x="2935705" y="2484171"/>
                  <a:ext cx="2147760" cy="1122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9" name="Ink 68">
                  <a:extLst>
                    <a:ext uri="{FF2B5EF4-FFF2-40B4-BE49-F238E27FC236}">
                      <a16:creationId xmlns:a16="http://schemas.microsoft.com/office/drawing/2014/main" id="{EAB19EAD-BAB4-D75C-D3E3-D9923C26041D}"/>
                    </a:ext>
                  </a:extLst>
                </p14:cNvPr>
                <p14:cNvContentPartPr/>
                <p14:nvPr/>
              </p14:nvContentPartPr>
              <p14:xfrm>
                <a:off x="2742385" y="2742651"/>
                <a:ext cx="2587320" cy="1045800"/>
              </p14:xfrm>
            </p:contentPart>
          </mc:Choice>
          <mc:Fallback xmlns="">
            <p:pic>
              <p:nvPicPr>
                <p:cNvPr id="69" name="Ink 68">
                  <a:extLst>
                    <a:ext uri="{FF2B5EF4-FFF2-40B4-BE49-F238E27FC236}">
                      <a16:creationId xmlns:a16="http://schemas.microsoft.com/office/drawing/2014/main" id="{EAB19EAD-BAB4-D75C-D3E3-D9923C26041D}"/>
                    </a:ext>
                  </a:extLst>
                </p:cNvPr>
                <p:cNvPicPr/>
                <p:nvPr/>
              </p:nvPicPr>
              <p:blipFill>
                <a:blip r:embed="rId40"/>
                <a:stretch>
                  <a:fillRect/>
                </a:stretch>
              </p:blipFill>
              <p:spPr>
                <a:xfrm>
                  <a:off x="2736265" y="2736531"/>
                  <a:ext cx="2599560" cy="1058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74" name="Ink 73">
                  <a:extLst>
                    <a:ext uri="{FF2B5EF4-FFF2-40B4-BE49-F238E27FC236}">
                      <a16:creationId xmlns:a16="http://schemas.microsoft.com/office/drawing/2014/main" id="{A97FF14A-9DE4-203F-610A-89DBE8ED1BD4}"/>
                    </a:ext>
                  </a:extLst>
                </p14:cNvPr>
                <p14:cNvContentPartPr/>
                <p14:nvPr/>
              </p14:nvContentPartPr>
              <p14:xfrm>
                <a:off x="2778745" y="2983491"/>
                <a:ext cx="2611080" cy="1071360"/>
              </p14:xfrm>
            </p:contentPart>
          </mc:Choice>
          <mc:Fallback xmlns="">
            <p:pic>
              <p:nvPicPr>
                <p:cNvPr id="74" name="Ink 73">
                  <a:extLst>
                    <a:ext uri="{FF2B5EF4-FFF2-40B4-BE49-F238E27FC236}">
                      <a16:creationId xmlns:a16="http://schemas.microsoft.com/office/drawing/2014/main" id="{A97FF14A-9DE4-203F-610A-89DBE8ED1BD4}"/>
                    </a:ext>
                  </a:extLst>
                </p:cNvPr>
                <p:cNvPicPr/>
                <p:nvPr/>
              </p:nvPicPr>
              <p:blipFill>
                <a:blip r:embed="rId42"/>
                <a:stretch>
                  <a:fillRect/>
                </a:stretch>
              </p:blipFill>
              <p:spPr>
                <a:xfrm>
                  <a:off x="2772625" y="2977371"/>
                  <a:ext cx="2623320" cy="1083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5" name="Ink 74">
                  <a:extLst>
                    <a:ext uri="{FF2B5EF4-FFF2-40B4-BE49-F238E27FC236}">
                      <a16:creationId xmlns:a16="http://schemas.microsoft.com/office/drawing/2014/main" id="{5917F6D1-6F1F-7DF0-39FB-1DCB0B7D62C8}"/>
                    </a:ext>
                  </a:extLst>
                </p14:cNvPr>
                <p14:cNvContentPartPr/>
                <p14:nvPr/>
              </p14:nvContentPartPr>
              <p14:xfrm>
                <a:off x="3890065" y="3259971"/>
                <a:ext cx="1728360" cy="727200"/>
              </p14:xfrm>
            </p:contentPart>
          </mc:Choice>
          <mc:Fallback xmlns="">
            <p:pic>
              <p:nvPicPr>
                <p:cNvPr id="75" name="Ink 74">
                  <a:extLst>
                    <a:ext uri="{FF2B5EF4-FFF2-40B4-BE49-F238E27FC236}">
                      <a16:creationId xmlns:a16="http://schemas.microsoft.com/office/drawing/2014/main" id="{5917F6D1-6F1F-7DF0-39FB-1DCB0B7D62C8}"/>
                    </a:ext>
                  </a:extLst>
                </p:cNvPr>
                <p:cNvPicPr/>
                <p:nvPr/>
              </p:nvPicPr>
              <p:blipFill>
                <a:blip r:embed="rId44"/>
                <a:stretch>
                  <a:fillRect/>
                </a:stretch>
              </p:blipFill>
              <p:spPr>
                <a:xfrm>
                  <a:off x="3883945" y="3253851"/>
                  <a:ext cx="1740600" cy="7394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7" name="Ink 76">
                  <a:extLst>
                    <a:ext uri="{FF2B5EF4-FFF2-40B4-BE49-F238E27FC236}">
                      <a16:creationId xmlns:a16="http://schemas.microsoft.com/office/drawing/2014/main" id="{7398FF01-A6CD-0AA7-D082-878B0C723CE7}"/>
                    </a:ext>
                  </a:extLst>
                </p14:cNvPr>
                <p14:cNvContentPartPr/>
                <p14:nvPr/>
              </p14:nvContentPartPr>
              <p14:xfrm>
                <a:off x="4555705" y="3500811"/>
                <a:ext cx="1219320" cy="530280"/>
              </p14:xfrm>
            </p:contentPart>
          </mc:Choice>
          <mc:Fallback xmlns="">
            <p:pic>
              <p:nvPicPr>
                <p:cNvPr id="77" name="Ink 76">
                  <a:extLst>
                    <a:ext uri="{FF2B5EF4-FFF2-40B4-BE49-F238E27FC236}">
                      <a16:creationId xmlns:a16="http://schemas.microsoft.com/office/drawing/2014/main" id="{7398FF01-A6CD-0AA7-D082-878B0C723CE7}"/>
                    </a:ext>
                  </a:extLst>
                </p:cNvPr>
                <p:cNvPicPr/>
                <p:nvPr/>
              </p:nvPicPr>
              <p:blipFill>
                <a:blip r:embed="rId46"/>
                <a:stretch>
                  <a:fillRect/>
                </a:stretch>
              </p:blipFill>
              <p:spPr>
                <a:xfrm>
                  <a:off x="4549585" y="3494691"/>
                  <a:ext cx="1231560" cy="5425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8" name="Ink 77">
                  <a:extLst>
                    <a:ext uri="{FF2B5EF4-FFF2-40B4-BE49-F238E27FC236}">
                      <a16:creationId xmlns:a16="http://schemas.microsoft.com/office/drawing/2014/main" id="{DE4C2C0F-C914-7671-8EB6-78AD2640329A}"/>
                    </a:ext>
                  </a:extLst>
                </p14:cNvPr>
                <p14:cNvContentPartPr/>
                <p14:nvPr/>
              </p14:nvContentPartPr>
              <p14:xfrm>
                <a:off x="5237905" y="3789531"/>
                <a:ext cx="548640" cy="224280"/>
              </p14:xfrm>
            </p:contentPart>
          </mc:Choice>
          <mc:Fallback xmlns="">
            <p:pic>
              <p:nvPicPr>
                <p:cNvPr id="78" name="Ink 77">
                  <a:extLst>
                    <a:ext uri="{FF2B5EF4-FFF2-40B4-BE49-F238E27FC236}">
                      <a16:creationId xmlns:a16="http://schemas.microsoft.com/office/drawing/2014/main" id="{DE4C2C0F-C914-7671-8EB6-78AD2640329A}"/>
                    </a:ext>
                  </a:extLst>
                </p:cNvPr>
                <p:cNvPicPr/>
                <p:nvPr/>
              </p:nvPicPr>
              <p:blipFill>
                <a:blip r:embed="rId48"/>
                <a:stretch>
                  <a:fillRect/>
                </a:stretch>
              </p:blipFill>
              <p:spPr>
                <a:xfrm>
                  <a:off x="5231785" y="3783411"/>
                  <a:ext cx="56088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9" name="Ink 78">
                  <a:extLst>
                    <a:ext uri="{FF2B5EF4-FFF2-40B4-BE49-F238E27FC236}">
                      <a16:creationId xmlns:a16="http://schemas.microsoft.com/office/drawing/2014/main" id="{D31A7DAD-62B4-91EB-C14F-2CF9A47FDA84}"/>
                    </a:ext>
                  </a:extLst>
                </p14:cNvPr>
                <p14:cNvContentPartPr/>
                <p14:nvPr/>
              </p14:nvContentPartPr>
              <p14:xfrm>
                <a:off x="5407465" y="3933891"/>
                <a:ext cx="342720" cy="163080"/>
              </p14:xfrm>
            </p:contentPart>
          </mc:Choice>
          <mc:Fallback xmlns="">
            <p:pic>
              <p:nvPicPr>
                <p:cNvPr id="79" name="Ink 78">
                  <a:extLst>
                    <a:ext uri="{FF2B5EF4-FFF2-40B4-BE49-F238E27FC236}">
                      <a16:creationId xmlns:a16="http://schemas.microsoft.com/office/drawing/2014/main" id="{D31A7DAD-62B4-91EB-C14F-2CF9A47FDA84}"/>
                    </a:ext>
                  </a:extLst>
                </p:cNvPr>
                <p:cNvPicPr/>
                <p:nvPr/>
              </p:nvPicPr>
              <p:blipFill>
                <a:blip r:embed="rId50"/>
                <a:stretch>
                  <a:fillRect/>
                </a:stretch>
              </p:blipFill>
              <p:spPr>
                <a:xfrm>
                  <a:off x="5401345" y="3927771"/>
                  <a:ext cx="3549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1" name="Ink 80">
                  <a:extLst>
                    <a:ext uri="{FF2B5EF4-FFF2-40B4-BE49-F238E27FC236}">
                      <a16:creationId xmlns:a16="http://schemas.microsoft.com/office/drawing/2014/main" id="{748BA8F8-0A46-DD6A-916E-0A9D224F6E4F}"/>
                    </a:ext>
                  </a:extLst>
                </p14:cNvPr>
                <p14:cNvContentPartPr/>
                <p14:nvPr/>
              </p14:nvContentPartPr>
              <p14:xfrm>
                <a:off x="2223625" y="3813651"/>
                <a:ext cx="531000" cy="211680"/>
              </p14:xfrm>
            </p:contentPart>
          </mc:Choice>
          <mc:Fallback xmlns="">
            <p:pic>
              <p:nvPicPr>
                <p:cNvPr id="81" name="Ink 80">
                  <a:extLst>
                    <a:ext uri="{FF2B5EF4-FFF2-40B4-BE49-F238E27FC236}">
                      <a16:creationId xmlns:a16="http://schemas.microsoft.com/office/drawing/2014/main" id="{748BA8F8-0A46-DD6A-916E-0A9D224F6E4F}"/>
                    </a:ext>
                  </a:extLst>
                </p:cNvPr>
                <p:cNvPicPr/>
                <p:nvPr/>
              </p:nvPicPr>
              <p:blipFill>
                <a:blip r:embed="rId52"/>
                <a:stretch>
                  <a:fillRect/>
                </a:stretch>
              </p:blipFill>
              <p:spPr>
                <a:xfrm>
                  <a:off x="2217505" y="3807531"/>
                  <a:ext cx="5432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83" name="Ink 82">
                  <a:extLst>
                    <a:ext uri="{FF2B5EF4-FFF2-40B4-BE49-F238E27FC236}">
                      <a16:creationId xmlns:a16="http://schemas.microsoft.com/office/drawing/2014/main" id="{8F007B93-D548-C94D-C45F-D6720482AA97}"/>
                    </a:ext>
                  </a:extLst>
                </p14:cNvPr>
                <p14:cNvContentPartPr/>
                <p14:nvPr/>
              </p14:nvContentPartPr>
              <p14:xfrm>
                <a:off x="2002585" y="3909051"/>
                <a:ext cx="223200" cy="134640"/>
              </p14:xfrm>
            </p:contentPart>
          </mc:Choice>
          <mc:Fallback xmlns="">
            <p:pic>
              <p:nvPicPr>
                <p:cNvPr id="83" name="Ink 82">
                  <a:extLst>
                    <a:ext uri="{FF2B5EF4-FFF2-40B4-BE49-F238E27FC236}">
                      <a16:creationId xmlns:a16="http://schemas.microsoft.com/office/drawing/2014/main" id="{8F007B93-D548-C94D-C45F-D6720482AA97}"/>
                    </a:ext>
                  </a:extLst>
                </p:cNvPr>
                <p:cNvPicPr/>
                <p:nvPr/>
              </p:nvPicPr>
              <p:blipFill>
                <a:blip r:embed="rId54"/>
                <a:stretch>
                  <a:fillRect/>
                </a:stretch>
              </p:blipFill>
              <p:spPr>
                <a:xfrm>
                  <a:off x="1996465" y="3902931"/>
                  <a:ext cx="235440" cy="146880"/>
                </a:xfrm>
                <a:prstGeom prst="rect">
                  <a:avLst/>
                </a:prstGeom>
              </p:spPr>
            </p:pic>
          </mc:Fallback>
        </mc:AlternateContent>
      </p:grpSp>
      <p:grpSp>
        <p:nvGrpSpPr>
          <p:cNvPr id="99" name="Group 98" descr="area on the left of z score -0.66">
            <a:extLst>
              <a:ext uri="{FF2B5EF4-FFF2-40B4-BE49-F238E27FC236}">
                <a16:creationId xmlns:a16="http://schemas.microsoft.com/office/drawing/2014/main" id="{510EE8BF-E082-2846-9402-5B0D149751B4}"/>
              </a:ext>
            </a:extLst>
          </p:cNvPr>
          <p:cNvGrpSpPr/>
          <p:nvPr/>
        </p:nvGrpSpPr>
        <p:grpSpPr>
          <a:xfrm>
            <a:off x="2171564" y="2028038"/>
            <a:ext cx="1931040" cy="2112480"/>
            <a:chOff x="2172145" y="2026611"/>
            <a:chExt cx="1931040" cy="2112480"/>
          </a:xfrm>
        </p:grpSpPr>
        <mc:AlternateContent xmlns:mc="http://schemas.openxmlformats.org/markup-compatibility/2006" xmlns:p14="http://schemas.microsoft.com/office/powerpoint/2010/main">
          <mc:Choice Requires="p14">
            <p:contentPart p14:bwMode="auto" r:id="rId55">
              <p14:nvContentPartPr>
                <p14:cNvPr id="87" name="Ink 86">
                  <a:extLst>
                    <a:ext uri="{FF2B5EF4-FFF2-40B4-BE49-F238E27FC236}">
                      <a16:creationId xmlns:a16="http://schemas.microsoft.com/office/drawing/2014/main" id="{07BBFD19-DDB1-A945-BDBB-43F6F9401871}"/>
                    </a:ext>
                  </a:extLst>
                </p14:cNvPr>
                <p14:cNvContentPartPr/>
                <p14:nvPr/>
              </p14:nvContentPartPr>
              <p14:xfrm>
                <a:off x="4076905" y="2026611"/>
                <a:ext cx="26280" cy="2112480"/>
              </p14:xfrm>
            </p:contentPart>
          </mc:Choice>
          <mc:Fallback xmlns="">
            <p:pic>
              <p:nvPicPr>
                <p:cNvPr id="87" name="Ink 86">
                  <a:extLst>
                    <a:ext uri="{FF2B5EF4-FFF2-40B4-BE49-F238E27FC236}">
                      <a16:creationId xmlns:a16="http://schemas.microsoft.com/office/drawing/2014/main" id="{07BBFD19-DDB1-A945-BDBB-43F6F9401871}"/>
                    </a:ext>
                  </a:extLst>
                </p:cNvPr>
                <p:cNvPicPr/>
                <p:nvPr/>
              </p:nvPicPr>
              <p:blipFill>
                <a:blip r:embed="rId56"/>
                <a:stretch>
                  <a:fillRect/>
                </a:stretch>
              </p:blipFill>
              <p:spPr>
                <a:xfrm>
                  <a:off x="4070785" y="2020491"/>
                  <a:ext cx="38520" cy="21247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8" name="Ink 87">
                  <a:extLst>
                    <a:ext uri="{FF2B5EF4-FFF2-40B4-BE49-F238E27FC236}">
                      <a16:creationId xmlns:a16="http://schemas.microsoft.com/office/drawing/2014/main" id="{CB2D8FA8-F199-88D7-37DB-DD1DD54CF8A9}"/>
                    </a:ext>
                  </a:extLst>
                </p14:cNvPr>
                <p14:cNvContentPartPr/>
                <p14:nvPr/>
              </p14:nvContentPartPr>
              <p14:xfrm>
                <a:off x="3505945" y="2128851"/>
                <a:ext cx="487800" cy="376200"/>
              </p14:xfrm>
            </p:contentPart>
          </mc:Choice>
          <mc:Fallback xmlns="">
            <p:pic>
              <p:nvPicPr>
                <p:cNvPr id="88" name="Ink 87">
                  <a:extLst>
                    <a:ext uri="{FF2B5EF4-FFF2-40B4-BE49-F238E27FC236}">
                      <a16:creationId xmlns:a16="http://schemas.microsoft.com/office/drawing/2014/main" id="{CB2D8FA8-F199-88D7-37DB-DD1DD54CF8A9}"/>
                    </a:ext>
                  </a:extLst>
                </p:cNvPr>
                <p:cNvPicPr/>
                <p:nvPr/>
              </p:nvPicPr>
              <p:blipFill>
                <a:blip r:embed="rId58"/>
                <a:stretch>
                  <a:fillRect/>
                </a:stretch>
              </p:blipFill>
              <p:spPr>
                <a:xfrm>
                  <a:off x="3499825" y="2122731"/>
                  <a:ext cx="50004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9" name="Ink 88">
                  <a:extLst>
                    <a:ext uri="{FF2B5EF4-FFF2-40B4-BE49-F238E27FC236}">
                      <a16:creationId xmlns:a16="http://schemas.microsoft.com/office/drawing/2014/main" id="{145584B9-094E-8F8A-C2A2-D826E5750C81}"/>
                    </a:ext>
                  </a:extLst>
                </p14:cNvPr>
                <p14:cNvContentPartPr/>
                <p14:nvPr/>
              </p14:nvContentPartPr>
              <p14:xfrm>
                <a:off x="3341065" y="2345931"/>
                <a:ext cx="701640" cy="535320"/>
              </p14:xfrm>
            </p:contentPart>
          </mc:Choice>
          <mc:Fallback xmlns="">
            <p:pic>
              <p:nvPicPr>
                <p:cNvPr id="89" name="Ink 88">
                  <a:extLst>
                    <a:ext uri="{FF2B5EF4-FFF2-40B4-BE49-F238E27FC236}">
                      <a16:creationId xmlns:a16="http://schemas.microsoft.com/office/drawing/2014/main" id="{145584B9-094E-8F8A-C2A2-D826E5750C81}"/>
                    </a:ext>
                  </a:extLst>
                </p:cNvPr>
                <p:cNvPicPr/>
                <p:nvPr/>
              </p:nvPicPr>
              <p:blipFill>
                <a:blip r:embed="rId60"/>
                <a:stretch>
                  <a:fillRect/>
                </a:stretch>
              </p:blipFill>
              <p:spPr>
                <a:xfrm>
                  <a:off x="3334945" y="2339811"/>
                  <a:ext cx="713880" cy="5475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0" name="Ink 89">
                  <a:extLst>
                    <a:ext uri="{FF2B5EF4-FFF2-40B4-BE49-F238E27FC236}">
                      <a16:creationId xmlns:a16="http://schemas.microsoft.com/office/drawing/2014/main" id="{D69FC620-2B4F-8A2F-65ED-4485C08413F6}"/>
                    </a:ext>
                  </a:extLst>
                </p14:cNvPr>
                <p14:cNvContentPartPr/>
                <p14:nvPr/>
              </p14:nvContentPartPr>
              <p14:xfrm>
                <a:off x="3140545" y="2646171"/>
                <a:ext cx="902160" cy="561600"/>
              </p14:xfrm>
            </p:contentPart>
          </mc:Choice>
          <mc:Fallback xmlns="">
            <p:pic>
              <p:nvPicPr>
                <p:cNvPr id="90" name="Ink 89">
                  <a:extLst>
                    <a:ext uri="{FF2B5EF4-FFF2-40B4-BE49-F238E27FC236}">
                      <a16:creationId xmlns:a16="http://schemas.microsoft.com/office/drawing/2014/main" id="{D69FC620-2B4F-8A2F-65ED-4485C08413F6}"/>
                    </a:ext>
                  </a:extLst>
                </p:cNvPr>
                <p:cNvPicPr/>
                <p:nvPr/>
              </p:nvPicPr>
              <p:blipFill>
                <a:blip r:embed="rId62"/>
                <a:stretch>
                  <a:fillRect/>
                </a:stretch>
              </p:blipFill>
              <p:spPr>
                <a:xfrm>
                  <a:off x="3134425" y="2640051"/>
                  <a:ext cx="914400" cy="5738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2" name="Ink 91">
                  <a:extLst>
                    <a:ext uri="{FF2B5EF4-FFF2-40B4-BE49-F238E27FC236}">
                      <a16:creationId xmlns:a16="http://schemas.microsoft.com/office/drawing/2014/main" id="{02167B12-3100-8709-C973-DB485CB6F7C3}"/>
                    </a:ext>
                  </a:extLst>
                </p14:cNvPr>
                <p14:cNvContentPartPr/>
                <p14:nvPr/>
              </p14:nvContentPartPr>
              <p14:xfrm>
                <a:off x="2938225" y="2934891"/>
                <a:ext cx="1104480" cy="522000"/>
              </p14:xfrm>
            </p:contentPart>
          </mc:Choice>
          <mc:Fallback xmlns="">
            <p:pic>
              <p:nvPicPr>
                <p:cNvPr id="92" name="Ink 91">
                  <a:extLst>
                    <a:ext uri="{FF2B5EF4-FFF2-40B4-BE49-F238E27FC236}">
                      <a16:creationId xmlns:a16="http://schemas.microsoft.com/office/drawing/2014/main" id="{02167B12-3100-8709-C973-DB485CB6F7C3}"/>
                    </a:ext>
                  </a:extLst>
                </p:cNvPr>
                <p:cNvPicPr/>
                <p:nvPr/>
              </p:nvPicPr>
              <p:blipFill>
                <a:blip r:embed="rId64"/>
                <a:stretch>
                  <a:fillRect/>
                </a:stretch>
              </p:blipFill>
              <p:spPr>
                <a:xfrm>
                  <a:off x="2932105" y="2928771"/>
                  <a:ext cx="1116720" cy="5342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93" name="Ink 92">
                  <a:extLst>
                    <a:ext uri="{FF2B5EF4-FFF2-40B4-BE49-F238E27FC236}">
                      <a16:creationId xmlns:a16="http://schemas.microsoft.com/office/drawing/2014/main" id="{947D5DCB-5920-2485-0B9C-2D27A6E02A7E}"/>
                    </a:ext>
                  </a:extLst>
                </p14:cNvPr>
                <p14:cNvContentPartPr/>
                <p14:nvPr/>
              </p14:nvContentPartPr>
              <p14:xfrm>
                <a:off x="2172145" y="3187251"/>
                <a:ext cx="1870560" cy="884520"/>
              </p14:xfrm>
            </p:contentPart>
          </mc:Choice>
          <mc:Fallback xmlns="">
            <p:pic>
              <p:nvPicPr>
                <p:cNvPr id="93" name="Ink 92">
                  <a:extLst>
                    <a:ext uri="{FF2B5EF4-FFF2-40B4-BE49-F238E27FC236}">
                      <a16:creationId xmlns:a16="http://schemas.microsoft.com/office/drawing/2014/main" id="{947D5DCB-5920-2485-0B9C-2D27A6E02A7E}"/>
                    </a:ext>
                  </a:extLst>
                </p:cNvPr>
                <p:cNvPicPr/>
                <p:nvPr/>
              </p:nvPicPr>
              <p:blipFill>
                <a:blip r:embed="rId66"/>
                <a:stretch>
                  <a:fillRect/>
                </a:stretch>
              </p:blipFill>
              <p:spPr>
                <a:xfrm>
                  <a:off x="2166025" y="3181131"/>
                  <a:ext cx="1882800" cy="8967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5" name="Ink 94">
                  <a:extLst>
                    <a:ext uri="{FF2B5EF4-FFF2-40B4-BE49-F238E27FC236}">
                      <a16:creationId xmlns:a16="http://schemas.microsoft.com/office/drawing/2014/main" id="{548D4D56-89BA-7755-5128-FF1F8344474A}"/>
                    </a:ext>
                  </a:extLst>
                </p14:cNvPr>
                <p14:cNvContentPartPr/>
                <p14:nvPr/>
              </p14:nvContentPartPr>
              <p14:xfrm>
                <a:off x="2699185" y="3488571"/>
                <a:ext cx="1354680" cy="554760"/>
              </p14:xfrm>
            </p:contentPart>
          </mc:Choice>
          <mc:Fallback xmlns="">
            <p:pic>
              <p:nvPicPr>
                <p:cNvPr id="95" name="Ink 94">
                  <a:extLst>
                    <a:ext uri="{FF2B5EF4-FFF2-40B4-BE49-F238E27FC236}">
                      <a16:creationId xmlns:a16="http://schemas.microsoft.com/office/drawing/2014/main" id="{548D4D56-89BA-7755-5128-FF1F8344474A}"/>
                    </a:ext>
                  </a:extLst>
                </p:cNvPr>
                <p:cNvPicPr/>
                <p:nvPr/>
              </p:nvPicPr>
              <p:blipFill>
                <a:blip r:embed="rId68"/>
                <a:stretch>
                  <a:fillRect/>
                </a:stretch>
              </p:blipFill>
              <p:spPr>
                <a:xfrm>
                  <a:off x="2693065" y="3482451"/>
                  <a:ext cx="136692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6" name="Ink 95">
                  <a:extLst>
                    <a:ext uri="{FF2B5EF4-FFF2-40B4-BE49-F238E27FC236}">
                      <a16:creationId xmlns:a16="http://schemas.microsoft.com/office/drawing/2014/main" id="{5F57E8E2-BE4E-1EA4-5711-324026288D42}"/>
                    </a:ext>
                  </a:extLst>
                </p14:cNvPr>
                <p14:cNvContentPartPr/>
                <p14:nvPr/>
              </p14:nvContentPartPr>
              <p14:xfrm>
                <a:off x="3328465" y="3716811"/>
                <a:ext cx="738360" cy="345600"/>
              </p14:xfrm>
            </p:contentPart>
          </mc:Choice>
          <mc:Fallback xmlns="">
            <p:pic>
              <p:nvPicPr>
                <p:cNvPr id="96" name="Ink 95">
                  <a:extLst>
                    <a:ext uri="{FF2B5EF4-FFF2-40B4-BE49-F238E27FC236}">
                      <a16:creationId xmlns:a16="http://schemas.microsoft.com/office/drawing/2014/main" id="{5F57E8E2-BE4E-1EA4-5711-324026288D42}"/>
                    </a:ext>
                  </a:extLst>
                </p:cNvPr>
                <p:cNvPicPr/>
                <p:nvPr/>
              </p:nvPicPr>
              <p:blipFill>
                <a:blip r:embed="rId70"/>
                <a:stretch>
                  <a:fillRect/>
                </a:stretch>
              </p:blipFill>
              <p:spPr>
                <a:xfrm>
                  <a:off x="3322345" y="3710691"/>
                  <a:ext cx="75060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98" name="Ink 97">
                  <a:extLst>
                    <a:ext uri="{FF2B5EF4-FFF2-40B4-BE49-F238E27FC236}">
                      <a16:creationId xmlns:a16="http://schemas.microsoft.com/office/drawing/2014/main" id="{5E8E323B-8B1E-DD4D-0E51-8557076C1CC0}"/>
                    </a:ext>
                  </a:extLst>
                </p14:cNvPr>
                <p14:cNvContentPartPr/>
                <p14:nvPr/>
              </p14:nvContentPartPr>
              <p14:xfrm>
                <a:off x="3863785" y="4005531"/>
                <a:ext cx="178920" cy="68040"/>
              </p14:xfrm>
            </p:contentPart>
          </mc:Choice>
          <mc:Fallback xmlns="">
            <p:pic>
              <p:nvPicPr>
                <p:cNvPr id="98" name="Ink 97">
                  <a:extLst>
                    <a:ext uri="{FF2B5EF4-FFF2-40B4-BE49-F238E27FC236}">
                      <a16:creationId xmlns:a16="http://schemas.microsoft.com/office/drawing/2014/main" id="{5E8E323B-8B1E-DD4D-0E51-8557076C1CC0}"/>
                    </a:ext>
                  </a:extLst>
                </p:cNvPr>
                <p:cNvPicPr/>
                <p:nvPr/>
              </p:nvPicPr>
              <p:blipFill>
                <a:blip r:embed="rId72"/>
                <a:stretch>
                  <a:fillRect/>
                </a:stretch>
              </p:blipFill>
              <p:spPr>
                <a:xfrm>
                  <a:off x="3857665" y="3999411"/>
                  <a:ext cx="191160" cy="80280"/>
                </a:xfrm>
                <a:prstGeom prst="rect">
                  <a:avLst/>
                </a:prstGeom>
              </p:spPr>
            </p:pic>
          </mc:Fallback>
        </mc:AlternateContent>
      </p:grpSp>
      <p:pic>
        <p:nvPicPr>
          <p:cNvPr id="101" name="Graphic 100" descr="Link with solid fill">
            <a:hlinkClick r:id="rId73"/>
            <a:extLst>
              <a:ext uri="{FF2B5EF4-FFF2-40B4-BE49-F238E27FC236}">
                <a16:creationId xmlns:a16="http://schemas.microsoft.com/office/drawing/2014/main" id="{24D97B75-4267-9410-40A7-3793870495DB}"/>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8028384" y="4969997"/>
            <a:ext cx="662690" cy="662690"/>
          </a:xfrm>
          <a:prstGeom prst="rect">
            <a:avLst/>
          </a:prstGeom>
        </p:spPr>
      </p:pic>
      <mc:AlternateContent xmlns:mc="http://schemas.openxmlformats.org/markup-compatibility/2006" xmlns:p14="http://schemas.microsoft.com/office/powerpoint/2010/main">
        <mc:Choice Requires="p14">
          <p:contentPart p14:bwMode="auto" r:id="rId76">
            <p14:nvContentPartPr>
              <p14:cNvPr id="103" name="Ink 102">
                <a:extLst>
                  <a:ext uri="{FF2B5EF4-FFF2-40B4-BE49-F238E27FC236}">
                    <a16:creationId xmlns:a16="http://schemas.microsoft.com/office/drawing/2014/main" id="{D418F213-163D-8EEC-310A-6CAADB539CDA}"/>
                  </a:ext>
                </a:extLst>
              </p14:cNvPr>
              <p14:cNvContentPartPr/>
              <p14:nvPr/>
            </p14:nvContentPartPr>
            <p14:xfrm>
              <a:off x="4077663" y="1941642"/>
              <a:ext cx="43920" cy="2217960"/>
            </p14:xfrm>
          </p:contentPart>
        </mc:Choice>
        <mc:Fallback xmlns="">
          <p:pic>
            <p:nvPicPr>
              <p:cNvPr id="103" name="Ink 102">
                <a:extLst>
                  <a:ext uri="{FF2B5EF4-FFF2-40B4-BE49-F238E27FC236}">
                    <a16:creationId xmlns:a16="http://schemas.microsoft.com/office/drawing/2014/main" id="{D418F213-163D-8EEC-310A-6CAADB539CDA}"/>
                  </a:ext>
                </a:extLst>
              </p:cNvPr>
              <p:cNvPicPr/>
              <p:nvPr/>
            </p:nvPicPr>
            <p:blipFill>
              <a:blip r:embed="rId77"/>
              <a:stretch>
                <a:fillRect/>
              </a:stretch>
            </p:blipFill>
            <p:spPr>
              <a:xfrm>
                <a:off x="4071543" y="1935522"/>
                <a:ext cx="56160" cy="2230200"/>
              </a:xfrm>
              <a:prstGeom prst="rect">
                <a:avLst/>
              </a:prstGeom>
            </p:spPr>
          </p:pic>
        </mc:Fallback>
      </mc:AlternateContent>
      <p:sp>
        <p:nvSpPr>
          <p:cNvPr id="104" name="Footer Placeholder 103">
            <a:extLst>
              <a:ext uri="{FF2B5EF4-FFF2-40B4-BE49-F238E27FC236}">
                <a16:creationId xmlns:a16="http://schemas.microsoft.com/office/drawing/2014/main" id="{786E0915-5004-0451-0337-58D0A17D995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5" name="Slide Number Placeholder 104">
            <a:extLst>
              <a:ext uri="{FF2B5EF4-FFF2-40B4-BE49-F238E27FC236}">
                <a16:creationId xmlns:a16="http://schemas.microsoft.com/office/drawing/2014/main" id="{7BAB96E6-0A3D-4695-55AA-14368FC7D674}"/>
              </a:ext>
            </a:extLst>
          </p:cNvPr>
          <p:cNvSpPr>
            <a:spLocks noGrp="1"/>
          </p:cNvSpPr>
          <p:nvPr>
            <p:ph type="sldNum" sz="quarter" idx="4"/>
          </p:nvPr>
        </p:nvSpPr>
        <p:spPr/>
        <p:txBody>
          <a:bodyPr/>
          <a:lstStyle/>
          <a:p>
            <a:fld id="{9FD7ECCF-50E7-4327-B945-FA93FF7B2BEF}" type="slidenum">
              <a:rPr lang="en-US" smtClean="0"/>
              <a:pPr/>
              <a:t>55</a:t>
            </a:fld>
            <a:r>
              <a:rPr lang="en-GB"/>
              <a:t>/80</a:t>
            </a:r>
            <a:endParaRPr lang="en-US" dirty="0"/>
          </a:p>
        </p:txBody>
      </p:sp>
    </p:spTree>
    <p:extLst>
      <p:ext uri="{BB962C8B-B14F-4D97-AF65-F5344CB8AC3E}">
        <p14:creationId xmlns:p14="http://schemas.microsoft.com/office/powerpoint/2010/main" val="71449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84"/>
                                        </p:tgtEl>
                                      </p:cBhvr>
                                    </p:animEffect>
                                    <p:set>
                                      <p:cBhvr>
                                        <p:cTn id="11" dur="1" fill="hold">
                                          <p:stCondLst>
                                            <p:cond delay="499"/>
                                          </p:stCondLst>
                                        </p:cTn>
                                        <p:tgtEl>
                                          <p:spTgt spid="84"/>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B998E-920F-8C3C-E88B-A6708EA20E93}"/>
              </a:ext>
            </a:extLst>
          </p:cNvPr>
          <p:cNvSpPr>
            <a:spLocks noGrp="1"/>
          </p:cNvSpPr>
          <p:nvPr>
            <p:ph type="title"/>
          </p:nvPr>
        </p:nvSpPr>
        <p:spPr/>
        <p:txBody>
          <a:bodyPr/>
          <a:lstStyle/>
          <a:p>
            <a:r>
              <a:rPr lang="en-GB" sz="4400" i="1" dirty="0">
                <a:latin typeface="+mn-lt"/>
              </a:rPr>
              <a:t>z table (Standard Normal Table)</a:t>
            </a:r>
            <a:endParaRPr lang="en-GB" dirty="0"/>
          </a:p>
        </p:txBody>
      </p:sp>
      <p:sp>
        <p:nvSpPr>
          <p:cNvPr id="3" name="Content Placeholder 2">
            <a:extLst>
              <a:ext uri="{FF2B5EF4-FFF2-40B4-BE49-F238E27FC236}">
                <a16:creationId xmlns:a16="http://schemas.microsoft.com/office/drawing/2014/main" id="{8C22448D-FB29-AFCA-48BB-35BC2D947C0F}"/>
              </a:ext>
            </a:extLst>
          </p:cNvPr>
          <p:cNvSpPr>
            <a:spLocks noGrp="1"/>
          </p:cNvSpPr>
          <p:nvPr>
            <p:ph sz="quarter" idx="1"/>
          </p:nvPr>
        </p:nvSpPr>
        <p:spPr/>
        <p:txBody>
          <a:bodyPr/>
          <a:lstStyle/>
          <a:p>
            <a:endParaRPr lang="en-GB"/>
          </a:p>
        </p:txBody>
      </p:sp>
      <p:pic>
        <p:nvPicPr>
          <p:cNvPr id="9" name="Picture 8">
            <a:extLst>
              <a:ext uri="{FF2B5EF4-FFF2-40B4-BE49-F238E27FC236}">
                <a16:creationId xmlns:a16="http://schemas.microsoft.com/office/drawing/2014/main" id="{42D9DA1C-9A98-8E77-EF06-6CA7C30F7D9C}"/>
              </a:ext>
            </a:extLst>
          </p:cNvPr>
          <p:cNvPicPr>
            <a:picLocks noChangeAspect="1"/>
          </p:cNvPicPr>
          <p:nvPr/>
        </p:nvPicPr>
        <p:blipFill>
          <a:blip r:embed="rId2"/>
          <a:stretch>
            <a:fillRect/>
          </a:stretch>
        </p:blipFill>
        <p:spPr>
          <a:xfrm>
            <a:off x="496191" y="1626525"/>
            <a:ext cx="4161271" cy="4731508"/>
          </a:xfrm>
          <a:prstGeom prst="rect">
            <a:avLst/>
          </a:prstGeom>
        </p:spPr>
      </p:pic>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58E3D38C-7917-3147-C5F7-3229B9F850D8}"/>
                  </a:ext>
                </a:extLst>
              </p14:cNvPr>
              <p14:cNvContentPartPr/>
              <p14:nvPr/>
            </p14:nvContentPartPr>
            <p14:xfrm>
              <a:off x="769263" y="1807722"/>
              <a:ext cx="54720" cy="4218480"/>
            </p14:xfrm>
          </p:contentPart>
        </mc:Choice>
        <mc:Fallback xmlns="">
          <p:pic>
            <p:nvPicPr>
              <p:cNvPr id="13" name="Ink 12">
                <a:extLst>
                  <a:ext uri="{FF2B5EF4-FFF2-40B4-BE49-F238E27FC236}">
                    <a16:creationId xmlns:a16="http://schemas.microsoft.com/office/drawing/2014/main" id="{58E3D38C-7917-3147-C5F7-3229B9F850D8}"/>
                  </a:ext>
                </a:extLst>
              </p:cNvPr>
              <p:cNvPicPr/>
              <p:nvPr/>
            </p:nvPicPr>
            <p:blipFill>
              <a:blip r:embed="rId4"/>
              <a:stretch>
                <a:fillRect/>
              </a:stretch>
            </p:blipFill>
            <p:spPr>
              <a:xfrm>
                <a:off x="697263" y="1663722"/>
                <a:ext cx="198360" cy="4506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DF59A61D-330D-F2E7-4B57-5BE7C7A4058F}"/>
                  </a:ext>
                </a:extLst>
              </p14:cNvPr>
              <p14:cNvContentPartPr/>
              <p14:nvPr/>
            </p14:nvContentPartPr>
            <p14:xfrm>
              <a:off x="831183" y="1643562"/>
              <a:ext cx="3718800" cy="154080"/>
            </p14:xfrm>
          </p:contentPart>
        </mc:Choice>
        <mc:Fallback xmlns="">
          <p:pic>
            <p:nvPicPr>
              <p:cNvPr id="14" name="Ink 13">
                <a:extLst>
                  <a:ext uri="{FF2B5EF4-FFF2-40B4-BE49-F238E27FC236}">
                    <a16:creationId xmlns:a16="http://schemas.microsoft.com/office/drawing/2014/main" id="{DF59A61D-330D-F2E7-4B57-5BE7C7A4058F}"/>
                  </a:ext>
                </a:extLst>
              </p:cNvPr>
              <p:cNvPicPr/>
              <p:nvPr/>
            </p:nvPicPr>
            <p:blipFill>
              <a:blip r:embed="rId6"/>
              <a:stretch>
                <a:fillRect/>
              </a:stretch>
            </p:blipFill>
            <p:spPr>
              <a:xfrm>
                <a:off x="759183" y="1499922"/>
                <a:ext cx="3862440" cy="441720"/>
              </a:xfrm>
              <a:prstGeom prst="rect">
                <a:avLst/>
              </a:prstGeom>
            </p:spPr>
          </p:pic>
        </mc:Fallback>
      </mc:AlternateContent>
      <p:sp>
        <p:nvSpPr>
          <p:cNvPr id="15" name="TextBox 14">
            <a:extLst>
              <a:ext uri="{FF2B5EF4-FFF2-40B4-BE49-F238E27FC236}">
                <a16:creationId xmlns:a16="http://schemas.microsoft.com/office/drawing/2014/main" id="{D6880176-0CD6-1955-EA37-D7C67960E58B}"/>
              </a:ext>
            </a:extLst>
          </p:cNvPr>
          <p:cNvSpPr txBox="1"/>
          <p:nvPr/>
        </p:nvSpPr>
        <p:spPr>
          <a:xfrm>
            <a:off x="399918" y="6111546"/>
            <a:ext cx="1086420" cy="307777"/>
          </a:xfrm>
          <a:prstGeom prst="rect">
            <a:avLst/>
          </a:prstGeom>
          <a:noFill/>
        </p:spPr>
        <p:txBody>
          <a:bodyPr wrap="square" rtlCol="0">
            <a:spAutoFit/>
          </a:bodyPr>
          <a:lstStyle/>
          <a:p>
            <a:r>
              <a:rPr lang="en-GB" sz="1400" i="1" dirty="0">
                <a:latin typeface="+mn-lt"/>
              </a:rPr>
              <a:t>z scores</a:t>
            </a:r>
            <a:endParaRPr lang="el-GR" sz="1400" i="1" dirty="0"/>
          </a:p>
        </p:txBody>
      </p:sp>
      <p:sp>
        <p:nvSpPr>
          <p:cNvPr id="16" name="TextBox 15">
            <a:extLst>
              <a:ext uri="{FF2B5EF4-FFF2-40B4-BE49-F238E27FC236}">
                <a16:creationId xmlns:a16="http://schemas.microsoft.com/office/drawing/2014/main" id="{AC33E1C7-116B-C06C-71E7-A7A38649CD5E}"/>
              </a:ext>
            </a:extLst>
          </p:cNvPr>
          <p:cNvSpPr txBox="1"/>
          <p:nvPr/>
        </p:nvSpPr>
        <p:spPr>
          <a:xfrm>
            <a:off x="4149892" y="1476511"/>
            <a:ext cx="1086420" cy="307777"/>
          </a:xfrm>
          <a:prstGeom prst="rect">
            <a:avLst/>
          </a:prstGeom>
          <a:noFill/>
        </p:spPr>
        <p:txBody>
          <a:bodyPr wrap="square" rtlCol="0">
            <a:spAutoFit/>
          </a:bodyPr>
          <a:lstStyle/>
          <a:p>
            <a:r>
              <a:rPr lang="en-GB" sz="1400" i="1" dirty="0">
                <a:latin typeface="+mn-lt"/>
              </a:rPr>
              <a:t>areas</a:t>
            </a:r>
            <a:endParaRPr lang="el-GR" sz="1400" i="1" dirty="0"/>
          </a:p>
        </p:txBody>
      </p:sp>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3D45BD4B-DE05-51F8-AA3C-A57D986BFA1E}"/>
                  </a:ext>
                </a:extLst>
              </p14:cNvPr>
              <p14:cNvContentPartPr/>
              <p14:nvPr/>
            </p14:nvContentPartPr>
            <p14:xfrm>
              <a:off x="697983" y="4395762"/>
              <a:ext cx="2358000" cy="53280"/>
            </p14:xfrm>
          </p:contentPart>
        </mc:Choice>
        <mc:Fallback xmlns="">
          <p:pic>
            <p:nvPicPr>
              <p:cNvPr id="18" name="Ink 17">
                <a:extLst>
                  <a:ext uri="{FF2B5EF4-FFF2-40B4-BE49-F238E27FC236}">
                    <a16:creationId xmlns:a16="http://schemas.microsoft.com/office/drawing/2014/main" id="{3D45BD4B-DE05-51F8-AA3C-A57D986BFA1E}"/>
                  </a:ext>
                </a:extLst>
              </p:cNvPr>
              <p:cNvPicPr/>
              <p:nvPr/>
            </p:nvPicPr>
            <p:blipFill>
              <a:blip r:embed="rId8"/>
              <a:stretch>
                <a:fillRect/>
              </a:stretch>
            </p:blipFill>
            <p:spPr>
              <a:xfrm>
                <a:off x="662343" y="4323762"/>
                <a:ext cx="24296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40E3C083-8372-10B2-0548-5DC4283E64FD}"/>
                  </a:ext>
                </a:extLst>
              </p14:cNvPr>
              <p14:cNvContentPartPr/>
              <p14:nvPr/>
            </p14:nvContentPartPr>
            <p14:xfrm>
              <a:off x="2916303" y="2033802"/>
              <a:ext cx="42840" cy="2197800"/>
            </p14:xfrm>
          </p:contentPart>
        </mc:Choice>
        <mc:Fallback xmlns="">
          <p:pic>
            <p:nvPicPr>
              <p:cNvPr id="19" name="Ink 18">
                <a:extLst>
                  <a:ext uri="{FF2B5EF4-FFF2-40B4-BE49-F238E27FC236}">
                    <a16:creationId xmlns:a16="http://schemas.microsoft.com/office/drawing/2014/main" id="{40E3C083-8372-10B2-0548-5DC4283E64FD}"/>
                  </a:ext>
                </a:extLst>
              </p:cNvPr>
              <p:cNvPicPr/>
              <p:nvPr/>
            </p:nvPicPr>
            <p:blipFill>
              <a:blip r:embed="rId10"/>
              <a:stretch>
                <a:fillRect/>
              </a:stretch>
            </p:blipFill>
            <p:spPr>
              <a:xfrm>
                <a:off x="2826663" y="1854162"/>
                <a:ext cx="222480" cy="2557440"/>
              </a:xfrm>
              <a:prstGeom prst="rect">
                <a:avLst/>
              </a:prstGeom>
            </p:spPr>
          </p:pic>
        </mc:Fallback>
      </mc:AlternateContent>
      <p:sp>
        <p:nvSpPr>
          <p:cNvPr id="22" name="TextBox 21">
            <a:extLst>
              <a:ext uri="{FF2B5EF4-FFF2-40B4-BE49-F238E27FC236}">
                <a16:creationId xmlns:a16="http://schemas.microsoft.com/office/drawing/2014/main" id="{ABBD4919-00AF-6BD3-30CF-361AB0D1F88C}"/>
              </a:ext>
            </a:extLst>
          </p:cNvPr>
          <p:cNvSpPr txBox="1"/>
          <p:nvPr/>
        </p:nvSpPr>
        <p:spPr>
          <a:xfrm>
            <a:off x="4728742" y="1600201"/>
            <a:ext cx="4193921" cy="4555093"/>
          </a:xfrm>
          <a:custGeom>
            <a:avLst/>
            <a:gdLst>
              <a:gd name="connsiteX0" fmla="*/ 0 w 4193921"/>
              <a:gd name="connsiteY0" fmla="*/ 0 h 4555093"/>
              <a:gd name="connsiteX1" fmla="*/ 641071 w 4193921"/>
              <a:gd name="connsiteY1" fmla="*/ 0 h 4555093"/>
              <a:gd name="connsiteX2" fmla="*/ 1198263 w 4193921"/>
              <a:gd name="connsiteY2" fmla="*/ 0 h 4555093"/>
              <a:gd name="connsiteX3" fmla="*/ 1713516 w 4193921"/>
              <a:gd name="connsiteY3" fmla="*/ 0 h 4555093"/>
              <a:gd name="connsiteX4" fmla="*/ 2186830 w 4193921"/>
              <a:gd name="connsiteY4" fmla="*/ 0 h 4555093"/>
              <a:gd name="connsiteX5" fmla="*/ 2869840 w 4193921"/>
              <a:gd name="connsiteY5" fmla="*/ 0 h 4555093"/>
              <a:gd name="connsiteX6" fmla="*/ 3385093 w 4193921"/>
              <a:gd name="connsiteY6" fmla="*/ 0 h 4555093"/>
              <a:gd name="connsiteX7" fmla="*/ 4193921 w 4193921"/>
              <a:gd name="connsiteY7" fmla="*/ 0 h 4555093"/>
              <a:gd name="connsiteX8" fmla="*/ 4193921 w 4193921"/>
              <a:gd name="connsiteY8" fmla="*/ 523836 h 4555093"/>
              <a:gd name="connsiteX9" fmla="*/ 4193921 w 4193921"/>
              <a:gd name="connsiteY9" fmla="*/ 1138773 h 4555093"/>
              <a:gd name="connsiteX10" fmla="*/ 4193921 w 4193921"/>
              <a:gd name="connsiteY10" fmla="*/ 1617058 h 4555093"/>
              <a:gd name="connsiteX11" fmla="*/ 4193921 w 4193921"/>
              <a:gd name="connsiteY11" fmla="*/ 2095343 h 4555093"/>
              <a:gd name="connsiteX12" fmla="*/ 4193921 w 4193921"/>
              <a:gd name="connsiteY12" fmla="*/ 2573628 h 4555093"/>
              <a:gd name="connsiteX13" fmla="*/ 4193921 w 4193921"/>
              <a:gd name="connsiteY13" fmla="*/ 3097463 h 4555093"/>
              <a:gd name="connsiteX14" fmla="*/ 4193921 w 4193921"/>
              <a:gd name="connsiteY14" fmla="*/ 3757952 h 4555093"/>
              <a:gd name="connsiteX15" fmla="*/ 4193921 w 4193921"/>
              <a:gd name="connsiteY15" fmla="*/ 4555093 h 4555093"/>
              <a:gd name="connsiteX16" fmla="*/ 3594789 w 4193921"/>
              <a:gd name="connsiteY16" fmla="*/ 4555093 h 4555093"/>
              <a:gd name="connsiteX17" fmla="*/ 2995658 w 4193921"/>
              <a:gd name="connsiteY17" fmla="*/ 4555093 h 4555093"/>
              <a:gd name="connsiteX18" fmla="*/ 2438465 w 4193921"/>
              <a:gd name="connsiteY18" fmla="*/ 4555093 h 4555093"/>
              <a:gd name="connsiteX19" fmla="*/ 1965152 w 4193921"/>
              <a:gd name="connsiteY19" fmla="*/ 4555093 h 4555093"/>
              <a:gd name="connsiteX20" fmla="*/ 1491838 w 4193921"/>
              <a:gd name="connsiteY20" fmla="*/ 4555093 h 4555093"/>
              <a:gd name="connsiteX21" fmla="*/ 1018524 w 4193921"/>
              <a:gd name="connsiteY21" fmla="*/ 4555093 h 4555093"/>
              <a:gd name="connsiteX22" fmla="*/ 0 w 4193921"/>
              <a:gd name="connsiteY22" fmla="*/ 4555093 h 4555093"/>
              <a:gd name="connsiteX23" fmla="*/ 0 w 4193921"/>
              <a:gd name="connsiteY23" fmla="*/ 3985706 h 4555093"/>
              <a:gd name="connsiteX24" fmla="*/ 0 w 4193921"/>
              <a:gd name="connsiteY24" fmla="*/ 3370769 h 4555093"/>
              <a:gd name="connsiteX25" fmla="*/ 0 w 4193921"/>
              <a:gd name="connsiteY25" fmla="*/ 2846933 h 4555093"/>
              <a:gd name="connsiteX26" fmla="*/ 0 w 4193921"/>
              <a:gd name="connsiteY26" fmla="*/ 2368648 h 4555093"/>
              <a:gd name="connsiteX27" fmla="*/ 0 w 4193921"/>
              <a:gd name="connsiteY27" fmla="*/ 1935915 h 4555093"/>
              <a:gd name="connsiteX28" fmla="*/ 0 w 4193921"/>
              <a:gd name="connsiteY28" fmla="*/ 1366528 h 4555093"/>
              <a:gd name="connsiteX29" fmla="*/ 0 w 4193921"/>
              <a:gd name="connsiteY29" fmla="*/ 797141 h 4555093"/>
              <a:gd name="connsiteX30" fmla="*/ 0 w 4193921"/>
              <a:gd name="connsiteY30" fmla="*/ 0 h 45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93921" h="4555093" fill="none" extrusionOk="0">
                <a:moveTo>
                  <a:pt x="0" y="0"/>
                </a:moveTo>
                <a:cubicBezTo>
                  <a:pt x="201791" y="-61738"/>
                  <a:pt x="402694" y="12237"/>
                  <a:pt x="641071" y="0"/>
                </a:cubicBezTo>
                <a:cubicBezTo>
                  <a:pt x="879448" y="-12237"/>
                  <a:pt x="942412" y="42529"/>
                  <a:pt x="1198263" y="0"/>
                </a:cubicBezTo>
                <a:cubicBezTo>
                  <a:pt x="1454114" y="-42529"/>
                  <a:pt x="1514701" y="20150"/>
                  <a:pt x="1713516" y="0"/>
                </a:cubicBezTo>
                <a:cubicBezTo>
                  <a:pt x="1912331" y="-20150"/>
                  <a:pt x="2017233" y="30211"/>
                  <a:pt x="2186830" y="0"/>
                </a:cubicBezTo>
                <a:cubicBezTo>
                  <a:pt x="2356427" y="-30211"/>
                  <a:pt x="2615999" y="54557"/>
                  <a:pt x="2869840" y="0"/>
                </a:cubicBezTo>
                <a:cubicBezTo>
                  <a:pt x="3123681" y="-54557"/>
                  <a:pt x="3152771" y="27218"/>
                  <a:pt x="3385093" y="0"/>
                </a:cubicBezTo>
                <a:cubicBezTo>
                  <a:pt x="3617415" y="-27218"/>
                  <a:pt x="4003075" y="7111"/>
                  <a:pt x="4193921" y="0"/>
                </a:cubicBezTo>
                <a:cubicBezTo>
                  <a:pt x="4204907" y="117387"/>
                  <a:pt x="4186315" y="368485"/>
                  <a:pt x="4193921" y="523836"/>
                </a:cubicBezTo>
                <a:cubicBezTo>
                  <a:pt x="4201527" y="679187"/>
                  <a:pt x="4121589" y="931327"/>
                  <a:pt x="4193921" y="1138773"/>
                </a:cubicBezTo>
                <a:cubicBezTo>
                  <a:pt x="4266253" y="1346219"/>
                  <a:pt x="4150922" y="1439151"/>
                  <a:pt x="4193921" y="1617058"/>
                </a:cubicBezTo>
                <a:cubicBezTo>
                  <a:pt x="4236920" y="1794965"/>
                  <a:pt x="4145198" y="1957315"/>
                  <a:pt x="4193921" y="2095343"/>
                </a:cubicBezTo>
                <a:cubicBezTo>
                  <a:pt x="4242644" y="2233371"/>
                  <a:pt x="4170091" y="2335576"/>
                  <a:pt x="4193921" y="2573628"/>
                </a:cubicBezTo>
                <a:cubicBezTo>
                  <a:pt x="4217751" y="2811681"/>
                  <a:pt x="4141129" y="2855313"/>
                  <a:pt x="4193921" y="3097463"/>
                </a:cubicBezTo>
                <a:cubicBezTo>
                  <a:pt x="4246713" y="3339613"/>
                  <a:pt x="4135255" y="3611692"/>
                  <a:pt x="4193921" y="3757952"/>
                </a:cubicBezTo>
                <a:cubicBezTo>
                  <a:pt x="4252587" y="3904212"/>
                  <a:pt x="4133108" y="4303608"/>
                  <a:pt x="4193921" y="4555093"/>
                </a:cubicBezTo>
                <a:cubicBezTo>
                  <a:pt x="4040832" y="4581096"/>
                  <a:pt x="3723539" y="4514497"/>
                  <a:pt x="3594789" y="4555093"/>
                </a:cubicBezTo>
                <a:cubicBezTo>
                  <a:pt x="3466039" y="4595689"/>
                  <a:pt x="3248611" y="4523987"/>
                  <a:pt x="2995658" y="4555093"/>
                </a:cubicBezTo>
                <a:cubicBezTo>
                  <a:pt x="2742705" y="4586199"/>
                  <a:pt x="2597038" y="4493901"/>
                  <a:pt x="2438465" y="4555093"/>
                </a:cubicBezTo>
                <a:cubicBezTo>
                  <a:pt x="2279892" y="4616285"/>
                  <a:pt x="2113944" y="4523521"/>
                  <a:pt x="1965152" y="4555093"/>
                </a:cubicBezTo>
                <a:cubicBezTo>
                  <a:pt x="1816360" y="4586665"/>
                  <a:pt x="1643206" y="4525281"/>
                  <a:pt x="1491838" y="4555093"/>
                </a:cubicBezTo>
                <a:cubicBezTo>
                  <a:pt x="1340470" y="4584905"/>
                  <a:pt x="1231286" y="4507082"/>
                  <a:pt x="1018524" y="4555093"/>
                </a:cubicBezTo>
                <a:cubicBezTo>
                  <a:pt x="805762" y="4603104"/>
                  <a:pt x="453376" y="4492621"/>
                  <a:pt x="0" y="4555093"/>
                </a:cubicBezTo>
                <a:cubicBezTo>
                  <a:pt x="-21092" y="4281277"/>
                  <a:pt x="20391" y="4200851"/>
                  <a:pt x="0" y="3985706"/>
                </a:cubicBezTo>
                <a:cubicBezTo>
                  <a:pt x="-20391" y="3770561"/>
                  <a:pt x="70066" y="3558904"/>
                  <a:pt x="0" y="3370769"/>
                </a:cubicBezTo>
                <a:cubicBezTo>
                  <a:pt x="-70066" y="3182634"/>
                  <a:pt x="37440" y="3084225"/>
                  <a:pt x="0" y="2846933"/>
                </a:cubicBezTo>
                <a:cubicBezTo>
                  <a:pt x="-37440" y="2609641"/>
                  <a:pt x="24355" y="2574453"/>
                  <a:pt x="0" y="2368648"/>
                </a:cubicBezTo>
                <a:cubicBezTo>
                  <a:pt x="-24355" y="2162844"/>
                  <a:pt x="6982" y="2145550"/>
                  <a:pt x="0" y="1935915"/>
                </a:cubicBezTo>
                <a:cubicBezTo>
                  <a:pt x="-6982" y="1726280"/>
                  <a:pt x="54528" y="1626260"/>
                  <a:pt x="0" y="1366528"/>
                </a:cubicBezTo>
                <a:cubicBezTo>
                  <a:pt x="-54528" y="1106796"/>
                  <a:pt x="19609" y="1013399"/>
                  <a:pt x="0" y="797141"/>
                </a:cubicBezTo>
                <a:cubicBezTo>
                  <a:pt x="-19609" y="580883"/>
                  <a:pt x="21947" y="362395"/>
                  <a:pt x="0" y="0"/>
                </a:cubicBezTo>
                <a:close/>
              </a:path>
              <a:path w="4193921" h="4555093" stroke="0" extrusionOk="0">
                <a:moveTo>
                  <a:pt x="0" y="0"/>
                </a:moveTo>
                <a:cubicBezTo>
                  <a:pt x="156200" y="-53562"/>
                  <a:pt x="358714" y="49114"/>
                  <a:pt x="473314" y="0"/>
                </a:cubicBezTo>
                <a:cubicBezTo>
                  <a:pt x="587914" y="-49114"/>
                  <a:pt x="847861" y="4354"/>
                  <a:pt x="946628" y="0"/>
                </a:cubicBezTo>
                <a:cubicBezTo>
                  <a:pt x="1045395" y="-4354"/>
                  <a:pt x="1336908" y="68508"/>
                  <a:pt x="1629638" y="0"/>
                </a:cubicBezTo>
                <a:cubicBezTo>
                  <a:pt x="1922368" y="-68508"/>
                  <a:pt x="1994270" y="11263"/>
                  <a:pt x="2102952" y="0"/>
                </a:cubicBezTo>
                <a:cubicBezTo>
                  <a:pt x="2211634" y="-11263"/>
                  <a:pt x="2405584" y="4793"/>
                  <a:pt x="2576266" y="0"/>
                </a:cubicBezTo>
                <a:cubicBezTo>
                  <a:pt x="2746948" y="-4793"/>
                  <a:pt x="2986462" y="67386"/>
                  <a:pt x="3217337" y="0"/>
                </a:cubicBezTo>
                <a:cubicBezTo>
                  <a:pt x="3448212" y="-67386"/>
                  <a:pt x="3926355" y="113085"/>
                  <a:pt x="4193921" y="0"/>
                </a:cubicBezTo>
                <a:cubicBezTo>
                  <a:pt x="4227989" y="140865"/>
                  <a:pt x="4134012" y="310350"/>
                  <a:pt x="4193921" y="523836"/>
                </a:cubicBezTo>
                <a:cubicBezTo>
                  <a:pt x="4253830" y="737322"/>
                  <a:pt x="4137006" y="820223"/>
                  <a:pt x="4193921" y="1002120"/>
                </a:cubicBezTo>
                <a:cubicBezTo>
                  <a:pt x="4250836" y="1184017"/>
                  <a:pt x="4147605" y="1340720"/>
                  <a:pt x="4193921" y="1434854"/>
                </a:cubicBezTo>
                <a:cubicBezTo>
                  <a:pt x="4240237" y="1528988"/>
                  <a:pt x="4159993" y="1839229"/>
                  <a:pt x="4193921" y="1958690"/>
                </a:cubicBezTo>
                <a:cubicBezTo>
                  <a:pt x="4227849" y="2078151"/>
                  <a:pt x="4175466" y="2305550"/>
                  <a:pt x="4193921" y="2573628"/>
                </a:cubicBezTo>
                <a:cubicBezTo>
                  <a:pt x="4212376" y="2841706"/>
                  <a:pt x="4154052" y="3007297"/>
                  <a:pt x="4193921" y="3143014"/>
                </a:cubicBezTo>
                <a:cubicBezTo>
                  <a:pt x="4233790" y="3278731"/>
                  <a:pt x="4135608" y="3483635"/>
                  <a:pt x="4193921" y="3666850"/>
                </a:cubicBezTo>
                <a:cubicBezTo>
                  <a:pt x="4252234" y="3850065"/>
                  <a:pt x="4122237" y="4327478"/>
                  <a:pt x="4193921" y="4555093"/>
                </a:cubicBezTo>
                <a:cubicBezTo>
                  <a:pt x="3932732" y="4587585"/>
                  <a:pt x="3840378" y="4535121"/>
                  <a:pt x="3636729" y="4555093"/>
                </a:cubicBezTo>
                <a:cubicBezTo>
                  <a:pt x="3433080" y="4575065"/>
                  <a:pt x="3242969" y="4532060"/>
                  <a:pt x="3037597" y="4555093"/>
                </a:cubicBezTo>
                <a:cubicBezTo>
                  <a:pt x="2832225" y="4578126"/>
                  <a:pt x="2787678" y="4531795"/>
                  <a:pt x="2564283" y="4555093"/>
                </a:cubicBezTo>
                <a:cubicBezTo>
                  <a:pt x="2340888" y="4578391"/>
                  <a:pt x="2194629" y="4511147"/>
                  <a:pt x="1965152" y="4555093"/>
                </a:cubicBezTo>
                <a:cubicBezTo>
                  <a:pt x="1735675" y="4599039"/>
                  <a:pt x="1602938" y="4549875"/>
                  <a:pt x="1491838" y="4555093"/>
                </a:cubicBezTo>
                <a:cubicBezTo>
                  <a:pt x="1380738" y="4560311"/>
                  <a:pt x="1213420" y="4517573"/>
                  <a:pt x="1018524" y="4555093"/>
                </a:cubicBezTo>
                <a:cubicBezTo>
                  <a:pt x="823628" y="4592613"/>
                  <a:pt x="319907" y="4502824"/>
                  <a:pt x="0" y="4555093"/>
                </a:cubicBezTo>
                <a:cubicBezTo>
                  <a:pt x="-56613" y="4339479"/>
                  <a:pt x="16701" y="4156488"/>
                  <a:pt x="0" y="3940155"/>
                </a:cubicBezTo>
                <a:cubicBezTo>
                  <a:pt x="-16701" y="3723822"/>
                  <a:pt x="52898" y="3577146"/>
                  <a:pt x="0" y="3370769"/>
                </a:cubicBezTo>
                <a:cubicBezTo>
                  <a:pt x="-52898" y="3164392"/>
                  <a:pt x="32112" y="3083939"/>
                  <a:pt x="0" y="2892484"/>
                </a:cubicBezTo>
                <a:cubicBezTo>
                  <a:pt x="-32112" y="2701029"/>
                  <a:pt x="52984" y="2408935"/>
                  <a:pt x="0" y="2277547"/>
                </a:cubicBezTo>
                <a:cubicBezTo>
                  <a:pt x="-52984" y="2146159"/>
                  <a:pt x="25344" y="1880385"/>
                  <a:pt x="0" y="1662609"/>
                </a:cubicBezTo>
                <a:cubicBezTo>
                  <a:pt x="-25344" y="1444833"/>
                  <a:pt x="43839" y="1213348"/>
                  <a:pt x="0" y="1047671"/>
                </a:cubicBezTo>
                <a:cubicBezTo>
                  <a:pt x="-43839" y="881994"/>
                  <a:pt x="36453" y="385565"/>
                  <a:pt x="0" y="0"/>
                </a:cubicBezTo>
                <a:close/>
              </a:path>
            </a:pathLst>
          </a:custGeom>
          <a:ln>
            <a:extLst>
              <a:ext uri="{C807C97D-BFC1-408E-A445-0C87EB9F89A2}">
                <ask:lineSketchStyleProps xmlns:ask="http://schemas.microsoft.com/office/drawing/2018/sketchyshapes" sd="4132027508">
                  <a:prstGeom prst="rect">
                    <a:avLst/>
                  </a:prstGeom>
                  <ask:type>
                    <ask:lineSketchScribble/>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spcBef>
                <a:spcPts val="600"/>
              </a:spcBef>
              <a:spcAft>
                <a:spcPts val="600"/>
              </a:spcAft>
            </a:pPr>
            <a:r>
              <a:rPr lang="en-GB" sz="1400" b="1" dirty="0">
                <a:solidFill>
                  <a:schemeClr val="tx1"/>
                </a:solidFill>
              </a:rPr>
              <a:t>Steps:</a:t>
            </a:r>
          </a:p>
          <a:p>
            <a:pPr>
              <a:spcBef>
                <a:spcPts val="600"/>
              </a:spcBef>
              <a:spcAft>
                <a:spcPts val="600"/>
              </a:spcAft>
              <a:buFont typeface="+mj-lt"/>
              <a:buAutoNum type="arabicPeriod"/>
            </a:pPr>
            <a:r>
              <a:rPr lang="en-GB" sz="1400" b="1" dirty="0">
                <a:solidFill>
                  <a:schemeClr val="tx1"/>
                </a:solidFill>
              </a:rPr>
              <a:t>Look up the z-score</a:t>
            </a:r>
            <a:r>
              <a:rPr lang="en-GB" sz="1400" dirty="0">
                <a:solidFill>
                  <a:schemeClr val="tx1"/>
                </a:solidFill>
              </a:rPr>
              <a:t>: In a standard normal distribution table, locate the area corresponding to </a:t>
            </a:r>
            <a:r>
              <a:rPr lang="en-GB" sz="1400" b="1" dirty="0">
                <a:solidFill>
                  <a:schemeClr val="tx1"/>
                </a:solidFill>
              </a:rPr>
              <a:t>z = 2.44</a:t>
            </a:r>
            <a:r>
              <a:rPr lang="en-GB" sz="1400" dirty="0">
                <a:solidFill>
                  <a:schemeClr val="tx1"/>
                </a:solidFill>
              </a:rPr>
              <a:t>.</a:t>
            </a:r>
          </a:p>
          <a:p>
            <a:pPr>
              <a:spcBef>
                <a:spcPts val="600"/>
              </a:spcBef>
              <a:spcAft>
                <a:spcPts val="600"/>
              </a:spcAft>
              <a:buFont typeface="+mj-lt"/>
              <a:buAutoNum type="arabicPeriod"/>
            </a:pPr>
            <a:r>
              <a:rPr lang="en-GB" sz="1400" b="1" dirty="0">
                <a:solidFill>
                  <a:schemeClr val="tx1"/>
                </a:solidFill>
              </a:rPr>
              <a:t>Area to the Left</a:t>
            </a:r>
            <a:r>
              <a:rPr lang="en-GB" sz="1400" dirty="0">
                <a:solidFill>
                  <a:schemeClr val="tx1"/>
                </a:solidFill>
              </a:rPr>
              <a:t>: For </a:t>
            </a:r>
            <a:r>
              <a:rPr lang="en-GB" sz="1400" b="1" dirty="0">
                <a:solidFill>
                  <a:schemeClr val="tx1"/>
                </a:solidFill>
              </a:rPr>
              <a:t>z = 2.44</a:t>
            </a:r>
            <a:r>
              <a:rPr lang="en-GB" sz="1400" dirty="0">
                <a:solidFill>
                  <a:schemeClr val="tx1"/>
                </a:solidFill>
              </a:rPr>
              <a:t>, the area to the left (cumulative probability) is approximately </a:t>
            </a:r>
            <a:r>
              <a:rPr lang="en-GB" sz="1400" b="1" dirty="0">
                <a:solidFill>
                  <a:schemeClr val="tx1"/>
                </a:solidFill>
              </a:rPr>
              <a:t>0.9927</a:t>
            </a:r>
            <a:r>
              <a:rPr lang="en-GB" sz="1400" dirty="0">
                <a:solidFill>
                  <a:schemeClr val="tx1"/>
                </a:solidFill>
              </a:rPr>
              <a:t>. This means that about </a:t>
            </a:r>
            <a:r>
              <a:rPr lang="en-GB" sz="1400" b="1" dirty="0">
                <a:solidFill>
                  <a:schemeClr val="tx1"/>
                </a:solidFill>
              </a:rPr>
              <a:t>99.27%</a:t>
            </a:r>
            <a:r>
              <a:rPr lang="en-GB" sz="1400" dirty="0">
                <a:solidFill>
                  <a:schemeClr val="tx1"/>
                </a:solidFill>
              </a:rPr>
              <a:t> of values lie below a z-score of 2.44.</a:t>
            </a:r>
          </a:p>
          <a:p>
            <a:pPr>
              <a:spcBef>
                <a:spcPts val="600"/>
              </a:spcBef>
              <a:spcAft>
                <a:spcPts val="600"/>
              </a:spcAft>
              <a:buFont typeface="+mj-lt"/>
              <a:buAutoNum type="arabicPeriod"/>
            </a:pPr>
            <a:r>
              <a:rPr lang="en-GB" sz="1400" b="1" dirty="0">
                <a:solidFill>
                  <a:schemeClr val="tx1"/>
                </a:solidFill>
              </a:rPr>
              <a:t>Area to the Right</a:t>
            </a:r>
            <a:r>
              <a:rPr lang="en-GB" sz="1400" dirty="0">
                <a:solidFill>
                  <a:schemeClr val="tx1"/>
                </a:solidFill>
              </a:rPr>
              <a:t>: If you want the area to the right of z = 2.44, subtract the cumulative area from 1:</a:t>
            </a:r>
          </a:p>
          <a:p>
            <a:pPr>
              <a:spcBef>
                <a:spcPts val="600"/>
              </a:spcBef>
              <a:spcAft>
                <a:spcPts val="600"/>
              </a:spcAft>
            </a:pPr>
            <a:r>
              <a:rPr lang="en-GB" sz="1400" dirty="0">
                <a:solidFill>
                  <a:schemeClr val="tx1"/>
                </a:solidFill>
              </a:rPr>
              <a:t>1 − 0.9927 = </a:t>
            </a:r>
            <a:r>
              <a:rPr lang="en-GB" sz="1400" b="1" dirty="0">
                <a:solidFill>
                  <a:schemeClr val="tx1"/>
                </a:solidFill>
              </a:rPr>
              <a:t>0.0073</a:t>
            </a:r>
          </a:p>
          <a:p>
            <a:pPr>
              <a:spcBef>
                <a:spcPts val="600"/>
              </a:spcBef>
              <a:spcAft>
                <a:spcPts val="600"/>
              </a:spcAft>
            </a:pPr>
            <a:r>
              <a:rPr lang="en-GB" sz="1400" dirty="0">
                <a:solidFill>
                  <a:schemeClr val="tx1"/>
                </a:solidFill>
              </a:rPr>
              <a:t>This means that about </a:t>
            </a:r>
            <a:r>
              <a:rPr lang="en-GB" sz="1400" b="1" dirty="0">
                <a:solidFill>
                  <a:schemeClr val="tx1"/>
                </a:solidFill>
              </a:rPr>
              <a:t>0.73%</a:t>
            </a:r>
            <a:r>
              <a:rPr lang="en-GB" sz="1400" dirty="0">
                <a:solidFill>
                  <a:schemeClr val="tx1"/>
                </a:solidFill>
              </a:rPr>
              <a:t> of values lie above a z-score of 2.44.</a:t>
            </a:r>
          </a:p>
          <a:p>
            <a:pPr>
              <a:spcBef>
                <a:spcPts val="600"/>
              </a:spcBef>
              <a:spcAft>
                <a:spcPts val="600"/>
              </a:spcAft>
            </a:pPr>
            <a:r>
              <a:rPr lang="en-GB" sz="1400" b="1" dirty="0">
                <a:solidFill>
                  <a:schemeClr val="tx1"/>
                </a:solidFill>
              </a:rPr>
              <a:t>Summary:</a:t>
            </a:r>
          </a:p>
          <a:p>
            <a:pPr>
              <a:spcBef>
                <a:spcPts val="600"/>
              </a:spcBef>
              <a:spcAft>
                <a:spcPts val="600"/>
              </a:spcAft>
              <a:buFont typeface="Arial" panose="020B0604020202020204" pitchFamily="34" charset="0"/>
              <a:buChar char="•"/>
            </a:pPr>
            <a:r>
              <a:rPr lang="en-GB" sz="1400" b="1" dirty="0">
                <a:solidFill>
                  <a:schemeClr val="tx1"/>
                </a:solidFill>
              </a:rPr>
              <a:t>Area to the Left (Cumulative)</a:t>
            </a:r>
            <a:r>
              <a:rPr lang="en-GB" sz="1400" dirty="0">
                <a:solidFill>
                  <a:schemeClr val="tx1"/>
                </a:solidFill>
              </a:rPr>
              <a:t>: 0.9927 or 99.27%</a:t>
            </a:r>
          </a:p>
          <a:p>
            <a:pPr>
              <a:spcBef>
                <a:spcPts val="600"/>
              </a:spcBef>
              <a:spcAft>
                <a:spcPts val="600"/>
              </a:spcAft>
              <a:buFont typeface="Arial" panose="020B0604020202020204" pitchFamily="34" charset="0"/>
              <a:buChar char="•"/>
            </a:pPr>
            <a:r>
              <a:rPr lang="en-GB" sz="1400" b="1" dirty="0">
                <a:solidFill>
                  <a:schemeClr val="tx1"/>
                </a:solidFill>
              </a:rPr>
              <a:t>Area to the Right</a:t>
            </a:r>
            <a:r>
              <a:rPr lang="en-GB" sz="1400" dirty="0">
                <a:solidFill>
                  <a:schemeClr val="tx1"/>
                </a:solidFill>
              </a:rPr>
              <a:t>: 0.0073 or 0.73%</a:t>
            </a:r>
          </a:p>
        </p:txBody>
      </p:sp>
      <p:sp>
        <p:nvSpPr>
          <p:cNvPr id="23" name="Footer Placeholder 22">
            <a:extLst>
              <a:ext uri="{FF2B5EF4-FFF2-40B4-BE49-F238E27FC236}">
                <a16:creationId xmlns:a16="http://schemas.microsoft.com/office/drawing/2014/main" id="{999F6DA7-46DE-BDE2-0922-4CA35C37ACB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4" name="Slide Number Placeholder 23">
            <a:extLst>
              <a:ext uri="{FF2B5EF4-FFF2-40B4-BE49-F238E27FC236}">
                <a16:creationId xmlns:a16="http://schemas.microsoft.com/office/drawing/2014/main" id="{DB87F158-A107-B253-34FF-9DF57571F80B}"/>
              </a:ext>
            </a:extLst>
          </p:cNvPr>
          <p:cNvSpPr>
            <a:spLocks noGrp="1"/>
          </p:cNvSpPr>
          <p:nvPr>
            <p:ph type="sldNum" sz="quarter" idx="4"/>
          </p:nvPr>
        </p:nvSpPr>
        <p:spPr/>
        <p:txBody>
          <a:bodyPr/>
          <a:lstStyle/>
          <a:p>
            <a:fld id="{9FD7ECCF-50E7-4327-B945-FA93FF7B2BEF}" type="slidenum">
              <a:rPr lang="en-US" smtClean="0"/>
              <a:pPr/>
              <a:t>56</a:t>
            </a:fld>
            <a:r>
              <a:rPr lang="en-GB"/>
              <a:t>/80</a:t>
            </a:r>
            <a:endParaRPr lang="en-US" dirty="0"/>
          </a:p>
        </p:txBody>
      </p:sp>
    </p:spTree>
    <p:extLst>
      <p:ext uri="{BB962C8B-B14F-4D97-AF65-F5344CB8AC3E}">
        <p14:creationId xmlns:p14="http://schemas.microsoft.com/office/powerpoint/2010/main" val="5543639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E584-BED9-7402-8A30-296F54B9A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A1F6D-9997-69A3-078D-1335C374C4C3}"/>
              </a:ext>
            </a:extLst>
          </p:cNvPr>
          <p:cNvSpPr>
            <a:spLocks noGrp="1"/>
          </p:cNvSpPr>
          <p:nvPr>
            <p:ph type="title"/>
          </p:nvPr>
        </p:nvSpPr>
        <p:spPr/>
        <p:txBody>
          <a:bodyPr>
            <a:normAutofit fontScale="90000"/>
          </a:bodyPr>
          <a:lstStyle/>
          <a:p>
            <a:r>
              <a:rPr lang="en-GB" dirty="0"/>
              <a:t>z-score [Standard Normal Distribution ]</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AD5E5060-E4EE-BD25-926A-0D2D02D85B21}"/>
                  </a:ext>
                </a:extLst>
              </p14:cNvPr>
              <p14:cNvContentPartPr/>
              <p14:nvPr/>
            </p14:nvContentPartPr>
            <p14:xfrm>
              <a:off x="1721930" y="4711342"/>
              <a:ext cx="5472720" cy="49680"/>
            </p14:xfrm>
          </p:contentPart>
        </mc:Choice>
        <mc:Fallback xmlns="">
          <p:pic>
            <p:nvPicPr>
              <p:cNvPr id="6" name="Ink 5">
                <a:extLst>
                  <a:ext uri="{FF2B5EF4-FFF2-40B4-BE49-F238E27FC236}">
                    <a16:creationId xmlns:a16="http://schemas.microsoft.com/office/drawing/2014/main" id="{AD5E5060-E4EE-BD25-926A-0D2D02D85B21}"/>
                  </a:ext>
                </a:extLst>
              </p:cNvPr>
              <p:cNvPicPr/>
              <p:nvPr/>
            </p:nvPicPr>
            <p:blipFill>
              <a:blip r:embed="rId3"/>
              <a:stretch>
                <a:fillRect/>
              </a:stretch>
            </p:blipFill>
            <p:spPr>
              <a:xfrm>
                <a:off x="1715810" y="4705222"/>
                <a:ext cx="54849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76320D4-71F0-7C6B-ECD2-B0041C66B959}"/>
                  </a:ext>
                </a:extLst>
              </p14:cNvPr>
              <p14:cNvContentPartPr/>
              <p14:nvPr/>
            </p14:nvContentPartPr>
            <p14:xfrm>
              <a:off x="1817330" y="2592382"/>
              <a:ext cx="5269680" cy="1975320"/>
            </p14:xfrm>
          </p:contentPart>
        </mc:Choice>
        <mc:Fallback xmlns="">
          <p:pic>
            <p:nvPicPr>
              <p:cNvPr id="7" name="Ink 6">
                <a:extLst>
                  <a:ext uri="{FF2B5EF4-FFF2-40B4-BE49-F238E27FC236}">
                    <a16:creationId xmlns:a16="http://schemas.microsoft.com/office/drawing/2014/main" id="{376320D4-71F0-7C6B-ECD2-B0041C66B959}"/>
                  </a:ext>
                </a:extLst>
              </p:cNvPr>
              <p:cNvPicPr/>
              <p:nvPr/>
            </p:nvPicPr>
            <p:blipFill>
              <a:blip r:embed="rId5"/>
              <a:stretch>
                <a:fillRect/>
              </a:stretch>
            </p:blipFill>
            <p:spPr>
              <a:xfrm>
                <a:off x="1811210" y="2586262"/>
                <a:ext cx="5281920" cy="1987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29C61283-1F48-D61E-2725-8A3AC2940757}"/>
                  </a:ext>
                </a:extLst>
              </p14:cNvPr>
              <p14:cNvContentPartPr/>
              <p14:nvPr/>
            </p14:nvContentPartPr>
            <p14:xfrm>
              <a:off x="4318306" y="4640098"/>
              <a:ext cx="360" cy="143640"/>
            </p14:xfrm>
          </p:contentPart>
        </mc:Choice>
        <mc:Fallback xmlns="">
          <p:pic>
            <p:nvPicPr>
              <p:cNvPr id="8" name="Ink 7">
                <a:extLst>
                  <a:ext uri="{FF2B5EF4-FFF2-40B4-BE49-F238E27FC236}">
                    <a16:creationId xmlns:a16="http://schemas.microsoft.com/office/drawing/2014/main" id="{29C61283-1F48-D61E-2725-8A3AC2940757}"/>
                  </a:ext>
                </a:extLst>
              </p:cNvPr>
              <p:cNvPicPr/>
              <p:nvPr/>
            </p:nvPicPr>
            <p:blipFill>
              <a:blip r:embed="rId7"/>
              <a:stretch>
                <a:fillRect/>
              </a:stretch>
            </p:blipFill>
            <p:spPr>
              <a:xfrm>
                <a:off x="4312186" y="4633978"/>
                <a:ext cx="12600" cy="155880"/>
              </a:xfrm>
              <a:prstGeom prst="rect">
                <a:avLst/>
              </a:prstGeom>
            </p:spPr>
          </p:pic>
        </mc:Fallback>
      </mc:AlternateContent>
      <p:sp>
        <p:nvSpPr>
          <p:cNvPr id="9" name="TextBox 8">
            <a:extLst>
              <a:ext uri="{FF2B5EF4-FFF2-40B4-BE49-F238E27FC236}">
                <a16:creationId xmlns:a16="http://schemas.microsoft.com/office/drawing/2014/main" id="{B32283C0-1025-A8C4-ED8F-8CF72C7CCC17}"/>
              </a:ext>
            </a:extLst>
          </p:cNvPr>
          <p:cNvSpPr txBox="1"/>
          <p:nvPr/>
        </p:nvSpPr>
        <p:spPr>
          <a:xfrm>
            <a:off x="4207187" y="4755064"/>
            <a:ext cx="256802" cy="261610"/>
          </a:xfrm>
          <a:prstGeom prst="rect">
            <a:avLst/>
          </a:prstGeom>
          <a:noFill/>
        </p:spPr>
        <p:txBody>
          <a:bodyPr wrap="none" rtlCol="0">
            <a:spAutoFit/>
          </a:bodyPr>
          <a:lstStyle/>
          <a:p>
            <a:r>
              <a:rPr lang="el-GR" sz="1100" dirty="0">
                <a:latin typeface="+mn-lt"/>
              </a:rPr>
              <a:t>0</a:t>
            </a:r>
            <a:endParaRPr lang="en-GB" sz="1100" dirty="0">
              <a:latin typeface="+mn-lt"/>
            </a:endParaRPr>
          </a:p>
        </p:txBody>
      </p:sp>
      <p:sp>
        <p:nvSpPr>
          <p:cNvPr id="10" name="TextBox 9">
            <a:extLst>
              <a:ext uri="{FF2B5EF4-FFF2-40B4-BE49-F238E27FC236}">
                <a16:creationId xmlns:a16="http://schemas.microsoft.com/office/drawing/2014/main" id="{119CB1D8-5083-2B4A-D69E-847D94B1651F}"/>
              </a:ext>
            </a:extLst>
          </p:cNvPr>
          <p:cNvSpPr txBox="1"/>
          <p:nvPr/>
        </p:nvSpPr>
        <p:spPr>
          <a:xfrm>
            <a:off x="4785862" y="4797544"/>
            <a:ext cx="256802" cy="261610"/>
          </a:xfrm>
          <a:prstGeom prst="rect">
            <a:avLst/>
          </a:prstGeom>
          <a:noFill/>
        </p:spPr>
        <p:txBody>
          <a:bodyPr wrap="none" rtlCol="0">
            <a:spAutoFit/>
          </a:bodyPr>
          <a:lstStyle/>
          <a:p>
            <a:r>
              <a:rPr lang="el-GR" sz="1100" dirty="0">
                <a:latin typeface="+mn-lt"/>
              </a:rPr>
              <a:t>1</a:t>
            </a:r>
            <a:endParaRPr lang="en-GB" sz="1100" dirty="0">
              <a:latin typeface="+mn-lt"/>
            </a:endParaRPr>
          </a:p>
        </p:txBody>
      </p:sp>
      <p:sp>
        <p:nvSpPr>
          <p:cNvPr id="11" name="TextBox 10">
            <a:extLst>
              <a:ext uri="{FF2B5EF4-FFF2-40B4-BE49-F238E27FC236}">
                <a16:creationId xmlns:a16="http://schemas.microsoft.com/office/drawing/2014/main" id="{182FE8E4-6632-451A-2534-C5AFA3349898}"/>
              </a:ext>
            </a:extLst>
          </p:cNvPr>
          <p:cNvSpPr txBox="1"/>
          <p:nvPr/>
        </p:nvSpPr>
        <p:spPr>
          <a:xfrm>
            <a:off x="5347151" y="4797544"/>
            <a:ext cx="256802" cy="261610"/>
          </a:xfrm>
          <a:prstGeom prst="rect">
            <a:avLst/>
          </a:prstGeom>
          <a:noFill/>
        </p:spPr>
        <p:txBody>
          <a:bodyPr wrap="none" rtlCol="0">
            <a:spAutoFit/>
          </a:bodyPr>
          <a:lstStyle/>
          <a:p>
            <a:r>
              <a:rPr lang="el-GR" sz="1100" dirty="0">
                <a:latin typeface="+mn-lt"/>
              </a:rPr>
              <a:t>2</a:t>
            </a:r>
            <a:endParaRPr lang="en-GB" sz="1100" dirty="0">
              <a:latin typeface="+mn-lt"/>
            </a:endParaRPr>
          </a:p>
        </p:txBody>
      </p:sp>
      <p:sp>
        <p:nvSpPr>
          <p:cNvPr id="12" name="TextBox 11">
            <a:extLst>
              <a:ext uri="{FF2B5EF4-FFF2-40B4-BE49-F238E27FC236}">
                <a16:creationId xmlns:a16="http://schemas.microsoft.com/office/drawing/2014/main" id="{AAE866FD-AB39-99D5-AE9F-516FF9A3A0AC}"/>
              </a:ext>
            </a:extLst>
          </p:cNvPr>
          <p:cNvSpPr txBox="1"/>
          <p:nvPr/>
        </p:nvSpPr>
        <p:spPr>
          <a:xfrm>
            <a:off x="5977639" y="4797544"/>
            <a:ext cx="256802" cy="261610"/>
          </a:xfrm>
          <a:prstGeom prst="rect">
            <a:avLst/>
          </a:prstGeom>
          <a:noFill/>
        </p:spPr>
        <p:txBody>
          <a:bodyPr wrap="none" rtlCol="0">
            <a:spAutoFit/>
          </a:bodyPr>
          <a:lstStyle/>
          <a:p>
            <a:r>
              <a:rPr lang="el-GR" sz="1100" dirty="0">
                <a:latin typeface="+mn-lt"/>
              </a:rPr>
              <a:t>3</a:t>
            </a:r>
            <a:endParaRPr lang="en-GB" sz="1100" dirty="0">
              <a:latin typeface="+mn-lt"/>
            </a:endParaRPr>
          </a:p>
        </p:txBody>
      </p:sp>
      <p:sp>
        <p:nvSpPr>
          <p:cNvPr id="14" name="TextBox 13">
            <a:extLst>
              <a:ext uri="{FF2B5EF4-FFF2-40B4-BE49-F238E27FC236}">
                <a16:creationId xmlns:a16="http://schemas.microsoft.com/office/drawing/2014/main" id="{A578059B-DF21-BBF2-D5CC-ECF19C72DC90}"/>
              </a:ext>
            </a:extLst>
          </p:cNvPr>
          <p:cNvSpPr txBox="1"/>
          <p:nvPr/>
        </p:nvSpPr>
        <p:spPr>
          <a:xfrm>
            <a:off x="2218617" y="4773857"/>
            <a:ext cx="300082" cy="261610"/>
          </a:xfrm>
          <a:prstGeom prst="rect">
            <a:avLst/>
          </a:prstGeom>
          <a:noFill/>
        </p:spPr>
        <p:txBody>
          <a:bodyPr wrap="none" rtlCol="0">
            <a:spAutoFit/>
          </a:bodyPr>
          <a:lstStyle/>
          <a:p>
            <a:r>
              <a:rPr lang="el-GR" sz="1100" dirty="0">
                <a:latin typeface="+mn-lt"/>
              </a:rPr>
              <a:t>-3</a:t>
            </a:r>
            <a:endParaRPr lang="en-GB" sz="1100" dirty="0">
              <a:latin typeface="+mn-lt"/>
            </a:endParaRPr>
          </a:p>
        </p:txBody>
      </p:sp>
      <p:sp>
        <p:nvSpPr>
          <p:cNvPr id="15" name="TextBox 14">
            <a:extLst>
              <a:ext uri="{FF2B5EF4-FFF2-40B4-BE49-F238E27FC236}">
                <a16:creationId xmlns:a16="http://schemas.microsoft.com/office/drawing/2014/main" id="{3EA7DB3F-AA59-E057-D7FD-7E680E67E958}"/>
              </a:ext>
            </a:extLst>
          </p:cNvPr>
          <p:cNvSpPr txBox="1"/>
          <p:nvPr/>
        </p:nvSpPr>
        <p:spPr>
          <a:xfrm>
            <a:off x="2779906" y="4773857"/>
            <a:ext cx="300082" cy="261610"/>
          </a:xfrm>
          <a:prstGeom prst="rect">
            <a:avLst/>
          </a:prstGeom>
          <a:noFill/>
        </p:spPr>
        <p:txBody>
          <a:bodyPr wrap="none" rtlCol="0">
            <a:spAutoFit/>
          </a:bodyPr>
          <a:lstStyle/>
          <a:p>
            <a:r>
              <a:rPr lang="el-GR" sz="1100" dirty="0">
                <a:latin typeface="+mn-lt"/>
              </a:rPr>
              <a:t>-2</a:t>
            </a:r>
            <a:endParaRPr lang="en-GB" sz="1100" dirty="0">
              <a:latin typeface="+mn-lt"/>
            </a:endParaRPr>
          </a:p>
        </p:txBody>
      </p:sp>
      <p:sp>
        <p:nvSpPr>
          <p:cNvPr id="16" name="TextBox 15">
            <a:extLst>
              <a:ext uri="{FF2B5EF4-FFF2-40B4-BE49-F238E27FC236}">
                <a16:creationId xmlns:a16="http://schemas.microsoft.com/office/drawing/2014/main" id="{85AEEB3B-D995-318E-7D71-65234FDEC14C}"/>
              </a:ext>
            </a:extLst>
          </p:cNvPr>
          <p:cNvSpPr txBox="1"/>
          <p:nvPr/>
        </p:nvSpPr>
        <p:spPr>
          <a:xfrm>
            <a:off x="3482177" y="4773857"/>
            <a:ext cx="300082" cy="261610"/>
          </a:xfrm>
          <a:prstGeom prst="rect">
            <a:avLst/>
          </a:prstGeom>
          <a:noFill/>
        </p:spPr>
        <p:txBody>
          <a:bodyPr wrap="none" rtlCol="0">
            <a:spAutoFit/>
          </a:bodyPr>
          <a:lstStyle/>
          <a:p>
            <a:r>
              <a:rPr lang="el-GR" sz="1100" dirty="0">
                <a:latin typeface="+mn-lt"/>
              </a:rPr>
              <a:t>-1</a:t>
            </a:r>
            <a:endParaRPr lang="en-GB" sz="1100" dirty="0">
              <a:latin typeface="+mn-lt"/>
            </a:endParaRPr>
          </a:p>
        </p:txBody>
      </p:sp>
      <p:grpSp>
        <p:nvGrpSpPr>
          <p:cNvPr id="17" name="Group 16">
            <a:extLst>
              <a:ext uri="{FF2B5EF4-FFF2-40B4-BE49-F238E27FC236}">
                <a16:creationId xmlns:a16="http://schemas.microsoft.com/office/drawing/2014/main" id="{C1799340-528C-5C1A-3560-65A4A8BDF597}"/>
              </a:ext>
            </a:extLst>
          </p:cNvPr>
          <p:cNvGrpSpPr/>
          <p:nvPr/>
        </p:nvGrpSpPr>
        <p:grpSpPr>
          <a:xfrm>
            <a:off x="2383146" y="4657283"/>
            <a:ext cx="541440" cy="75600"/>
            <a:chOff x="4968379" y="4054604"/>
            <a:chExt cx="541440" cy="75600"/>
          </a:xfrm>
        </p:grpSpPr>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FF6E07BE-79D9-52BF-F56D-3A9757F07EEA}"/>
                    </a:ext>
                  </a:extLst>
                </p14:cNvPr>
                <p14:cNvContentPartPr/>
                <p14:nvPr/>
              </p14:nvContentPartPr>
              <p14:xfrm>
                <a:off x="4968379" y="4065764"/>
                <a:ext cx="360" cy="64440"/>
              </p14:xfrm>
            </p:contentPart>
          </mc:Choice>
          <mc:Fallback xmlns="">
            <p:pic>
              <p:nvPicPr>
                <p:cNvPr id="18" name="Ink 17">
                  <a:extLst>
                    <a:ext uri="{FF2B5EF4-FFF2-40B4-BE49-F238E27FC236}">
                      <a16:creationId xmlns:a16="http://schemas.microsoft.com/office/drawing/2014/main" id="{FF6E07BE-79D9-52BF-F56D-3A9757F07EEA}"/>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01C2A37C-E215-27CE-7434-A3B8D8866F0A}"/>
                    </a:ext>
                  </a:extLst>
                </p14:cNvPr>
                <p14:cNvContentPartPr/>
                <p14:nvPr/>
              </p14:nvContentPartPr>
              <p14:xfrm>
                <a:off x="5509459" y="4054604"/>
                <a:ext cx="360" cy="69120"/>
              </p14:xfrm>
            </p:contentPart>
          </mc:Choice>
          <mc:Fallback xmlns="">
            <p:pic>
              <p:nvPicPr>
                <p:cNvPr id="19" name="Ink 18">
                  <a:extLst>
                    <a:ext uri="{FF2B5EF4-FFF2-40B4-BE49-F238E27FC236}">
                      <a16:creationId xmlns:a16="http://schemas.microsoft.com/office/drawing/2014/main" id="{01C2A37C-E215-27CE-7434-A3B8D8866F0A}"/>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BC970CD4-6258-70FC-4EEC-C1879A07B684}"/>
                  </a:ext>
                </a:extLst>
              </p14:cNvPr>
              <p14:cNvContentPartPr/>
              <p14:nvPr/>
            </p14:nvContentPartPr>
            <p14:xfrm>
              <a:off x="3574386" y="4681043"/>
              <a:ext cx="360" cy="81720"/>
            </p14:xfrm>
          </p:contentPart>
        </mc:Choice>
        <mc:Fallback xmlns="">
          <p:pic>
            <p:nvPicPr>
              <p:cNvPr id="20" name="Ink 19">
                <a:extLst>
                  <a:ext uri="{FF2B5EF4-FFF2-40B4-BE49-F238E27FC236}">
                    <a16:creationId xmlns:a16="http://schemas.microsoft.com/office/drawing/2014/main" id="{BC970CD4-6258-70FC-4EEC-C1879A07B684}"/>
                  </a:ext>
                </a:extLst>
              </p:cNvPr>
              <p:cNvPicPr/>
              <p:nvPr/>
            </p:nvPicPr>
            <p:blipFill>
              <a:blip r:embed="rId13"/>
              <a:stretch>
                <a:fillRect/>
              </a:stretch>
            </p:blipFill>
            <p:spPr>
              <a:xfrm>
                <a:off x="3568266" y="4674923"/>
                <a:ext cx="12600" cy="93960"/>
              </a:xfrm>
              <a:prstGeom prst="rect">
                <a:avLst/>
              </a:prstGeom>
            </p:spPr>
          </p:pic>
        </mc:Fallback>
      </mc:AlternateContent>
      <p:grpSp>
        <p:nvGrpSpPr>
          <p:cNvPr id="21" name="Group 20">
            <a:extLst>
              <a:ext uri="{FF2B5EF4-FFF2-40B4-BE49-F238E27FC236}">
                <a16:creationId xmlns:a16="http://schemas.microsoft.com/office/drawing/2014/main" id="{2BE72E19-1F77-1959-8F99-989F760FAEC0}"/>
              </a:ext>
            </a:extLst>
          </p:cNvPr>
          <p:cNvGrpSpPr/>
          <p:nvPr/>
        </p:nvGrpSpPr>
        <p:grpSpPr>
          <a:xfrm>
            <a:off x="4979522" y="4674176"/>
            <a:ext cx="541440" cy="75600"/>
            <a:chOff x="4968379" y="4054604"/>
            <a:chExt cx="541440" cy="75600"/>
          </a:xfrm>
        </p:grpSpPr>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2D69F44C-70A8-B9BD-13F6-E9C013049A26}"/>
                    </a:ext>
                  </a:extLst>
                </p14:cNvPr>
                <p14:cNvContentPartPr/>
                <p14:nvPr/>
              </p14:nvContentPartPr>
              <p14:xfrm>
                <a:off x="4968379" y="4065764"/>
                <a:ext cx="360" cy="64440"/>
              </p14:xfrm>
            </p:contentPart>
          </mc:Choice>
          <mc:Fallback xmlns="">
            <p:pic>
              <p:nvPicPr>
                <p:cNvPr id="22" name="Ink 21">
                  <a:extLst>
                    <a:ext uri="{FF2B5EF4-FFF2-40B4-BE49-F238E27FC236}">
                      <a16:creationId xmlns:a16="http://schemas.microsoft.com/office/drawing/2014/main" id="{2D69F44C-70A8-B9BD-13F6-E9C013049A26}"/>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1149CE4E-ECDD-DD61-9ADA-471701D52608}"/>
                    </a:ext>
                  </a:extLst>
                </p14:cNvPr>
                <p14:cNvContentPartPr/>
                <p14:nvPr/>
              </p14:nvContentPartPr>
              <p14:xfrm>
                <a:off x="5509459" y="4054604"/>
                <a:ext cx="360" cy="69120"/>
              </p14:xfrm>
            </p:contentPart>
          </mc:Choice>
          <mc:Fallback xmlns="">
            <p:pic>
              <p:nvPicPr>
                <p:cNvPr id="23" name="Ink 22">
                  <a:extLst>
                    <a:ext uri="{FF2B5EF4-FFF2-40B4-BE49-F238E27FC236}">
                      <a16:creationId xmlns:a16="http://schemas.microsoft.com/office/drawing/2014/main" id="{1149CE4E-ECDD-DD61-9ADA-471701D52608}"/>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207C5ECA-99DD-0CD9-3140-81E2CFA80E1A}"/>
                  </a:ext>
                </a:extLst>
              </p14:cNvPr>
              <p14:cNvContentPartPr/>
              <p14:nvPr/>
            </p14:nvContentPartPr>
            <p14:xfrm>
              <a:off x="6170762" y="4697936"/>
              <a:ext cx="360" cy="81720"/>
            </p14:xfrm>
          </p:contentPart>
        </mc:Choice>
        <mc:Fallback xmlns="">
          <p:pic>
            <p:nvPicPr>
              <p:cNvPr id="24" name="Ink 23">
                <a:extLst>
                  <a:ext uri="{FF2B5EF4-FFF2-40B4-BE49-F238E27FC236}">
                    <a16:creationId xmlns:a16="http://schemas.microsoft.com/office/drawing/2014/main" id="{207C5ECA-99DD-0CD9-3140-81E2CFA80E1A}"/>
                  </a:ext>
                </a:extLst>
              </p:cNvPr>
              <p:cNvPicPr/>
              <p:nvPr/>
            </p:nvPicPr>
            <p:blipFill>
              <a:blip r:embed="rId13"/>
              <a:stretch>
                <a:fillRect/>
              </a:stretch>
            </p:blipFill>
            <p:spPr>
              <a:xfrm>
                <a:off x="6164642" y="4691816"/>
                <a:ext cx="126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8" name="Ink 37">
                <a:extLst>
                  <a:ext uri="{FF2B5EF4-FFF2-40B4-BE49-F238E27FC236}">
                    <a16:creationId xmlns:a16="http://schemas.microsoft.com/office/drawing/2014/main" id="{0BFA3741-A481-4617-8A82-09D00C583823}"/>
                  </a:ext>
                </a:extLst>
              </p14:cNvPr>
              <p14:cNvContentPartPr/>
              <p14:nvPr/>
            </p14:nvContentPartPr>
            <p14:xfrm flipH="1">
              <a:off x="4260806" y="2567041"/>
              <a:ext cx="58725" cy="2223412"/>
            </p14:xfrm>
          </p:contentPart>
        </mc:Choice>
        <mc:Fallback xmlns="">
          <p:pic>
            <p:nvPicPr>
              <p:cNvPr id="38" name="Ink 37">
                <a:extLst>
                  <a:ext uri="{FF2B5EF4-FFF2-40B4-BE49-F238E27FC236}">
                    <a16:creationId xmlns:a16="http://schemas.microsoft.com/office/drawing/2014/main" id="{0BFA3741-A481-4617-8A82-09D00C583823}"/>
                  </a:ext>
                </a:extLst>
              </p:cNvPr>
              <p:cNvPicPr/>
              <p:nvPr/>
            </p:nvPicPr>
            <p:blipFill>
              <a:blip r:embed="rId18"/>
              <a:stretch>
                <a:fillRect/>
              </a:stretch>
            </p:blipFill>
            <p:spPr>
              <a:xfrm flipH="1">
                <a:off x="4254681" y="2560922"/>
                <a:ext cx="70974" cy="2235650"/>
              </a:xfrm>
              <a:prstGeom prst="rect">
                <a:avLst/>
              </a:prstGeom>
            </p:spPr>
          </p:pic>
        </mc:Fallback>
      </mc:AlternateContent>
      <p:sp>
        <p:nvSpPr>
          <p:cNvPr id="39" name="TextBox 38">
            <a:extLst>
              <a:ext uri="{FF2B5EF4-FFF2-40B4-BE49-F238E27FC236}">
                <a16:creationId xmlns:a16="http://schemas.microsoft.com/office/drawing/2014/main" id="{FD38CA97-98EF-528B-D21B-79EEB3CE189F}"/>
              </a:ext>
            </a:extLst>
          </p:cNvPr>
          <p:cNvSpPr txBox="1"/>
          <p:nvPr/>
        </p:nvSpPr>
        <p:spPr>
          <a:xfrm>
            <a:off x="533668" y="1625690"/>
            <a:ext cx="1446307" cy="523220"/>
          </a:xfrm>
          <a:prstGeom prst="rect">
            <a:avLst/>
          </a:prstGeom>
          <a:solidFill>
            <a:schemeClr val="accent2"/>
          </a:solidFill>
        </p:spPr>
        <p:txBody>
          <a:bodyPr wrap="square" rtlCol="0">
            <a:spAutoFit/>
          </a:bodyPr>
          <a:lstStyle/>
          <a:p>
            <a:r>
              <a:rPr lang="el-GR" sz="1400" b="1" dirty="0">
                <a:latin typeface="+mn-lt"/>
              </a:rPr>
              <a:t>μ = 0</a:t>
            </a:r>
          </a:p>
          <a:p>
            <a:r>
              <a:rPr lang="el-GR" sz="1400" b="1" dirty="0">
                <a:latin typeface="+mn-lt"/>
              </a:rPr>
              <a:t>σ = 1</a:t>
            </a:r>
            <a:endParaRPr lang="en-GB" sz="1400" b="1" dirty="0">
              <a:latin typeface="+mn-lt"/>
            </a:endParaRPr>
          </a:p>
        </p:txBody>
      </p:sp>
      <mc:AlternateContent xmlns:mc="http://schemas.openxmlformats.org/markup-compatibility/2006" xmlns:p14="http://schemas.microsoft.com/office/powerpoint/2010/main">
        <mc:Choice Requires="p14">
          <p:contentPart p14:bwMode="auto" r:id="rId19">
            <p14:nvContentPartPr>
              <p14:cNvPr id="51" name="Ink 50">
                <a:extLst>
                  <a:ext uri="{FF2B5EF4-FFF2-40B4-BE49-F238E27FC236}">
                    <a16:creationId xmlns:a16="http://schemas.microsoft.com/office/drawing/2014/main" id="{40D14994-82DF-60D6-42CC-98FF32C88B43}"/>
                  </a:ext>
                </a:extLst>
              </p14:cNvPr>
              <p14:cNvContentPartPr/>
              <p14:nvPr/>
            </p14:nvContentPartPr>
            <p14:xfrm>
              <a:off x="5679296" y="4016353"/>
              <a:ext cx="50400" cy="756000"/>
            </p14:xfrm>
          </p:contentPart>
        </mc:Choice>
        <mc:Fallback xmlns="">
          <p:pic>
            <p:nvPicPr>
              <p:cNvPr id="51" name="Ink 50">
                <a:extLst>
                  <a:ext uri="{FF2B5EF4-FFF2-40B4-BE49-F238E27FC236}">
                    <a16:creationId xmlns:a16="http://schemas.microsoft.com/office/drawing/2014/main" id="{40D14994-82DF-60D6-42CC-98FF32C88B43}"/>
                  </a:ext>
                </a:extLst>
              </p:cNvPr>
              <p:cNvPicPr/>
              <p:nvPr/>
            </p:nvPicPr>
            <p:blipFill>
              <a:blip r:embed="rId20"/>
              <a:stretch>
                <a:fillRect/>
              </a:stretch>
            </p:blipFill>
            <p:spPr>
              <a:xfrm>
                <a:off x="5673176" y="4010233"/>
                <a:ext cx="62640" cy="768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2" name="Ink 51">
                <a:extLst>
                  <a:ext uri="{FF2B5EF4-FFF2-40B4-BE49-F238E27FC236}">
                    <a16:creationId xmlns:a16="http://schemas.microsoft.com/office/drawing/2014/main" id="{3A123283-8709-5FD8-806A-DBC5AA3815AC}"/>
                  </a:ext>
                </a:extLst>
              </p14:cNvPr>
              <p14:cNvContentPartPr/>
              <p14:nvPr/>
            </p14:nvContentPartPr>
            <p14:xfrm>
              <a:off x="5728616" y="4746793"/>
              <a:ext cx="9360" cy="97560"/>
            </p14:xfrm>
          </p:contentPart>
        </mc:Choice>
        <mc:Fallback xmlns="">
          <p:pic>
            <p:nvPicPr>
              <p:cNvPr id="52" name="Ink 51">
                <a:extLst>
                  <a:ext uri="{FF2B5EF4-FFF2-40B4-BE49-F238E27FC236}">
                    <a16:creationId xmlns:a16="http://schemas.microsoft.com/office/drawing/2014/main" id="{3A123283-8709-5FD8-806A-DBC5AA3815AC}"/>
                  </a:ext>
                </a:extLst>
              </p:cNvPr>
              <p:cNvPicPr/>
              <p:nvPr/>
            </p:nvPicPr>
            <p:blipFill>
              <a:blip r:embed="rId22"/>
              <a:stretch>
                <a:fillRect/>
              </a:stretch>
            </p:blipFill>
            <p:spPr>
              <a:xfrm>
                <a:off x="5722496" y="4740673"/>
                <a:ext cx="21600" cy="109800"/>
              </a:xfrm>
              <a:prstGeom prst="rect">
                <a:avLst/>
              </a:prstGeom>
            </p:spPr>
          </p:pic>
        </mc:Fallback>
      </mc:AlternateContent>
      <p:sp>
        <p:nvSpPr>
          <p:cNvPr id="53" name="TextBox 52">
            <a:extLst>
              <a:ext uri="{FF2B5EF4-FFF2-40B4-BE49-F238E27FC236}">
                <a16:creationId xmlns:a16="http://schemas.microsoft.com/office/drawing/2014/main" id="{679569BF-C529-8E0B-AC47-6DA730F0B758}"/>
              </a:ext>
            </a:extLst>
          </p:cNvPr>
          <p:cNvSpPr txBox="1"/>
          <p:nvPr/>
        </p:nvSpPr>
        <p:spPr>
          <a:xfrm>
            <a:off x="5466534" y="4880875"/>
            <a:ext cx="725120" cy="253916"/>
          </a:xfrm>
          <a:prstGeom prst="rect">
            <a:avLst/>
          </a:prstGeom>
          <a:noFill/>
        </p:spPr>
        <p:txBody>
          <a:bodyPr wrap="square" rtlCol="0">
            <a:spAutoFit/>
          </a:bodyPr>
          <a:lstStyle/>
          <a:p>
            <a:r>
              <a:rPr lang="el-GR" sz="1050" dirty="0">
                <a:latin typeface="+mn-lt"/>
              </a:rPr>
              <a:t>Ζ = </a:t>
            </a:r>
            <a:r>
              <a:rPr lang="en-GB" sz="1050" dirty="0">
                <a:latin typeface="+mn-lt"/>
              </a:rPr>
              <a:t>2.24</a:t>
            </a:r>
          </a:p>
        </p:txBody>
      </p:sp>
      <p:sp>
        <p:nvSpPr>
          <p:cNvPr id="3" name="TextBox 2">
            <a:extLst>
              <a:ext uri="{FF2B5EF4-FFF2-40B4-BE49-F238E27FC236}">
                <a16:creationId xmlns:a16="http://schemas.microsoft.com/office/drawing/2014/main" id="{D42FBCA8-6898-BC21-F850-221790D39F66}"/>
              </a:ext>
            </a:extLst>
          </p:cNvPr>
          <p:cNvSpPr txBox="1"/>
          <p:nvPr/>
        </p:nvSpPr>
        <p:spPr>
          <a:xfrm>
            <a:off x="6106040" y="2223294"/>
            <a:ext cx="2797102" cy="2062103"/>
          </a:xfrm>
          <a:prstGeom prst="rect">
            <a:avLst/>
          </a:prstGeom>
          <a:noFill/>
        </p:spPr>
        <p:txBody>
          <a:bodyPr wrap="square" rtlCol="0">
            <a:spAutoFit/>
          </a:bodyPr>
          <a:lstStyle/>
          <a:p>
            <a:pPr>
              <a:spcBef>
                <a:spcPts val="600"/>
              </a:spcBef>
              <a:spcAft>
                <a:spcPts val="600"/>
              </a:spcAft>
            </a:pPr>
            <a:r>
              <a:rPr lang="en-GB" sz="1400" dirty="0">
                <a:solidFill>
                  <a:schemeClr val="tx1"/>
                </a:solidFill>
                <a:latin typeface="+mn-lt"/>
              </a:rPr>
              <a:t>This means that about </a:t>
            </a:r>
            <a:r>
              <a:rPr lang="en-GB" sz="1400" b="1" dirty="0">
                <a:solidFill>
                  <a:schemeClr val="tx1"/>
                </a:solidFill>
                <a:latin typeface="+mn-lt"/>
              </a:rPr>
              <a:t>0.73%</a:t>
            </a:r>
            <a:r>
              <a:rPr lang="en-GB" sz="1400" dirty="0">
                <a:solidFill>
                  <a:schemeClr val="tx1"/>
                </a:solidFill>
                <a:latin typeface="+mn-lt"/>
              </a:rPr>
              <a:t> of values lie above a z-score of 2.44.</a:t>
            </a:r>
          </a:p>
          <a:p>
            <a:pPr>
              <a:spcBef>
                <a:spcPts val="600"/>
              </a:spcBef>
              <a:spcAft>
                <a:spcPts val="600"/>
              </a:spcAft>
            </a:pPr>
            <a:r>
              <a:rPr lang="en-GB" sz="1400" b="1" dirty="0">
                <a:solidFill>
                  <a:schemeClr val="tx1"/>
                </a:solidFill>
                <a:latin typeface="+mn-lt"/>
              </a:rPr>
              <a:t>Summary:</a:t>
            </a:r>
          </a:p>
          <a:p>
            <a:pPr>
              <a:spcBef>
                <a:spcPts val="600"/>
              </a:spcBef>
              <a:spcAft>
                <a:spcPts val="600"/>
              </a:spcAft>
              <a:buFont typeface="Arial" panose="020B0604020202020204" pitchFamily="34" charset="0"/>
              <a:buChar char="•"/>
            </a:pPr>
            <a:r>
              <a:rPr lang="en-GB" sz="1400" b="1" dirty="0">
                <a:solidFill>
                  <a:schemeClr val="tx1"/>
                </a:solidFill>
                <a:latin typeface="+mn-lt"/>
              </a:rPr>
              <a:t>Area to the Left (Cumulative)</a:t>
            </a:r>
            <a:r>
              <a:rPr lang="en-GB" sz="1400" dirty="0">
                <a:solidFill>
                  <a:schemeClr val="tx1"/>
                </a:solidFill>
                <a:latin typeface="+mn-lt"/>
              </a:rPr>
              <a:t>: 0.9927 or 99.27%</a:t>
            </a:r>
          </a:p>
          <a:p>
            <a:pPr>
              <a:spcBef>
                <a:spcPts val="600"/>
              </a:spcBef>
              <a:spcAft>
                <a:spcPts val="600"/>
              </a:spcAft>
              <a:buFont typeface="Arial" panose="020B0604020202020204" pitchFamily="34" charset="0"/>
              <a:buChar char="•"/>
            </a:pPr>
            <a:r>
              <a:rPr lang="en-GB" sz="1400" b="1" dirty="0">
                <a:solidFill>
                  <a:schemeClr val="tx1"/>
                </a:solidFill>
                <a:latin typeface="+mn-lt"/>
              </a:rPr>
              <a:t>Area to the Right</a:t>
            </a:r>
            <a:r>
              <a:rPr lang="en-GB" sz="1400" dirty="0">
                <a:solidFill>
                  <a:schemeClr val="tx1"/>
                </a:solidFill>
                <a:latin typeface="+mn-lt"/>
              </a:rPr>
              <a:t>: 0.0073 or 0.73%</a:t>
            </a:r>
          </a:p>
        </p:txBody>
      </p:sp>
      <p:grpSp>
        <p:nvGrpSpPr>
          <p:cNvPr id="36" name="Group 35" descr="area 0.73%">
            <a:extLst>
              <a:ext uri="{FF2B5EF4-FFF2-40B4-BE49-F238E27FC236}">
                <a16:creationId xmlns:a16="http://schemas.microsoft.com/office/drawing/2014/main" id="{1D5A65CA-DF11-4D89-CFB6-0DC0E48BD95A}"/>
              </a:ext>
            </a:extLst>
          </p:cNvPr>
          <p:cNvGrpSpPr/>
          <p:nvPr/>
        </p:nvGrpSpPr>
        <p:grpSpPr>
          <a:xfrm>
            <a:off x="5687254" y="4259344"/>
            <a:ext cx="1243800" cy="495720"/>
            <a:chOff x="5793783" y="3626082"/>
            <a:chExt cx="1243800" cy="495720"/>
          </a:xfrm>
        </p:grpSpPr>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932CA38C-0AA5-991B-F8FF-ED32B597E67B}"/>
                    </a:ext>
                  </a:extLst>
                </p14:cNvPr>
                <p14:cNvContentPartPr/>
                <p14:nvPr/>
              </p14:nvContentPartPr>
              <p14:xfrm>
                <a:off x="5794503" y="3626082"/>
                <a:ext cx="123120" cy="88920"/>
              </p14:xfrm>
            </p:contentPart>
          </mc:Choice>
          <mc:Fallback xmlns="">
            <p:pic>
              <p:nvPicPr>
                <p:cNvPr id="26" name="Ink 25">
                  <a:extLst>
                    <a:ext uri="{FF2B5EF4-FFF2-40B4-BE49-F238E27FC236}">
                      <a16:creationId xmlns:a16="http://schemas.microsoft.com/office/drawing/2014/main" id="{932CA38C-0AA5-991B-F8FF-ED32B597E67B}"/>
                    </a:ext>
                  </a:extLst>
                </p:cNvPr>
                <p:cNvPicPr/>
                <p:nvPr/>
              </p:nvPicPr>
              <p:blipFill>
                <a:blip r:embed="rId24"/>
                <a:stretch>
                  <a:fillRect/>
                </a:stretch>
              </p:blipFill>
              <p:spPr>
                <a:xfrm>
                  <a:off x="5788383" y="3619962"/>
                  <a:ext cx="13536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0" name="Ink 29">
                  <a:extLst>
                    <a:ext uri="{FF2B5EF4-FFF2-40B4-BE49-F238E27FC236}">
                      <a16:creationId xmlns:a16="http://schemas.microsoft.com/office/drawing/2014/main" id="{9FFBCF6B-7DBE-DA5C-0B67-B8402061F15C}"/>
                    </a:ext>
                  </a:extLst>
                </p14:cNvPr>
                <p14:cNvContentPartPr/>
                <p14:nvPr/>
              </p14:nvContentPartPr>
              <p14:xfrm>
                <a:off x="5840223" y="3760002"/>
                <a:ext cx="190800" cy="115200"/>
              </p14:xfrm>
            </p:contentPart>
          </mc:Choice>
          <mc:Fallback xmlns="">
            <p:pic>
              <p:nvPicPr>
                <p:cNvPr id="30" name="Ink 29">
                  <a:extLst>
                    <a:ext uri="{FF2B5EF4-FFF2-40B4-BE49-F238E27FC236}">
                      <a16:creationId xmlns:a16="http://schemas.microsoft.com/office/drawing/2014/main" id="{9FFBCF6B-7DBE-DA5C-0B67-B8402061F15C}"/>
                    </a:ext>
                  </a:extLst>
                </p:cNvPr>
                <p:cNvPicPr/>
                <p:nvPr/>
              </p:nvPicPr>
              <p:blipFill>
                <a:blip r:embed="rId26"/>
                <a:stretch>
                  <a:fillRect/>
                </a:stretch>
              </p:blipFill>
              <p:spPr>
                <a:xfrm>
                  <a:off x="5834103" y="3753882"/>
                  <a:ext cx="2030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1" name="Ink 30">
                  <a:extLst>
                    <a:ext uri="{FF2B5EF4-FFF2-40B4-BE49-F238E27FC236}">
                      <a16:creationId xmlns:a16="http://schemas.microsoft.com/office/drawing/2014/main" id="{4F39418D-6869-EC46-25CC-B5D065EA91D1}"/>
                    </a:ext>
                  </a:extLst>
                </p14:cNvPr>
                <p14:cNvContentPartPr/>
                <p14:nvPr/>
              </p14:nvContentPartPr>
              <p14:xfrm>
                <a:off x="5793783" y="3841362"/>
                <a:ext cx="390600" cy="180000"/>
              </p14:xfrm>
            </p:contentPart>
          </mc:Choice>
          <mc:Fallback xmlns="">
            <p:pic>
              <p:nvPicPr>
                <p:cNvPr id="31" name="Ink 30">
                  <a:extLst>
                    <a:ext uri="{FF2B5EF4-FFF2-40B4-BE49-F238E27FC236}">
                      <a16:creationId xmlns:a16="http://schemas.microsoft.com/office/drawing/2014/main" id="{4F39418D-6869-EC46-25CC-B5D065EA91D1}"/>
                    </a:ext>
                  </a:extLst>
                </p:cNvPr>
                <p:cNvPicPr/>
                <p:nvPr/>
              </p:nvPicPr>
              <p:blipFill>
                <a:blip r:embed="rId28"/>
                <a:stretch>
                  <a:fillRect/>
                </a:stretch>
              </p:blipFill>
              <p:spPr>
                <a:xfrm>
                  <a:off x="5787663" y="3835242"/>
                  <a:ext cx="4028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2" name="Ink 31">
                  <a:extLst>
                    <a:ext uri="{FF2B5EF4-FFF2-40B4-BE49-F238E27FC236}">
                      <a16:creationId xmlns:a16="http://schemas.microsoft.com/office/drawing/2014/main" id="{1F504D7B-2277-EEC6-D764-DF55D7BC53A5}"/>
                    </a:ext>
                  </a:extLst>
                </p14:cNvPr>
                <p14:cNvContentPartPr/>
                <p14:nvPr/>
              </p14:nvContentPartPr>
              <p14:xfrm>
                <a:off x="5962263" y="3914442"/>
                <a:ext cx="428040" cy="158400"/>
              </p14:xfrm>
            </p:contentPart>
          </mc:Choice>
          <mc:Fallback xmlns="">
            <p:pic>
              <p:nvPicPr>
                <p:cNvPr id="32" name="Ink 31">
                  <a:extLst>
                    <a:ext uri="{FF2B5EF4-FFF2-40B4-BE49-F238E27FC236}">
                      <a16:creationId xmlns:a16="http://schemas.microsoft.com/office/drawing/2014/main" id="{1F504D7B-2277-EEC6-D764-DF55D7BC53A5}"/>
                    </a:ext>
                  </a:extLst>
                </p:cNvPr>
                <p:cNvPicPr/>
                <p:nvPr/>
              </p:nvPicPr>
              <p:blipFill>
                <a:blip r:embed="rId30"/>
                <a:stretch>
                  <a:fillRect/>
                </a:stretch>
              </p:blipFill>
              <p:spPr>
                <a:xfrm>
                  <a:off x="5956143" y="3908322"/>
                  <a:ext cx="4402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4" name="Ink 33">
                  <a:extLst>
                    <a:ext uri="{FF2B5EF4-FFF2-40B4-BE49-F238E27FC236}">
                      <a16:creationId xmlns:a16="http://schemas.microsoft.com/office/drawing/2014/main" id="{69FAA534-3FA5-7467-7848-5056BF718C7F}"/>
                    </a:ext>
                  </a:extLst>
                </p14:cNvPr>
                <p14:cNvContentPartPr/>
                <p14:nvPr/>
              </p14:nvContentPartPr>
              <p14:xfrm>
                <a:off x="6406143" y="3964842"/>
                <a:ext cx="271440" cy="156960"/>
              </p14:xfrm>
            </p:contentPart>
          </mc:Choice>
          <mc:Fallback xmlns="">
            <p:pic>
              <p:nvPicPr>
                <p:cNvPr id="34" name="Ink 33">
                  <a:extLst>
                    <a:ext uri="{FF2B5EF4-FFF2-40B4-BE49-F238E27FC236}">
                      <a16:creationId xmlns:a16="http://schemas.microsoft.com/office/drawing/2014/main" id="{69FAA534-3FA5-7467-7848-5056BF718C7F}"/>
                    </a:ext>
                  </a:extLst>
                </p:cNvPr>
                <p:cNvPicPr/>
                <p:nvPr/>
              </p:nvPicPr>
              <p:blipFill>
                <a:blip r:embed="rId32"/>
                <a:stretch>
                  <a:fillRect/>
                </a:stretch>
              </p:blipFill>
              <p:spPr>
                <a:xfrm>
                  <a:off x="6400023" y="3958722"/>
                  <a:ext cx="28368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DDE48762-03A1-0C5A-CEF2-88C1C57C3BDB}"/>
                    </a:ext>
                  </a:extLst>
                </p14:cNvPr>
                <p14:cNvContentPartPr/>
                <p14:nvPr/>
              </p14:nvContentPartPr>
              <p14:xfrm>
                <a:off x="6623223" y="3975282"/>
                <a:ext cx="414360" cy="108720"/>
              </p14:xfrm>
            </p:contentPart>
          </mc:Choice>
          <mc:Fallback xmlns="">
            <p:pic>
              <p:nvPicPr>
                <p:cNvPr id="35" name="Ink 34">
                  <a:extLst>
                    <a:ext uri="{FF2B5EF4-FFF2-40B4-BE49-F238E27FC236}">
                      <a16:creationId xmlns:a16="http://schemas.microsoft.com/office/drawing/2014/main" id="{DDE48762-03A1-0C5A-CEF2-88C1C57C3BDB}"/>
                    </a:ext>
                  </a:extLst>
                </p:cNvPr>
                <p:cNvPicPr/>
                <p:nvPr/>
              </p:nvPicPr>
              <p:blipFill>
                <a:blip r:embed="rId34"/>
                <a:stretch>
                  <a:fillRect/>
                </a:stretch>
              </p:blipFill>
              <p:spPr>
                <a:xfrm>
                  <a:off x="6617103" y="3969162"/>
                  <a:ext cx="426600" cy="120960"/>
                </a:xfrm>
                <a:prstGeom prst="rect">
                  <a:avLst/>
                </a:prstGeom>
              </p:spPr>
            </p:pic>
          </mc:Fallback>
        </mc:AlternateContent>
      </p:grpSp>
      <p:sp>
        <p:nvSpPr>
          <p:cNvPr id="37" name="TextBox 36">
            <a:extLst>
              <a:ext uri="{FF2B5EF4-FFF2-40B4-BE49-F238E27FC236}">
                <a16:creationId xmlns:a16="http://schemas.microsoft.com/office/drawing/2014/main" id="{FE48BBD1-B633-FBFE-FC65-C708952F6C18}"/>
              </a:ext>
            </a:extLst>
          </p:cNvPr>
          <p:cNvSpPr txBox="1"/>
          <p:nvPr/>
        </p:nvSpPr>
        <p:spPr>
          <a:xfrm>
            <a:off x="3964953" y="2126593"/>
            <a:ext cx="596638" cy="338554"/>
          </a:xfrm>
          <a:prstGeom prst="rect">
            <a:avLst/>
          </a:prstGeom>
          <a:noFill/>
        </p:spPr>
        <p:txBody>
          <a:bodyPr wrap="none" rtlCol="0">
            <a:spAutoFit/>
          </a:bodyPr>
          <a:lstStyle/>
          <a:p>
            <a:r>
              <a:rPr lang="el-GR" sz="1600" b="0" i="0" dirty="0">
                <a:solidFill>
                  <a:srgbClr val="474747"/>
                </a:solidFill>
                <a:effectLst/>
                <a:latin typeface="Google Sans"/>
              </a:rPr>
              <a:t>μ = 0</a:t>
            </a:r>
            <a:endParaRPr lang="en-GB" sz="2000" dirty="0">
              <a:latin typeface="+mn-lt"/>
            </a:endParaRPr>
          </a:p>
        </p:txBody>
      </p:sp>
      <p:sp>
        <p:nvSpPr>
          <p:cNvPr id="41" name="Right Brace 40">
            <a:extLst>
              <a:ext uri="{FF2B5EF4-FFF2-40B4-BE49-F238E27FC236}">
                <a16:creationId xmlns:a16="http://schemas.microsoft.com/office/drawing/2014/main" id="{5252626E-2317-28DD-C70F-966A27F66E9C}"/>
              </a:ext>
            </a:extLst>
          </p:cNvPr>
          <p:cNvSpPr/>
          <p:nvPr/>
        </p:nvSpPr>
        <p:spPr>
          <a:xfrm rot="5400000">
            <a:off x="6367365" y="4498236"/>
            <a:ext cx="204235" cy="1490153"/>
          </a:xfrm>
          <a:custGeom>
            <a:avLst/>
            <a:gdLst>
              <a:gd name="connsiteX0" fmla="*/ 0 w 204235"/>
              <a:gd name="connsiteY0" fmla="*/ 0 h 1490153"/>
              <a:gd name="connsiteX1" fmla="*/ 102118 w 204235"/>
              <a:gd name="connsiteY1" fmla="*/ 17019 h 1490153"/>
              <a:gd name="connsiteX2" fmla="*/ 102118 w 204235"/>
              <a:gd name="connsiteY2" fmla="*/ 372539 h 1490153"/>
              <a:gd name="connsiteX3" fmla="*/ 102118 w 204235"/>
              <a:gd name="connsiteY3" fmla="*/ 728058 h 1490153"/>
              <a:gd name="connsiteX4" fmla="*/ 204236 w 204235"/>
              <a:gd name="connsiteY4" fmla="*/ 745077 h 1490153"/>
              <a:gd name="connsiteX5" fmla="*/ 102118 w 204235"/>
              <a:gd name="connsiteY5" fmla="*/ 762096 h 1490153"/>
              <a:gd name="connsiteX6" fmla="*/ 102118 w 204235"/>
              <a:gd name="connsiteY6" fmla="*/ 1131836 h 1490153"/>
              <a:gd name="connsiteX7" fmla="*/ 102118 w 204235"/>
              <a:gd name="connsiteY7" fmla="*/ 1473134 h 1490153"/>
              <a:gd name="connsiteX8" fmla="*/ 0 w 204235"/>
              <a:gd name="connsiteY8" fmla="*/ 1490153 h 1490153"/>
              <a:gd name="connsiteX9" fmla="*/ 0 w 204235"/>
              <a:gd name="connsiteY9" fmla="*/ 1023238 h 1490153"/>
              <a:gd name="connsiteX10" fmla="*/ 0 w 204235"/>
              <a:gd name="connsiteY10" fmla="*/ 541422 h 1490153"/>
              <a:gd name="connsiteX11" fmla="*/ 0 w 204235"/>
              <a:gd name="connsiteY11" fmla="*/ 0 h 1490153"/>
              <a:gd name="connsiteX0" fmla="*/ 0 w 204235"/>
              <a:gd name="connsiteY0" fmla="*/ 0 h 1490153"/>
              <a:gd name="connsiteX1" fmla="*/ 102118 w 204235"/>
              <a:gd name="connsiteY1" fmla="*/ 17019 h 1490153"/>
              <a:gd name="connsiteX2" fmla="*/ 102118 w 204235"/>
              <a:gd name="connsiteY2" fmla="*/ 372539 h 1490153"/>
              <a:gd name="connsiteX3" fmla="*/ 102118 w 204235"/>
              <a:gd name="connsiteY3" fmla="*/ 728058 h 1490153"/>
              <a:gd name="connsiteX4" fmla="*/ 204236 w 204235"/>
              <a:gd name="connsiteY4" fmla="*/ 745077 h 1490153"/>
              <a:gd name="connsiteX5" fmla="*/ 102118 w 204235"/>
              <a:gd name="connsiteY5" fmla="*/ 762096 h 1490153"/>
              <a:gd name="connsiteX6" fmla="*/ 102118 w 204235"/>
              <a:gd name="connsiteY6" fmla="*/ 1117615 h 1490153"/>
              <a:gd name="connsiteX7" fmla="*/ 102118 w 204235"/>
              <a:gd name="connsiteY7" fmla="*/ 1473134 h 1490153"/>
              <a:gd name="connsiteX8" fmla="*/ 0 w 204235"/>
              <a:gd name="connsiteY8" fmla="*/ 1490153 h 149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235" h="1490153" stroke="0" extrusionOk="0">
                <a:moveTo>
                  <a:pt x="0" y="0"/>
                </a:moveTo>
                <a:cubicBezTo>
                  <a:pt x="56781" y="775"/>
                  <a:pt x="101730" y="9043"/>
                  <a:pt x="102118" y="17019"/>
                </a:cubicBezTo>
                <a:cubicBezTo>
                  <a:pt x="89319" y="131780"/>
                  <a:pt x="97184" y="296460"/>
                  <a:pt x="102118" y="372539"/>
                </a:cubicBezTo>
                <a:cubicBezTo>
                  <a:pt x="107052" y="448618"/>
                  <a:pt x="118151" y="550783"/>
                  <a:pt x="102118" y="728058"/>
                </a:cubicBezTo>
                <a:cubicBezTo>
                  <a:pt x="98145" y="734972"/>
                  <a:pt x="149238" y="747647"/>
                  <a:pt x="204236" y="745077"/>
                </a:cubicBezTo>
                <a:cubicBezTo>
                  <a:pt x="149221" y="745724"/>
                  <a:pt x="101554" y="752381"/>
                  <a:pt x="102118" y="762096"/>
                </a:cubicBezTo>
                <a:cubicBezTo>
                  <a:pt x="102798" y="925299"/>
                  <a:pt x="120584" y="986872"/>
                  <a:pt x="102118" y="1131836"/>
                </a:cubicBezTo>
                <a:cubicBezTo>
                  <a:pt x="83652" y="1276800"/>
                  <a:pt x="85153" y="1394013"/>
                  <a:pt x="102118" y="1473134"/>
                </a:cubicBezTo>
                <a:cubicBezTo>
                  <a:pt x="110482" y="1490279"/>
                  <a:pt x="54695" y="1495875"/>
                  <a:pt x="0" y="1490153"/>
                </a:cubicBezTo>
                <a:cubicBezTo>
                  <a:pt x="-19012" y="1393596"/>
                  <a:pt x="-2947" y="1243373"/>
                  <a:pt x="0" y="1023238"/>
                </a:cubicBezTo>
                <a:cubicBezTo>
                  <a:pt x="2947" y="803104"/>
                  <a:pt x="22028" y="650494"/>
                  <a:pt x="0" y="541422"/>
                </a:cubicBezTo>
                <a:cubicBezTo>
                  <a:pt x="-22028" y="432350"/>
                  <a:pt x="3840" y="236405"/>
                  <a:pt x="0" y="0"/>
                </a:cubicBezTo>
                <a:close/>
              </a:path>
              <a:path w="204235" h="1490153" fill="none" extrusionOk="0">
                <a:moveTo>
                  <a:pt x="0" y="0"/>
                </a:moveTo>
                <a:cubicBezTo>
                  <a:pt x="55303" y="654"/>
                  <a:pt x="101407" y="7843"/>
                  <a:pt x="102118" y="17019"/>
                </a:cubicBezTo>
                <a:cubicBezTo>
                  <a:pt x="117662" y="135850"/>
                  <a:pt x="90390" y="278390"/>
                  <a:pt x="102118" y="372539"/>
                </a:cubicBezTo>
                <a:cubicBezTo>
                  <a:pt x="113846" y="466688"/>
                  <a:pt x="108893" y="569471"/>
                  <a:pt x="102118" y="728058"/>
                </a:cubicBezTo>
                <a:cubicBezTo>
                  <a:pt x="94679" y="738543"/>
                  <a:pt x="142111" y="745505"/>
                  <a:pt x="204236" y="745077"/>
                </a:cubicBezTo>
                <a:cubicBezTo>
                  <a:pt x="148217" y="743223"/>
                  <a:pt x="103627" y="753685"/>
                  <a:pt x="102118" y="762096"/>
                </a:cubicBezTo>
                <a:cubicBezTo>
                  <a:pt x="95864" y="857298"/>
                  <a:pt x="118820" y="956192"/>
                  <a:pt x="102118" y="1117615"/>
                </a:cubicBezTo>
                <a:cubicBezTo>
                  <a:pt x="85416" y="1279038"/>
                  <a:pt x="97057" y="1335317"/>
                  <a:pt x="102118" y="1473134"/>
                </a:cubicBezTo>
                <a:cubicBezTo>
                  <a:pt x="97918" y="1483964"/>
                  <a:pt x="51236" y="1490910"/>
                  <a:pt x="0" y="1490153"/>
                </a:cubicBezTo>
              </a:path>
              <a:path w="204235" h="1490153" fill="none" stroke="0" extrusionOk="0">
                <a:moveTo>
                  <a:pt x="0" y="0"/>
                </a:moveTo>
                <a:cubicBezTo>
                  <a:pt x="56424" y="-615"/>
                  <a:pt x="102082" y="7945"/>
                  <a:pt x="102118" y="17019"/>
                </a:cubicBezTo>
                <a:cubicBezTo>
                  <a:pt x="106130" y="147141"/>
                  <a:pt x="96069" y="298245"/>
                  <a:pt x="102118" y="372539"/>
                </a:cubicBezTo>
                <a:cubicBezTo>
                  <a:pt x="108167" y="446833"/>
                  <a:pt x="110850" y="578277"/>
                  <a:pt x="102118" y="728058"/>
                </a:cubicBezTo>
                <a:cubicBezTo>
                  <a:pt x="100703" y="726049"/>
                  <a:pt x="147031" y="746495"/>
                  <a:pt x="204236" y="745077"/>
                </a:cubicBezTo>
                <a:cubicBezTo>
                  <a:pt x="147908" y="745388"/>
                  <a:pt x="102267" y="750557"/>
                  <a:pt x="102118" y="762096"/>
                </a:cubicBezTo>
                <a:cubicBezTo>
                  <a:pt x="107647" y="899672"/>
                  <a:pt x="94614" y="1027424"/>
                  <a:pt x="102118" y="1110505"/>
                </a:cubicBezTo>
                <a:cubicBezTo>
                  <a:pt x="109622" y="1193586"/>
                  <a:pt x="116295" y="1322213"/>
                  <a:pt x="102118" y="1473134"/>
                </a:cubicBezTo>
                <a:cubicBezTo>
                  <a:pt x="104603" y="1482794"/>
                  <a:pt x="50688" y="1485089"/>
                  <a:pt x="0" y="1490153"/>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2" name="TextBox 41">
            <a:extLst>
              <a:ext uri="{FF2B5EF4-FFF2-40B4-BE49-F238E27FC236}">
                <a16:creationId xmlns:a16="http://schemas.microsoft.com/office/drawing/2014/main" id="{150BDA7B-B424-6829-0BCC-CEAE00A73F0D}"/>
              </a:ext>
            </a:extLst>
          </p:cNvPr>
          <p:cNvSpPr txBox="1"/>
          <p:nvPr/>
        </p:nvSpPr>
        <p:spPr>
          <a:xfrm>
            <a:off x="6191654" y="5428830"/>
            <a:ext cx="553357" cy="261610"/>
          </a:xfrm>
          <a:prstGeom prst="rect">
            <a:avLst/>
          </a:prstGeom>
          <a:noFill/>
        </p:spPr>
        <p:txBody>
          <a:bodyPr wrap="none" rtlCol="0">
            <a:spAutoFit/>
          </a:bodyPr>
          <a:lstStyle/>
          <a:p>
            <a:r>
              <a:rPr lang="el-GR" sz="1100" dirty="0">
                <a:latin typeface="+mn-lt"/>
              </a:rPr>
              <a:t>0.73</a:t>
            </a:r>
            <a:r>
              <a:rPr lang="en-GB" sz="1100" dirty="0">
                <a:latin typeface="+mn-lt"/>
              </a:rPr>
              <a:t>%</a:t>
            </a:r>
          </a:p>
        </p:txBody>
      </p:sp>
      <p:sp>
        <p:nvSpPr>
          <p:cNvPr id="54" name="Right Brace 53">
            <a:extLst>
              <a:ext uri="{FF2B5EF4-FFF2-40B4-BE49-F238E27FC236}">
                <a16:creationId xmlns:a16="http://schemas.microsoft.com/office/drawing/2014/main" id="{8FD3419E-9B44-E220-DFA1-EBB7875698DD}"/>
              </a:ext>
            </a:extLst>
          </p:cNvPr>
          <p:cNvSpPr/>
          <p:nvPr/>
        </p:nvSpPr>
        <p:spPr>
          <a:xfrm rot="5400000">
            <a:off x="3499547" y="3315991"/>
            <a:ext cx="265341" cy="3872701"/>
          </a:xfrm>
          <a:custGeom>
            <a:avLst/>
            <a:gdLst>
              <a:gd name="connsiteX0" fmla="*/ 0 w 265341"/>
              <a:gd name="connsiteY0" fmla="*/ 0 h 3872701"/>
              <a:gd name="connsiteX1" fmla="*/ 132671 w 265341"/>
              <a:gd name="connsiteY1" fmla="*/ 22111 h 3872701"/>
              <a:gd name="connsiteX2" fmla="*/ 132671 w 265341"/>
              <a:gd name="connsiteY2" fmla="*/ 652821 h 3872701"/>
              <a:gd name="connsiteX3" fmla="*/ 132671 w 265341"/>
              <a:gd name="connsiteY3" fmla="*/ 1226766 h 3872701"/>
              <a:gd name="connsiteX4" fmla="*/ 132671 w 265341"/>
              <a:gd name="connsiteY4" fmla="*/ 1914240 h 3872701"/>
              <a:gd name="connsiteX5" fmla="*/ 265342 w 265341"/>
              <a:gd name="connsiteY5" fmla="*/ 1936351 h 3872701"/>
              <a:gd name="connsiteX6" fmla="*/ 132671 w 265341"/>
              <a:gd name="connsiteY6" fmla="*/ 1958462 h 3872701"/>
              <a:gd name="connsiteX7" fmla="*/ 132671 w 265341"/>
              <a:gd name="connsiteY7" fmla="*/ 2608093 h 3872701"/>
              <a:gd name="connsiteX8" fmla="*/ 132671 w 265341"/>
              <a:gd name="connsiteY8" fmla="*/ 3257723 h 3872701"/>
              <a:gd name="connsiteX9" fmla="*/ 132671 w 265341"/>
              <a:gd name="connsiteY9" fmla="*/ 3850590 h 3872701"/>
              <a:gd name="connsiteX10" fmla="*/ 0 w 265341"/>
              <a:gd name="connsiteY10" fmla="*/ 3872701 h 3872701"/>
              <a:gd name="connsiteX11" fmla="*/ 0 w 265341"/>
              <a:gd name="connsiteY11" fmla="*/ 3304705 h 3872701"/>
              <a:gd name="connsiteX12" fmla="*/ 0 w 265341"/>
              <a:gd name="connsiteY12" fmla="*/ 2659255 h 3872701"/>
              <a:gd name="connsiteX13" fmla="*/ 0 w 265341"/>
              <a:gd name="connsiteY13" fmla="*/ 1975078 h 3872701"/>
              <a:gd name="connsiteX14" fmla="*/ 0 w 265341"/>
              <a:gd name="connsiteY14" fmla="*/ 1290900 h 3872701"/>
              <a:gd name="connsiteX15" fmla="*/ 0 w 265341"/>
              <a:gd name="connsiteY15" fmla="*/ 567996 h 3872701"/>
              <a:gd name="connsiteX16" fmla="*/ 0 w 265341"/>
              <a:gd name="connsiteY16" fmla="*/ 0 h 3872701"/>
              <a:gd name="connsiteX0" fmla="*/ 0 w 265341"/>
              <a:gd name="connsiteY0" fmla="*/ 0 h 3872701"/>
              <a:gd name="connsiteX1" fmla="*/ 132671 w 265341"/>
              <a:gd name="connsiteY1" fmla="*/ 22111 h 3872701"/>
              <a:gd name="connsiteX2" fmla="*/ 132671 w 265341"/>
              <a:gd name="connsiteY2" fmla="*/ 652821 h 3872701"/>
              <a:gd name="connsiteX3" fmla="*/ 132671 w 265341"/>
              <a:gd name="connsiteY3" fmla="*/ 1283530 h 3872701"/>
              <a:gd name="connsiteX4" fmla="*/ 132671 w 265341"/>
              <a:gd name="connsiteY4" fmla="*/ 1914240 h 3872701"/>
              <a:gd name="connsiteX5" fmla="*/ 265342 w 265341"/>
              <a:gd name="connsiteY5" fmla="*/ 1936351 h 3872701"/>
              <a:gd name="connsiteX6" fmla="*/ 132671 w 265341"/>
              <a:gd name="connsiteY6" fmla="*/ 1958462 h 3872701"/>
              <a:gd name="connsiteX7" fmla="*/ 132671 w 265341"/>
              <a:gd name="connsiteY7" fmla="*/ 2608093 h 3872701"/>
              <a:gd name="connsiteX8" fmla="*/ 132671 w 265341"/>
              <a:gd name="connsiteY8" fmla="*/ 3182038 h 3872701"/>
              <a:gd name="connsiteX9" fmla="*/ 132671 w 265341"/>
              <a:gd name="connsiteY9" fmla="*/ 3850590 h 3872701"/>
              <a:gd name="connsiteX10" fmla="*/ 0 w 265341"/>
              <a:gd name="connsiteY10" fmla="*/ 3872701 h 3872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341" h="3872701" stroke="0" extrusionOk="0">
                <a:moveTo>
                  <a:pt x="0" y="0"/>
                </a:moveTo>
                <a:cubicBezTo>
                  <a:pt x="74243" y="1964"/>
                  <a:pt x="132237" y="11491"/>
                  <a:pt x="132671" y="22111"/>
                </a:cubicBezTo>
                <a:cubicBezTo>
                  <a:pt x="112002" y="269729"/>
                  <a:pt x="154723" y="444059"/>
                  <a:pt x="132671" y="652821"/>
                </a:cubicBezTo>
                <a:cubicBezTo>
                  <a:pt x="110620" y="861583"/>
                  <a:pt x="138084" y="1033579"/>
                  <a:pt x="132671" y="1226766"/>
                </a:cubicBezTo>
                <a:cubicBezTo>
                  <a:pt x="127258" y="1419954"/>
                  <a:pt x="116741" y="1593610"/>
                  <a:pt x="132671" y="1914240"/>
                </a:cubicBezTo>
                <a:cubicBezTo>
                  <a:pt x="128702" y="1928271"/>
                  <a:pt x="191024" y="1927281"/>
                  <a:pt x="265342" y="1936351"/>
                </a:cubicBezTo>
                <a:cubicBezTo>
                  <a:pt x="192274" y="1938617"/>
                  <a:pt x="134543" y="1945751"/>
                  <a:pt x="132671" y="1958462"/>
                </a:cubicBezTo>
                <a:cubicBezTo>
                  <a:pt x="106992" y="2091637"/>
                  <a:pt x="160836" y="2401919"/>
                  <a:pt x="132671" y="2608093"/>
                </a:cubicBezTo>
                <a:cubicBezTo>
                  <a:pt x="104506" y="2814267"/>
                  <a:pt x="127771" y="2942129"/>
                  <a:pt x="132671" y="3257723"/>
                </a:cubicBezTo>
                <a:cubicBezTo>
                  <a:pt x="137572" y="3573317"/>
                  <a:pt x="126994" y="3582257"/>
                  <a:pt x="132671" y="3850590"/>
                </a:cubicBezTo>
                <a:cubicBezTo>
                  <a:pt x="130141" y="3856612"/>
                  <a:pt x="69376" y="3871247"/>
                  <a:pt x="0" y="3872701"/>
                </a:cubicBezTo>
                <a:cubicBezTo>
                  <a:pt x="1286" y="3666395"/>
                  <a:pt x="7549" y="3565408"/>
                  <a:pt x="0" y="3304705"/>
                </a:cubicBezTo>
                <a:cubicBezTo>
                  <a:pt x="-7549" y="3044002"/>
                  <a:pt x="22107" y="2923087"/>
                  <a:pt x="0" y="2659255"/>
                </a:cubicBezTo>
                <a:cubicBezTo>
                  <a:pt x="-22107" y="2395423"/>
                  <a:pt x="7570" y="2195414"/>
                  <a:pt x="0" y="1975078"/>
                </a:cubicBezTo>
                <a:cubicBezTo>
                  <a:pt x="-7570" y="1754742"/>
                  <a:pt x="-15011" y="1572633"/>
                  <a:pt x="0" y="1290900"/>
                </a:cubicBezTo>
                <a:cubicBezTo>
                  <a:pt x="15011" y="1009167"/>
                  <a:pt x="5698" y="817005"/>
                  <a:pt x="0" y="567996"/>
                </a:cubicBezTo>
                <a:cubicBezTo>
                  <a:pt x="-5698" y="318987"/>
                  <a:pt x="23147" y="221805"/>
                  <a:pt x="0" y="0"/>
                </a:cubicBezTo>
                <a:close/>
              </a:path>
              <a:path w="265341" h="3872701" fill="none" extrusionOk="0">
                <a:moveTo>
                  <a:pt x="0" y="0"/>
                </a:moveTo>
                <a:cubicBezTo>
                  <a:pt x="71732" y="-2478"/>
                  <a:pt x="131840" y="8684"/>
                  <a:pt x="132671" y="22111"/>
                </a:cubicBezTo>
                <a:cubicBezTo>
                  <a:pt x="153988" y="229629"/>
                  <a:pt x="123990" y="441779"/>
                  <a:pt x="132671" y="652821"/>
                </a:cubicBezTo>
                <a:cubicBezTo>
                  <a:pt x="141353" y="863863"/>
                  <a:pt x="157655" y="1056437"/>
                  <a:pt x="132671" y="1283530"/>
                </a:cubicBezTo>
                <a:cubicBezTo>
                  <a:pt x="107687" y="1510623"/>
                  <a:pt x="127644" y="1773325"/>
                  <a:pt x="132671" y="1914240"/>
                </a:cubicBezTo>
                <a:cubicBezTo>
                  <a:pt x="123162" y="1918135"/>
                  <a:pt x="193356" y="1935566"/>
                  <a:pt x="265342" y="1936351"/>
                </a:cubicBezTo>
                <a:cubicBezTo>
                  <a:pt x="192799" y="1937379"/>
                  <a:pt x="133068" y="1946179"/>
                  <a:pt x="132671" y="1958462"/>
                </a:cubicBezTo>
                <a:cubicBezTo>
                  <a:pt x="134869" y="2250768"/>
                  <a:pt x="100460" y="2477404"/>
                  <a:pt x="132671" y="2608093"/>
                </a:cubicBezTo>
                <a:cubicBezTo>
                  <a:pt x="164882" y="2738782"/>
                  <a:pt x="114382" y="2988338"/>
                  <a:pt x="132671" y="3182038"/>
                </a:cubicBezTo>
                <a:cubicBezTo>
                  <a:pt x="150960" y="3375739"/>
                  <a:pt x="153489" y="3689031"/>
                  <a:pt x="132671" y="3850590"/>
                </a:cubicBezTo>
                <a:cubicBezTo>
                  <a:pt x="132641" y="3859578"/>
                  <a:pt x="73756" y="3880771"/>
                  <a:pt x="0" y="3872701"/>
                </a:cubicBezTo>
              </a:path>
              <a:path w="265341" h="3872701" fill="none" stroke="0" extrusionOk="0">
                <a:moveTo>
                  <a:pt x="0" y="0"/>
                </a:moveTo>
                <a:cubicBezTo>
                  <a:pt x="74746" y="-9"/>
                  <a:pt x="135273" y="9007"/>
                  <a:pt x="132671" y="22111"/>
                </a:cubicBezTo>
                <a:cubicBezTo>
                  <a:pt x="138734" y="215877"/>
                  <a:pt x="123230" y="350528"/>
                  <a:pt x="132671" y="633899"/>
                </a:cubicBezTo>
                <a:cubicBezTo>
                  <a:pt x="142112" y="917270"/>
                  <a:pt x="138557" y="1019189"/>
                  <a:pt x="132671" y="1302452"/>
                </a:cubicBezTo>
                <a:cubicBezTo>
                  <a:pt x="126785" y="1585715"/>
                  <a:pt x="103508" y="1659596"/>
                  <a:pt x="132671" y="1914240"/>
                </a:cubicBezTo>
                <a:cubicBezTo>
                  <a:pt x="123411" y="1918240"/>
                  <a:pt x="182573" y="1942024"/>
                  <a:pt x="265342" y="1936351"/>
                </a:cubicBezTo>
                <a:cubicBezTo>
                  <a:pt x="191709" y="1936464"/>
                  <a:pt x="132180" y="1947523"/>
                  <a:pt x="132671" y="1958462"/>
                </a:cubicBezTo>
                <a:cubicBezTo>
                  <a:pt x="158841" y="2126659"/>
                  <a:pt x="146801" y="2345708"/>
                  <a:pt x="132671" y="2608093"/>
                </a:cubicBezTo>
                <a:cubicBezTo>
                  <a:pt x="118541" y="2870478"/>
                  <a:pt x="133113" y="3085740"/>
                  <a:pt x="132671" y="3257723"/>
                </a:cubicBezTo>
                <a:cubicBezTo>
                  <a:pt x="132230" y="3429706"/>
                  <a:pt x="149114" y="3684088"/>
                  <a:pt x="132671" y="3850590"/>
                </a:cubicBezTo>
                <a:cubicBezTo>
                  <a:pt x="131271" y="3861930"/>
                  <a:pt x="66104" y="3871961"/>
                  <a:pt x="0" y="3872701"/>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5" name="TextBox 54">
            <a:extLst>
              <a:ext uri="{FF2B5EF4-FFF2-40B4-BE49-F238E27FC236}">
                <a16:creationId xmlns:a16="http://schemas.microsoft.com/office/drawing/2014/main" id="{1B764EAC-0E36-213E-EE1F-66616BFCBB95}"/>
              </a:ext>
            </a:extLst>
          </p:cNvPr>
          <p:cNvSpPr txBox="1"/>
          <p:nvPr/>
        </p:nvSpPr>
        <p:spPr>
          <a:xfrm>
            <a:off x="3316266" y="5419631"/>
            <a:ext cx="631904" cy="261610"/>
          </a:xfrm>
          <a:prstGeom prst="rect">
            <a:avLst/>
          </a:prstGeom>
          <a:noFill/>
        </p:spPr>
        <p:txBody>
          <a:bodyPr wrap="none" rtlCol="0">
            <a:spAutoFit/>
          </a:bodyPr>
          <a:lstStyle/>
          <a:p>
            <a:r>
              <a:rPr lang="en-GB" sz="1100" dirty="0">
                <a:latin typeface="+mn-lt"/>
              </a:rPr>
              <a:t>9</a:t>
            </a:r>
            <a:r>
              <a:rPr lang="el-GR" sz="1100" dirty="0">
                <a:latin typeface="+mn-lt"/>
              </a:rPr>
              <a:t>9.27</a:t>
            </a:r>
            <a:r>
              <a:rPr lang="en-GB" sz="1100" dirty="0">
                <a:latin typeface="+mn-lt"/>
              </a:rPr>
              <a:t>%</a:t>
            </a:r>
          </a:p>
        </p:txBody>
      </p:sp>
      <p:sp>
        <p:nvSpPr>
          <p:cNvPr id="56" name="Footer Placeholder 55">
            <a:extLst>
              <a:ext uri="{FF2B5EF4-FFF2-40B4-BE49-F238E27FC236}">
                <a16:creationId xmlns:a16="http://schemas.microsoft.com/office/drawing/2014/main" id="{D265EBBD-0D93-FFDB-F04C-D64E26669FC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7" name="Slide Number Placeholder 56">
            <a:extLst>
              <a:ext uri="{FF2B5EF4-FFF2-40B4-BE49-F238E27FC236}">
                <a16:creationId xmlns:a16="http://schemas.microsoft.com/office/drawing/2014/main" id="{6F50C5D9-6AAF-FEBA-90FF-589CAD2D1431}"/>
              </a:ext>
            </a:extLst>
          </p:cNvPr>
          <p:cNvSpPr>
            <a:spLocks noGrp="1"/>
          </p:cNvSpPr>
          <p:nvPr>
            <p:ph type="sldNum" sz="quarter" idx="4"/>
          </p:nvPr>
        </p:nvSpPr>
        <p:spPr/>
        <p:txBody>
          <a:bodyPr/>
          <a:lstStyle/>
          <a:p>
            <a:fld id="{9FD7ECCF-50E7-4327-B945-FA93FF7B2BEF}" type="slidenum">
              <a:rPr lang="en-US" smtClean="0"/>
              <a:pPr/>
              <a:t>57</a:t>
            </a:fld>
            <a:r>
              <a:rPr lang="en-GB"/>
              <a:t>/80</a:t>
            </a:r>
            <a:endParaRPr lang="en-US" dirty="0"/>
          </a:p>
        </p:txBody>
      </p:sp>
    </p:spTree>
    <p:extLst>
      <p:ext uri="{BB962C8B-B14F-4D97-AF65-F5344CB8AC3E}">
        <p14:creationId xmlns:p14="http://schemas.microsoft.com/office/powerpoint/2010/main" val="11321368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9AFE3-D0AB-1957-8082-285D3B1A5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0A6C5-FC1D-0F29-BCD8-3C0828B58447}"/>
              </a:ext>
            </a:extLst>
          </p:cNvPr>
          <p:cNvSpPr>
            <a:spLocks noGrp="1"/>
          </p:cNvSpPr>
          <p:nvPr>
            <p:ph type="title"/>
          </p:nvPr>
        </p:nvSpPr>
        <p:spPr/>
        <p:txBody>
          <a:bodyPr/>
          <a:lstStyle/>
          <a:p>
            <a:r>
              <a:rPr lang="en-GB" sz="4400" i="1" dirty="0">
                <a:latin typeface="+mn-lt"/>
              </a:rPr>
              <a:t>z table (Standard Normal Table)</a:t>
            </a:r>
            <a:endParaRPr lang="en-GB" dirty="0"/>
          </a:p>
        </p:txBody>
      </p:sp>
      <p:pic>
        <p:nvPicPr>
          <p:cNvPr id="7" name="Picture 6">
            <a:extLst>
              <a:ext uri="{FF2B5EF4-FFF2-40B4-BE49-F238E27FC236}">
                <a16:creationId xmlns:a16="http://schemas.microsoft.com/office/drawing/2014/main" id="{465CDDBC-2A68-50AA-3636-9722D226C085}"/>
              </a:ext>
            </a:extLst>
          </p:cNvPr>
          <p:cNvPicPr>
            <a:picLocks noChangeAspect="1"/>
          </p:cNvPicPr>
          <p:nvPr/>
        </p:nvPicPr>
        <p:blipFill>
          <a:blip r:embed="rId2"/>
          <a:stretch>
            <a:fillRect/>
          </a:stretch>
        </p:blipFill>
        <p:spPr>
          <a:xfrm>
            <a:off x="4641293" y="1626525"/>
            <a:ext cx="4124755" cy="4731508"/>
          </a:xfrm>
          <a:prstGeom prst="rect">
            <a:avLst/>
          </a:prstGeom>
        </p:spPr>
      </p:pic>
      <p:sp>
        <p:nvSpPr>
          <p:cNvPr id="15" name="TextBox 14">
            <a:extLst>
              <a:ext uri="{FF2B5EF4-FFF2-40B4-BE49-F238E27FC236}">
                <a16:creationId xmlns:a16="http://schemas.microsoft.com/office/drawing/2014/main" id="{E9D33B31-8D45-C95A-39FC-7E8042B0D301}"/>
              </a:ext>
            </a:extLst>
          </p:cNvPr>
          <p:cNvSpPr txBox="1"/>
          <p:nvPr/>
        </p:nvSpPr>
        <p:spPr>
          <a:xfrm>
            <a:off x="4641293" y="6094317"/>
            <a:ext cx="1086420" cy="307777"/>
          </a:xfrm>
          <a:prstGeom prst="rect">
            <a:avLst/>
          </a:prstGeom>
          <a:noFill/>
        </p:spPr>
        <p:txBody>
          <a:bodyPr wrap="square" rtlCol="0">
            <a:spAutoFit/>
          </a:bodyPr>
          <a:lstStyle/>
          <a:p>
            <a:r>
              <a:rPr lang="en-GB" sz="1400" i="1" dirty="0">
                <a:latin typeface="+mn-lt"/>
              </a:rPr>
              <a:t>z scores</a:t>
            </a:r>
            <a:endParaRPr lang="el-GR" sz="1400" i="1" dirty="0"/>
          </a:p>
        </p:txBody>
      </p:sp>
      <p:sp>
        <p:nvSpPr>
          <p:cNvPr id="16" name="TextBox 15">
            <a:extLst>
              <a:ext uri="{FF2B5EF4-FFF2-40B4-BE49-F238E27FC236}">
                <a16:creationId xmlns:a16="http://schemas.microsoft.com/office/drawing/2014/main" id="{60272EE2-366C-A910-2FDA-DBA1EE381FCD}"/>
              </a:ext>
            </a:extLst>
          </p:cNvPr>
          <p:cNvSpPr txBox="1"/>
          <p:nvPr/>
        </p:nvSpPr>
        <p:spPr>
          <a:xfrm>
            <a:off x="8600790" y="1633853"/>
            <a:ext cx="1086420" cy="307777"/>
          </a:xfrm>
          <a:prstGeom prst="rect">
            <a:avLst/>
          </a:prstGeom>
          <a:noFill/>
        </p:spPr>
        <p:txBody>
          <a:bodyPr wrap="square" rtlCol="0">
            <a:spAutoFit/>
          </a:bodyPr>
          <a:lstStyle/>
          <a:p>
            <a:r>
              <a:rPr lang="en-GB" sz="1400" i="1" dirty="0">
                <a:latin typeface="+mn-lt"/>
              </a:rPr>
              <a:t>areas</a:t>
            </a:r>
            <a:endParaRPr lang="el-GR" sz="1400" i="1" dirty="0"/>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437DE2CF-09AA-F521-C91C-05CCE05727DD}"/>
                  </a:ext>
                </a:extLst>
              </p14:cNvPr>
              <p14:cNvContentPartPr/>
              <p14:nvPr/>
            </p14:nvContentPartPr>
            <p14:xfrm>
              <a:off x="4858863" y="2525922"/>
              <a:ext cx="2341800" cy="64080"/>
            </p14:xfrm>
          </p:contentPart>
        </mc:Choice>
        <mc:Fallback xmlns="">
          <p:pic>
            <p:nvPicPr>
              <p:cNvPr id="20" name="Ink 19">
                <a:extLst>
                  <a:ext uri="{FF2B5EF4-FFF2-40B4-BE49-F238E27FC236}">
                    <a16:creationId xmlns:a16="http://schemas.microsoft.com/office/drawing/2014/main" id="{437DE2CF-09AA-F521-C91C-05CCE05727DD}"/>
                  </a:ext>
                </a:extLst>
              </p:cNvPr>
              <p:cNvPicPr/>
              <p:nvPr/>
            </p:nvPicPr>
            <p:blipFill>
              <a:blip r:embed="rId4"/>
              <a:stretch>
                <a:fillRect/>
              </a:stretch>
            </p:blipFill>
            <p:spPr>
              <a:xfrm>
                <a:off x="4823223" y="2454282"/>
                <a:ext cx="241344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9C6EC484-2676-9BBD-3D0F-51EA1D5AF08C}"/>
                  </a:ext>
                </a:extLst>
              </p14:cNvPr>
              <p14:cNvContentPartPr/>
              <p14:nvPr/>
            </p14:nvContentPartPr>
            <p14:xfrm>
              <a:off x="7057383" y="1848402"/>
              <a:ext cx="61200" cy="569880"/>
            </p14:xfrm>
          </p:contentPart>
        </mc:Choice>
        <mc:Fallback xmlns="">
          <p:pic>
            <p:nvPicPr>
              <p:cNvPr id="21" name="Ink 20">
                <a:extLst>
                  <a:ext uri="{FF2B5EF4-FFF2-40B4-BE49-F238E27FC236}">
                    <a16:creationId xmlns:a16="http://schemas.microsoft.com/office/drawing/2014/main" id="{9C6EC484-2676-9BBD-3D0F-51EA1D5AF08C}"/>
                  </a:ext>
                </a:extLst>
              </p:cNvPr>
              <p:cNvPicPr/>
              <p:nvPr/>
            </p:nvPicPr>
            <p:blipFill>
              <a:blip r:embed="rId6"/>
              <a:stretch>
                <a:fillRect/>
              </a:stretch>
            </p:blipFill>
            <p:spPr>
              <a:xfrm>
                <a:off x="6985383" y="1704762"/>
                <a:ext cx="204840" cy="857520"/>
              </a:xfrm>
              <a:prstGeom prst="rect">
                <a:avLst/>
              </a:prstGeom>
            </p:spPr>
          </p:pic>
        </mc:Fallback>
      </mc:AlternateContent>
      <p:sp>
        <p:nvSpPr>
          <p:cNvPr id="6" name="TextBox 5">
            <a:extLst>
              <a:ext uri="{FF2B5EF4-FFF2-40B4-BE49-F238E27FC236}">
                <a16:creationId xmlns:a16="http://schemas.microsoft.com/office/drawing/2014/main" id="{AB889634-9971-72E1-22E1-D750423616D1}"/>
              </a:ext>
            </a:extLst>
          </p:cNvPr>
          <p:cNvSpPr txBox="1"/>
          <p:nvPr/>
        </p:nvSpPr>
        <p:spPr>
          <a:xfrm>
            <a:off x="264508" y="1671501"/>
            <a:ext cx="4193921" cy="4708981"/>
          </a:xfrm>
          <a:custGeom>
            <a:avLst/>
            <a:gdLst>
              <a:gd name="connsiteX0" fmla="*/ 0 w 4193921"/>
              <a:gd name="connsiteY0" fmla="*/ 0 h 4708981"/>
              <a:gd name="connsiteX1" fmla="*/ 641071 w 4193921"/>
              <a:gd name="connsiteY1" fmla="*/ 0 h 4708981"/>
              <a:gd name="connsiteX2" fmla="*/ 1198263 w 4193921"/>
              <a:gd name="connsiteY2" fmla="*/ 0 h 4708981"/>
              <a:gd name="connsiteX3" fmla="*/ 1713516 w 4193921"/>
              <a:gd name="connsiteY3" fmla="*/ 0 h 4708981"/>
              <a:gd name="connsiteX4" fmla="*/ 2186830 w 4193921"/>
              <a:gd name="connsiteY4" fmla="*/ 0 h 4708981"/>
              <a:gd name="connsiteX5" fmla="*/ 2869840 w 4193921"/>
              <a:gd name="connsiteY5" fmla="*/ 0 h 4708981"/>
              <a:gd name="connsiteX6" fmla="*/ 3385093 w 4193921"/>
              <a:gd name="connsiteY6" fmla="*/ 0 h 4708981"/>
              <a:gd name="connsiteX7" fmla="*/ 4193921 w 4193921"/>
              <a:gd name="connsiteY7" fmla="*/ 0 h 4708981"/>
              <a:gd name="connsiteX8" fmla="*/ 4193921 w 4193921"/>
              <a:gd name="connsiteY8" fmla="*/ 541533 h 4708981"/>
              <a:gd name="connsiteX9" fmla="*/ 4193921 w 4193921"/>
              <a:gd name="connsiteY9" fmla="*/ 1177245 h 4708981"/>
              <a:gd name="connsiteX10" fmla="*/ 4193921 w 4193921"/>
              <a:gd name="connsiteY10" fmla="*/ 1671688 h 4708981"/>
              <a:gd name="connsiteX11" fmla="*/ 4193921 w 4193921"/>
              <a:gd name="connsiteY11" fmla="*/ 2166131 h 4708981"/>
              <a:gd name="connsiteX12" fmla="*/ 4193921 w 4193921"/>
              <a:gd name="connsiteY12" fmla="*/ 2660574 h 4708981"/>
              <a:gd name="connsiteX13" fmla="*/ 4193921 w 4193921"/>
              <a:gd name="connsiteY13" fmla="*/ 3202107 h 4708981"/>
              <a:gd name="connsiteX14" fmla="*/ 4193921 w 4193921"/>
              <a:gd name="connsiteY14" fmla="*/ 3884909 h 4708981"/>
              <a:gd name="connsiteX15" fmla="*/ 4193921 w 4193921"/>
              <a:gd name="connsiteY15" fmla="*/ 4708981 h 4708981"/>
              <a:gd name="connsiteX16" fmla="*/ 3594789 w 4193921"/>
              <a:gd name="connsiteY16" fmla="*/ 4708981 h 4708981"/>
              <a:gd name="connsiteX17" fmla="*/ 2995658 w 4193921"/>
              <a:gd name="connsiteY17" fmla="*/ 4708981 h 4708981"/>
              <a:gd name="connsiteX18" fmla="*/ 2438465 w 4193921"/>
              <a:gd name="connsiteY18" fmla="*/ 4708981 h 4708981"/>
              <a:gd name="connsiteX19" fmla="*/ 1965152 w 4193921"/>
              <a:gd name="connsiteY19" fmla="*/ 4708981 h 4708981"/>
              <a:gd name="connsiteX20" fmla="*/ 1491838 w 4193921"/>
              <a:gd name="connsiteY20" fmla="*/ 4708981 h 4708981"/>
              <a:gd name="connsiteX21" fmla="*/ 1018524 w 4193921"/>
              <a:gd name="connsiteY21" fmla="*/ 4708981 h 4708981"/>
              <a:gd name="connsiteX22" fmla="*/ 0 w 4193921"/>
              <a:gd name="connsiteY22" fmla="*/ 4708981 h 4708981"/>
              <a:gd name="connsiteX23" fmla="*/ 0 w 4193921"/>
              <a:gd name="connsiteY23" fmla="*/ 4120358 h 4708981"/>
              <a:gd name="connsiteX24" fmla="*/ 0 w 4193921"/>
              <a:gd name="connsiteY24" fmla="*/ 3484646 h 4708981"/>
              <a:gd name="connsiteX25" fmla="*/ 0 w 4193921"/>
              <a:gd name="connsiteY25" fmla="*/ 2943113 h 4708981"/>
              <a:gd name="connsiteX26" fmla="*/ 0 w 4193921"/>
              <a:gd name="connsiteY26" fmla="*/ 2448670 h 4708981"/>
              <a:gd name="connsiteX27" fmla="*/ 0 w 4193921"/>
              <a:gd name="connsiteY27" fmla="*/ 2001317 h 4708981"/>
              <a:gd name="connsiteX28" fmla="*/ 0 w 4193921"/>
              <a:gd name="connsiteY28" fmla="*/ 1412694 h 4708981"/>
              <a:gd name="connsiteX29" fmla="*/ 0 w 4193921"/>
              <a:gd name="connsiteY29" fmla="*/ 824072 h 4708981"/>
              <a:gd name="connsiteX30" fmla="*/ 0 w 4193921"/>
              <a:gd name="connsiteY30" fmla="*/ 0 h 470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93921" h="4708981" fill="none" extrusionOk="0">
                <a:moveTo>
                  <a:pt x="0" y="0"/>
                </a:moveTo>
                <a:cubicBezTo>
                  <a:pt x="201791" y="-61738"/>
                  <a:pt x="402694" y="12237"/>
                  <a:pt x="641071" y="0"/>
                </a:cubicBezTo>
                <a:cubicBezTo>
                  <a:pt x="879448" y="-12237"/>
                  <a:pt x="942412" y="42529"/>
                  <a:pt x="1198263" y="0"/>
                </a:cubicBezTo>
                <a:cubicBezTo>
                  <a:pt x="1454114" y="-42529"/>
                  <a:pt x="1514701" y="20150"/>
                  <a:pt x="1713516" y="0"/>
                </a:cubicBezTo>
                <a:cubicBezTo>
                  <a:pt x="1912331" y="-20150"/>
                  <a:pt x="2017233" y="30211"/>
                  <a:pt x="2186830" y="0"/>
                </a:cubicBezTo>
                <a:cubicBezTo>
                  <a:pt x="2356427" y="-30211"/>
                  <a:pt x="2615999" y="54557"/>
                  <a:pt x="2869840" y="0"/>
                </a:cubicBezTo>
                <a:cubicBezTo>
                  <a:pt x="3123681" y="-54557"/>
                  <a:pt x="3152771" y="27218"/>
                  <a:pt x="3385093" y="0"/>
                </a:cubicBezTo>
                <a:cubicBezTo>
                  <a:pt x="3617415" y="-27218"/>
                  <a:pt x="4003075" y="7111"/>
                  <a:pt x="4193921" y="0"/>
                </a:cubicBezTo>
                <a:cubicBezTo>
                  <a:pt x="4256634" y="192286"/>
                  <a:pt x="4176015" y="331333"/>
                  <a:pt x="4193921" y="541533"/>
                </a:cubicBezTo>
                <a:cubicBezTo>
                  <a:pt x="4211827" y="751733"/>
                  <a:pt x="4155651" y="994368"/>
                  <a:pt x="4193921" y="1177245"/>
                </a:cubicBezTo>
                <a:cubicBezTo>
                  <a:pt x="4232191" y="1360122"/>
                  <a:pt x="4175660" y="1504065"/>
                  <a:pt x="4193921" y="1671688"/>
                </a:cubicBezTo>
                <a:cubicBezTo>
                  <a:pt x="4212182" y="1839311"/>
                  <a:pt x="4142011" y="1944326"/>
                  <a:pt x="4193921" y="2166131"/>
                </a:cubicBezTo>
                <a:cubicBezTo>
                  <a:pt x="4245831" y="2387936"/>
                  <a:pt x="4183344" y="2468275"/>
                  <a:pt x="4193921" y="2660574"/>
                </a:cubicBezTo>
                <a:cubicBezTo>
                  <a:pt x="4204498" y="2852873"/>
                  <a:pt x="4165010" y="3004588"/>
                  <a:pt x="4193921" y="3202107"/>
                </a:cubicBezTo>
                <a:cubicBezTo>
                  <a:pt x="4222832" y="3399626"/>
                  <a:pt x="4168786" y="3660658"/>
                  <a:pt x="4193921" y="3884909"/>
                </a:cubicBezTo>
                <a:cubicBezTo>
                  <a:pt x="4219056" y="4109160"/>
                  <a:pt x="4136694" y="4475234"/>
                  <a:pt x="4193921" y="4708981"/>
                </a:cubicBezTo>
                <a:cubicBezTo>
                  <a:pt x="4040832" y="4734984"/>
                  <a:pt x="3723539" y="4668385"/>
                  <a:pt x="3594789" y="4708981"/>
                </a:cubicBezTo>
                <a:cubicBezTo>
                  <a:pt x="3466039" y="4749577"/>
                  <a:pt x="3248611" y="4677875"/>
                  <a:pt x="2995658" y="4708981"/>
                </a:cubicBezTo>
                <a:cubicBezTo>
                  <a:pt x="2742705" y="4740087"/>
                  <a:pt x="2597038" y="4647789"/>
                  <a:pt x="2438465" y="4708981"/>
                </a:cubicBezTo>
                <a:cubicBezTo>
                  <a:pt x="2279892" y="4770173"/>
                  <a:pt x="2113944" y="4677409"/>
                  <a:pt x="1965152" y="4708981"/>
                </a:cubicBezTo>
                <a:cubicBezTo>
                  <a:pt x="1816360" y="4740553"/>
                  <a:pt x="1643206" y="4679169"/>
                  <a:pt x="1491838" y="4708981"/>
                </a:cubicBezTo>
                <a:cubicBezTo>
                  <a:pt x="1340470" y="4738793"/>
                  <a:pt x="1231286" y="4660970"/>
                  <a:pt x="1018524" y="4708981"/>
                </a:cubicBezTo>
                <a:cubicBezTo>
                  <a:pt x="805762" y="4756992"/>
                  <a:pt x="453376" y="4646509"/>
                  <a:pt x="0" y="4708981"/>
                </a:cubicBezTo>
                <a:cubicBezTo>
                  <a:pt x="-57452" y="4504649"/>
                  <a:pt x="20444" y="4241275"/>
                  <a:pt x="0" y="4120358"/>
                </a:cubicBezTo>
                <a:cubicBezTo>
                  <a:pt x="-20444" y="3999441"/>
                  <a:pt x="39309" y="3714293"/>
                  <a:pt x="0" y="3484646"/>
                </a:cubicBezTo>
                <a:cubicBezTo>
                  <a:pt x="-39309" y="3254999"/>
                  <a:pt x="41705" y="3061701"/>
                  <a:pt x="0" y="2943113"/>
                </a:cubicBezTo>
                <a:cubicBezTo>
                  <a:pt x="-41705" y="2824525"/>
                  <a:pt x="21473" y="2664264"/>
                  <a:pt x="0" y="2448670"/>
                </a:cubicBezTo>
                <a:cubicBezTo>
                  <a:pt x="-21473" y="2233076"/>
                  <a:pt x="14473" y="2112062"/>
                  <a:pt x="0" y="2001317"/>
                </a:cubicBezTo>
                <a:cubicBezTo>
                  <a:pt x="-14473" y="1890572"/>
                  <a:pt x="38909" y="1675777"/>
                  <a:pt x="0" y="1412694"/>
                </a:cubicBezTo>
                <a:cubicBezTo>
                  <a:pt x="-38909" y="1149611"/>
                  <a:pt x="3859" y="1068085"/>
                  <a:pt x="0" y="824072"/>
                </a:cubicBezTo>
                <a:cubicBezTo>
                  <a:pt x="-3859" y="580059"/>
                  <a:pt x="41765" y="285937"/>
                  <a:pt x="0" y="0"/>
                </a:cubicBezTo>
                <a:close/>
              </a:path>
              <a:path w="4193921" h="4708981" stroke="0" extrusionOk="0">
                <a:moveTo>
                  <a:pt x="0" y="0"/>
                </a:moveTo>
                <a:cubicBezTo>
                  <a:pt x="156200" y="-53562"/>
                  <a:pt x="358714" y="49114"/>
                  <a:pt x="473314" y="0"/>
                </a:cubicBezTo>
                <a:cubicBezTo>
                  <a:pt x="587914" y="-49114"/>
                  <a:pt x="847861" y="4354"/>
                  <a:pt x="946628" y="0"/>
                </a:cubicBezTo>
                <a:cubicBezTo>
                  <a:pt x="1045395" y="-4354"/>
                  <a:pt x="1336908" y="68508"/>
                  <a:pt x="1629638" y="0"/>
                </a:cubicBezTo>
                <a:cubicBezTo>
                  <a:pt x="1922368" y="-68508"/>
                  <a:pt x="1994270" y="11263"/>
                  <a:pt x="2102952" y="0"/>
                </a:cubicBezTo>
                <a:cubicBezTo>
                  <a:pt x="2211634" y="-11263"/>
                  <a:pt x="2405584" y="4793"/>
                  <a:pt x="2576266" y="0"/>
                </a:cubicBezTo>
                <a:cubicBezTo>
                  <a:pt x="2746948" y="-4793"/>
                  <a:pt x="2986462" y="67386"/>
                  <a:pt x="3217337" y="0"/>
                </a:cubicBezTo>
                <a:cubicBezTo>
                  <a:pt x="3448212" y="-67386"/>
                  <a:pt x="3926355" y="113085"/>
                  <a:pt x="4193921" y="0"/>
                </a:cubicBezTo>
                <a:cubicBezTo>
                  <a:pt x="4194441" y="108564"/>
                  <a:pt x="4151420" y="386693"/>
                  <a:pt x="4193921" y="541533"/>
                </a:cubicBezTo>
                <a:cubicBezTo>
                  <a:pt x="4236422" y="696373"/>
                  <a:pt x="4155847" y="799139"/>
                  <a:pt x="4193921" y="1035976"/>
                </a:cubicBezTo>
                <a:cubicBezTo>
                  <a:pt x="4231995" y="1272813"/>
                  <a:pt x="4140683" y="1354849"/>
                  <a:pt x="4193921" y="1483329"/>
                </a:cubicBezTo>
                <a:cubicBezTo>
                  <a:pt x="4247159" y="1611809"/>
                  <a:pt x="4155869" y="1798959"/>
                  <a:pt x="4193921" y="2024862"/>
                </a:cubicBezTo>
                <a:cubicBezTo>
                  <a:pt x="4231973" y="2250765"/>
                  <a:pt x="4181480" y="2384661"/>
                  <a:pt x="4193921" y="2660574"/>
                </a:cubicBezTo>
                <a:cubicBezTo>
                  <a:pt x="4206362" y="2936487"/>
                  <a:pt x="4131658" y="2959264"/>
                  <a:pt x="4193921" y="3249197"/>
                </a:cubicBezTo>
                <a:cubicBezTo>
                  <a:pt x="4256184" y="3539130"/>
                  <a:pt x="4192246" y="3531752"/>
                  <a:pt x="4193921" y="3790730"/>
                </a:cubicBezTo>
                <a:cubicBezTo>
                  <a:pt x="4195596" y="4049708"/>
                  <a:pt x="4177851" y="4460310"/>
                  <a:pt x="4193921" y="4708981"/>
                </a:cubicBezTo>
                <a:cubicBezTo>
                  <a:pt x="3932732" y="4741473"/>
                  <a:pt x="3840378" y="4689009"/>
                  <a:pt x="3636729" y="4708981"/>
                </a:cubicBezTo>
                <a:cubicBezTo>
                  <a:pt x="3433080" y="4728953"/>
                  <a:pt x="3242969" y="4685948"/>
                  <a:pt x="3037597" y="4708981"/>
                </a:cubicBezTo>
                <a:cubicBezTo>
                  <a:pt x="2832225" y="4732014"/>
                  <a:pt x="2787678" y="4685683"/>
                  <a:pt x="2564283" y="4708981"/>
                </a:cubicBezTo>
                <a:cubicBezTo>
                  <a:pt x="2340888" y="4732279"/>
                  <a:pt x="2194629" y="4665035"/>
                  <a:pt x="1965152" y="4708981"/>
                </a:cubicBezTo>
                <a:cubicBezTo>
                  <a:pt x="1735675" y="4752927"/>
                  <a:pt x="1602938" y="4703763"/>
                  <a:pt x="1491838" y="4708981"/>
                </a:cubicBezTo>
                <a:cubicBezTo>
                  <a:pt x="1380738" y="4714199"/>
                  <a:pt x="1213420" y="4671461"/>
                  <a:pt x="1018524" y="4708981"/>
                </a:cubicBezTo>
                <a:cubicBezTo>
                  <a:pt x="823628" y="4746501"/>
                  <a:pt x="319907" y="4656712"/>
                  <a:pt x="0" y="4708981"/>
                </a:cubicBezTo>
                <a:cubicBezTo>
                  <a:pt x="-13125" y="4471353"/>
                  <a:pt x="52412" y="4220050"/>
                  <a:pt x="0" y="4073269"/>
                </a:cubicBezTo>
                <a:cubicBezTo>
                  <a:pt x="-52412" y="3926488"/>
                  <a:pt x="44586" y="3730853"/>
                  <a:pt x="0" y="3484646"/>
                </a:cubicBezTo>
                <a:cubicBezTo>
                  <a:pt x="-44586" y="3238439"/>
                  <a:pt x="49564" y="3137519"/>
                  <a:pt x="0" y="2990203"/>
                </a:cubicBezTo>
                <a:cubicBezTo>
                  <a:pt x="-49564" y="2842887"/>
                  <a:pt x="8670" y="2561075"/>
                  <a:pt x="0" y="2354491"/>
                </a:cubicBezTo>
                <a:cubicBezTo>
                  <a:pt x="-8670" y="2147907"/>
                  <a:pt x="26788" y="1999230"/>
                  <a:pt x="0" y="1718778"/>
                </a:cubicBezTo>
                <a:cubicBezTo>
                  <a:pt x="-26788" y="1438326"/>
                  <a:pt x="21030" y="1239645"/>
                  <a:pt x="0" y="1083066"/>
                </a:cubicBezTo>
                <a:cubicBezTo>
                  <a:pt x="-21030" y="926487"/>
                  <a:pt x="119246" y="375686"/>
                  <a:pt x="0" y="0"/>
                </a:cubicBezTo>
                <a:close/>
              </a:path>
            </a:pathLst>
          </a:custGeom>
          <a:ln>
            <a:extLst>
              <a:ext uri="{C807C97D-BFC1-408E-A445-0C87EB9F89A2}">
                <ask:lineSketchStyleProps xmlns:ask="http://schemas.microsoft.com/office/drawing/2018/sketchyshapes" sd="4132027508">
                  <a:prstGeom prst="rect">
                    <a:avLst/>
                  </a:prstGeom>
                  <ask:type>
                    <ask:lineSketchScribble/>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spcBef>
                <a:spcPts val="600"/>
              </a:spcBef>
              <a:spcAft>
                <a:spcPts val="600"/>
              </a:spcAft>
            </a:pPr>
            <a:r>
              <a:rPr lang="en-GB" sz="1400" b="1" dirty="0">
                <a:solidFill>
                  <a:schemeClr val="tx1"/>
                </a:solidFill>
              </a:rPr>
              <a:t>Steps:</a:t>
            </a:r>
          </a:p>
          <a:p>
            <a:pPr>
              <a:spcBef>
                <a:spcPts val="600"/>
              </a:spcBef>
              <a:spcAft>
                <a:spcPts val="600"/>
              </a:spcAft>
              <a:buFont typeface="+mj-lt"/>
              <a:buAutoNum type="arabicPeriod"/>
            </a:pPr>
            <a:r>
              <a:rPr lang="en-GB" sz="1400" b="1" dirty="0">
                <a:solidFill>
                  <a:schemeClr val="tx1"/>
                </a:solidFill>
              </a:rPr>
              <a:t>Look up the z-score</a:t>
            </a:r>
            <a:r>
              <a:rPr lang="en-GB" sz="1400" dirty="0">
                <a:solidFill>
                  <a:schemeClr val="tx1"/>
                </a:solidFill>
              </a:rPr>
              <a:t>: In a standard normal distribution table, locate the area corresponding to </a:t>
            </a:r>
            <a:r>
              <a:rPr lang="en-GB" sz="1400" b="1" dirty="0">
                <a:solidFill>
                  <a:schemeClr val="tx1"/>
                </a:solidFill>
              </a:rPr>
              <a:t>z = </a:t>
            </a:r>
            <a:r>
              <a:rPr lang="el-GR" sz="1400" b="1" dirty="0">
                <a:solidFill>
                  <a:schemeClr val="tx1"/>
                </a:solidFill>
              </a:rPr>
              <a:t>-0.66</a:t>
            </a:r>
            <a:endParaRPr lang="en-GB" sz="1400" dirty="0">
              <a:solidFill>
                <a:schemeClr val="tx1"/>
              </a:solidFill>
            </a:endParaRPr>
          </a:p>
          <a:p>
            <a:pPr>
              <a:spcBef>
                <a:spcPts val="600"/>
              </a:spcBef>
              <a:spcAft>
                <a:spcPts val="600"/>
              </a:spcAft>
            </a:pPr>
            <a:r>
              <a:rPr lang="el-GR" sz="1400" b="1" dirty="0">
                <a:solidFill>
                  <a:schemeClr val="tx1"/>
                </a:solidFill>
              </a:rPr>
              <a:t>2. </a:t>
            </a:r>
            <a:r>
              <a:rPr lang="en-GB" sz="1400" b="1" dirty="0">
                <a:solidFill>
                  <a:schemeClr val="tx1"/>
                </a:solidFill>
              </a:rPr>
              <a:t>For z = -0.66, </a:t>
            </a:r>
            <a:r>
              <a:rPr lang="en-GB" sz="1400" dirty="0">
                <a:solidFill>
                  <a:schemeClr val="tx1"/>
                </a:solidFill>
              </a:rPr>
              <a:t>the area to the left (cumulative probability) is approximately 0.2546.  This means that about 25.46% of values lie below a z-score of -0.66.</a:t>
            </a:r>
          </a:p>
          <a:p>
            <a:pPr>
              <a:spcBef>
                <a:spcPts val="600"/>
              </a:spcBef>
              <a:spcAft>
                <a:spcPts val="600"/>
              </a:spcAft>
            </a:pPr>
            <a:r>
              <a:rPr lang="el-GR" sz="1400" b="1" dirty="0">
                <a:solidFill>
                  <a:schemeClr val="tx1"/>
                </a:solidFill>
              </a:rPr>
              <a:t>3. </a:t>
            </a:r>
            <a:r>
              <a:rPr lang="en-GB" sz="1400" b="1" dirty="0">
                <a:solidFill>
                  <a:schemeClr val="tx1"/>
                </a:solidFill>
              </a:rPr>
              <a:t>Area to the Right</a:t>
            </a:r>
          </a:p>
          <a:p>
            <a:pPr>
              <a:spcBef>
                <a:spcPts val="600"/>
              </a:spcBef>
              <a:spcAft>
                <a:spcPts val="600"/>
              </a:spcAft>
            </a:pPr>
            <a:r>
              <a:rPr lang="en-GB" sz="1400" dirty="0">
                <a:solidFill>
                  <a:schemeClr val="tx1"/>
                </a:solidFill>
              </a:rPr>
              <a:t>To find the area to the right of z = -0.66, subtract the cumulative area from 1:</a:t>
            </a:r>
          </a:p>
          <a:p>
            <a:pPr>
              <a:spcBef>
                <a:spcPts val="600"/>
              </a:spcBef>
              <a:spcAft>
                <a:spcPts val="600"/>
              </a:spcAft>
            </a:pPr>
            <a:r>
              <a:rPr lang="en-GB" sz="1400" dirty="0">
                <a:solidFill>
                  <a:schemeClr val="tx1"/>
                </a:solidFill>
              </a:rPr>
              <a:t>1−0.2546=</a:t>
            </a:r>
            <a:r>
              <a:rPr lang="en-GB" sz="1400" b="1" dirty="0">
                <a:solidFill>
                  <a:schemeClr val="tx1"/>
                </a:solidFill>
              </a:rPr>
              <a:t>0.74541</a:t>
            </a:r>
            <a:r>
              <a:rPr lang="en-GB" sz="1400" dirty="0">
                <a:solidFill>
                  <a:schemeClr val="tx1"/>
                </a:solidFill>
              </a:rPr>
              <a:t> </a:t>
            </a:r>
            <a:endParaRPr lang="el-GR" sz="1400" dirty="0">
              <a:solidFill>
                <a:schemeClr val="tx1"/>
              </a:solidFill>
            </a:endParaRPr>
          </a:p>
          <a:p>
            <a:pPr>
              <a:spcBef>
                <a:spcPts val="600"/>
              </a:spcBef>
              <a:spcAft>
                <a:spcPts val="600"/>
              </a:spcAft>
            </a:pPr>
            <a:r>
              <a:rPr lang="en-GB" sz="1400" dirty="0">
                <a:solidFill>
                  <a:schemeClr val="tx1"/>
                </a:solidFill>
              </a:rPr>
              <a:t>This means that about </a:t>
            </a:r>
            <a:r>
              <a:rPr lang="en-GB" sz="1400" b="1" dirty="0">
                <a:solidFill>
                  <a:schemeClr val="tx1"/>
                </a:solidFill>
              </a:rPr>
              <a:t>74.54%</a:t>
            </a:r>
            <a:r>
              <a:rPr lang="en-GB" sz="1400" dirty="0">
                <a:solidFill>
                  <a:schemeClr val="tx1"/>
                </a:solidFill>
              </a:rPr>
              <a:t> of values lie above a z-score of -0.66.</a:t>
            </a:r>
          </a:p>
          <a:p>
            <a:pPr>
              <a:spcBef>
                <a:spcPts val="600"/>
              </a:spcBef>
              <a:spcAft>
                <a:spcPts val="600"/>
              </a:spcAft>
            </a:pPr>
            <a:r>
              <a:rPr lang="en-GB" sz="1400" b="1" dirty="0">
                <a:solidFill>
                  <a:schemeClr val="tx1"/>
                </a:solidFill>
              </a:rPr>
              <a:t>Summary:</a:t>
            </a:r>
          </a:p>
          <a:p>
            <a:pPr>
              <a:spcBef>
                <a:spcPts val="600"/>
              </a:spcBef>
              <a:spcAft>
                <a:spcPts val="600"/>
              </a:spcAft>
              <a:buFont typeface="Arial" panose="020B0604020202020204" pitchFamily="34" charset="0"/>
              <a:buChar char="•"/>
            </a:pPr>
            <a:r>
              <a:rPr lang="en-GB" sz="1400" b="1" dirty="0">
                <a:solidFill>
                  <a:schemeClr val="tx1"/>
                </a:solidFill>
              </a:rPr>
              <a:t>Area to the Left </a:t>
            </a:r>
            <a:r>
              <a:rPr lang="en-GB" sz="1400" dirty="0">
                <a:solidFill>
                  <a:schemeClr val="tx1"/>
                </a:solidFill>
              </a:rPr>
              <a:t>(Cumulative): 0.2546 or 25.46%</a:t>
            </a:r>
          </a:p>
          <a:p>
            <a:pPr>
              <a:spcBef>
                <a:spcPts val="600"/>
              </a:spcBef>
              <a:spcAft>
                <a:spcPts val="600"/>
              </a:spcAft>
              <a:buFont typeface="Arial" panose="020B0604020202020204" pitchFamily="34" charset="0"/>
              <a:buChar char="•"/>
            </a:pPr>
            <a:r>
              <a:rPr lang="en-GB" sz="1400" b="1" dirty="0">
                <a:solidFill>
                  <a:schemeClr val="tx1"/>
                </a:solidFill>
              </a:rPr>
              <a:t>Area to the Right</a:t>
            </a:r>
            <a:r>
              <a:rPr lang="en-GB" sz="1400" dirty="0">
                <a:solidFill>
                  <a:schemeClr val="tx1"/>
                </a:solidFill>
              </a:rPr>
              <a:t>: 0.7454 or 74.54%</a:t>
            </a:r>
          </a:p>
        </p:txBody>
      </p:sp>
      <p:sp>
        <p:nvSpPr>
          <p:cNvPr id="8" name="Footer Placeholder 7">
            <a:extLst>
              <a:ext uri="{FF2B5EF4-FFF2-40B4-BE49-F238E27FC236}">
                <a16:creationId xmlns:a16="http://schemas.microsoft.com/office/drawing/2014/main" id="{BE30910E-A8E6-2997-4285-B034C0CF6EF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5F3FD6B3-5B82-B45C-7924-F3F15941374F}"/>
              </a:ext>
            </a:extLst>
          </p:cNvPr>
          <p:cNvSpPr>
            <a:spLocks noGrp="1"/>
          </p:cNvSpPr>
          <p:nvPr>
            <p:ph type="sldNum" sz="quarter" idx="4"/>
          </p:nvPr>
        </p:nvSpPr>
        <p:spPr/>
        <p:txBody>
          <a:bodyPr/>
          <a:lstStyle/>
          <a:p>
            <a:fld id="{9FD7ECCF-50E7-4327-B945-FA93FF7B2BEF}" type="slidenum">
              <a:rPr lang="en-US" smtClean="0"/>
              <a:pPr/>
              <a:t>58</a:t>
            </a:fld>
            <a:r>
              <a:rPr lang="en-GB"/>
              <a:t>/80</a:t>
            </a:r>
            <a:endParaRPr lang="en-US" dirty="0"/>
          </a:p>
        </p:txBody>
      </p:sp>
    </p:spTree>
    <p:extLst>
      <p:ext uri="{BB962C8B-B14F-4D97-AF65-F5344CB8AC3E}">
        <p14:creationId xmlns:p14="http://schemas.microsoft.com/office/powerpoint/2010/main" val="42560858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041F-1336-F551-1B80-DCAB99520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41211-7258-F2CC-856E-7A197D1828B3}"/>
              </a:ext>
            </a:extLst>
          </p:cNvPr>
          <p:cNvSpPr>
            <a:spLocks noGrp="1"/>
          </p:cNvSpPr>
          <p:nvPr>
            <p:ph type="title"/>
          </p:nvPr>
        </p:nvSpPr>
        <p:spPr/>
        <p:txBody>
          <a:bodyPr>
            <a:normAutofit fontScale="90000"/>
          </a:bodyPr>
          <a:lstStyle/>
          <a:p>
            <a:r>
              <a:rPr lang="en-GB" dirty="0"/>
              <a:t>z-score [Standard Normal Distribution ]</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4D8EAF3A-BB4B-0E44-945F-4B6920EBF040}"/>
                  </a:ext>
                </a:extLst>
              </p14:cNvPr>
              <p14:cNvContentPartPr/>
              <p14:nvPr/>
            </p14:nvContentPartPr>
            <p14:xfrm>
              <a:off x="1721930" y="4711342"/>
              <a:ext cx="5472720" cy="49680"/>
            </p14:xfrm>
          </p:contentPart>
        </mc:Choice>
        <mc:Fallback xmlns="">
          <p:pic>
            <p:nvPicPr>
              <p:cNvPr id="6" name="Ink 5">
                <a:extLst>
                  <a:ext uri="{FF2B5EF4-FFF2-40B4-BE49-F238E27FC236}">
                    <a16:creationId xmlns:a16="http://schemas.microsoft.com/office/drawing/2014/main" id="{4D8EAF3A-BB4B-0E44-945F-4B6920EBF040}"/>
                  </a:ext>
                </a:extLst>
              </p:cNvPr>
              <p:cNvPicPr/>
              <p:nvPr/>
            </p:nvPicPr>
            <p:blipFill>
              <a:blip r:embed="rId3"/>
              <a:stretch>
                <a:fillRect/>
              </a:stretch>
            </p:blipFill>
            <p:spPr>
              <a:xfrm>
                <a:off x="1715810" y="4705222"/>
                <a:ext cx="54849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20F83405-1DC7-6711-4EF2-4E85E6EDBA44}"/>
                  </a:ext>
                </a:extLst>
              </p14:cNvPr>
              <p14:cNvContentPartPr/>
              <p14:nvPr/>
            </p14:nvContentPartPr>
            <p14:xfrm>
              <a:off x="1817330" y="2592382"/>
              <a:ext cx="5269680" cy="1975320"/>
            </p14:xfrm>
          </p:contentPart>
        </mc:Choice>
        <mc:Fallback xmlns="">
          <p:pic>
            <p:nvPicPr>
              <p:cNvPr id="7" name="Ink 6">
                <a:extLst>
                  <a:ext uri="{FF2B5EF4-FFF2-40B4-BE49-F238E27FC236}">
                    <a16:creationId xmlns:a16="http://schemas.microsoft.com/office/drawing/2014/main" id="{20F83405-1DC7-6711-4EF2-4E85E6EDBA44}"/>
                  </a:ext>
                </a:extLst>
              </p:cNvPr>
              <p:cNvPicPr/>
              <p:nvPr/>
            </p:nvPicPr>
            <p:blipFill>
              <a:blip r:embed="rId5"/>
              <a:stretch>
                <a:fillRect/>
              </a:stretch>
            </p:blipFill>
            <p:spPr>
              <a:xfrm>
                <a:off x="1811210" y="2586262"/>
                <a:ext cx="5281920" cy="1987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0D01561-71B9-1E2B-21C4-A1CA1BE7A3CD}"/>
                  </a:ext>
                </a:extLst>
              </p14:cNvPr>
              <p14:cNvContentPartPr/>
              <p14:nvPr/>
            </p14:nvContentPartPr>
            <p14:xfrm>
              <a:off x="4318306" y="4640098"/>
              <a:ext cx="360" cy="143640"/>
            </p14:xfrm>
          </p:contentPart>
        </mc:Choice>
        <mc:Fallback xmlns="">
          <p:pic>
            <p:nvPicPr>
              <p:cNvPr id="8" name="Ink 7">
                <a:extLst>
                  <a:ext uri="{FF2B5EF4-FFF2-40B4-BE49-F238E27FC236}">
                    <a16:creationId xmlns:a16="http://schemas.microsoft.com/office/drawing/2014/main" id="{80D01561-71B9-1E2B-21C4-A1CA1BE7A3CD}"/>
                  </a:ext>
                </a:extLst>
              </p:cNvPr>
              <p:cNvPicPr/>
              <p:nvPr/>
            </p:nvPicPr>
            <p:blipFill>
              <a:blip r:embed="rId7"/>
              <a:stretch>
                <a:fillRect/>
              </a:stretch>
            </p:blipFill>
            <p:spPr>
              <a:xfrm>
                <a:off x="4312186" y="4633978"/>
                <a:ext cx="12600" cy="155880"/>
              </a:xfrm>
              <a:prstGeom prst="rect">
                <a:avLst/>
              </a:prstGeom>
            </p:spPr>
          </p:pic>
        </mc:Fallback>
      </mc:AlternateContent>
      <p:sp>
        <p:nvSpPr>
          <p:cNvPr id="9" name="TextBox 8">
            <a:extLst>
              <a:ext uri="{FF2B5EF4-FFF2-40B4-BE49-F238E27FC236}">
                <a16:creationId xmlns:a16="http://schemas.microsoft.com/office/drawing/2014/main" id="{F4CA96DD-FBF8-BEEB-8049-398B67A96906}"/>
              </a:ext>
            </a:extLst>
          </p:cNvPr>
          <p:cNvSpPr txBox="1"/>
          <p:nvPr/>
        </p:nvSpPr>
        <p:spPr>
          <a:xfrm>
            <a:off x="4195100" y="4713450"/>
            <a:ext cx="265215" cy="261610"/>
          </a:xfrm>
          <a:prstGeom prst="rect">
            <a:avLst/>
          </a:prstGeom>
          <a:noFill/>
        </p:spPr>
        <p:txBody>
          <a:bodyPr wrap="square" rtlCol="0">
            <a:spAutoFit/>
          </a:bodyPr>
          <a:lstStyle/>
          <a:p>
            <a:r>
              <a:rPr lang="el-GR" sz="1100" dirty="0">
                <a:latin typeface="+mn-lt"/>
              </a:rPr>
              <a:t>0</a:t>
            </a:r>
            <a:endParaRPr lang="en-GB" sz="1100" dirty="0">
              <a:latin typeface="+mn-lt"/>
            </a:endParaRPr>
          </a:p>
        </p:txBody>
      </p:sp>
      <p:sp>
        <p:nvSpPr>
          <p:cNvPr id="10" name="TextBox 9">
            <a:extLst>
              <a:ext uri="{FF2B5EF4-FFF2-40B4-BE49-F238E27FC236}">
                <a16:creationId xmlns:a16="http://schemas.microsoft.com/office/drawing/2014/main" id="{3B9DAAD8-F000-04CB-9ABF-B0083CF737FC}"/>
              </a:ext>
            </a:extLst>
          </p:cNvPr>
          <p:cNvSpPr txBox="1"/>
          <p:nvPr/>
        </p:nvSpPr>
        <p:spPr>
          <a:xfrm>
            <a:off x="4785862" y="4797544"/>
            <a:ext cx="256802" cy="261610"/>
          </a:xfrm>
          <a:prstGeom prst="rect">
            <a:avLst/>
          </a:prstGeom>
          <a:noFill/>
        </p:spPr>
        <p:txBody>
          <a:bodyPr wrap="none" rtlCol="0">
            <a:spAutoFit/>
          </a:bodyPr>
          <a:lstStyle/>
          <a:p>
            <a:r>
              <a:rPr lang="el-GR" sz="1100" dirty="0">
                <a:latin typeface="+mn-lt"/>
              </a:rPr>
              <a:t>1</a:t>
            </a:r>
            <a:endParaRPr lang="en-GB" sz="1100" dirty="0">
              <a:latin typeface="+mn-lt"/>
            </a:endParaRPr>
          </a:p>
        </p:txBody>
      </p:sp>
      <p:sp>
        <p:nvSpPr>
          <p:cNvPr id="11" name="TextBox 10">
            <a:extLst>
              <a:ext uri="{FF2B5EF4-FFF2-40B4-BE49-F238E27FC236}">
                <a16:creationId xmlns:a16="http://schemas.microsoft.com/office/drawing/2014/main" id="{DDF4ECC8-87AD-ABE8-F6AC-07C7F341D0A5}"/>
              </a:ext>
            </a:extLst>
          </p:cNvPr>
          <p:cNvSpPr txBox="1"/>
          <p:nvPr/>
        </p:nvSpPr>
        <p:spPr>
          <a:xfrm>
            <a:off x="5347151" y="4797544"/>
            <a:ext cx="256802" cy="261610"/>
          </a:xfrm>
          <a:prstGeom prst="rect">
            <a:avLst/>
          </a:prstGeom>
          <a:noFill/>
        </p:spPr>
        <p:txBody>
          <a:bodyPr wrap="none" rtlCol="0">
            <a:spAutoFit/>
          </a:bodyPr>
          <a:lstStyle/>
          <a:p>
            <a:r>
              <a:rPr lang="el-GR" sz="1100" dirty="0">
                <a:latin typeface="+mn-lt"/>
              </a:rPr>
              <a:t>2</a:t>
            </a:r>
            <a:endParaRPr lang="en-GB" sz="1100" dirty="0">
              <a:latin typeface="+mn-lt"/>
            </a:endParaRPr>
          </a:p>
        </p:txBody>
      </p:sp>
      <p:sp>
        <p:nvSpPr>
          <p:cNvPr id="12" name="TextBox 11">
            <a:extLst>
              <a:ext uri="{FF2B5EF4-FFF2-40B4-BE49-F238E27FC236}">
                <a16:creationId xmlns:a16="http://schemas.microsoft.com/office/drawing/2014/main" id="{6A1DC116-9C7E-3B41-AAAF-8C94C2E48625}"/>
              </a:ext>
            </a:extLst>
          </p:cNvPr>
          <p:cNvSpPr txBox="1"/>
          <p:nvPr/>
        </p:nvSpPr>
        <p:spPr>
          <a:xfrm>
            <a:off x="5977639" y="4797544"/>
            <a:ext cx="256802" cy="261610"/>
          </a:xfrm>
          <a:prstGeom prst="rect">
            <a:avLst/>
          </a:prstGeom>
          <a:noFill/>
        </p:spPr>
        <p:txBody>
          <a:bodyPr wrap="none" rtlCol="0">
            <a:spAutoFit/>
          </a:bodyPr>
          <a:lstStyle/>
          <a:p>
            <a:r>
              <a:rPr lang="el-GR" sz="1100" dirty="0">
                <a:latin typeface="+mn-lt"/>
              </a:rPr>
              <a:t>3</a:t>
            </a:r>
            <a:endParaRPr lang="en-GB" sz="1100" dirty="0">
              <a:latin typeface="+mn-lt"/>
            </a:endParaRPr>
          </a:p>
        </p:txBody>
      </p:sp>
      <p:sp>
        <p:nvSpPr>
          <p:cNvPr id="14" name="TextBox 13">
            <a:extLst>
              <a:ext uri="{FF2B5EF4-FFF2-40B4-BE49-F238E27FC236}">
                <a16:creationId xmlns:a16="http://schemas.microsoft.com/office/drawing/2014/main" id="{51E1FEA5-4779-EA0A-35A9-9A095A485D5D}"/>
              </a:ext>
            </a:extLst>
          </p:cNvPr>
          <p:cNvSpPr txBox="1"/>
          <p:nvPr/>
        </p:nvSpPr>
        <p:spPr>
          <a:xfrm>
            <a:off x="2218617" y="4773857"/>
            <a:ext cx="300082" cy="261610"/>
          </a:xfrm>
          <a:prstGeom prst="rect">
            <a:avLst/>
          </a:prstGeom>
          <a:noFill/>
        </p:spPr>
        <p:txBody>
          <a:bodyPr wrap="none" rtlCol="0">
            <a:spAutoFit/>
          </a:bodyPr>
          <a:lstStyle/>
          <a:p>
            <a:r>
              <a:rPr lang="el-GR" sz="1100" dirty="0">
                <a:latin typeface="+mn-lt"/>
              </a:rPr>
              <a:t>-3</a:t>
            </a:r>
            <a:endParaRPr lang="en-GB" sz="1100" dirty="0">
              <a:latin typeface="+mn-lt"/>
            </a:endParaRPr>
          </a:p>
        </p:txBody>
      </p:sp>
      <p:sp>
        <p:nvSpPr>
          <p:cNvPr id="15" name="TextBox 14">
            <a:extLst>
              <a:ext uri="{FF2B5EF4-FFF2-40B4-BE49-F238E27FC236}">
                <a16:creationId xmlns:a16="http://schemas.microsoft.com/office/drawing/2014/main" id="{A883F5E1-C4EC-CD07-B318-E3838D713C05}"/>
              </a:ext>
            </a:extLst>
          </p:cNvPr>
          <p:cNvSpPr txBox="1"/>
          <p:nvPr/>
        </p:nvSpPr>
        <p:spPr>
          <a:xfrm>
            <a:off x="2779906" y="4773857"/>
            <a:ext cx="300082" cy="261610"/>
          </a:xfrm>
          <a:prstGeom prst="rect">
            <a:avLst/>
          </a:prstGeom>
          <a:noFill/>
        </p:spPr>
        <p:txBody>
          <a:bodyPr wrap="none" rtlCol="0">
            <a:spAutoFit/>
          </a:bodyPr>
          <a:lstStyle/>
          <a:p>
            <a:r>
              <a:rPr lang="el-GR" sz="1100" dirty="0">
                <a:latin typeface="+mn-lt"/>
              </a:rPr>
              <a:t>-2</a:t>
            </a:r>
            <a:endParaRPr lang="en-GB" sz="1100" dirty="0">
              <a:latin typeface="+mn-lt"/>
            </a:endParaRPr>
          </a:p>
        </p:txBody>
      </p:sp>
      <p:sp>
        <p:nvSpPr>
          <p:cNvPr id="16" name="TextBox 15">
            <a:extLst>
              <a:ext uri="{FF2B5EF4-FFF2-40B4-BE49-F238E27FC236}">
                <a16:creationId xmlns:a16="http://schemas.microsoft.com/office/drawing/2014/main" id="{855EFFC2-D531-4CEC-1C17-84D8E27589CC}"/>
              </a:ext>
            </a:extLst>
          </p:cNvPr>
          <p:cNvSpPr txBox="1"/>
          <p:nvPr/>
        </p:nvSpPr>
        <p:spPr>
          <a:xfrm>
            <a:off x="3482177" y="4773857"/>
            <a:ext cx="300082" cy="261610"/>
          </a:xfrm>
          <a:prstGeom prst="rect">
            <a:avLst/>
          </a:prstGeom>
          <a:noFill/>
        </p:spPr>
        <p:txBody>
          <a:bodyPr wrap="none" rtlCol="0">
            <a:spAutoFit/>
          </a:bodyPr>
          <a:lstStyle/>
          <a:p>
            <a:r>
              <a:rPr lang="el-GR" sz="1100" dirty="0">
                <a:latin typeface="+mn-lt"/>
              </a:rPr>
              <a:t>-1</a:t>
            </a:r>
            <a:endParaRPr lang="en-GB" sz="1100" dirty="0">
              <a:latin typeface="+mn-lt"/>
            </a:endParaRPr>
          </a:p>
        </p:txBody>
      </p:sp>
      <p:grpSp>
        <p:nvGrpSpPr>
          <p:cNvPr id="17" name="Group 16">
            <a:extLst>
              <a:ext uri="{FF2B5EF4-FFF2-40B4-BE49-F238E27FC236}">
                <a16:creationId xmlns:a16="http://schemas.microsoft.com/office/drawing/2014/main" id="{6F047405-EE6E-D419-9E73-B24E922F8197}"/>
              </a:ext>
            </a:extLst>
          </p:cNvPr>
          <p:cNvGrpSpPr/>
          <p:nvPr/>
        </p:nvGrpSpPr>
        <p:grpSpPr>
          <a:xfrm>
            <a:off x="2383146" y="4657283"/>
            <a:ext cx="541440" cy="75600"/>
            <a:chOff x="4968379" y="4054604"/>
            <a:chExt cx="541440" cy="75600"/>
          </a:xfrm>
        </p:grpSpPr>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0045BE25-D3F4-4468-C4D2-853528476567}"/>
                    </a:ext>
                  </a:extLst>
                </p14:cNvPr>
                <p14:cNvContentPartPr/>
                <p14:nvPr/>
              </p14:nvContentPartPr>
              <p14:xfrm>
                <a:off x="4968379" y="4065764"/>
                <a:ext cx="360" cy="64440"/>
              </p14:xfrm>
            </p:contentPart>
          </mc:Choice>
          <mc:Fallback xmlns="">
            <p:pic>
              <p:nvPicPr>
                <p:cNvPr id="18" name="Ink 17">
                  <a:extLst>
                    <a:ext uri="{FF2B5EF4-FFF2-40B4-BE49-F238E27FC236}">
                      <a16:creationId xmlns:a16="http://schemas.microsoft.com/office/drawing/2014/main" id="{0045BE25-D3F4-4468-C4D2-853528476567}"/>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667AE3D5-5CBA-1BBD-42C9-40E10D54E2A8}"/>
                    </a:ext>
                  </a:extLst>
                </p14:cNvPr>
                <p14:cNvContentPartPr/>
                <p14:nvPr/>
              </p14:nvContentPartPr>
              <p14:xfrm>
                <a:off x="5509459" y="4054604"/>
                <a:ext cx="360" cy="69120"/>
              </p14:xfrm>
            </p:contentPart>
          </mc:Choice>
          <mc:Fallback xmlns="">
            <p:pic>
              <p:nvPicPr>
                <p:cNvPr id="19" name="Ink 18">
                  <a:extLst>
                    <a:ext uri="{FF2B5EF4-FFF2-40B4-BE49-F238E27FC236}">
                      <a16:creationId xmlns:a16="http://schemas.microsoft.com/office/drawing/2014/main" id="{667AE3D5-5CBA-1BBD-42C9-40E10D54E2A8}"/>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AB1037E6-2F2D-3282-A0B5-0B29B497C493}"/>
                  </a:ext>
                </a:extLst>
              </p14:cNvPr>
              <p14:cNvContentPartPr/>
              <p14:nvPr/>
            </p14:nvContentPartPr>
            <p14:xfrm>
              <a:off x="3574386" y="4681043"/>
              <a:ext cx="360" cy="81720"/>
            </p14:xfrm>
          </p:contentPart>
        </mc:Choice>
        <mc:Fallback xmlns="">
          <p:pic>
            <p:nvPicPr>
              <p:cNvPr id="20" name="Ink 19">
                <a:extLst>
                  <a:ext uri="{FF2B5EF4-FFF2-40B4-BE49-F238E27FC236}">
                    <a16:creationId xmlns:a16="http://schemas.microsoft.com/office/drawing/2014/main" id="{AB1037E6-2F2D-3282-A0B5-0B29B497C493}"/>
                  </a:ext>
                </a:extLst>
              </p:cNvPr>
              <p:cNvPicPr/>
              <p:nvPr/>
            </p:nvPicPr>
            <p:blipFill>
              <a:blip r:embed="rId13"/>
              <a:stretch>
                <a:fillRect/>
              </a:stretch>
            </p:blipFill>
            <p:spPr>
              <a:xfrm>
                <a:off x="3568266" y="4674923"/>
                <a:ext cx="12600" cy="93960"/>
              </a:xfrm>
              <a:prstGeom prst="rect">
                <a:avLst/>
              </a:prstGeom>
            </p:spPr>
          </p:pic>
        </mc:Fallback>
      </mc:AlternateContent>
      <p:grpSp>
        <p:nvGrpSpPr>
          <p:cNvPr id="21" name="Group 20">
            <a:extLst>
              <a:ext uri="{FF2B5EF4-FFF2-40B4-BE49-F238E27FC236}">
                <a16:creationId xmlns:a16="http://schemas.microsoft.com/office/drawing/2014/main" id="{DC2A29B2-0CC0-7499-3334-52059A9F3D2E}"/>
              </a:ext>
            </a:extLst>
          </p:cNvPr>
          <p:cNvGrpSpPr/>
          <p:nvPr/>
        </p:nvGrpSpPr>
        <p:grpSpPr>
          <a:xfrm>
            <a:off x="4979522" y="4674176"/>
            <a:ext cx="541440" cy="75600"/>
            <a:chOff x="4968379" y="4054604"/>
            <a:chExt cx="541440" cy="75600"/>
          </a:xfrm>
        </p:grpSpPr>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8C7D01E5-3782-53D0-7A46-C7C2BC8F3D63}"/>
                    </a:ext>
                  </a:extLst>
                </p14:cNvPr>
                <p14:cNvContentPartPr/>
                <p14:nvPr/>
              </p14:nvContentPartPr>
              <p14:xfrm>
                <a:off x="4968379" y="4065764"/>
                <a:ext cx="360" cy="64440"/>
              </p14:xfrm>
            </p:contentPart>
          </mc:Choice>
          <mc:Fallback xmlns="">
            <p:pic>
              <p:nvPicPr>
                <p:cNvPr id="22" name="Ink 21">
                  <a:extLst>
                    <a:ext uri="{FF2B5EF4-FFF2-40B4-BE49-F238E27FC236}">
                      <a16:creationId xmlns:a16="http://schemas.microsoft.com/office/drawing/2014/main" id="{8C7D01E5-3782-53D0-7A46-C7C2BC8F3D63}"/>
                    </a:ext>
                  </a:extLst>
                </p:cNvPr>
                <p:cNvPicPr/>
                <p:nvPr/>
              </p:nvPicPr>
              <p:blipFill>
                <a:blip r:embed="rId9"/>
                <a:stretch>
                  <a:fillRect/>
                </a:stretch>
              </p:blipFill>
              <p:spPr>
                <a:xfrm>
                  <a:off x="4962259" y="4059644"/>
                  <a:ext cx="12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003CCDAB-C57C-6820-DF62-0F32871C5129}"/>
                    </a:ext>
                  </a:extLst>
                </p14:cNvPr>
                <p14:cNvContentPartPr/>
                <p14:nvPr/>
              </p14:nvContentPartPr>
              <p14:xfrm>
                <a:off x="5509459" y="4054604"/>
                <a:ext cx="360" cy="69120"/>
              </p14:xfrm>
            </p:contentPart>
          </mc:Choice>
          <mc:Fallback xmlns="">
            <p:pic>
              <p:nvPicPr>
                <p:cNvPr id="23" name="Ink 22">
                  <a:extLst>
                    <a:ext uri="{FF2B5EF4-FFF2-40B4-BE49-F238E27FC236}">
                      <a16:creationId xmlns:a16="http://schemas.microsoft.com/office/drawing/2014/main" id="{003CCDAB-C57C-6820-DF62-0F32871C5129}"/>
                    </a:ext>
                  </a:extLst>
                </p:cNvPr>
                <p:cNvPicPr/>
                <p:nvPr/>
              </p:nvPicPr>
              <p:blipFill>
                <a:blip r:embed="rId11"/>
                <a:stretch>
                  <a:fillRect/>
                </a:stretch>
              </p:blipFill>
              <p:spPr>
                <a:xfrm>
                  <a:off x="5503339" y="4048484"/>
                  <a:ext cx="12600" cy="8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5CAC4E5A-0D44-40BC-2BAE-A3EBE5EC0F37}"/>
                  </a:ext>
                </a:extLst>
              </p14:cNvPr>
              <p14:cNvContentPartPr/>
              <p14:nvPr/>
            </p14:nvContentPartPr>
            <p14:xfrm>
              <a:off x="6170762" y="4697936"/>
              <a:ext cx="360" cy="81720"/>
            </p14:xfrm>
          </p:contentPart>
        </mc:Choice>
        <mc:Fallback xmlns="">
          <p:pic>
            <p:nvPicPr>
              <p:cNvPr id="24" name="Ink 23">
                <a:extLst>
                  <a:ext uri="{FF2B5EF4-FFF2-40B4-BE49-F238E27FC236}">
                    <a16:creationId xmlns:a16="http://schemas.microsoft.com/office/drawing/2014/main" id="{5CAC4E5A-0D44-40BC-2BAE-A3EBE5EC0F37}"/>
                  </a:ext>
                </a:extLst>
              </p:cNvPr>
              <p:cNvPicPr/>
              <p:nvPr/>
            </p:nvPicPr>
            <p:blipFill>
              <a:blip r:embed="rId13"/>
              <a:stretch>
                <a:fillRect/>
              </a:stretch>
            </p:blipFill>
            <p:spPr>
              <a:xfrm>
                <a:off x="6164642" y="4691816"/>
                <a:ext cx="126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8" name="Ink 37">
                <a:extLst>
                  <a:ext uri="{FF2B5EF4-FFF2-40B4-BE49-F238E27FC236}">
                    <a16:creationId xmlns:a16="http://schemas.microsoft.com/office/drawing/2014/main" id="{39B8D88A-C7D1-B952-B1B5-310D458BB329}"/>
                  </a:ext>
                </a:extLst>
              </p14:cNvPr>
              <p14:cNvContentPartPr/>
              <p14:nvPr/>
            </p14:nvContentPartPr>
            <p14:xfrm flipH="1">
              <a:off x="4260806" y="2567041"/>
              <a:ext cx="58725" cy="2223412"/>
            </p14:xfrm>
          </p:contentPart>
        </mc:Choice>
        <mc:Fallback xmlns="">
          <p:pic>
            <p:nvPicPr>
              <p:cNvPr id="38" name="Ink 37">
                <a:extLst>
                  <a:ext uri="{FF2B5EF4-FFF2-40B4-BE49-F238E27FC236}">
                    <a16:creationId xmlns:a16="http://schemas.microsoft.com/office/drawing/2014/main" id="{39B8D88A-C7D1-B952-B1B5-310D458BB329}"/>
                  </a:ext>
                </a:extLst>
              </p:cNvPr>
              <p:cNvPicPr/>
              <p:nvPr/>
            </p:nvPicPr>
            <p:blipFill>
              <a:blip r:embed="rId18"/>
              <a:stretch>
                <a:fillRect/>
              </a:stretch>
            </p:blipFill>
            <p:spPr>
              <a:xfrm flipH="1">
                <a:off x="4254681" y="2560922"/>
                <a:ext cx="70974" cy="2235650"/>
              </a:xfrm>
              <a:prstGeom prst="rect">
                <a:avLst/>
              </a:prstGeom>
            </p:spPr>
          </p:pic>
        </mc:Fallback>
      </mc:AlternateContent>
      <p:sp>
        <p:nvSpPr>
          <p:cNvPr id="39" name="TextBox 38">
            <a:extLst>
              <a:ext uri="{FF2B5EF4-FFF2-40B4-BE49-F238E27FC236}">
                <a16:creationId xmlns:a16="http://schemas.microsoft.com/office/drawing/2014/main" id="{7CD5F82E-E9E0-00AE-EB6B-BECF1B4C12FA}"/>
              </a:ext>
            </a:extLst>
          </p:cNvPr>
          <p:cNvSpPr txBox="1"/>
          <p:nvPr/>
        </p:nvSpPr>
        <p:spPr>
          <a:xfrm>
            <a:off x="533668" y="1625690"/>
            <a:ext cx="1446307" cy="523220"/>
          </a:xfrm>
          <a:prstGeom prst="rect">
            <a:avLst/>
          </a:prstGeom>
          <a:solidFill>
            <a:schemeClr val="accent2"/>
          </a:solidFill>
        </p:spPr>
        <p:txBody>
          <a:bodyPr wrap="square" rtlCol="0">
            <a:spAutoFit/>
          </a:bodyPr>
          <a:lstStyle/>
          <a:p>
            <a:r>
              <a:rPr lang="el-GR" sz="1400" b="1" dirty="0">
                <a:latin typeface="+mn-lt"/>
              </a:rPr>
              <a:t>μ = 0</a:t>
            </a:r>
          </a:p>
          <a:p>
            <a:r>
              <a:rPr lang="el-GR" sz="1400" b="1" dirty="0">
                <a:latin typeface="+mn-lt"/>
              </a:rPr>
              <a:t>σ = 1</a:t>
            </a:r>
            <a:endParaRPr lang="en-GB" sz="1400" b="1" dirty="0">
              <a:latin typeface="+mn-lt"/>
            </a:endParaRPr>
          </a:p>
        </p:txBody>
      </p:sp>
      <p:sp>
        <p:nvSpPr>
          <p:cNvPr id="53" name="TextBox 52">
            <a:extLst>
              <a:ext uri="{FF2B5EF4-FFF2-40B4-BE49-F238E27FC236}">
                <a16:creationId xmlns:a16="http://schemas.microsoft.com/office/drawing/2014/main" id="{2F953386-49F2-83CF-C271-9FA00A03734C}"/>
              </a:ext>
            </a:extLst>
          </p:cNvPr>
          <p:cNvSpPr txBox="1"/>
          <p:nvPr/>
        </p:nvSpPr>
        <p:spPr>
          <a:xfrm>
            <a:off x="3707877" y="4908509"/>
            <a:ext cx="725120" cy="253916"/>
          </a:xfrm>
          <a:prstGeom prst="rect">
            <a:avLst/>
          </a:prstGeom>
          <a:noFill/>
        </p:spPr>
        <p:txBody>
          <a:bodyPr wrap="square" rtlCol="0">
            <a:spAutoFit/>
          </a:bodyPr>
          <a:lstStyle/>
          <a:p>
            <a:r>
              <a:rPr lang="el-GR" sz="1050" dirty="0">
                <a:latin typeface="+mn-lt"/>
              </a:rPr>
              <a:t>Ζ = </a:t>
            </a:r>
            <a:r>
              <a:rPr lang="en-GB" sz="1050" dirty="0">
                <a:latin typeface="+mn-lt"/>
              </a:rPr>
              <a:t>-0.66</a:t>
            </a:r>
          </a:p>
        </p:txBody>
      </p:sp>
      <mc:AlternateContent xmlns:mc="http://schemas.openxmlformats.org/markup-compatibility/2006" xmlns:p14="http://schemas.microsoft.com/office/powerpoint/2010/main">
        <mc:Choice Requires="p14">
          <p:contentPart p14:bwMode="auto" r:id="rId19">
            <p14:nvContentPartPr>
              <p14:cNvPr id="86" name="Ink 85">
                <a:extLst>
                  <a:ext uri="{FF2B5EF4-FFF2-40B4-BE49-F238E27FC236}">
                    <a16:creationId xmlns:a16="http://schemas.microsoft.com/office/drawing/2014/main" id="{C3400768-586B-DB64-5560-11C85B91BFB5}"/>
                  </a:ext>
                </a:extLst>
              </p14:cNvPr>
              <p14:cNvContentPartPr/>
              <p14:nvPr/>
            </p14:nvContentPartPr>
            <p14:xfrm>
              <a:off x="3995936" y="4759393"/>
              <a:ext cx="360" cy="82080"/>
            </p14:xfrm>
          </p:contentPart>
        </mc:Choice>
        <mc:Fallback xmlns="">
          <p:pic>
            <p:nvPicPr>
              <p:cNvPr id="86" name="Ink 85">
                <a:extLst>
                  <a:ext uri="{FF2B5EF4-FFF2-40B4-BE49-F238E27FC236}">
                    <a16:creationId xmlns:a16="http://schemas.microsoft.com/office/drawing/2014/main" id="{C3400768-586B-DB64-5560-11C85B91BFB5}"/>
                  </a:ext>
                </a:extLst>
              </p:cNvPr>
              <p:cNvPicPr/>
              <p:nvPr/>
            </p:nvPicPr>
            <p:blipFill>
              <a:blip r:embed="rId20"/>
              <a:stretch>
                <a:fillRect/>
              </a:stretch>
            </p:blipFill>
            <p:spPr>
              <a:xfrm>
                <a:off x="3989816" y="4753273"/>
                <a:ext cx="12600" cy="94320"/>
              </a:xfrm>
              <a:prstGeom prst="rect">
                <a:avLst/>
              </a:prstGeom>
            </p:spPr>
          </p:pic>
        </mc:Fallback>
      </mc:AlternateContent>
      <p:sp>
        <p:nvSpPr>
          <p:cNvPr id="3" name="TextBox 2">
            <a:extLst>
              <a:ext uri="{FF2B5EF4-FFF2-40B4-BE49-F238E27FC236}">
                <a16:creationId xmlns:a16="http://schemas.microsoft.com/office/drawing/2014/main" id="{F4FD1012-0ADD-F459-A0F4-89E6A3B836D1}"/>
              </a:ext>
            </a:extLst>
          </p:cNvPr>
          <p:cNvSpPr txBox="1"/>
          <p:nvPr/>
        </p:nvSpPr>
        <p:spPr>
          <a:xfrm>
            <a:off x="6106040" y="2223294"/>
            <a:ext cx="2797102" cy="2062103"/>
          </a:xfrm>
          <a:prstGeom prst="rect">
            <a:avLst/>
          </a:prstGeom>
          <a:noFill/>
        </p:spPr>
        <p:txBody>
          <a:bodyPr wrap="square" rtlCol="0">
            <a:spAutoFit/>
          </a:bodyPr>
          <a:lstStyle/>
          <a:p>
            <a:pPr>
              <a:spcBef>
                <a:spcPts val="600"/>
              </a:spcBef>
              <a:spcAft>
                <a:spcPts val="600"/>
              </a:spcAft>
            </a:pPr>
            <a:r>
              <a:rPr lang="en-GB" sz="1400" dirty="0">
                <a:solidFill>
                  <a:schemeClr val="tx1"/>
                </a:solidFill>
                <a:latin typeface="+mn-lt"/>
              </a:rPr>
              <a:t>This means that about </a:t>
            </a:r>
            <a:r>
              <a:rPr lang="en-GB" sz="1400" b="1" dirty="0">
                <a:solidFill>
                  <a:schemeClr val="tx1"/>
                </a:solidFill>
                <a:latin typeface="+mn-lt"/>
              </a:rPr>
              <a:t>74.54%</a:t>
            </a:r>
            <a:r>
              <a:rPr lang="en-GB" sz="1400" dirty="0">
                <a:solidFill>
                  <a:schemeClr val="tx1"/>
                </a:solidFill>
                <a:latin typeface="+mn-lt"/>
              </a:rPr>
              <a:t> of values lie above a z-score of -0.66.</a:t>
            </a:r>
          </a:p>
          <a:p>
            <a:pPr>
              <a:spcBef>
                <a:spcPts val="600"/>
              </a:spcBef>
              <a:spcAft>
                <a:spcPts val="600"/>
              </a:spcAft>
            </a:pPr>
            <a:r>
              <a:rPr lang="en-GB" sz="1400" b="1" dirty="0">
                <a:solidFill>
                  <a:schemeClr val="tx1"/>
                </a:solidFill>
                <a:latin typeface="+mn-lt"/>
              </a:rPr>
              <a:t>Summary:</a:t>
            </a:r>
          </a:p>
          <a:p>
            <a:pPr>
              <a:spcBef>
                <a:spcPts val="600"/>
              </a:spcBef>
              <a:spcAft>
                <a:spcPts val="600"/>
              </a:spcAft>
              <a:buFont typeface="Arial" panose="020B0604020202020204" pitchFamily="34" charset="0"/>
              <a:buChar char="•"/>
            </a:pPr>
            <a:r>
              <a:rPr lang="en-GB" sz="1400" b="1" dirty="0">
                <a:solidFill>
                  <a:schemeClr val="tx1"/>
                </a:solidFill>
                <a:latin typeface="+mn-lt"/>
              </a:rPr>
              <a:t>Area to the Left </a:t>
            </a:r>
            <a:r>
              <a:rPr lang="en-GB" sz="1400" dirty="0">
                <a:solidFill>
                  <a:schemeClr val="tx1"/>
                </a:solidFill>
                <a:latin typeface="+mn-lt"/>
              </a:rPr>
              <a:t>(Cumulative): 0.2546 or 25.46%</a:t>
            </a:r>
          </a:p>
          <a:p>
            <a:pPr>
              <a:spcBef>
                <a:spcPts val="600"/>
              </a:spcBef>
              <a:spcAft>
                <a:spcPts val="600"/>
              </a:spcAft>
              <a:buFont typeface="Arial" panose="020B0604020202020204" pitchFamily="34" charset="0"/>
              <a:buChar char="•"/>
            </a:pPr>
            <a:r>
              <a:rPr lang="en-GB" sz="1400" b="1" dirty="0">
                <a:solidFill>
                  <a:schemeClr val="tx1"/>
                </a:solidFill>
                <a:latin typeface="+mn-lt"/>
              </a:rPr>
              <a:t>Area to the Right</a:t>
            </a:r>
            <a:r>
              <a:rPr lang="en-GB" sz="1400" dirty="0">
                <a:solidFill>
                  <a:schemeClr val="tx1"/>
                </a:solidFill>
                <a:latin typeface="+mn-lt"/>
              </a:rPr>
              <a:t>: 0.7454 or 74.54%</a:t>
            </a:r>
          </a:p>
        </p:txBody>
      </p:sp>
      <p:sp>
        <p:nvSpPr>
          <p:cNvPr id="37" name="TextBox 36">
            <a:extLst>
              <a:ext uri="{FF2B5EF4-FFF2-40B4-BE49-F238E27FC236}">
                <a16:creationId xmlns:a16="http://schemas.microsoft.com/office/drawing/2014/main" id="{FC76EF0A-ECE6-28CA-FB87-A13C81598D06}"/>
              </a:ext>
            </a:extLst>
          </p:cNvPr>
          <p:cNvSpPr txBox="1"/>
          <p:nvPr/>
        </p:nvSpPr>
        <p:spPr>
          <a:xfrm>
            <a:off x="3964953" y="2126593"/>
            <a:ext cx="596638" cy="338554"/>
          </a:xfrm>
          <a:prstGeom prst="rect">
            <a:avLst/>
          </a:prstGeom>
          <a:noFill/>
        </p:spPr>
        <p:txBody>
          <a:bodyPr wrap="none" rtlCol="0">
            <a:spAutoFit/>
          </a:bodyPr>
          <a:lstStyle/>
          <a:p>
            <a:r>
              <a:rPr lang="el-GR" sz="1600" b="0" i="0" dirty="0">
                <a:solidFill>
                  <a:srgbClr val="474747"/>
                </a:solidFill>
                <a:effectLst/>
                <a:latin typeface="Google Sans"/>
              </a:rPr>
              <a:t>μ = 0</a:t>
            </a:r>
            <a:endParaRPr lang="en-GB" sz="2000" dirty="0">
              <a:latin typeface="+mn-lt"/>
            </a:endParaRPr>
          </a:p>
        </p:txBody>
      </p:sp>
      <p:sp>
        <p:nvSpPr>
          <p:cNvPr id="41" name="Right Brace 40">
            <a:extLst>
              <a:ext uri="{FF2B5EF4-FFF2-40B4-BE49-F238E27FC236}">
                <a16:creationId xmlns:a16="http://schemas.microsoft.com/office/drawing/2014/main" id="{A726AD8A-BDAC-04E9-3C89-0412D011AD24}"/>
              </a:ext>
            </a:extLst>
          </p:cNvPr>
          <p:cNvSpPr/>
          <p:nvPr/>
        </p:nvSpPr>
        <p:spPr>
          <a:xfrm rot="5400000">
            <a:off x="5505397" y="3600751"/>
            <a:ext cx="168717" cy="3249606"/>
          </a:xfrm>
          <a:custGeom>
            <a:avLst/>
            <a:gdLst>
              <a:gd name="connsiteX0" fmla="*/ 0 w 168717"/>
              <a:gd name="connsiteY0" fmla="*/ 0 h 3249606"/>
              <a:gd name="connsiteX1" fmla="*/ 84359 w 168717"/>
              <a:gd name="connsiteY1" fmla="*/ 14059 h 3249606"/>
              <a:gd name="connsiteX2" fmla="*/ 84359 w 168717"/>
              <a:gd name="connsiteY2" fmla="*/ 546287 h 3249606"/>
              <a:gd name="connsiteX3" fmla="*/ 84359 w 168717"/>
              <a:gd name="connsiteY3" fmla="*/ 1030615 h 3249606"/>
              <a:gd name="connsiteX4" fmla="*/ 84359 w 168717"/>
              <a:gd name="connsiteY4" fmla="*/ 1610744 h 3249606"/>
              <a:gd name="connsiteX5" fmla="*/ 168718 w 168717"/>
              <a:gd name="connsiteY5" fmla="*/ 1624803 h 3249606"/>
              <a:gd name="connsiteX6" fmla="*/ 84359 w 168717"/>
              <a:gd name="connsiteY6" fmla="*/ 1638862 h 3249606"/>
              <a:gd name="connsiteX7" fmla="*/ 84359 w 168717"/>
              <a:gd name="connsiteY7" fmla="*/ 2187057 h 3249606"/>
              <a:gd name="connsiteX8" fmla="*/ 84359 w 168717"/>
              <a:gd name="connsiteY8" fmla="*/ 2735252 h 3249606"/>
              <a:gd name="connsiteX9" fmla="*/ 84359 w 168717"/>
              <a:gd name="connsiteY9" fmla="*/ 3235547 h 3249606"/>
              <a:gd name="connsiteX10" fmla="*/ 0 w 168717"/>
              <a:gd name="connsiteY10" fmla="*/ 3249606 h 3249606"/>
              <a:gd name="connsiteX11" fmla="*/ 0 w 168717"/>
              <a:gd name="connsiteY11" fmla="*/ 2664677 h 3249606"/>
              <a:gd name="connsiteX12" fmla="*/ 0 w 168717"/>
              <a:gd name="connsiteY12" fmla="*/ 2014756 h 3249606"/>
              <a:gd name="connsiteX13" fmla="*/ 0 w 168717"/>
              <a:gd name="connsiteY13" fmla="*/ 1332338 h 3249606"/>
              <a:gd name="connsiteX14" fmla="*/ 0 w 168717"/>
              <a:gd name="connsiteY14" fmla="*/ 649921 h 3249606"/>
              <a:gd name="connsiteX15" fmla="*/ 0 w 168717"/>
              <a:gd name="connsiteY15" fmla="*/ 0 h 3249606"/>
              <a:gd name="connsiteX0" fmla="*/ 0 w 168717"/>
              <a:gd name="connsiteY0" fmla="*/ 0 h 3249606"/>
              <a:gd name="connsiteX1" fmla="*/ 84359 w 168717"/>
              <a:gd name="connsiteY1" fmla="*/ 14059 h 3249606"/>
              <a:gd name="connsiteX2" fmla="*/ 84359 w 168717"/>
              <a:gd name="connsiteY2" fmla="*/ 578221 h 3249606"/>
              <a:gd name="connsiteX3" fmla="*/ 84359 w 168717"/>
              <a:gd name="connsiteY3" fmla="*/ 1110449 h 3249606"/>
              <a:gd name="connsiteX4" fmla="*/ 84359 w 168717"/>
              <a:gd name="connsiteY4" fmla="*/ 1610744 h 3249606"/>
              <a:gd name="connsiteX5" fmla="*/ 168718 w 168717"/>
              <a:gd name="connsiteY5" fmla="*/ 1624803 h 3249606"/>
              <a:gd name="connsiteX6" fmla="*/ 84359 w 168717"/>
              <a:gd name="connsiteY6" fmla="*/ 1638862 h 3249606"/>
              <a:gd name="connsiteX7" fmla="*/ 84359 w 168717"/>
              <a:gd name="connsiteY7" fmla="*/ 2123190 h 3249606"/>
              <a:gd name="connsiteX8" fmla="*/ 84359 w 168717"/>
              <a:gd name="connsiteY8" fmla="*/ 2671385 h 3249606"/>
              <a:gd name="connsiteX9" fmla="*/ 84359 w 168717"/>
              <a:gd name="connsiteY9" fmla="*/ 3235547 h 3249606"/>
              <a:gd name="connsiteX10" fmla="*/ 0 w 168717"/>
              <a:gd name="connsiteY10" fmla="*/ 3249606 h 3249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717" h="3249606" stroke="0" extrusionOk="0">
                <a:moveTo>
                  <a:pt x="0" y="0"/>
                </a:moveTo>
                <a:cubicBezTo>
                  <a:pt x="47077" y="985"/>
                  <a:pt x="83966" y="7738"/>
                  <a:pt x="84359" y="14059"/>
                </a:cubicBezTo>
                <a:cubicBezTo>
                  <a:pt x="66902" y="167926"/>
                  <a:pt x="102505" y="398155"/>
                  <a:pt x="84359" y="546287"/>
                </a:cubicBezTo>
                <a:cubicBezTo>
                  <a:pt x="66213" y="694419"/>
                  <a:pt x="80813" y="917033"/>
                  <a:pt x="84359" y="1030615"/>
                </a:cubicBezTo>
                <a:cubicBezTo>
                  <a:pt x="87905" y="1144197"/>
                  <a:pt x="112100" y="1440870"/>
                  <a:pt x="84359" y="1610744"/>
                </a:cubicBezTo>
                <a:cubicBezTo>
                  <a:pt x="81328" y="1619898"/>
                  <a:pt x="121356" y="1618104"/>
                  <a:pt x="168718" y="1624803"/>
                </a:cubicBezTo>
                <a:cubicBezTo>
                  <a:pt x="122277" y="1626461"/>
                  <a:pt x="85890" y="1630689"/>
                  <a:pt x="84359" y="1638862"/>
                </a:cubicBezTo>
                <a:cubicBezTo>
                  <a:pt x="102489" y="1883226"/>
                  <a:pt x="81826" y="1932830"/>
                  <a:pt x="84359" y="2187057"/>
                </a:cubicBezTo>
                <a:cubicBezTo>
                  <a:pt x="86892" y="2441285"/>
                  <a:pt x="96537" y="2568392"/>
                  <a:pt x="84359" y="2735252"/>
                </a:cubicBezTo>
                <a:cubicBezTo>
                  <a:pt x="72181" y="2902113"/>
                  <a:pt x="73011" y="3040398"/>
                  <a:pt x="84359" y="3235547"/>
                </a:cubicBezTo>
                <a:cubicBezTo>
                  <a:pt x="81379" y="3236023"/>
                  <a:pt x="43219" y="3248348"/>
                  <a:pt x="0" y="3249606"/>
                </a:cubicBezTo>
                <a:cubicBezTo>
                  <a:pt x="-22917" y="3013418"/>
                  <a:pt x="11279" y="2785610"/>
                  <a:pt x="0" y="2664677"/>
                </a:cubicBezTo>
                <a:cubicBezTo>
                  <a:pt x="-11279" y="2543744"/>
                  <a:pt x="550" y="2162821"/>
                  <a:pt x="0" y="2014756"/>
                </a:cubicBezTo>
                <a:cubicBezTo>
                  <a:pt x="-550" y="1866691"/>
                  <a:pt x="31928" y="1656680"/>
                  <a:pt x="0" y="1332338"/>
                </a:cubicBezTo>
                <a:cubicBezTo>
                  <a:pt x="-31928" y="1007996"/>
                  <a:pt x="-12094" y="892190"/>
                  <a:pt x="0" y="649921"/>
                </a:cubicBezTo>
                <a:cubicBezTo>
                  <a:pt x="12094" y="407652"/>
                  <a:pt x="-27497" y="240006"/>
                  <a:pt x="0" y="0"/>
                </a:cubicBezTo>
                <a:close/>
              </a:path>
              <a:path w="168717" h="3249606" fill="none" extrusionOk="0">
                <a:moveTo>
                  <a:pt x="0" y="0"/>
                </a:moveTo>
                <a:cubicBezTo>
                  <a:pt x="48120" y="1002"/>
                  <a:pt x="85476" y="6899"/>
                  <a:pt x="84359" y="14059"/>
                </a:cubicBezTo>
                <a:cubicBezTo>
                  <a:pt x="101815" y="213798"/>
                  <a:pt x="94439" y="319918"/>
                  <a:pt x="84359" y="578221"/>
                </a:cubicBezTo>
                <a:cubicBezTo>
                  <a:pt x="74279" y="836524"/>
                  <a:pt x="84451" y="938230"/>
                  <a:pt x="84359" y="1110449"/>
                </a:cubicBezTo>
                <a:cubicBezTo>
                  <a:pt x="84267" y="1282668"/>
                  <a:pt x="60297" y="1408544"/>
                  <a:pt x="84359" y="1610744"/>
                </a:cubicBezTo>
                <a:cubicBezTo>
                  <a:pt x="75047" y="1620324"/>
                  <a:pt x="119832" y="1627374"/>
                  <a:pt x="168718" y="1624803"/>
                </a:cubicBezTo>
                <a:cubicBezTo>
                  <a:pt x="121469" y="1626370"/>
                  <a:pt x="85926" y="1631596"/>
                  <a:pt x="84359" y="1638862"/>
                </a:cubicBezTo>
                <a:cubicBezTo>
                  <a:pt x="61966" y="1783646"/>
                  <a:pt x="75727" y="1910813"/>
                  <a:pt x="84359" y="2123190"/>
                </a:cubicBezTo>
                <a:cubicBezTo>
                  <a:pt x="92991" y="2335567"/>
                  <a:pt x="83878" y="2560930"/>
                  <a:pt x="84359" y="2671385"/>
                </a:cubicBezTo>
                <a:cubicBezTo>
                  <a:pt x="84840" y="2781841"/>
                  <a:pt x="109457" y="3113319"/>
                  <a:pt x="84359" y="3235547"/>
                </a:cubicBezTo>
                <a:cubicBezTo>
                  <a:pt x="79771" y="3250155"/>
                  <a:pt x="48812" y="3250161"/>
                  <a:pt x="0" y="3249606"/>
                </a:cubicBezTo>
              </a:path>
              <a:path w="168717" h="3249606" fill="none" stroke="0" extrusionOk="0">
                <a:moveTo>
                  <a:pt x="0" y="0"/>
                </a:moveTo>
                <a:cubicBezTo>
                  <a:pt x="46488" y="-820"/>
                  <a:pt x="83923" y="7060"/>
                  <a:pt x="84359" y="14059"/>
                </a:cubicBezTo>
                <a:cubicBezTo>
                  <a:pt x="94255" y="143976"/>
                  <a:pt x="68128" y="318290"/>
                  <a:pt x="84359" y="514354"/>
                </a:cubicBezTo>
                <a:cubicBezTo>
                  <a:pt x="100590" y="710419"/>
                  <a:pt x="82724" y="864700"/>
                  <a:pt x="84359" y="1062549"/>
                </a:cubicBezTo>
                <a:cubicBezTo>
                  <a:pt x="85994" y="1260398"/>
                  <a:pt x="57196" y="1360518"/>
                  <a:pt x="84359" y="1610744"/>
                </a:cubicBezTo>
                <a:cubicBezTo>
                  <a:pt x="86760" y="1627041"/>
                  <a:pt x="122906" y="1623011"/>
                  <a:pt x="168718" y="1624803"/>
                </a:cubicBezTo>
                <a:cubicBezTo>
                  <a:pt x="122160" y="1624530"/>
                  <a:pt x="85170" y="1632001"/>
                  <a:pt x="84359" y="1638862"/>
                </a:cubicBezTo>
                <a:cubicBezTo>
                  <a:pt x="66178" y="1850762"/>
                  <a:pt x="106635" y="1935030"/>
                  <a:pt x="84359" y="2155123"/>
                </a:cubicBezTo>
                <a:cubicBezTo>
                  <a:pt x="62083" y="2375216"/>
                  <a:pt x="98892" y="2413711"/>
                  <a:pt x="84359" y="2671385"/>
                </a:cubicBezTo>
                <a:cubicBezTo>
                  <a:pt x="69826" y="2929059"/>
                  <a:pt x="98444" y="3024520"/>
                  <a:pt x="84359" y="3235547"/>
                </a:cubicBezTo>
                <a:cubicBezTo>
                  <a:pt x="79902" y="3243645"/>
                  <a:pt x="47471" y="3245293"/>
                  <a:pt x="0" y="3249606"/>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2" name="TextBox 41">
            <a:extLst>
              <a:ext uri="{FF2B5EF4-FFF2-40B4-BE49-F238E27FC236}">
                <a16:creationId xmlns:a16="http://schemas.microsoft.com/office/drawing/2014/main" id="{9B4D246F-01E3-C3B4-90F4-357FA76EC309}"/>
              </a:ext>
            </a:extLst>
          </p:cNvPr>
          <p:cNvSpPr txBox="1"/>
          <p:nvPr/>
        </p:nvSpPr>
        <p:spPr>
          <a:xfrm>
            <a:off x="5284612" y="5357115"/>
            <a:ext cx="646331" cy="261610"/>
          </a:xfrm>
          <a:prstGeom prst="rect">
            <a:avLst/>
          </a:prstGeom>
          <a:noFill/>
        </p:spPr>
        <p:txBody>
          <a:bodyPr wrap="none" rtlCol="0">
            <a:spAutoFit/>
          </a:bodyPr>
          <a:lstStyle/>
          <a:p>
            <a:r>
              <a:rPr lang="en-GB" sz="1100" dirty="0">
                <a:latin typeface="+mn-lt"/>
              </a:rPr>
              <a:t>74.54%</a:t>
            </a:r>
          </a:p>
        </p:txBody>
      </p:sp>
      <p:sp>
        <p:nvSpPr>
          <p:cNvPr id="54" name="Right Brace 53">
            <a:extLst>
              <a:ext uri="{FF2B5EF4-FFF2-40B4-BE49-F238E27FC236}">
                <a16:creationId xmlns:a16="http://schemas.microsoft.com/office/drawing/2014/main" id="{857CB3DB-2798-C9D5-BB8C-9CAC19BF683D}"/>
              </a:ext>
            </a:extLst>
          </p:cNvPr>
          <p:cNvSpPr/>
          <p:nvPr/>
        </p:nvSpPr>
        <p:spPr>
          <a:xfrm rot="5400000">
            <a:off x="2693327" y="4122212"/>
            <a:ext cx="208316" cy="2203236"/>
          </a:xfrm>
          <a:custGeom>
            <a:avLst/>
            <a:gdLst>
              <a:gd name="connsiteX0" fmla="*/ 0 w 208316"/>
              <a:gd name="connsiteY0" fmla="*/ 0 h 2203236"/>
              <a:gd name="connsiteX1" fmla="*/ 104158 w 208316"/>
              <a:gd name="connsiteY1" fmla="*/ 17359 h 2203236"/>
              <a:gd name="connsiteX2" fmla="*/ 104158 w 208316"/>
              <a:gd name="connsiteY2" fmla="*/ 550809 h 2203236"/>
              <a:gd name="connsiteX3" fmla="*/ 104158 w 208316"/>
              <a:gd name="connsiteY3" fmla="*/ 1084259 h 2203236"/>
              <a:gd name="connsiteX4" fmla="*/ 208316 w 208316"/>
              <a:gd name="connsiteY4" fmla="*/ 1101618 h 2203236"/>
              <a:gd name="connsiteX5" fmla="*/ 104158 w 208316"/>
              <a:gd name="connsiteY5" fmla="*/ 1118977 h 2203236"/>
              <a:gd name="connsiteX6" fmla="*/ 104158 w 208316"/>
              <a:gd name="connsiteY6" fmla="*/ 1673765 h 2203236"/>
              <a:gd name="connsiteX7" fmla="*/ 104158 w 208316"/>
              <a:gd name="connsiteY7" fmla="*/ 2185877 h 2203236"/>
              <a:gd name="connsiteX8" fmla="*/ 0 w 208316"/>
              <a:gd name="connsiteY8" fmla="*/ 2203236 h 2203236"/>
              <a:gd name="connsiteX9" fmla="*/ 0 w 208316"/>
              <a:gd name="connsiteY9" fmla="*/ 1696492 h 2203236"/>
              <a:gd name="connsiteX10" fmla="*/ 0 w 208316"/>
              <a:gd name="connsiteY10" fmla="*/ 1167715 h 2203236"/>
              <a:gd name="connsiteX11" fmla="*/ 0 w 208316"/>
              <a:gd name="connsiteY11" fmla="*/ 660971 h 2203236"/>
              <a:gd name="connsiteX12" fmla="*/ 0 w 208316"/>
              <a:gd name="connsiteY12" fmla="*/ 0 h 2203236"/>
              <a:gd name="connsiteX0" fmla="*/ 0 w 208316"/>
              <a:gd name="connsiteY0" fmla="*/ 0 h 2203236"/>
              <a:gd name="connsiteX1" fmla="*/ 104158 w 208316"/>
              <a:gd name="connsiteY1" fmla="*/ 17359 h 2203236"/>
              <a:gd name="connsiteX2" fmla="*/ 104158 w 208316"/>
              <a:gd name="connsiteY2" fmla="*/ 550809 h 2203236"/>
              <a:gd name="connsiteX3" fmla="*/ 104158 w 208316"/>
              <a:gd name="connsiteY3" fmla="*/ 1084259 h 2203236"/>
              <a:gd name="connsiteX4" fmla="*/ 208316 w 208316"/>
              <a:gd name="connsiteY4" fmla="*/ 1101618 h 2203236"/>
              <a:gd name="connsiteX5" fmla="*/ 104158 w 208316"/>
              <a:gd name="connsiteY5" fmla="*/ 1118977 h 2203236"/>
              <a:gd name="connsiteX6" fmla="*/ 104158 w 208316"/>
              <a:gd name="connsiteY6" fmla="*/ 1652427 h 2203236"/>
              <a:gd name="connsiteX7" fmla="*/ 104158 w 208316"/>
              <a:gd name="connsiteY7" fmla="*/ 2185877 h 2203236"/>
              <a:gd name="connsiteX8" fmla="*/ 0 w 208316"/>
              <a:gd name="connsiteY8" fmla="*/ 2203236 h 2203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16" h="2203236" stroke="0" extrusionOk="0">
                <a:moveTo>
                  <a:pt x="0" y="0"/>
                </a:moveTo>
                <a:cubicBezTo>
                  <a:pt x="58262" y="1491"/>
                  <a:pt x="103682" y="9517"/>
                  <a:pt x="104158" y="17359"/>
                </a:cubicBezTo>
                <a:cubicBezTo>
                  <a:pt x="95542" y="194329"/>
                  <a:pt x="107175" y="425063"/>
                  <a:pt x="104158" y="550809"/>
                </a:cubicBezTo>
                <a:cubicBezTo>
                  <a:pt x="101142" y="676555"/>
                  <a:pt x="99634" y="907450"/>
                  <a:pt x="104158" y="1084259"/>
                </a:cubicBezTo>
                <a:cubicBezTo>
                  <a:pt x="102418" y="1092758"/>
                  <a:pt x="151712" y="1103308"/>
                  <a:pt x="208316" y="1101618"/>
                </a:cubicBezTo>
                <a:cubicBezTo>
                  <a:pt x="152412" y="1102376"/>
                  <a:pt x="102207" y="1108298"/>
                  <a:pt x="104158" y="1118977"/>
                </a:cubicBezTo>
                <a:cubicBezTo>
                  <a:pt x="97652" y="1370088"/>
                  <a:pt x="94180" y="1482161"/>
                  <a:pt x="104158" y="1673765"/>
                </a:cubicBezTo>
                <a:cubicBezTo>
                  <a:pt x="114136" y="1865369"/>
                  <a:pt x="119976" y="1997887"/>
                  <a:pt x="104158" y="2185877"/>
                </a:cubicBezTo>
                <a:cubicBezTo>
                  <a:pt x="107138" y="2198224"/>
                  <a:pt x="55402" y="2210371"/>
                  <a:pt x="0" y="2203236"/>
                </a:cubicBezTo>
                <a:cubicBezTo>
                  <a:pt x="-6851" y="2075776"/>
                  <a:pt x="-20094" y="1811914"/>
                  <a:pt x="0" y="1696492"/>
                </a:cubicBezTo>
                <a:cubicBezTo>
                  <a:pt x="20094" y="1581070"/>
                  <a:pt x="11609" y="1396729"/>
                  <a:pt x="0" y="1167715"/>
                </a:cubicBezTo>
                <a:cubicBezTo>
                  <a:pt x="-11609" y="938701"/>
                  <a:pt x="-10770" y="887225"/>
                  <a:pt x="0" y="660971"/>
                </a:cubicBezTo>
                <a:cubicBezTo>
                  <a:pt x="10770" y="434717"/>
                  <a:pt x="2888" y="286898"/>
                  <a:pt x="0" y="0"/>
                </a:cubicBezTo>
                <a:close/>
              </a:path>
              <a:path w="208316" h="2203236" fill="none" extrusionOk="0">
                <a:moveTo>
                  <a:pt x="0" y="0"/>
                </a:moveTo>
                <a:cubicBezTo>
                  <a:pt x="55794" y="-377"/>
                  <a:pt x="105473" y="8092"/>
                  <a:pt x="104158" y="17359"/>
                </a:cubicBezTo>
                <a:cubicBezTo>
                  <a:pt x="113786" y="145761"/>
                  <a:pt x="85128" y="396308"/>
                  <a:pt x="104158" y="550809"/>
                </a:cubicBezTo>
                <a:cubicBezTo>
                  <a:pt x="123189" y="705310"/>
                  <a:pt x="118345" y="828591"/>
                  <a:pt x="104158" y="1084259"/>
                </a:cubicBezTo>
                <a:cubicBezTo>
                  <a:pt x="105079" y="1103254"/>
                  <a:pt x="144867" y="1097927"/>
                  <a:pt x="208316" y="1101618"/>
                </a:cubicBezTo>
                <a:cubicBezTo>
                  <a:pt x="148490" y="1101380"/>
                  <a:pt x="103594" y="1108482"/>
                  <a:pt x="104158" y="1118977"/>
                </a:cubicBezTo>
                <a:cubicBezTo>
                  <a:pt x="91357" y="1248003"/>
                  <a:pt x="98435" y="1506932"/>
                  <a:pt x="104158" y="1652427"/>
                </a:cubicBezTo>
                <a:cubicBezTo>
                  <a:pt x="109882" y="1797922"/>
                  <a:pt x="98315" y="2041353"/>
                  <a:pt x="104158" y="2185877"/>
                </a:cubicBezTo>
                <a:cubicBezTo>
                  <a:pt x="103516" y="2188726"/>
                  <a:pt x="48978" y="2204902"/>
                  <a:pt x="0" y="2203236"/>
                </a:cubicBezTo>
              </a:path>
              <a:path w="208316" h="2203236" fill="none" stroke="0" extrusionOk="0">
                <a:moveTo>
                  <a:pt x="0" y="0"/>
                </a:moveTo>
                <a:cubicBezTo>
                  <a:pt x="59006" y="505"/>
                  <a:pt x="103588" y="9933"/>
                  <a:pt x="104158" y="17359"/>
                </a:cubicBezTo>
                <a:cubicBezTo>
                  <a:pt x="83431" y="130578"/>
                  <a:pt x="116369" y="280300"/>
                  <a:pt x="104158" y="518802"/>
                </a:cubicBezTo>
                <a:cubicBezTo>
                  <a:pt x="91947" y="757304"/>
                  <a:pt x="111738" y="969564"/>
                  <a:pt x="104158" y="1084259"/>
                </a:cubicBezTo>
                <a:cubicBezTo>
                  <a:pt x="105782" y="1093836"/>
                  <a:pt x="157051" y="1099472"/>
                  <a:pt x="208316" y="1101618"/>
                </a:cubicBezTo>
                <a:cubicBezTo>
                  <a:pt x="150302" y="1101415"/>
                  <a:pt x="103505" y="1107400"/>
                  <a:pt x="104158" y="1118977"/>
                </a:cubicBezTo>
                <a:cubicBezTo>
                  <a:pt x="125164" y="1377552"/>
                  <a:pt x="78574" y="1429180"/>
                  <a:pt x="104158" y="1652427"/>
                </a:cubicBezTo>
                <a:cubicBezTo>
                  <a:pt x="129743" y="1875674"/>
                  <a:pt x="123559" y="2025685"/>
                  <a:pt x="104158" y="2185877"/>
                </a:cubicBezTo>
                <a:cubicBezTo>
                  <a:pt x="105481" y="2184284"/>
                  <a:pt x="61607" y="2207787"/>
                  <a:pt x="0" y="2203236"/>
                </a:cubicBezTo>
              </a:path>
            </a:pathLst>
          </a:custGeom>
          <a:ln w="12700">
            <a:solidFill>
              <a:srgbClr val="92D050"/>
            </a:solidFill>
            <a:extLst>
              <a:ext uri="{C807C97D-BFC1-408E-A445-0C87EB9F89A2}">
                <ask:lineSketchStyleProps xmlns:ask="http://schemas.microsoft.com/office/drawing/2018/sketchyshapes" sd="1168547662">
                  <a:prstGeom prst="rightBrace">
                    <a:avLst/>
                  </a:prstGeom>
                  <ask:type>
                    <ask:lineSketchFreehan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5" name="TextBox 54">
            <a:extLst>
              <a:ext uri="{FF2B5EF4-FFF2-40B4-BE49-F238E27FC236}">
                <a16:creationId xmlns:a16="http://schemas.microsoft.com/office/drawing/2014/main" id="{797CD201-2A10-B5A8-8DB9-911409F7ACA6}"/>
              </a:ext>
            </a:extLst>
          </p:cNvPr>
          <p:cNvSpPr txBox="1"/>
          <p:nvPr/>
        </p:nvSpPr>
        <p:spPr>
          <a:xfrm>
            <a:off x="2518699" y="5387581"/>
            <a:ext cx="646331" cy="261610"/>
          </a:xfrm>
          <a:prstGeom prst="rect">
            <a:avLst/>
          </a:prstGeom>
          <a:noFill/>
        </p:spPr>
        <p:txBody>
          <a:bodyPr wrap="none" rtlCol="0">
            <a:spAutoFit/>
          </a:bodyPr>
          <a:lstStyle/>
          <a:p>
            <a:r>
              <a:rPr lang="en-GB" sz="1100" dirty="0">
                <a:latin typeface="+mn-lt"/>
              </a:rPr>
              <a:t>25.46%</a:t>
            </a:r>
          </a:p>
        </p:txBody>
      </p:sp>
      <p:grpSp>
        <p:nvGrpSpPr>
          <p:cNvPr id="50" name="Group 49" descr="area 74.54%">
            <a:extLst>
              <a:ext uri="{FF2B5EF4-FFF2-40B4-BE49-F238E27FC236}">
                <a16:creationId xmlns:a16="http://schemas.microsoft.com/office/drawing/2014/main" id="{CDB1DF84-3B68-649F-69CC-D6D1CFD41B27}"/>
              </a:ext>
            </a:extLst>
          </p:cNvPr>
          <p:cNvGrpSpPr/>
          <p:nvPr/>
        </p:nvGrpSpPr>
        <p:grpSpPr>
          <a:xfrm>
            <a:off x="3899103" y="2619162"/>
            <a:ext cx="2963880" cy="2140560"/>
            <a:chOff x="3899103" y="2619162"/>
            <a:chExt cx="2963880" cy="2140560"/>
          </a:xfrm>
        </p:grpSpPr>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F6091F95-89E8-6C4E-4DFF-A252A2F3FCB8}"/>
                    </a:ext>
                  </a:extLst>
                </p14:cNvPr>
                <p14:cNvContentPartPr/>
                <p14:nvPr/>
              </p14:nvContentPartPr>
              <p14:xfrm>
                <a:off x="3934023" y="2619162"/>
                <a:ext cx="63000" cy="2127600"/>
              </p14:xfrm>
            </p:contentPart>
          </mc:Choice>
          <mc:Fallback xmlns="">
            <p:pic>
              <p:nvPicPr>
                <p:cNvPr id="13" name="Ink 12">
                  <a:extLst>
                    <a:ext uri="{FF2B5EF4-FFF2-40B4-BE49-F238E27FC236}">
                      <a16:creationId xmlns:a16="http://schemas.microsoft.com/office/drawing/2014/main" id="{F6091F95-89E8-6C4E-4DFF-A252A2F3FCB8}"/>
                    </a:ext>
                  </a:extLst>
                </p:cNvPr>
                <p:cNvPicPr/>
                <p:nvPr/>
              </p:nvPicPr>
              <p:blipFill>
                <a:blip r:embed="rId22"/>
                <a:stretch>
                  <a:fillRect/>
                </a:stretch>
              </p:blipFill>
              <p:spPr>
                <a:xfrm>
                  <a:off x="3927903" y="2613042"/>
                  <a:ext cx="75240" cy="2139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5" name="Ink 24">
                  <a:extLst>
                    <a:ext uri="{FF2B5EF4-FFF2-40B4-BE49-F238E27FC236}">
                      <a16:creationId xmlns:a16="http://schemas.microsoft.com/office/drawing/2014/main" id="{68DDC586-7222-C0DB-84F1-1F90B3041CAE}"/>
                    </a:ext>
                  </a:extLst>
                </p14:cNvPr>
                <p14:cNvContentPartPr/>
                <p14:nvPr/>
              </p14:nvContentPartPr>
              <p14:xfrm>
                <a:off x="3955983" y="2650482"/>
                <a:ext cx="676800" cy="505080"/>
              </p14:xfrm>
            </p:contentPart>
          </mc:Choice>
          <mc:Fallback xmlns="">
            <p:pic>
              <p:nvPicPr>
                <p:cNvPr id="25" name="Ink 24">
                  <a:extLst>
                    <a:ext uri="{FF2B5EF4-FFF2-40B4-BE49-F238E27FC236}">
                      <a16:creationId xmlns:a16="http://schemas.microsoft.com/office/drawing/2014/main" id="{68DDC586-7222-C0DB-84F1-1F90B3041CAE}"/>
                    </a:ext>
                  </a:extLst>
                </p:cNvPr>
                <p:cNvPicPr/>
                <p:nvPr/>
              </p:nvPicPr>
              <p:blipFill>
                <a:blip r:embed="rId24"/>
                <a:stretch>
                  <a:fillRect/>
                </a:stretch>
              </p:blipFill>
              <p:spPr>
                <a:xfrm>
                  <a:off x="3949863" y="2644362"/>
                  <a:ext cx="68904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7" name="Ink 26">
                  <a:extLst>
                    <a:ext uri="{FF2B5EF4-FFF2-40B4-BE49-F238E27FC236}">
                      <a16:creationId xmlns:a16="http://schemas.microsoft.com/office/drawing/2014/main" id="{753C6D79-814C-4015-85E4-644E61ADA2C5}"/>
                    </a:ext>
                  </a:extLst>
                </p14:cNvPr>
                <p14:cNvContentPartPr/>
                <p14:nvPr/>
              </p14:nvContentPartPr>
              <p14:xfrm>
                <a:off x="3899103" y="2845602"/>
                <a:ext cx="960120" cy="641880"/>
              </p14:xfrm>
            </p:contentPart>
          </mc:Choice>
          <mc:Fallback xmlns="">
            <p:pic>
              <p:nvPicPr>
                <p:cNvPr id="27" name="Ink 26">
                  <a:extLst>
                    <a:ext uri="{FF2B5EF4-FFF2-40B4-BE49-F238E27FC236}">
                      <a16:creationId xmlns:a16="http://schemas.microsoft.com/office/drawing/2014/main" id="{753C6D79-814C-4015-85E4-644E61ADA2C5}"/>
                    </a:ext>
                  </a:extLst>
                </p:cNvPr>
                <p:cNvPicPr/>
                <p:nvPr/>
              </p:nvPicPr>
              <p:blipFill>
                <a:blip r:embed="rId26"/>
                <a:stretch>
                  <a:fillRect/>
                </a:stretch>
              </p:blipFill>
              <p:spPr>
                <a:xfrm>
                  <a:off x="3892983" y="2839482"/>
                  <a:ext cx="972360" cy="654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C259CF02-4F8D-B496-F691-BE0A866EC179}"/>
                    </a:ext>
                  </a:extLst>
                </p14:cNvPr>
                <p14:cNvContentPartPr/>
                <p14:nvPr/>
              </p14:nvContentPartPr>
              <p14:xfrm>
                <a:off x="3961383" y="3123162"/>
                <a:ext cx="1113480" cy="685080"/>
              </p14:xfrm>
            </p:contentPart>
          </mc:Choice>
          <mc:Fallback xmlns="">
            <p:pic>
              <p:nvPicPr>
                <p:cNvPr id="28" name="Ink 27">
                  <a:extLst>
                    <a:ext uri="{FF2B5EF4-FFF2-40B4-BE49-F238E27FC236}">
                      <a16:creationId xmlns:a16="http://schemas.microsoft.com/office/drawing/2014/main" id="{C259CF02-4F8D-B496-F691-BE0A866EC179}"/>
                    </a:ext>
                  </a:extLst>
                </p:cNvPr>
                <p:cNvPicPr/>
                <p:nvPr/>
              </p:nvPicPr>
              <p:blipFill>
                <a:blip r:embed="rId28"/>
                <a:stretch>
                  <a:fillRect/>
                </a:stretch>
              </p:blipFill>
              <p:spPr>
                <a:xfrm>
                  <a:off x="3955263" y="3117042"/>
                  <a:ext cx="1125720" cy="6973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90DE64B3-8538-0CF3-AD4D-C3F141CD8B09}"/>
                    </a:ext>
                  </a:extLst>
                </p14:cNvPr>
                <p14:cNvContentPartPr/>
                <p14:nvPr/>
              </p14:nvContentPartPr>
              <p14:xfrm>
                <a:off x="4013223" y="3441402"/>
                <a:ext cx="1195560" cy="682560"/>
              </p14:xfrm>
            </p:contentPart>
          </mc:Choice>
          <mc:Fallback xmlns="">
            <p:pic>
              <p:nvPicPr>
                <p:cNvPr id="29" name="Ink 28">
                  <a:extLst>
                    <a:ext uri="{FF2B5EF4-FFF2-40B4-BE49-F238E27FC236}">
                      <a16:creationId xmlns:a16="http://schemas.microsoft.com/office/drawing/2014/main" id="{90DE64B3-8538-0CF3-AD4D-C3F141CD8B09}"/>
                    </a:ext>
                  </a:extLst>
                </p:cNvPr>
                <p:cNvPicPr/>
                <p:nvPr/>
              </p:nvPicPr>
              <p:blipFill>
                <a:blip r:embed="rId30"/>
                <a:stretch>
                  <a:fillRect/>
                </a:stretch>
              </p:blipFill>
              <p:spPr>
                <a:xfrm>
                  <a:off x="4007103" y="3435282"/>
                  <a:ext cx="1207800" cy="694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0368DF8B-7AEA-C545-4E19-29692B11D8C7}"/>
                    </a:ext>
                  </a:extLst>
                </p14:cNvPr>
                <p14:cNvContentPartPr/>
                <p14:nvPr/>
              </p14:nvContentPartPr>
              <p14:xfrm>
                <a:off x="4028343" y="3728682"/>
                <a:ext cx="1355400" cy="784440"/>
              </p14:xfrm>
            </p:contentPart>
          </mc:Choice>
          <mc:Fallback xmlns="">
            <p:pic>
              <p:nvPicPr>
                <p:cNvPr id="33" name="Ink 32">
                  <a:extLst>
                    <a:ext uri="{FF2B5EF4-FFF2-40B4-BE49-F238E27FC236}">
                      <a16:creationId xmlns:a16="http://schemas.microsoft.com/office/drawing/2014/main" id="{0368DF8B-7AEA-C545-4E19-29692B11D8C7}"/>
                    </a:ext>
                  </a:extLst>
                </p:cNvPr>
                <p:cNvPicPr/>
                <p:nvPr/>
              </p:nvPicPr>
              <p:blipFill>
                <a:blip r:embed="rId32"/>
                <a:stretch>
                  <a:fillRect/>
                </a:stretch>
              </p:blipFill>
              <p:spPr>
                <a:xfrm>
                  <a:off x="4022223" y="3722562"/>
                  <a:ext cx="1367640" cy="796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0" name="Ink 39">
                  <a:extLst>
                    <a:ext uri="{FF2B5EF4-FFF2-40B4-BE49-F238E27FC236}">
                      <a16:creationId xmlns:a16="http://schemas.microsoft.com/office/drawing/2014/main" id="{DED39101-19B9-E1B5-ABF9-F19329308439}"/>
                    </a:ext>
                  </a:extLst>
                </p14:cNvPr>
                <p14:cNvContentPartPr/>
                <p14:nvPr/>
              </p14:nvContentPartPr>
              <p14:xfrm>
                <a:off x="4420023" y="4047282"/>
                <a:ext cx="1271160" cy="680040"/>
              </p14:xfrm>
            </p:contentPart>
          </mc:Choice>
          <mc:Fallback xmlns="">
            <p:pic>
              <p:nvPicPr>
                <p:cNvPr id="40" name="Ink 39">
                  <a:extLst>
                    <a:ext uri="{FF2B5EF4-FFF2-40B4-BE49-F238E27FC236}">
                      <a16:creationId xmlns:a16="http://schemas.microsoft.com/office/drawing/2014/main" id="{DED39101-19B9-E1B5-ABF9-F19329308439}"/>
                    </a:ext>
                  </a:extLst>
                </p:cNvPr>
                <p:cNvPicPr/>
                <p:nvPr/>
              </p:nvPicPr>
              <p:blipFill>
                <a:blip r:embed="rId34"/>
                <a:stretch>
                  <a:fillRect/>
                </a:stretch>
              </p:blipFill>
              <p:spPr>
                <a:xfrm>
                  <a:off x="4413903" y="4041162"/>
                  <a:ext cx="1283400" cy="692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4" name="Ink 43">
                  <a:extLst>
                    <a:ext uri="{FF2B5EF4-FFF2-40B4-BE49-F238E27FC236}">
                      <a16:creationId xmlns:a16="http://schemas.microsoft.com/office/drawing/2014/main" id="{92EB6178-DA03-1B38-E307-1C6B347F9EEB}"/>
                    </a:ext>
                  </a:extLst>
                </p14:cNvPr>
                <p14:cNvContentPartPr/>
                <p14:nvPr/>
              </p14:nvContentPartPr>
              <p14:xfrm>
                <a:off x="5120583" y="4293882"/>
                <a:ext cx="612360" cy="402120"/>
              </p14:xfrm>
            </p:contentPart>
          </mc:Choice>
          <mc:Fallback xmlns="">
            <p:pic>
              <p:nvPicPr>
                <p:cNvPr id="44" name="Ink 43">
                  <a:extLst>
                    <a:ext uri="{FF2B5EF4-FFF2-40B4-BE49-F238E27FC236}">
                      <a16:creationId xmlns:a16="http://schemas.microsoft.com/office/drawing/2014/main" id="{92EB6178-DA03-1B38-E307-1C6B347F9EEB}"/>
                    </a:ext>
                  </a:extLst>
                </p:cNvPr>
                <p:cNvPicPr/>
                <p:nvPr/>
              </p:nvPicPr>
              <p:blipFill>
                <a:blip r:embed="rId36"/>
                <a:stretch>
                  <a:fillRect/>
                </a:stretch>
              </p:blipFill>
              <p:spPr>
                <a:xfrm>
                  <a:off x="5114463" y="4287762"/>
                  <a:ext cx="62460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5" name="Ink 44">
                  <a:extLst>
                    <a:ext uri="{FF2B5EF4-FFF2-40B4-BE49-F238E27FC236}">
                      <a16:creationId xmlns:a16="http://schemas.microsoft.com/office/drawing/2014/main" id="{8BA1548D-A242-2DEB-612C-AE5657B6072D}"/>
                    </a:ext>
                  </a:extLst>
                </p14:cNvPr>
                <p14:cNvContentPartPr/>
                <p14:nvPr/>
              </p14:nvContentPartPr>
              <p14:xfrm>
                <a:off x="5551863" y="4448322"/>
                <a:ext cx="427680" cy="208800"/>
              </p14:xfrm>
            </p:contentPart>
          </mc:Choice>
          <mc:Fallback xmlns="">
            <p:pic>
              <p:nvPicPr>
                <p:cNvPr id="45" name="Ink 44">
                  <a:extLst>
                    <a:ext uri="{FF2B5EF4-FFF2-40B4-BE49-F238E27FC236}">
                      <a16:creationId xmlns:a16="http://schemas.microsoft.com/office/drawing/2014/main" id="{8BA1548D-A242-2DEB-612C-AE5657B6072D}"/>
                    </a:ext>
                  </a:extLst>
                </p:cNvPr>
                <p:cNvPicPr/>
                <p:nvPr/>
              </p:nvPicPr>
              <p:blipFill>
                <a:blip r:embed="rId38"/>
                <a:stretch>
                  <a:fillRect/>
                </a:stretch>
              </p:blipFill>
              <p:spPr>
                <a:xfrm>
                  <a:off x="5545743" y="4442202"/>
                  <a:ext cx="43992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6" name="Ink 45">
                  <a:extLst>
                    <a:ext uri="{FF2B5EF4-FFF2-40B4-BE49-F238E27FC236}">
                      <a16:creationId xmlns:a16="http://schemas.microsoft.com/office/drawing/2014/main" id="{E449D1DA-A2E7-1D4F-0A7D-9909E4FF8F0B}"/>
                    </a:ext>
                  </a:extLst>
                </p14:cNvPr>
                <p14:cNvContentPartPr/>
                <p14:nvPr/>
              </p14:nvContentPartPr>
              <p14:xfrm>
                <a:off x="5930943" y="4530762"/>
                <a:ext cx="275040" cy="187560"/>
              </p14:xfrm>
            </p:contentPart>
          </mc:Choice>
          <mc:Fallback xmlns="">
            <p:pic>
              <p:nvPicPr>
                <p:cNvPr id="46" name="Ink 45">
                  <a:extLst>
                    <a:ext uri="{FF2B5EF4-FFF2-40B4-BE49-F238E27FC236}">
                      <a16:creationId xmlns:a16="http://schemas.microsoft.com/office/drawing/2014/main" id="{E449D1DA-A2E7-1D4F-0A7D-9909E4FF8F0B}"/>
                    </a:ext>
                  </a:extLst>
                </p:cNvPr>
                <p:cNvPicPr/>
                <p:nvPr/>
              </p:nvPicPr>
              <p:blipFill>
                <a:blip r:embed="rId40"/>
                <a:stretch>
                  <a:fillRect/>
                </a:stretch>
              </p:blipFill>
              <p:spPr>
                <a:xfrm>
                  <a:off x="5924823" y="4524642"/>
                  <a:ext cx="2872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8" name="Ink 47">
                  <a:extLst>
                    <a:ext uri="{FF2B5EF4-FFF2-40B4-BE49-F238E27FC236}">
                      <a16:creationId xmlns:a16="http://schemas.microsoft.com/office/drawing/2014/main" id="{3AFD963D-E752-3DB4-70ED-345683B8C825}"/>
                    </a:ext>
                  </a:extLst>
                </p14:cNvPr>
                <p14:cNvContentPartPr/>
                <p14:nvPr/>
              </p14:nvContentPartPr>
              <p14:xfrm>
                <a:off x="6355383" y="4591962"/>
                <a:ext cx="209520" cy="167760"/>
              </p14:xfrm>
            </p:contentPart>
          </mc:Choice>
          <mc:Fallback xmlns="">
            <p:pic>
              <p:nvPicPr>
                <p:cNvPr id="48" name="Ink 47">
                  <a:extLst>
                    <a:ext uri="{FF2B5EF4-FFF2-40B4-BE49-F238E27FC236}">
                      <a16:creationId xmlns:a16="http://schemas.microsoft.com/office/drawing/2014/main" id="{3AFD963D-E752-3DB4-70ED-345683B8C825}"/>
                    </a:ext>
                  </a:extLst>
                </p:cNvPr>
                <p:cNvPicPr/>
                <p:nvPr/>
              </p:nvPicPr>
              <p:blipFill>
                <a:blip r:embed="rId42"/>
                <a:stretch>
                  <a:fillRect/>
                </a:stretch>
              </p:blipFill>
              <p:spPr>
                <a:xfrm>
                  <a:off x="6349263" y="4585842"/>
                  <a:ext cx="2217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9" name="Ink 48">
                  <a:extLst>
                    <a:ext uri="{FF2B5EF4-FFF2-40B4-BE49-F238E27FC236}">
                      <a16:creationId xmlns:a16="http://schemas.microsoft.com/office/drawing/2014/main" id="{4E3FE17B-FCFE-A11D-D76F-DE758C60E142}"/>
                    </a:ext>
                  </a:extLst>
                </p14:cNvPr>
                <p14:cNvContentPartPr/>
                <p14:nvPr/>
              </p14:nvContentPartPr>
              <p14:xfrm>
                <a:off x="6667503" y="4632642"/>
                <a:ext cx="195480" cy="124560"/>
              </p14:xfrm>
            </p:contentPart>
          </mc:Choice>
          <mc:Fallback xmlns="">
            <p:pic>
              <p:nvPicPr>
                <p:cNvPr id="49" name="Ink 48">
                  <a:extLst>
                    <a:ext uri="{FF2B5EF4-FFF2-40B4-BE49-F238E27FC236}">
                      <a16:creationId xmlns:a16="http://schemas.microsoft.com/office/drawing/2014/main" id="{4E3FE17B-FCFE-A11D-D76F-DE758C60E142}"/>
                    </a:ext>
                  </a:extLst>
                </p:cNvPr>
                <p:cNvPicPr/>
                <p:nvPr/>
              </p:nvPicPr>
              <p:blipFill>
                <a:blip r:embed="rId44"/>
                <a:stretch>
                  <a:fillRect/>
                </a:stretch>
              </p:blipFill>
              <p:spPr>
                <a:xfrm>
                  <a:off x="6661383" y="4626522"/>
                  <a:ext cx="207720" cy="136800"/>
                </a:xfrm>
                <a:prstGeom prst="rect">
                  <a:avLst/>
                </a:prstGeom>
              </p:spPr>
            </p:pic>
          </mc:Fallback>
        </mc:AlternateContent>
      </p:grpSp>
      <p:sp>
        <p:nvSpPr>
          <p:cNvPr id="56" name="Footer Placeholder 55">
            <a:extLst>
              <a:ext uri="{FF2B5EF4-FFF2-40B4-BE49-F238E27FC236}">
                <a16:creationId xmlns:a16="http://schemas.microsoft.com/office/drawing/2014/main" id="{4C74CF01-880B-D7AD-B61F-9D8564F1E39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7" name="Slide Number Placeholder 56">
            <a:extLst>
              <a:ext uri="{FF2B5EF4-FFF2-40B4-BE49-F238E27FC236}">
                <a16:creationId xmlns:a16="http://schemas.microsoft.com/office/drawing/2014/main" id="{0D6D1A71-28E7-5EE8-618C-3038C152730C}"/>
              </a:ext>
            </a:extLst>
          </p:cNvPr>
          <p:cNvSpPr>
            <a:spLocks noGrp="1"/>
          </p:cNvSpPr>
          <p:nvPr>
            <p:ph type="sldNum" sz="quarter" idx="4"/>
          </p:nvPr>
        </p:nvSpPr>
        <p:spPr/>
        <p:txBody>
          <a:bodyPr/>
          <a:lstStyle/>
          <a:p>
            <a:fld id="{9FD7ECCF-50E7-4327-B945-FA93FF7B2BEF}" type="slidenum">
              <a:rPr lang="en-US" smtClean="0"/>
              <a:pPr/>
              <a:t>59</a:t>
            </a:fld>
            <a:r>
              <a:rPr lang="en-GB"/>
              <a:t>/80</a:t>
            </a:r>
            <a:endParaRPr lang="en-US" dirty="0"/>
          </a:p>
        </p:txBody>
      </p:sp>
    </p:spTree>
    <p:extLst>
      <p:ext uri="{BB962C8B-B14F-4D97-AF65-F5344CB8AC3E}">
        <p14:creationId xmlns:p14="http://schemas.microsoft.com/office/powerpoint/2010/main" val="17215794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985E-6294-790F-DD31-939C7B228700}"/>
              </a:ext>
            </a:extLst>
          </p:cNvPr>
          <p:cNvSpPr>
            <a:spLocks noGrp="1"/>
          </p:cNvSpPr>
          <p:nvPr>
            <p:ph type="title"/>
          </p:nvPr>
        </p:nvSpPr>
        <p:spPr/>
        <p:txBody>
          <a:bodyPr/>
          <a:lstStyle/>
          <a:p>
            <a:r>
              <a:rPr lang="en-GB" dirty="0"/>
              <a:t>z-score or standard score</a:t>
            </a:r>
          </a:p>
        </p:txBody>
      </p:sp>
      <p:sp>
        <p:nvSpPr>
          <p:cNvPr id="3" name="Content Placeholder 2">
            <a:extLst>
              <a:ext uri="{FF2B5EF4-FFF2-40B4-BE49-F238E27FC236}">
                <a16:creationId xmlns:a16="http://schemas.microsoft.com/office/drawing/2014/main" id="{ACB75693-BAB2-7C8B-FAF7-ACA0E3127817}"/>
              </a:ext>
            </a:extLst>
          </p:cNvPr>
          <p:cNvSpPr>
            <a:spLocks noGrp="1"/>
          </p:cNvSpPr>
          <p:nvPr>
            <p:ph sz="quarter" idx="1"/>
          </p:nvPr>
        </p:nvSpPr>
        <p:spPr/>
        <p:txBody>
          <a:bodyPr>
            <a:normAutofit fontScale="92500" lnSpcReduction="10000"/>
          </a:bodyPr>
          <a:lstStyle/>
          <a:p>
            <a:r>
              <a:rPr lang="en-GB" b="1" dirty="0">
                <a:solidFill>
                  <a:schemeClr val="accent6">
                    <a:lumMod val="50000"/>
                  </a:schemeClr>
                </a:solidFill>
              </a:rPr>
              <a:t>z-score</a:t>
            </a:r>
            <a:r>
              <a:rPr lang="en-GB" dirty="0">
                <a:solidFill>
                  <a:schemeClr val="accent6">
                    <a:lumMod val="50000"/>
                  </a:schemeClr>
                </a:solidFill>
              </a:rPr>
              <a:t> also known as a standard score, gives us an idea of how far from the mean a data point is.</a:t>
            </a:r>
          </a:p>
          <a:p>
            <a:r>
              <a:rPr lang="en-GB" dirty="0">
                <a:solidFill>
                  <a:schemeClr val="accent6">
                    <a:lumMod val="50000"/>
                  </a:schemeClr>
                </a:solidFill>
              </a:rPr>
              <a:t>More technically it’s a measure of how many standard deviations below or above the population mean a raw score is.</a:t>
            </a:r>
          </a:p>
          <a:p>
            <a:r>
              <a:rPr lang="en-GB" b="1" dirty="0">
                <a:solidFill>
                  <a:schemeClr val="accent6">
                    <a:lumMod val="50000"/>
                  </a:schemeClr>
                </a:solidFill>
              </a:rPr>
              <a:t>Why is this important?</a:t>
            </a:r>
          </a:p>
          <a:p>
            <a:pPr marL="320040" lvl="1" indent="0">
              <a:buNone/>
            </a:pPr>
            <a:r>
              <a:rPr lang="en-GB" sz="2900" dirty="0">
                <a:solidFill>
                  <a:schemeClr val="accent2">
                    <a:lumMod val="75000"/>
                  </a:schemeClr>
                </a:solidFill>
              </a:rPr>
              <a:t>Because it shows how individual points of a data set relate to the central tendency, </a:t>
            </a:r>
            <a:r>
              <a:rPr lang="en-GB" sz="2900" b="1" dirty="0">
                <a:solidFill>
                  <a:schemeClr val="accent2">
                    <a:lumMod val="75000"/>
                  </a:schemeClr>
                </a:solidFill>
              </a:rPr>
              <a:t>how usual or unusual a data point is!!! </a:t>
            </a:r>
          </a:p>
          <a:p>
            <a:pPr marL="320040" lvl="1" indent="0">
              <a:buNone/>
            </a:pPr>
            <a:r>
              <a:rPr lang="en-GB" sz="2900" dirty="0">
                <a:solidFill>
                  <a:schemeClr val="accent6">
                    <a:lumMod val="50000"/>
                  </a:schemeClr>
                </a:solidFill>
              </a:rPr>
              <a:t>This is very important when we start making inferences about the data.</a:t>
            </a:r>
          </a:p>
        </p:txBody>
      </p:sp>
      <p:sp>
        <p:nvSpPr>
          <p:cNvPr id="6" name="Footer Placeholder 5">
            <a:extLst>
              <a:ext uri="{FF2B5EF4-FFF2-40B4-BE49-F238E27FC236}">
                <a16:creationId xmlns:a16="http://schemas.microsoft.com/office/drawing/2014/main" id="{4D843BCB-B3D9-8F76-2D83-471A6A076AE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AA3B9657-96E3-448D-8423-29F3D97A802C}"/>
              </a:ext>
            </a:extLst>
          </p:cNvPr>
          <p:cNvSpPr>
            <a:spLocks noGrp="1"/>
          </p:cNvSpPr>
          <p:nvPr>
            <p:ph type="sldNum" sz="quarter" idx="4"/>
          </p:nvPr>
        </p:nvSpPr>
        <p:spPr/>
        <p:txBody>
          <a:bodyPr/>
          <a:lstStyle/>
          <a:p>
            <a:fld id="{9FD7ECCF-50E7-4327-B945-FA93FF7B2BEF}" type="slidenum">
              <a:rPr lang="en-US" smtClean="0"/>
              <a:pPr/>
              <a:t>60</a:t>
            </a:fld>
            <a:r>
              <a:rPr lang="en-GB"/>
              <a:t>/80</a:t>
            </a:r>
            <a:endParaRPr lang="en-US" dirty="0"/>
          </a:p>
        </p:txBody>
      </p:sp>
    </p:spTree>
    <p:extLst>
      <p:ext uri="{BB962C8B-B14F-4D97-AF65-F5344CB8AC3E}">
        <p14:creationId xmlns:p14="http://schemas.microsoft.com/office/powerpoint/2010/main" val="18113543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B6CF8-9206-1AFD-AA9A-4CE64F2001DA}"/>
              </a:ext>
            </a:extLst>
          </p:cNvPr>
          <p:cNvSpPr>
            <a:spLocks noGrp="1"/>
          </p:cNvSpPr>
          <p:nvPr>
            <p:ph type="title"/>
          </p:nvPr>
        </p:nvSpPr>
        <p:spPr/>
        <p:txBody>
          <a:bodyPr/>
          <a:lstStyle/>
          <a:p>
            <a:r>
              <a:rPr lang="en-GB" dirty="0"/>
              <a:t>Quartiles</a:t>
            </a:r>
          </a:p>
        </p:txBody>
      </p:sp>
      <p:sp>
        <p:nvSpPr>
          <p:cNvPr id="3" name="Content Placeholder 2">
            <a:extLst>
              <a:ext uri="{FF2B5EF4-FFF2-40B4-BE49-F238E27FC236}">
                <a16:creationId xmlns:a16="http://schemas.microsoft.com/office/drawing/2014/main" id="{1CDCD0D6-D8D7-3CAE-49CE-30172CBA3760}"/>
              </a:ext>
            </a:extLst>
          </p:cNvPr>
          <p:cNvSpPr>
            <a:spLocks noGrp="1"/>
          </p:cNvSpPr>
          <p:nvPr>
            <p:ph sz="quarter" idx="1"/>
          </p:nvPr>
        </p:nvSpPr>
        <p:spPr>
          <a:xfrm>
            <a:off x="612648" y="1600200"/>
            <a:ext cx="8153400" cy="2990850"/>
          </a:xfrm>
        </p:spPr>
        <p:txBody>
          <a:bodyPr>
            <a:normAutofit fontScale="70000" lnSpcReduction="20000"/>
          </a:bodyPr>
          <a:lstStyle/>
          <a:p>
            <a:r>
              <a:rPr lang="en-GB" dirty="0">
                <a:solidFill>
                  <a:schemeClr val="accent6">
                    <a:lumMod val="50000"/>
                  </a:schemeClr>
                </a:solidFill>
              </a:rPr>
              <a:t>Quartiles are a set of descriptive statistics. They summarize the </a:t>
            </a:r>
            <a:r>
              <a:rPr lang="en-GB" b="1" dirty="0">
                <a:solidFill>
                  <a:schemeClr val="accent6">
                    <a:lumMod val="50000"/>
                  </a:schemeClr>
                </a:solidFill>
              </a:rPr>
              <a:t>central tendency</a:t>
            </a:r>
            <a:r>
              <a:rPr lang="en-GB" dirty="0">
                <a:solidFill>
                  <a:schemeClr val="accent6">
                    <a:lumMod val="50000"/>
                  </a:schemeClr>
                </a:solidFill>
              </a:rPr>
              <a:t> and </a:t>
            </a:r>
            <a:r>
              <a:rPr lang="en-GB" b="1" dirty="0">
                <a:solidFill>
                  <a:schemeClr val="accent6">
                    <a:lumMod val="50000"/>
                  </a:schemeClr>
                </a:solidFill>
              </a:rPr>
              <a:t>variability</a:t>
            </a:r>
            <a:r>
              <a:rPr lang="en-GB" dirty="0">
                <a:solidFill>
                  <a:schemeClr val="accent6">
                    <a:lumMod val="50000"/>
                  </a:schemeClr>
                </a:solidFill>
              </a:rPr>
              <a:t> of a dataset or distribution. </a:t>
            </a:r>
          </a:p>
          <a:p>
            <a:r>
              <a:rPr lang="en-GB" dirty="0">
                <a:solidFill>
                  <a:schemeClr val="accent6">
                    <a:lumMod val="50000"/>
                  </a:schemeClr>
                </a:solidFill>
              </a:rPr>
              <a:t>Quartiles divide the data into four parts, as equal as possible. For the calculation quartiles, the data must be sorted from the smallest to the largest value.</a:t>
            </a:r>
          </a:p>
          <a:p>
            <a:pPr lvl="1"/>
            <a:r>
              <a:rPr lang="en-GB" dirty="0">
                <a:solidFill>
                  <a:schemeClr val="accent6">
                    <a:lumMod val="50000"/>
                  </a:schemeClr>
                </a:solidFill>
              </a:rPr>
              <a:t>First quartile: Also known as Q1, or the lower quartile. This is the number halfway between the lowest number and the middle number.</a:t>
            </a:r>
          </a:p>
          <a:p>
            <a:pPr lvl="1"/>
            <a:r>
              <a:rPr lang="en-GB" dirty="0">
                <a:solidFill>
                  <a:schemeClr val="accent6">
                    <a:lumMod val="50000"/>
                  </a:schemeClr>
                </a:solidFill>
              </a:rPr>
              <a:t>Second quartile: Also known as Q2, or the median. This is the middle number halfway between the lowest number and the highest number.</a:t>
            </a:r>
          </a:p>
          <a:p>
            <a:pPr lvl="1"/>
            <a:r>
              <a:rPr lang="en-GB" dirty="0">
                <a:solidFill>
                  <a:schemeClr val="accent6">
                    <a:lumMod val="50000"/>
                  </a:schemeClr>
                </a:solidFill>
              </a:rPr>
              <a:t>Third quartile: Also known as Q3, or the upper quartile. This is the number halfway between the middle number and the highest number.</a:t>
            </a:r>
          </a:p>
        </p:txBody>
      </p:sp>
      <p:pic>
        <p:nvPicPr>
          <p:cNvPr id="7" name="Picture 6" descr="a graph that show Q1, Q2 and Q3">
            <a:extLst>
              <a:ext uri="{FF2B5EF4-FFF2-40B4-BE49-F238E27FC236}">
                <a16:creationId xmlns:a16="http://schemas.microsoft.com/office/drawing/2014/main" id="{DE56A7C9-F68C-D8D0-69B2-0E4C39FAED36}"/>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024743" y="4591050"/>
            <a:ext cx="5094514" cy="1670332"/>
          </a:xfrm>
          <a:prstGeom prst="rect">
            <a:avLst/>
          </a:prstGeom>
        </p:spPr>
      </p:pic>
      <p:sp>
        <p:nvSpPr>
          <p:cNvPr id="6" name="Footer Placeholder 5">
            <a:extLst>
              <a:ext uri="{FF2B5EF4-FFF2-40B4-BE49-F238E27FC236}">
                <a16:creationId xmlns:a16="http://schemas.microsoft.com/office/drawing/2014/main" id="{4C78FEA0-C35D-C284-DD30-79268C440E4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9386F429-838B-29BB-2023-F72D058429C8}"/>
              </a:ext>
            </a:extLst>
          </p:cNvPr>
          <p:cNvSpPr>
            <a:spLocks noGrp="1"/>
          </p:cNvSpPr>
          <p:nvPr>
            <p:ph type="sldNum" sz="quarter" idx="4"/>
          </p:nvPr>
        </p:nvSpPr>
        <p:spPr/>
        <p:txBody>
          <a:bodyPr/>
          <a:lstStyle/>
          <a:p>
            <a:fld id="{9FD7ECCF-50E7-4327-B945-FA93FF7B2BEF}" type="slidenum">
              <a:rPr lang="en-US" smtClean="0"/>
              <a:pPr/>
              <a:t>61</a:t>
            </a:fld>
            <a:r>
              <a:rPr lang="en-GB"/>
              <a:t>/80</a:t>
            </a:r>
            <a:endParaRPr lang="en-US" dirty="0"/>
          </a:p>
        </p:txBody>
      </p:sp>
    </p:spTree>
    <p:extLst>
      <p:ext uri="{BB962C8B-B14F-4D97-AF65-F5344CB8AC3E}">
        <p14:creationId xmlns:p14="http://schemas.microsoft.com/office/powerpoint/2010/main" val="9761597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63BD-7B59-0E93-376E-653883AB388C}"/>
              </a:ext>
            </a:extLst>
          </p:cNvPr>
          <p:cNvSpPr>
            <a:spLocks noGrp="1"/>
          </p:cNvSpPr>
          <p:nvPr>
            <p:ph type="title"/>
          </p:nvPr>
        </p:nvSpPr>
        <p:spPr/>
        <p:txBody>
          <a:bodyPr/>
          <a:lstStyle/>
          <a:p>
            <a:r>
              <a:rPr lang="en-GB" dirty="0"/>
              <a:t>Find quartiles</a:t>
            </a:r>
          </a:p>
        </p:txBody>
      </p:sp>
      <p:sp>
        <p:nvSpPr>
          <p:cNvPr id="3" name="Content Placeholder 2">
            <a:extLst>
              <a:ext uri="{FF2B5EF4-FFF2-40B4-BE49-F238E27FC236}">
                <a16:creationId xmlns:a16="http://schemas.microsoft.com/office/drawing/2014/main" id="{2270ADCB-39C1-CDE4-F43F-8A4C7039CDEF}"/>
              </a:ext>
            </a:extLst>
          </p:cNvPr>
          <p:cNvSpPr>
            <a:spLocks noGrp="1"/>
          </p:cNvSpPr>
          <p:nvPr>
            <p:ph sz="quarter" idx="1"/>
          </p:nvPr>
        </p:nvSpPr>
        <p:spPr>
          <a:xfrm>
            <a:off x="612648" y="1600200"/>
            <a:ext cx="8153400" cy="1324744"/>
          </a:xfrm>
        </p:spPr>
        <p:txBody>
          <a:bodyPr>
            <a:normAutofit fontScale="77500" lnSpcReduction="20000"/>
          </a:bodyPr>
          <a:lstStyle/>
          <a:p>
            <a:r>
              <a:rPr lang="en-GB" dirty="0">
                <a:solidFill>
                  <a:schemeClr val="accent6">
                    <a:lumMod val="50000"/>
                  </a:schemeClr>
                </a:solidFill>
              </a:rPr>
              <a:t>To find the quartiles of a dataset or sample, follow the step-by-step guide below.</a:t>
            </a:r>
          </a:p>
          <a:p>
            <a:pPr marL="834390" lvl="1" indent="-514350">
              <a:buFont typeface="+mj-lt"/>
              <a:buAutoNum type="arabicPeriod"/>
            </a:pPr>
            <a:r>
              <a:rPr lang="en-GB" dirty="0">
                <a:solidFill>
                  <a:schemeClr val="accent6">
                    <a:lumMod val="50000"/>
                  </a:schemeClr>
                </a:solidFill>
              </a:rPr>
              <a:t>Count the number of observations in the dataset (n).</a:t>
            </a:r>
          </a:p>
          <a:p>
            <a:pPr marL="834390" lvl="1" indent="-514350">
              <a:buFont typeface="+mj-lt"/>
              <a:buAutoNum type="arabicPeriod"/>
            </a:pPr>
            <a:r>
              <a:rPr lang="en-GB" dirty="0">
                <a:solidFill>
                  <a:schemeClr val="accent6">
                    <a:lumMod val="50000"/>
                  </a:schemeClr>
                </a:solidFill>
              </a:rPr>
              <a:t>Sort the observations from smallest to largest.</a:t>
            </a:r>
          </a:p>
          <a:p>
            <a:pPr marL="1108710" lvl="2" indent="-514350"/>
            <a:endParaRPr lang="en-GB" dirty="0">
              <a:solidFill>
                <a:schemeClr val="accent6">
                  <a:lumMod val="50000"/>
                </a:schemeClr>
              </a:solidFill>
            </a:endParaRPr>
          </a:p>
        </p:txBody>
      </p:sp>
      <p:sp>
        <p:nvSpPr>
          <p:cNvPr id="6" name="TextBox 5">
            <a:extLst>
              <a:ext uri="{FF2B5EF4-FFF2-40B4-BE49-F238E27FC236}">
                <a16:creationId xmlns:a16="http://schemas.microsoft.com/office/drawing/2014/main" id="{347631E9-F1A8-210F-20D6-550CE5035302}"/>
              </a:ext>
            </a:extLst>
          </p:cNvPr>
          <p:cNvSpPr txBox="1"/>
          <p:nvPr/>
        </p:nvSpPr>
        <p:spPr>
          <a:xfrm>
            <a:off x="821432" y="2954997"/>
            <a:ext cx="2483768" cy="3293209"/>
          </a:xfrm>
          <a:prstGeom prst="rect">
            <a:avLst/>
          </a:prstGeom>
          <a:solidFill>
            <a:schemeClr val="accent2">
              <a:lumMod val="20000"/>
              <a:lumOff val="80000"/>
            </a:schemeClr>
          </a:solidFill>
        </p:spPr>
        <p:txBody>
          <a:bodyPr wrap="square" rtlCol="0">
            <a:spAutoFit/>
          </a:bodyPr>
          <a:lstStyle/>
          <a:p>
            <a:pPr marL="266700" lvl="1" indent="-174625"/>
            <a:r>
              <a:rPr lang="en-GB" sz="1600" dirty="0">
                <a:solidFill>
                  <a:schemeClr val="accent6">
                    <a:lumMod val="50000"/>
                  </a:schemeClr>
                </a:solidFill>
                <a:latin typeface="+mn-lt"/>
              </a:rPr>
              <a:t>Find the </a:t>
            </a:r>
            <a:r>
              <a:rPr lang="en-GB" sz="1600" b="1" dirty="0">
                <a:solidFill>
                  <a:schemeClr val="accent6">
                    <a:lumMod val="50000"/>
                  </a:schemeClr>
                </a:solidFill>
                <a:latin typeface="+mn-lt"/>
              </a:rPr>
              <a:t>first quartile</a:t>
            </a:r>
            <a:r>
              <a:rPr lang="en-GB" sz="1600" dirty="0">
                <a:solidFill>
                  <a:schemeClr val="accent6">
                    <a:lumMod val="50000"/>
                  </a:schemeClr>
                </a:solidFill>
                <a:latin typeface="+mn-lt"/>
              </a:rPr>
              <a:t>:</a:t>
            </a:r>
          </a:p>
          <a:p>
            <a:pPr marL="266700" lvl="2" indent="-174625">
              <a:buFont typeface="+mj-lt"/>
              <a:buAutoNum type="arabicPeriod"/>
            </a:pPr>
            <a:r>
              <a:rPr lang="en-GB" sz="1600" dirty="0">
                <a:solidFill>
                  <a:schemeClr val="accent6">
                    <a:lumMod val="50000"/>
                  </a:schemeClr>
                </a:solidFill>
                <a:latin typeface="+mn-lt"/>
              </a:rPr>
              <a:t>Calculate n * (1 / 4).</a:t>
            </a:r>
          </a:p>
          <a:p>
            <a:pPr marL="266700" lvl="2" indent="-174625">
              <a:buFont typeface="+mj-lt"/>
              <a:buAutoNum type="arabicPeriod"/>
            </a:pPr>
            <a:r>
              <a:rPr lang="en-GB" sz="1600" dirty="0">
                <a:solidFill>
                  <a:schemeClr val="accent6">
                    <a:lumMod val="50000"/>
                  </a:schemeClr>
                </a:solidFill>
                <a:latin typeface="+mn-lt"/>
              </a:rPr>
              <a:t>If n * (1 / 4) is an integer, then the first quartile is the mean of the numbers at positions n * (1 / 4) and n * (1 / 4) + 1.</a:t>
            </a:r>
          </a:p>
          <a:p>
            <a:pPr marL="266700" lvl="2" indent="-174625">
              <a:buFont typeface="+mj-lt"/>
              <a:buAutoNum type="arabicPeriod"/>
            </a:pPr>
            <a:r>
              <a:rPr lang="en-GB" sz="1600" dirty="0">
                <a:solidFill>
                  <a:schemeClr val="accent6">
                    <a:lumMod val="50000"/>
                  </a:schemeClr>
                </a:solidFill>
                <a:latin typeface="+mn-lt"/>
              </a:rPr>
              <a:t>If n * (1 / 4) is </a:t>
            </a:r>
            <a:r>
              <a:rPr lang="en-GB" sz="1600" b="1" dirty="0">
                <a:solidFill>
                  <a:schemeClr val="accent6">
                    <a:lumMod val="50000"/>
                  </a:schemeClr>
                </a:solidFill>
                <a:latin typeface="+mn-lt"/>
              </a:rPr>
              <a:t>not</a:t>
            </a:r>
            <a:r>
              <a:rPr lang="en-GB" sz="1600" dirty="0">
                <a:solidFill>
                  <a:schemeClr val="accent6">
                    <a:lumMod val="50000"/>
                  </a:schemeClr>
                </a:solidFill>
                <a:latin typeface="+mn-lt"/>
              </a:rPr>
              <a:t> an integer, then round it up. The number at this position is the </a:t>
            </a:r>
            <a:r>
              <a:rPr lang="en-GB" sz="1600" b="1" dirty="0">
                <a:solidFill>
                  <a:schemeClr val="accent6">
                    <a:lumMod val="50000"/>
                  </a:schemeClr>
                </a:solidFill>
                <a:latin typeface="+mn-lt"/>
              </a:rPr>
              <a:t>first quartile</a:t>
            </a:r>
            <a:r>
              <a:rPr lang="en-GB" sz="1600" dirty="0">
                <a:solidFill>
                  <a:schemeClr val="accent6">
                    <a:lumMod val="50000"/>
                  </a:schemeClr>
                </a:solidFill>
                <a:latin typeface="+mn-lt"/>
              </a:rPr>
              <a:t>.</a:t>
            </a:r>
          </a:p>
        </p:txBody>
      </p:sp>
      <p:sp>
        <p:nvSpPr>
          <p:cNvPr id="7" name="TextBox 6">
            <a:extLst>
              <a:ext uri="{FF2B5EF4-FFF2-40B4-BE49-F238E27FC236}">
                <a16:creationId xmlns:a16="http://schemas.microsoft.com/office/drawing/2014/main" id="{49D8F7EC-2958-755B-DF21-8A6DB833012D}"/>
              </a:ext>
            </a:extLst>
          </p:cNvPr>
          <p:cNvSpPr txBox="1"/>
          <p:nvPr/>
        </p:nvSpPr>
        <p:spPr>
          <a:xfrm>
            <a:off x="3524808" y="2954997"/>
            <a:ext cx="2483768" cy="3293209"/>
          </a:xfrm>
          <a:prstGeom prst="rect">
            <a:avLst/>
          </a:prstGeom>
          <a:solidFill>
            <a:schemeClr val="accent3">
              <a:lumMod val="20000"/>
              <a:lumOff val="80000"/>
            </a:schemeClr>
          </a:solidFill>
        </p:spPr>
        <p:txBody>
          <a:bodyPr wrap="square" rtlCol="0">
            <a:spAutoFit/>
          </a:bodyPr>
          <a:lstStyle/>
          <a:p>
            <a:pPr marL="266700" lvl="1" indent="-174625"/>
            <a:r>
              <a:rPr lang="en-GB" sz="1600" dirty="0">
                <a:solidFill>
                  <a:schemeClr val="accent6">
                    <a:lumMod val="50000"/>
                  </a:schemeClr>
                </a:solidFill>
                <a:latin typeface="+mn-lt"/>
              </a:rPr>
              <a:t>Find the </a:t>
            </a:r>
            <a:r>
              <a:rPr lang="en-GB" sz="1600" b="1" dirty="0">
                <a:solidFill>
                  <a:schemeClr val="accent6">
                    <a:lumMod val="50000"/>
                  </a:schemeClr>
                </a:solidFill>
                <a:latin typeface="+mn-lt"/>
              </a:rPr>
              <a:t>second quartile</a:t>
            </a:r>
            <a:r>
              <a:rPr lang="en-GB" sz="1600" dirty="0">
                <a:solidFill>
                  <a:schemeClr val="accent6">
                    <a:lumMod val="50000"/>
                  </a:schemeClr>
                </a:solidFill>
                <a:latin typeface="+mn-lt"/>
              </a:rPr>
              <a:t>:</a:t>
            </a:r>
          </a:p>
          <a:p>
            <a:pPr marL="266700" lvl="2" indent="-174625">
              <a:buFont typeface="+mj-lt"/>
              <a:buAutoNum type="arabicPeriod"/>
            </a:pPr>
            <a:r>
              <a:rPr lang="en-GB" sz="1600" dirty="0">
                <a:solidFill>
                  <a:schemeClr val="accent6">
                    <a:lumMod val="50000"/>
                  </a:schemeClr>
                </a:solidFill>
                <a:latin typeface="+mn-lt"/>
              </a:rPr>
              <a:t>Calculate n * (2 / 4).</a:t>
            </a:r>
          </a:p>
          <a:p>
            <a:pPr marL="266700" lvl="2" indent="-174625">
              <a:buFont typeface="+mj-lt"/>
              <a:buAutoNum type="arabicPeriod"/>
            </a:pPr>
            <a:r>
              <a:rPr lang="en-GB" sz="1600" dirty="0">
                <a:solidFill>
                  <a:schemeClr val="accent6">
                    <a:lumMod val="50000"/>
                  </a:schemeClr>
                </a:solidFill>
                <a:latin typeface="+mn-lt"/>
              </a:rPr>
              <a:t>If n * (2 / 4) is an integer, then the first quartile is the mean of the numbers at positions n * (2 / 4) and n * (2 / 4) + 1.</a:t>
            </a:r>
          </a:p>
          <a:p>
            <a:pPr marL="266700" lvl="2" indent="-174625">
              <a:buFont typeface="+mj-lt"/>
              <a:buAutoNum type="arabicPeriod"/>
            </a:pPr>
            <a:r>
              <a:rPr lang="en-GB" sz="1600" dirty="0">
                <a:solidFill>
                  <a:schemeClr val="accent6">
                    <a:lumMod val="50000"/>
                  </a:schemeClr>
                </a:solidFill>
                <a:latin typeface="+mn-lt"/>
              </a:rPr>
              <a:t>If n * (2 / 4) is </a:t>
            </a:r>
            <a:r>
              <a:rPr lang="en-GB" sz="1600" b="1" dirty="0">
                <a:solidFill>
                  <a:schemeClr val="accent6">
                    <a:lumMod val="50000"/>
                  </a:schemeClr>
                </a:solidFill>
                <a:latin typeface="+mn-lt"/>
              </a:rPr>
              <a:t>not</a:t>
            </a:r>
            <a:r>
              <a:rPr lang="en-GB" sz="1600" dirty="0">
                <a:solidFill>
                  <a:schemeClr val="accent6">
                    <a:lumMod val="50000"/>
                  </a:schemeClr>
                </a:solidFill>
                <a:latin typeface="+mn-lt"/>
              </a:rPr>
              <a:t> an integer, then round it up. The number at this position is the </a:t>
            </a:r>
            <a:r>
              <a:rPr lang="en-GB" sz="1600" b="1" dirty="0">
                <a:solidFill>
                  <a:schemeClr val="accent6">
                    <a:lumMod val="50000"/>
                  </a:schemeClr>
                </a:solidFill>
                <a:latin typeface="+mn-lt"/>
              </a:rPr>
              <a:t>second quartile</a:t>
            </a:r>
            <a:r>
              <a:rPr lang="en-GB" sz="1600" dirty="0">
                <a:solidFill>
                  <a:schemeClr val="accent6">
                    <a:lumMod val="50000"/>
                  </a:schemeClr>
                </a:solidFill>
                <a:latin typeface="+mn-lt"/>
              </a:rPr>
              <a:t>.</a:t>
            </a:r>
          </a:p>
        </p:txBody>
      </p:sp>
      <p:sp>
        <p:nvSpPr>
          <p:cNvPr id="8" name="TextBox 7">
            <a:extLst>
              <a:ext uri="{FF2B5EF4-FFF2-40B4-BE49-F238E27FC236}">
                <a16:creationId xmlns:a16="http://schemas.microsoft.com/office/drawing/2014/main" id="{51C82760-A870-7CD3-AAD7-F5E8A63D1EBD}"/>
              </a:ext>
            </a:extLst>
          </p:cNvPr>
          <p:cNvSpPr txBox="1"/>
          <p:nvPr/>
        </p:nvSpPr>
        <p:spPr>
          <a:xfrm>
            <a:off x="6228184" y="2954997"/>
            <a:ext cx="2483768" cy="3293209"/>
          </a:xfrm>
          <a:prstGeom prst="rect">
            <a:avLst/>
          </a:prstGeom>
          <a:solidFill>
            <a:schemeClr val="accent1">
              <a:lumMod val="20000"/>
              <a:lumOff val="80000"/>
            </a:schemeClr>
          </a:solidFill>
        </p:spPr>
        <p:txBody>
          <a:bodyPr wrap="square" rtlCol="0">
            <a:spAutoFit/>
          </a:bodyPr>
          <a:lstStyle/>
          <a:p>
            <a:pPr marL="266700" lvl="1" indent="-174625"/>
            <a:r>
              <a:rPr lang="en-GB" sz="1600" dirty="0">
                <a:solidFill>
                  <a:schemeClr val="accent6">
                    <a:lumMod val="50000"/>
                  </a:schemeClr>
                </a:solidFill>
                <a:latin typeface="+mn-lt"/>
              </a:rPr>
              <a:t>Find the </a:t>
            </a:r>
            <a:r>
              <a:rPr lang="en-GB" sz="1600" b="1" dirty="0">
                <a:solidFill>
                  <a:schemeClr val="accent6">
                    <a:lumMod val="50000"/>
                  </a:schemeClr>
                </a:solidFill>
                <a:latin typeface="+mn-lt"/>
              </a:rPr>
              <a:t>third quartile</a:t>
            </a:r>
            <a:r>
              <a:rPr lang="en-GB" sz="1600" dirty="0">
                <a:solidFill>
                  <a:schemeClr val="accent6">
                    <a:lumMod val="50000"/>
                  </a:schemeClr>
                </a:solidFill>
                <a:latin typeface="+mn-lt"/>
              </a:rPr>
              <a:t>:</a:t>
            </a:r>
          </a:p>
          <a:p>
            <a:pPr marL="266700" lvl="2" indent="-174625">
              <a:buFont typeface="+mj-lt"/>
              <a:buAutoNum type="arabicPeriod"/>
            </a:pPr>
            <a:r>
              <a:rPr lang="en-GB" sz="1600" dirty="0">
                <a:solidFill>
                  <a:schemeClr val="accent6">
                    <a:lumMod val="50000"/>
                  </a:schemeClr>
                </a:solidFill>
                <a:latin typeface="+mn-lt"/>
              </a:rPr>
              <a:t>Calculate n * (3 / 4).</a:t>
            </a:r>
          </a:p>
          <a:p>
            <a:pPr marL="266700" lvl="2" indent="-174625">
              <a:buFont typeface="+mj-lt"/>
              <a:buAutoNum type="arabicPeriod"/>
            </a:pPr>
            <a:r>
              <a:rPr lang="en-GB" sz="1600" dirty="0">
                <a:solidFill>
                  <a:schemeClr val="accent6">
                    <a:lumMod val="50000"/>
                  </a:schemeClr>
                </a:solidFill>
                <a:latin typeface="+mn-lt"/>
              </a:rPr>
              <a:t>If n * (3 / 4) is an integer, then the first quartile is the mean of the numbers at positions n * (3 / 4) and n * (3 / 4) + 1.</a:t>
            </a:r>
          </a:p>
          <a:p>
            <a:pPr marL="266700" lvl="2" indent="-174625">
              <a:buFont typeface="+mj-lt"/>
              <a:buAutoNum type="arabicPeriod"/>
            </a:pPr>
            <a:r>
              <a:rPr lang="en-GB" sz="1600" dirty="0">
                <a:solidFill>
                  <a:schemeClr val="accent6">
                    <a:lumMod val="50000"/>
                  </a:schemeClr>
                </a:solidFill>
                <a:latin typeface="+mn-lt"/>
              </a:rPr>
              <a:t>If n * (3 / 4) is </a:t>
            </a:r>
            <a:r>
              <a:rPr lang="en-GB" sz="1600" b="1" dirty="0">
                <a:solidFill>
                  <a:schemeClr val="accent6">
                    <a:lumMod val="50000"/>
                  </a:schemeClr>
                </a:solidFill>
                <a:latin typeface="+mn-lt"/>
              </a:rPr>
              <a:t>not</a:t>
            </a:r>
            <a:r>
              <a:rPr lang="en-GB" sz="1600" dirty="0">
                <a:solidFill>
                  <a:schemeClr val="accent6">
                    <a:lumMod val="50000"/>
                  </a:schemeClr>
                </a:solidFill>
                <a:latin typeface="+mn-lt"/>
              </a:rPr>
              <a:t> an integer, then round it up. The number at this position is the </a:t>
            </a:r>
            <a:r>
              <a:rPr lang="en-GB" sz="1600" b="1" dirty="0">
                <a:solidFill>
                  <a:schemeClr val="accent6">
                    <a:lumMod val="50000"/>
                  </a:schemeClr>
                </a:solidFill>
                <a:latin typeface="+mn-lt"/>
              </a:rPr>
              <a:t>third quartile</a:t>
            </a:r>
            <a:r>
              <a:rPr lang="en-GB" sz="1600" dirty="0">
                <a:solidFill>
                  <a:schemeClr val="accent6">
                    <a:lumMod val="50000"/>
                  </a:schemeClr>
                </a:solidFill>
                <a:latin typeface="+mn-lt"/>
              </a:rPr>
              <a:t>.</a:t>
            </a:r>
          </a:p>
        </p:txBody>
      </p:sp>
      <p:sp>
        <p:nvSpPr>
          <p:cNvPr id="9" name="Footer Placeholder 8">
            <a:extLst>
              <a:ext uri="{FF2B5EF4-FFF2-40B4-BE49-F238E27FC236}">
                <a16:creationId xmlns:a16="http://schemas.microsoft.com/office/drawing/2014/main" id="{2636E7CC-AE0A-884D-6B69-BAECFB9B26C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91330999-EEA9-C6AD-05A4-455C1579676C}"/>
              </a:ext>
            </a:extLst>
          </p:cNvPr>
          <p:cNvSpPr>
            <a:spLocks noGrp="1"/>
          </p:cNvSpPr>
          <p:nvPr>
            <p:ph type="sldNum" sz="quarter" idx="4"/>
          </p:nvPr>
        </p:nvSpPr>
        <p:spPr/>
        <p:txBody>
          <a:bodyPr/>
          <a:lstStyle/>
          <a:p>
            <a:fld id="{9FD7ECCF-50E7-4327-B945-FA93FF7B2BEF}" type="slidenum">
              <a:rPr lang="en-US" smtClean="0"/>
              <a:pPr/>
              <a:t>62</a:t>
            </a:fld>
            <a:r>
              <a:rPr lang="en-GB"/>
              <a:t>/80</a:t>
            </a:r>
            <a:endParaRPr lang="en-US" dirty="0"/>
          </a:p>
        </p:txBody>
      </p:sp>
    </p:spTree>
    <p:extLst>
      <p:ext uri="{BB962C8B-B14F-4D97-AF65-F5344CB8AC3E}">
        <p14:creationId xmlns:p14="http://schemas.microsoft.com/office/powerpoint/2010/main" val="8037657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20A2-914F-543B-0FDE-3989903D70EF}"/>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6E9E9E24-B84E-02B0-5010-A2BCE80AD857}"/>
              </a:ext>
            </a:extLst>
          </p:cNvPr>
          <p:cNvSpPr>
            <a:spLocks noGrp="1"/>
          </p:cNvSpPr>
          <p:nvPr>
            <p:ph sz="quarter" idx="1"/>
          </p:nvPr>
        </p:nvSpPr>
        <p:spPr>
          <a:xfrm>
            <a:off x="612648" y="1600200"/>
            <a:ext cx="8153400" cy="2764904"/>
          </a:xfrm>
        </p:spPr>
        <p:txBody>
          <a:bodyPr>
            <a:normAutofit fontScale="77500" lnSpcReduction="20000"/>
          </a:bodyPr>
          <a:lstStyle/>
          <a:p>
            <a:r>
              <a:rPr lang="en-GB" b="0" i="0" dirty="0">
                <a:solidFill>
                  <a:schemeClr val="accent6">
                    <a:lumMod val="50000"/>
                  </a:schemeClr>
                </a:solidFill>
                <a:effectLst/>
                <a:latin typeface="Inter"/>
              </a:rPr>
              <a:t>Imagine you conducted a small study to find the number of errors users do while interacting with a UI. You want to report the quartiles of the errors.</a:t>
            </a: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r>
              <a:rPr lang="en-GB" dirty="0">
                <a:solidFill>
                  <a:schemeClr val="accent6">
                    <a:lumMod val="50000"/>
                  </a:schemeClr>
                </a:solidFill>
              </a:rPr>
              <a:t>Step 1: Count the number of observations in the dataset </a:t>
            </a:r>
          </a:p>
          <a:p>
            <a:pPr marL="320040" lvl="1" indent="0">
              <a:buNone/>
            </a:pPr>
            <a:r>
              <a:rPr lang="en-GB" sz="3100" b="0" i="1" dirty="0">
                <a:solidFill>
                  <a:schemeClr val="accent6">
                    <a:lumMod val="50000"/>
                  </a:schemeClr>
                </a:solidFill>
                <a:effectLst/>
                <a:latin typeface="Inter"/>
              </a:rPr>
              <a:t>n </a:t>
            </a:r>
            <a:r>
              <a:rPr lang="en-GB" sz="3100" b="0" i="0" dirty="0">
                <a:solidFill>
                  <a:schemeClr val="accent6">
                    <a:lumMod val="50000"/>
                  </a:schemeClr>
                </a:solidFill>
                <a:effectLst/>
                <a:latin typeface="Inter"/>
              </a:rPr>
              <a:t>= 2 + 3 + 4 + 1 + 2 + 2 = 14</a:t>
            </a:r>
          </a:p>
          <a:p>
            <a:endParaRPr lang="en-GB" dirty="0">
              <a:solidFill>
                <a:schemeClr val="accent6">
                  <a:lumMod val="50000"/>
                </a:schemeClr>
              </a:solidFill>
            </a:endParaRPr>
          </a:p>
        </p:txBody>
      </p:sp>
      <p:graphicFrame>
        <p:nvGraphicFramePr>
          <p:cNvPr id="6" name="Table 6">
            <a:extLst>
              <a:ext uri="{FF2B5EF4-FFF2-40B4-BE49-F238E27FC236}">
                <a16:creationId xmlns:a16="http://schemas.microsoft.com/office/drawing/2014/main" id="{1FF5654A-1886-C888-99C4-2576C8BCB8FF}"/>
              </a:ext>
            </a:extLst>
          </p:cNvPr>
          <p:cNvGraphicFramePr>
            <a:graphicFrameLocks noGrp="1"/>
          </p:cNvGraphicFramePr>
          <p:nvPr/>
        </p:nvGraphicFramePr>
        <p:xfrm>
          <a:off x="2195736" y="2661241"/>
          <a:ext cx="4752527" cy="731520"/>
        </p:xfrm>
        <a:graphic>
          <a:graphicData uri="http://schemas.openxmlformats.org/drawingml/2006/table">
            <a:tbl>
              <a:tblPr firstRow="1" bandRow="1">
                <a:tableStyleId>{2D5ABB26-0587-4C30-8999-92F81FD0307C}</a:tableStyleId>
              </a:tblPr>
              <a:tblGrid>
                <a:gridCol w="1648835">
                  <a:extLst>
                    <a:ext uri="{9D8B030D-6E8A-4147-A177-3AD203B41FA5}">
                      <a16:colId xmlns:a16="http://schemas.microsoft.com/office/drawing/2014/main" val="1380681427"/>
                    </a:ext>
                  </a:extLst>
                </a:gridCol>
                <a:gridCol w="623747">
                  <a:extLst>
                    <a:ext uri="{9D8B030D-6E8A-4147-A177-3AD203B41FA5}">
                      <a16:colId xmlns:a16="http://schemas.microsoft.com/office/drawing/2014/main" val="3453350697"/>
                    </a:ext>
                  </a:extLst>
                </a:gridCol>
                <a:gridCol w="479989">
                  <a:extLst>
                    <a:ext uri="{9D8B030D-6E8A-4147-A177-3AD203B41FA5}">
                      <a16:colId xmlns:a16="http://schemas.microsoft.com/office/drawing/2014/main" val="4280745744"/>
                    </a:ext>
                  </a:extLst>
                </a:gridCol>
                <a:gridCol w="479989">
                  <a:extLst>
                    <a:ext uri="{9D8B030D-6E8A-4147-A177-3AD203B41FA5}">
                      <a16:colId xmlns:a16="http://schemas.microsoft.com/office/drawing/2014/main" val="3512792376"/>
                    </a:ext>
                  </a:extLst>
                </a:gridCol>
                <a:gridCol w="479989">
                  <a:extLst>
                    <a:ext uri="{9D8B030D-6E8A-4147-A177-3AD203B41FA5}">
                      <a16:colId xmlns:a16="http://schemas.microsoft.com/office/drawing/2014/main" val="1701829702"/>
                    </a:ext>
                  </a:extLst>
                </a:gridCol>
                <a:gridCol w="479989">
                  <a:extLst>
                    <a:ext uri="{9D8B030D-6E8A-4147-A177-3AD203B41FA5}">
                      <a16:colId xmlns:a16="http://schemas.microsoft.com/office/drawing/2014/main" val="1330701600"/>
                    </a:ext>
                  </a:extLst>
                </a:gridCol>
                <a:gridCol w="559989">
                  <a:extLst>
                    <a:ext uri="{9D8B030D-6E8A-4147-A177-3AD203B41FA5}">
                      <a16:colId xmlns:a16="http://schemas.microsoft.com/office/drawing/2014/main" val="1921702637"/>
                    </a:ext>
                  </a:extLst>
                </a:gridCol>
              </a:tblGrid>
              <a:tr h="341310">
                <a:tc>
                  <a:txBody>
                    <a:bodyPr/>
                    <a:lstStyle/>
                    <a:p>
                      <a:pPr algn="l" fontAlgn="t"/>
                      <a:r>
                        <a:rPr lang="en-GB" dirty="0">
                          <a:effectLst/>
                        </a:rPr>
                        <a:t>Errors</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dirty="0">
                          <a:effectLst/>
                        </a:rPr>
                        <a:t>5</a:t>
                      </a:r>
                    </a:p>
                  </a:txBody>
                  <a:tcPr>
                    <a:solidFill>
                      <a:schemeClr val="bg2"/>
                    </a:solidFill>
                  </a:tcPr>
                </a:tc>
                <a:tc>
                  <a:txBody>
                    <a:bodyPr/>
                    <a:lstStyle/>
                    <a:p>
                      <a:pPr fontAlgn="t"/>
                      <a:r>
                        <a:rPr lang="en-GB">
                          <a:effectLst/>
                        </a:rPr>
                        <a:t>6</a:t>
                      </a:r>
                    </a:p>
                  </a:txBody>
                  <a:tcPr>
                    <a:solidFill>
                      <a:schemeClr val="bg2"/>
                    </a:solidFill>
                  </a:tcPr>
                </a:tc>
                <a:extLst>
                  <a:ext uri="{0D108BD9-81ED-4DB2-BD59-A6C34878D82A}">
                    <a16:rowId xmlns:a16="http://schemas.microsoft.com/office/drawing/2014/main" val="1708353643"/>
                  </a:ext>
                </a:extLst>
              </a:tr>
              <a:tr h="341310">
                <a:tc>
                  <a:txBody>
                    <a:bodyPr/>
                    <a:lstStyle/>
                    <a:p>
                      <a:pPr algn="l" fontAlgn="t"/>
                      <a:r>
                        <a:rPr lang="en-GB">
                          <a:effectLst/>
                        </a:rPr>
                        <a:t>Frequency</a:t>
                      </a:r>
                    </a:p>
                  </a:txBody>
                  <a:tcPr>
                    <a:solidFill>
                      <a:schemeClr val="bg2"/>
                    </a:solidFill>
                  </a:tcPr>
                </a:tc>
                <a:tc>
                  <a:txBody>
                    <a:bodyPr/>
                    <a:lstStyle/>
                    <a:p>
                      <a:pPr fontAlgn="t"/>
                      <a:r>
                        <a:rPr lang="en-GB">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dirty="0">
                          <a:effectLst/>
                        </a:rPr>
                        <a:t>2</a:t>
                      </a:r>
                    </a:p>
                  </a:txBody>
                  <a:tcPr>
                    <a:solidFill>
                      <a:schemeClr val="bg2"/>
                    </a:solidFill>
                  </a:tcPr>
                </a:tc>
                <a:extLst>
                  <a:ext uri="{0D108BD9-81ED-4DB2-BD59-A6C34878D82A}">
                    <a16:rowId xmlns:a16="http://schemas.microsoft.com/office/drawing/2014/main" val="872694809"/>
                  </a:ext>
                </a:extLst>
              </a:tr>
            </a:tbl>
          </a:graphicData>
        </a:graphic>
      </p:graphicFrame>
      <p:sp>
        <p:nvSpPr>
          <p:cNvPr id="7" name="Footer Placeholder 6">
            <a:extLst>
              <a:ext uri="{FF2B5EF4-FFF2-40B4-BE49-F238E27FC236}">
                <a16:creationId xmlns:a16="http://schemas.microsoft.com/office/drawing/2014/main" id="{75C14606-0E07-CB40-51B4-874F922AEBB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DD118AF2-1472-511E-DE45-D4F37CC1D09D}"/>
              </a:ext>
            </a:extLst>
          </p:cNvPr>
          <p:cNvSpPr>
            <a:spLocks noGrp="1"/>
          </p:cNvSpPr>
          <p:nvPr>
            <p:ph type="sldNum" sz="quarter" idx="4"/>
          </p:nvPr>
        </p:nvSpPr>
        <p:spPr/>
        <p:txBody>
          <a:bodyPr/>
          <a:lstStyle/>
          <a:p>
            <a:fld id="{9FD7ECCF-50E7-4327-B945-FA93FF7B2BEF}" type="slidenum">
              <a:rPr lang="en-US" smtClean="0"/>
              <a:pPr/>
              <a:t>63</a:t>
            </a:fld>
            <a:r>
              <a:rPr lang="en-GB"/>
              <a:t>/80</a:t>
            </a:r>
            <a:endParaRPr lang="en-US" dirty="0"/>
          </a:p>
        </p:txBody>
      </p:sp>
    </p:spTree>
    <p:extLst>
      <p:ext uri="{BB962C8B-B14F-4D97-AF65-F5344CB8AC3E}">
        <p14:creationId xmlns:p14="http://schemas.microsoft.com/office/powerpoint/2010/main" val="2744195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20A2-914F-543B-0FDE-3989903D70EF}"/>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6E9E9E24-B84E-02B0-5010-A2BCE80AD857}"/>
              </a:ext>
            </a:extLst>
          </p:cNvPr>
          <p:cNvSpPr>
            <a:spLocks noGrp="1"/>
          </p:cNvSpPr>
          <p:nvPr>
            <p:ph sz="quarter" idx="1"/>
          </p:nvPr>
        </p:nvSpPr>
        <p:spPr>
          <a:xfrm>
            <a:off x="612648" y="1600200"/>
            <a:ext cx="8153400" cy="2764904"/>
          </a:xfrm>
        </p:spPr>
        <p:txBody>
          <a:bodyPr>
            <a:normAutofit fontScale="77500" lnSpcReduction="20000"/>
          </a:bodyPr>
          <a:lstStyle/>
          <a:p>
            <a:r>
              <a:rPr lang="en-GB" b="0" i="0" dirty="0">
                <a:solidFill>
                  <a:schemeClr val="accent6">
                    <a:lumMod val="50000"/>
                  </a:schemeClr>
                </a:solidFill>
                <a:effectLst/>
                <a:latin typeface="Inter"/>
              </a:rPr>
              <a:t>Imagine you conducted a small study to find the number of errors users do while interacting with a UI. You want to report the quartiles of the errors.</a:t>
            </a: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r>
              <a:rPr lang="en-GB" dirty="0">
                <a:solidFill>
                  <a:schemeClr val="accent6">
                    <a:lumMod val="50000"/>
                  </a:schemeClr>
                </a:solidFill>
              </a:rPr>
              <a:t>Step 2: Sort the observations in increasing order</a:t>
            </a:r>
          </a:p>
          <a:p>
            <a:pPr marL="320040" lvl="1" indent="0">
              <a:buNone/>
            </a:pPr>
            <a:r>
              <a:rPr lang="en-GB" sz="3100" dirty="0">
                <a:solidFill>
                  <a:schemeClr val="accent6">
                    <a:lumMod val="50000"/>
                  </a:schemeClr>
                </a:solidFill>
              </a:rPr>
              <a:t>1, 1, 2, 2, 2, 3, 3, 3, 3, 4, 5, 5, 6, 6</a:t>
            </a:r>
          </a:p>
        </p:txBody>
      </p:sp>
      <p:graphicFrame>
        <p:nvGraphicFramePr>
          <p:cNvPr id="6" name="Table 6">
            <a:extLst>
              <a:ext uri="{FF2B5EF4-FFF2-40B4-BE49-F238E27FC236}">
                <a16:creationId xmlns:a16="http://schemas.microsoft.com/office/drawing/2014/main" id="{1FF5654A-1886-C888-99C4-2576C8BCB8FF}"/>
              </a:ext>
            </a:extLst>
          </p:cNvPr>
          <p:cNvGraphicFramePr>
            <a:graphicFrameLocks noGrp="1"/>
          </p:cNvGraphicFramePr>
          <p:nvPr/>
        </p:nvGraphicFramePr>
        <p:xfrm>
          <a:off x="2195736" y="2661241"/>
          <a:ext cx="4752527" cy="731520"/>
        </p:xfrm>
        <a:graphic>
          <a:graphicData uri="http://schemas.openxmlformats.org/drawingml/2006/table">
            <a:tbl>
              <a:tblPr firstRow="1" bandRow="1">
                <a:tableStyleId>{2D5ABB26-0587-4C30-8999-92F81FD0307C}</a:tableStyleId>
              </a:tblPr>
              <a:tblGrid>
                <a:gridCol w="1648835">
                  <a:extLst>
                    <a:ext uri="{9D8B030D-6E8A-4147-A177-3AD203B41FA5}">
                      <a16:colId xmlns:a16="http://schemas.microsoft.com/office/drawing/2014/main" val="1380681427"/>
                    </a:ext>
                  </a:extLst>
                </a:gridCol>
                <a:gridCol w="623747">
                  <a:extLst>
                    <a:ext uri="{9D8B030D-6E8A-4147-A177-3AD203B41FA5}">
                      <a16:colId xmlns:a16="http://schemas.microsoft.com/office/drawing/2014/main" val="3453350697"/>
                    </a:ext>
                  </a:extLst>
                </a:gridCol>
                <a:gridCol w="479989">
                  <a:extLst>
                    <a:ext uri="{9D8B030D-6E8A-4147-A177-3AD203B41FA5}">
                      <a16:colId xmlns:a16="http://schemas.microsoft.com/office/drawing/2014/main" val="4280745744"/>
                    </a:ext>
                  </a:extLst>
                </a:gridCol>
                <a:gridCol w="479989">
                  <a:extLst>
                    <a:ext uri="{9D8B030D-6E8A-4147-A177-3AD203B41FA5}">
                      <a16:colId xmlns:a16="http://schemas.microsoft.com/office/drawing/2014/main" val="3512792376"/>
                    </a:ext>
                  </a:extLst>
                </a:gridCol>
                <a:gridCol w="479989">
                  <a:extLst>
                    <a:ext uri="{9D8B030D-6E8A-4147-A177-3AD203B41FA5}">
                      <a16:colId xmlns:a16="http://schemas.microsoft.com/office/drawing/2014/main" val="1701829702"/>
                    </a:ext>
                  </a:extLst>
                </a:gridCol>
                <a:gridCol w="479989">
                  <a:extLst>
                    <a:ext uri="{9D8B030D-6E8A-4147-A177-3AD203B41FA5}">
                      <a16:colId xmlns:a16="http://schemas.microsoft.com/office/drawing/2014/main" val="1330701600"/>
                    </a:ext>
                  </a:extLst>
                </a:gridCol>
                <a:gridCol w="559989">
                  <a:extLst>
                    <a:ext uri="{9D8B030D-6E8A-4147-A177-3AD203B41FA5}">
                      <a16:colId xmlns:a16="http://schemas.microsoft.com/office/drawing/2014/main" val="1921702637"/>
                    </a:ext>
                  </a:extLst>
                </a:gridCol>
              </a:tblGrid>
              <a:tr h="341310">
                <a:tc>
                  <a:txBody>
                    <a:bodyPr/>
                    <a:lstStyle/>
                    <a:p>
                      <a:pPr algn="l" fontAlgn="t"/>
                      <a:r>
                        <a:rPr lang="en-GB" dirty="0">
                          <a:effectLst/>
                        </a:rPr>
                        <a:t>Errors</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dirty="0">
                          <a:effectLst/>
                        </a:rPr>
                        <a:t>5</a:t>
                      </a:r>
                    </a:p>
                  </a:txBody>
                  <a:tcPr>
                    <a:solidFill>
                      <a:schemeClr val="bg2"/>
                    </a:solidFill>
                  </a:tcPr>
                </a:tc>
                <a:tc>
                  <a:txBody>
                    <a:bodyPr/>
                    <a:lstStyle/>
                    <a:p>
                      <a:pPr fontAlgn="t"/>
                      <a:r>
                        <a:rPr lang="en-GB">
                          <a:effectLst/>
                        </a:rPr>
                        <a:t>6</a:t>
                      </a:r>
                    </a:p>
                  </a:txBody>
                  <a:tcPr>
                    <a:solidFill>
                      <a:schemeClr val="bg2"/>
                    </a:solidFill>
                  </a:tcPr>
                </a:tc>
                <a:extLst>
                  <a:ext uri="{0D108BD9-81ED-4DB2-BD59-A6C34878D82A}">
                    <a16:rowId xmlns:a16="http://schemas.microsoft.com/office/drawing/2014/main" val="1708353643"/>
                  </a:ext>
                </a:extLst>
              </a:tr>
              <a:tr h="341310">
                <a:tc>
                  <a:txBody>
                    <a:bodyPr/>
                    <a:lstStyle/>
                    <a:p>
                      <a:pPr algn="l" fontAlgn="t"/>
                      <a:r>
                        <a:rPr lang="en-GB">
                          <a:effectLst/>
                        </a:rPr>
                        <a:t>Frequency</a:t>
                      </a:r>
                    </a:p>
                  </a:txBody>
                  <a:tcPr>
                    <a:solidFill>
                      <a:schemeClr val="bg2"/>
                    </a:solidFill>
                  </a:tcPr>
                </a:tc>
                <a:tc>
                  <a:txBody>
                    <a:bodyPr/>
                    <a:lstStyle/>
                    <a:p>
                      <a:pPr fontAlgn="t"/>
                      <a:r>
                        <a:rPr lang="en-GB">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dirty="0">
                          <a:effectLst/>
                        </a:rPr>
                        <a:t>2</a:t>
                      </a:r>
                    </a:p>
                  </a:txBody>
                  <a:tcPr>
                    <a:solidFill>
                      <a:schemeClr val="bg2"/>
                    </a:solidFill>
                  </a:tcPr>
                </a:tc>
                <a:extLst>
                  <a:ext uri="{0D108BD9-81ED-4DB2-BD59-A6C34878D82A}">
                    <a16:rowId xmlns:a16="http://schemas.microsoft.com/office/drawing/2014/main" val="872694809"/>
                  </a:ext>
                </a:extLst>
              </a:tr>
            </a:tbl>
          </a:graphicData>
        </a:graphic>
      </p:graphicFrame>
      <p:sp>
        <p:nvSpPr>
          <p:cNvPr id="7" name="Footer Placeholder 6">
            <a:extLst>
              <a:ext uri="{FF2B5EF4-FFF2-40B4-BE49-F238E27FC236}">
                <a16:creationId xmlns:a16="http://schemas.microsoft.com/office/drawing/2014/main" id="{962BA76A-2EDB-F113-3E31-139A759FCA2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EEC8B7D8-06E3-8999-2FA9-CDFB7368CC12}"/>
              </a:ext>
            </a:extLst>
          </p:cNvPr>
          <p:cNvSpPr>
            <a:spLocks noGrp="1"/>
          </p:cNvSpPr>
          <p:nvPr>
            <p:ph type="sldNum" sz="quarter" idx="4"/>
          </p:nvPr>
        </p:nvSpPr>
        <p:spPr/>
        <p:txBody>
          <a:bodyPr/>
          <a:lstStyle/>
          <a:p>
            <a:fld id="{9FD7ECCF-50E7-4327-B945-FA93FF7B2BEF}" type="slidenum">
              <a:rPr lang="en-US" smtClean="0"/>
              <a:pPr/>
              <a:t>64</a:t>
            </a:fld>
            <a:r>
              <a:rPr lang="en-GB"/>
              <a:t>/80</a:t>
            </a:r>
            <a:endParaRPr lang="en-US" dirty="0"/>
          </a:p>
        </p:txBody>
      </p:sp>
    </p:spTree>
    <p:extLst>
      <p:ext uri="{BB962C8B-B14F-4D97-AF65-F5344CB8AC3E}">
        <p14:creationId xmlns:p14="http://schemas.microsoft.com/office/powerpoint/2010/main" val="21419592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20A2-914F-543B-0FDE-3989903D70EF}"/>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6E9E9E24-B84E-02B0-5010-A2BCE80AD857}"/>
              </a:ext>
            </a:extLst>
          </p:cNvPr>
          <p:cNvSpPr>
            <a:spLocks noGrp="1"/>
          </p:cNvSpPr>
          <p:nvPr>
            <p:ph sz="quarter" idx="1"/>
          </p:nvPr>
        </p:nvSpPr>
        <p:spPr>
          <a:xfrm>
            <a:off x="612648" y="1600200"/>
            <a:ext cx="8153400" cy="4421088"/>
          </a:xfrm>
        </p:spPr>
        <p:txBody>
          <a:bodyPr>
            <a:normAutofit fontScale="85000" lnSpcReduction="20000"/>
          </a:bodyPr>
          <a:lstStyle/>
          <a:p>
            <a:r>
              <a:rPr lang="en-GB" b="0" i="0" dirty="0">
                <a:solidFill>
                  <a:schemeClr val="accent6">
                    <a:lumMod val="50000"/>
                  </a:schemeClr>
                </a:solidFill>
                <a:effectLst/>
                <a:latin typeface="Inter"/>
              </a:rPr>
              <a:t>Imagine you conducted a small study to find the number of errors users do while interacting with a UI. You want to report the quartiles of the errors.</a:t>
            </a: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r>
              <a:rPr lang="en-GB" sz="2800" dirty="0">
                <a:solidFill>
                  <a:schemeClr val="accent6">
                    <a:lumMod val="50000"/>
                  </a:schemeClr>
                </a:solidFill>
              </a:rPr>
              <a:t>Step 3: Find the first quartile</a:t>
            </a:r>
          </a:p>
          <a:p>
            <a:pPr marL="320040" lvl="1" indent="0">
              <a:buNone/>
            </a:pPr>
            <a:r>
              <a:rPr lang="en-GB" sz="2800" dirty="0">
                <a:solidFill>
                  <a:schemeClr val="accent6">
                    <a:lumMod val="50000"/>
                  </a:schemeClr>
                </a:solidFill>
              </a:rPr>
              <a:t>n * (1 / 4) = 14 * (1 / 4) = 3.5</a:t>
            </a:r>
          </a:p>
          <a:p>
            <a:pPr marL="320040" lvl="1" indent="0">
              <a:buNone/>
            </a:pPr>
            <a:r>
              <a:rPr lang="en-GB" sz="2800" dirty="0">
                <a:solidFill>
                  <a:schemeClr val="accent6">
                    <a:lumMod val="50000"/>
                  </a:schemeClr>
                </a:solidFill>
              </a:rPr>
              <a:t>3.5 is not an integer, so Q1 is the number at position 4.</a:t>
            </a:r>
          </a:p>
          <a:p>
            <a:pPr marL="320040" lvl="1" indent="0">
              <a:buNone/>
            </a:pPr>
            <a:r>
              <a:rPr lang="en-GB" sz="2800" dirty="0">
                <a:solidFill>
                  <a:schemeClr val="accent6">
                    <a:lumMod val="50000"/>
                  </a:schemeClr>
                </a:solidFill>
              </a:rPr>
              <a:t>1, 1, 2, 2, 2, 3, 3, 3, 3, 4, 5, 5, 6, 6</a:t>
            </a:r>
          </a:p>
          <a:p>
            <a:pPr marL="320040" lvl="1" indent="0">
              <a:buNone/>
            </a:pPr>
            <a:endParaRPr lang="en-GB" sz="2800" dirty="0">
              <a:solidFill>
                <a:schemeClr val="accent6">
                  <a:lumMod val="50000"/>
                </a:schemeClr>
              </a:solidFill>
            </a:endParaRPr>
          </a:p>
          <a:p>
            <a:pPr marL="320040" lvl="1" indent="0">
              <a:buNone/>
            </a:pPr>
            <a:r>
              <a:rPr lang="en-GB" sz="2800" b="1" dirty="0">
                <a:solidFill>
                  <a:schemeClr val="accent2">
                    <a:lumMod val="75000"/>
                  </a:schemeClr>
                </a:solidFill>
              </a:rPr>
              <a:t>Q1 = 2 errors</a:t>
            </a:r>
          </a:p>
        </p:txBody>
      </p:sp>
      <p:graphicFrame>
        <p:nvGraphicFramePr>
          <p:cNvPr id="6" name="Table 6">
            <a:extLst>
              <a:ext uri="{FF2B5EF4-FFF2-40B4-BE49-F238E27FC236}">
                <a16:creationId xmlns:a16="http://schemas.microsoft.com/office/drawing/2014/main" id="{1FF5654A-1886-C888-99C4-2576C8BCB8FF}"/>
              </a:ext>
            </a:extLst>
          </p:cNvPr>
          <p:cNvGraphicFramePr>
            <a:graphicFrameLocks noGrp="1"/>
          </p:cNvGraphicFramePr>
          <p:nvPr/>
        </p:nvGraphicFramePr>
        <p:xfrm>
          <a:off x="2195736" y="2661241"/>
          <a:ext cx="4752527" cy="731520"/>
        </p:xfrm>
        <a:graphic>
          <a:graphicData uri="http://schemas.openxmlformats.org/drawingml/2006/table">
            <a:tbl>
              <a:tblPr firstRow="1" bandRow="1">
                <a:tableStyleId>{2D5ABB26-0587-4C30-8999-92F81FD0307C}</a:tableStyleId>
              </a:tblPr>
              <a:tblGrid>
                <a:gridCol w="1648835">
                  <a:extLst>
                    <a:ext uri="{9D8B030D-6E8A-4147-A177-3AD203B41FA5}">
                      <a16:colId xmlns:a16="http://schemas.microsoft.com/office/drawing/2014/main" val="1380681427"/>
                    </a:ext>
                  </a:extLst>
                </a:gridCol>
                <a:gridCol w="623747">
                  <a:extLst>
                    <a:ext uri="{9D8B030D-6E8A-4147-A177-3AD203B41FA5}">
                      <a16:colId xmlns:a16="http://schemas.microsoft.com/office/drawing/2014/main" val="3453350697"/>
                    </a:ext>
                  </a:extLst>
                </a:gridCol>
                <a:gridCol w="479989">
                  <a:extLst>
                    <a:ext uri="{9D8B030D-6E8A-4147-A177-3AD203B41FA5}">
                      <a16:colId xmlns:a16="http://schemas.microsoft.com/office/drawing/2014/main" val="4280745744"/>
                    </a:ext>
                  </a:extLst>
                </a:gridCol>
                <a:gridCol w="479989">
                  <a:extLst>
                    <a:ext uri="{9D8B030D-6E8A-4147-A177-3AD203B41FA5}">
                      <a16:colId xmlns:a16="http://schemas.microsoft.com/office/drawing/2014/main" val="3512792376"/>
                    </a:ext>
                  </a:extLst>
                </a:gridCol>
                <a:gridCol w="479989">
                  <a:extLst>
                    <a:ext uri="{9D8B030D-6E8A-4147-A177-3AD203B41FA5}">
                      <a16:colId xmlns:a16="http://schemas.microsoft.com/office/drawing/2014/main" val="1701829702"/>
                    </a:ext>
                  </a:extLst>
                </a:gridCol>
                <a:gridCol w="479989">
                  <a:extLst>
                    <a:ext uri="{9D8B030D-6E8A-4147-A177-3AD203B41FA5}">
                      <a16:colId xmlns:a16="http://schemas.microsoft.com/office/drawing/2014/main" val="1330701600"/>
                    </a:ext>
                  </a:extLst>
                </a:gridCol>
                <a:gridCol w="559989">
                  <a:extLst>
                    <a:ext uri="{9D8B030D-6E8A-4147-A177-3AD203B41FA5}">
                      <a16:colId xmlns:a16="http://schemas.microsoft.com/office/drawing/2014/main" val="1921702637"/>
                    </a:ext>
                  </a:extLst>
                </a:gridCol>
              </a:tblGrid>
              <a:tr h="341310">
                <a:tc>
                  <a:txBody>
                    <a:bodyPr/>
                    <a:lstStyle/>
                    <a:p>
                      <a:pPr algn="l" fontAlgn="t"/>
                      <a:r>
                        <a:rPr lang="en-GB" dirty="0">
                          <a:effectLst/>
                        </a:rPr>
                        <a:t>Errors</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dirty="0">
                          <a:effectLst/>
                        </a:rPr>
                        <a:t>5</a:t>
                      </a:r>
                    </a:p>
                  </a:txBody>
                  <a:tcPr>
                    <a:solidFill>
                      <a:schemeClr val="bg2"/>
                    </a:solidFill>
                  </a:tcPr>
                </a:tc>
                <a:tc>
                  <a:txBody>
                    <a:bodyPr/>
                    <a:lstStyle/>
                    <a:p>
                      <a:pPr fontAlgn="t"/>
                      <a:r>
                        <a:rPr lang="en-GB">
                          <a:effectLst/>
                        </a:rPr>
                        <a:t>6</a:t>
                      </a:r>
                    </a:p>
                  </a:txBody>
                  <a:tcPr>
                    <a:solidFill>
                      <a:schemeClr val="bg2"/>
                    </a:solidFill>
                  </a:tcPr>
                </a:tc>
                <a:extLst>
                  <a:ext uri="{0D108BD9-81ED-4DB2-BD59-A6C34878D82A}">
                    <a16:rowId xmlns:a16="http://schemas.microsoft.com/office/drawing/2014/main" val="1708353643"/>
                  </a:ext>
                </a:extLst>
              </a:tr>
              <a:tr h="341310">
                <a:tc>
                  <a:txBody>
                    <a:bodyPr/>
                    <a:lstStyle/>
                    <a:p>
                      <a:pPr algn="l" fontAlgn="t"/>
                      <a:r>
                        <a:rPr lang="en-GB">
                          <a:effectLst/>
                        </a:rPr>
                        <a:t>Frequency</a:t>
                      </a:r>
                    </a:p>
                  </a:txBody>
                  <a:tcPr>
                    <a:solidFill>
                      <a:schemeClr val="bg2"/>
                    </a:solidFill>
                  </a:tcPr>
                </a:tc>
                <a:tc>
                  <a:txBody>
                    <a:bodyPr/>
                    <a:lstStyle/>
                    <a:p>
                      <a:pPr fontAlgn="t"/>
                      <a:r>
                        <a:rPr lang="en-GB">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dirty="0">
                          <a:effectLst/>
                        </a:rPr>
                        <a:t>2</a:t>
                      </a:r>
                    </a:p>
                  </a:txBody>
                  <a:tcPr>
                    <a:solidFill>
                      <a:schemeClr val="bg2"/>
                    </a:solidFill>
                  </a:tcPr>
                </a:tc>
                <a:extLst>
                  <a:ext uri="{0D108BD9-81ED-4DB2-BD59-A6C34878D82A}">
                    <a16:rowId xmlns:a16="http://schemas.microsoft.com/office/drawing/2014/main" val="872694809"/>
                  </a:ext>
                </a:extLst>
              </a:tr>
            </a:tbl>
          </a:graphicData>
        </a:graphic>
      </p:graphicFrame>
      <p:sp>
        <p:nvSpPr>
          <p:cNvPr id="7" name="Rectangle 6">
            <a:extLst>
              <a:ext uri="{FF2B5EF4-FFF2-40B4-BE49-F238E27FC236}">
                <a16:creationId xmlns:a16="http://schemas.microsoft.com/office/drawing/2014/main" id="{1A596E55-9E3C-DB35-80D4-7BB2791E6972}"/>
              </a:ext>
            </a:extLst>
          </p:cNvPr>
          <p:cNvSpPr/>
          <p:nvPr/>
        </p:nvSpPr>
        <p:spPr>
          <a:xfrm>
            <a:off x="1907704" y="4869160"/>
            <a:ext cx="288032" cy="38864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ooter Placeholder 7">
            <a:extLst>
              <a:ext uri="{FF2B5EF4-FFF2-40B4-BE49-F238E27FC236}">
                <a16:creationId xmlns:a16="http://schemas.microsoft.com/office/drawing/2014/main" id="{FA348FB3-B547-8C92-E5D5-37354421991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8BBD367-3A8A-F286-D83A-101F9574D783}"/>
              </a:ext>
            </a:extLst>
          </p:cNvPr>
          <p:cNvSpPr>
            <a:spLocks noGrp="1"/>
          </p:cNvSpPr>
          <p:nvPr>
            <p:ph type="sldNum" sz="quarter" idx="4"/>
          </p:nvPr>
        </p:nvSpPr>
        <p:spPr/>
        <p:txBody>
          <a:bodyPr/>
          <a:lstStyle/>
          <a:p>
            <a:fld id="{9FD7ECCF-50E7-4327-B945-FA93FF7B2BEF}" type="slidenum">
              <a:rPr lang="en-US" smtClean="0"/>
              <a:pPr/>
              <a:t>65</a:t>
            </a:fld>
            <a:r>
              <a:rPr lang="en-GB"/>
              <a:t>/80</a:t>
            </a:r>
            <a:endParaRPr lang="en-US" dirty="0"/>
          </a:p>
        </p:txBody>
      </p:sp>
    </p:spTree>
    <p:extLst>
      <p:ext uri="{BB962C8B-B14F-4D97-AF65-F5344CB8AC3E}">
        <p14:creationId xmlns:p14="http://schemas.microsoft.com/office/powerpoint/2010/main" val="20944390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20A2-914F-543B-0FDE-3989903D70EF}"/>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6E9E9E24-B84E-02B0-5010-A2BCE80AD857}"/>
              </a:ext>
            </a:extLst>
          </p:cNvPr>
          <p:cNvSpPr>
            <a:spLocks noGrp="1"/>
          </p:cNvSpPr>
          <p:nvPr>
            <p:ph sz="quarter" idx="1"/>
          </p:nvPr>
        </p:nvSpPr>
        <p:spPr>
          <a:xfrm>
            <a:off x="612648" y="1600199"/>
            <a:ext cx="8153400" cy="5013131"/>
          </a:xfrm>
        </p:spPr>
        <p:txBody>
          <a:bodyPr>
            <a:normAutofit fontScale="77500" lnSpcReduction="20000"/>
          </a:bodyPr>
          <a:lstStyle/>
          <a:p>
            <a:r>
              <a:rPr lang="en-GB" b="0" i="0" dirty="0">
                <a:solidFill>
                  <a:schemeClr val="accent6">
                    <a:lumMod val="50000"/>
                  </a:schemeClr>
                </a:solidFill>
                <a:effectLst/>
                <a:latin typeface="Inter"/>
              </a:rPr>
              <a:t>Imagine you conducted a small study to find the number of errors users do while interacting with a UI. You want to report the quartiles of the errors.</a:t>
            </a: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r>
              <a:rPr lang="en-GB" sz="2800" dirty="0">
                <a:solidFill>
                  <a:schemeClr val="accent6">
                    <a:lumMod val="50000"/>
                  </a:schemeClr>
                </a:solidFill>
              </a:rPr>
              <a:t>Step 4: Find the second quartile</a:t>
            </a:r>
          </a:p>
          <a:p>
            <a:pPr marL="320040" lvl="1" indent="0">
              <a:buNone/>
            </a:pPr>
            <a:r>
              <a:rPr lang="en-GB" sz="2800" dirty="0">
                <a:solidFill>
                  <a:schemeClr val="accent6">
                    <a:lumMod val="50000"/>
                  </a:schemeClr>
                </a:solidFill>
              </a:rPr>
              <a:t>n * (2 / 4) = 14 * (2 / 4) = 7</a:t>
            </a:r>
          </a:p>
          <a:p>
            <a:pPr marL="320040" lvl="1" indent="0">
              <a:buNone/>
            </a:pPr>
            <a:r>
              <a:rPr lang="en-GB" sz="2800" dirty="0">
                <a:solidFill>
                  <a:schemeClr val="accent6">
                    <a:lumMod val="50000"/>
                  </a:schemeClr>
                </a:solidFill>
              </a:rPr>
              <a:t>7 is an integer, so Q2 is the mean of the numbers at positions 7 and 8.</a:t>
            </a:r>
          </a:p>
          <a:p>
            <a:pPr marL="320040" lvl="1" indent="0">
              <a:buNone/>
            </a:pPr>
            <a:r>
              <a:rPr lang="en-GB" sz="2800" dirty="0">
                <a:solidFill>
                  <a:schemeClr val="accent6">
                    <a:lumMod val="50000"/>
                  </a:schemeClr>
                </a:solidFill>
              </a:rPr>
              <a:t>1, 1, 2, 2, 2, 3, 3, 3, 3, 4, 5, 5, 6, 6</a:t>
            </a:r>
          </a:p>
          <a:p>
            <a:pPr marL="320040" lvl="1" indent="0">
              <a:buNone/>
            </a:pPr>
            <a:endParaRPr lang="en-GB" sz="2800" dirty="0">
              <a:solidFill>
                <a:schemeClr val="accent6">
                  <a:lumMod val="50000"/>
                </a:schemeClr>
              </a:solidFill>
            </a:endParaRPr>
          </a:p>
          <a:p>
            <a:pPr marL="320040" lvl="1" indent="0">
              <a:buNone/>
            </a:pPr>
            <a:r>
              <a:rPr lang="en-GB" sz="2800" dirty="0">
                <a:solidFill>
                  <a:schemeClr val="accent6">
                    <a:lumMod val="50000"/>
                  </a:schemeClr>
                </a:solidFill>
              </a:rPr>
              <a:t>Q2 = (3 + 3) / 2</a:t>
            </a:r>
          </a:p>
          <a:p>
            <a:pPr marL="320040" lvl="1" indent="0">
              <a:buNone/>
            </a:pPr>
            <a:r>
              <a:rPr lang="en-GB" sz="3100" b="1" dirty="0">
                <a:solidFill>
                  <a:schemeClr val="accent2">
                    <a:lumMod val="75000"/>
                  </a:schemeClr>
                </a:solidFill>
              </a:rPr>
              <a:t>Q2 = 3 errors</a:t>
            </a:r>
          </a:p>
        </p:txBody>
      </p:sp>
      <p:graphicFrame>
        <p:nvGraphicFramePr>
          <p:cNvPr id="6" name="Table 6">
            <a:extLst>
              <a:ext uri="{FF2B5EF4-FFF2-40B4-BE49-F238E27FC236}">
                <a16:creationId xmlns:a16="http://schemas.microsoft.com/office/drawing/2014/main" id="{1FF5654A-1886-C888-99C4-2576C8BCB8FF}"/>
              </a:ext>
            </a:extLst>
          </p:cNvPr>
          <p:cNvGraphicFramePr>
            <a:graphicFrameLocks noGrp="1"/>
          </p:cNvGraphicFramePr>
          <p:nvPr/>
        </p:nvGraphicFramePr>
        <p:xfrm>
          <a:off x="2195736" y="2661241"/>
          <a:ext cx="4752527" cy="731520"/>
        </p:xfrm>
        <a:graphic>
          <a:graphicData uri="http://schemas.openxmlformats.org/drawingml/2006/table">
            <a:tbl>
              <a:tblPr firstRow="1" bandRow="1">
                <a:tableStyleId>{2D5ABB26-0587-4C30-8999-92F81FD0307C}</a:tableStyleId>
              </a:tblPr>
              <a:tblGrid>
                <a:gridCol w="1648835">
                  <a:extLst>
                    <a:ext uri="{9D8B030D-6E8A-4147-A177-3AD203B41FA5}">
                      <a16:colId xmlns:a16="http://schemas.microsoft.com/office/drawing/2014/main" val="1380681427"/>
                    </a:ext>
                  </a:extLst>
                </a:gridCol>
                <a:gridCol w="623747">
                  <a:extLst>
                    <a:ext uri="{9D8B030D-6E8A-4147-A177-3AD203B41FA5}">
                      <a16:colId xmlns:a16="http://schemas.microsoft.com/office/drawing/2014/main" val="3453350697"/>
                    </a:ext>
                  </a:extLst>
                </a:gridCol>
                <a:gridCol w="479989">
                  <a:extLst>
                    <a:ext uri="{9D8B030D-6E8A-4147-A177-3AD203B41FA5}">
                      <a16:colId xmlns:a16="http://schemas.microsoft.com/office/drawing/2014/main" val="4280745744"/>
                    </a:ext>
                  </a:extLst>
                </a:gridCol>
                <a:gridCol w="479989">
                  <a:extLst>
                    <a:ext uri="{9D8B030D-6E8A-4147-A177-3AD203B41FA5}">
                      <a16:colId xmlns:a16="http://schemas.microsoft.com/office/drawing/2014/main" val="3512792376"/>
                    </a:ext>
                  </a:extLst>
                </a:gridCol>
                <a:gridCol w="479989">
                  <a:extLst>
                    <a:ext uri="{9D8B030D-6E8A-4147-A177-3AD203B41FA5}">
                      <a16:colId xmlns:a16="http://schemas.microsoft.com/office/drawing/2014/main" val="1701829702"/>
                    </a:ext>
                  </a:extLst>
                </a:gridCol>
                <a:gridCol w="479989">
                  <a:extLst>
                    <a:ext uri="{9D8B030D-6E8A-4147-A177-3AD203B41FA5}">
                      <a16:colId xmlns:a16="http://schemas.microsoft.com/office/drawing/2014/main" val="1330701600"/>
                    </a:ext>
                  </a:extLst>
                </a:gridCol>
                <a:gridCol w="559989">
                  <a:extLst>
                    <a:ext uri="{9D8B030D-6E8A-4147-A177-3AD203B41FA5}">
                      <a16:colId xmlns:a16="http://schemas.microsoft.com/office/drawing/2014/main" val="1921702637"/>
                    </a:ext>
                  </a:extLst>
                </a:gridCol>
              </a:tblGrid>
              <a:tr h="341310">
                <a:tc>
                  <a:txBody>
                    <a:bodyPr/>
                    <a:lstStyle/>
                    <a:p>
                      <a:pPr algn="l" fontAlgn="t"/>
                      <a:r>
                        <a:rPr lang="en-GB" dirty="0">
                          <a:effectLst/>
                        </a:rPr>
                        <a:t>Errors</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dirty="0">
                          <a:effectLst/>
                        </a:rPr>
                        <a:t>5</a:t>
                      </a:r>
                    </a:p>
                  </a:txBody>
                  <a:tcPr>
                    <a:solidFill>
                      <a:schemeClr val="bg2"/>
                    </a:solidFill>
                  </a:tcPr>
                </a:tc>
                <a:tc>
                  <a:txBody>
                    <a:bodyPr/>
                    <a:lstStyle/>
                    <a:p>
                      <a:pPr fontAlgn="t"/>
                      <a:r>
                        <a:rPr lang="en-GB">
                          <a:effectLst/>
                        </a:rPr>
                        <a:t>6</a:t>
                      </a:r>
                    </a:p>
                  </a:txBody>
                  <a:tcPr>
                    <a:solidFill>
                      <a:schemeClr val="bg2"/>
                    </a:solidFill>
                  </a:tcPr>
                </a:tc>
                <a:extLst>
                  <a:ext uri="{0D108BD9-81ED-4DB2-BD59-A6C34878D82A}">
                    <a16:rowId xmlns:a16="http://schemas.microsoft.com/office/drawing/2014/main" val="1708353643"/>
                  </a:ext>
                </a:extLst>
              </a:tr>
              <a:tr h="341310">
                <a:tc>
                  <a:txBody>
                    <a:bodyPr/>
                    <a:lstStyle/>
                    <a:p>
                      <a:pPr algn="l" fontAlgn="t"/>
                      <a:r>
                        <a:rPr lang="en-GB">
                          <a:effectLst/>
                        </a:rPr>
                        <a:t>Frequency</a:t>
                      </a:r>
                    </a:p>
                  </a:txBody>
                  <a:tcPr>
                    <a:solidFill>
                      <a:schemeClr val="bg2"/>
                    </a:solidFill>
                  </a:tcPr>
                </a:tc>
                <a:tc>
                  <a:txBody>
                    <a:bodyPr/>
                    <a:lstStyle/>
                    <a:p>
                      <a:pPr fontAlgn="t"/>
                      <a:r>
                        <a:rPr lang="en-GB">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dirty="0">
                          <a:effectLst/>
                        </a:rPr>
                        <a:t>2</a:t>
                      </a:r>
                    </a:p>
                  </a:txBody>
                  <a:tcPr>
                    <a:solidFill>
                      <a:schemeClr val="bg2"/>
                    </a:solidFill>
                  </a:tcPr>
                </a:tc>
                <a:extLst>
                  <a:ext uri="{0D108BD9-81ED-4DB2-BD59-A6C34878D82A}">
                    <a16:rowId xmlns:a16="http://schemas.microsoft.com/office/drawing/2014/main" val="872694809"/>
                  </a:ext>
                </a:extLst>
              </a:tr>
            </a:tbl>
          </a:graphicData>
        </a:graphic>
      </p:graphicFrame>
      <p:sp>
        <p:nvSpPr>
          <p:cNvPr id="7" name="Rectangle 6">
            <a:extLst>
              <a:ext uri="{FF2B5EF4-FFF2-40B4-BE49-F238E27FC236}">
                <a16:creationId xmlns:a16="http://schemas.microsoft.com/office/drawing/2014/main" id="{EF144296-FACE-7CC3-9BE1-8E3124998334}"/>
              </a:ext>
            </a:extLst>
          </p:cNvPr>
          <p:cNvSpPr/>
          <p:nvPr/>
        </p:nvSpPr>
        <p:spPr>
          <a:xfrm>
            <a:off x="2744077" y="4833872"/>
            <a:ext cx="576064" cy="38864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ooter Placeholder 7">
            <a:extLst>
              <a:ext uri="{FF2B5EF4-FFF2-40B4-BE49-F238E27FC236}">
                <a16:creationId xmlns:a16="http://schemas.microsoft.com/office/drawing/2014/main" id="{E70C34CB-3D46-D230-A9A2-99161A487D7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CD4C44DC-633C-002C-D10A-BD7BAEC39934}"/>
              </a:ext>
            </a:extLst>
          </p:cNvPr>
          <p:cNvSpPr>
            <a:spLocks noGrp="1"/>
          </p:cNvSpPr>
          <p:nvPr>
            <p:ph type="sldNum" sz="quarter" idx="4"/>
          </p:nvPr>
        </p:nvSpPr>
        <p:spPr/>
        <p:txBody>
          <a:bodyPr/>
          <a:lstStyle/>
          <a:p>
            <a:fld id="{9FD7ECCF-50E7-4327-B945-FA93FF7B2BEF}" type="slidenum">
              <a:rPr lang="en-US" smtClean="0"/>
              <a:pPr/>
              <a:t>66</a:t>
            </a:fld>
            <a:r>
              <a:rPr lang="en-GB"/>
              <a:t>/80</a:t>
            </a:r>
            <a:endParaRPr lang="en-US" dirty="0"/>
          </a:p>
        </p:txBody>
      </p:sp>
    </p:spTree>
    <p:extLst>
      <p:ext uri="{BB962C8B-B14F-4D97-AF65-F5344CB8AC3E}">
        <p14:creationId xmlns:p14="http://schemas.microsoft.com/office/powerpoint/2010/main" val="29510641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20A2-914F-543B-0FDE-3989903D70EF}"/>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6E9E9E24-B84E-02B0-5010-A2BCE80AD857}"/>
              </a:ext>
            </a:extLst>
          </p:cNvPr>
          <p:cNvSpPr>
            <a:spLocks noGrp="1"/>
          </p:cNvSpPr>
          <p:nvPr>
            <p:ph sz="quarter" idx="1"/>
          </p:nvPr>
        </p:nvSpPr>
        <p:spPr>
          <a:xfrm>
            <a:off x="612648" y="1600200"/>
            <a:ext cx="8153400" cy="4648006"/>
          </a:xfrm>
        </p:spPr>
        <p:txBody>
          <a:bodyPr>
            <a:normAutofit fontScale="85000" lnSpcReduction="20000"/>
          </a:bodyPr>
          <a:lstStyle/>
          <a:p>
            <a:r>
              <a:rPr lang="en-GB" b="0" i="0" dirty="0">
                <a:solidFill>
                  <a:schemeClr val="accent6">
                    <a:lumMod val="50000"/>
                  </a:schemeClr>
                </a:solidFill>
                <a:effectLst/>
                <a:latin typeface="Inter"/>
              </a:rPr>
              <a:t>Imagine you conducted a small study to find the number of errors users do while interacting with a UI. You want to report the quartiles of the errors.</a:t>
            </a: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endParaRPr lang="en-GB" dirty="0">
              <a:solidFill>
                <a:schemeClr val="accent6">
                  <a:lumMod val="50000"/>
                </a:schemeClr>
              </a:solidFill>
              <a:latin typeface="Inter"/>
            </a:endParaRPr>
          </a:p>
          <a:p>
            <a:r>
              <a:rPr lang="en-GB" sz="2800" dirty="0">
                <a:solidFill>
                  <a:schemeClr val="accent6">
                    <a:lumMod val="50000"/>
                  </a:schemeClr>
                </a:solidFill>
              </a:rPr>
              <a:t>Step 5: Find the third quartile</a:t>
            </a:r>
          </a:p>
          <a:p>
            <a:pPr marL="320040" lvl="1" indent="0">
              <a:buNone/>
            </a:pPr>
            <a:r>
              <a:rPr lang="en-GB" dirty="0">
                <a:solidFill>
                  <a:schemeClr val="accent6">
                    <a:lumMod val="50000"/>
                  </a:schemeClr>
                </a:solidFill>
              </a:rPr>
              <a:t>n * (3 / 4) = 14 * (3 / 4) = 10.5</a:t>
            </a:r>
          </a:p>
          <a:p>
            <a:pPr marL="320040" lvl="1" indent="0">
              <a:buNone/>
            </a:pPr>
            <a:r>
              <a:rPr lang="en-GB" dirty="0">
                <a:solidFill>
                  <a:schemeClr val="accent6">
                    <a:lumMod val="50000"/>
                  </a:schemeClr>
                </a:solidFill>
              </a:rPr>
              <a:t>10.5 is not an integer, so Q3 is the number at position 11.</a:t>
            </a:r>
          </a:p>
          <a:p>
            <a:pPr marL="320040" lvl="1" indent="0">
              <a:buNone/>
            </a:pPr>
            <a:r>
              <a:rPr lang="en-GB" dirty="0">
                <a:solidFill>
                  <a:schemeClr val="accent6">
                    <a:lumMod val="50000"/>
                  </a:schemeClr>
                </a:solidFill>
              </a:rPr>
              <a:t>1, 1, 2, 2, 2, 3, 3, 3, 3, 4, 5, 5, 6, 6</a:t>
            </a:r>
          </a:p>
          <a:p>
            <a:pPr marL="320040" lvl="1" indent="0">
              <a:buNone/>
            </a:pPr>
            <a:endParaRPr lang="en-GB" dirty="0">
              <a:solidFill>
                <a:schemeClr val="accent6">
                  <a:lumMod val="50000"/>
                </a:schemeClr>
              </a:solidFill>
            </a:endParaRPr>
          </a:p>
          <a:p>
            <a:pPr marL="320040" lvl="1" indent="0">
              <a:buNone/>
            </a:pPr>
            <a:r>
              <a:rPr lang="en-GB" b="1" dirty="0">
                <a:solidFill>
                  <a:schemeClr val="accent2">
                    <a:lumMod val="75000"/>
                  </a:schemeClr>
                </a:solidFill>
              </a:rPr>
              <a:t>Q3 = 5 errors</a:t>
            </a:r>
          </a:p>
        </p:txBody>
      </p:sp>
      <p:graphicFrame>
        <p:nvGraphicFramePr>
          <p:cNvPr id="6" name="Table 6">
            <a:extLst>
              <a:ext uri="{FF2B5EF4-FFF2-40B4-BE49-F238E27FC236}">
                <a16:creationId xmlns:a16="http://schemas.microsoft.com/office/drawing/2014/main" id="{1FF5654A-1886-C888-99C4-2576C8BCB8FF}"/>
              </a:ext>
            </a:extLst>
          </p:cNvPr>
          <p:cNvGraphicFramePr>
            <a:graphicFrameLocks noGrp="1"/>
          </p:cNvGraphicFramePr>
          <p:nvPr/>
        </p:nvGraphicFramePr>
        <p:xfrm>
          <a:off x="2195736" y="2661241"/>
          <a:ext cx="4752527" cy="731520"/>
        </p:xfrm>
        <a:graphic>
          <a:graphicData uri="http://schemas.openxmlformats.org/drawingml/2006/table">
            <a:tbl>
              <a:tblPr firstRow="1" bandRow="1">
                <a:tableStyleId>{2D5ABB26-0587-4C30-8999-92F81FD0307C}</a:tableStyleId>
              </a:tblPr>
              <a:tblGrid>
                <a:gridCol w="1648835">
                  <a:extLst>
                    <a:ext uri="{9D8B030D-6E8A-4147-A177-3AD203B41FA5}">
                      <a16:colId xmlns:a16="http://schemas.microsoft.com/office/drawing/2014/main" val="1380681427"/>
                    </a:ext>
                  </a:extLst>
                </a:gridCol>
                <a:gridCol w="623747">
                  <a:extLst>
                    <a:ext uri="{9D8B030D-6E8A-4147-A177-3AD203B41FA5}">
                      <a16:colId xmlns:a16="http://schemas.microsoft.com/office/drawing/2014/main" val="3453350697"/>
                    </a:ext>
                  </a:extLst>
                </a:gridCol>
                <a:gridCol w="479989">
                  <a:extLst>
                    <a:ext uri="{9D8B030D-6E8A-4147-A177-3AD203B41FA5}">
                      <a16:colId xmlns:a16="http://schemas.microsoft.com/office/drawing/2014/main" val="4280745744"/>
                    </a:ext>
                  </a:extLst>
                </a:gridCol>
                <a:gridCol w="479989">
                  <a:extLst>
                    <a:ext uri="{9D8B030D-6E8A-4147-A177-3AD203B41FA5}">
                      <a16:colId xmlns:a16="http://schemas.microsoft.com/office/drawing/2014/main" val="3512792376"/>
                    </a:ext>
                  </a:extLst>
                </a:gridCol>
                <a:gridCol w="479989">
                  <a:extLst>
                    <a:ext uri="{9D8B030D-6E8A-4147-A177-3AD203B41FA5}">
                      <a16:colId xmlns:a16="http://schemas.microsoft.com/office/drawing/2014/main" val="1701829702"/>
                    </a:ext>
                  </a:extLst>
                </a:gridCol>
                <a:gridCol w="479989">
                  <a:extLst>
                    <a:ext uri="{9D8B030D-6E8A-4147-A177-3AD203B41FA5}">
                      <a16:colId xmlns:a16="http://schemas.microsoft.com/office/drawing/2014/main" val="1330701600"/>
                    </a:ext>
                  </a:extLst>
                </a:gridCol>
                <a:gridCol w="559989">
                  <a:extLst>
                    <a:ext uri="{9D8B030D-6E8A-4147-A177-3AD203B41FA5}">
                      <a16:colId xmlns:a16="http://schemas.microsoft.com/office/drawing/2014/main" val="1921702637"/>
                    </a:ext>
                  </a:extLst>
                </a:gridCol>
              </a:tblGrid>
              <a:tr h="341310">
                <a:tc>
                  <a:txBody>
                    <a:bodyPr/>
                    <a:lstStyle/>
                    <a:p>
                      <a:pPr algn="l" fontAlgn="t"/>
                      <a:r>
                        <a:rPr lang="en-GB" dirty="0">
                          <a:effectLst/>
                        </a:rPr>
                        <a:t>Errors</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dirty="0">
                          <a:effectLst/>
                        </a:rPr>
                        <a:t>5</a:t>
                      </a:r>
                    </a:p>
                  </a:txBody>
                  <a:tcPr>
                    <a:solidFill>
                      <a:schemeClr val="bg2"/>
                    </a:solidFill>
                  </a:tcPr>
                </a:tc>
                <a:tc>
                  <a:txBody>
                    <a:bodyPr/>
                    <a:lstStyle/>
                    <a:p>
                      <a:pPr fontAlgn="t"/>
                      <a:r>
                        <a:rPr lang="en-GB">
                          <a:effectLst/>
                        </a:rPr>
                        <a:t>6</a:t>
                      </a:r>
                    </a:p>
                  </a:txBody>
                  <a:tcPr>
                    <a:solidFill>
                      <a:schemeClr val="bg2"/>
                    </a:solidFill>
                  </a:tcPr>
                </a:tc>
                <a:extLst>
                  <a:ext uri="{0D108BD9-81ED-4DB2-BD59-A6C34878D82A}">
                    <a16:rowId xmlns:a16="http://schemas.microsoft.com/office/drawing/2014/main" val="1708353643"/>
                  </a:ext>
                </a:extLst>
              </a:tr>
              <a:tr h="341310">
                <a:tc>
                  <a:txBody>
                    <a:bodyPr/>
                    <a:lstStyle/>
                    <a:p>
                      <a:pPr algn="l" fontAlgn="t"/>
                      <a:r>
                        <a:rPr lang="en-GB">
                          <a:effectLst/>
                        </a:rPr>
                        <a:t>Frequency</a:t>
                      </a:r>
                    </a:p>
                  </a:txBody>
                  <a:tcPr>
                    <a:solidFill>
                      <a:schemeClr val="bg2"/>
                    </a:solidFill>
                  </a:tcPr>
                </a:tc>
                <a:tc>
                  <a:txBody>
                    <a:bodyPr/>
                    <a:lstStyle/>
                    <a:p>
                      <a:pPr fontAlgn="t"/>
                      <a:r>
                        <a:rPr lang="en-GB">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dirty="0">
                          <a:effectLst/>
                        </a:rPr>
                        <a:t>2</a:t>
                      </a:r>
                    </a:p>
                  </a:txBody>
                  <a:tcPr>
                    <a:solidFill>
                      <a:schemeClr val="bg2"/>
                    </a:solidFill>
                  </a:tcPr>
                </a:tc>
                <a:extLst>
                  <a:ext uri="{0D108BD9-81ED-4DB2-BD59-A6C34878D82A}">
                    <a16:rowId xmlns:a16="http://schemas.microsoft.com/office/drawing/2014/main" val="872694809"/>
                  </a:ext>
                </a:extLst>
              </a:tr>
            </a:tbl>
          </a:graphicData>
        </a:graphic>
      </p:graphicFrame>
      <p:sp>
        <p:nvSpPr>
          <p:cNvPr id="7" name="Rectangle 6">
            <a:extLst>
              <a:ext uri="{FF2B5EF4-FFF2-40B4-BE49-F238E27FC236}">
                <a16:creationId xmlns:a16="http://schemas.microsoft.com/office/drawing/2014/main" id="{1FEC1BFE-C615-4950-BF6E-FA32FBB174EB}"/>
              </a:ext>
            </a:extLst>
          </p:cNvPr>
          <p:cNvSpPr/>
          <p:nvPr/>
        </p:nvSpPr>
        <p:spPr>
          <a:xfrm>
            <a:off x="3923928" y="4840312"/>
            <a:ext cx="216024" cy="38864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ooter Placeholder 7">
            <a:extLst>
              <a:ext uri="{FF2B5EF4-FFF2-40B4-BE49-F238E27FC236}">
                <a16:creationId xmlns:a16="http://schemas.microsoft.com/office/drawing/2014/main" id="{F6E6F336-2B7C-9045-78B7-B9ABE4F8A6A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291BD01B-D505-BE64-44CF-5620C6EA859C}"/>
              </a:ext>
            </a:extLst>
          </p:cNvPr>
          <p:cNvSpPr>
            <a:spLocks noGrp="1"/>
          </p:cNvSpPr>
          <p:nvPr>
            <p:ph type="sldNum" sz="quarter" idx="4"/>
          </p:nvPr>
        </p:nvSpPr>
        <p:spPr/>
        <p:txBody>
          <a:bodyPr/>
          <a:lstStyle/>
          <a:p>
            <a:fld id="{9FD7ECCF-50E7-4327-B945-FA93FF7B2BEF}" type="slidenum">
              <a:rPr lang="en-US" smtClean="0"/>
              <a:pPr/>
              <a:t>67</a:t>
            </a:fld>
            <a:r>
              <a:rPr lang="en-GB"/>
              <a:t>/80</a:t>
            </a:r>
            <a:endParaRPr lang="en-US" dirty="0"/>
          </a:p>
        </p:txBody>
      </p:sp>
    </p:spTree>
    <p:extLst>
      <p:ext uri="{BB962C8B-B14F-4D97-AF65-F5344CB8AC3E}">
        <p14:creationId xmlns:p14="http://schemas.microsoft.com/office/powerpoint/2010/main" val="42800254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71629-7E7F-9F5C-7C27-919A5B4E9B34}"/>
              </a:ext>
            </a:extLst>
          </p:cNvPr>
          <p:cNvSpPr>
            <a:spLocks noGrp="1"/>
          </p:cNvSpPr>
          <p:nvPr>
            <p:ph type="title"/>
          </p:nvPr>
        </p:nvSpPr>
        <p:spPr>
          <a:xfrm>
            <a:off x="323528" y="278160"/>
            <a:ext cx="8712968" cy="990600"/>
          </a:xfrm>
        </p:spPr>
        <p:txBody>
          <a:bodyPr>
            <a:noAutofit/>
          </a:bodyPr>
          <a:lstStyle/>
          <a:p>
            <a:r>
              <a:rPr lang="en-GB" sz="3600" dirty="0">
                <a:solidFill>
                  <a:srgbClr val="AC20AF"/>
                </a:solidFill>
              </a:rPr>
              <a:t>Measures of Variability/Interquartile range </a:t>
            </a:r>
          </a:p>
        </p:txBody>
      </p:sp>
      <p:sp>
        <p:nvSpPr>
          <p:cNvPr id="3" name="Content Placeholder 2">
            <a:extLst>
              <a:ext uri="{FF2B5EF4-FFF2-40B4-BE49-F238E27FC236}">
                <a16:creationId xmlns:a16="http://schemas.microsoft.com/office/drawing/2014/main" id="{9E327EE8-F85C-DE7C-1A43-E75A25B31A5F}"/>
              </a:ext>
            </a:extLst>
          </p:cNvPr>
          <p:cNvSpPr>
            <a:spLocks noGrp="1"/>
          </p:cNvSpPr>
          <p:nvPr>
            <p:ph sz="quarter" idx="1"/>
          </p:nvPr>
        </p:nvSpPr>
        <p:spPr>
          <a:xfrm>
            <a:off x="533400" y="1600200"/>
            <a:ext cx="8287072" cy="2620888"/>
          </a:xfrm>
        </p:spPr>
        <p:txBody>
          <a:bodyPr>
            <a:normAutofit fontScale="85000" lnSpcReduction="20000"/>
          </a:bodyPr>
          <a:lstStyle/>
          <a:p>
            <a:pPr algn="l">
              <a:lnSpc>
                <a:spcPct val="110000"/>
              </a:lnSpc>
            </a:pPr>
            <a:r>
              <a:rPr lang="en-GB" sz="2200" dirty="0">
                <a:solidFill>
                  <a:schemeClr val="accent6">
                    <a:lumMod val="50000"/>
                  </a:schemeClr>
                </a:solidFill>
                <a:latin typeface="Inter"/>
              </a:rPr>
              <a:t>In descriptive statistics, the </a:t>
            </a:r>
            <a:r>
              <a:rPr lang="en-GB" sz="2200" b="1" dirty="0">
                <a:solidFill>
                  <a:schemeClr val="accent6">
                    <a:lumMod val="50000"/>
                  </a:schemeClr>
                </a:solidFill>
                <a:latin typeface="Inter"/>
              </a:rPr>
              <a:t>interquartile range tells you the spread of the middle half of your distribution</a:t>
            </a:r>
            <a:r>
              <a:rPr lang="en-GB" sz="2200" dirty="0">
                <a:solidFill>
                  <a:schemeClr val="accent6">
                    <a:lumMod val="50000"/>
                  </a:schemeClr>
                </a:solidFill>
                <a:latin typeface="Inter"/>
              </a:rPr>
              <a:t>.</a:t>
            </a:r>
          </a:p>
          <a:p>
            <a:pPr algn="l">
              <a:lnSpc>
                <a:spcPct val="110000"/>
              </a:lnSpc>
            </a:pPr>
            <a:r>
              <a:rPr lang="en-GB" sz="2200" b="1" dirty="0">
                <a:solidFill>
                  <a:schemeClr val="accent6">
                    <a:lumMod val="50000"/>
                  </a:schemeClr>
                </a:solidFill>
                <a:latin typeface="Inter"/>
              </a:rPr>
              <a:t>Quartiles segment any distribution that’s ordered from low to high into four equal parts</a:t>
            </a:r>
            <a:r>
              <a:rPr lang="en-GB" sz="2200" dirty="0">
                <a:solidFill>
                  <a:schemeClr val="accent6">
                    <a:lumMod val="50000"/>
                  </a:schemeClr>
                </a:solidFill>
                <a:latin typeface="Inter"/>
              </a:rPr>
              <a:t>. The interquartile range (IQR) contains the second and third quartiles, or the middle half of your data set.</a:t>
            </a:r>
          </a:p>
          <a:p>
            <a:pPr algn="l">
              <a:lnSpc>
                <a:spcPct val="110000"/>
              </a:lnSpc>
            </a:pPr>
            <a:r>
              <a:rPr lang="en-GB" sz="2200" dirty="0">
                <a:solidFill>
                  <a:schemeClr val="accent6">
                    <a:lumMod val="50000"/>
                  </a:schemeClr>
                </a:solidFill>
                <a:latin typeface="Inter"/>
              </a:rPr>
              <a:t>The interquartile range is the best measure of variability for skewed distributions or data sets with outliers. Because it’s based on values that come from the middle half of the distribution, it’s unlikely to be influenced by outliers.</a:t>
            </a:r>
          </a:p>
          <a:p>
            <a:pPr algn="l">
              <a:lnSpc>
                <a:spcPct val="110000"/>
              </a:lnSpc>
            </a:pPr>
            <a:endParaRPr lang="en-GB" sz="2200" dirty="0">
              <a:solidFill>
                <a:schemeClr val="accent6">
                  <a:lumMod val="50000"/>
                </a:schemeClr>
              </a:solidFill>
              <a:latin typeface="Inter"/>
            </a:endParaRPr>
          </a:p>
          <a:p>
            <a:pPr algn="l">
              <a:lnSpc>
                <a:spcPct val="110000"/>
              </a:lnSpc>
            </a:pPr>
            <a:endParaRPr lang="en-GB" sz="2200" dirty="0">
              <a:solidFill>
                <a:schemeClr val="accent6">
                  <a:lumMod val="50000"/>
                </a:schemeClr>
              </a:solidFill>
              <a:latin typeface="Inter"/>
            </a:endParaRPr>
          </a:p>
        </p:txBody>
      </p:sp>
      <p:pic>
        <p:nvPicPr>
          <p:cNvPr id="7" name="Picture 6" descr="Quartiles segment any distribution that’s ordered from low to high into four equal parts. The interquartile range (IQR) contains the second and third quartiles, or the middle half of your data set">
            <a:extLst>
              <a:ext uri="{FF2B5EF4-FFF2-40B4-BE49-F238E27FC236}">
                <a16:creationId xmlns:a16="http://schemas.microsoft.com/office/drawing/2014/main" id="{5058202D-893A-3F63-39F6-BB191EA07233}"/>
              </a:ext>
            </a:extLst>
          </p:cNvPr>
          <p:cNvPicPr>
            <a:picLocks noChangeAspect="1"/>
          </p:cNvPicPr>
          <p:nvPr/>
        </p:nvPicPr>
        <p:blipFill>
          <a:blip r:embed="rId2"/>
          <a:stretch>
            <a:fillRect/>
          </a:stretch>
        </p:blipFill>
        <p:spPr>
          <a:xfrm>
            <a:off x="2366881" y="4107304"/>
            <a:ext cx="4410238" cy="2175378"/>
          </a:xfrm>
          <a:prstGeom prst="rect">
            <a:avLst/>
          </a:prstGeom>
        </p:spPr>
      </p:pic>
      <p:sp>
        <p:nvSpPr>
          <p:cNvPr id="6" name="Footer Placeholder 5">
            <a:extLst>
              <a:ext uri="{FF2B5EF4-FFF2-40B4-BE49-F238E27FC236}">
                <a16:creationId xmlns:a16="http://schemas.microsoft.com/office/drawing/2014/main" id="{320AF5E6-3DCA-EE0E-0AAC-1BFA342B68C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03AEF646-F7A0-B44C-F88E-1332EAB61C44}"/>
              </a:ext>
            </a:extLst>
          </p:cNvPr>
          <p:cNvSpPr>
            <a:spLocks noGrp="1"/>
          </p:cNvSpPr>
          <p:nvPr>
            <p:ph type="sldNum" sz="quarter" idx="4"/>
          </p:nvPr>
        </p:nvSpPr>
        <p:spPr/>
        <p:txBody>
          <a:bodyPr/>
          <a:lstStyle/>
          <a:p>
            <a:fld id="{9FD7ECCF-50E7-4327-B945-FA93FF7B2BEF}" type="slidenum">
              <a:rPr lang="en-US" smtClean="0"/>
              <a:pPr/>
              <a:t>68</a:t>
            </a:fld>
            <a:r>
              <a:rPr lang="en-GB"/>
              <a:t>/80</a:t>
            </a:r>
            <a:endParaRPr lang="en-US" dirty="0"/>
          </a:p>
        </p:txBody>
      </p:sp>
    </p:spTree>
    <p:extLst>
      <p:ext uri="{BB962C8B-B14F-4D97-AF65-F5344CB8AC3E}">
        <p14:creationId xmlns:p14="http://schemas.microsoft.com/office/powerpoint/2010/main" val="41923129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boxplots">
            <a:extLst>
              <a:ext uri="{FF2B5EF4-FFF2-40B4-BE49-F238E27FC236}">
                <a16:creationId xmlns:a16="http://schemas.microsoft.com/office/drawing/2014/main" id="{FCB1076A-15F9-3FCC-57FE-661B9FE521DD}"/>
              </a:ext>
            </a:extLst>
          </p:cNvPr>
          <p:cNvPicPr>
            <a:picLocks noChangeAspect="1"/>
          </p:cNvPicPr>
          <p:nvPr/>
        </p:nvPicPr>
        <p:blipFill>
          <a:blip r:embed="rId2"/>
          <a:stretch>
            <a:fillRect/>
          </a:stretch>
        </p:blipFill>
        <p:spPr>
          <a:xfrm>
            <a:off x="4002008" y="3203363"/>
            <a:ext cx="5141992" cy="1441680"/>
          </a:xfrm>
          <a:prstGeom prst="rect">
            <a:avLst/>
          </a:prstGeom>
        </p:spPr>
      </p:pic>
      <p:sp>
        <p:nvSpPr>
          <p:cNvPr id="2" name="Title 1">
            <a:extLst>
              <a:ext uri="{FF2B5EF4-FFF2-40B4-BE49-F238E27FC236}">
                <a16:creationId xmlns:a16="http://schemas.microsoft.com/office/drawing/2014/main" id="{C87B2A73-558E-0E69-5ABC-6375286F1539}"/>
              </a:ext>
            </a:extLst>
          </p:cNvPr>
          <p:cNvSpPr>
            <a:spLocks noGrp="1"/>
          </p:cNvSpPr>
          <p:nvPr>
            <p:ph type="title"/>
          </p:nvPr>
        </p:nvSpPr>
        <p:spPr/>
        <p:txBody>
          <a:bodyPr/>
          <a:lstStyle/>
          <a:p>
            <a:r>
              <a:rPr lang="en-GB" dirty="0"/>
              <a:t>Visualise the quartiles with boxplots</a:t>
            </a:r>
          </a:p>
        </p:txBody>
      </p:sp>
      <p:sp>
        <p:nvSpPr>
          <p:cNvPr id="3" name="Content Placeholder 2">
            <a:extLst>
              <a:ext uri="{FF2B5EF4-FFF2-40B4-BE49-F238E27FC236}">
                <a16:creationId xmlns:a16="http://schemas.microsoft.com/office/drawing/2014/main" id="{312E6CF7-4835-624A-0061-A3A06488745A}"/>
              </a:ext>
            </a:extLst>
          </p:cNvPr>
          <p:cNvSpPr>
            <a:spLocks noGrp="1"/>
          </p:cNvSpPr>
          <p:nvPr>
            <p:ph sz="quarter" idx="1"/>
          </p:nvPr>
        </p:nvSpPr>
        <p:spPr>
          <a:xfrm>
            <a:off x="323528" y="1600200"/>
            <a:ext cx="4752528" cy="4709120"/>
          </a:xfrm>
        </p:spPr>
        <p:txBody>
          <a:bodyPr>
            <a:normAutofit fontScale="62500" lnSpcReduction="20000"/>
          </a:bodyPr>
          <a:lstStyle/>
          <a:p>
            <a:r>
              <a:rPr lang="en-GB" dirty="0">
                <a:solidFill>
                  <a:schemeClr val="accent6">
                    <a:lumMod val="50000"/>
                  </a:schemeClr>
                </a:solidFill>
              </a:rPr>
              <a:t>To make a boxplot, you first need to calculate the five-number summary:</a:t>
            </a:r>
          </a:p>
          <a:p>
            <a:pPr marL="450850" indent="-184150">
              <a:buFont typeface="+mj-lt"/>
              <a:buAutoNum type="arabicPeriod"/>
            </a:pPr>
            <a:r>
              <a:rPr lang="en-GB" b="1" dirty="0">
                <a:solidFill>
                  <a:schemeClr val="accent6">
                    <a:lumMod val="50000"/>
                  </a:schemeClr>
                </a:solidFill>
              </a:rPr>
              <a:t>The minimum</a:t>
            </a:r>
          </a:p>
          <a:p>
            <a:pPr marL="450850" indent="0">
              <a:buNone/>
            </a:pPr>
            <a:r>
              <a:rPr lang="en-GB" dirty="0">
                <a:solidFill>
                  <a:schemeClr val="accent6">
                    <a:lumMod val="50000"/>
                  </a:schemeClr>
                </a:solidFill>
              </a:rPr>
              <a:t>This is the lowest observation. If you order the numbers in your dataset from lowest to highest, the minimum is the first number. The minimum is sometimes called the zeroth quantile.</a:t>
            </a:r>
          </a:p>
          <a:p>
            <a:pPr marL="450850" indent="-184150">
              <a:buFont typeface="+mj-lt"/>
              <a:buAutoNum type="arabicPeriod"/>
            </a:pPr>
            <a:r>
              <a:rPr lang="en-GB" b="1" dirty="0">
                <a:solidFill>
                  <a:schemeClr val="accent6">
                    <a:lumMod val="50000"/>
                  </a:schemeClr>
                </a:solidFill>
              </a:rPr>
              <a:t>The first quartile</a:t>
            </a:r>
          </a:p>
          <a:p>
            <a:pPr marL="450850" indent="-184150">
              <a:buFont typeface="+mj-lt"/>
              <a:buAutoNum type="arabicPeriod"/>
            </a:pPr>
            <a:r>
              <a:rPr lang="en-GB" b="1" dirty="0">
                <a:solidFill>
                  <a:schemeClr val="accent6">
                    <a:lumMod val="50000"/>
                  </a:schemeClr>
                </a:solidFill>
              </a:rPr>
              <a:t>The second quartile</a:t>
            </a:r>
          </a:p>
          <a:p>
            <a:pPr marL="450850" indent="-184150">
              <a:buFont typeface="+mj-lt"/>
              <a:buAutoNum type="arabicPeriod"/>
            </a:pPr>
            <a:r>
              <a:rPr lang="en-GB" b="1" dirty="0">
                <a:solidFill>
                  <a:schemeClr val="accent6">
                    <a:lumMod val="50000"/>
                  </a:schemeClr>
                </a:solidFill>
              </a:rPr>
              <a:t>The third quartile</a:t>
            </a:r>
          </a:p>
          <a:p>
            <a:pPr marL="450850" indent="-184150">
              <a:buFont typeface="+mj-lt"/>
              <a:buAutoNum type="arabicPeriod"/>
            </a:pPr>
            <a:r>
              <a:rPr lang="en-GB" b="1" dirty="0">
                <a:solidFill>
                  <a:schemeClr val="accent6">
                    <a:lumMod val="50000"/>
                  </a:schemeClr>
                </a:solidFill>
              </a:rPr>
              <a:t>The maximum</a:t>
            </a:r>
          </a:p>
          <a:p>
            <a:pPr marL="450850" indent="0">
              <a:buNone/>
            </a:pPr>
            <a:r>
              <a:rPr lang="en-GB" dirty="0">
                <a:solidFill>
                  <a:schemeClr val="accent6">
                    <a:lumMod val="50000"/>
                  </a:schemeClr>
                </a:solidFill>
              </a:rPr>
              <a:t>This is the highest observation. If you order the numbers in your dataset from lowest to highest, the maximum is the last number. The maximum is sometimes called the fourth quantile.</a:t>
            </a:r>
          </a:p>
        </p:txBody>
      </p:sp>
      <p:sp>
        <p:nvSpPr>
          <p:cNvPr id="6" name="Footer Placeholder 5">
            <a:extLst>
              <a:ext uri="{FF2B5EF4-FFF2-40B4-BE49-F238E27FC236}">
                <a16:creationId xmlns:a16="http://schemas.microsoft.com/office/drawing/2014/main" id="{DCB2FD01-9859-B054-D54A-414D700E5C1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A7A65492-7A65-37B5-4A8E-70DBBF4208B2}"/>
              </a:ext>
            </a:extLst>
          </p:cNvPr>
          <p:cNvSpPr>
            <a:spLocks noGrp="1"/>
          </p:cNvSpPr>
          <p:nvPr>
            <p:ph type="sldNum" sz="quarter" idx="4"/>
          </p:nvPr>
        </p:nvSpPr>
        <p:spPr/>
        <p:txBody>
          <a:bodyPr/>
          <a:lstStyle/>
          <a:p>
            <a:fld id="{9FD7ECCF-50E7-4327-B945-FA93FF7B2BEF}" type="slidenum">
              <a:rPr lang="en-US" smtClean="0"/>
              <a:pPr/>
              <a:t>69</a:t>
            </a:fld>
            <a:r>
              <a:rPr lang="en-GB"/>
              <a:t>/80</a:t>
            </a:r>
            <a:endParaRPr lang="en-US" dirty="0"/>
          </a:p>
        </p:txBody>
      </p:sp>
    </p:spTree>
    <p:extLst>
      <p:ext uri="{BB962C8B-B14F-4D97-AF65-F5344CB8AC3E}">
        <p14:creationId xmlns:p14="http://schemas.microsoft.com/office/powerpoint/2010/main" val="30886685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B2A73-558E-0E69-5ABC-6375286F1539}"/>
              </a:ext>
            </a:extLst>
          </p:cNvPr>
          <p:cNvSpPr>
            <a:spLocks noGrp="1"/>
          </p:cNvSpPr>
          <p:nvPr>
            <p:ph type="title"/>
          </p:nvPr>
        </p:nvSpPr>
        <p:spPr/>
        <p:txBody>
          <a:bodyPr/>
          <a:lstStyle/>
          <a:p>
            <a:r>
              <a:rPr lang="en-GB" dirty="0"/>
              <a:t>Visualise the quartiles with boxplots</a:t>
            </a:r>
          </a:p>
        </p:txBody>
      </p:sp>
      <p:sp>
        <p:nvSpPr>
          <p:cNvPr id="3" name="Content Placeholder 2">
            <a:extLst>
              <a:ext uri="{FF2B5EF4-FFF2-40B4-BE49-F238E27FC236}">
                <a16:creationId xmlns:a16="http://schemas.microsoft.com/office/drawing/2014/main" id="{312E6CF7-4835-624A-0061-A3A06488745A}"/>
              </a:ext>
            </a:extLst>
          </p:cNvPr>
          <p:cNvSpPr>
            <a:spLocks noGrp="1"/>
          </p:cNvSpPr>
          <p:nvPr>
            <p:ph sz="quarter" idx="1"/>
          </p:nvPr>
        </p:nvSpPr>
        <p:spPr>
          <a:xfrm>
            <a:off x="323528" y="1600200"/>
            <a:ext cx="3888432" cy="4709120"/>
          </a:xfrm>
        </p:spPr>
        <p:txBody>
          <a:bodyPr>
            <a:normAutofit/>
          </a:bodyPr>
          <a:lstStyle/>
          <a:p>
            <a:r>
              <a:rPr lang="en-GB" dirty="0">
                <a:solidFill>
                  <a:schemeClr val="accent6">
                    <a:lumMod val="50000"/>
                  </a:schemeClr>
                </a:solidFill>
              </a:rPr>
              <a:t>Errors example</a:t>
            </a:r>
          </a:p>
          <a:p>
            <a:endParaRPr lang="en-GB" dirty="0">
              <a:solidFill>
                <a:schemeClr val="accent6">
                  <a:lumMod val="50000"/>
                </a:schemeClr>
              </a:solidFill>
            </a:endParaRPr>
          </a:p>
          <a:p>
            <a:endParaRPr lang="en-GB" dirty="0">
              <a:solidFill>
                <a:schemeClr val="accent6">
                  <a:lumMod val="50000"/>
                </a:schemeClr>
              </a:solidFill>
            </a:endParaRPr>
          </a:p>
          <a:p>
            <a:endParaRPr lang="en-GB" dirty="0">
              <a:solidFill>
                <a:schemeClr val="accent6">
                  <a:lumMod val="50000"/>
                </a:schemeClr>
              </a:solidFill>
            </a:endParaRPr>
          </a:p>
          <a:p>
            <a:pPr marL="320040" lvl="1" indent="0">
              <a:buNone/>
            </a:pPr>
            <a:r>
              <a:rPr lang="en-GB" dirty="0">
                <a:solidFill>
                  <a:schemeClr val="accent6">
                    <a:lumMod val="50000"/>
                  </a:schemeClr>
                </a:solidFill>
              </a:rPr>
              <a:t>Q1 = 2 errors</a:t>
            </a:r>
          </a:p>
          <a:p>
            <a:pPr marL="320040" lvl="1" indent="0">
              <a:buNone/>
            </a:pPr>
            <a:r>
              <a:rPr lang="en-GB" dirty="0">
                <a:solidFill>
                  <a:schemeClr val="accent6">
                    <a:lumMod val="50000"/>
                  </a:schemeClr>
                </a:solidFill>
              </a:rPr>
              <a:t>Q2 = 3 errors</a:t>
            </a:r>
          </a:p>
          <a:p>
            <a:pPr marL="320040" lvl="1" indent="0">
              <a:buNone/>
            </a:pPr>
            <a:r>
              <a:rPr lang="en-GB" dirty="0">
                <a:solidFill>
                  <a:schemeClr val="accent6">
                    <a:lumMod val="50000"/>
                  </a:schemeClr>
                </a:solidFill>
              </a:rPr>
              <a:t>Q3 = 5 errors</a:t>
            </a:r>
          </a:p>
          <a:p>
            <a:endParaRPr lang="en-GB" sz="3200" b="1" dirty="0">
              <a:solidFill>
                <a:schemeClr val="accent2">
                  <a:lumMod val="75000"/>
                </a:schemeClr>
              </a:solidFill>
            </a:endParaRPr>
          </a:p>
          <a:p>
            <a:endParaRPr lang="en-GB" sz="3200" b="1" dirty="0">
              <a:solidFill>
                <a:schemeClr val="accent2">
                  <a:lumMod val="75000"/>
                </a:schemeClr>
              </a:solidFill>
            </a:endParaRPr>
          </a:p>
          <a:p>
            <a:endParaRPr lang="en-GB" dirty="0">
              <a:solidFill>
                <a:schemeClr val="accent6">
                  <a:lumMod val="50000"/>
                </a:schemeClr>
              </a:solidFill>
            </a:endParaRPr>
          </a:p>
        </p:txBody>
      </p:sp>
      <p:pic>
        <p:nvPicPr>
          <p:cNvPr id="7" name="Picture 6" descr="boxplots">
            <a:extLst>
              <a:ext uri="{FF2B5EF4-FFF2-40B4-BE49-F238E27FC236}">
                <a16:creationId xmlns:a16="http://schemas.microsoft.com/office/drawing/2014/main" id="{FCB1076A-15F9-3FCC-57FE-661B9FE521DD}"/>
              </a:ext>
            </a:extLst>
          </p:cNvPr>
          <p:cNvPicPr>
            <a:picLocks noChangeAspect="1"/>
          </p:cNvPicPr>
          <p:nvPr/>
        </p:nvPicPr>
        <p:blipFill>
          <a:blip r:embed="rId2"/>
          <a:stretch>
            <a:fillRect/>
          </a:stretch>
        </p:blipFill>
        <p:spPr>
          <a:xfrm>
            <a:off x="3779912" y="2753362"/>
            <a:ext cx="5180928" cy="1441680"/>
          </a:xfrm>
          <a:prstGeom prst="rect">
            <a:avLst/>
          </a:prstGeom>
        </p:spPr>
      </p:pic>
      <p:pic>
        <p:nvPicPr>
          <p:cNvPr id="9" name="Picture 8" descr="boxplots">
            <a:extLst>
              <a:ext uri="{FF2B5EF4-FFF2-40B4-BE49-F238E27FC236}">
                <a16:creationId xmlns:a16="http://schemas.microsoft.com/office/drawing/2014/main" id="{59AA28C0-5B81-A2D0-38FA-26C6E11EE040}"/>
              </a:ext>
            </a:extLst>
          </p:cNvPr>
          <p:cNvPicPr>
            <a:picLocks noChangeAspect="1"/>
          </p:cNvPicPr>
          <p:nvPr/>
        </p:nvPicPr>
        <p:blipFill>
          <a:blip r:embed="rId3"/>
          <a:stretch>
            <a:fillRect/>
          </a:stretch>
        </p:blipFill>
        <p:spPr>
          <a:xfrm>
            <a:off x="4256542" y="4278544"/>
            <a:ext cx="4366929" cy="1256009"/>
          </a:xfrm>
          <a:prstGeom prst="rect">
            <a:avLst/>
          </a:prstGeom>
        </p:spPr>
      </p:pic>
      <p:graphicFrame>
        <p:nvGraphicFramePr>
          <p:cNvPr id="10" name="Table 6">
            <a:extLst>
              <a:ext uri="{FF2B5EF4-FFF2-40B4-BE49-F238E27FC236}">
                <a16:creationId xmlns:a16="http://schemas.microsoft.com/office/drawing/2014/main" id="{CD0704ED-D9D2-D115-A42B-3B799261A855}"/>
              </a:ext>
            </a:extLst>
          </p:cNvPr>
          <p:cNvGraphicFramePr>
            <a:graphicFrameLocks noGrp="1"/>
          </p:cNvGraphicFramePr>
          <p:nvPr/>
        </p:nvGraphicFramePr>
        <p:xfrm>
          <a:off x="3851920" y="1709474"/>
          <a:ext cx="4752527" cy="731520"/>
        </p:xfrm>
        <a:graphic>
          <a:graphicData uri="http://schemas.openxmlformats.org/drawingml/2006/table">
            <a:tbl>
              <a:tblPr firstRow="1" bandRow="1">
                <a:tableStyleId>{2D5ABB26-0587-4C30-8999-92F81FD0307C}</a:tableStyleId>
              </a:tblPr>
              <a:tblGrid>
                <a:gridCol w="1648835">
                  <a:extLst>
                    <a:ext uri="{9D8B030D-6E8A-4147-A177-3AD203B41FA5}">
                      <a16:colId xmlns:a16="http://schemas.microsoft.com/office/drawing/2014/main" val="1380681427"/>
                    </a:ext>
                  </a:extLst>
                </a:gridCol>
                <a:gridCol w="623747">
                  <a:extLst>
                    <a:ext uri="{9D8B030D-6E8A-4147-A177-3AD203B41FA5}">
                      <a16:colId xmlns:a16="http://schemas.microsoft.com/office/drawing/2014/main" val="3453350697"/>
                    </a:ext>
                  </a:extLst>
                </a:gridCol>
                <a:gridCol w="479989">
                  <a:extLst>
                    <a:ext uri="{9D8B030D-6E8A-4147-A177-3AD203B41FA5}">
                      <a16:colId xmlns:a16="http://schemas.microsoft.com/office/drawing/2014/main" val="4280745744"/>
                    </a:ext>
                  </a:extLst>
                </a:gridCol>
                <a:gridCol w="479989">
                  <a:extLst>
                    <a:ext uri="{9D8B030D-6E8A-4147-A177-3AD203B41FA5}">
                      <a16:colId xmlns:a16="http://schemas.microsoft.com/office/drawing/2014/main" val="3512792376"/>
                    </a:ext>
                  </a:extLst>
                </a:gridCol>
                <a:gridCol w="479989">
                  <a:extLst>
                    <a:ext uri="{9D8B030D-6E8A-4147-A177-3AD203B41FA5}">
                      <a16:colId xmlns:a16="http://schemas.microsoft.com/office/drawing/2014/main" val="1701829702"/>
                    </a:ext>
                  </a:extLst>
                </a:gridCol>
                <a:gridCol w="479989">
                  <a:extLst>
                    <a:ext uri="{9D8B030D-6E8A-4147-A177-3AD203B41FA5}">
                      <a16:colId xmlns:a16="http://schemas.microsoft.com/office/drawing/2014/main" val="1330701600"/>
                    </a:ext>
                  </a:extLst>
                </a:gridCol>
                <a:gridCol w="559989">
                  <a:extLst>
                    <a:ext uri="{9D8B030D-6E8A-4147-A177-3AD203B41FA5}">
                      <a16:colId xmlns:a16="http://schemas.microsoft.com/office/drawing/2014/main" val="1921702637"/>
                    </a:ext>
                  </a:extLst>
                </a:gridCol>
              </a:tblGrid>
              <a:tr h="302790">
                <a:tc>
                  <a:txBody>
                    <a:bodyPr/>
                    <a:lstStyle/>
                    <a:p>
                      <a:pPr algn="l" fontAlgn="t"/>
                      <a:r>
                        <a:rPr lang="en-GB" dirty="0">
                          <a:effectLst/>
                        </a:rPr>
                        <a:t>Errors</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dirty="0">
                          <a:effectLst/>
                        </a:rPr>
                        <a:t>5</a:t>
                      </a:r>
                    </a:p>
                  </a:txBody>
                  <a:tcPr>
                    <a:solidFill>
                      <a:schemeClr val="bg2"/>
                    </a:solidFill>
                  </a:tcPr>
                </a:tc>
                <a:tc>
                  <a:txBody>
                    <a:bodyPr/>
                    <a:lstStyle/>
                    <a:p>
                      <a:pPr fontAlgn="t"/>
                      <a:r>
                        <a:rPr lang="en-GB">
                          <a:effectLst/>
                        </a:rPr>
                        <a:t>6</a:t>
                      </a:r>
                    </a:p>
                  </a:txBody>
                  <a:tcPr>
                    <a:solidFill>
                      <a:schemeClr val="bg2"/>
                    </a:solidFill>
                  </a:tcPr>
                </a:tc>
                <a:extLst>
                  <a:ext uri="{0D108BD9-81ED-4DB2-BD59-A6C34878D82A}">
                    <a16:rowId xmlns:a16="http://schemas.microsoft.com/office/drawing/2014/main" val="1708353643"/>
                  </a:ext>
                </a:extLst>
              </a:tr>
              <a:tr h="341310">
                <a:tc>
                  <a:txBody>
                    <a:bodyPr/>
                    <a:lstStyle/>
                    <a:p>
                      <a:pPr algn="l" fontAlgn="t"/>
                      <a:r>
                        <a:rPr lang="en-GB">
                          <a:effectLst/>
                        </a:rPr>
                        <a:t>Frequency</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a:effectLst/>
                        </a:rPr>
                        <a:t>3</a:t>
                      </a:r>
                    </a:p>
                  </a:txBody>
                  <a:tcPr>
                    <a:solidFill>
                      <a:schemeClr val="bg2"/>
                    </a:solidFill>
                  </a:tcPr>
                </a:tc>
                <a:tc>
                  <a:txBody>
                    <a:bodyPr/>
                    <a:lstStyle/>
                    <a:p>
                      <a:pPr fontAlgn="t"/>
                      <a:r>
                        <a:rPr lang="en-GB">
                          <a:effectLst/>
                        </a:rPr>
                        <a:t>4</a:t>
                      </a:r>
                    </a:p>
                  </a:txBody>
                  <a:tcPr>
                    <a:solidFill>
                      <a:schemeClr val="bg2"/>
                    </a:solidFill>
                  </a:tcPr>
                </a:tc>
                <a:tc>
                  <a:txBody>
                    <a:bodyPr/>
                    <a:lstStyle/>
                    <a:p>
                      <a:pPr fontAlgn="t"/>
                      <a:r>
                        <a:rPr lang="en-GB">
                          <a:effectLst/>
                        </a:rPr>
                        <a:t>1</a:t>
                      </a:r>
                    </a:p>
                  </a:txBody>
                  <a:tcPr>
                    <a:solidFill>
                      <a:schemeClr val="bg2"/>
                    </a:solidFill>
                  </a:tcPr>
                </a:tc>
                <a:tc>
                  <a:txBody>
                    <a:bodyPr/>
                    <a:lstStyle/>
                    <a:p>
                      <a:pPr fontAlgn="t"/>
                      <a:r>
                        <a:rPr lang="en-GB" dirty="0">
                          <a:effectLst/>
                        </a:rPr>
                        <a:t>2</a:t>
                      </a:r>
                    </a:p>
                  </a:txBody>
                  <a:tcPr>
                    <a:solidFill>
                      <a:schemeClr val="bg2"/>
                    </a:solidFill>
                  </a:tcPr>
                </a:tc>
                <a:tc>
                  <a:txBody>
                    <a:bodyPr/>
                    <a:lstStyle/>
                    <a:p>
                      <a:pPr fontAlgn="t"/>
                      <a:r>
                        <a:rPr lang="en-GB" dirty="0">
                          <a:effectLst/>
                        </a:rPr>
                        <a:t>2</a:t>
                      </a:r>
                    </a:p>
                  </a:txBody>
                  <a:tcPr>
                    <a:solidFill>
                      <a:schemeClr val="bg2"/>
                    </a:solidFill>
                  </a:tcPr>
                </a:tc>
                <a:extLst>
                  <a:ext uri="{0D108BD9-81ED-4DB2-BD59-A6C34878D82A}">
                    <a16:rowId xmlns:a16="http://schemas.microsoft.com/office/drawing/2014/main" val="872694809"/>
                  </a:ext>
                </a:extLst>
              </a:tr>
            </a:tbl>
          </a:graphicData>
        </a:graphic>
      </p:graphicFrame>
      <p:sp>
        <p:nvSpPr>
          <p:cNvPr id="13" name="TextBox 12">
            <a:extLst>
              <a:ext uri="{FF2B5EF4-FFF2-40B4-BE49-F238E27FC236}">
                <a16:creationId xmlns:a16="http://schemas.microsoft.com/office/drawing/2014/main" id="{6B6A4E46-D849-23A7-2C18-3DD917F8CCF6}"/>
              </a:ext>
            </a:extLst>
          </p:cNvPr>
          <p:cNvSpPr txBox="1"/>
          <p:nvPr/>
        </p:nvSpPr>
        <p:spPr>
          <a:xfrm>
            <a:off x="5220072" y="5625405"/>
            <a:ext cx="388248" cy="276999"/>
          </a:xfrm>
          <a:prstGeom prst="rect">
            <a:avLst/>
          </a:prstGeom>
          <a:noFill/>
        </p:spPr>
        <p:txBody>
          <a:bodyPr wrap="none" rtlCol="0">
            <a:spAutoFit/>
          </a:bodyPr>
          <a:lstStyle/>
          <a:p>
            <a:r>
              <a:rPr lang="en-GB" sz="1200" dirty="0">
                <a:latin typeface="+mn-lt"/>
              </a:rPr>
              <a:t>Q1</a:t>
            </a:r>
          </a:p>
        </p:txBody>
      </p:sp>
      <p:sp>
        <p:nvSpPr>
          <p:cNvPr id="14" name="TextBox 13">
            <a:extLst>
              <a:ext uri="{FF2B5EF4-FFF2-40B4-BE49-F238E27FC236}">
                <a16:creationId xmlns:a16="http://schemas.microsoft.com/office/drawing/2014/main" id="{1640EAFA-8CCE-B93C-429C-73F5D4659267}"/>
              </a:ext>
            </a:extLst>
          </p:cNvPr>
          <p:cNvSpPr txBox="1"/>
          <p:nvPr/>
        </p:nvSpPr>
        <p:spPr>
          <a:xfrm>
            <a:off x="5724128" y="5618055"/>
            <a:ext cx="388248" cy="276999"/>
          </a:xfrm>
          <a:prstGeom prst="rect">
            <a:avLst/>
          </a:prstGeom>
          <a:noFill/>
        </p:spPr>
        <p:txBody>
          <a:bodyPr wrap="none" rtlCol="0">
            <a:spAutoFit/>
          </a:bodyPr>
          <a:lstStyle/>
          <a:p>
            <a:r>
              <a:rPr lang="en-GB" sz="1200" dirty="0">
                <a:latin typeface="+mn-lt"/>
              </a:rPr>
              <a:t>Q2</a:t>
            </a:r>
          </a:p>
        </p:txBody>
      </p:sp>
      <p:sp>
        <p:nvSpPr>
          <p:cNvPr id="15" name="TextBox 14">
            <a:extLst>
              <a:ext uri="{FF2B5EF4-FFF2-40B4-BE49-F238E27FC236}">
                <a16:creationId xmlns:a16="http://schemas.microsoft.com/office/drawing/2014/main" id="{0C49BDED-969F-324A-D8F6-5C27521504DB}"/>
              </a:ext>
            </a:extLst>
          </p:cNvPr>
          <p:cNvSpPr txBox="1"/>
          <p:nvPr/>
        </p:nvSpPr>
        <p:spPr>
          <a:xfrm>
            <a:off x="6736047" y="5625405"/>
            <a:ext cx="388248" cy="276999"/>
          </a:xfrm>
          <a:prstGeom prst="rect">
            <a:avLst/>
          </a:prstGeom>
          <a:noFill/>
        </p:spPr>
        <p:txBody>
          <a:bodyPr wrap="none" rtlCol="0">
            <a:spAutoFit/>
          </a:bodyPr>
          <a:lstStyle/>
          <a:p>
            <a:r>
              <a:rPr lang="en-GB" sz="1200" dirty="0">
                <a:latin typeface="+mn-lt"/>
              </a:rPr>
              <a:t>Q3</a:t>
            </a:r>
          </a:p>
        </p:txBody>
      </p:sp>
      <p:cxnSp>
        <p:nvCxnSpPr>
          <p:cNvPr id="17" name="Straight Connector 16">
            <a:extLst>
              <a:ext uri="{FF2B5EF4-FFF2-40B4-BE49-F238E27FC236}">
                <a16:creationId xmlns:a16="http://schemas.microsoft.com/office/drawing/2014/main" id="{E65E22E2-93BC-C330-EEC1-14B2464B28E7}"/>
              </a:ext>
            </a:extLst>
          </p:cNvPr>
          <p:cNvCxnSpPr>
            <a:cxnSpLocks/>
          </p:cNvCxnSpPr>
          <p:nvPr/>
        </p:nvCxnSpPr>
        <p:spPr>
          <a:xfrm>
            <a:off x="5436096" y="4685517"/>
            <a:ext cx="0" cy="900261"/>
          </a:xfrm>
          <a:prstGeom prst="line">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A1D38A-04AD-3FAE-1B8B-767FF980DB07}"/>
              </a:ext>
            </a:extLst>
          </p:cNvPr>
          <p:cNvCxnSpPr>
            <a:cxnSpLocks/>
          </p:cNvCxnSpPr>
          <p:nvPr/>
        </p:nvCxnSpPr>
        <p:spPr>
          <a:xfrm>
            <a:off x="5940152" y="4685517"/>
            <a:ext cx="0" cy="900261"/>
          </a:xfrm>
          <a:prstGeom prst="line">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A85D913-5219-7CF4-77E6-A0245DF2C0F9}"/>
              </a:ext>
            </a:extLst>
          </p:cNvPr>
          <p:cNvCxnSpPr>
            <a:cxnSpLocks/>
          </p:cNvCxnSpPr>
          <p:nvPr/>
        </p:nvCxnSpPr>
        <p:spPr>
          <a:xfrm>
            <a:off x="6948264" y="4685517"/>
            <a:ext cx="0" cy="900261"/>
          </a:xfrm>
          <a:prstGeom prst="line">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BFF5C619-C0E6-405D-821D-FCD3EBD40BB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141CEF7C-ECBF-CF15-A50D-7B702CA1E8C6}"/>
              </a:ext>
            </a:extLst>
          </p:cNvPr>
          <p:cNvSpPr>
            <a:spLocks noGrp="1"/>
          </p:cNvSpPr>
          <p:nvPr>
            <p:ph type="sldNum" sz="quarter" idx="4"/>
          </p:nvPr>
        </p:nvSpPr>
        <p:spPr/>
        <p:txBody>
          <a:bodyPr/>
          <a:lstStyle/>
          <a:p>
            <a:fld id="{9FD7ECCF-50E7-4327-B945-FA93FF7B2BEF}" type="slidenum">
              <a:rPr lang="en-US" smtClean="0"/>
              <a:pPr/>
              <a:t>70</a:t>
            </a:fld>
            <a:r>
              <a:rPr lang="en-GB"/>
              <a:t>/80</a:t>
            </a:r>
            <a:endParaRPr lang="en-US" dirty="0"/>
          </a:p>
        </p:txBody>
      </p:sp>
    </p:spTree>
    <p:extLst>
      <p:ext uri="{BB962C8B-B14F-4D97-AF65-F5344CB8AC3E}">
        <p14:creationId xmlns:p14="http://schemas.microsoft.com/office/powerpoint/2010/main" val="10247365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outlier in a boxplot">
            <a:extLst>
              <a:ext uri="{FF2B5EF4-FFF2-40B4-BE49-F238E27FC236}">
                <a16:creationId xmlns:a16="http://schemas.microsoft.com/office/drawing/2014/main" id="{4F52630D-AA53-F923-A054-8539B0F052FD}"/>
              </a:ext>
            </a:extLst>
          </p:cNvPr>
          <p:cNvPicPr>
            <a:picLocks noChangeAspect="1"/>
          </p:cNvPicPr>
          <p:nvPr/>
        </p:nvPicPr>
        <p:blipFill>
          <a:blip r:embed="rId2"/>
          <a:stretch>
            <a:fillRect/>
          </a:stretch>
        </p:blipFill>
        <p:spPr>
          <a:xfrm>
            <a:off x="5602477" y="3801883"/>
            <a:ext cx="3158010" cy="2529866"/>
          </a:xfrm>
          <a:prstGeom prst="rect">
            <a:avLst/>
          </a:prstGeom>
        </p:spPr>
      </p:pic>
      <p:sp>
        <p:nvSpPr>
          <p:cNvPr id="2" name="Title 1">
            <a:extLst>
              <a:ext uri="{FF2B5EF4-FFF2-40B4-BE49-F238E27FC236}">
                <a16:creationId xmlns:a16="http://schemas.microsoft.com/office/drawing/2014/main" id="{675F6576-2594-F316-3FAF-F3318C3972CB}"/>
              </a:ext>
            </a:extLst>
          </p:cNvPr>
          <p:cNvSpPr>
            <a:spLocks noGrp="1"/>
          </p:cNvSpPr>
          <p:nvPr>
            <p:ph type="title"/>
          </p:nvPr>
        </p:nvSpPr>
        <p:spPr/>
        <p:txBody>
          <a:bodyPr/>
          <a:lstStyle/>
          <a:p>
            <a:r>
              <a:rPr lang="en-GB" dirty="0"/>
              <a:t>Outliers</a:t>
            </a:r>
          </a:p>
        </p:txBody>
      </p:sp>
      <p:sp>
        <p:nvSpPr>
          <p:cNvPr id="3" name="Content Placeholder 2">
            <a:extLst>
              <a:ext uri="{FF2B5EF4-FFF2-40B4-BE49-F238E27FC236}">
                <a16:creationId xmlns:a16="http://schemas.microsoft.com/office/drawing/2014/main" id="{B8E3A806-0C87-4BA5-96D5-5AFDC442B305}"/>
              </a:ext>
            </a:extLst>
          </p:cNvPr>
          <p:cNvSpPr>
            <a:spLocks noGrp="1"/>
          </p:cNvSpPr>
          <p:nvPr>
            <p:ph sz="quarter" idx="1"/>
          </p:nvPr>
        </p:nvSpPr>
        <p:spPr>
          <a:xfrm>
            <a:off x="612648" y="1600200"/>
            <a:ext cx="4895456" cy="5013132"/>
          </a:xfrm>
        </p:spPr>
        <p:txBody>
          <a:bodyPr>
            <a:normAutofit fontScale="92500" lnSpcReduction="10000"/>
          </a:bodyPr>
          <a:lstStyle/>
          <a:p>
            <a:pPr>
              <a:lnSpc>
                <a:spcPct val="120000"/>
              </a:lnSpc>
              <a:spcBef>
                <a:spcPts val="600"/>
              </a:spcBef>
            </a:pPr>
            <a:r>
              <a:rPr lang="en-GB" sz="2000" dirty="0">
                <a:solidFill>
                  <a:schemeClr val="accent6">
                    <a:lumMod val="50000"/>
                  </a:schemeClr>
                </a:solidFill>
              </a:rPr>
              <a:t>A value that "lies outside" (is much smaller or larger than) most of the other values in a set of data, that it has an abnormal distance from the other values in the data set.</a:t>
            </a:r>
          </a:p>
          <a:p>
            <a:pPr marL="320040" lvl="1" indent="0">
              <a:lnSpc>
                <a:spcPct val="120000"/>
              </a:lnSpc>
              <a:spcBef>
                <a:spcPts val="600"/>
              </a:spcBef>
              <a:buNone/>
            </a:pPr>
            <a:r>
              <a:rPr lang="en-GB" sz="1800" dirty="0">
                <a:solidFill>
                  <a:schemeClr val="accent6">
                    <a:lumMod val="50000"/>
                  </a:schemeClr>
                </a:solidFill>
              </a:rPr>
              <a:t>For example, in the scores: 25,29,</a:t>
            </a:r>
            <a:r>
              <a:rPr lang="en-GB" sz="1800" b="1" dirty="0">
                <a:solidFill>
                  <a:schemeClr val="accent6">
                    <a:lumMod val="50000"/>
                  </a:schemeClr>
                </a:solidFill>
                <a:highlight>
                  <a:srgbClr val="FFFF00"/>
                </a:highlight>
              </a:rPr>
              <a:t>3</a:t>
            </a:r>
            <a:r>
              <a:rPr lang="en-GB" sz="1800" dirty="0">
                <a:solidFill>
                  <a:schemeClr val="accent6">
                    <a:lumMod val="50000"/>
                  </a:schemeClr>
                </a:solidFill>
              </a:rPr>
              <a:t>,32,</a:t>
            </a:r>
            <a:r>
              <a:rPr lang="en-GB" sz="1800" b="1" dirty="0">
                <a:solidFill>
                  <a:schemeClr val="accent6">
                    <a:lumMod val="50000"/>
                  </a:schemeClr>
                </a:solidFill>
                <a:highlight>
                  <a:srgbClr val="FFFF00"/>
                </a:highlight>
              </a:rPr>
              <a:t>85</a:t>
            </a:r>
            <a:r>
              <a:rPr lang="en-GB" sz="1800" dirty="0">
                <a:solidFill>
                  <a:schemeClr val="accent6">
                    <a:lumMod val="50000"/>
                  </a:schemeClr>
                </a:solidFill>
              </a:rPr>
              <a:t>,33,27,28 both 3 and 85 are "outliers".</a:t>
            </a:r>
          </a:p>
          <a:p>
            <a:pPr>
              <a:lnSpc>
                <a:spcPct val="120000"/>
              </a:lnSpc>
              <a:spcBef>
                <a:spcPts val="600"/>
              </a:spcBef>
            </a:pPr>
            <a:r>
              <a:rPr lang="en-GB" sz="2000" dirty="0">
                <a:solidFill>
                  <a:schemeClr val="accent6">
                    <a:lumMod val="50000"/>
                  </a:schemeClr>
                </a:solidFill>
              </a:rPr>
              <a:t>If a value has a high enough or low enough </a:t>
            </a:r>
          </a:p>
          <a:p>
            <a:pPr marL="320040" lvl="1" indent="0">
              <a:lnSpc>
                <a:spcPct val="120000"/>
              </a:lnSpc>
              <a:spcBef>
                <a:spcPts val="0"/>
              </a:spcBef>
              <a:buNone/>
            </a:pPr>
            <a:r>
              <a:rPr lang="en-GB" sz="2100" dirty="0">
                <a:solidFill>
                  <a:schemeClr val="accent6">
                    <a:lumMod val="50000"/>
                  </a:schemeClr>
                </a:solidFill>
              </a:rPr>
              <a:t>z score, it can be considered an outlier. As a rule of thumb, </a:t>
            </a:r>
            <a:r>
              <a:rPr lang="en-GB" sz="2100" b="1" dirty="0">
                <a:solidFill>
                  <a:schemeClr val="accent6">
                    <a:lumMod val="50000"/>
                  </a:schemeClr>
                </a:solidFill>
              </a:rPr>
              <a:t>values with a z score greater than 3 or less than –3 are often determined to be outliers</a:t>
            </a:r>
            <a:r>
              <a:rPr lang="en-GB" sz="1700" dirty="0">
                <a:solidFill>
                  <a:schemeClr val="accent6">
                    <a:lumMod val="50000"/>
                  </a:schemeClr>
                </a:solidFill>
              </a:rPr>
              <a:t>. </a:t>
            </a:r>
          </a:p>
          <a:p>
            <a:pPr>
              <a:lnSpc>
                <a:spcPct val="120000"/>
              </a:lnSpc>
              <a:spcBef>
                <a:spcPts val="600"/>
              </a:spcBef>
            </a:pPr>
            <a:r>
              <a:rPr lang="en-GB" sz="2000" dirty="0">
                <a:solidFill>
                  <a:schemeClr val="accent6">
                    <a:lumMod val="50000"/>
                  </a:schemeClr>
                </a:solidFill>
              </a:rPr>
              <a:t>It is up to the analyst (or a consensus process) to decide what will be considered abnormal.</a:t>
            </a:r>
          </a:p>
        </p:txBody>
      </p:sp>
      <p:pic>
        <p:nvPicPr>
          <p:cNvPr id="9" name="Picture 8" descr="outlier">
            <a:extLst>
              <a:ext uri="{FF2B5EF4-FFF2-40B4-BE49-F238E27FC236}">
                <a16:creationId xmlns:a16="http://schemas.microsoft.com/office/drawing/2014/main" id="{E974B2C7-F2F5-748C-3144-577D2D6754FB}"/>
              </a:ext>
            </a:extLst>
          </p:cNvPr>
          <p:cNvPicPr>
            <a:picLocks noChangeAspect="1"/>
          </p:cNvPicPr>
          <p:nvPr/>
        </p:nvPicPr>
        <p:blipFill>
          <a:blip r:embed="rId3"/>
          <a:stretch>
            <a:fillRect/>
          </a:stretch>
        </p:blipFill>
        <p:spPr>
          <a:xfrm>
            <a:off x="5608038" y="1516658"/>
            <a:ext cx="3158010" cy="2260848"/>
          </a:xfrm>
          <a:prstGeom prst="rect">
            <a:avLst/>
          </a:prstGeom>
        </p:spPr>
      </p:pic>
      <p:sp>
        <p:nvSpPr>
          <p:cNvPr id="6" name="Footer Placeholder 5">
            <a:extLst>
              <a:ext uri="{FF2B5EF4-FFF2-40B4-BE49-F238E27FC236}">
                <a16:creationId xmlns:a16="http://schemas.microsoft.com/office/drawing/2014/main" id="{FF2510E5-3275-3C43-340E-D3C1F64FE68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666470FA-2C19-956F-12FD-6BE60EAB59B8}"/>
              </a:ext>
            </a:extLst>
          </p:cNvPr>
          <p:cNvSpPr>
            <a:spLocks noGrp="1"/>
          </p:cNvSpPr>
          <p:nvPr>
            <p:ph type="sldNum" sz="quarter" idx="4"/>
          </p:nvPr>
        </p:nvSpPr>
        <p:spPr/>
        <p:txBody>
          <a:bodyPr/>
          <a:lstStyle/>
          <a:p>
            <a:fld id="{9FD7ECCF-50E7-4327-B945-FA93FF7B2BEF}" type="slidenum">
              <a:rPr lang="en-US" smtClean="0"/>
              <a:pPr/>
              <a:t>71</a:t>
            </a:fld>
            <a:r>
              <a:rPr lang="en-GB"/>
              <a:t>/80</a:t>
            </a:r>
            <a:endParaRPr lang="en-US" dirty="0"/>
          </a:p>
        </p:txBody>
      </p:sp>
    </p:spTree>
    <p:extLst>
      <p:ext uri="{BB962C8B-B14F-4D97-AF65-F5344CB8AC3E}">
        <p14:creationId xmlns:p14="http://schemas.microsoft.com/office/powerpoint/2010/main" val="23212510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distance between quartiles can give you a hint about whether a distribution is skewed or symmetrical. &#10;">
            <a:extLst>
              <a:ext uri="{FF2B5EF4-FFF2-40B4-BE49-F238E27FC236}">
                <a16:creationId xmlns:a16="http://schemas.microsoft.com/office/drawing/2014/main" id="{47D708DC-9047-1E0E-B1E1-642993A7605C}"/>
              </a:ext>
            </a:extLst>
          </p:cNvPr>
          <p:cNvPicPr>
            <a:picLocks noChangeAspect="1"/>
          </p:cNvPicPr>
          <p:nvPr/>
        </p:nvPicPr>
        <p:blipFill>
          <a:blip r:embed="rId2"/>
          <a:stretch>
            <a:fillRect/>
          </a:stretch>
        </p:blipFill>
        <p:spPr>
          <a:xfrm>
            <a:off x="1835696" y="3836850"/>
            <a:ext cx="5004048" cy="2593918"/>
          </a:xfrm>
          <a:prstGeom prst="rect">
            <a:avLst/>
          </a:prstGeom>
        </p:spPr>
      </p:pic>
      <p:sp>
        <p:nvSpPr>
          <p:cNvPr id="2" name="Title 1">
            <a:extLst>
              <a:ext uri="{FF2B5EF4-FFF2-40B4-BE49-F238E27FC236}">
                <a16:creationId xmlns:a16="http://schemas.microsoft.com/office/drawing/2014/main" id="{5502D6AF-7286-1DBD-D69F-FA5C231F4B72}"/>
              </a:ext>
            </a:extLst>
          </p:cNvPr>
          <p:cNvSpPr>
            <a:spLocks noGrp="1"/>
          </p:cNvSpPr>
          <p:nvPr>
            <p:ph type="title"/>
          </p:nvPr>
        </p:nvSpPr>
        <p:spPr/>
        <p:txBody>
          <a:bodyPr/>
          <a:lstStyle/>
          <a:p>
            <a:r>
              <a:rPr lang="en-GB" dirty="0"/>
              <a:t>Interquartile range (IQR)—</a:t>
            </a:r>
          </a:p>
        </p:txBody>
      </p:sp>
      <p:sp>
        <p:nvSpPr>
          <p:cNvPr id="3" name="Content Placeholder 2">
            <a:extLst>
              <a:ext uri="{FF2B5EF4-FFF2-40B4-BE49-F238E27FC236}">
                <a16:creationId xmlns:a16="http://schemas.microsoft.com/office/drawing/2014/main" id="{55536F76-7744-7C06-8E0B-BCA1EA9A7E17}"/>
              </a:ext>
            </a:extLst>
          </p:cNvPr>
          <p:cNvSpPr>
            <a:spLocks noGrp="1"/>
          </p:cNvSpPr>
          <p:nvPr>
            <p:ph sz="quarter" idx="1"/>
          </p:nvPr>
        </p:nvSpPr>
        <p:spPr>
          <a:xfrm>
            <a:off x="612648" y="1600200"/>
            <a:ext cx="8153400" cy="2332856"/>
          </a:xfrm>
        </p:spPr>
        <p:txBody>
          <a:bodyPr>
            <a:normAutofit fontScale="70000" lnSpcReduction="20000"/>
          </a:bodyPr>
          <a:lstStyle/>
          <a:p>
            <a:r>
              <a:rPr lang="en-GB" dirty="0"/>
              <a:t>The distance between the first and third quartiles — the interquartile range (IQR) — is a measure of variability. It indicates the spread of the middle 50% of the data.</a:t>
            </a:r>
          </a:p>
          <a:p>
            <a:pPr marL="365760" lvl="1" indent="0">
              <a:buNone/>
            </a:pPr>
            <a:r>
              <a:rPr lang="en-GB" sz="2900" dirty="0">
                <a:highlight>
                  <a:srgbClr val="E0CBA3"/>
                </a:highlight>
              </a:rPr>
              <a:t>IQR = Q3 − Q1</a:t>
            </a:r>
          </a:p>
          <a:p>
            <a:r>
              <a:rPr lang="en-GB" dirty="0"/>
              <a:t>The IQR is a good measure of variability for skewed distributions or distributions with outliers.</a:t>
            </a:r>
          </a:p>
          <a:p>
            <a:r>
              <a:rPr lang="en-GB" dirty="0"/>
              <a:t>The distance between quartiles can give you a hint about whether a distribution is </a:t>
            </a:r>
            <a:r>
              <a:rPr lang="en-GB" dirty="0">
                <a:solidFill>
                  <a:schemeClr val="accent2">
                    <a:lumMod val="75000"/>
                  </a:schemeClr>
                </a:solidFill>
              </a:rPr>
              <a:t>skewed</a:t>
            </a:r>
            <a:r>
              <a:rPr lang="en-GB" dirty="0"/>
              <a:t> or </a:t>
            </a:r>
            <a:r>
              <a:rPr lang="en-GB" dirty="0">
                <a:solidFill>
                  <a:schemeClr val="accent2">
                    <a:lumMod val="75000"/>
                  </a:schemeClr>
                </a:solidFill>
              </a:rPr>
              <a:t>symmetrical</a:t>
            </a:r>
            <a:r>
              <a:rPr lang="en-GB" dirty="0"/>
              <a:t>. </a:t>
            </a:r>
          </a:p>
        </p:txBody>
      </p:sp>
      <p:sp>
        <p:nvSpPr>
          <p:cNvPr id="6" name="Footer Placeholder 5">
            <a:extLst>
              <a:ext uri="{FF2B5EF4-FFF2-40B4-BE49-F238E27FC236}">
                <a16:creationId xmlns:a16="http://schemas.microsoft.com/office/drawing/2014/main" id="{2BADC27D-02DC-8483-40F2-33DBBD521FD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12050347-B394-496C-998A-DAC0CAB2EC54}"/>
              </a:ext>
            </a:extLst>
          </p:cNvPr>
          <p:cNvSpPr>
            <a:spLocks noGrp="1"/>
          </p:cNvSpPr>
          <p:nvPr>
            <p:ph type="sldNum" sz="quarter" idx="4"/>
          </p:nvPr>
        </p:nvSpPr>
        <p:spPr/>
        <p:txBody>
          <a:bodyPr/>
          <a:lstStyle/>
          <a:p>
            <a:fld id="{9FD7ECCF-50E7-4327-B945-FA93FF7B2BEF}" type="slidenum">
              <a:rPr lang="en-US" smtClean="0"/>
              <a:pPr/>
              <a:t>72</a:t>
            </a:fld>
            <a:r>
              <a:rPr lang="en-GB"/>
              <a:t>/80</a:t>
            </a:r>
            <a:endParaRPr lang="en-US" dirty="0"/>
          </a:p>
        </p:txBody>
      </p:sp>
    </p:spTree>
    <p:extLst>
      <p:ext uri="{BB962C8B-B14F-4D97-AF65-F5344CB8AC3E}">
        <p14:creationId xmlns:p14="http://schemas.microsoft.com/office/powerpoint/2010/main" val="2028513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85D0-0CD5-5855-F639-DE7DEAC48BAD}"/>
              </a:ext>
            </a:extLst>
          </p:cNvPr>
          <p:cNvSpPr>
            <a:spLocks noGrp="1"/>
          </p:cNvSpPr>
          <p:nvPr>
            <p:ph type="title"/>
          </p:nvPr>
        </p:nvSpPr>
        <p:spPr/>
        <p:txBody>
          <a:bodyPr/>
          <a:lstStyle/>
          <a:p>
            <a:r>
              <a:rPr lang="en-GB" dirty="0"/>
              <a:t>Quartiles</a:t>
            </a:r>
          </a:p>
        </p:txBody>
      </p:sp>
      <p:sp>
        <p:nvSpPr>
          <p:cNvPr id="3" name="Content Placeholder 2">
            <a:extLst>
              <a:ext uri="{FF2B5EF4-FFF2-40B4-BE49-F238E27FC236}">
                <a16:creationId xmlns:a16="http://schemas.microsoft.com/office/drawing/2014/main" id="{2C19E057-9217-E7A2-B53B-3C65A9828D07}"/>
              </a:ext>
            </a:extLst>
          </p:cNvPr>
          <p:cNvSpPr>
            <a:spLocks noGrp="1"/>
          </p:cNvSpPr>
          <p:nvPr>
            <p:ph sz="quarter" idx="1"/>
          </p:nvPr>
        </p:nvSpPr>
        <p:spPr/>
        <p:txBody>
          <a:bodyPr>
            <a:normAutofit fontScale="92500" lnSpcReduction="10000"/>
          </a:bodyPr>
          <a:lstStyle/>
          <a:p>
            <a:r>
              <a:rPr lang="en-GB" dirty="0">
                <a:solidFill>
                  <a:schemeClr val="accent6">
                    <a:lumMod val="50000"/>
                  </a:schemeClr>
                </a:solidFill>
              </a:rPr>
              <a:t>Quartiles are values that split sorted data or a probability distribution into equal parts. </a:t>
            </a:r>
            <a:endParaRPr lang="el-GR" dirty="0">
              <a:solidFill>
                <a:schemeClr val="accent6">
                  <a:lumMod val="50000"/>
                </a:schemeClr>
              </a:solidFill>
            </a:endParaRPr>
          </a:p>
          <a:p>
            <a:r>
              <a:rPr lang="en-GB" dirty="0">
                <a:solidFill>
                  <a:schemeClr val="accent6">
                    <a:lumMod val="50000"/>
                  </a:schemeClr>
                </a:solidFill>
              </a:rPr>
              <a:t>In general terms, a q-quantile divides sorted data into q parts.</a:t>
            </a:r>
            <a:endParaRPr lang="el-GR" dirty="0">
              <a:solidFill>
                <a:schemeClr val="accent6">
                  <a:lumMod val="50000"/>
                </a:schemeClr>
              </a:solidFill>
            </a:endParaRPr>
          </a:p>
          <a:p>
            <a:r>
              <a:rPr lang="en-GB" dirty="0">
                <a:solidFill>
                  <a:schemeClr val="accent6">
                    <a:lumMod val="50000"/>
                  </a:schemeClr>
                </a:solidFill>
              </a:rPr>
              <a:t>The most commonly used quantiles have special names:</a:t>
            </a:r>
          </a:p>
          <a:p>
            <a:pPr lvl="1"/>
            <a:r>
              <a:rPr lang="en-GB" dirty="0">
                <a:solidFill>
                  <a:schemeClr val="accent6">
                    <a:lumMod val="50000"/>
                  </a:schemeClr>
                </a:solidFill>
              </a:rPr>
              <a:t>Quartiles (4-quantiles): Three quartiles split the data into four parts.</a:t>
            </a:r>
          </a:p>
          <a:p>
            <a:pPr lvl="1"/>
            <a:r>
              <a:rPr lang="en-GB" dirty="0">
                <a:solidFill>
                  <a:schemeClr val="accent6">
                    <a:lumMod val="50000"/>
                  </a:schemeClr>
                </a:solidFill>
              </a:rPr>
              <a:t>Deciles (10-quantiles): Nine deciles split the data into 10 parts.</a:t>
            </a:r>
          </a:p>
          <a:p>
            <a:pPr lvl="1"/>
            <a:r>
              <a:rPr lang="en-GB" dirty="0">
                <a:solidFill>
                  <a:schemeClr val="accent6">
                    <a:lumMod val="50000"/>
                  </a:schemeClr>
                </a:solidFill>
              </a:rPr>
              <a:t>Percentiles (100-quantiles): 99 percentiles split the data into 100 parts.</a:t>
            </a:r>
          </a:p>
        </p:txBody>
      </p:sp>
      <p:sp>
        <p:nvSpPr>
          <p:cNvPr id="6" name="Footer Placeholder 5">
            <a:extLst>
              <a:ext uri="{FF2B5EF4-FFF2-40B4-BE49-F238E27FC236}">
                <a16:creationId xmlns:a16="http://schemas.microsoft.com/office/drawing/2014/main" id="{BBD572A0-70AA-71EB-1531-FF1E1EC020E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2F32E96A-F3DB-39AC-B77A-9D0AE5D551B8}"/>
              </a:ext>
            </a:extLst>
          </p:cNvPr>
          <p:cNvSpPr>
            <a:spLocks noGrp="1"/>
          </p:cNvSpPr>
          <p:nvPr>
            <p:ph type="sldNum" sz="quarter" idx="4"/>
          </p:nvPr>
        </p:nvSpPr>
        <p:spPr/>
        <p:txBody>
          <a:bodyPr/>
          <a:lstStyle/>
          <a:p>
            <a:fld id="{9FD7ECCF-50E7-4327-B945-FA93FF7B2BEF}" type="slidenum">
              <a:rPr lang="en-US" smtClean="0"/>
              <a:pPr/>
              <a:t>73</a:t>
            </a:fld>
            <a:r>
              <a:rPr lang="en-GB"/>
              <a:t>/80</a:t>
            </a:r>
            <a:endParaRPr lang="en-US" dirty="0"/>
          </a:p>
        </p:txBody>
      </p:sp>
    </p:spTree>
    <p:extLst>
      <p:ext uri="{BB962C8B-B14F-4D97-AF65-F5344CB8AC3E}">
        <p14:creationId xmlns:p14="http://schemas.microsoft.com/office/powerpoint/2010/main" val="15596412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he first quartile (Q1, or the lowest quartile) is the 25th percentile, meaning that 25% of the data falls below the first quartile.&#10;The second quartile (Q2, or the median) is the 50th percentile, meaning that 50% of the data falls below the second quartile.&#10;The third quartile (Q3, or the upper quartile) is the 75th percentile, meaning that 75% of the data falls below the third quartile.&#10;">
            <a:extLst>
              <a:ext uri="{FF2B5EF4-FFF2-40B4-BE49-F238E27FC236}">
                <a16:creationId xmlns:a16="http://schemas.microsoft.com/office/drawing/2014/main" id="{F0D8425E-15EE-FDB3-66B9-12AD9E628D0A}"/>
              </a:ext>
            </a:extLst>
          </p:cNvPr>
          <p:cNvPicPr>
            <a:picLocks noChangeAspect="1"/>
          </p:cNvPicPr>
          <p:nvPr/>
        </p:nvPicPr>
        <p:blipFill>
          <a:blip r:embed="rId2"/>
          <a:stretch>
            <a:fillRect/>
          </a:stretch>
        </p:blipFill>
        <p:spPr>
          <a:xfrm>
            <a:off x="4089766" y="2317715"/>
            <a:ext cx="5058913" cy="3212976"/>
          </a:xfrm>
          <a:prstGeom prst="rect">
            <a:avLst/>
          </a:prstGeom>
        </p:spPr>
      </p:pic>
      <p:sp>
        <p:nvSpPr>
          <p:cNvPr id="2" name="Title 1">
            <a:extLst>
              <a:ext uri="{FF2B5EF4-FFF2-40B4-BE49-F238E27FC236}">
                <a16:creationId xmlns:a16="http://schemas.microsoft.com/office/drawing/2014/main" id="{B00C7305-C538-E31E-8B4D-B5527714EC6F}"/>
              </a:ext>
            </a:extLst>
          </p:cNvPr>
          <p:cNvSpPr>
            <a:spLocks noGrp="1"/>
          </p:cNvSpPr>
          <p:nvPr>
            <p:ph type="title"/>
          </p:nvPr>
        </p:nvSpPr>
        <p:spPr/>
        <p:txBody>
          <a:bodyPr/>
          <a:lstStyle/>
          <a:p>
            <a:r>
              <a:rPr lang="en-GB" dirty="0"/>
              <a:t>Percentile</a:t>
            </a:r>
          </a:p>
        </p:txBody>
      </p:sp>
      <p:sp>
        <p:nvSpPr>
          <p:cNvPr id="3" name="Content Placeholder 2">
            <a:extLst>
              <a:ext uri="{FF2B5EF4-FFF2-40B4-BE49-F238E27FC236}">
                <a16:creationId xmlns:a16="http://schemas.microsoft.com/office/drawing/2014/main" id="{118BE061-C1D3-7531-9B2E-1765E02D280B}"/>
              </a:ext>
            </a:extLst>
          </p:cNvPr>
          <p:cNvSpPr>
            <a:spLocks noGrp="1"/>
          </p:cNvSpPr>
          <p:nvPr>
            <p:ph sz="quarter" idx="1"/>
          </p:nvPr>
        </p:nvSpPr>
        <p:spPr>
          <a:xfrm>
            <a:off x="251520" y="1600200"/>
            <a:ext cx="4032448" cy="4853136"/>
          </a:xfrm>
        </p:spPr>
        <p:txBody>
          <a:bodyPr>
            <a:normAutofit fontScale="70000" lnSpcReduction="20000"/>
          </a:bodyPr>
          <a:lstStyle/>
          <a:p>
            <a:r>
              <a:rPr lang="en-GB" dirty="0">
                <a:solidFill>
                  <a:schemeClr val="accent6">
                    <a:lumMod val="50000"/>
                  </a:schemeClr>
                </a:solidFill>
              </a:rPr>
              <a:t>Quartiles are a type of percentile. A percentile is a value with a certain percentage of the data falling below it. </a:t>
            </a:r>
          </a:p>
          <a:p>
            <a:pPr lvl="1"/>
            <a:r>
              <a:rPr lang="en-GB" dirty="0">
                <a:solidFill>
                  <a:schemeClr val="accent6">
                    <a:lumMod val="50000"/>
                  </a:schemeClr>
                </a:solidFill>
              </a:rPr>
              <a:t>The </a:t>
            </a:r>
            <a:r>
              <a:rPr lang="en-GB" b="1" dirty="0">
                <a:solidFill>
                  <a:schemeClr val="accent6">
                    <a:lumMod val="50000"/>
                  </a:schemeClr>
                </a:solidFill>
              </a:rPr>
              <a:t>first quartile </a:t>
            </a:r>
            <a:r>
              <a:rPr lang="en-GB" dirty="0">
                <a:solidFill>
                  <a:schemeClr val="accent6">
                    <a:lumMod val="50000"/>
                  </a:schemeClr>
                </a:solidFill>
              </a:rPr>
              <a:t>(Q1, or the lowest quartile) is the </a:t>
            </a:r>
            <a:r>
              <a:rPr lang="en-GB" b="1" dirty="0">
                <a:solidFill>
                  <a:schemeClr val="accent2">
                    <a:lumMod val="75000"/>
                  </a:schemeClr>
                </a:solidFill>
              </a:rPr>
              <a:t>25th percentile</a:t>
            </a:r>
            <a:r>
              <a:rPr lang="en-GB" dirty="0">
                <a:solidFill>
                  <a:schemeClr val="accent6">
                    <a:lumMod val="50000"/>
                  </a:schemeClr>
                </a:solidFill>
              </a:rPr>
              <a:t>, meaning that 25% of the data falls below the first quartile.</a:t>
            </a:r>
          </a:p>
          <a:p>
            <a:pPr lvl="1"/>
            <a:r>
              <a:rPr lang="en-GB" dirty="0">
                <a:solidFill>
                  <a:schemeClr val="accent6">
                    <a:lumMod val="50000"/>
                  </a:schemeClr>
                </a:solidFill>
              </a:rPr>
              <a:t>The </a:t>
            </a:r>
            <a:r>
              <a:rPr lang="en-GB" b="1" dirty="0">
                <a:solidFill>
                  <a:schemeClr val="accent6">
                    <a:lumMod val="50000"/>
                  </a:schemeClr>
                </a:solidFill>
              </a:rPr>
              <a:t>second quartile </a:t>
            </a:r>
            <a:r>
              <a:rPr lang="en-GB" dirty="0">
                <a:solidFill>
                  <a:schemeClr val="accent6">
                    <a:lumMod val="50000"/>
                  </a:schemeClr>
                </a:solidFill>
              </a:rPr>
              <a:t>(Q2, or the median) is the </a:t>
            </a:r>
            <a:r>
              <a:rPr lang="en-GB" b="1" dirty="0">
                <a:solidFill>
                  <a:schemeClr val="accent2">
                    <a:lumMod val="75000"/>
                  </a:schemeClr>
                </a:solidFill>
              </a:rPr>
              <a:t>50th percentile</a:t>
            </a:r>
            <a:r>
              <a:rPr lang="en-GB" dirty="0">
                <a:solidFill>
                  <a:schemeClr val="accent6">
                    <a:lumMod val="50000"/>
                  </a:schemeClr>
                </a:solidFill>
              </a:rPr>
              <a:t>, meaning that 50% of the data falls below the second quartile.</a:t>
            </a:r>
          </a:p>
          <a:p>
            <a:pPr lvl="1"/>
            <a:r>
              <a:rPr lang="en-GB" dirty="0">
                <a:solidFill>
                  <a:schemeClr val="accent6">
                    <a:lumMod val="50000"/>
                  </a:schemeClr>
                </a:solidFill>
              </a:rPr>
              <a:t>The </a:t>
            </a:r>
            <a:r>
              <a:rPr lang="en-GB" b="1" dirty="0">
                <a:solidFill>
                  <a:schemeClr val="accent6">
                    <a:lumMod val="50000"/>
                  </a:schemeClr>
                </a:solidFill>
              </a:rPr>
              <a:t>third quartile </a:t>
            </a:r>
            <a:r>
              <a:rPr lang="en-GB" dirty="0">
                <a:solidFill>
                  <a:schemeClr val="accent6">
                    <a:lumMod val="50000"/>
                  </a:schemeClr>
                </a:solidFill>
              </a:rPr>
              <a:t>(Q3, or the upper quartile) is the </a:t>
            </a:r>
            <a:r>
              <a:rPr lang="en-GB" b="1" dirty="0">
                <a:solidFill>
                  <a:schemeClr val="accent2">
                    <a:lumMod val="75000"/>
                  </a:schemeClr>
                </a:solidFill>
              </a:rPr>
              <a:t>75th percentile</a:t>
            </a:r>
            <a:r>
              <a:rPr lang="en-GB" dirty="0">
                <a:solidFill>
                  <a:schemeClr val="accent6">
                    <a:lumMod val="50000"/>
                  </a:schemeClr>
                </a:solidFill>
              </a:rPr>
              <a:t>, meaning that 75% of the data falls below the third quartile.</a:t>
            </a:r>
          </a:p>
        </p:txBody>
      </p:sp>
      <p:sp>
        <p:nvSpPr>
          <p:cNvPr id="6" name="Footer Placeholder 5">
            <a:extLst>
              <a:ext uri="{FF2B5EF4-FFF2-40B4-BE49-F238E27FC236}">
                <a16:creationId xmlns:a16="http://schemas.microsoft.com/office/drawing/2014/main" id="{6E390753-A66D-39BE-0C14-047E1B153DC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3A26BD5D-AC82-FF6B-5E16-CA5B1B225F1A}"/>
              </a:ext>
            </a:extLst>
          </p:cNvPr>
          <p:cNvSpPr>
            <a:spLocks noGrp="1"/>
          </p:cNvSpPr>
          <p:nvPr>
            <p:ph type="sldNum" sz="quarter" idx="4"/>
          </p:nvPr>
        </p:nvSpPr>
        <p:spPr/>
        <p:txBody>
          <a:bodyPr/>
          <a:lstStyle/>
          <a:p>
            <a:fld id="{9FD7ECCF-50E7-4327-B945-FA93FF7B2BEF}" type="slidenum">
              <a:rPr lang="en-US" smtClean="0"/>
              <a:pPr/>
              <a:t>74</a:t>
            </a:fld>
            <a:r>
              <a:rPr lang="en-GB"/>
              <a:t>/80</a:t>
            </a:r>
            <a:endParaRPr lang="en-US" dirty="0"/>
          </a:p>
        </p:txBody>
      </p:sp>
    </p:spTree>
    <p:extLst>
      <p:ext uri="{BB962C8B-B14F-4D97-AF65-F5344CB8AC3E}">
        <p14:creationId xmlns:p14="http://schemas.microsoft.com/office/powerpoint/2010/main" val="31286847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3AB2A-56EC-8437-E627-BAEE1A5787F3}"/>
              </a:ext>
            </a:extLst>
          </p:cNvPr>
          <p:cNvSpPr>
            <a:spLocks noGrp="1"/>
          </p:cNvSpPr>
          <p:nvPr>
            <p:ph type="title"/>
          </p:nvPr>
        </p:nvSpPr>
        <p:spPr>
          <a:xfrm>
            <a:off x="533400" y="244669"/>
            <a:ext cx="8153400" cy="990600"/>
          </a:xfrm>
        </p:spPr>
        <p:txBody>
          <a:bodyPr>
            <a:noAutofit/>
          </a:bodyPr>
          <a:lstStyle/>
          <a:p>
            <a:r>
              <a:rPr lang="en-GB" sz="3600" dirty="0"/>
              <a:t>What measures of central tendency to use?</a:t>
            </a:r>
          </a:p>
        </p:txBody>
      </p:sp>
      <p:sp>
        <p:nvSpPr>
          <p:cNvPr id="3" name="Content Placeholder 2">
            <a:extLst>
              <a:ext uri="{FF2B5EF4-FFF2-40B4-BE49-F238E27FC236}">
                <a16:creationId xmlns:a16="http://schemas.microsoft.com/office/drawing/2014/main" id="{84A0AA52-55EE-5C19-D5AD-5F03B7AABC86}"/>
              </a:ext>
            </a:extLst>
          </p:cNvPr>
          <p:cNvSpPr>
            <a:spLocks noGrp="1"/>
          </p:cNvSpPr>
          <p:nvPr>
            <p:ph sz="quarter" idx="1"/>
          </p:nvPr>
        </p:nvSpPr>
        <p:spPr/>
        <p:txBody>
          <a:bodyPr>
            <a:normAutofit/>
          </a:bodyPr>
          <a:lstStyle/>
          <a:p>
            <a:r>
              <a:rPr lang="en-GB" dirty="0"/>
              <a:t>The measures of central tendency you can use depends on the level of measurement of your data.</a:t>
            </a:r>
          </a:p>
          <a:p>
            <a:endParaRPr lang="en-GB" dirty="0"/>
          </a:p>
        </p:txBody>
      </p:sp>
      <p:graphicFrame>
        <p:nvGraphicFramePr>
          <p:cNvPr id="6" name="Table 5">
            <a:extLst>
              <a:ext uri="{FF2B5EF4-FFF2-40B4-BE49-F238E27FC236}">
                <a16:creationId xmlns:a16="http://schemas.microsoft.com/office/drawing/2014/main" id="{956117B1-41A5-1868-390F-BF11416759A6}"/>
              </a:ext>
            </a:extLst>
          </p:cNvPr>
          <p:cNvGraphicFramePr>
            <a:graphicFrameLocks noGrp="1"/>
          </p:cNvGraphicFramePr>
          <p:nvPr>
            <p:extLst>
              <p:ext uri="{D42A27DB-BD31-4B8C-83A1-F6EECF244321}">
                <p14:modId xmlns:p14="http://schemas.microsoft.com/office/powerpoint/2010/main" val="1184018554"/>
              </p:ext>
            </p:extLst>
          </p:nvPr>
        </p:nvGraphicFramePr>
        <p:xfrm>
          <a:off x="500964" y="3171510"/>
          <a:ext cx="8266576" cy="2063401"/>
        </p:xfrm>
        <a:graphic>
          <a:graphicData uri="http://schemas.openxmlformats.org/drawingml/2006/table">
            <a:tbl>
              <a:tblPr firstRow="1" bandRow="1">
                <a:tableStyleId>{21E4AEA4-8DFA-4A89-87EB-49C32662AFE0}</a:tableStyleId>
              </a:tblPr>
              <a:tblGrid>
                <a:gridCol w="2448271">
                  <a:extLst>
                    <a:ext uri="{9D8B030D-6E8A-4147-A177-3AD203B41FA5}">
                      <a16:colId xmlns:a16="http://schemas.microsoft.com/office/drawing/2014/main" val="3220495663"/>
                    </a:ext>
                  </a:extLst>
                </a:gridCol>
                <a:gridCol w="1944216">
                  <a:extLst>
                    <a:ext uri="{9D8B030D-6E8A-4147-A177-3AD203B41FA5}">
                      <a16:colId xmlns:a16="http://schemas.microsoft.com/office/drawing/2014/main" val="2293711039"/>
                    </a:ext>
                  </a:extLst>
                </a:gridCol>
                <a:gridCol w="1872208">
                  <a:extLst>
                    <a:ext uri="{9D8B030D-6E8A-4147-A177-3AD203B41FA5}">
                      <a16:colId xmlns:a16="http://schemas.microsoft.com/office/drawing/2014/main" val="3404767022"/>
                    </a:ext>
                  </a:extLst>
                </a:gridCol>
                <a:gridCol w="2001881">
                  <a:extLst>
                    <a:ext uri="{9D8B030D-6E8A-4147-A177-3AD203B41FA5}">
                      <a16:colId xmlns:a16="http://schemas.microsoft.com/office/drawing/2014/main" val="4196155370"/>
                    </a:ext>
                  </a:extLst>
                </a:gridCol>
              </a:tblGrid>
              <a:tr h="596401">
                <a:tc>
                  <a:txBody>
                    <a:bodyPr/>
                    <a:lstStyle/>
                    <a:p>
                      <a:endParaRPr lang="en-GB" dirty="0"/>
                    </a:p>
                  </a:txBody>
                  <a:tcPr anchor="ctr"/>
                </a:tc>
                <a:tc>
                  <a:txBody>
                    <a:bodyPr/>
                    <a:lstStyle/>
                    <a:p>
                      <a:pPr algn="ctr"/>
                      <a:r>
                        <a:rPr lang="en-GB" dirty="0"/>
                        <a:t>Mean</a:t>
                      </a:r>
                      <a:br>
                        <a:rPr lang="en-GB" dirty="0"/>
                      </a:br>
                      <a:r>
                        <a:rPr lang="en-GB" dirty="0"/>
                        <a:t>[</a:t>
                      </a:r>
                      <a:r>
                        <a:rPr kumimoji="0" lang="en-GB" b="0" kern="1200" dirty="0">
                          <a:solidFill>
                            <a:schemeClr val="lt1"/>
                          </a:solidFill>
                          <a:effectLst/>
                        </a:rPr>
                        <a:t>the average of a data set</a:t>
                      </a:r>
                      <a:r>
                        <a:rPr lang="en-GB" dirty="0"/>
                        <a:t>]</a:t>
                      </a:r>
                    </a:p>
                  </a:txBody>
                  <a:tcPr anchor="ctr"/>
                </a:tc>
                <a:tc>
                  <a:txBody>
                    <a:bodyPr/>
                    <a:lstStyle/>
                    <a:p>
                      <a:pPr algn="ctr"/>
                      <a:r>
                        <a:rPr lang="en-GB" dirty="0"/>
                        <a:t>Median</a:t>
                      </a:r>
                      <a:br>
                        <a:rPr lang="en-GB" dirty="0"/>
                      </a:br>
                      <a:r>
                        <a:rPr lang="en-GB" dirty="0"/>
                        <a:t>[</a:t>
                      </a:r>
                      <a:r>
                        <a:rPr kumimoji="0" lang="en-GB" b="0" kern="1200" dirty="0">
                          <a:solidFill>
                            <a:schemeClr val="lt1"/>
                          </a:solidFill>
                          <a:effectLst/>
                        </a:rPr>
                        <a:t>the middle</a:t>
                      </a:r>
                      <a:r>
                        <a:rPr lang="en-GB" dirty="0"/>
                        <a:t>]</a:t>
                      </a:r>
                    </a:p>
                  </a:txBody>
                  <a:tcPr anchor="ctr"/>
                </a:tc>
                <a:tc>
                  <a:txBody>
                    <a:bodyPr/>
                    <a:lstStyle/>
                    <a:p>
                      <a:pPr algn="ctr"/>
                      <a:r>
                        <a:rPr lang="en-GB" dirty="0"/>
                        <a:t>Mode</a:t>
                      </a:r>
                      <a:br>
                        <a:rPr lang="en-GB" dirty="0"/>
                      </a:br>
                      <a:r>
                        <a:rPr lang="en-GB" dirty="0"/>
                        <a:t>[</a:t>
                      </a:r>
                      <a:r>
                        <a:rPr kumimoji="0" lang="en-GB" b="0" kern="1200" dirty="0">
                          <a:solidFill>
                            <a:schemeClr val="lt1"/>
                          </a:solidFill>
                          <a:effectLst/>
                        </a:rPr>
                        <a:t>the most frequent value</a:t>
                      </a:r>
                      <a:r>
                        <a:rPr lang="en-GB" dirty="0"/>
                        <a:t>]</a:t>
                      </a:r>
                    </a:p>
                  </a:txBody>
                  <a:tcPr anchor="ctr"/>
                </a:tc>
                <a:extLst>
                  <a:ext uri="{0D108BD9-81ED-4DB2-BD59-A6C34878D82A}">
                    <a16:rowId xmlns:a16="http://schemas.microsoft.com/office/drawing/2014/main" val="1717173367"/>
                  </a:ext>
                </a:extLst>
              </a:tr>
              <a:tr h="238560">
                <a:tc>
                  <a:txBody>
                    <a:bodyPr/>
                    <a:lstStyle/>
                    <a:p>
                      <a:r>
                        <a:rPr lang="en-GB" dirty="0"/>
                        <a:t>Nominal</a:t>
                      </a:r>
                    </a:p>
                  </a:txBody>
                  <a:tcPr/>
                </a:tc>
                <a:tc>
                  <a:txBody>
                    <a:bodyPr/>
                    <a:lstStyle/>
                    <a:p>
                      <a:pPr algn="ctr"/>
                      <a:endParaRPr lang="en-GB" dirty="0"/>
                    </a:p>
                  </a:txBody>
                  <a:tcPr/>
                </a:tc>
                <a:tc>
                  <a:txBody>
                    <a:bodyPr/>
                    <a:lstStyle/>
                    <a:p>
                      <a:pPr algn="ctr"/>
                      <a:endParaRPr lang="en-GB" dirty="0"/>
                    </a:p>
                  </a:txBody>
                  <a:tcPr/>
                </a:tc>
                <a:tc>
                  <a:txBody>
                    <a:bodyPr/>
                    <a:lstStyle/>
                    <a:p>
                      <a:pPr algn="ctr"/>
                      <a:r>
                        <a:rPr lang="en-GB" dirty="0">
                          <a:sym typeface="Wingdings" panose="05000000000000000000" pitchFamily="2" charset="2"/>
                        </a:rPr>
                        <a:t></a:t>
                      </a:r>
                      <a:endParaRPr lang="en-GB" dirty="0"/>
                    </a:p>
                  </a:txBody>
                  <a:tcPr/>
                </a:tc>
                <a:extLst>
                  <a:ext uri="{0D108BD9-81ED-4DB2-BD59-A6C34878D82A}">
                    <a16:rowId xmlns:a16="http://schemas.microsoft.com/office/drawing/2014/main" val="1343571123"/>
                  </a:ext>
                </a:extLst>
              </a:tr>
              <a:tr h="417481">
                <a:tc>
                  <a:txBody>
                    <a:bodyPr/>
                    <a:lstStyle/>
                    <a:p>
                      <a:r>
                        <a:rPr lang="en-GB" dirty="0"/>
                        <a:t>Ordinal or ranked data</a:t>
                      </a:r>
                    </a:p>
                  </a:txBody>
                  <a:tcPr/>
                </a:tc>
                <a:tc>
                  <a:txBody>
                    <a:bodyPr/>
                    <a:lstStyle/>
                    <a:p>
                      <a:pPr algn="ct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extLst>
                  <a:ext uri="{0D108BD9-81ED-4DB2-BD59-A6C34878D82A}">
                    <a16:rowId xmlns:a16="http://schemas.microsoft.com/office/drawing/2014/main" val="2400296219"/>
                  </a:ext>
                </a:extLst>
              </a:tr>
              <a:tr h="288324">
                <a:tc>
                  <a:txBody>
                    <a:bodyPr/>
                    <a:lstStyle/>
                    <a:p>
                      <a:r>
                        <a:rPr lang="en-GB" dirty="0"/>
                        <a:t>Interval, ratio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extLst>
                  <a:ext uri="{0D108BD9-81ED-4DB2-BD59-A6C34878D82A}">
                    <a16:rowId xmlns:a16="http://schemas.microsoft.com/office/drawing/2014/main" val="3970842707"/>
                  </a:ext>
                </a:extLst>
              </a:tr>
            </a:tbl>
          </a:graphicData>
        </a:graphic>
      </p:graphicFrame>
      <p:sp>
        <p:nvSpPr>
          <p:cNvPr id="7" name="Footer Placeholder 6">
            <a:extLst>
              <a:ext uri="{FF2B5EF4-FFF2-40B4-BE49-F238E27FC236}">
                <a16:creationId xmlns:a16="http://schemas.microsoft.com/office/drawing/2014/main" id="{F6C268EE-B392-4A55-B0B1-6D17E03A904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F53B68B3-31DA-1091-AE09-3577E858EE99}"/>
              </a:ext>
            </a:extLst>
          </p:cNvPr>
          <p:cNvSpPr>
            <a:spLocks noGrp="1"/>
          </p:cNvSpPr>
          <p:nvPr>
            <p:ph type="sldNum" sz="quarter" idx="4"/>
          </p:nvPr>
        </p:nvSpPr>
        <p:spPr/>
        <p:txBody>
          <a:bodyPr/>
          <a:lstStyle/>
          <a:p>
            <a:fld id="{9FD7ECCF-50E7-4327-B945-FA93FF7B2BEF}" type="slidenum">
              <a:rPr lang="en-US" smtClean="0"/>
              <a:pPr/>
              <a:t>75</a:t>
            </a:fld>
            <a:r>
              <a:rPr lang="en-GB"/>
              <a:t>/80</a:t>
            </a:r>
            <a:endParaRPr lang="en-US" dirty="0"/>
          </a:p>
        </p:txBody>
      </p:sp>
    </p:spTree>
    <p:extLst>
      <p:ext uri="{BB962C8B-B14F-4D97-AF65-F5344CB8AC3E}">
        <p14:creationId xmlns:p14="http://schemas.microsoft.com/office/powerpoint/2010/main" val="22926453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how to make a graph based on the data">
            <a:extLst>
              <a:ext uri="{FF2B5EF4-FFF2-40B4-BE49-F238E27FC236}">
                <a16:creationId xmlns:a16="http://schemas.microsoft.com/office/drawing/2014/main" id="{AE150F52-6E99-BDF8-C4E5-931568DD6998}"/>
              </a:ext>
            </a:extLst>
          </p:cNvPr>
          <p:cNvPicPr>
            <a:picLocks noChangeAspect="1"/>
          </p:cNvPicPr>
          <p:nvPr/>
        </p:nvPicPr>
        <p:blipFill>
          <a:blip r:embed="rId2"/>
          <a:stretch>
            <a:fillRect/>
          </a:stretch>
        </p:blipFill>
        <p:spPr>
          <a:xfrm>
            <a:off x="4860032" y="1556792"/>
            <a:ext cx="4104456" cy="4961753"/>
          </a:xfrm>
          <a:prstGeom prst="rect">
            <a:avLst/>
          </a:prstGeom>
        </p:spPr>
      </p:pic>
      <p:sp>
        <p:nvSpPr>
          <p:cNvPr id="2" name="Title 1">
            <a:extLst>
              <a:ext uri="{FF2B5EF4-FFF2-40B4-BE49-F238E27FC236}">
                <a16:creationId xmlns:a16="http://schemas.microsoft.com/office/drawing/2014/main" id="{D0A520D3-4205-B63D-23DA-025E672D3202}"/>
              </a:ext>
            </a:extLst>
          </p:cNvPr>
          <p:cNvSpPr>
            <a:spLocks noGrp="1"/>
          </p:cNvSpPr>
          <p:nvPr>
            <p:ph type="title"/>
          </p:nvPr>
        </p:nvSpPr>
        <p:spPr/>
        <p:txBody>
          <a:bodyPr/>
          <a:lstStyle/>
          <a:p>
            <a:r>
              <a:rPr lang="en-GB" dirty="0"/>
              <a:t>What graph do we plot?</a:t>
            </a:r>
          </a:p>
        </p:txBody>
      </p:sp>
      <p:graphicFrame>
        <p:nvGraphicFramePr>
          <p:cNvPr id="19" name="Table 18">
            <a:extLst>
              <a:ext uri="{FF2B5EF4-FFF2-40B4-BE49-F238E27FC236}">
                <a16:creationId xmlns:a16="http://schemas.microsoft.com/office/drawing/2014/main" id="{36C4220C-D40A-A1AF-6B5C-198F4B829B88}"/>
              </a:ext>
            </a:extLst>
          </p:cNvPr>
          <p:cNvGraphicFramePr>
            <a:graphicFrameLocks noGrp="1"/>
          </p:cNvGraphicFramePr>
          <p:nvPr>
            <p:extLst>
              <p:ext uri="{D42A27DB-BD31-4B8C-83A1-F6EECF244321}">
                <p14:modId xmlns:p14="http://schemas.microsoft.com/office/powerpoint/2010/main" val="2081143608"/>
              </p:ext>
            </p:extLst>
          </p:nvPr>
        </p:nvGraphicFramePr>
        <p:xfrm>
          <a:off x="234142" y="1772816"/>
          <a:ext cx="4752529" cy="2985382"/>
        </p:xfrm>
        <a:graphic>
          <a:graphicData uri="http://schemas.openxmlformats.org/drawingml/2006/table">
            <a:tbl>
              <a:tblPr>
                <a:tableStyleId>{775DCB02-9BB8-47FD-8907-85C794F793BA}</a:tableStyleId>
              </a:tblPr>
              <a:tblGrid>
                <a:gridCol w="1056119">
                  <a:extLst>
                    <a:ext uri="{9D8B030D-6E8A-4147-A177-3AD203B41FA5}">
                      <a16:colId xmlns:a16="http://schemas.microsoft.com/office/drawing/2014/main" val="788645378"/>
                    </a:ext>
                  </a:extLst>
                </a:gridCol>
                <a:gridCol w="1206991">
                  <a:extLst>
                    <a:ext uri="{9D8B030D-6E8A-4147-A177-3AD203B41FA5}">
                      <a16:colId xmlns:a16="http://schemas.microsoft.com/office/drawing/2014/main" val="2439148537"/>
                    </a:ext>
                  </a:extLst>
                </a:gridCol>
                <a:gridCol w="1206991">
                  <a:extLst>
                    <a:ext uri="{9D8B030D-6E8A-4147-A177-3AD203B41FA5}">
                      <a16:colId xmlns:a16="http://schemas.microsoft.com/office/drawing/2014/main" val="593189410"/>
                    </a:ext>
                  </a:extLst>
                </a:gridCol>
                <a:gridCol w="1282428">
                  <a:extLst>
                    <a:ext uri="{9D8B030D-6E8A-4147-A177-3AD203B41FA5}">
                      <a16:colId xmlns:a16="http://schemas.microsoft.com/office/drawing/2014/main" val="2046423770"/>
                    </a:ext>
                  </a:extLst>
                </a:gridCol>
              </a:tblGrid>
              <a:tr h="406340">
                <a:tc>
                  <a:txBody>
                    <a:bodyPr/>
                    <a:lstStyle/>
                    <a:p>
                      <a:r>
                        <a:rPr lang="en-GB" sz="1400" b="1">
                          <a:effectLst/>
                        </a:rPr>
                        <a:t>Name</a:t>
                      </a:r>
                    </a:p>
                  </a:txBody>
                  <a:tcPr marL="123825" marR="123825" marT="57150" marB="57150" anchor="ctr"/>
                </a:tc>
                <a:tc>
                  <a:txBody>
                    <a:bodyPr/>
                    <a:lstStyle/>
                    <a:p>
                      <a:r>
                        <a:rPr lang="en-GB" sz="1400" b="1">
                          <a:effectLst/>
                        </a:rPr>
                        <a:t>Type</a:t>
                      </a:r>
                    </a:p>
                  </a:txBody>
                  <a:tcPr marL="123825" marR="123825" marT="57150" marB="57150" anchor="ctr"/>
                </a:tc>
                <a:tc>
                  <a:txBody>
                    <a:bodyPr/>
                    <a:lstStyle/>
                    <a:p>
                      <a:r>
                        <a:rPr lang="en-GB" sz="1400" b="1">
                          <a:effectLst/>
                        </a:rPr>
                        <a:t>Appearance</a:t>
                      </a:r>
                    </a:p>
                  </a:txBody>
                  <a:tcPr marL="123825" marR="123825" marT="57150" marB="57150" anchor="ctr"/>
                </a:tc>
                <a:tc>
                  <a:txBody>
                    <a:bodyPr/>
                    <a:lstStyle/>
                    <a:p>
                      <a:r>
                        <a:rPr lang="en-GB" sz="1400" b="1">
                          <a:effectLst/>
                        </a:rPr>
                        <a:t>Examples</a:t>
                      </a:r>
                    </a:p>
                  </a:txBody>
                  <a:tcPr marL="123825" marR="123825" marT="57150" marB="57150" anchor="ctr"/>
                </a:tc>
                <a:extLst>
                  <a:ext uri="{0D108BD9-81ED-4DB2-BD59-A6C34878D82A}">
                    <a16:rowId xmlns:a16="http://schemas.microsoft.com/office/drawing/2014/main" val="2348130238"/>
                  </a:ext>
                </a:extLst>
              </a:tr>
              <a:tr h="168758">
                <a:tc>
                  <a:txBody>
                    <a:bodyPr/>
                    <a:lstStyle/>
                    <a:p>
                      <a:r>
                        <a:rPr lang="en-GB" sz="1400">
                          <a:effectLst/>
                        </a:rPr>
                        <a:t>Discrete</a:t>
                      </a:r>
                    </a:p>
                  </a:txBody>
                  <a:tcPr marL="123825" marR="123825" marT="57150" marB="57150" anchor="ctr"/>
                </a:tc>
                <a:tc>
                  <a:txBody>
                    <a:bodyPr/>
                    <a:lstStyle/>
                    <a:p>
                      <a:r>
                        <a:rPr lang="en-GB" sz="1400">
                          <a:effectLst/>
                        </a:rPr>
                        <a:t>Numeric</a:t>
                      </a:r>
                    </a:p>
                  </a:txBody>
                  <a:tcPr marL="123825" marR="123825" marT="57150" marB="57150" anchor="ctr"/>
                </a:tc>
                <a:tc>
                  <a:txBody>
                    <a:bodyPr/>
                    <a:lstStyle/>
                    <a:p>
                      <a:r>
                        <a:rPr lang="en-GB" sz="1400">
                          <a:effectLst/>
                        </a:rPr>
                        <a:t>Integers</a:t>
                      </a:r>
                    </a:p>
                  </a:txBody>
                  <a:tcPr marL="123825" marR="123825" marT="57150" marB="57150" anchor="ctr"/>
                </a:tc>
                <a:tc>
                  <a:txBody>
                    <a:bodyPr/>
                    <a:lstStyle/>
                    <a:p>
                      <a:r>
                        <a:rPr lang="en-GB" sz="1400" dirty="0">
                          <a:effectLst/>
                        </a:rPr>
                        <a:t>pairs of shoes, books owned, children</a:t>
                      </a:r>
                    </a:p>
                  </a:txBody>
                  <a:tcPr marL="123825" marR="123825" marT="57150" marB="57150" anchor="ctr"/>
                </a:tc>
                <a:extLst>
                  <a:ext uri="{0D108BD9-81ED-4DB2-BD59-A6C34878D82A}">
                    <a16:rowId xmlns:a16="http://schemas.microsoft.com/office/drawing/2014/main" val="2276675785"/>
                  </a:ext>
                </a:extLst>
              </a:tr>
              <a:tr h="0">
                <a:tc>
                  <a:txBody>
                    <a:bodyPr/>
                    <a:lstStyle/>
                    <a:p>
                      <a:r>
                        <a:rPr lang="en-GB" sz="1400">
                          <a:effectLst/>
                        </a:rPr>
                        <a:t>Continuous</a:t>
                      </a:r>
                    </a:p>
                  </a:txBody>
                  <a:tcPr marL="123825" marR="123825" marT="57150" marB="57150" anchor="ctr"/>
                </a:tc>
                <a:tc>
                  <a:txBody>
                    <a:bodyPr/>
                    <a:lstStyle/>
                    <a:p>
                      <a:r>
                        <a:rPr lang="en-GB" sz="1400">
                          <a:effectLst/>
                        </a:rPr>
                        <a:t>Numeric</a:t>
                      </a:r>
                    </a:p>
                  </a:txBody>
                  <a:tcPr marL="123825" marR="123825" marT="57150" marB="57150" anchor="ctr"/>
                </a:tc>
                <a:tc>
                  <a:txBody>
                    <a:bodyPr/>
                    <a:lstStyle/>
                    <a:p>
                      <a:r>
                        <a:rPr lang="en-GB" sz="1400">
                          <a:effectLst/>
                        </a:rPr>
                        <a:t>Decimals</a:t>
                      </a:r>
                    </a:p>
                  </a:txBody>
                  <a:tcPr marL="123825" marR="123825" marT="57150" marB="57150" anchor="ctr"/>
                </a:tc>
                <a:tc>
                  <a:txBody>
                    <a:bodyPr/>
                    <a:lstStyle/>
                    <a:p>
                      <a:r>
                        <a:rPr lang="en-GB" sz="1400">
                          <a:effectLst/>
                        </a:rPr>
                        <a:t>Time spent, speed, weight</a:t>
                      </a:r>
                    </a:p>
                  </a:txBody>
                  <a:tcPr marL="123825" marR="123825" marT="57150" marB="57150" anchor="ctr"/>
                </a:tc>
                <a:extLst>
                  <a:ext uri="{0D108BD9-81ED-4DB2-BD59-A6C34878D82A}">
                    <a16:rowId xmlns:a16="http://schemas.microsoft.com/office/drawing/2014/main" val="3775891248"/>
                  </a:ext>
                </a:extLst>
              </a:tr>
              <a:tr h="0">
                <a:tc>
                  <a:txBody>
                    <a:bodyPr/>
                    <a:lstStyle/>
                    <a:p>
                      <a:r>
                        <a:rPr lang="en-GB" sz="1400">
                          <a:effectLst/>
                        </a:rPr>
                        <a:t>Nominal</a:t>
                      </a:r>
                    </a:p>
                  </a:txBody>
                  <a:tcPr marL="123825" marR="123825" marT="57150" marB="57150" anchor="ctr"/>
                </a:tc>
                <a:tc>
                  <a:txBody>
                    <a:bodyPr/>
                    <a:lstStyle/>
                    <a:p>
                      <a:r>
                        <a:rPr lang="en-GB" sz="1400">
                          <a:effectLst/>
                        </a:rPr>
                        <a:t>Categorical</a:t>
                      </a:r>
                    </a:p>
                  </a:txBody>
                  <a:tcPr marL="123825" marR="123825" marT="57150" marB="57150" anchor="ctr"/>
                </a:tc>
                <a:tc>
                  <a:txBody>
                    <a:bodyPr/>
                    <a:lstStyle/>
                    <a:p>
                      <a:r>
                        <a:rPr lang="en-GB" sz="1400">
                          <a:effectLst/>
                        </a:rPr>
                        <a:t>Words no order</a:t>
                      </a:r>
                    </a:p>
                  </a:txBody>
                  <a:tcPr marL="123825" marR="123825" marT="57150" marB="57150" anchor="ctr"/>
                </a:tc>
                <a:tc>
                  <a:txBody>
                    <a:bodyPr/>
                    <a:lstStyle/>
                    <a:p>
                      <a:r>
                        <a:rPr lang="en-GB" sz="1400">
                          <a:effectLst/>
                        </a:rPr>
                        <a:t>Race, shoe color, car type</a:t>
                      </a:r>
                    </a:p>
                  </a:txBody>
                  <a:tcPr marL="123825" marR="123825" marT="57150" marB="57150" anchor="ctr"/>
                </a:tc>
                <a:extLst>
                  <a:ext uri="{0D108BD9-81ED-4DB2-BD59-A6C34878D82A}">
                    <a16:rowId xmlns:a16="http://schemas.microsoft.com/office/drawing/2014/main" val="3161350429"/>
                  </a:ext>
                </a:extLst>
              </a:tr>
              <a:tr h="742622">
                <a:tc>
                  <a:txBody>
                    <a:bodyPr/>
                    <a:lstStyle/>
                    <a:p>
                      <a:r>
                        <a:rPr lang="en-GB" sz="1400">
                          <a:effectLst/>
                        </a:rPr>
                        <a:t>Ordinal</a:t>
                      </a:r>
                    </a:p>
                  </a:txBody>
                  <a:tcPr marL="123825" marR="123825" marT="57150" marB="57150" anchor="ctr"/>
                </a:tc>
                <a:tc>
                  <a:txBody>
                    <a:bodyPr/>
                    <a:lstStyle/>
                    <a:p>
                      <a:r>
                        <a:rPr lang="en-GB" sz="1400">
                          <a:effectLst/>
                        </a:rPr>
                        <a:t>Categorical</a:t>
                      </a:r>
                    </a:p>
                  </a:txBody>
                  <a:tcPr marL="123825" marR="123825" marT="57150" marB="57150" anchor="ctr"/>
                </a:tc>
                <a:tc>
                  <a:txBody>
                    <a:bodyPr/>
                    <a:lstStyle/>
                    <a:p>
                      <a:r>
                        <a:rPr lang="en-GB" sz="1400">
                          <a:effectLst/>
                        </a:rPr>
                        <a:t>Words with order</a:t>
                      </a:r>
                    </a:p>
                  </a:txBody>
                  <a:tcPr marL="123825" marR="123825" marT="57150" marB="57150" anchor="ctr"/>
                </a:tc>
                <a:tc>
                  <a:txBody>
                    <a:bodyPr/>
                    <a:lstStyle/>
                    <a:p>
                      <a:r>
                        <a:rPr lang="en-GB" sz="1400" dirty="0">
                          <a:effectLst/>
                        </a:rPr>
                        <a:t>Education, happiness</a:t>
                      </a:r>
                    </a:p>
                  </a:txBody>
                  <a:tcPr marL="123825" marR="123825" marT="57150" marB="57150" anchor="ctr"/>
                </a:tc>
                <a:extLst>
                  <a:ext uri="{0D108BD9-81ED-4DB2-BD59-A6C34878D82A}">
                    <a16:rowId xmlns:a16="http://schemas.microsoft.com/office/drawing/2014/main" val="4098056715"/>
                  </a:ext>
                </a:extLst>
              </a:tr>
            </a:tbl>
          </a:graphicData>
        </a:graphic>
      </p:graphicFrame>
      <p:sp>
        <p:nvSpPr>
          <p:cNvPr id="4" name="Footer Placeholder 3">
            <a:extLst>
              <a:ext uri="{FF2B5EF4-FFF2-40B4-BE49-F238E27FC236}">
                <a16:creationId xmlns:a16="http://schemas.microsoft.com/office/drawing/2014/main" id="{7038A90D-7FB7-E47C-DACD-9CE9AF7F528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C07BF909-B5D8-1F26-D821-B8754EA2F49B}"/>
              </a:ext>
            </a:extLst>
          </p:cNvPr>
          <p:cNvSpPr>
            <a:spLocks noGrp="1"/>
          </p:cNvSpPr>
          <p:nvPr>
            <p:ph type="sldNum" sz="quarter" idx="4"/>
          </p:nvPr>
        </p:nvSpPr>
        <p:spPr/>
        <p:txBody>
          <a:bodyPr/>
          <a:lstStyle/>
          <a:p>
            <a:fld id="{9FD7ECCF-50E7-4327-B945-FA93FF7B2BEF}" type="slidenum">
              <a:rPr lang="en-US" smtClean="0"/>
              <a:pPr/>
              <a:t>76</a:t>
            </a:fld>
            <a:r>
              <a:rPr lang="en-GB"/>
              <a:t>/80</a:t>
            </a:r>
            <a:endParaRPr lang="en-US" dirty="0"/>
          </a:p>
        </p:txBody>
      </p:sp>
    </p:spTree>
    <p:extLst>
      <p:ext uri="{BB962C8B-B14F-4D97-AF65-F5344CB8AC3E}">
        <p14:creationId xmlns:p14="http://schemas.microsoft.com/office/powerpoint/2010/main" val="36600085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E11346E-BD08-A0E5-612E-30D7A23822D0}"/>
              </a:ext>
            </a:extLst>
          </p:cNvPr>
          <p:cNvSpPr>
            <a:spLocks noGrp="1"/>
          </p:cNvSpPr>
          <p:nvPr>
            <p:ph type="title"/>
          </p:nvPr>
        </p:nvSpPr>
        <p:spPr/>
        <p:txBody>
          <a:bodyPr/>
          <a:lstStyle/>
          <a:p>
            <a:r>
              <a:rPr lang="en-GB" dirty="0"/>
              <a:t>Summary - statistical analysis</a:t>
            </a:r>
          </a:p>
        </p:txBody>
      </p:sp>
      <p:pic>
        <p:nvPicPr>
          <p:cNvPr id="12" name="Picture 11">
            <a:extLst>
              <a:ext uri="{FF2B5EF4-FFF2-40B4-BE49-F238E27FC236}">
                <a16:creationId xmlns:a16="http://schemas.microsoft.com/office/drawing/2014/main" id="{32FAF98D-2E18-5F29-51E4-58703AAB618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77480" y="4963176"/>
            <a:ext cx="1106290" cy="1125132"/>
          </a:xfrm>
          <a:prstGeom prst="rect">
            <a:avLst/>
          </a:prstGeom>
        </p:spPr>
      </p:pic>
      <p:pic>
        <p:nvPicPr>
          <p:cNvPr id="14" name="Picture 13">
            <a:extLst>
              <a:ext uri="{FF2B5EF4-FFF2-40B4-BE49-F238E27FC236}">
                <a16:creationId xmlns:a16="http://schemas.microsoft.com/office/drawing/2014/main" id="{2743B4F0-79AE-6EE0-9890-5F93A60A063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69779" y="1546818"/>
            <a:ext cx="1335236" cy="1096413"/>
          </a:xfrm>
          <a:prstGeom prst="rect">
            <a:avLst/>
          </a:prstGeom>
        </p:spPr>
      </p:pic>
      <p:sp>
        <p:nvSpPr>
          <p:cNvPr id="15" name="TextBox 14">
            <a:extLst>
              <a:ext uri="{FF2B5EF4-FFF2-40B4-BE49-F238E27FC236}">
                <a16:creationId xmlns:a16="http://schemas.microsoft.com/office/drawing/2014/main" id="{C1286C3D-8DDE-B1DF-58A7-A9967BBCF027}"/>
              </a:ext>
            </a:extLst>
          </p:cNvPr>
          <p:cNvSpPr txBox="1"/>
          <p:nvPr/>
        </p:nvSpPr>
        <p:spPr>
          <a:xfrm>
            <a:off x="1321272" y="6024923"/>
            <a:ext cx="1162498" cy="369332"/>
          </a:xfrm>
          <a:prstGeom prst="rect">
            <a:avLst/>
          </a:prstGeom>
          <a:noFill/>
        </p:spPr>
        <p:txBody>
          <a:bodyPr wrap="none" rtlCol="0">
            <a:spAutoFit/>
          </a:bodyPr>
          <a:lstStyle/>
          <a:p>
            <a:pPr algn="ctr"/>
            <a:r>
              <a:rPr lang="en-GB" sz="1800" dirty="0">
                <a:latin typeface="+mn-lt"/>
              </a:rPr>
              <a:t>population</a:t>
            </a:r>
          </a:p>
        </p:txBody>
      </p:sp>
      <p:sp>
        <p:nvSpPr>
          <p:cNvPr id="16" name="TextBox 15">
            <a:extLst>
              <a:ext uri="{FF2B5EF4-FFF2-40B4-BE49-F238E27FC236}">
                <a16:creationId xmlns:a16="http://schemas.microsoft.com/office/drawing/2014/main" id="{91062A5C-8B4A-75FA-A4CD-D2B3CFC6C380}"/>
              </a:ext>
            </a:extLst>
          </p:cNvPr>
          <p:cNvSpPr txBox="1"/>
          <p:nvPr/>
        </p:nvSpPr>
        <p:spPr>
          <a:xfrm>
            <a:off x="1190849" y="2519325"/>
            <a:ext cx="1466221" cy="369332"/>
          </a:xfrm>
          <a:prstGeom prst="rect">
            <a:avLst/>
          </a:prstGeom>
          <a:noFill/>
        </p:spPr>
        <p:txBody>
          <a:bodyPr wrap="square" rtlCol="0">
            <a:spAutoFit/>
          </a:bodyPr>
          <a:lstStyle/>
          <a:p>
            <a:pPr algn="ctr"/>
            <a:r>
              <a:rPr lang="en-GB" sz="1800" dirty="0">
                <a:latin typeface="+mn-lt"/>
              </a:rPr>
              <a:t>sample</a:t>
            </a:r>
          </a:p>
        </p:txBody>
      </p:sp>
      <p:sp>
        <p:nvSpPr>
          <p:cNvPr id="17" name="TextBox 16">
            <a:extLst>
              <a:ext uri="{FF2B5EF4-FFF2-40B4-BE49-F238E27FC236}">
                <a16:creationId xmlns:a16="http://schemas.microsoft.com/office/drawing/2014/main" id="{B60B0439-FF59-B98F-FAC1-D70FFE28982E}"/>
              </a:ext>
            </a:extLst>
          </p:cNvPr>
          <p:cNvSpPr txBox="1"/>
          <p:nvPr/>
        </p:nvSpPr>
        <p:spPr>
          <a:xfrm>
            <a:off x="6228828" y="1996900"/>
            <a:ext cx="1466221"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800" dirty="0">
                <a:latin typeface="+mn-lt"/>
              </a:rPr>
              <a:t>Summary measures</a:t>
            </a:r>
          </a:p>
        </p:txBody>
      </p:sp>
      <p:sp>
        <p:nvSpPr>
          <p:cNvPr id="18" name="TextBox 17">
            <a:extLst>
              <a:ext uri="{FF2B5EF4-FFF2-40B4-BE49-F238E27FC236}">
                <a16:creationId xmlns:a16="http://schemas.microsoft.com/office/drawing/2014/main" id="{835E0261-CE6B-5253-DC20-5A2AFF0CE319}"/>
              </a:ext>
            </a:extLst>
          </p:cNvPr>
          <p:cNvSpPr txBox="1"/>
          <p:nvPr/>
        </p:nvSpPr>
        <p:spPr>
          <a:xfrm>
            <a:off x="6277910" y="5388322"/>
            <a:ext cx="146622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800" dirty="0">
                <a:latin typeface="+mn-lt"/>
              </a:rPr>
              <a:t>Model</a:t>
            </a:r>
          </a:p>
        </p:txBody>
      </p:sp>
      <p:sp>
        <p:nvSpPr>
          <p:cNvPr id="19" name="Arrow: Right 18">
            <a:extLst>
              <a:ext uri="{FF2B5EF4-FFF2-40B4-BE49-F238E27FC236}">
                <a16:creationId xmlns:a16="http://schemas.microsoft.com/office/drawing/2014/main" id="{B32E4430-54F1-F6F3-09E5-FF6844960AC9}"/>
              </a:ext>
            </a:extLst>
          </p:cNvPr>
          <p:cNvSpPr/>
          <p:nvPr/>
        </p:nvSpPr>
        <p:spPr>
          <a:xfrm rot="16200000">
            <a:off x="948080" y="3501982"/>
            <a:ext cx="1942183" cy="7015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Sampling</a:t>
            </a:r>
          </a:p>
        </p:txBody>
      </p:sp>
      <p:sp>
        <p:nvSpPr>
          <p:cNvPr id="20" name="Arrow: Right 19">
            <a:extLst>
              <a:ext uri="{FF2B5EF4-FFF2-40B4-BE49-F238E27FC236}">
                <a16:creationId xmlns:a16="http://schemas.microsoft.com/office/drawing/2014/main" id="{30101E6D-EA2E-2ADE-A7D1-EB2B2FC99DC2}"/>
              </a:ext>
            </a:extLst>
          </p:cNvPr>
          <p:cNvSpPr/>
          <p:nvPr/>
        </p:nvSpPr>
        <p:spPr>
          <a:xfrm>
            <a:off x="3419872" y="2045799"/>
            <a:ext cx="2304256" cy="701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Descriptive statistics</a:t>
            </a:r>
          </a:p>
        </p:txBody>
      </p:sp>
      <p:sp>
        <p:nvSpPr>
          <p:cNvPr id="21" name="Arrow: Right 20">
            <a:extLst>
              <a:ext uri="{FF2B5EF4-FFF2-40B4-BE49-F238E27FC236}">
                <a16:creationId xmlns:a16="http://schemas.microsoft.com/office/drawing/2014/main" id="{6AEE874B-04A5-3B24-B114-006AD2B1D305}"/>
              </a:ext>
            </a:extLst>
          </p:cNvPr>
          <p:cNvSpPr/>
          <p:nvPr/>
        </p:nvSpPr>
        <p:spPr>
          <a:xfrm rot="5400000">
            <a:off x="6039929" y="3681493"/>
            <a:ext cx="1942184" cy="701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Inferential statistics</a:t>
            </a:r>
          </a:p>
        </p:txBody>
      </p:sp>
      <p:sp>
        <p:nvSpPr>
          <p:cNvPr id="22" name="Arrow: Right 21">
            <a:extLst>
              <a:ext uri="{FF2B5EF4-FFF2-40B4-BE49-F238E27FC236}">
                <a16:creationId xmlns:a16="http://schemas.microsoft.com/office/drawing/2014/main" id="{F914E2EC-6D08-490B-F76C-89D9B4FBF290}"/>
              </a:ext>
            </a:extLst>
          </p:cNvPr>
          <p:cNvSpPr/>
          <p:nvPr/>
        </p:nvSpPr>
        <p:spPr>
          <a:xfrm flipH="1">
            <a:off x="3223352" y="5226830"/>
            <a:ext cx="2419973" cy="701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Prediction</a:t>
            </a:r>
          </a:p>
        </p:txBody>
      </p:sp>
      <p:sp>
        <p:nvSpPr>
          <p:cNvPr id="4" name="Footer Placeholder 3">
            <a:extLst>
              <a:ext uri="{FF2B5EF4-FFF2-40B4-BE49-F238E27FC236}">
                <a16:creationId xmlns:a16="http://schemas.microsoft.com/office/drawing/2014/main" id="{2506F7D8-5815-4099-9245-90015B63E80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AFFAEE4-577B-7B69-09E8-72A2ABA3EE0F}"/>
              </a:ext>
            </a:extLst>
          </p:cNvPr>
          <p:cNvSpPr>
            <a:spLocks noGrp="1"/>
          </p:cNvSpPr>
          <p:nvPr>
            <p:ph type="sldNum" sz="quarter" idx="4"/>
          </p:nvPr>
        </p:nvSpPr>
        <p:spPr/>
        <p:txBody>
          <a:bodyPr/>
          <a:lstStyle/>
          <a:p>
            <a:fld id="{9FD7ECCF-50E7-4327-B945-FA93FF7B2BEF}" type="slidenum">
              <a:rPr lang="en-US" smtClean="0"/>
              <a:pPr/>
              <a:t>77</a:t>
            </a:fld>
            <a:r>
              <a:rPr lang="en-GB"/>
              <a:t>/80</a:t>
            </a:r>
            <a:endParaRPr lang="en-US" dirty="0"/>
          </a:p>
        </p:txBody>
      </p:sp>
    </p:spTree>
    <p:extLst>
      <p:ext uri="{BB962C8B-B14F-4D97-AF65-F5344CB8AC3E}">
        <p14:creationId xmlns:p14="http://schemas.microsoft.com/office/powerpoint/2010/main" val="430824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E11346E-BD08-A0E5-612E-30D7A23822D0}"/>
              </a:ext>
            </a:extLst>
          </p:cNvPr>
          <p:cNvSpPr>
            <a:spLocks noGrp="1"/>
          </p:cNvSpPr>
          <p:nvPr>
            <p:ph type="title"/>
          </p:nvPr>
        </p:nvSpPr>
        <p:spPr/>
        <p:txBody>
          <a:bodyPr/>
          <a:lstStyle/>
          <a:p>
            <a:r>
              <a:rPr lang="en-GB" dirty="0"/>
              <a:t>Summary</a:t>
            </a:r>
          </a:p>
        </p:txBody>
      </p:sp>
      <p:sp>
        <p:nvSpPr>
          <p:cNvPr id="8" name="Content Placeholder 7">
            <a:extLst>
              <a:ext uri="{FF2B5EF4-FFF2-40B4-BE49-F238E27FC236}">
                <a16:creationId xmlns:a16="http://schemas.microsoft.com/office/drawing/2014/main" id="{BFE09B54-DAEB-6F22-458D-C52D97E24D8C}"/>
              </a:ext>
            </a:extLst>
          </p:cNvPr>
          <p:cNvSpPr>
            <a:spLocks noGrp="1"/>
          </p:cNvSpPr>
          <p:nvPr>
            <p:ph sz="quarter" idx="1"/>
          </p:nvPr>
        </p:nvSpPr>
        <p:spPr/>
        <p:txBody>
          <a:bodyPr>
            <a:normAutofit fontScale="92500" lnSpcReduction="10000"/>
          </a:bodyPr>
          <a:lstStyle/>
          <a:p>
            <a:r>
              <a:rPr lang="en-GB" dirty="0"/>
              <a:t>We covered</a:t>
            </a:r>
          </a:p>
          <a:p>
            <a:pPr lvl="1"/>
            <a:r>
              <a:rPr lang="en-GB" dirty="0"/>
              <a:t>Descriptive statistics concepts</a:t>
            </a:r>
          </a:p>
          <a:p>
            <a:pPr lvl="2"/>
            <a:r>
              <a:rPr lang="en-GB" dirty="0"/>
              <a:t>Data types</a:t>
            </a:r>
          </a:p>
          <a:p>
            <a:pPr lvl="2"/>
            <a:r>
              <a:rPr lang="en-GB" dirty="0"/>
              <a:t>Studying the mean</a:t>
            </a:r>
          </a:p>
          <a:p>
            <a:pPr lvl="2"/>
            <a:r>
              <a:rPr lang="en-GB" dirty="0"/>
              <a:t>Measures of Central Tendency</a:t>
            </a:r>
          </a:p>
          <a:p>
            <a:pPr lvl="2"/>
            <a:r>
              <a:rPr lang="en-GB" dirty="0"/>
              <a:t>Measures of Variability/Spread</a:t>
            </a:r>
          </a:p>
          <a:p>
            <a:pPr lvl="2"/>
            <a:r>
              <a:rPr lang="en-GB" dirty="0"/>
              <a:t>Normal distribution</a:t>
            </a:r>
          </a:p>
          <a:p>
            <a:pPr lvl="2"/>
            <a:r>
              <a:rPr lang="en-GB" dirty="0"/>
              <a:t>Standard deviation</a:t>
            </a:r>
          </a:p>
          <a:p>
            <a:pPr lvl="1"/>
            <a:r>
              <a:rPr lang="en-GB" dirty="0"/>
              <a:t>Graphs</a:t>
            </a:r>
          </a:p>
          <a:p>
            <a:r>
              <a:rPr lang="en-GB" dirty="0"/>
              <a:t>Next week (week 8) we will continue with into to inferential statistics</a:t>
            </a:r>
          </a:p>
          <a:p>
            <a:endParaRPr lang="en-GB" dirty="0"/>
          </a:p>
        </p:txBody>
      </p:sp>
      <p:sp>
        <p:nvSpPr>
          <p:cNvPr id="4" name="Footer Placeholder 3">
            <a:extLst>
              <a:ext uri="{FF2B5EF4-FFF2-40B4-BE49-F238E27FC236}">
                <a16:creationId xmlns:a16="http://schemas.microsoft.com/office/drawing/2014/main" id="{3A340EC0-3FE9-44C1-71E8-93228C140E7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02006C4-898B-9407-B9CD-33051C301120}"/>
              </a:ext>
            </a:extLst>
          </p:cNvPr>
          <p:cNvSpPr>
            <a:spLocks noGrp="1"/>
          </p:cNvSpPr>
          <p:nvPr>
            <p:ph type="sldNum" sz="quarter" idx="4"/>
          </p:nvPr>
        </p:nvSpPr>
        <p:spPr/>
        <p:txBody>
          <a:bodyPr/>
          <a:lstStyle/>
          <a:p>
            <a:fld id="{9FD7ECCF-50E7-4327-B945-FA93FF7B2BEF}" type="slidenum">
              <a:rPr lang="en-US" smtClean="0"/>
              <a:pPr/>
              <a:t>78</a:t>
            </a:fld>
            <a:r>
              <a:rPr lang="en-GB"/>
              <a:t>/80</a:t>
            </a:r>
            <a:endParaRPr lang="en-US" dirty="0"/>
          </a:p>
        </p:txBody>
      </p:sp>
    </p:spTree>
    <p:extLst>
      <p:ext uri="{BB962C8B-B14F-4D97-AF65-F5344CB8AC3E}">
        <p14:creationId xmlns:p14="http://schemas.microsoft.com/office/powerpoint/2010/main" val="25913261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a:xfrm>
            <a:off x="612648" y="1600200"/>
            <a:ext cx="8153400" cy="4853136"/>
          </a:xfrm>
        </p:spPr>
        <p:txBody>
          <a:bodyPr>
            <a:normAutofit fontScale="92500" lnSpcReduction="20000"/>
          </a:bodyPr>
          <a:lstStyle/>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is the population, sample, parameters and statistics</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How do we prepare the data for statistical analysis?</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type of </a:t>
            </a:r>
            <a:r>
              <a:rPr lang="en-GB" sz="1800" dirty="0">
                <a:latin typeface="Calibri" panose="020F0502020204030204" pitchFamily="34" charset="0"/>
                <a:ea typeface="Calibri" panose="020F0502020204030204" pitchFamily="34" charset="0"/>
                <a:cs typeface="Times New Roman" panose="02020603050405020304" pitchFamily="18" charset="0"/>
              </a:rPr>
              <a:t>v</a:t>
            </a:r>
            <a:r>
              <a:rPr lang="en-GB" sz="1800" dirty="0">
                <a:effectLst/>
                <a:latin typeface="Calibri" panose="020F0502020204030204" pitchFamily="34" charset="0"/>
                <a:ea typeface="Calibri" panose="020F0502020204030204" pitchFamily="34" charset="0"/>
                <a:cs typeface="Times New Roman" panose="02020603050405020304" pitchFamily="18" charset="0"/>
              </a:rPr>
              <a:t>ariable types we have</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are the possible data types we may collect: qualitative, quantitative, categorical, discrete, continuous (nominal, ordinal, interval, ratio)</a:t>
            </a:r>
          </a:p>
          <a:p>
            <a:pPr>
              <a:lnSpc>
                <a:spcPct val="120000"/>
              </a:lnSpc>
              <a:spcBef>
                <a:spcPts val="0"/>
              </a:spcBef>
            </a:pPr>
            <a:r>
              <a:rPr lang="en-GB" sz="1800" dirty="0">
                <a:latin typeface="Calibri" panose="020F0502020204030204" pitchFamily="34" charset="0"/>
                <a:ea typeface="Calibri" panose="020F0502020204030204" pitchFamily="34" charset="0"/>
                <a:cs typeface="Times New Roman" panose="02020603050405020304" pitchFamily="18" charset="0"/>
              </a:rPr>
              <a:t>What are the measures of central tendency?</a:t>
            </a:r>
          </a:p>
          <a:p>
            <a:pPr>
              <a:lnSpc>
                <a:spcPct val="120000"/>
              </a:lnSpc>
              <a:spcBef>
                <a:spcPts val="0"/>
              </a:spcBef>
            </a:pPr>
            <a:r>
              <a:rPr lang="en-GB" sz="1800" dirty="0">
                <a:latin typeface="Calibri" panose="020F0502020204030204" pitchFamily="34" charset="0"/>
                <a:ea typeface="Calibri" panose="020F0502020204030204" pitchFamily="34" charset="0"/>
                <a:cs typeface="Times New Roman" panose="02020603050405020304" pitchFamily="18" charset="0"/>
              </a:rPr>
              <a:t>How do we m</a:t>
            </a:r>
            <a:r>
              <a:rPr lang="en-GB" sz="1800" dirty="0">
                <a:effectLst/>
                <a:latin typeface="Calibri" panose="020F0502020204030204" pitchFamily="34" charset="0"/>
                <a:ea typeface="Calibri" panose="020F0502020204030204" pitchFamily="34" charset="0"/>
                <a:cs typeface="Times New Roman" panose="02020603050405020304" pitchFamily="18" charset="0"/>
              </a:rPr>
              <a:t>easure Central Tendency (mean, median, mode)</a:t>
            </a:r>
          </a:p>
          <a:p>
            <a:pPr>
              <a:lnSpc>
                <a:spcPct val="120000"/>
              </a:lnSpc>
              <a:spcBef>
                <a:spcPts val="0"/>
              </a:spcBef>
            </a:pPr>
            <a:r>
              <a:rPr lang="en-GB" sz="1800" dirty="0">
                <a:latin typeface="Calibri" panose="020F0502020204030204" pitchFamily="34" charset="0"/>
                <a:ea typeface="Calibri" panose="020F0502020204030204" pitchFamily="34" charset="0"/>
                <a:cs typeface="Times New Roman" panose="02020603050405020304" pitchFamily="18" charset="0"/>
              </a:rPr>
              <a:t>Which measures of central tendency can I use?</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is variability?</a:t>
            </a:r>
          </a:p>
          <a:p>
            <a:pPr>
              <a:lnSpc>
                <a:spcPct val="120000"/>
              </a:lnSpc>
              <a:spcBef>
                <a:spcPts val="0"/>
              </a:spcBef>
            </a:pPr>
            <a:r>
              <a:rPr lang="en-GB" sz="1800" dirty="0">
                <a:latin typeface="Calibri" panose="020F0502020204030204" pitchFamily="34" charset="0"/>
                <a:ea typeface="Calibri" panose="020F0502020204030204" pitchFamily="34" charset="0"/>
                <a:cs typeface="Times New Roman" panose="02020603050405020304" pitchFamily="18" charset="0"/>
              </a:rPr>
              <a:t>What are the 4 main measures of variability?</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GB" sz="1800" dirty="0">
                <a:latin typeface="Calibri" panose="020F0502020204030204" pitchFamily="34" charset="0"/>
                <a:ea typeface="Calibri" panose="020F0502020204030204" pitchFamily="34" charset="0"/>
                <a:cs typeface="Times New Roman" panose="02020603050405020304" pitchFamily="18" charset="0"/>
              </a:rPr>
              <a:t>How do we m</a:t>
            </a:r>
            <a:r>
              <a:rPr lang="en-GB" sz="1800" dirty="0">
                <a:effectLst/>
                <a:latin typeface="Calibri" panose="020F0502020204030204" pitchFamily="34" charset="0"/>
                <a:ea typeface="Calibri" panose="020F0502020204030204" pitchFamily="34" charset="0"/>
                <a:cs typeface="Times New Roman" panose="02020603050405020304" pitchFamily="18" charset="0"/>
              </a:rPr>
              <a:t>easure Measures of Variability/Spread</a:t>
            </a:r>
          </a:p>
          <a:p>
            <a:pPr>
              <a:lnSpc>
                <a:spcPct val="120000"/>
              </a:lnSpc>
              <a:spcBef>
                <a:spcPts val="0"/>
              </a:spcBef>
            </a:pPr>
            <a:r>
              <a:rPr lang="en-GB" sz="1800" dirty="0">
                <a:latin typeface="Calibri" panose="020F0502020204030204" pitchFamily="34" charset="0"/>
                <a:ea typeface="Calibri" panose="020F0502020204030204" pitchFamily="34" charset="0"/>
                <a:cs typeface="Times New Roman" panose="02020603050405020304" pitchFamily="18" charset="0"/>
              </a:rPr>
              <a:t>What is the difference between central tendency and variability?</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is the Normal Distribution</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is the difference between range and interquartile range?</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When should I use interquartile range?</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is Skewness</a:t>
            </a:r>
          </a:p>
          <a:p>
            <a:pPr>
              <a:lnSpc>
                <a:spcPct val="120000"/>
              </a:lnSpc>
              <a:spcBef>
                <a:spcPts val="0"/>
              </a:spcBef>
            </a:pPr>
            <a:r>
              <a:rPr lang="en-GB" sz="1800" dirty="0">
                <a:effectLst/>
                <a:latin typeface="Calibri" panose="020F0502020204030204" pitchFamily="34" charset="0"/>
                <a:ea typeface="Calibri" panose="020F0502020204030204" pitchFamily="34" charset="0"/>
                <a:cs typeface="Times New Roman" panose="02020603050405020304" pitchFamily="18" charset="0"/>
              </a:rPr>
              <a:t>Wha</a:t>
            </a:r>
            <a:r>
              <a:rPr lang="en-GB" sz="1800" dirty="0">
                <a:latin typeface="Calibri" panose="020F0502020204030204" pitchFamily="34" charset="0"/>
                <a:ea typeface="Calibri" panose="020F0502020204030204" pitchFamily="34" charset="0"/>
                <a:cs typeface="Times New Roman" panose="02020603050405020304" pitchFamily="18" charset="0"/>
              </a:rPr>
              <a:t>t </a:t>
            </a:r>
            <a:r>
              <a:rPr lang="en-GB" sz="1800" dirty="0">
                <a:effectLst/>
                <a:latin typeface="Calibri" panose="020F0502020204030204" pitchFamily="34" charset="0"/>
                <a:ea typeface="Calibri" panose="020F0502020204030204" pitchFamily="34" charset="0"/>
                <a:cs typeface="Times New Roman" panose="02020603050405020304" pitchFamily="18" charset="0"/>
              </a:rPr>
              <a:t>Graphs are appropriate depending on the data and the experimental design</a:t>
            </a:r>
          </a:p>
          <a:p>
            <a:pPr>
              <a:lnSpc>
                <a:spcPct val="120000"/>
              </a:lnSpc>
              <a:spcBef>
                <a:spcPts val="0"/>
              </a:spcBef>
            </a:pPr>
            <a:r>
              <a:rPr lang="en-GB" sz="1800" dirty="0">
                <a:latin typeface="Calibri" panose="020F0502020204030204" pitchFamily="34" charset="0"/>
                <a:ea typeface="Calibri" panose="020F0502020204030204" pitchFamily="34" charset="0"/>
                <a:cs typeface="Times New Roman" panose="02020603050405020304" pitchFamily="18" charset="0"/>
              </a:rPr>
              <a:t>What is the difference between descriptive and inferential statistics?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n-GB" sz="1800" dirty="0">
              <a:latin typeface="Calibri" panose="020F0502020204030204" pitchFamily="34" charset="0"/>
              <a:ea typeface="DengXian" panose="020B0503020204020204" pitchFamily="2" charset="-122"/>
              <a:cs typeface="Arial" panose="020B0604020202020204" pitchFamily="34" charset="0"/>
            </a:endParaRPr>
          </a:p>
        </p:txBody>
      </p:sp>
      <p:sp>
        <p:nvSpPr>
          <p:cNvPr id="4" name="Footer Placeholder 3">
            <a:extLst>
              <a:ext uri="{FF2B5EF4-FFF2-40B4-BE49-F238E27FC236}">
                <a16:creationId xmlns:a16="http://schemas.microsoft.com/office/drawing/2014/main" id="{B216FB09-C87F-0B6D-98B8-98FD56E01ED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2CBAB3A-09C1-610A-9361-B38203E42A70}"/>
              </a:ext>
            </a:extLst>
          </p:cNvPr>
          <p:cNvSpPr>
            <a:spLocks noGrp="1"/>
          </p:cNvSpPr>
          <p:nvPr>
            <p:ph type="sldNum" sz="quarter" idx="4"/>
          </p:nvPr>
        </p:nvSpPr>
        <p:spPr/>
        <p:txBody>
          <a:bodyPr/>
          <a:lstStyle/>
          <a:p>
            <a:fld id="{9FD7ECCF-50E7-4327-B945-FA93FF7B2BEF}" type="slidenum">
              <a:rPr lang="en-US" smtClean="0"/>
              <a:pPr/>
              <a:t>79</a:t>
            </a:fld>
            <a:r>
              <a:rPr lang="en-GB"/>
              <a:t>/80</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5286388"/>
          </a:xfrm>
        </p:spPr>
        <p:txBody>
          <a:bodyPr>
            <a:noAutofit/>
          </a:bodyPr>
          <a:lstStyle/>
          <a:p>
            <a:pPr algn="just">
              <a:spcBef>
                <a:spcPts val="600"/>
              </a:spcBef>
            </a:pPr>
            <a:r>
              <a:rPr lang="en-GB" sz="1400" i="1" dirty="0">
                <a:cs typeface="Times New Roman" pitchFamily="18" charset="0"/>
              </a:rPr>
              <a:t>Lazar, J. et al. (2017) Research methods in human-computer interaction. Second edition. Cambridge, Massachusetts: Morgan Kaufmann Publishers.</a:t>
            </a:r>
          </a:p>
          <a:p>
            <a:pPr lvl="1" algn="just">
              <a:spcBef>
                <a:spcPts val="600"/>
              </a:spcBef>
            </a:pPr>
            <a:r>
              <a:rPr lang="en-GB" sz="1400" i="1" dirty="0">
                <a:solidFill>
                  <a:schemeClr val="accent1">
                    <a:lumMod val="50000"/>
                  </a:schemeClr>
                </a:solidFill>
              </a:rPr>
              <a:t>Chapter 4. Statistical analysis</a:t>
            </a:r>
            <a:endParaRPr lang="en-GB" sz="1400" dirty="0">
              <a:solidFill>
                <a:srgbClr val="3A3A3A"/>
              </a:solidFill>
            </a:endParaRPr>
          </a:p>
          <a:p>
            <a:pPr marL="342900" indent="-342900" algn="just">
              <a:spcBef>
                <a:spcPts val="600"/>
              </a:spcBef>
            </a:pPr>
            <a:r>
              <a:rPr lang="en-GB" sz="1400" i="1" dirty="0">
                <a:cs typeface="Times New Roman" pitchFamily="18" charset="0"/>
              </a:rPr>
              <a:t>Tullis, T. (Thomas) et al. (2013) Measuring the user experience : collecting, </a:t>
            </a:r>
            <a:r>
              <a:rPr lang="en-GB" sz="1400" i="1" dirty="0" err="1">
                <a:cs typeface="Times New Roman" pitchFamily="18" charset="0"/>
              </a:rPr>
              <a:t>analyzing</a:t>
            </a:r>
            <a:r>
              <a:rPr lang="en-GB" sz="1400" i="1" dirty="0">
                <a:cs typeface="Times New Roman" pitchFamily="18" charset="0"/>
              </a:rPr>
              <a:t>, and presenting usability metrics. 2nd ed. Amsterdam, Netherlands: Elsevier.</a:t>
            </a:r>
          </a:p>
          <a:p>
            <a:pPr lvl="1" algn="just">
              <a:spcBef>
                <a:spcPts val="600"/>
              </a:spcBef>
            </a:pPr>
            <a:r>
              <a:rPr lang="en-GB" sz="1400" i="1" dirty="0">
                <a:solidFill>
                  <a:schemeClr val="accent1">
                    <a:lumMod val="50000"/>
                  </a:schemeClr>
                </a:solidFill>
              </a:rPr>
              <a:t>Chapter 2 Background (data)</a:t>
            </a:r>
          </a:p>
          <a:p>
            <a:pPr marL="45720" indent="0" algn="just">
              <a:spcBef>
                <a:spcPts val="600"/>
              </a:spcBef>
              <a:buNone/>
            </a:pPr>
            <a:r>
              <a:rPr lang="en-GB" sz="1400" i="1" dirty="0">
                <a:solidFill>
                  <a:schemeClr val="accent1">
                    <a:lumMod val="50000"/>
                  </a:schemeClr>
                </a:solidFill>
              </a:rPr>
              <a:t>Online Resources</a:t>
            </a:r>
            <a:endParaRPr lang="en-GB" sz="1400" i="1" dirty="0">
              <a:cs typeface="Times New Roman" pitchFamily="18" charset="0"/>
            </a:endParaRPr>
          </a:p>
          <a:p>
            <a:pPr marL="342900" indent="-342900" algn="just">
              <a:spcBef>
                <a:spcPts val="600"/>
              </a:spcBef>
            </a:pPr>
            <a:r>
              <a:rPr lang="en-GB" sz="1400" i="1" dirty="0">
                <a:cs typeface="Times New Roman" pitchFamily="18" charset="0"/>
              </a:rPr>
              <a:t>Bhandari, P. (June 9, 2022). Central Tendency | Understanding the Mean, Median &amp; Mode. </a:t>
            </a:r>
            <a:r>
              <a:rPr lang="en-GB" sz="1400" i="1" dirty="0" err="1">
                <a:cs typeface="Times New Roman" pitchFamily="18" charset="0"/>
              </a:rPr>
              <a:t>Scribbr</a:t>
            </a:r>
            <a:r>
              <a:rPr lang="en-GB" sz="1400" i="1" dirty="0">
                <a:cs typeface="Times New Roman" pitchFamily="18" charset="0"/>
              </a:rPr>
              <a:t>. Retrieved October 21, 2022, from https://www.scribbr.com/statistics/central-tendency/</a:t>
            </a:r>
          </a:p>
          <a:p>
            <a:pPr marL="342900" indent="-342900" algn="just">
              <a:spcBef>
                <a:spcPts val="600"/>
              </a:spcBef>
            </a:pPr>
            <a:r>
              <a:rPr lang="en-GB" sz="1400" i="1" dirty="0">
                <a:cs typeface="Times New Roman" pitchFamily="18" charset="0"/>
              </a:rPr>
              <a:t>Bhandari, P. (September 2, 2022). Variability | Calculating Range, IQR, Variance, Standard Deviation. </a:t>
            </a:r>
            <a:r>
              <a:rPr lang="en-GB" sz="1400" i="1" dirty="0" err="1">
                <a:cs typeface="Times New Roman" pitchFamily="18" charset="0"/>
              </a:rPr>
              <a:t>Scribbr</a:t>
            </a:r>
            <a:r>
              <a:rPr lang="en-GB" sz="1400" i="1" dirty="0">
                <a:cs typeface="Times New Roman" pitchFamily="18" charset="0"/>
              </a:rPr>
              <a:t>. Retrieved October 23, 2022, from https://www.scribbr.com/statistics/variability/</a:t>
            </a:r>
          </a:p>
          <a:p>
            <a:pPr marL="342900" indent="-342900" algn="just">
              <a:spcBef>
                <a:spcPts val="600"/>
              </a:spcBef>
            </a:pPr>
            <a:r>
              <a:rPr lang="en-GB" sz="1400" i="1" dirty="0">
                <a:cs typeface="Times New Roman" pitchFamily="18" charset="0"/>
              </a:rPr>
              <a:t>Bhandari, P. (May 25, 2022). How to Calculate Standard Deviation (Guide) | Formulas &amp; Examples. </a:t>
            </a:r>
            <a:r>
              <a:rPr lang="en-GB" sz="1400" i="1" dirty="0" err="1">
                <a:cs typeface="Times New Roman" pitchFamily="18" charset="0"/>
              </a:rPr>
              <a:t>Scribbr</a:t>
            </a:r>
            <a:r>
              <a:rPr lang="en-GB" sz="1400" i="1" dirty="0">
                <a:cs typeface="Times New Roman" pitchFamily="18" charset="0"/>
              </a:rPr>
              <a:t>. Retrieved October 23, 2022, from </a:t>
            </a:r>
            <a:r>
              <a:rPr lang="en-GB" sz="1400" i="1" dirty="0">
                <a:cs typeface="Times New Roman" pitchFamily="18" charset="0"/>
                <a:hlinkClick r:id="rId3"/>
              </a:rPr>
              <a:t>https://www.scribbr.com/statistics/standard-deviation/</a:t>
            </a:r>
            <a:endParaRPr lang="en-GB" sz="1400" i="1" dirty="0">
              <a:cs typeface="Times New Roman" pitchFamily="18" charset="0"/>
            </a:endParaRPr>
          </a:p>
          <a:p>
            <a:pPr marL="357188" indent="-312738" algn="just">
              <a:spcBef>
                <a:spcPts val="0"/>
              </a:spcBef>
            </a:pPr>
            <a:r>
              <a:rPr lang="en-GB" sz="1400" i="1" dirty="0">
                <a:cs typeface="Times New Roman" pitchFamily="18" charset="0"/>
              </a:rPr>
              <a:t>Turney, S. (2022, June 17). Quartiles &amp; Quantiles | Definition, Calculation &amp; Interpretation. </a:t>
            </a:r>
            <a:r>
              <a:rPr lang="en-GB" sz="1400" i="1" dirty="0" err="1">
                <a:cs typeface="Times New Roman" pitchFamily="18" charset="0"/>
              </a:rPr>
              <a:t>Scribbr</a:t>
            </a:r>
            <a:r>
              <a:rPr lang="en-GB" sz="1400" i="1" dirty="0">
                <a:cs typeface="Times New Roman" pitchFamily="18" charset="0"/>
              </a:rPr>
              <a:t>. Retrieved November 3, 2022, from </a:t>
            </a:r>
            <a:r>
              <a:rPr lang="en-GB" sz="1400" i="1" dirty="0">
                <a:cs typeface="Times New Roman" pitchFamily="18" charset="0"/>
                <a:hlinkClick r:id="rId4">
                  <a:extLst>
                    <a:ext uri="{A12FA001-AC4F-418D-AE19-62706E023703}">
                      <ahyp:hlinkClr xmlns:ahyp="http://schemas.microsoft.com/office/drawing/2018/hyperlinkcolor" val="tx"/>
                    </a:ext>
                  </a:extLst>
                </a:hlinkClick>
              </a:rPr>
              <a:t>https://www.scribbr.com/statistics/quartiles-quantiles/</a:t>
            </a:r>
            <a:endParaRPr lang="en-GB" sz="1400" i="1" dirty="0">
              <a:cs typeface="Times New Roman" pitchFamily="18" charset="0"/>
            </a:endParaRPr>
          </a:p>
          <a:p>
            <a:pPr marL="357188" indent="-312738" algn="just">
              <a:spcBef>
                <a:spcPts val="0"/>
              </a:spcBef>
            </a:pPr>
            <a:r>
              <a:rPr lang="en-GB" sz="1400" i="1" dirty="0">
                <a:cs typeface="Times New Roman" pitchFamily="18" charset="0"/>
              </a:rPr>
              <a:t>Bhandari, P. (2022, July 06). Normal Distribution | Examples, Formulas, &amp; Uses. </a:t>
            </a:r>
            <a:r>
              <a:rPr lang="en-GB" sz="1400" i="1" dirty="0" err="1">
                <a:cs typeface="Times New Roman" pitchFamily="18" charset="0"/>
              </a:rPr>
              <a:t>Scribbr</a:t>
            </a:r>
            <a:r>
              <a:rPr lang="en-GB" sz="1400" i="1" dirty="0">
                <a:cs typeface="Times New Roman" pitchFamily="18" charset="0"/>
              </a:rPr>
              <a:t>. Retrieved November 6, 2022, from </a:t>
            </a:r>
            <a:r>
              <a:rPr lang="en-GB" sz="1400" i="1" dirty="0">
                <a:cs typeface="Times New Roman" pitchFamily="18" charset="0"/>
                <a:hlinkClick r:id="rId5">
                  <a:extLst>
                    <a:ext uri="{A12FA001-AC4F-418D-AE19-62706E023703}">
                      <ahyp:hlinkClr xmlns:ahyp="http://schemas.microsoft.com/office/drawing/2018/hyperlinkcolor" val="tx"/>
                    </a:ext>
                  </a:extLst>
                </a:hlinkClick>
              </a:rPr>
              <a:t>https://www.scribbr.com/statistics/normal-distribution/</a:t>
            </a:r>
            <a:endParaRPr lang="en-GB" sz="1400" i="1" dirty="0">
              <a:cs typeface="Times New Roman" pitchFamily="18" charset="0"/>
            </a:endParaRPr>
          </a:p>
          <a:p>
            <a:pPr marL="342900" indent="-342900" algn="just">
              <a:spcBef>
                <a:spcPts val="600"/>
              </a:spcBef>
            </a:pPr>
            <a:endParaRPr lang="en-US" sz="1400" b="0" i="0" dirty="0">
              <a:solidFill>
                <a:srgbClr val="333333"/>
              </a:solidFill>
              <a:effectLst/>
            </a:endParaRPr>
          </a:p>
        </p:txBody>
      </p:sp>
      <p:sp>
        <p:nvSpPr>
          <p:cNvPr id="4" name="Footer Placeholder 3">
            <a:extLst>
              <a:ext uri="{FF2B5EF4-FFF2-40B4-BE49-F238E27FC236}">
                <a16:creationId xmlns:a16="http://schemas.microsoft.com/office/drawing/2014/main" id="{A27F3A77-0EEF-5236-EE2D-B989D61F97E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3FB70A-B63A-FD0D-534B-944865BE6BD9}"/>
              </a:ext>
            </a:extLst>
          </p:cNvPr>
          <p:cNvSpPr>
            <a:spLocks noGrp="1"/>
          </p:cNvSpPr>
          <p:nvPr>
            <p:ph type="sldNum" sz="quarter" idx="4"/>
          </p:nvPr>
        </p:nvSpPr>
        <p:spPr/>
        <p:txBody>
          <a:bodyPr/>
          <a:lstStyle/>
          <a:p>
            <a:fld id="{9FD7ECCF-50E7-4327-B945-FA93FF7B2BEF}" type="slidenum">
              <a:rPr lang="en-US" smtClean="0"/>
              <a:pPr/>
              <a:t>80</a:t>
            </a:fld>
            <a:r>
              <a:rPr lang="en-GB"/>
              <a:t>/80</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13683</TotalTime>
  <Words>8172</Words>
  <Application>Microsoft Office PowerPoint</Application>
  <PresentationFormat>On-screen Show (4:3)</PresentationFormat>
  <Paragraphs>1263</Paragraphs>
  <Slides>80</Slides>
  <Notes>7</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0</vt:i4>
      </vt:variant>
      <vt:variant>
        <vt:lpstr>Slide Titles</vt:lpstr>
      </vt:variant>
      <vt:variant>
        <vt:i4>80</vt:i4>
      </vt:variant>
    </vt:vector>
  </HeadingPairs>
  <TitlesOfParts>
    <vt:vector size="93" baseType="lpstr">
      <vt:lpstr>Wingdings</vt:lpstr>
      <vt:lpstr>Times New Roman</vt:lpstr>
      <vt:lpstr>Tw Cen MT</vt:lpstr>
      <vt:lpstr>Google Sans</vt:lpstr>
      <vt:lpstr>Calibri</vt:lpstr>
      <vt:lpstr>Gilmer</vt:lpstr>
      <vt:lpstr>Georgia</vt:lpstr>
      <vt:lpstr>Inter</vt:lpstr>
      <vt:lpstr>Wingdings 2</vt:lpstr>
      <vt:lpstr>SourceSansPro</vt:lpstr>
      <vt:lpstr>Arial</vt:lpstr>
      <vt:lpstr>Lato</vt:lpstr>
      <vt:lpstr>Median</vt:lpstr>
      <vt:lpstr>Descriptive statistics</vt:lpstr>
      <vt:lpstr>Recap</vt:lpstr>
      <vt:lpstr>Basic statistical concepts</vt:lpstr>
      <vt:lpstr>Basic Statistics Concepts &amp; Terminology</vt:lpstr>
      <vt:lpstr>Basic Statistics Concepts &amp; Terminology</vt:lpstr>
      <vt:lpstr>There are two families of statistics</vt:lpstr>
      <vt:lpstr>Preparing data for statistical analysis</vt:lpstr>
      <vt:lpstr>Clean up the collected data</vt:lpstr>
      <vt:lpstr>PowerPoint Presentation</vt:lpstr>
      <vt:lpstr>Coding data</vt:lpstr>
      <vt:lpstr>Identify the type of data</vt:lpstr>
      <vt:lpstr>Examples of interval data in UX context</vt:lpstr>
      <vt:lpstr>Data</vt:lpstr>
      <vt:lpstr>Types of data</vt:lpstr>
      <vt:lpstr>Organising data</vt:lpstr>
      <vt:lpstr>Descriptive statistics</vt:lpstr>
      <vt:lpstr>The middle</vt:lpstr>
      <vt:lpstr>Measures of Central Tendency</vt:lpstr>
      <vt:lpstr>Measures of Central Tendency- Mean</vt:lpstr>
      <vt:lpstr>Measures of Central Tendency - Median</vt:lpstr>
      <vt:lpstr>Measures of Central Tendency - Mode</vt:lpstr>
      <vt:lpstr>Measures of central tendency limitations</vt:lpstr>
      <vt:lpstr>Example</vt:lpstr>
      <vt:lpstr>Example</vt:lpstr>
      <vt:lpstr>Example</vt:lpstr>
      <vt:lpstr>Measures of Variability/Spread</vt:lpstr>
      <vt:lpstr>Measures of Variability - Range</vt:lpstr>
      <vt:lpstr>Range</vt:lpstr>
      <vt:lpstr>Measures of Variability– Standard Deviation</vt:lpstr>
      <vt:lpstr>Measures of Variability– Standard Deviation</vt:lpstr>
      <vt:lpstr>Example SD in UX context</vt:lpstr>
      <vt:lpstr>Measures of Variability– Standard Deviation</vt:lpstr>
      <vt:lpstr>Steps to calculate the Standard Deviation</vt:lpstr>
      <vt:lpstr>Step 1 to find SD</vt:lpstr>
      <vt:lpstr>Step 2 to find SD</vt:lpstr>
      <vt:lpstr>Step 3 to find SD</vt:lpstr>
      <vt:lpstr>Step 4 to find SD</vt:lpstr>
      <vt:lpstr>Step 5 to find SD</vt:lpstr>
      <vt:lpstr>Step 6 to find SD</vt:lpstr>
      <vt:lpstr>Variance vs SD</vt:lpstr>
      <vt:lpstr>Normal Distribution</vt:lpstr>
      <vt:lpstr>Normal distribution</vt:lpstr>
      <vt:lpstr>Standard normal distribution</vt:lpstr>
      <vt:lpstr>Standard normal distribution</vt:lpstr>
      <vt:lpstr>Skewness</vt:lpstr>
      <vt:lpstr>Generally for the value of Skewness</vt:lpstr>
      <vt:lpstr>Kurtosis</vt:lpstr>
      <vt:lpstr>Generally, for the value of kurtosis</vt:lpstr>
      <vt:lpstr>PowerPoint Presentation</vt:lpstr>
      <vt:lpstr>z-score</vt:lpstr>
      <vt:lpstr>z-score</vt:lpstr>
      <vt:lpstr>z-score – example 1</vt:lpstr>
      <vt:lpstr>z-score – example 2</vt:lpstr>
      <vt:lpstr>z-score – example 2</vt:lpstr>
      <vt:lpstr>z-score [Standard Normal Distribution ]</vt:lpstr>
      <vt:lpstr>z table (Standard Normal Table)</vt:lpstr>
      <vt:lpstr>z-score [Standard Normal Distribution ]</vt:lpstr>
      <vt:lpstr>z table (Standard Normal Table)</vt:lpstr>
      <vt:lpstr>z-score [Standard Normal Distribution ]</vt:lpstr>
      <vt:lpstr>z-score or standard score</vt:lpstr>
      <vt:lpstr>Quartiles</vt:lpstr>
      <vt:lpstr>Find quartiles</vt:lpstr>
      <vt:lpstr>Example</vt:lpstr>
      <vt:lpstr>Example</vt:lpstr>
      <vt:lpstr>Example</vt:lpstr>
      <vt:lpstr>Example</vt:lpstr>
      <vt:lpstr>Example</vt:lpstr>
      <vt:lpstr>Measures of Variability/Interquartile range </vt:lpstr>
      <vt:lpstr>Visualise the quartiles with boxplots</vt:lpstr>
      <vt:lpstr>Visualise the quartiles with boxplots</vt:lpstr>
      <vt:lpstr>Outliers</vt:lpstr>
      <vt:lpstr>Interquartile range (IQR)—</vt:lpstr>
      <vt:lpstr>Quartiles</vt:lpstr>
      <vt:lpstr>Percentile</vt:lpstr>
      <vt:lpstr>What measures of central tendency to use?</vt:lpstr>
      <vt:lpstr>What graph do we plot?</vt:lpstr>
      <vt:lpstr>Summary - statistical analysis</vt:lpstr>
      <vt:lpstr>Summary</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743</cp:revision>
  <cp:lastPrinted>1601-01-01T00:00:00Z</cp:lastPrinted>
  <dcterms:created xsi:type="dcterms:W3CDTF">2003-07-23T09:11:55Z</dcterms:created>
  <dcterms:modified xsi:type="dcterms:W3CDTF">2024-11-04T17:48:46Z</dcterms:modified>
</cp:coreProperties>
</file>