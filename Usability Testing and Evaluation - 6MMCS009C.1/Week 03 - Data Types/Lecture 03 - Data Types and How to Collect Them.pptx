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65"/>
  </p:notesMasterIdLst>
  <p:handoutMasterIdLst>
    <p:handoutMasterId r:id="rId66"/>
  </p:handoutMasterIdLst>
  <p:sldIdLst>
    <p:sldId id="443" r:id="rId2"/>
    <p:sldId id="499" r:id="rId3"/>
    <p:sldId id="500" r:id="rId4"/>
    <p:sldId id="634" r:id="rId5"/>
    <p:sldId id="599" r:id="rId6"/>
    <p:sldId id="640" r:id="rId7"/>
    <p:sldId id="632" r:id="rId8"/>
    <p:sldId id="641" r:id="rId9"/>
    <p:sldId id="633" r:id="rId10"/>
    <p:sldId id="642" r:id="rId11"/>
    <p:sldId id="709" r:id="rId12"/>
    <p:sldId id="653" r:id="rId13"/>
    <p:sldId id="626" r:id="rId14"/>
    <p:sldId id="628" r:id="rId15"/>
    <p:sldId id="643" r:id="rId16"/>
    <p:sldId id="627" r:id="rId17"/>
    <p:sldId id="851" r:id="rId18"/>
    <p:sldId id="847" r:id="rId19"/>
    <p:sldId id="654" r:id="rId20"/>
    <p:sldId id="848" r:id="rId21"/>
    <p:sldId id="655" r:id="rId22"/>
    <p:sldId id="849" r:id="rId23"/>
    <p:sldId id="850" r:id="rId24"/>
    <p:sldId id="656" r:id="rId25"/>
    <p:sldId id="646" r:id="rId26"/>
    <p:sldId id="852" r:id="rId27"/>
    <p:sldId id="647" r:id="rId28"/>
    <p:sldId id="657" r:id="rId29"/>
    <p:sldId id="648" r:id="rId30"/>
    <p:sldId id="853" r:id="rId31"/>
    <p:sldId id="670" r:id="rId32"/>
    <p:sldId id="672" r:id="rId33"/>
    <p:sldId id="667" r:id="rId34"/>
    <p:sldId id="658" r:id="rId35"/>
    <p:sldId id="668" r:id="rId36"/>
    <p:sldId id="659" r:id="rId37"/>
    <p:sldId id="660" r:id="rId38"/>
    <p:sldId id="661" r:id="rId39"/>
    <p:sldId id="662" r:id="rId40"/>
    <p:sldId id="663" r:id="rId41"/>
    <p:sldId id="664" r:id="rId42"/>
    <p:sldId id="611" r:id="rId43"/>
    <p:sldId id="842" r:id="rId44"/>
    <p:sldId id="843" r:id="rId45"/>
    <p:sldId id="571" r:id="rId46"/>
    <p:sldId id="834" r:id="rId47"/>
    <p:sldId id="835" r:id="rId48"/>
    <p:sldId id="833" r:id="rId49"/>
    <p:sldId id="836" r:id="rId50"/>
    <p:sldId id="838" r:id="rId51"/>
    <p:sldId id="840" r:id="rId52"/>
    <p:sldId id="839" r:id="rId53"/>
    <p:sldId id="573" r:id="rId54"/>
    <p:sldId id="844" r:id="rId55"/>
    <p:sldId id="595" r:id="rId56"/>
    <p:sldId id="845" r:id="rId57"/>
    <p:sldId id="615" r:id="rId58"/>
    <p:sldId id="624" r:id="rId59"/>
    <p:sldId id="841" r:id="rId60"/>
    <p:sldId id="846" r:id="rId61"/>
    <p:sldId id="329" r:id="rId62"/>
    <p:sldId id="498" r:id="rId63"/>
    <p:sldId id="358" r:id="rId64"/>
  </p:sldIdLst>
  <p:sldSz cx="9144000" cy="6858000" type="screen4x3"/>
  <p:notesSz cx="6858000" cy="9144000"/>
  <p:embeddedFontLst>
    <p:embeddedFont>
      <p:font typeface="Open Sans" panose="020B0606030504020204" pitchFamily="34" charset="0"/>
      <p:regular r:id="rId67"/>
      <p:bold r:id="rId68"/>
      <p:italic r:id="rId69"/>
      <p:boldItalic r:id="rId70"/>
    </p:embeddedFont>
    <p:embeddedFont>
      <p:font typeface="Tw Cen MT" panose="020B0602020104020603" pitchFamily="34" charset="0"/>
      <p:regular r:id="rId71"/>
      <p:bold r:id="rId72"/>
      <p:italic r:id="rId73"/>
      <p:boldItalic r:id="rId74"/>
    </p:embeddedFont>
    <p:embeddedFont>
      <p:font typeface="Wingdings 2" panose="05020102010507070707" pitchFamily="18" charset="2"/>
      <p:regular r:id="rId75"/>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E0CBA3"/>
    <a:srgbClr val="FFC000"/>
    <a:srgbClr val="FED4FB"/>
    <a:srgbClr val="D4FEFD"/>
    <a:srgbClr val="FFFCD3"/>
    <a:srgbClr val="FF0000"/>
    <a:srgbClr val="292929"/>
    <a:srgbClr val="777777"/>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DAAE95-0B75-440B-9F9B-19A235058689}" v="216" dt="2024-10-07T18:05:42.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55" autoAdjust="0"/>
    <p:restoredTop sz="90965" autoAdjust="0"/>
  </p:normalViewPr>
  <p:slideViewPr>
    <p:cSldViewPr>
      <p:cViewPr varScale="1">
        <p:scale>
          <a:sx n="124" d="100"/>
          <a:sy n="124" d="100"/>
        </p:scale>
        <p:origin x="797"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notesViewPr>
    <p:cSldViewPr>
      <p:cViewPr varScale="1">
        <p:scale>
          <a:sx n="103" d="100"/>
          <a:sy n="103" d="100"/>
        </p:scale>
        <p:origin x="2904"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8.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7.fntdata"/><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E357D601-71DA-4C8B-8922-12EEFDFF242F}"/>
    <pc:docChg chg="modSld">
      <pc:chgData name="Daphne Economou" userId="d065a339-36cf-4937-af08-41751becbd81" providerId="ADAL" clId="{E357D601-71DA-4C8B-8922-12EEFDFF242F}" dt="2023-10-20T19:53:15.623" v="442" actId="962"/>
      <pc:docMkLst>
        <pc:docMk/>
      </pc:docMkLst>
      <pc:sldChg chg="modSp mod">
        <pc:chgData name="Daphne Economou" userId="d065a339-36cf-4937-af08-41751becbd81" providerId="ADAL" clId="{E357D601-71DA-4C8B-8922-12EEFDFF242F}" dt="2023-10-20T19:51:08.038" v="141" actId="962"/>
        <pc:sldMkLst>
          <pc:docMk/>
          <pc:sldMk cId="3715006900" sldId="607"/>
        </pc:sldMkLst>
        <pc:picChg chg="mod">
          <ac:chgData name="Daphne Economou" userId="d065a339-36cf-4937-af08-41751becbd81" providerId="ADAL" clId="{E357D601-71DA-4C8B-8922-12EEFDFF242F}" dt="2023-10-20T19:51:08.038" v="141" actId="962"/>
          <ac:picMkLst>
            <pc:docMk/>
            <pc:sldMk cId="3715006900" sldId="607"/>
            <ac:picMk id="10" creationId="{B96D702B-0F54-9260-B214-7C493ECC1BBC}"/>
          </ac:picMkLst>
        </pc:picChg>
      </pc:sldChg>
      <pc:sldChg chg="modSp mod">
        <pc:chgData name="Daphne Economou" userId="d065a339-36cf-4937-af08-41751becbd81" providerId="ADAL" clId="{E357D601-71DA-4C8B-8922-12EEFDFF242F}" dt="2023-10-20T19:51:16.817" v="142" actId="962"/>
        <pc:sldMkLst>
          <pc:docMk/>
          <pc:sldMk cId="543171420" sldId="626"/>
        </pc:sldMkLst>
        <pc:picChg chg="mod">
          <ac:chgData name="Daphne Economou" userId="d065a339-36cf-4937-af08-41751becbd81" providerId="ADAL" clId="{E357D601-71DA-4C8B-8922-12EEFDFF242F}" dt="2023-10-20T19:51:16.817" v="142" actId="962"/>
          <ac:picMkLst>
            <pc:docMk/>
            <pc:sldMk cId="543171420" sldId="626"/>
            <ac:picMk id="14" creationId="{BED9668F-D5C8-CE34-277E-8A8B7C2AB4D1}"/>
          </ac:picMkLst>
        </pc:picChg>
      </pc:sldChg>
      <pc:sldChg chg="modSp mod">
        <pc:chgData name="Daphne Economou" userId="d065a339-36cf-4937-af08-41751becbd81" providerId="ADAL" clId="{E357D601-71DA-4C8B-8922-12EEFDFF242F}" dt="2023-10-20T19:51:31.343" v="178" actId="962"/>
        <pc:sldMkLst>
          <pc:docMk/>
          <pc:sldMk cId="2683202601" sldId="627"/>
        </pc:sldMkLst>
        <pc:picChg chg="mod">
          <ac:chgData name="Daphne Economou" userId="d065a339-36cf-4937-af08-41751becbd81" providerId="ADAL" clId="{E357D601-71DA-4C8B-8922-12EEFDFF242F}" dt="2023-10-20T19:51:31.343" v="178" actId="962"/>
          <ac:picMkLst>
            <pc:docMk/>
            <pc:sldMk cId="2683202601" sldId="627"/>
            <ac:picMk id="8" creationId="{AA4380A5-F51B-27F9-B9B0-9561F0C4F214}"/>
          </ac:picMkLst>
        </pc:picChg>
      </pc:sldChg>
      <pc:sldChg chg="modSp mod">
        <pc:chgData name="Daphne Economou" userId="d065a339-36cf-4937-af08-41751becbd81" providerId="ADAL" clId="{E357D601-71DA-4C8B-8922-12EEFDFF242F}" dt="2023-10-20T19:50:38.042" v="1" actId="962"/>
        <pc:sldMkLst>
          <pc:docMk/>
          <pc:sldMk cId="3820686057" sldId="636"/>
        </pc:sldMkLst>
        <pc:spChg chg="mod">
          <ac:chgData name="Daphne Economou" userId="d065a339-36cf-4937-af08-41751becbd81" providerId="ADAL" clId="{E357D601-71DA-4C8B-8922-12EEFDFF242F}" dt="2023-10-20T19:50:38.042" v="1" actId="962"/>
          <ac:spMkLst>
            <pc:docMk/>
            <pc:sldMk cId="3820686057" sldId="636"/>
            <ac:spMk id="3" creationId="{E5C90F49-BA6A-0BC7-F7B8-3E58EFAE2E85}"/>
          </ac:spMkLst>
        </pc:spChg>
      </pc:sldChg>
      <pc:sldChg chg="modSp mod">
        <pc:chgData name="Daphne Economou" userId="d065a339-36cf-4937-af08-41751becbd81" providerId="ADAL" clId="{E357D601-71DA-4C8B-8922-12EEFDFF242F}" dt="2023-10-20T19:50:55.829" v="111" actId="962"/>
        <pc:sldMkLst>
          <pc:docMk/>
          <pc:sldMk cId="3664212905" sldId="639"/>
        </pc:sldMkLst>
        <pc:picChg chg="mod">
          <ac:chgData name="Daphne Economou" userId="d065a339-36cf-4937-af08-41751becbd81" providerId="ADAL" clId="{E357D601-71DA-4C8B-8922-12EEFDFF242F}" dt="2023-10-20T19:50:55.829" v="111" actId="962"/>
          <ac:picMkLst>
            <pc:docMk/>
            <pc:sldMk cId="3664212905" sldId="639"/>
            <ac:picMk id="11" creationId="{FC8AF161-B8D0-A31E-6057-1B0ED50D8E81}"/>
          </ac:picMkLst>
        </pc:picChg>
      </pc:sldChg>
      <pc:sldChg chg="modSp mod">
        <pc:chgData name="Daphne Economou" userId="d065a339-36cf-4937-af08-41751becbd81" providerId="ADAL" clId="{E357D601-71DA-4C8B-8922-12EEFDFF242F}" dt="2023-10-20T19:51:37.799" v="180" actId="962"/>
        <pc:sldMkLst>
          <pc:docMk/>
          <pc:sldMk cId="4049561656" sldId="644"/>
        </pc:sldMkLst>
        <pc:spChg chg="mod">
          <ac:chgData name="Daphne Economou" userId="d065a339-36cf-4937-af08-41751becbd81" providerId="ADAL" clId="{E357D601-71DA-4C8B-8922-12EEFDFF242F}" dt="2023-10-20T19:51:37.799" v="180" actId="962"/>
          <ac:spMkLst>
            <pc:docMk/>
            <pc:sldMk cId="4049561656" sldId="644"/>
            <ac:spMk id="7" creationId="{A8A840BF-DD01-FDBA-BD67-9BD235752840}"/>
          </ac:spMkLst>
        </pc:spChg>
      </pc:sldChg>
      <pc:sldChg chg="modSp mod">
        <pc:chgData name="Daphne Economou" userId="d065a339-36cf-4937-af08-41751becbd81" providerId="ADAL" clId="{E357D601-71DA-4C8B-8922-12EEFDFF242F}" dt="2023-10-20T19:52:12.354" v="264" actId="962"/>
        <pc:sldMkLst>
          <pc:docMk/>
          <pc:sldMk cId="550639830" sldId="645"/>
        </pc:sldMkLst>
        <pc:picChg chg="mod">
          <ac:chgData name="Daphne Economou" userId="d065a339-36cf-4937-af08-41751becbd81" providerId="ADAL" clId="{E357D601-71DA-4C8B-8922-12EEFDFF242F}" dt="2023-10-20T19:52:12.354" v="264" actId="962"/>
          <ac:picMkLst>
            <pc:docMk/>
            <pc:sldMk cId="550639830" sldId="645"/>
            <ac:picMk id="3" creationId="{772FF9BD-0751-4D32-CEDB-8BA026866DBE}"/>
          </ac:picMkLst>
        </pc:picChg>
      </pc:sldChg>
      <pc:sldChg chg="modSp mod">
        <pc:chgData name="Daphne Economou" userId="d065a339-36cf-4937-af08-41751becbd81" providerId="ADAL" clId="{E357D601-71DA-4C8B-8922-12EEFDFF242F}" dt="2023-10-20T19:52:41.275" v="320" actId="962"/>
        <pc:sldMkLst>
          <pc:docMk/>
          <pc:sldMk cId="1137333848" sldId="647"/>
        </pc:sldMkLst>
        <pc:picChg chg="mod">
          <ac:chgData name="Daphne Economou" userId="d065a339-36cf-4937-af08-41751becbd81" providerId="ADAL" clId="{E357D601-71DA-4C8B-8922-12EEFDFF242F}" dt="2023-10-20T19:52:41.275" v="320" actId="962"/>
          <ac:picMkLst>
            <pc:docMk/>
            <pc:sldMk cId="1137333848" sldId="647"/>
            <ac:picMk id="9" creationId="{063A8985-F397-2FF2-6E7A-1822B94219F9}"/>
          </ac:picMkLst>
        </pc:picChg>
        <pc:picChg chg="mod">
          <ac:chgData name="Daphne Economou" userId="d065a339-36cf-4937-af08-41751becbd81" providerId="ADAL" clId="{E357D601-71DA-4C8B-8922-12EEFDFF242F}" dt="2023-10-20T19:52:34.341" v="300" actId="962"/>
          <ac:picMkLst>
            <pc:docMk/>
            <pc:sldMk cId="1137333848" sldId="647"/>
            <ac:picMk id="15" creationId="{4D946EA3-C80F-379A-0295-3A3B562F6AAC}"/>
          </ac:picMkLst>
        </pc:picChg>
        <pc:picChg chg="mod">
          <ac:chgData name="Daphne Economou" userId="d065a339-36cf-4937-af08-41751becbd81" providerId="ADAL" clId="{E357D601-71DA-4C8B-8922-12EEFDFF242F}" dt="2023-10-20T19:52:37.923" v="310" actId="962"/>
          <ac:picMkLst>
            <pc:docMk/>
            <pc:sldMk cId="1137333848" sldId="647"/>
            <ac:picMk id="17" creationId="{CF6603C9-5EC2-244D-9028-62B606397D8F}"/>
          </ac:picMkLst>
        </pc:picChg>
      </pc:sldChg>
      <pc:sldChg chg="modSp mod">
        <pc:chgData name="Daphne Economou" userId="d065a339-36cf-4937-af08-41751becbd81" providerId="ADAL" clId="{E357D601-71DA-4C8B-8922-12EEFDFF242F}" dt="2023-10-20T19:51:48.281" v="184" actId="962"/>
        <pc:sldMkLst>
          <pc:docMk/>
          <pc:sldMk cId="4116202179" sldId="655"/>
        </pc:sldMkLst>
        <pc:spChg chg="mod">
          <ac:chgData name="Daphne Economou" userId="d065a339-36cf-4937-af08-41751becbd81" providerId="ADAL" clId="{E357D601-71DA-4C8B-8922-12EEFDFF242F}" dt="2023-10-20T19:51:43.511" v="182" actId="962"/>
          <ac:spMkLst>
            <pc:docMk/>
            <pc:sldMk cId="4116202179" sldId="655"/>
            <ac:spMk id="2" creationId="{F5AD4708-DEDE-B7D7-527D-CF0DEAC629F8}"/>
          </ac:spMkLst>
        </pc:spChg>
        <pc:picChg chg="mod">
          <ac:chgData name="Daphne Economou" userId="d065a339-36cf-4937-af08-41751becbd81" providerId="ADAL" clId="{E357D601-71DA-4C8B-8922-12EEFDFF242F}" dt="2023-10-20T19:51:48.281" v="184" actId="962"/>
          <ac:picMkLst>
            <pc:docMk/>
            <pc:sldMk cId="4116202179" sldId="655"/>
            <ac:picMk id="7" creationId="{0B8B74C6-E820-0D9A-8E9F-BB5ECFEEE6DA}"/>
          </ac:picMkLst>
        </pc:picChg>
      </pc:sldChg>
      <pc:sldChg chg="modSp mod">
        <pc:chgData name="Daphne Economou" userId="d065a339-36cf-4937-af08-41751becbd81" providerId="ADAL" clId="{E357D601-71DA-4C8B-8922-12EEFDFF242F}" dt="2023-10-20T19:52:24.591" v="290" actId="962"/>
        <pc:sldMkLst>
          <pc:docMk/>
          <pc:sldMk cId="3285153106" sldId="656"/>
        </pc:sldMkLst>
        <pc:picChg chg="mod">
          <ac:chgData name="Daphne Economou" userId="d065a339-36cf-4937-af08-41751becbd81" providerId="ADAL" clId="{E357D601-71DA-4C8B-8922-12EEFDFF242F}" dt="2023-10-20T19:52:24.591" v="290" actId="962"/>
          <ac:picMkLst>
            <pc:docMk/>
            <pc:sldMk cId="3285153106" sldId="656"/>
            <ac:picMk id="7" creationId="{290F40B8-89CB-4309-7A21-6188F0838554}"/>
          </ac:picMkLst>
        </pc:picChg>
      </pc:sldChg>
      <pc:sldChg chg="modSp mod">
        <pc:chgData name="Daphne Economou" userId="d065a339-36cf-4937-af08-41751becbd81" providerId="ADAL" clId="{E357D601-71DA-4C8B-8922-12EEFDFF242F}" dt="2023-10-20T19:52:46.713" v="340" actId="962"/>
        <pc:sldMkLst>
          <pc:docMk/>
          <pc:sldMk cId="2388605081" sldId="657"/>
        </pc:sldMkLst>
        <pc:picChg chg="mod">
          <ac:chgData name="Daphne Economou" userId="d065a339-36cf-4937-af08-41751becbd81" providerId="ADAL" clId="{E357D601-71DA-4C8B-8922-12EEFDFF242F}" dt="2023-10-20T19:52:46.713" v="340" actId="962"/>
          <ac:picMkLst>
            <pc:docMk/>
            <pc:sldMk cId="2388605081" sldId="657"/>
            <ac:picMk id="7" creationId="{AAC72EDF-9E9A-D1D8-9D3C-3EAED3D68FC0}"/>
          </ac:picMkLst>
        </pc:picChg>
      </pc:sldChg>
      <pc:sldChg chg="modSp mod">
        <pc:chgData name="Daphne Economou" userId="d065a339-36cf-4937-af08-41751becbd81" providerId="ADAL" clId="{E357D601-71DA-4C8B-8922-12EEFDFF242F}" dt="2023-10-20T19:53:01.407" v="398" actId="962"/>
        <pc:sldMkLst>
          <pc:docMk/>
          <pc:sldMk cId="3530429402" sldId="660"/>
        </pc:sldMkLst>
        <pc:picChg chg="mod">
          <ac:chgData name="Daphne Economou" userId="d065a339-36cf-4937-af08-41751becbd81" providerId="ADAL" clId="{E357D601-71DA-4C8B-8922-12EEFDFF242F}" dt="2023-10-20T19:53:01.407" v="398" actId="962"/>
          <ac:picMkLst>
            <pc:docMk/>
            <pc:sldMk cId="3530429402" sldId="660"/>
            <ac:picMk id="7" creationId="{2E899174-0062-DBE6-1D8E-9CFEE825A3AA}"/>
          </ac:picMkLst>
        </pc:picChg>
      </pc:sldChg>
      <pc:sldChg chg="modSp mod">
        <pc:chgData name="Daphne Economou" userId="d065a339-36cf-4937-af08-41751becbd81" providerId="ADAL" clId="{E357D601-71DA-4C8B-8922-12EEFDFF242F}" dt="2023-10-20T19:53:05.457" v="400" actId="962"/>
        <pc:sldMkLst>
          <pc:docMk/>
          <pc:sldMk cId="3611370071" sldId="662"/>
        </pc:sldMkLst>
        <pc:picChg chg="mod">
          <ac:chgData name="Daphne Economou" userId="d065a339-36cf-4937-af08-41751becbd81" providerId="ADAL" clId="{E357D601-71DA-4C8B-8922-12EEFDFF242F}" dt="2023-10-20T19:53:05.457" v="400" actId="962"/>
          <ac:picMkLst>
            <pc:docMk/>
            <pc:sldMk cId="3611370071" sldId="662"/>
            <ac:picMk id="7" creationId="{2E899174-0062-DBE6-1D8E-9CFEE825A3AA}"/>
          </ac:picMkLst>
        </pc:picChg>
      </pc:sldChg>
      <pc:sldChg chg="modSp mod">
        <pc:chgData name="Daphne Economou" userId="d065a339-36cf-4937-af08-41751becbd81" providerId="ADAL" clId="{E357D601-71DA-4C8B-8922-12EEFDFF242F}" dt="2023-10-20T19:53:15.623" v="442" actId="962"/>
        <pc:sldMkLst>
          <pc:docMk/>
          <pc:sldMk cId="4182606743" sldId="664"/>
        </pc:sldMkLst>
        <pc:picChg chg="mod">
          <ac:chgData name="Daphne Economou" userId="d065a339-36cf-4937-af08-41751becbd81" providerId="ADAL" clId="{E357D601-71DA-4C8B-8922-12EEFDFF242F}" dt="2023-10-20T19:53:15.623" v="442" actId="962"/>
          <ac:picMkLst>
            <pc:docMk/>
            <pc:sldMk cId="4182606743" sldId="664"/>
            <ac:picMk id="10" creationId="{E033C36D-46AA-F83D-3060-B26285880750}"/>
          </ac:picMkLst>
        </pc:picChg>
      </pc:sldChg>
    </pc:docChg>
  </pc:docChgLst>
  <pc:docChgLst>
    <pc:chgData name="Daphne Economou" userId="d065a339-36cf-4937-af08-41751becbd81" providerId="ADAL" clId="{42DAAE95-0B75-440B-9F9B-19A235058689}"/>
    <pc:docChg chg="undo custSel addSld delSld modSld sldOrd modMainMaster">
      <pc:chgData name="Daphne Economou" userId="d065a339-36cf-4937-af08-41751becbd81" providerId="ADAL" clId="{42DAAE95-0B75-440B-9F9B-19A235058689}" dt="2024-10-07T18:05:32.343" v="3077" actId="20577"/>
      <pc:docMkLst>
        <pc:docMk/>
      </pc:docMkLst>
      <pc:sldChg chg="modSp mod">
        <pc:chgData name="Daphne Economou" userId="d065a339-36cf-4937-af08-41751becbd81" providerId="ADAL" clId="{42DAAE95-0B75-440B-9F9B-19A235058689}" dt="2024-10-07T17:51:34.341" v="2162" actId="6549"/>
        <pc:sldMkLst>
          <pc:docMk/>
          <pc:sldMk cId="0" sldId="358"/>
        </pc:sldMkLst>
        <pc:spChg chg="mod">
          <ac:chgData name="Daphne Economou" userId="d065a339-36cf-4937-af08-41751becbd81" providerId="ADAL" clId="{42DAAE95-0B75-440B-9F9B-19A235058689}" dt="2024-10-07T17:51:34.341" v="2162" actId="6549"/>
          <ac:spMkLst>
            <pc:docMk/>
            <pc:sldMk cId="0" sldId="358"/>
            <ac:spMk id="223235" creationId="{00000000-0000-0000-0000-000000000000}"/>
          </ac:spMkLst>
        </pc:spChg>
      </pc:sldChg>
      <pc:sldChg chg="modSp mod">
        <pc:chgData name="Daphne Economou" userId="d065a339-36cf-4937-af08-41751becbd81" providerId="ADAL" clId="{42DAAE95-0B75-440B-9F9B-19A235058689}" dt="2024-10-07T11:59:42.144" v="832" actId="20577"/>
        <pc:sldMkLst>
          <pc:docMk/>
          <pc:sldMk cId="0" sldId="443"/>
        </pc:sldMkLst>
        <pc:spChg chg="mod">
          <ac:chgData name="Daphne Economou" userId="d065a339-36cf-4937-af08-41751becbd81" providerId="ADAL" clId="{42DAAE95-0B75-440B-9F9B-19A235058689}" dt="2024-10-07T11:59:42.144" v="832" actId="20577"/>
          <ac:spMkLst>
            <pc:docMk/>
            <pc:sldMk cId="0" sldId="443"/>
            <ac:spMk id="2" creationId="{00000000-0000-0000-0000-000000000000}"/>
          </ac:spMkLst>
        </pc:spChg>
      </pc:sldChg>
      <pc:sldChg chg="modSp mod">
        <pc:chgData name="Daphne Economou" userId="d065a339-36cf-4937-af08-41751becbd81" providerId="ADAL" clId="{42DAAE95-0B75-440B-9F9B-19A235058689}" dt="2024-10-07T18:01:55.332" v="3053" actId="20577"/>
        <pc:sldMkLst>
          <pc:docMk/>
          <pc:sldMk cId="1393113354" sldId="498"/>
        </pc:sldMkLst>
        <pc:spChg chg="mod">
          <ac:chgData name="Daphne Economou" userId="d065a339-36cf-4937-af08-41751becbd81" providerId="ADAL" clId="{42DAAE95-0B75-440B-9F9B-19A235058689}" dt="2024-10-07T18:01:55.332" v="3053" actId="20577"/>
          <ac:spMkLst>
            <pc:docMk/>
            <pc:sldMk cId="1393113354" sldId="498"/>
            <ac:spMk id="3" creationId="{2C69F99F-A699-D3F6-AAD3-A9DBE9A177F1}"/>
          </ac:spMkLst>
        </pc:spChg>
      </pc:sldChg>
      <pc:sldChg chg="modSp mod">
        <pc:chgData name="Daphne Economou" userId="d065a339-36cf-4937-af08-41751becbd81" providerId="ADAL" clId="{42DAAE95-0B75-440B-9F9B-19A235058689}" dt="2024-10-07T11:57:19.930" v="777" actId="20577"/>
        <pc:sldMkLst>
          <pc:docMk/>
          <pc:sldMk cId="0" sldId="499"/>
        </pc:sldMkLst>
        <pc:spChg chg="mod">
          <ac:chgData name="Daphne Economou" userId="d065a339-36cf-4937-af08-41751becbd81" providerId="ADAL" clId="{42DAAE95-0B75-440B-9F9B-19A235058689}" dt="2024-10-07T11:57:19.930" v="777" actId="20577"/>
          <ac:spMkLst>
            <pc:docMk/>
            <pc:sldMk cId="0" sldId="499"/>
            <ac:spMk id="157699" creationId="{00000000-0000-0000-0000-000000000000}"/>
          </ac:spMkLst>
        </pc:spChg>
      </pc:sldChg>
      <pc:sldChg chg="addSp modSp mod modAnim">
        <pc:chgData name="Daphne Economou" userId="d065a339-36cf-4937-af08-41751becbd81" providerId="ADAL" clId="{42DAAE95-0B75-440B-9F9B-19A235058689}" dt="2024-10-07T17:27:20.515" v="1716"/>
        <pc:sldMkLst>
          <pc:docMk/>
          <pc:sldMk cId="2190150524" sldId="500"/>
        </pc:sldMkLst>
        <pc:spChg chg="add mod">
          <ac:chgData name="Daphne Economou" userId="d065a339-36cf-4937-af08-41751becbd81" providerId="ADAL" clId="{42DAAE95-0B75-440B-9F9B-19A235058689}" dt="2024-10-07T17:25:38.193" v="1709" actId="1076"/>
          <ac:spMkLst>
            <pc:docMk/>
            <pc:sldMk cId="2190150524" sldId="500"/>
            <ac:spMk id="4" creationId="{491F0377-C3B2-5384-2F1E-CAD88576F397}"/>
          </ac:spMkLst>
        </pc:spChg>
        <pc:spChg chg="add mod">
          <ac:chgData name="Daphne Economou" userId="d065a339-36cf-4937-af08-41751becbd81" providerId="ADAL" clId="{42DAAE95-0B75-440B-9F9B-19A235058689}" dt="2024-10-07T17:25:06.079" v="1707" actId="1076"/>
          <ac:spMkLst>
            <pc:docMk/>
            <pc:sldMk cId="2190150524" sldId="500"/>
            <ac:spMk id="6" creationId="{3BB7BF07-80DA-51E3-6C79-906202F37FA8}"/>
          </ac:spMkLst>
        </pc:spChg>
        <pc:graphicFrameChg chg="mod">
          <ac:chgData name="Daphne Economou" userId="d065a339-36cf-4937-af08-41751becbd81" providerId="ADAL" clId="{42DAAE95-0B75-440B-9F9B-19A235058689}" dt="2024-10-07T17:25:29.282" v="1708" actId="13822"/>
          <ac:graphicFrameMkLst>
            <pc:docMk/>
            <pc:sldMk cId="2190150524" sldId="500"/>
            <ac:graphicFrameMk id="8" creationId="{FA6404CA-9D8B-B580-593B-D9BBA4C49F0E}"/>
          </ac:graphicFrameMkLst>
        </pc:graphicFrameChg>
      </pc:sldChg>
      <pc:sldChg chg="add">
        <pc:chgData name="Daphne Economou" userId="d065a339-36cf-4937-af08-41751becbd81" providerId="ADAL" clId="{42DAAE95-0B75-440B-9F9B-19A235058689}" dt="2024-10-07T11:55:08.890" v="737"/>
        <pc:sldMkLst>
          <pc:docMk/>
          <pc:sldMk cId="0" sldId="571"/>
        </pc:sldMkLst>
      </pc:sldChg>
      <pc:sldChg chg="add">
        <pc:chgData name="Daphne Economou" userId="d065a339-36cf-4937-af08-41751becbd81" providerId="ADAL" clId="{42DAAE95-0B75-440B-9F9B-19A235058689}" dt="2024-10-07T11:55:08.890" v="737"/>
        <pc:sldMkLst>
          <pc:docMk/>
          <pc:sldMk cId="0" sldId="573"/>
        </pc:sldMkLst>
      </pc:sldChg>
      <pc:sldChg chg="add">
        <pc:chgData name="Daphne Economou" userId="d065a339-36cf-4937-af08-41751becbd81" providerId="ADAL" clId="{42DAAE95-0B75-440B-9F9B-19A235058689}" dt="2024-10-07T11:55:08.890" v="737"/>
        <pc:sldMkLst>
          <pc:docMk/>
          <pc:sldMk cId="0" sldId="595"/>
        </pc:sldMkLst>
      </pc:sldChg>
      <pc:sldChg chg="modSp mod">
        <pc:chgData name="Daphne Economou" userId="d065a339-36cf-4937-af08-41751becbd81" providerId="ADAL" clId="{42DAAE95-0B75-440B-9F9B-19A235058689}" dt="2024-10-07T17:52:14.538" v="2167" actId="948"/>
        <pc:sldMkLst>
          <pc:docMk/>
          <pc:sldMk cId="2949030702" sldId="599"/>
        </pc:sldMkLst>
        <pc:spChg chg="mod">
          <ac:chgData name="Daphne Economou" userId="d065a339-36cf-4937-af08-41751becbd81" providerId="ADAL" clId="{42DAAE95-0B75-440B-9F9B-19A235058689}" dt="2024-10-07T17:48:13.288" v="1992" actId="108"/>
          <ac:spMkLst>
            <pc:docMk/>
            <pc:sldMk cId="2949030702" sldId="599"/>
            <ac:spMk id="2" creationId="{00000000-0000-0000-0000-000000000000}"/>
          </ac:spMkLst>
        </pc:spChg>
        <pc:spChg chg="mod">
          <ac:chgData name="Daphne Economou" userId="d065a339-36cf-4937-af08-41751becbd81" providerId="ADAL" clId="{42DAAE95-0B75-440B-9F9B-19A235058689}" dt="2024-10-07T17:52:14.538" v="2167" actId="948"/>
          <ac:spMkLst>
            <pc:docMk/>
            <pc:sldMk cId="2949030702" sldId="599"/>
            <ac:spMk id="3" creationId="{00000000-0000-0000-0000-000000000000}"/>
          </ac:spMkLst>
        </pc:spChg>
      </pc:sldChg>
      <pc:sldChg chg="add del">
        <pc:chgData name="Daphne Economou" userId="d065a339-36cf-4937-af08-41751becbd81" providerId="ADAL" clId="{42DAAE95-0B75-440B-9F9B-19A235058689}" dt="2024-10-07T17:22:51.487" v="1683" actId="2696"/>
        <pc:sldMkLst>
          <pc:docMk/>
          <pc:sldMk cId="2923569272" sldId="606"/>
        </pc:sldMkLst>
      </pc:sldChg>
      <pc:sldChg chg="add del">
        <pc:chgData name="Daphne Economou" userId="d065a339-36cf-4937-af08-41751becbd81" providerId="ADAL" clId="{42DAAE95-0B75-440B-9F9B-19A235058689}" dt="2024-10-07T17:22:51.487" v="1683" actId="2696"/>
        <pc:sldMkLst>
          <pc:docMk/>
          <pc:sldMk cId="3715006900" sldId="607"/>
        </pc:sldMkLst>
      </pc:sldChg>
      <pc:sldChg chg="modSp add del modAnim">
        <pc:chgData name="Daphne Economou" userId="d065a339-36cf-4937-af08-41751becbd81" providerId="ADAL" clId="{42DAAE95-0B75-440B-9F9B-19A235058689}" dt="2024-10-07T17:22:51.487" v="1683" actId="2696"/>
        <pc:sldMkLst>
          <pc:docMk/>
          <pc:sldMk cId="156300286" sldId="610"/>
        </pc:sldMkLst>
        <pc:spChg chg="mod">
          <ac:chgData name="Daphne Economou" userId="d065a339-36cf-4937-af08-41751becbd81" providerId="ADAL" clId="{42DAAE95-0B75-440B-9F9B-19A235058689}" dt="2024-10-07T10:18:27.212" v="151" actId="20577"/>
          <ac:spMkLst>
            <pc:docMk/>
            <pc:sldMk cId="156300286" sldId="610"/>
            <ac:spMk id="3" creationId="{00000000-0000-0000-0000-000000000000}"/>
          </ac:spMkLst>
        </pc:spChg>
      </pc:sldChg>
      <pc:sldChg chg="add">
        <pc:chgData name="Daphne Economou" userId="d065a339-36cf-4937-af08-41751becbd81" providerId="ADAL" clId="{42DAAE95-0B75-440B-9F9B-19A235058689}" dt="2024-10-07T11:55:08.890" v="737"/>
        <pc:sldMkLst>
          <pc:docMk/>
          <pc:sldMk cId="389220247" sldId="611"/>
        </pc:sldMkLst>
      </pc:sldChg>
      <pc:sldChg chg="add">
        <pc:chgData name="Daphne Economou" userId="d065a339-36cf-4937-af08-41751becbd81" providerId="ADAL" clId="{42DAAE95-0B75-440B-9F9B-19A235058689}" dt="2024-10-07T11:55:08.890" v="737"/>
        <pc:sldMkLst>
          <pc:docMk/>
          <pc:sldMk cId="1469544103" sldId="615"/>
        </pc:sldMkLst>
      </pc:sldChg>
      <pc:sldChg chg="add">
        <pc:chgData name="Daphne Economou" userId="d065a339-36cf-4937-af08-41751becbd81" providerId="ADAL" clId="{42DAAE95-0B75-440B-9F9B-19A235058689}" dt="2024-10-07T11:55:08.890" v="737"/>
        <pc:sldMkLst>
          <pc:docMk/>
          <pc:sldMk cId="1007427124" sldId="624"/>
        </pc:sldMkLst>
      </pc:sldChg>
      <pc:sldChg chg="addSp modSp mod">
        <pc:chgData name="Daphne Economou" userId="d065a339-36cf-4937-af08-41751becbd81" providerId="ADAL" clId="{42DAAE95-0B75-440B-9F9B-19A235058689}" dt="2024-10-07T10:27:39.206" v="185" actId="1076"/>
        <pc:sldMkLst>
          <pc:docMk/>
          <pc:sldMk cId="2683202601" sldId="627"/>
        </pc:sldMkLst>
        <pc:spChg chg="add mod">
          <ac:chgData name="Daphne Economou" userId="d065a339-36cf-4937-af08-41751becbd81" providerId="ADAL" clId="{42DAAE95-0B75-440B-9F9B-19A235058689}" dt="2024-10-07T10:27:36.171" v="184" actId="1076"/>
          <ac:spMkLst>
            <pc:docMk/>
            <pc:sldMk cId="2683202601" sldId="627"/>
            <ac:spMk id="2" creationId="{E01A28F7-A8B9-13A2-AF53-ACA7E63E9A79}"/>
          </ac:spMkLst>
        </pc:spChg>
        <pc:spChg chg="add mod">
          <ac:chgData name="Daphne Economou" userId="d065a339-36cf-4937-af08-41751becbd81" providerId="ADAL" clId="{42DAAE95-0B75-440B-9F9B-19A235058689}" dt="2024-10-07T10:27:39.206" v="185" actId="1076"/>
          <ac:spMkLst>
            <pc:docMk/>
            <pc:sldMk cId="2683202601" sldId="627"/>
            <ac:spMk id="4" creationId="{3149E6BB-D260-92CF-7CCE-CE3C3D2F9571}"/>
          </ac:spMkLst>
        </pc:spChg>
      </pc:sldChg>
      <pc:sldChg chg="modSp mod">
        <pc:chgData name="Daphne Economou" userId="d065a339-36cf-4937-af08-41751becbd81" providerId="ADAL" clId="{42DAAE95-0B75-440B-9F9B-19A235058689}" dt="2024-10-07T17:52:39.293" v="2171" actId="6549"/>
        <pc:sldMkLst>
          <pc:docMk/>
          <pc:sldMk cId="1242615727" sldId="632"/>
        </pc:sldMkLst>
        <pc:spChg chg="mod">
          <ac:chgData name="Daphne Economou" userId="d065a339-36cf-4937-af08-41751becbd81" providerId="ADAL" clId="{42DAAE95-0B75-440B-9F9B-19A235058689}" dt="2024-10-07T17:48:43.005" v="2039" actId="20577"/>
          <ac:spMkLst>
            <pc:docMk/>
            <pc:sldMk cId="1242615727" sldId="632"/>
            <ac:spMk id="2" creationId="{00000000-0000-0000-0000-000000000000}"/>
          </ac:spMkLst>
        </pc:spChg>
        <pc:spChg chg="mod">
          <ac:chgData name="Daphne Economou" userId="d065a339-36cf-4937-af08-41751becbd81" providerId="ADAL" clId="{42DAAE95-0B75-440B-9F9B-19A235058689}" dt="2024-10-07T17:52:39.293" v="2171" actId="6549"/>
          <ac:spMkLst>
            <pc:docMk/>
            <pc:sldMk cId="1242615727" sldId="632"/>
            <ac:spMk id="3" creationId="{00000000-0000-0000-0000-000000000000}"/>
          </ac:spMkLst>
        </pc:spChg>
      </pc:sldChg>
      <pc:sldChg chg="addSp delSp modSp mod">
        <pc:chgData name="Daphne Economou" userId="d065a339-36cf-4937-af08-41751becbd81" providerId="ADAL" clId="{42DAAE95-0B75-440B-9F9B-19A235058689}" dt="2024-10-07T17:49:42.364" v="2133" actId="20577"/>
        <pc:sldMkLst>
          <pc:docMk/>
          <pc:sldMk cId="2106380470" sldId="633"/>
        </pc:sldMkLst>
        <pc:spChg chg="add del mod">
          <ac:chgData name="Daphne Economou" userId="d065a339-36cf-4937-af08-41751becbd81" providerId="ADAL" clId="{42DAAE95-0B75-440B-9F9B-19A235058689}" dt="2024-10-07T17:49:28.567" v="2104" actId="1036"/>
          <ac:spMkLst>
            <pc:docMk/>
            <pc:sldMk cId="2106380470" sldId="633"/>
            <ac:spMk id="2" creationId="{00000000-0000-0000-0000-000000000000}"/>
          </ac:spMkLst>
        </pc:spChg>
        <pc:spChg chg="mod">
          <ac:chgData name="Daphne Economou" userId="d065a339-36cf-4937-af08-41751becbd81" providerId="ADAL" clId="{42DAAE95-0B75-440B-9F9B-19A235058689}" dt="2024-10-07T17:49:42.364" v="2133" actId="20577"/>
          <ac:spMkLst>
            <pc:docMk/>
            <pc:sldMk cId="2106380470" sldId="633"/>
            <ac:spMk id="3" creationId="{00000000-0000-0000-0000-000000000000}"/>
          </ac:spMkLst>
        </pc:spChg>
        <pc:spChg chg="add del mod">
          <ac:chgData name="Daphne Economou" userId="d065a339-36cf-4937-af08-41751becbd81" providerId="ADAL" clId="{42DAAE95-0B75-440B-9F9B-19A235058689}" dt="2024-10-07T17:49:19.336" v="2100" actId="478"/>
          <ac:spMkLst>
            <pc:docMk/>
            <pc:sldMk cId="2106380470" sldId="633"/>
            <ac:spMk id="5" creationId="{ECC691E4-DD33-546F-AFAA-BF299580860F}"/>
          </ac:spMkLst>
        </pc:spChg>
      </pc:sldChg>
      <pc:sldChg chg="modSp mod">
        <pc:chgData name="Daphne Economou" userId="d065a339-36cf-4937-af08-41751becbd81" providerId="ADAL" clId="{42DAAE95-0B75-440B-9F9B-19A235058689}" dt="2024-10-07T17:47:59.223" v="1987" actId="20577"/>
        <pc:sldMkLst>
          <pc:docMk/>
          <pc:sldMk cId="565017541" sldId="634"/>
        </pc:sldMkLst>
        <pc:spChg chg="mod">
          <ac:chgData name="Daphne Economou" userId="d065a339-36cf-4937-af08-41751becbd81" providerId="ADAL" clId="{42DAAE95-0B75-440B-9F9B-19A235058689}" dt="2024-10-07T17:47:59.223" v="1987" actId="20577"/>
          <ac:spMkLst>
            <pc:docMk/>
            <pc:sldMk cId="565017541" sldId="634"/>
            <ac:spMk id="3" creationId="{0182F4D5-F010-1CAC-BAE1-924F2A410574}"/>
          </ac:spMkLst>
        </pc:spChg>
      </pc:sldChg>
      <pc:sldChg chg="modSp del mod">
        <pc:chgData name="Daphne Economou" userId="d065a339-36cf-4937-af08-41751becbd81" providerId="ADAL" clId="{42DAAE95-0B75-440B-9F9B-19A235058689}" dt="2024-10-07T11:56:26.729" v="738" actId="47"/>
        <pc:sldMkLst>
          <pc:docMk/>
          <pc:sldMk cId="1093967626" sldId="635"/>
        </pc:sldMkLst>
        <pc:spChg chg="mod">
          <ac:chgData name="Daphne Economou" userId="d065a339-36cf-4937-af08-41751becbd81" providerId="ADAL" clId="{42DAAE95-0B75-440B-9F9B-19A235058689}" dt="2024-10-07T10:17:45.472" v="149" actId="20577"/>
          <ac:spMkLst>
            <pc:docMk/>
            <pc:sldMk cId="1093967626" sldId="635"/>
            <ac:spMk id="3" creationId="{E0EA2F69-7366-C77D-8A3A-AB4B1EF3D9EA}"/>
          </ac:spMkLst>
        </pc:spChg>
      </pc:sldChg>
      <pc:sldChg chg="del modNotesTx">
        <pc:chgData name="Daphne Economou" userId="d065a339-36cf-4937-af08-41751becbd81" providerId="ADAL" clId="{42DAAE95-0B75-440B-9F9B-19A235058689}" dt="2024-10-07T11:56:26.729" v="738" actId="47"/>
        <pc:sldMkLst>
          <pc:docMk/>
          <pc:sldMk cId="3820686057" sldId="636"/>
        </pc:sldMkLst>
      </pc:sldChg>
      <pc:sldChg chg="del">
        <pc:chgData name="Daphne Economou" userId="d065a339-36cf-4937-af08-41751becbd81" providerId="ADAL" clId="{42DAAE95-0B75-440B-9F9B-19A235058689}" dt="2024-10-07T10:14:20.453" v="104" actId="47"/>
        <pc:sldMkLst>
          <pc:docMk/>
          <pc:sldMk cId="1337151681" sldId="637"/>
        </pc:sldMkLst>
      </pc:sldChg>
      <pc:sldChg chg="add del">
        <pc:chgData name="Daphne Economou" userId="d065a339-36cf-4937-af08-41751becbd81" providerId="ADAL" clId="{42DAAE95-0B75-440B-9F9B-19A235058689}" dt="2024-10-07T10:15:58.084" v="136" actId="47"/>
        <pc:sldMkLst>
          <pc:docMk/>
          <pc:sldMk cId="1371861734" sldId="638"/>
        </pc:sldMkLst>
      </pc:sldChg>
      <pc:sldChg chg="del">
        <pc:chgData name="Daphne Economou" userId="d065a339-36cf-4937-af08-41751becbd81" providerId="ADAL" clId="{42DAAE95-0B75-440B-9F9B-19A235058689}" dt="2024-10-07T11:56:26.729" v="738" actId="47"/>
        <pc:sldMkLst>
          <pc:docMk/>
          <pc:sldMk cId="3664212905" sldId="639"/>
        </pc:sldMkLst>
      </pc:sldChg>
      <pc:sldChg chg="modSp mod">
        <pc:chgData name="Daphne Economou" userId="d065a339-36cf-4937-af08-41751becbd81" providerId="ADAL" clId="{42DAAE95-0B75-440B-9F9B-19A235058689}" dt="2024-10-07T17:48:33.455" v="2025" actId="20577"/>
        <pc:sldMkLst>
          <pc:docMk/>
          <pc:sldMk cId="963750952" sldId="640"/>
        </pc:sldMkLst>
        <pc:spChg chg="mod">
          <ac:chgData name="Daphne Economou" userId="d065a339-36cf-4937-af08-41751becbd81" providerId="ADAL" clId="{42DAAE95-0B75-440B-9F9B-19A235058689}" dt="2024-10-07T17:48:33.455" v="2025" actId="20577"/>
          <ac:spMkLst>
            <pc:docMk/>
            <pc:sldMk cId="963750952" sldId="640"/>
            <ac:spMk id="2" creationId="{DD0891A0-1A90-87B9-6F25-6235E0087A24}"/>
          </ac:spMkLst>
        </pc:spChg>
        <pc:spChg chg="mod">
          <ac:chgData name="Daphne Economou" userId="d065a339-36cf-4937-af08-41751becbd81" providerId="ADAL" clId="{42DAAE95-0B75-440B-9F9B-19A235058689}" dt="2024-10-07T17:31:00.932" v="1733" actId="27636"/>
          <ac:spMkLst>
            <pc:docMk/>
            <pc:sldMk cId="963750952" sldId="640"/>
            <ac:spMk id="3" creationId="{0E9652C8-A9E2-4B88-A868-141F81A53C00}"/>
          </ac:spMkLst>
        </pc:spChg>
      </pc:sldChg>
      <pc:sldChg chg="modSp mod">
        <pc:chgData name="Daphne Economou" userId="d065a339-36cf-4937-af08-41751becbd81" providerId="ADAL" clId="{42DAAE95-0B75-440B-9F9B-19A235058689}" dt="2024-10-07T17:48:56.769" v="2068" actId="20577"/>
        <pc:sldMkLst>
          <pc:docMk/>
          <pc:sldMk cId="3498717576" sldId="641"/>
        </pc:sldMkLst>
        <pc:spChg chg="mod">
          <ac:chgData name="Daphne Economou" userId="d065a339-36cf-4937-af08-41751becbd81" providerId="ADAL" clId="{42DAAE95-0B75-440B-9F9B-19A235058689}" dt="2024-10-07T17:48:56.769" v="2068" actId="20577"/>
          <ac:spMkLst>
            <pc:docMk/>
            <pc:sldMk cId="3498717576" sldId="641"/>
            <ac:spMk id="2" creationId="{7664D89F-D396-3804-73B1-34A52B4A0EA3}"/>
          </ac:spMkLst>
        </pc:spChg>
        <pc:spChg chg="mod">
          <ac:chgData name="Daphne Economou" userId="d065a339-36cf-4937-af08-41751becbd81" providerId="ADAL" clId="{42DAAE95-0B75-440B-9F9B-19A235058689}" dt="2024-10-07T17:32:37.594" v="1786" actId="20577"/>
          <ac:spMkLst>
            <pc:docMk/>
            <pc:sldMk cId="3498717576" sldId="641"/>
            <ac:spMk id="3" creationId="{552BF42B-6A53-F25F-37D9-37A8314C0B4C}"/>
          </ac:spMkLst>
        </pc:spChg>
      </pc:sldChg>
      <pc:sldChg chg="addSp delSp modSp mod">
        <pc:chgData name="Daphne Economou" userId="d065a339-36cf-4937-af08-41751becbd81" providerId="ADAL" clId="{42DAAE95-0B75-440B-9F9B-19A235058689}" dt="2024-10-07T17:50:48.596" v="2157" actId="14100"/>
        <pc:sldMkLst>
          <pc:docMk/>
          <pc:sldMk cId="1085603899" sldId="642"/>
        </pc:sldMkLst>
        <pc:spChg chg="del">
          <ac:chgData name="Daphne Economou" userId="d065a339-36cf-4937-af08-41751becbd81" providerId="ADAL" clId="{42DAAE95-0B75-440B-9F9B-19A235058689}" dt="2024-10-07T17:50:08.787" v="2135" actId="478"/>
          <ac:spMkLst>
            <pc:docMk/>
            <pc:sldMk cId="1085603899" sldId="642"/>
            <ac:spMk id="2" creationId="{4E34E25C-8239-5B74-96C9-1841C6441B2B}"/>
          </ac:spMkLst>
        </pc:spChg>
        <pc:spChg chg="mod">
          <ac:chgData name="Daphne Economou" userId="d065a339-36cf-4937-af08-41751becbd81" providerId="ADAL" clId="{42DAAE95-0B75-440B-9F9B-19A235058689}" dt="2024-10-07T17:35:02.889" v="1886" actId="14100"/>
          <ac:spMkLst>
            <pc:docMk/>
            <pc:sldMk cId="1085603899" sldId="642"/>
            <ac:spMk id="3" creationId="{CBB4501D-FA0D-6D24-9F9D-8E1429B6E8A9}"/>
          </ac:spMkLst>
        </pc:spChg>
        <pc:spChg chg="add del mod">
          <ac:chgData name="Daphne Economou" userId="d065a339-36cf-4937-af08-41751becbd81" providerId="ADAL" clId="{42DAAE95-0B75-440B-9F9B-19A235058689}" dt="2024-10-07T17:50:11.995" v="2137" actId="478"/>
          <ac:spMkLst>
            <pc:docMk/>
            <pc:sldMk cId="1085603899" sldId="642"/>
            <ac:spMk id="5" creationId="{B30A0364-6483-D890-31CC-2B23DC294723}"/>
          </ac:spMkLst>
        </pc:spChg>
        <pc:spChg chg="add mod">
          <ac:chgData name="Daphne Economou" userId="d065a339-36cf-4937-af08-41751becbd81" providerId="ADAL" clId="{42DAAE95-0B75-440B-9F9B-19A235058689}" dt="2024-10-07T17:50:48.596" v="2157" actId="14100"/>
          <ac:spMkLst>
            <pc:docMk/>
            <pc:sldMk cId="1085603899" sldId="642"/>
            <ac:spMk id="7" creationId="{6479971B-E0F0-8D44-8792-D0CDB669D1DC}"/>
          </ac:spMkLst>
        </pc:spChg>
      </pc:sldChg>
      <pc:sldChg chg="delSp del mod">
        <pc:chgData name="Daphne Economou" userId="d065a339-36cf-4937-af08-41751becbd81" providerId="ADAL" clId="{42DAAE95-0B75-440B-9F9B-19A235058689}" dt="2024-10-07T12:16:42.347" v="839" actId="47"/>
        <pc:sldMkLst>
          <pc:docMk/>
          <pc:sldMk cId="4049561656" sldId="644"/>
        </pc:sldMkLst>
        <pc:picChg chg="del">
          <ac:chgData name="Daphne Economou" userId="d065a339-36cf-4937-af08-41751becbd81" providerId="ADAL" clId="{42DAAE95-0B75-440B-9F9B-19A235058689}" dt="2024-10-07T12:15:57.698" v="833" actId="478"/>
          <ac:picMkLst>
            <pc:docMk/>
            <pc:sldMk cId="4049561656" sldId="644"/>
            <ac:picMk id="10" creationId="{D6A454EE-924C-AB08-27A0-9CE449B56352}"/>
          </ac:picMkLst>
        </pc:picChg>
      </pc:sldChg>
      <pc:sldChg chg="delSp modSp del mod">
        <pc:chgData name="Daphne Economou" userId="d065a339-36cf-4937-af08-41751becbd81" providerId="ADAL" clId="{42DAAE95-0B75-440B-9F9B-19A235058689}" dt="2024-10-07T12:49:39.526" v="1179" actId="47"/>
        <pc:sldMkLst>
          <pc:docMk/>
          <pc:sldMk cId="550639830" sldId="645"/>
        </pc:sldMkLst>
        <pc:spChg chg="del mod">
          <ac:chgData name="Daphne Economou" userId="d065a339-36cf-4937-af08-41751becbd81" providerId="ADAL" clId="{42DAAE95-0B75-440B-9F9B-19A235058689}" dt="2024-10-07T12:49:03.121" v="1171" actId="478"/>
          <ac:spMkLst>
            <pc:docMk/>
            <pc:sldMk cId="550639830" sldId="645"/>
            <ac:spMk id="6" creationId="{60FBFF9D-39FF-688C-6058-D913A05B0883}"/>
          </ac:spMkLst>
        </pc:spChg>
        <pc:spChg chg="mod">
          <ac:chgData name="Daphne Economou" userId="d065a339-36cf-4937-af08-41751becbd81" providerId="ADAL" clId="{42DAAE95-0B75-440B-9F9B-19A235058689}" dt="2024-10-07T12:49:06.580" v="1172" actId="14100"/>
          <ac:spMkLst>
            <pc:docMk/>
            <pc:sldMk cId="550639830" sldId="645"/>
            <ac:spMk id="8" creationId="{F8500DC0-09C6-4F18-F12F-67FBD5F25CA0}"/>
          </ac:spMkLst>
        </pc:spChg>
        <pc:picChg chg="mod">
          <ac:chgData name="Daphne Economou" userId="d065a339-36cf-4937-af08-41751becbd81" providerId="ADAL" clId="{42DAAE95-0B75-440B-9F9B-19A235058689}" dt="2024-10-07T12:49:09.661" v="1173" actId="1076"/>
          <ac:picMkLst>
            <pc:docMk/>
            <pc:sldMk cId="550639830" sldId="645"/>
            <ac:picMk id="3" creationId="{772FF9BD-0751-4D32-CEDB-8BA026866DBE}"/>
          </ac:picMkLst>
        </pc:picChg>
      </pc:sldChg>
      <pc:sldChg chg="addSp modSp mod">
        <pc:chgData name="Daphne Economou" userId="d065a339-36cf-4937-af08-41751becbd81" providerId="ADAL" clId="{42DAAE95-0B75-440B-9F9B-19A235058689}" dt="2024-10-07T13:17:47.183" v="1461" actId="113"/>
        <pc:sldMkLst>
          <pc:docMk/>
          <pc:sldMk cId="2741142310" sldId="646"/>
        </pc:sldMkLst>
        <pc:spChg chg="add">
          <ac:chgData name="Daphne Economou" userId="d065a339-36cf-4937-af08-41751becbd81" providerId="ADAL" clId="{42DAAE95-0B75-440B-9F9B-19A235058689}" dt="2024-10-07T13:12:13.707" v="1406"/>
          <ac:spMkLst>
            <pc:docMk/>
            <pc:sldMk cId="2741142310" sldId="646"/>
            <ac:spMk id="2" creationId="{8EB69C21-C3BD-F989-853F-484AE2C0D06D}"/>
          </ac:spMkLst>
        </pc:spChg>
        <pc:spChg chg="mod">
          <ac:chgData name="Daphne Economou" userId="d065a339-36cf-4937-af08-41751becbd81" providerId="ADAL" clId="{42DAAE95-0B75-440B-9F9B-19A235058689}" dt="2024-10-07T13:15:05.082" v="1455" actId="1035"/>
          <ac:spMkLst>
            <pc:docMk/>
            <pc:sldMk cId="2741142310" sldId="646"/>
            <ac:spMk id="7" creationId="{A8A840BF-DD01-FDBA-BD67-9BD235752840}"/>
          </ac:spMkLst>
        </pc:spChg>
        <pc:spChg chg="mod">
          <ac:chgData name="Daphne Economou" userId="d065a339-36cf-4937-af08-41751becbd81" providerId="ADAL" clId="{42DAAE95-0B75-440B-9F9B-19A235058689}" dt="2024-10-07T13:17:47.183" v="1461" actId="113"/>
          <ac:spMkLst>
            <pc:docMk/>
            <pc:sldMk cId="2741142310" sldId="646"/>
            <ac:spMk id="8" creationId="{F8500DC0-09C6-4F18-F12F-67FBD5F25CA0}"/>
          </ac:spMkLst>
        </pc:spChg>
      </pc:sldChg>
      <pc:sldChg chg="modSp mod">
        <pc:chgData name="Daphne Economou" userId="d065a339-36cf-4937-af08-41751becbd81" providerId="ADAL" clId="{42DAAE95-0B75-440B-9F9B-19A235058689}" dt="2024-10-07T17:53:30.583" v="2172" actId="313"/>
        <pc:sldMkLst>
          <pc:docMk/>
          <pc:sldMk cId="1137333848" sldId="647"/>
        </pc:sldMkLst>
        <pc:spChg chg="mod">
          <ac:chgData name="Daphne Economou" userId="d065a339-36cf-4937-af08-41751becbd81" providerId="ADAL" clId="{42DAAE95-0B75-440B-9F9B-19A235058689}" dt="2024-10-07T17:53:30.583" v="2172" actId="313"/>
          <ac:spMkLst>
            <pc:docMk/>
            <pc:sldMk cId="1137333848" sldId="647"/>
            <ac:spMk id="18" creationId="{4CB80CA4-AE80-9A83-ABBE-88065E75C583}"/>
          </ac:spMkLst>
        </pc:spChg>
      </pc:sldChg>
      <pc:sldChg chg="modSp mod">
        <pc:chgData name="Daphne Economou" userId="d065a339-36cf-4937-af08-41751becbd81" providerId="ADAL" clId="{42DAAE95-0B75-440B-9F9B-19A235058689}" dt="2024-10-07T17:00:20.676" v="1590" actId="113"/>
        <pc:sldMkLst>
          <pc:docMk/>
          <pc:sldMk cId="3633271206" sldId="648"/>
        </pc:sldMkLst>
        <pc:spChg chg="mod">
          <ac:chgData name="Daphne Economou" userId="d065a339-36cf-4937-af08-41751becbd81" providerId="ADAL" clId="{42DAAE95-0B75-440B-9F9B-19A235058689}" dt="2024-10-07T17:00:20.676" v="1590" actId="113"/>
          <ac:spMkLst>
            <pc:docMk/>
            <pc:sldMk cId="3633271206" sldId="648"/>
            <ac:spMk id="8" creationId="{F8500DC0-09C6-4F18-F12F-67FBD5F25CA0}"/>
          </ac:spMkLst>
        </pc:spChg>
      </pc:sldChg>
      <pc:sldChg chg="add del">
        <pc:chgData name="Daphne Economou" userId="d065a339-36cf-4937-af08-41751becbd81" providerId="ADAL" clId="{42DAAE95-0B75-440B-9F9B-19A235058689}" dt="2024-10-07T10:17:59.329" v="150" actId="47"/>
        <pc:sldMkLst>
          <pc:docMk/>
          <pc:sldMk cId="2103130705" sldId="649"/>
        </pc:sldMkLst>
      </pc:sldChg>
      <pc:sldChg chg="add del">
        <pc:chgData name="Daphne Economou" userId="d065a339-36cf-4937-af08-41751becbd81" providerId="ADAL" clId="{42DAAE95-0B75-440B-9F9B-19A235058689}" dt="2024-10-07T10:16:48.013" v="142" actId="47"/>
        <pc:sldMkLst>
          <pc:docMk/>
          <pc:sldMk cId="3073727325" sldId="650"/>
        </pc:sldMkLst>
      </pc:sldChg>
      <pc:sldChg chg="del modNotesTx">
        <pc:chgData name="Daphne Economou" userId="d065a339-36cf-4937-af08-41751becbd81" providerId="ADAL" clId="{42DAAE95-0B75-440B-9F9B-19A235058689}" dt="2024-10-07T11:57:44.490" v="778" actId="47"/>
        <pc:sldMkLst>
          <pc:docMk/>
          <pc:sldMk cId="1076110367" sldId="651"/>
        </pc:sldMkLst>
      </pc:sldChg>
      <pc:sldChg chg="del">
        <pc:chgData name="Daphne Economou" userId="d065a339-36cf-4937-af08-41751becbd81" providerId="ADAL" clId="{42DAAE95-0B75-440B-9F9B-19A235058689}" dt="2024-10-07T11:57:45.604" v="779" actId="47"/>
        <pc:sldMkLst>
          <pc:docMk/>
          <pc:sldMk cId="2168889396" sldId="652"/>
        </pc:sldMkLst>
      </pc:sldChg>
      <pc:sldChg chg="addSp delSp modSp mod ord">
        <pc:chgData name="Daphne Economou" userId="d065a339-36cf-4937-af08-41751becbd81" providerId="ADAL" clId="{42DAAE95-0B75-440B-9F9B-19A235058689}" dt="2024-10-07T17:05:56.782" v="1653" actId="207"/>
        <pc:sldMkLst>
          <pc:docMk/>
          <pc:sldMk cId="3573276114" sldId="654"/>
        </pc:sldMkLst>
        <pc:spChg chg="add mod">
          <ac:chgData name="Daphne Economou" userId="d065a339-36cf-4937-af08-41751becbd81" providerId="ADAL" clId="{42DAAE95-0B75-440B-9F9B-19A235058689}" dt="2024-10-07T17:05:08.338" v="1638" actId="1076"/>
          <ac:spMkLst>
            <pc:docMk/>
            <pc:sldMk cId="3573276114" sldId="654"/>
            <ac:spMk id="3" creationId="{D16B0BB1-ACDF-B7B8-22A9-05815F94D0F9}"/>
          </ac:spMkLst>
        </pc:spChg>
        <pc:spChg chg="add del">
          <ac:chgData name="Daphne Economou" userId="d065a339-36cf-4937-af08-41751becbd81" providerId="ADAL" clId="{42DAAE95-0B75-440B-9F9B-19A235058689}" dt="2024-10-07T12:35:51.550" v="1051" actId="478"/>
          <ac:spMkLst>
            <pc:docMk/>
            <pc:sldMk cId="3573276114" sldId="654"/>
            <ac:spMk id="4" creationId="{F272D89B-D586-9980-DB25-297F123A91E6}"/>
          </ac:spMkLst>
        </pc:spChg>
        <pc:spChg chg="mod">
          <ac:chgData name="Daphne Economou" userId="d065a339-36cf-4937-af08-41751becbd81" providerId="ADAL" clId="{42DAAE95-0B75-440B-9F9B-19A235058689}" dt="2024-10-07T12:32:58.435" v="1020" actId="27636"/>
          <ac:spMkLst>
            <pc:docMk/>
            <pc:sldMk cId="3573276114" sldId="654"/>
            <ac:spMk id="7" creationId="{A8A840BF-DD01-FDBA-BD67-9BD235752840}"/>
          </ac:spMkLst>
        </pc:spChg>
        <pc:spChg chg="mod">
          <ac:chgData name="Daphne Economou" userId="d065a339-36cf-4937-af08-41751becbd81" providerId="ADAL" clId="{42DAAE95-0B75-440B-9F9B-19A235058689}" dt="2024-10-07T17:05:56.782" v="1653" actId="207"/>
          <ac:spMkLst>
            <pc:docMk/>
            <pc:sldMk cId="3573276114" sldId="654"/>
            <ac:spMk id="8" creationId="{F8500DC0-09C6-4F18-F12F-67FBD5F25CA0}"/>
          </ac:spMkLst>
        </pc:spChg>
      </pc:sldChg>
      <pc:sldChg chg="addSp delSp modSp add del mod modAnim">
        <pc:chgData name="Daphne Economou" userId="d065a339-36cf-4937-af08-41751becbd81" providerId="ADAL" clId="{42DAAE95-0B75-440B-9F9B-19A235058689}" dt="2024-10-07T17:55:25.105" v="2451" actId="962"/>
        <pc:sldMkLst>
          <pc:docMk/>
          <pc:sldMk cId="4116202179" sldId="655"/>
        </pc:sldMkLst>
        <pc:spChg chg="mod">
          <ac:chgData name="Daphne Economou" userId="d065a339-36cf-4937-af08-41751becbd81" providerId="ADAL" clId="{42DAAE95-0B75-440B-9F9B-19A235058689}" dt="2024-10-07T12:50:45.591" v="1240" actId="1035"/>
          <ac:spMkLst>
            <pc:docMk/>
            <pc:sldMk cId="4116202179" sldId="655"/>
            <ac:spMk id="2" creationId="{F5AD4708-DEDE-B7D7-527D-CF0DEAC629F8}"/>
          </ac:spMkLst>
        </pc:spChg>
        <pc:spChg chg="add mod">
          <ac:chgData name="Daphne Economou" userId="d065a339-36cf-4937-af08-41751becbd81" providerId="ADAL" clId="{42DAAE95-0B75-440B-9F9B-19A235058689}" dt="2024-10-07T17:38:00.760" v="1914"/>
          <ac:spMkLst>
            <pc:docMk/>
            <pc:sldMk cId="4116202179" sldId="655"/>
            <ac:spMk id="5" creationId="{DC47AA45-A59F-4F86-665B-1DB676E5E7EA}"/>
          </ac:spMkLst>
        </pc:spChg>
        <pc:spChg chg="add mod">
          <ac:chgData name="Daphne Economou" userId="d065a339-36cf-4937-af08-41751becbd81" providerId="ADAL" clId="{42DAAE95-0B75-440B-9F9B-19A235058689}" dt="2024-10-07T17:41:58.726" v="1939" actId="1076"/>
          <ac:spMkLst>
            <pc:docMk/>
            <pc:sldMk cId="4116202179" sldId="655"/>
            <ac:spMk id="12" creationId="{C0AD339E-ADF5-89C5-579A-2C06D530CC8F}"/>
          </ac:spMkLst>
        </pc:spChg>
        <pc:spChg chg="add mod">
          <ac:chgData name="Daphne Economou" userId="d065a339-36cf-4937-af08-41751becbd81" providerId="ADAL" clId="{42DAAE95-0B75-440B-9F9B-19A235058689}" dt="2024-10-07T17:41:58.726" v="1939" actId="1076"/>
          <ac:spMkLst>
            <pc:docMk/>
            <pc:sldMk cId="4116202179" sldId="655"/>
            <ac:spMk id="13" creationId="{20892DC4-5A2E-EB91-0A25-D3E744C5F819}"/>
          </ac:spMkLst>
        </pc:spChg>
        <pc:picChg chg="add mod">
          <ac:chgData name="Daphne Economou" userId="d065a339-36cf-4937-af08-41751becbd81" providerId="ADAL" clId="{42DAAE95-0B75-440B-9F9B-19A235058689}" dt="2024-10-07T17:55:25.105" v="2451" actId="962"/>
          <ac:picMkLst>
            <pc:docMk/>
            <pc:sldMk cId="4116202179" sldId="655"/>
            <ac:picMk id="4" creationId="{920A6D39-EA06-901F-D03D-433C51AD3672}"/>
          </ac:picMkLst>
        </pc:picChg>
        <pc:picChg chg="add mod">
          <ac:chgData name="Daphne Economou" userId="d065a339-36cf-4937-af08-41751becbd81" providerId="ADAL" clId="{42DAAE95-0B75-440B-9F9B-19A235058689}" dt="2024-10-07T17:41:58.726" v="1939" actId="1076"/>
          <ac:picMkLst>
            <pc:docMk/>
            <pc:sldMk cId="4116202179" sldId="655"/>
            <ac:picMk id="6" creationId="{273DC3FD-279C-2CF6-13DF-87D1BBB88602}"/>
          </ac:picMkLst>
        </pc:picChg>
        <pc:picChg chg="del">
          <ac:chgData name="Daphne Economou" userId="d065a339-36cf-4937-af08-41751becbd81" providerId="ADAL" clId="{42DAAE95-0B75-440B-9F9B-19A235058689}" dt="2024-10-07T12:41:54.824" v="1102" actId="478"/>
          <ac:picMkLst>
            <pc:docMk/>
            <pc:sldMk cId="4116202179" sldId="655"/>
            <ac:picMk id="7" creationId="{0B8B74C6-E820-0D9A-8E9F-BB5ECFEEE6DA}"/>
          </ac:picMkLst>
        </pc:picChg>
        <pc:cxnChg chg="add mod">
          <ac:chgData name="Daphne Economou" userId="d065a339-36cf-4937-af08-41751becbd81" providerId="ADAL" clId="{42DAAE95-0B75-440B-9F9B-19A235058689}" dt="2024-10-07T17:41:58.726" v="1939" actId="1076"/>
          <ac:cxnSpMkLst>
            <pc:docMk/>
            <pc:sldMk cId="4116202179" sldId="655"/>
            <ac:cxnSpMk id="9" creationId="{E235DE68-D5D4-A464-7753-2068BBA98496}"/>
          </ac:cxnSpMkLst>
        </pc:cxnChg>
        <pc:cxnChg chg="add mod">
          <ac:chgData name="Daphne Economou" userId="d065a339-36cf-4937-af08-41751becbd81" providerId="ADAL" clId="{42DAAE95-0B75-440B-9F9B-19A235058689}" dt="2024-10-07T17:41:58.726" v="1939" actId="1076"/>
          <ac:cxnSpMkLst>
            <pc:docMk/>
            <pc:sldMk cId="4116202179" sldId="655"/>
            <ac:cxnSpMk id="11" creationId="{26843979-CC68-9F11-56C1-847980B45A53}"/>
          </ac:cxnSpMkLst>
        </pc:cxnChg>
      </pc:sldChg>
      <pc:sldChg chg="addSp delSp modSp mod modAnim">
        <pc:chgData name="Daphne Economou" userId="d065a339-36cf-4937-af08-41751becbd81" providerId="ADAL" clId="{42DAAE95-0B75-440B-9F9B-19A235058689}" dt="2024-10-07T17:55:47.894" v="2515" actId="962"/>
        <pc:sldMkLst>
          <pc:docMk/>
          <pc:sldMk cId="3285153106" sldId="656"/>
        </pc:sldMkLst>
        <pc:spChg chg="add mod">
          <ac:chgData name="Daphne Economou" userId="d065a339-36cf-4937-af08-41751becbd81" providerId="ADAL" clId="{42DAAE95-0B75-440B-9F9B-19A235058689}" dt="2024-10-07T17:38:14.268" v="1917"/>
          <ac:spMkLst>
            <pc:docMk/>
            <pc:sldMk cId="3285153106" sldId="656"/>
            <ac:spMk id="5" creationId="{CC3E09D9-4363-C7B6-CCB9-A9B52252F7D6}"/>
          </ac:spMkLst>
        </pc:spChg>
        <pc:picChg chg="add mod">
          <ac:chgData name="Daphne Economou" userId="d065a339-36cf-4937-af08-41751becbd81" providerId="ADAL" clId="{42DAAE95-0B75-440B-9F9B-19A235058689}" dt="2024-10-07T17:55:47.894" v="2515" actId="962"/>
          <ac:picMkLst>
            <pc:docMk/>
            <pc:sldMk cId="3285153106" sldId="656"/>
            <ac:picMk id="4" creationId="{8E346C55-0962-A02F-7BA4-08F718AA883C}"/>
          </ac:picMkLst>
        </pc:picChg>
        <pc:picChg chg="del">
          <ac:chgData name="Daphne Economou" userId="d065a339-36cf-4937-af08-41751becbd81" providerId="ADAL" clId="{42DAAE95-0B75-440B-9F9B-19A235058689}" dt="2024-10-07T13:16:56.177" v="1456" actId="478"/>
          <ac:picMkLst>
            <pc:docMk/>
            <pc:sldMk cId="3285153106" sldId="656"/>
            <ac:picMk id="7" creationId="{290F40B8-89CB-4309-7A21-6188F0838554}"/>
          </ac:picMkLst>
        </pc:picChg>
      </pc:sldChg>
      <pc:sldChg chg="addSp delSp modSp mod modAnim">
        <pc:chgData name="Daphne Economou" userId="d065a339-36cf-4937-af08-41751becbd81" providerId="ADAL" clId="{42DAAE95-0B75-440B-9F9B-19A235058689}" dt="2024-10-07T17:56:04.659" v="2573" actId="962"/>
        <pc:sldMkLst>
          <pc:docMk/>
          <pc:sldMk cId="2388605081" sldId="657"/>
        </pc:sldMkLst>
        <pc:spChg chg="add mod">
          <ac:chgData name="Daphne Economou" userId="d065a339-36cf-4937-af08-41751becbd81" providerId="ADAL" clId="{42DAAE95-0B75-440B-9F9B-19A235058689}" dt="2024-10-07T17:38:26.725" v="1920"/>
          <ac:spMkLst>
            <pc:docMk/>
            <pc:sldMk cId="2388605081" sldId="657"/>
            <ac:spMk id="5" creationId="{33563E21-5665-CC33-F7C0-5A7E14FF46B0}"/>
          </ac:spMkLst>
        </pc:spChg>
        <pc:picChg chg="add mod">
          <ac:chgData name="Daphne Economou" userId="d065a339-36cf-4937-af08-41751becbd81" providerId="ADAL" clId="{42DAAE95-0B75-440B-9F9B-19A235058689}" dt="2024-10-07T17:56:04.659" v="2573" actId="962"/>
          <ac:picMkLst>
            <pc:docMk/>
            <pc:sldMk cId="2388605081" sldId="657"/>
            <ac:picMk id="4" creationId="{8ACCA5FD-4E8C-5F0A-BE8A-FD527DE6081B}"/>
          </ac:picMkLst>
        </pc:picChg>
        <pc:picChg chg="del">
          <ac:chgData name="Daphne Economou" userId="d065a339-36cf-4937-af08-41751becbd81" providerId="ADAL" clId="{42DAAE95-0B75-440B-9F9B-19A235058689}" dt="2024-10-07T16:55:43.079" v="1546" actId="478"/>
          <ac:picMkLst>
            <pc:docMk/>
            <pc:sldMk cId="2388605081" sldId="657"/>
            <ac:picMk id="7" creationId="{AAC72EDF-9E9A-D1D8-9D3C-3EAED3D68FC0}"/>
          </ac:picMkLst>
        </pc:picChg>
      </pc:sldChg>
      <pc:sldChg chg="modSp mod">
        <pc:chgData name="Daphne Economou" userId="d065a339-36cf-4937-af08-41751becbd81" providerId="ADAL" clId="{42DAAE95-0B75-440B-9F9B-19A235058689}" dt="2024-10-07T17:06:54.578" v="1660" actId="20577"/>
        <pc:sldMkLst>
          <pc:docMk/>
          <pc:sldMk cId="2773720790" sldId="658"/>
        </pc:sldMkLst>
        <pc:spChg chg="mod">
          <ac:chgData name="Daphne Economou" userId="d065a339-36cf-4937-af08-41751becbd81" providerId="ADAL" clId="{42DAAE95-0B75-440B-9F9B-19A235058689}" dt="2024-10-07T17:06:54.578" v="1660" actId="20577"/>
          <ac:spMkLst>
            <pc:docMk/>
            <pc:sldMk cId="2773720790" sldId="658"/>
            <ac:spMk id="3" creationId="{EDB83C3D-607E-79A4-D3D0-344925460E3C}"/>
          </ac:spMkLst>
        </pc:spChg>
      </pc:sldChg>
      <pc:sldChg chg="modSp mod">
        <pc:chgData name="Daphne Economou" userId="d065a339-36cf-4937-af08-41751becbd81" providerId="ADAL" clId="{42DAAE95-0B75-440B-9F9B-19A235058689}" dt="2024-10-07T17:09:04.147" v="1666" actId="6549"/>
        <pc:sldMkLst>
          <pc:docMk/>
          <pc:sldMk cId="3638788828" sldId="659"/>
        </pc:sldMkLst>
        <pc:spChg chg="mod">
          <ac:chgData name="Daphne Economou" userId="d065a339-36cf-4937-af08-41751becbd81" providerId="ADAL" clId="{42DAAE95-0B75-440B-9F9B-19A235058689}" dt="2024-10-07T17:09:04.147" v="1666" actId="6549"/>
          <ac:spMkLst>
            <pc:docMk/>
            <pc:sldMk cId="3638788828" sldId="659"/>
            <ac:spMk id="3" creationId="{4CD0C505-B655-0B24-7895-685DD8E70CA5}"/>
          </ac:spMkLst>
        </pc:spChg>
      </pc:sldChg>
      <pc:sldChg chg="modSp mod">
        <pc:chgData name="Daphne Economou" userId="d065a339-36cf-4937-af08-41751becbd81" providerId="ADAL" clId="{42DAAE95-0B75-440B-9F9B-19A235058689}" dt="2024-10-07T17:09:58.531" v="1669" actId="207"/>
        <pc:sldMkLst>
          <pc:docMk/>
          <pc:sldMk cId="3530429402" sldId="660"/>
        </pc:sldMkLst>
        <pc:spChg chg="mod">
          <ac:chgData name="Daphne Economou" userId="d065a339-36cf-4937-af08-41751becbd81" providerId="ADAL" clId="{42DAAE95-0B75-440B-9F9B-19A235058689}" dt="2024-10-07T17:09:47.982" v="1667" actId="207"/>
          <ac:spMkLst>
            <pc:docMk/>
            <pc:sldMk cId="3530429402" sldId="660"/>
            <ac:spMk id="2" creationId="{5E9EAF57-D556-1D38-1AE3-5C64D882D7D2}"/>
          </ac:spMkLst>
        </pc:spChg>
        <pc:spChg chg="mod">
          <ac:chgData name="Daphne Economou" userId="d065a339-36cf-4937-af08-41751becbd81" providerId="ADAL" clId="{42DAAE95-0B75-440B-9F9B-19A235058689}" dt="2024-10-07T17:09:58.531" v="1669" actId="207"/>
          <ac:spMkLst>
            <pc:docMk/>
            <pc:sldMk cId="3530429402" sldId="660"/>
            <ac:spMk id="3" creationId="{4CD0C505-B655-0B24-7895-685DD8E70CA5}"/>
          </ac:spMkLst>
        </pc:spChg>
      </pc:sldChg>
      <pc:sldChg chg="modSp mod">
        <pc:chgData name="Daphne Economou" userId="d065a339-36cf-4937-af08-41751becbd81" providerId="ADAL" clId="{42DAAE95-0B75-440B-9F9B-19A235058689}" dt="2024-10-07T09:55:35.542" v="15" actId="113"/>
        <pc:sldMkLst>
          <pc:docMk/>
          <pc:sldMk cId="1762995826" sldId="661"/>
        </pc:sldMkLst>
        <pc:spChg chg="mod">
          <ac:chgData name="Daphne Economou" userId="d065a339-36cf-4937-af08-41751becbd81" providerId="ADAL" clId="{42DAAE95-0B75-440B-9F9B-19A235058689}" dt="2024-10-07T09:55:35.542" v="15" actId="113"/>
          <ac:spMkLst>
            <pc:docMk/>
            <pc:sldMk cId="1762995826" sldId="661"/>
            <ac:spMk id="3" creationId="{4CD0C505-B655-0B24-7895-685DD8E70CA5}"/>
          </ac:spMkLst>
        </pc:spChg>
      </pc:sldChg>
      <pc:sldChg chg="addSp delSp modSp mod delAnim modAnim modNotesTx">
        <pc:chgData name="Daphne Economou" userId="d065a339-36cf-4937-af08-41751becbd81" providerId="ADAL" clId="{42DAAE95-0B75-440B-9F9B-19A235058689}" dt="2024-10-07T17:57:14.213" v="2725" actId="962"/>
        <pc:sldMkLst>
          <pc:docMk/>
          <pc:sldMk cId="3611370071" sldId="662"/>
        </pc:sldMkLst>
        <pc:spChg chg="mod">
          <ac:chgData name="Daphne Economou" userId="d065a339-36cf-4937-af08-41751becbd81" providerId="ADAL" clId="{42DAAE95-0B75-440B-9F9B-19A235058689}" dt="2024-10-07T17:09:51.297" v="1668" actId="207"/>
          <ac:spMkLst>
            <pc:docMk/>
            <pc:sldMk cId="3611370071" sldId="662"/>
            <ac:spMk id="2" creationId="{5E9EAF57-D556-1D38-1AE3-5C64D882D7D2}"/>
          </ac:spMkLst>
        </pc:spChg>
        <pc:spChg chg="mod">
          <ac:chgData name="Daphne Economou" userId="d065a339-36cf-4937-af08-41751becbd81" providerId="ADAL" clId="{42DAAE95-0B75-440B-9F9B-19A235058689}" dt="2024-10-07T17:10:47.318" v="1678" actId="113"/>
          <ac:spMkLst>
            <pc:docMk/>
            <pc:sldMk cId="3611370071" sldId="662"/>
            <ac:spMk id="3" creationId="{4CD0C505-B655-0B24-7895-685DD8E70CA5}"/>
          </ac:spMkLst>
        </pc:spChg>
        <pc:spChg chg="add mod">
          <ac:chgData name="Daphne Economou" userId="d065a339-36cf-4937-af08-41751becbd81" providerId="ADAL" clId="{42DAAE95-0B75-440B-9F9B-19A235058689}" dt="2024-10-07T11:46:23.424" v="731" actId="14100"/>
          <ac:spMkLst>
            <pc:docMk/>
            <pc:sldMk cId="3611370071" sldId="662"/>
            <ac:spMk id="10" creationId="{D3995E9C-C549-8308-9D56-175A68C82F2E}"/>
          </ac:spMkLst>
        </pc:spChg>
        <pc:spChg chg="add del mod ord">
          <ac:chgData name="Daphne Economou" userId="d065a339-36cf-4937-af08-41751becbd81" providerId="ADAL" clId="{42DAAE95-0B75-440B-9F9B-19A235058689}" dt="2024-10-07T11:39:23.933" v="607" actId="478"/>
          <ac:spMkLst>
            <pc:docMk/>
            <pc:sldMk cId="3611370071" sldId="662"/>
            <ac:spMk id="11" creationId="{7B89CCF3-C142-EC71-2CC3-51A4AD2F57DE}"/>
          </ac:spMkLst>
        </pc:spChg>
        <pc:spChg chg="add del mod ord">
          <ac:chgData name="Daphne Economou" userId="d065a339-36cf-4937-af08-41751becbd81" providerId="ADAL" clId="{42DAAE95-0B75-440B-9F9B-19A235058689}" dt="2024-10-07T11:39:19.324" v="601" actId="478"/>
          <ac:spMkLst>
            <pc:docMk/>
            <pc:sldMk cId="3611370071" sldId="662"/>
            <ac:spMk id="12" creationId="{11D21432-6025-7BE6-1775-A8E3CA1AE5A0}"/>
          </ac:spMkLst>
        </pc:spChg>
        <pc:spChg chg="add del mod ord">
          <ac:chgData name="Daphne Economou" userId="d065a339-36cf-4937-af08-41751becbd81" providerId="ADAL" clId="{42DAAE95-0B75-440B-9F9B-19A235058689}" dt="2024-10-07T11:39:21.307" v="605" actId="478"/>
          <ac:spMkLst>
            <pc:docMk/>
            <pc:sldMk cId="3611370071" sldId="662"/>
            <ac:spMk id="13" creationId="{EE295F42-4D50-8724-62C3-FF3BD55BF3A7}"/>
          </ac:spMkLst>
        </pc:spChg>
        <pc:spChg chg="add del mod">
          <ac:chgData name="Daphne Economou" userId="d065a339-36cf-4937-af08-41751becbd81" providerId="ADAL" clId="{42DAAE95-0B75-440B-9F9B-19A235058689}" dt="2024-10-07T11:39:18.432" v="600" actId="478"/>
          <ac:spMkLst>
            <pc:docMk/>
            <pc:sldMk cId="3611370071" sldId="662"/>
            <ac:spMk id="14" creationId="{5DB3AEAB-EAA7-FD6B-010B-783D12FCE358}"/>
          </ac:spMkLst>
        </pc:spChg>
        <pc:spChg chg="add del mod">
          <ac:chgData name="Daphne Economou" userId="d065a339-36cf-4937-af08-41751becbd81" providerId="ADAL" clId="{42DAAE95-0B75-440B-9F9B-19A235058689}" dt="2024-10-07T11:39:19.723" v="602" actId="478"/>
          <ac:spMkLst>
            <pc:docMk/>
            <pc:sldMk cId="3611370071" sldId="662"/>
            <ac:spMk id="15" creationId="{336255F6-7DFA-FB3A-0680-1BCD56CCA6F9}"/>
          </ac:spMkLst>
        </pc:spChg>
        <pc:spChg chg="add del mod">
          <ac:chgData name="Daphne Economou" userId="d065a339-36cf-4937-af08-41751becbd81" providerId="ADAL" clId="{42DAAE95-0B75-440B-9F9B-19A235058689}" dt="2024-10-07T11:39:20.202" v="603" actId="478"/>
          <ac:spMkLst>
            <pc:docMk/>
            <pc:sldMk cId="3611370071" sldId="662"/>
            <ac:spMk id="16" creationId="{F6F65997-2DC8-45C2-0B4A-9A01ADACCA9F}"/>
          </ac:spMkLst>
        </pc:spChg>
        <pc:spChg chg="add del mod">
          <ac:chgData name="Daphne Economou" userId="d065a339-36cf-4937-af08-41751becbd81" providerId="ADAL" clId="{42DAAE95-0B75-440B-9F9B-19A235058689}" dt="2024-10-07T11:39:20.531" v="604" actId="478"/>
          <ac:spMkLst>
            <pc:docMk/>
            <pc:sldMk cId="3611370071" sldId="662"/>
            <ac:spMk id="17" creationId="{FDF17A95-AA4A-E1DF-58D2-868C41DB8BFC}"/>
          </ac:spMkLst>
        </pc:spChg>
        <pc:picChg chg="add del mod ord">
          <ac:chgData name="Daphne Economou" userId="d065a339-36cf-4937-af08-41751becbd81" providerId="ADAL" clId="{42DAAE95-0B75-440B-9F9B-19A235058689}" dt="2024-10-07T11:05:34.937" v="595" actId="21"/>
          <ac:picMkLst>
            <pc:docMk/>
            <pc:sldMk cId="3611370071" sldId="662"/>
            <ac:picMk id="4" creationId="{CF750BBF-787F-062D-D215-A8B61E2EF4A9}"/>
          </ac:picMkLst>
        </pc:picChg>
        <pc:picChg chg="mod">
          <ac:chgData name="Daphne Economou" userId="d065a339-36cf-4937-af08-41751becbd81" providerId="ADAL" clId="{42DAAE95-0B75-440B-9F9B-19A235058689}" dt="2024-10-07T11:45:11.256" v="671" actId="1076"/>
          <ac:picMkLst>
            <pc:docMk/>
            <pc:sldMk cId="3611370071" sldId="662"/>
            <ac:picMk id="7" creationId="{2E899174-0062-DBE6-1D8E-9CFEE825A3AA}"/>
          </ac:picMkLst>
        </pc:picChg>
        <pc:picChg chg="add mod">
          <ac:chgData name="Daphne Economou" userId="d065a339-36cf-4937-af08-41751becbd81" providerId="ADAL" clId="{42DAAE95-0B75-440B-9F9B-19A235058689}" dt="2024-10-07T17:56:50.968" v="2655" actId="962"/>
          <ac:picMkLst>
            <pc:docMk/>
            <pc:sldMk cId="3611370071" sldId="662"/>
            <ac:picMk id="8" creationId="{C743462F-F89F-447E-370A-B4976428C263}"/>
          </ac:picMkLst>
        </pc:picChg>
        <pc:picChg chg="add mod">
          <ac:chgData name="Daphne Economou" userId="d065a339-36cf-4937-af08-41751becbd81" providerId="ADAL" clId="{42DAAE95-0B75-440B-9F9B-19A235058689}" dt="2024-10-07T17:57:14.213" v="2725" actId="962"/>
          <ac:picMkLst>
            <pc:docMk/>
            <pc:sldMk cId="3611370071" sldId="662"/>
            <ac:picMk id="19" creationId="{540537BA-AD7F-1F04-C64F-2F7CEBA6AB7B}"/>
          </ac:picMkLst>
        </pc:picChg>
      </pc:sldChg>
      <pc:sldChg chg="modSp mod">
        <pc:chgData name="Daphne Economou" userId="d065a339-36cf-4937-af08-41751becbd81" providerId="ADAL" clId="{42DAAE95-0B75-440B-9F9B-19A235058689}" dt="2024-10-07T17:11:41.117" v="1679" actId="1036"/>
        <pc:sldMkLst>
          <pc:docMk/>
          <pc:sldMk cId="4182606743" sldId="664"/>
        </pc:sldMkLst>
        <pc:spChg chg="mod">
          <ac:chgData name="Daphne Economou" userId="d065a339-36cf-4937-af08-41751becbd81" providerId="ADAL" clId="{42DAAE95-0B75-440B-9F9B-19A235058689}" dt="2024-10-07T17:11:41.117" v="1679" actId="1036"/>
          <ac:spMkLst>
            <pc:docMk/>
            <pc:sldMk cId="4182606743" sldId="664"/>
            <ac:spMk id="2" creationId="{5E9EAF57-D556-1D38-1AE3-5C64D882D7D2}"/>
          </ac:spMkLst>
        </pc:spChg>
        <pc:picChg chg="mod">
          <ac:chgData name="Daphne Economou" userId="d065a339-36cf-4937-af08-41751becbd81" providerId="ADAL" clId="{42DAAE95-0B75-440B-9F9B-19A235058689}" dt="2024-10-07T11:50:09.933" v="735" actId="1076"/>
          <ac:picMkLst>
            <pc:docMk/>
            <pc:sldMk cId="4182606743" sldId="664"/>
            <ac:picMk id="10" creationId="{E033C36D-46AA-F83D-3060-B26285880750}"/>
          </ac:picMkLst>
        </pc:picChg>
      </pc:sldChg>
      <pc:sldChg chg="addSp delSp modSp new del mod">
        <pc:chgData name="Daphne Economou" userId="d065a339-36cf-4937-af08-41751becbd81" providerId="ADAL" clId="{42DAAE95-0B75-440B-9F9B-19A235058689}" dt="2024-10-07T09:53:32.235" v="13" actId="47"/>
        <pc:sldMkLst>
          <pc:docMk/>
          <pc:sldMk cId="317704660" sldId="665"/>
        </pc:sldMkLst>
        <pc:spChg chg="add del mod">
          <ac:chgData name="Daphne Economou" userId="d065a339-36cf-4937-af08-41751becbd81" providerId="ADAL" clId="{42DAAE95-0B75-440B-9F9B-19A235058689}" dt="2024-10-07T09:52:33.569" v="12"/>
          <ac:spMkLst>
            <pc:docMk/>
            <pc:sldMk cId="317704660" sldId="665"/>
            <ac:spMk id="3" creationId="{2BEBDDD4-36A7-9AD3-9BDE-4274941EB8BA}"/>
          </ac:spMkLst>
        </pc:spChg>
        <pc:spChg chg="add mod">
          <ac:chgData name="Daphne Economou" userId="d065a339-36cf-4937-af08-41751becbd81" providerId="ADAL" clId="{42DAAE95-0B75-440B-9F9B-19A235058689}" dt="2024-10-07T09:52:27.669" v="11"/>
          <ac:spMkLst>
            <pc:docMk/>
            <pc:sldMk cId="317704660" sldId="665"/>
            <ac:spMk id="6" creationId="{63499620-36DE-7C11-C1C8-DC55AEEF4A2C}"/>
          </ac:spMkLst>
        </pc:spChg>
      </pc:sldChg>
      <pc:sldChg chg="new del">
        <pc:chgData name="Daphne Economou" userId="d065a339-36cf-4937-af08-41751becbd81" providerId="ADAL" clId="{42DAAE95-0B75-440B-9F9B-19A235058689}" dt="2024-10-07T10:06:48.800" v="18" actId="47"/>
        <pc:sldMkLst>
          <pc:docMk/>
          <pc:sldMk cId="3199147723" sldId="665"/>
        </pc:sldMkLst>
      </pc:sldChg>
      <pc:sldChg chg="modSp add mod setBg">
        <pc:chgData name="Daphne Economou" userId="d065a339-36cf-4937-af08-41751becbd81" providerId="ADAL" clId="{42DAAE95-0B75-440B-9F9B-19A235058689}" dt="2024-10-07T17:42:49.490" v="1942"/>
        <pc:sldMkLst>
          <pc:docMk/>
          <pc:sldMk cId="2662178917" sldId="667"/>
        </pc:sldMkLst>
        <pc:spChg chg="mod">
          <ac:chgData name="Daphne Economou" userId="d065a339-36cf-4937-af08-41751becbd81" providerId="ADAL" clId="{42DAAE95-0B75-440B-9F9B-19A235058689}" dt="2024-10-07T10:08:28.242" v="82" actId="14100"/>
          <ac:spMkLst>
            <pc:docMk/>
            <pc:sldMk cId="2662178917" sldId="667"/>
            <ac:spMk id="2" creationId="{D0A520D3-4205-B63D-23DA-025E672D3202}"/>
          </ac:spMkLst>
        </pc:spChg>
      </pc:sldChg>
      <pc:sldChg chg="addSp delSp modSp add mod modAnim">
        <pc:chgData name="Daphne Economou" userId="d065a339-36cf-4937-af08-41751becbd81" providerId="ADAL" clId="{42DAAE95-0B75-440B-9F9B-19A235058689}" dt="2024-10-07T17:56:37.542" v="2653" actId="1076"/>
        <pc:sldMkLst>
          <pc:docMk/>
          <pc:sldMk cId="2603457445" sldId="668"/>
        </pc:sldMkLst>
        <pc:spChg chg="mod ord">
          <ac:chgData name="Daphne Economou" userId="d065a339-36cf-4937-af08-41751becbd81" providerId="ADAL" clId="{42DAAE95-0B75-440B-9F9B-19A235058689}" dt="2024-10-07T17:08:15.339" v="1665" actId="207"/>
          <ac:spMkLst>
            <pc:docMk/>
            <pc:sldMk cId="2603457445" sldId="668"/>
            <ac:spMk id="3" creationId="{D5E34B7E-D545-46DB-4F19-2A45BAF69A11}"/>
          </ac:spMkLst>
        </pc:spChg>
        <pc:spChg chg="mod">
          <ac:chgData name="Daphne Economou" userId="d065a339-36cf-4937-af08-41751becbd81" providerId="ADAL" clId="{42DAAE95-0B75-440B-9F9B-19A235058689}" dt="2024-10-07T10:39:27.749" v="241" actId="1035"/>
          <ac:spMkLst>
            <pc:docMk/>
            <pc:sldMk cId="2603457445" sldId="668"/>
            <ac:spMk id="8" creationId="{DF140570-FC41-0969-5F81-F583AC8D2DC9}"/>
          </ac:spMkLst>
        </pc:spChg>
        <pc:spChg chg="add del">
          <ac:chgData name="Daphne Economou" userId="d065a339-36cf-4937-af08-41751becbd81" providerId="ADAL" clId="{42DAAE95-0B75-440B-9F9B-19A235058689}" dt="2024-10-07T10:46:06.357" v="313" actId="22"/>
          <ac:spMkLst>
            <pc:docMk/>
            <pc:sldMk cId="2603457445" sldId="668"/>
            <ac:spMk id="9" creationId="{852261F9-2CB7-E753-2250-4401F032758E}"/>
          </ac:spMkLst>
        </pc:spChg>
        <pc:picChg chg="add mod">
          <ac:chgData name="Daphne Economou" userId="d065a339-36cf-4937-af08-41751becbd81" providerId="ADAL" clId="{42DAAE95-0B75-440B-9F9B-19A235058689}" dt="2024-10-07T17:56:34.104" v="2652" actId="962"/>
          <ac:picMkLst>
            <pc:docMk/>
            <pc:sldMk cId="2603457445" sldId="668"/>
            <ac:picMk id="5" creationId="{6C96B255-1BF8-F43D-2DB3-C75BE8658FE0}"/>
          </ac:picMkLst>
        </pc:picChg>
        <pc:picChg chg="add mod">
          <ac:chgData name="Daphne Economou" userId="d065a339-36cf-4937-af08-41751becbd81" providerId="ADAL" clId="{42DAAE95-0B75-440B-9F9B-19A235058689}" dt="2024-10-07T17:56:37.542" v="2653" actId="1076"/>
          <ac:picMkLst>
            <pc:docMk/>
            <pc:sldMk cId="2603457445" sldId="668"/>
            <ac:picMk id="10" creationId="{2B2A1082-8F3A-E059-EF4C-B2B3CD250865}"/>
          </ac:picMkLst>
        </pc:picChg>
      </pc:sldChg>
      <pc:sldChg chg="modSp add mod ord setBg">
        <pc:chgData name="Daphne Economou" userId="d065a339-36cf-4937-af08-41751becbd81" providerId="ADAL" clId="{42DAAE95-0B75-440B-9F9B-19A235058689}" dt="2024-10-07T17:42:33.127" v="1940"/>
        <pc:sldMkLst>
          <pc:docMk/>
          <pc:sldMk cId="3453266115" sldId="670"/>
        </pc:sldMkLst>
        <pc:spChg chg="mod">
          <ac:chgData name="Daphne Economou" userId="d065a339-36cf-4937-af08-41751becbd81" providerId="ADAL" clId="{42DAAE95-0B75-440B-9F9B-19A235058689}" dt="2024-10-07T10:09:36.136" v="100" actId="1036"/>
          <ac:spMkLst>
            <pc:docMk/>
            <pc:sldMk cId="3453266115" sldId="670"/>
            <ac:spMk id="2" creationId="{DFBD9E48-7CD7-6C89-9D2C-F56537D624D0}"/>
          </ac:spMkLst>
        </pc:spChg>
      </pc:sldChg>
      <pc:sldChg chg="new del">
        <pc:chgData name="Daphne Economou" userId="d065a339-36cf-4937-af08-41751becbd81" providerId="ADAL" clId="{42DAAE95-0B75-440B-9F9B-19A235058689}" dt="2024-10-07T11:51:11.098" v="736" actId="47"/>
        <pc:sldMkLst>
          <pc:docMk/>
          <pc:sldMk cId="4248213486" sldId="671"/>
        </pc:sldMkLst>
      </pc:sldChg>
      <pc:sldChg chg="modSp add mod ord setBg">
        <pc:chgData name="Daphne Economou" userId="d065a339-36cf-4937-af08-41751becbd81" providerId="ADAL" clId="{42DAAE95-0B75-440B-9F9B-19A235058689}" dt="2024-10-07T17:42:43.108" v="1941"/>
        <pc:sldMkLst>
          <pc:docMk/>
          <pc:sldMk cId="4089075956" sldId="672"/>
        </pc:sldMkLst>
        <pc:spChg chg="mod">
          <ac:chgData name="Daphne Economou" userId="d065a339-36cf-4937-af08-41751becbd81" providerId="ADAL" clId="{42DAAE95-0B75-440B-9F9B-19A235058689}" dt="2024-10-07T10:28:46.638" v="188"/>
          <ac:spMkLst>
            <pc:docMk/>
            <pc:sldMk cId="4089075956" sldId="672"/>
            <ac:spMk id="6" creationId="{4A16F888-A65D-A201-2519-249299614DAA}"/>
          </ac:spMkLst>
        </pc:spChg>
      </pc:sldChg>
      <pc:sldChg chg="add">
        <pc:chgData name="Daphne Economou" userId="d065a339-36cf-4937-af08-41751becbd81" providerId="ADAL" clId="{42DAAE95-0B75-440B-9F9B-19A235058689}" dt="2024-10-07T17:49:58.239" v="2134"/>
        <pc:sldMkLst>
          <pc:docMk/>
          <pc:sldMk cId="3842246913" sldId="709"/>
        </pc:sldMkLst>
      </pc:sldChg>
      <pc:sldChg chg="add">
        <pc:chgData name="Daphne Economou" userId="d065a339-36cf-4937-af08-41751becbd81" providerId="ADAL" clId="{42DAAE95-0B75-440B-9F9B-19A235058689}" dt="2024-10-07T11:55:08.890" v="737"/>
        <pc:sldMkLst>
          <pc:docMk/>
          <pc:sldMk cId="2300161641" sldId="833"/>
        </pc:sldMkLst>
      </pc:sldChg>
      <pc:sldChg chg="add">
        <pc:chgData name="Daphne Economou" userId="d065a339-36cf-4937-af08-41751becbd81" providerId="ADAL" clId="{42DAAE95-0B75-440B-9F9B-19A235058689}" dt="2024-10-07T11:55:08.890" v="737"/>
        <pc:sldMkLst>
          <pc:docMk/>
          <pc:sldMk cId="289556434" sldId="834"/>
        </pc:sldMkLst>
      </pc:sldChg>
      <pc:sldChg chg="add">
        <pc:chgData name="Daphne Economou" userId="d065a339-36cf-4937-af08-41751becbd81" providerId="ADAL" clId="{42DAAE95-0B75-440B-9F9B-19A235058689}" dt="2024-10-07T11:55:08.890" v="737"/>
        <pc:sldMkLst>
          <pc:docMk/>
          <pc:sldMk cId="2447268297" sldId="835"/>
        </pc:sldMkLst>
      </pc:sldChg>
      <pc:sldChg chg="add">
        <pc:chgData name="Daphne Economou" userId="d065a339-36cf-4937-af08-41751becbd81" providerId="ADAL" clId="{42DAAE95-0B75-440B-9F9B-19A235058689}" dt="2024-10-07T11:55:08.890" v="737"/>
        <pc:sldMkLst>
          <pc:docMk/>
          <pc:sldMk cId="3372268665" sldId="836"/>
        </pc:sldMkLst>
      </pc:sldChg>
      <pc:sldChg chg="add">
        <pc:chgData name="Daphne Economou" userId="d065a339-36cf-4937-af08-41751becbd81" providerId="ADAL" clId="{42DAAE95-0B75-440B-9F9B-19A235058689}" dt="2024-10-07T11:55:08.890" v="737"/>
        <pc:sldMkLst>
          <pc:docMk/>
          <pc:sldMk cId="148097865" sldId="838"/>
        </pc:sldMkLst>
      </pc:sldChg>
      <pc:sldChg chg="add">
        <pc:chgData name="Daphne Economou" userId="d065a339-36cf-4937-af08-41751becbd81" providerId="ADAL" clId="{42DAAE95-0B75-440B-9F9B-19A235058689}" dt="2024-10-07T11:55:08.890" v="737"/>
        <pc:sldMkLst>
          <pc:docMk/>
          <pc:sldMk cId="1754363876" sldId="839"/>
        </pc:sldMkLst>
      </pc:sldChg>
      <pc:sldChg chg="modSp add mod">
        <pc:chgData name="Daphne Economou" userId="d065a339-36cf-4937-af08-41751becbd81" providerId="ADAL" clId="{42DAAE95-0B75-440B-9F9B-19A235058689}" dt="2024-10-07T17:16:12.902" v="1680" actId="14100"/>
        <pc:sldMkLst>
          <pc:docMk/>
          <pc:sldMk cId="2281705385" sldId="840"/>
        </pc:sldMkLst>
        <pc:graphicFrameChg chg="modGraphic">
          <ac:chgData name="Daphne Economou" userId="d065a339-36cf-4937-af08-41751becbd81" providerId="ADAL" clId="{42DAAE95-0B75-440B-9F9B-19A235058689}" dt="2024-10-07T17:16:12.902" v="1680" actId="14100"/>
          <ac:graphicFrameMkLst>
            <pc:docMk/>
            <pc:sldMk cId="2281705385" sldId="840"/>
            <ac:graphicFrameMk id="7" creationId="{00000000-0000-0000-0000-000000000000}"/>
          </ac:graphicFrameMkLst>
        </pc:graphicFrameChg>
      </pc:sldChg>
      <pc:sldChg chg="add">
        <pc:chgData name="Daphne Economou" userId="d065a339-36cf-4937-af08-41751becbd81" providerId="ADAL" clId="{42DAAE95-0B75-440B-9F9B-19A235058689}" dt="2024-10-07T11:55:08.890" v="737"/>
        <pc:sldMkLst>
          <pc:docMk/>
          <pc:sldMk cId="3100128231" sldId="841"/>
        </pc:sldMkLst>
      </pc:sldChg>
      <pc:sldChg chg="add">
        <pc:chgData name="Daphne Economou" userId="d065a339-36cf-4937-af08-41751becbd81" providerId="ADAL" clId="{42DAAE95-0B75-440B-9F9B-19A235058689}" dt="2024-10-07T11:55:08.890" v="737"/>
        <pc:sldMkLst>
          <pc:docMk/>
          <pc:sldMk cId="3909085206" sldId="842"/>
        </pc:sldMkLst>
      </pc:sldChg>
      <pc:sldChg chg="add">
        <pc:chgData name="Daphne Economou" userId="d065a339-36cf-4937-af08-41751becbd81" providerId="ADAL" clId="{42DAAE95-0B75-440B-9F9B-19A235058689}" dt="2024-10-07T11:55:08.890" v="737"/>
        <pc:sldMkLst>
          <pc:docMk/>
          <pc:sldMk cId="1582337668" sldId="843"/>
        </pc:sldMkLst>
      </pc:sldChg>
      <pc:sldChg chg="add">
        <pc:chgData name="Daphne Economou" userId="d065a339-36cf-4937-af08-41751becbd81" providerId="ADAL" clId="{42DAAE95-0B75-440B-9F9B-19A235058689}" dt="2024-10-07T11:55:08.890" v="737"/>
        <pc:sldMkLst>
          <pc:docMk/>
          <pc:sldMk cId="1017929612" sldId="844"/>
        </pc:sldMkLst>
      </pc:sldChg>
      <pc:sldChg chg="add">
        <pc:chgData name="Daphne Economou" userId="d065a339-36cf-4937-af08-41751becbd81" providerId="ADAL" clId="{42DAAE95-0B75-440B-9F9B-19A235058689}" dt="2024-10-07T11:55:08.890" v="737"/>
        <pc:sldMkLst>
          <pc:docMk/>
          <pc:sldMk cId="1567356395" sldId="845"/>
        </pc:sldMkLst>
      </pc:sldChg>
      <pc:sldChg chg="add">
        <pc:chgData name="Daphne Economou" userId="d065a339-36cf-4937-af08-41751becbd81" providerId="ADAL" clId="{42DAAE95-0B75-440B-9F9B-19A235058689}" dt="2024-10-07T11:55:08.890" v="737"/>
        <pc:sldMkLst>
          <pc:docMk/>
          <pc:sldMk cId="198657939" sldId="846"/>
        </pc:sldMkLst>
      </pc:sldChg>
      <pc:sldChg chg="addSp delSp modSp new del mod">
        <pc:chgData name="Daphne Economou" userId="d065a339-36cf-4937-af08-41751becbd81" providerId="ADAL" clId="{42DAAE95-0B75-440B-9F9B-19A235058689}" dt="2024-10-07T12:16:50.162" v="842" actId="47"/>
        <pc:sldMkLst>
          <pc:docMk/>
          <pc:sldMk cId="929325541" sldId="847"/>
        </pc:sldMkLst>
        <pc:spChg chg="add del mod">
          <ac:chgData name="Daphne Economou" userId="d065a339-36cf-4937-af08-41751becbd81" providerId="ADAL" clId="{42DAAE95-0B75-440B-9F9B-19A235058689}" dt="2024-10-07T12:16:31.306" v="838" actId="27636"/>
          <ac:spMkLst>
            <pc:docMk/>
            <pc:sldMk cId="929325541" sldId="847"/>
            <ac:spMk id="3" creationId="{C55C89B3-EF3C-5C39-632A-395AD2A8F564}"/>
          </ac:spMkLst>
        </pc:spChg>
        <pc:spChg chg="add mod">
          <ac:chgData name="Daphne Economou" userId="d065a339-36cf-4937-af08-41751becbd81" providerId="ADAL" clId="{42DAAE95-0B75-440B-9F9B-19A235058689}" dt="2024-10-07T12:16:26.249" v="836"/>
          <ac:spMkLst>
            <pc:docMk/>
            <pc:sldMk cId="929325541" sldId="847"/>
            <ac:spMk id="6" creationId="{D888F231-317F-C8D3-0E66-6C158D389CFB}"/>
          </ac:spMkLst>
        </pc:spChg>
      </pc:sldChg>
      <pc:sldChg chg="addSp delSp modSp add mod ord">
        <pc:chgData name="Daphne Economou" userId="d065a339-36cf-4937-af08-41751becbd81" providerId="ADAL" clId="{42DAAE95-0B75-440B-9F9B-19A235058689}" dt="2024-10-07T17:55:13.384" v="2411" actId="962"/>
        <pc:sldMkLst>
          <pc:docMk/>
          <pc:sldMk cId="2732466237" sldId="847"/>
        </pc:sldMkLst>
        <pc:spChg chg="mod">
          <ac:chgData name="Daphne Economou" userId="d065a339-36cf-4937-af08-41751becbd81" providerId="ADAL" clId="{42DAAE95-0B75-440B-9F9B-19A235058689}" dt="2024-10-07T12:50:03.864" v="1225" actId="1076"/>
          <ac:spMkLst>
            <pc:docMk/>
            <pc:sldMk cId="2732466237" sldId="847"/>
            <ac:spMk id="7" creationId="{A8A840BF-DD01-FDBA-BD67-9BD235752840}"/>
          </ac:spMkLst>
        </pc:spChg>
        <pc:spChg chg="mod">
          <ac:chgData name="Daphne Economou" userId="d065a339-36cf-4937-af08-41751becbd81" providerId="ADAL" clId="{42DAAE95-0B75-440B-9F9B-19A235058689}" dt="2024-10-07T12:31:53.535" v="1012" actId="14100"/>
          <ac:spMkLst>
            <pc:docMk/>
            <pc:sldMk cId="2732466237" sldId="847"/>
            <ac:spMk id="8" creationId="{F8500DC0-09C6-4F18-F12F-67FBD5F25CA0}"/>
          </ac:spMkLst>
        </pc:spChg>
        <pc:picChg chg="add del mod">
          <ac:chgData name="Daphne Economou" userId="d065a339-36cf-4937-af08-41751becbd81" providerId="ADAL" clId="{42DAAE95-0B75-440B-9F9B-19A235058689}" dt="2024-10-07T12:30:29.706" v="986" actId="478"/>
          <ac:picMkLst>
            <pc:docMk/>
            <pc:sldMk cId="2732466237" sldId="847"/>
            <ac:picMk id="4" creationId="{6D005391-68A4-65C8-A62B-E50405195425}"/>
          </ac:picMkLst>
        </pc:picChg>
        <pc:picChg chg="add mod">
          <ac:chgData name="Daphne Economou" userId="d065a339-36cf-4937-af08-41751becbd81" providerId="ADAL" clId="{42DAAE95-0B75-440B-9F9B-19A235058689}" dt="2024-10-07T17:55:13.384" v="2411" actId="962"/>
          <ac:picMkLst>
            <pc:docMk/>
            <pc:sldMk cId="2732466237" sldId="847"/>
            <ac:picMk id="9" creationId="{79A6FBDB-B9A9-9560-5A5D-E6F150668752}"/>
          </ac:picMkLst>
        </pc:picChg>
        <pc:picChg chg="add del mod">
          <ac:chgData name="Daphne Economou" userId="d065a339-36cf-4937-af08-41751becbd81" providerId="ADAL" clId="{42DAAE95-0B75-440B-9F9B-19A235058689}" dt="2024-10-07T12:40:39.854" v="1101" actId="478"/>
          <ac:picMkLst>
            <pc:docMk/>
            <pc:sldMk cId="2732466237" sldId="847"/>
            <ac:picMk id="10" creationId="{D2867AF7-E6A0-7848-4500-5FF3D3BD2B23}"/>
          </ac:picMkLst>
        </pc:picChg>
      </pc:sldChg>
      <pc:sldChg chg="addSp delSp modSp add mod">
        <pc:chgData name="Daphne Economou" userId="d065a339-36cf-4937-af08-41751becbd81" providerId="ADAL" clId="{42DAAE95-0B75-440B-9F9B-19A235058689}" dt="2024-10-07T12:50:19.844" v="1232" actId="27636"/>
        <pc:sldMkLst>
          <pc:docMk/>
          <pc:sldMk cId="397683161" sldId="848"/>
        </pc:sldMkLst>
        <pc:spChg chg="add del mod">
          <ac:chgData name="Daphne Economou" userId="d065a339-36cf-4937-af08-41751becbd81" providerId="ADAL" clId="{42DAAE95-0B75-440B-9F9B-19A235058689}" dt="2024-10-07T12:50:16.974" v="1230" actId="478"/>
          <ac:spMkLst>
            <pc:docMk/>
            <pc:sldMk cId="397683161" sldId="848"/>
            <ac:spMk id="4" creationId="{81EA16C1-D36A-CDE7-6EEA-21A1E8887E01}"/>
          </ac:spMkLst>
        </pc:spChg>
        <pc:spChg chg="add mod">
          <ac:chgData name="Daphne Economou" userId="d065a339-36cf-4937-af08-41751becbd81" providerId="ADAL" clId="{42DAAE95-0B75-440B-9F9B-19A235058689}" dt="2024-10-07T12:50:19.844" v="1232" actId="27636"/>
          <ac:spMkLst>
            <pc:docMk/>
            <pc:sldMk cId="397683161" sldId="848"/>
            <ac:spMk id="5" creationId="{66F8363D-DDED-3100-B3F0-9E13D8876330}"/>
          </ac:spMkLst>
        </pc:spChg>
        <pc:spChg chg="del">
          <ac:chgData name="Daphne Economou" userId="d065a339-36cf-4937-af08-41751becbd81" providerId="ADAL" clId="{42DAAE95-0B75-440B-9F9B-19A235058689}" dt="2024-10-07T12:50:11.664" v="1226" actId="478"/>
          <ac:spMkLst>
            <pc:docMk/>
            <pc:sldMk cId="397683161" sldId="848"/>
            <ac:spMk id="7" creationId="{A8A840BF-DD01-FDBA-BD67-9BD235752840}"/>
          </ac:spMkLst>
        </pc:spChg>
        <pc:spChg chg="mod">
          <ac:chgData name="Daphne Economou" userId="d065a339-36cf-4937-af08-41751becbd81" providerId="ADAL" clId="{42DAAE95-0B75-440B-9F9B-19A235058689}" dt="2024-10-07T12:33:52.718" v="1031" actId="14100"/>
          <ac:spMkLst>
            <pc:docMk/>
            <pc:sldMk cId="397683161" sldId="848"/>
            <ac:spMk id="8" creationId="{F8500DC0-09C6-4F18-F12F-67FBD5F25CA0}"/>
          </ac:spMkLst>
        </pc:spChg>
      </pc:sldChg>
      <pc:sldChg chg="addSp delSp modSp new mod">
        <pc:chgData name="Daphne Economou" userId="d065a339-36cf-4937-af08-41751becbd81" providerId="ADAL" clId="{42DAAE95-0B75-440B-9F9B-19A235058689}" dt="2024-10-07T17:55:31.026" v="2461" actId="962"/>
        <pc:sldMkLst>
          <pc:docMk/>
          <pc:sldMk cId="145224958" sldId="849"/>
        </pc:sldMkLst>
        <pc:spChg chg="del mod">
          <ac:chgData name="Daphne Economou" userId="d065a339-36cf-4937-af08-41751becbd81" providerId="ADAL" clId="{42DAAE95-0B75-440B-9F9B-19A235058689}" dt="2024-10-07T12:51:13.837" v="1247" actId="478"/>
          <ac:spMkLst>
            <pc:docMk/>
            <pc:sldMk cId="145224958" sldId="849"/>
            <ac:spMk id="2" creationId="{62BB28E9-0E73-86F4-C3BE-43DBC0E44594}"/>
          </ac:spMkLst>
        </pc:spChg>
        <pc:spChg chg="mod">
          <ac:chgData name="Daphne Economou" userId="d065a339-36cf-4937-af08-41751becbd81" providerId="ADAL" clId="{42DAAE95-0B75-440B-9F9B-19A235058689}" dt="2024-10-07T12:52:11.614" v="1263" actId="20577"/>
          <ac:spMkLst>
            <pc:docMk/>
            <pc:sldMk cId="145224958" sldId="849"/>
            <ac:spMk id="3" creationId="{C3BB01CB-1460-6281-765D-03E188F1E4AB}"/>
          </ac:spMkLst>
        </pc:spChg>
        <pc:spChg chg="add mod">
          <ac:chgData name="Daphne Economou" userId="d065a339-36cf-4937-af08-41751becbd81" providerId="ADAL" clId="{42DAAE95-0B75-440B-9F9B-19A235058689}" dt="2024-10-07T12:51:32.936" v="1254" actId="14100"/>
          <ac:spMkLst>
            <pc:docMk/>
            <pc:sldMk cId="145224958" sldId="849"/>
            <ac:spMk id="6" creationId="{8265F262-F995-8642-E2A4-2A768191B4AF}"/>
          </ac:spMkLst>
        </pc:spChg>
        <pc:spChg chg="add del mod">
          <ac:chgData name="Daphne Economou" userId="d065a339-36cf-4937-af08-41751becbd81" providerId="ADAL" clId="{42DAAE95-0B75-440B-9F9B-19A235058689}" dt="2024-10-07T12:51:15.988" v="1248" actId="478"/>
          <ac:spMkLst>
            <pc:docMk/>
            <pc:sldMk cId="145224958" sldId="849"/>
            <ac:spMk id="10" creationId="{53A5794E-7692-93CA-EE50-51FF0D347045}"/>
          </ac:spMkLst>
        </pc:spChg>
        <pc:spChg chg="add mod">
          <ac:chgData name="Daphne Economou" userId="d065a339-36cf-4937-af08-41751becbd81" providerId="ADAL" clId="{42DAAE95-0B75-440B-9F9B-19A235058689}" dt="2024-10-07T12:51:16.326" v="1249"/>
          <ac:spMkLst>
            <pc:docMk/>
            <pc:sldMk cId="145224958" sldId="849"/>
            <ac:spMk id="11" creationId="{50CB7AFC-12E2-10CE-1E14-8D7AF121C76E}"/>
          </ac:spMkLst>
        </pc:spChg>
        <pc:picChg chg="add mod">
          <ac:chgData name="Daphne Economou" userId="d065a339-36cf-4937-af08-41751becbd81" providerId="ADAL" clId="{42DAAE95-0B75-440B-9F9B-19A235058689}" dt="2024-10-07T12:51:27.482" v="1252" actId="1076"/>
          <ac:picMkLst>
            <pc:docMk/>
            <pc:sldMk cId="145224958" sldId="849"/>
            <ac:picMk id="7" creationId="{5292910B-EDBF-9BBB-3A0B-3CC8B0616C88}"/>
          </ac:picMkLst>
        </pc:picChg>
        <pc:picChg chg="add mod">
          <ac:chgData name="Daphne Economou" userId="d065a339-36cf-4937-af08-41751becbd81" providerId="ADAL" clId="{42DAAE95-0B75-440B-9F9B-19A235058689}" dt="2024-10-07T17:55:31.026" v="2461" actId="962"/>
          <ac:picMkLst>
            <pc:docMk/>
            <pc:sldMk cId="145224958" sldId="849"/>
            <ac:picMk id="8" creationId="{7379EAFD-B89C-2660-6354-2A7FBC2D8096}"/>
          </ac:picMkLst>
        </pc:picChg>
      </pc:sldChg>
      <pc:sldChg chg="addSp modSp new del mod">
        <pc:chgData name="Daphne Economou" userId="d065a339-36cf-4937-af08-41751becbd81" providerId="ADAL" clId="{42DAAE95-0B75-440B-9F9B-19A235058689}" dt="2024-10-07T12:53:47.083" v="1268" actId="47"/>
        <pc:sldMkLst>
          <pc:docMk/>
          <pc:sldMk cId="2861127018" sldId="850"/>
        </pc:sldMkLst>
        <pc:spChg chg="mod">
          <ac:chgData name="Daphne Economou" userId="d065a339-36cf-4937-af08-41751becbd81" providerId="ADAL" clId="{42DAAE95-0B75-440B-9F9B-19A235058689}" dt="2024-10-07T12:53:37.322" v="1266" actId="14100"/>
          <ac:spMkLst>
            <pc:docMk/>
            <pc:sldMk cId="2861127018" sldId="850"/>
            <ac:spMk id="3" creationId="{7ECE99CF-573C-7A97-785D-8FD5F1829E10}"/>
          </ac:spMkLst>
        </pc:spChg>
        <pc:spChg chg="add mod">
          <ac:chgData name="Daphne Economou" userId="d065a339-36cf-4937-af08-41751becbd81" providerId="ADAL" clId="{42DAAE95-0B75-440B-9F9B-19A235058689}" dt="2024-10-07T12:53:44.245" v="1267" actId="1076"/>
          <ac:spMkLst>
            <pc:docMk/>
            <pc:sldMk cId="2861127018" sldId="850"/>
            <ac:spMk id="6" creationId="{4C982021-A856-064A-8018-A53040DD6840}"/>
          </ac:spMkLst>
        </pc:spChg>
      </pc:sldChg>
      <pc:sldChg chg="addSp delSp modSp add mod">
        <pc:chgData name="Daphne Economou" userId="d065a339-36cf-4937-af08-41751becbd81" providerId="ADAL" clId="{42DAAE95-0B75-440B-9F9B-19A235058689}" dt="2024-10-07T17:06:06.433" v="1654" actId="207"/>
        <pc:sldMkLst>
          <pc:docMk/>
          <pc:sldMk cId="2885055191" sldId="850"/>
        </pc:sldMkLst>
        <pc:spChg chg="mod">
          <ac:chgData name="Daphne Economou" userId="d065a339-36cf-4937-af08-41751becbd81" providerId="ADAL" clId="{42DAAE95-0B75-440B-9F9B-19A235058689}" dt="2024-10-07T17:05:23.522" v="1643" actId="27636"/>
          <ac:spMkLst>
            <pc:docMk/>
            <pc:sldMk cId="2885055191" sldId="850"/>
            <ac:spMk id="3" creationId="{D16B0BB1-ACDF-B7B8-22A9-05815F94D0F9}"/>
          </ac:spMkLst>
        </pc:spChg>
        <pc:spChg chg="add del mod">
          <ac:chgData name="Daphne Economou" userId="d065a339-36cf-4937-af08-41751becbd81" providerId="ADAL" clId="{42DAAE95-0B75-440B-9F9B-19A235058689}" dt="2024-10-07T17:05:19.535" v="1640" actId="478"/>
          <ac:spMkLst>
            <pc:docMk/>
            <pc:sldMk cId="2885055191" sldId="850"/>
            <ac:spMk id="5" creationId="{CA354223-5C65-FAB6-733E-A3411302A0B4}"/>
          </ac:spMkLst>
        </pc:spChg>
        <pc:spChg chg="mod">
          <ac:chgData name="Daphne Economou" userId="d065a339-36cf-4937-af08-41751becbd81" providerId="ADAL" clId="{42DAAE95-0B75-440B-9F9B-19A235058689}" dt="2024-10-07T12:53:56.852" v="1276" actId="20577"/>
          <ac:spMkLst>
            <pc:docMk/>
            <pc:sldMk cId="2885055191" sldId="850"/>
            <ac:spMk id="7" creationId="{A8A840BF-DD01-FDBA-BD67-9BD235752840}"/>
          </ac:spMkLst>
        </pc:spChg>
        <pc:spChg chg="del">
          <ac:chgData name="Daphne Economou" userId="d065a339-36cf-4937-af08-41751becbd81" providerId="ADAL" clId="{42DAAE95-0B75-440B-9F9B-19A235058689}" dt="2024-10-07T17:05:16.750" v="1639" actId="478"/>
          <ac:spMkLst>
            <pc:docMk/>
            <pc:sldMk cId="2885055191" sldId="850"/>
            <ac:spMk id="8" creationId="{F8500DC0-09C6-4F18-F12F-67FBD5F25CA0}"/>
          </ac:spMkLst>
        </pc:spChg>
        <pc:spChg chg="add mod">
          <ac:chgData name="Daphne Economou" userId="d065a339-36cf-4937-af08-41751becbd81" providerId="ADAL" clId="{42DAAE95-0B75-440B-9F9B-19A235058689}" dt="2024-10-07T17:06:06.433" v="1654" actId="207"/>
          <ac:spMkLst>
            <pc:docMk/>
            <pc:sldMk cId="2885055191" sldId="850"/>
            <ac:spMk id="9" creationId="{1037F01A-CDB0-115A-4F0E-F2AB332E5D1F}"/>
          </ac:spMkLst>
        </pc:spChg>
      </pc:sldChg>
      <pc:sldChg chg="addSp delSp modSp add mod modAnim">
        <pc:chgData name="Daphne Economou" userId="d065a339-36cf-4937-af08-41751becbd81" providerId="ADAL" clId="{42DAAE95-0B75-440B-9F9B-19A235058689}" dt="2024-10-07T17:55:07.493" v="2410" actId="962"/>
        <pc:sldMkLst>
          <pc:docMk/>
          <pc:sldMk cId="913768063" sldId="851"/>
        </pc:sldMkLst>
        <pc:spChg chg="mod">
          <ac:chgData name="Daphne Economou" userId="d065a339-36cf-4937-af08-41751becbd81" providerId="ADAL" clId="{42DAAE95-0B75-440B-9F9B-19A235058689}" dt="2024-10-07T12:59:42.437" v="1359" actId="14100"/>
          <ac:spMkLst>
            <pc:docMk/>
            <pc:sldMk cId="913768063" sldId="851"/>
            <ac:spMk id="2" creationId="{F5AD4708-DEDE-B7D7-527D-CF0DEAC629F8}"/>
          </ac:spMkLst>
        </pc:spChg>
        <pc:spChg chg="add mod">
          <ac:chgData name="Daphne Economou" userId="d065a339-36cf-4937-af08-41751becbd81" providerId="ADAL" clId="{42DAAE95-0B75-440B-9F9B-19A235058689}" dt="2024-10-07T17:36:36.153" v="1906" actId="403"/>
          <ac:spMkLst>
            <pc:docMk/>
            <pc:sldMk cId="913768063" sldId="851"/>
            <ac:spMk id="17" creationId="{A9EABA17-1259-D5E6-EC60-8F7A6B6801E5}"/>
          </ac:spMkLst>
        </pc:spChg>
        <pc:picChg chg="add del mod">
          <ac:chgData name="Daphne Economou" userId="d065a339-36cf-4937-af08-41751becbd81" providerId="ADAL" clId="{42DAAE95-0B75-440B-9F9B-19A235058689}" dt="2024-10-07T13:06:09.324" v="1392" actId="478"/>
          <ac:picMkLst>
            <pc:docMk/>
            <pc:sldMk cId="913768063" sldId="851"/>
            <ac:picMk id="3" creationId="{D6182556-7040-D19F-AA5F-0F32DDE45C86}"/>
          </ac:picMkLst>
        </pc:picChg>
        <pc:picChg chg="del">
          <ac:chgData name="Daphne Economou" userId="d065a339-36cf-4937-af08-41751becbd81" providerId="ADAL" clId="{42DAAE95-0B75-440B-9F9B-19A235058689}" dt="2024-10-07T12:59:47.145" v="1360" actId="478"/>
          <ac:picMkLst>
            <pc:docMk/>
            <pc:sldMk cId="913768063" sldId="851"/>
            <ac:picMk id="4" creationId="{920A6D39-EA06-901F-D03D-433C51AD3672}"/>
          </ac:picMkLst>
        </pc:picChg>
        <pc:picChg chg="add del mod">
          <ac:chgData name="Daphne Economou" userId="d065a339-36cf-4937-af08-41751becbd81" providerId="ADAL" clId="{42DAAE95-0B75-440B-9F9B-19A235058689}" dt="2024-10-07T13:02:29.063" v="1376" actId="478"/>
          <ac:picMkLst>
            <pc:docMk/>
            <pc:sldMk cId="913768063" sldId="851"/>
            <ac:picMk id="6" creationId="{BD4370CC-19DD-89AB-639F-B6D3472D9AD0}"/>
          </ac:picMkLst>
        </pc:picChg>
        <pc:picChg chg="add del mod">
          <ac:chgData name="Daphne Economou" userId="d065a339-36cf-4937-af08-41751becbd81" providerId="ADAL" clId="{42DAAE95-0B75-440B-9F9B-19A235058689}" dt="2024-10-07T13:02:29.063" v="1376" actId="478"/>
          <ac:picMkLst>
            <pc:docMk/>
            <pc:sldMk cId="913768063" sldId="851"/>
            <ac:picMk id="9" creationId="{7C410238-B569-C095-31F7-34D91CC39F34}"/>
          </ac:picMkLst>
        </pc:picChg>
        <pc:picChg chg="add del mod">
          <ac:chgData name="Daphne Economou" userId="d065a339-36cf-4937-af08-41751becbd81" providerId="ADAL" clId="{42DAAE95-0B75-440B-9F9B-19A235058689}" dt="2024-10-07T13:03:20.247" v="1381" actId="478"/>
          <ac:picMkLst>
            <pc:docMk/>
            <pc:sldMk cId="913768063" sldId="851"/>
            <ac:picMk id="12" creationId="{B36ACED8-8852-FBE2-69B8-D02CB82B2997}"/>
          </ac:picMkLst>
        </pc:picChg>
        <pc:picChg chg="add mod">
          <ac:chgData name="Daphne Economou" userId="d065a339-36cf-4937-af08-41751becbd81" providerId="ADAL" clId="{42DAAE95-0B75-440B-9F9B-19A235058689}" dt="2024-10-07T17:54:53.359" v="2296" actId="962"/>
          <ac:picMkLst>
            <pc:docMk/>
            <pc:sldMk cId="913768063" sldId="851"/>
            <ac:picMk id="14" creationId="{B63F9BA1-04A5-1E74-C362-6F5E948A4A00}"/>
          </ac:picMkLst>
        </pc:picChg>
        <pc:picChg chg="add mod">
          <ac:chgData name="Daphne Economou" userId="d065a339-36cf-4937-af08-41751becbd81" providerId="ADAL" clId="{42DAAE95-0B75-440B-9F9B-19A235058689}" dt="2024-10-07T17:55:07.493" v="2410" actId="962"/>
          <ac:picMkLst>
            <pc:docMk/>
            <pc:sldMk cId="913768063" sldId="851"/>
            <ac:picMk id="16" creationId="{51E76F1B-7E88-350B-A120-A99A16EBF9E5}"/>
          </ac:picMkLst>
        </pc:picChg>
      </pc:sldChg>
      <pc:sldChg chg="addSp delSp modSp add mod">
        <pc:chgData name="Daphne Economou" userId="d065a339-36cf-4937-af08-41751becbd81" providerId="ADAL" clId="{42DAAE95-0B75-440B-9F9B-19A235058689}" dt="2024-10-07T17:06:12.071" v="1655" actId="207"/>
        <pc:sldMkLst>
          <pc:docMk/>
          <pc:sldMk cId="512534092" sldId="852"/>
        </pc:sldMkLst>
        <pc:spChg chg="mod">
          <ac:chgData name="Daphne Economou" userId="d065a339-36cf-4937-af08-41751becbd81" providerId="ADAL" clId="{42DAAE95-0B75-440B-9F9B-19A235058689}" dt="2024-10-07T17:05:33.312" v="1648" actId="27636"/>
          <ac:spMkLst>
            <pc:docMk/>
            <pc:sldMk cId="512534092" sldId="852"/>
            <ac:spMk id="3" creationId="{D16B0BB1-ACDF-B7B8-22A9-05815F94D0F9}"/>
          </ac:spMkLst>
        </pc:spChg>
        <pc:spChg chg="add">
          <ac:chgData name="Daphne Economou" userId="d065a339-36cf-4937-af08-41751becbd81" providerId="ADAL" clId="{42DAAE95-0B75-440B-9F9B-19A235058689}" dt="2024-10-07T13:19:54.210" v="1506"/>
          <ac:spMkLst>
            <pc:docMk/>
            <pc:sldMk cId="512534092" sldId="852"/>
            <ac:spMk id="4" creationId="{D8381760-B201-1FED-6D4F-2989D5F8DACA}"/>
          </ac:spMkLst>
        </pc:spChg>
        <pc:spChg chg="mod">
          <ac:chgData name="Daphne Economou" userId="d065a339-36cf-4937-af08-41751becbd81" providerId="ADAL" clId="{42DAAE95-0B75-440B-9F9B-19A235058689}" dt="2024-10-07T17:00:55.573" v="1604" actId="20577"/>
          <ac:spMkLst>
            <pc:docMk/>
            <pc:sldMk cId="512534092" sldId="852"/>
            <ac:spMk id="7" creationId="{A8A840BF-DD01-FDBA-BD67-9BD235752840}"/>
          </ac:spMkLst>
        </pc:spChg>
        <pc:spChg chg="del">
          <ac:chgData name="Daphne Economou" userId="d065a339-36cf-4937-af08-41751becbd81" providerId="ADAL" clId="{42DAAE95-0B75-440B-9F9B-19A235058689}" dt="2024-10-07T17:05:27.656" v="1644" actId="478"/>
          <ac:spMkLst>
            <pc:docMk/>
            <pc:sldMk cId="512534092" sldId="852"/>
            <ac:spMk id="8" creationId="{F8500DC0-09C6-4F18-F12F-67FBD5F25CA0}"/>
          </ac:spMkLst>
        </pc:spChg>
        <pc:spChg chg="add del mod">
          <ac:chgData name="Daphne Economou" userId="d065a339-36cf-4937-af08-41751becbd81" providerId="ADAL" clId="{42DAAE95-0B75-440B-9F9B-19A235058689}" dt="2024-10-07T17:05:29.851" v="1645" actId="478"/>
          <ac:spMkLst>
            <pc:docMk/>
            <pc:sldMk cId="512534092" sldId="852"/>
            <ac:spMk id="9" creationId="{DEA9DD8A-247D-7D52-2431-99B9E210847D}"/>
          </ac:spMkLst>
        </pc:spChg>
        <pc:spChg chg="add mod">
          <ac:chgData name="Daphne Economou" userId="d065a339-36cf-4937-af08-41751becbd81" providerId="ADAL" clId="{42DAAE95-0B75-440B-9F9B-19A235058689}" dt="2024-10-07T17:06:12.071" v="1655" actId="207"/>
          <ac:spMkLst>
            <pc:docMk/>
            <pc:sldMk cId="512534092" sldId="852"/>
            <ac:spMk id="10" creationId="{E9077838-A2AC-A021-A95F-B443902D8C12}"/>
          </ac:spMkLst>
        </pc:spChg>
      </pc:sldChg>
      <pc:sldChg chg="addSp delSp modSp add mod">
        <pc:chgData name="Daphne Economou" userId="d065a339-36cf-4937-af08-41751becbd81" providerId="ADAL" clId="{42DAAE95-0B75-440B-9F9B-19A235058689}" dt="2024-10-07T17:06:26.689" v="1658" actId="14100"/>
        <pc:sldMkLst>
          <pc:docMk/>
          <pc:sldMk cId="2615440964" sldId="853"/>
        </pc:sldMkLst>
        <pc:spChg chg="mod">
          <ac:chgData name="Daphne Economou" userId="d065a339-36cf-4937-af08-41751becbd81" providerId="ADAL" clId="{42DAAE95-0B75-440B-9F9B-19A235058689}" dt="2024-10-07T17:06:26.689" v="1658" actId="14100"/>
          <ac:spMkLst>
            <pc:docMk/>
            <pc:sldMk cId="2615440964" sldId="853"/>
            <ac:spMk id="3" creationId="{D16B0BB1-ACDF-B7B8-22A9-05815F94D0F9}"/>
          </ac:spMkLst>
        </pc:spChg>
        <pc:spChg chg="add del mod">
          <ac:chgData name="Daphne Economou" userId="d065a339-36cf-4937-af08-41751becbd81" providerId="ADAL" clId="{42DAAE95-0B75-440B-9F9B-19A235058689}" dt="2024-10-07T17:05:40.298" v="1650" actId="478"/>
          <ac:spMkLst>
            <pc:docMk/>
            <pc:sldMk cId="2615440964" sldId="853"/>
            <ac:spMk id="5" creationId="{149C10A4-52B8-BAF8-5EC2-BF04739F1732}"/>
          </ac:spMkLst>
        </pc:spChg>
        <pc:spChg chg="mod">
          <ac:chgData name="Daphne Economou" userId="d065a339-36cf-4937-af08-41751becbd81" providerId="ADAL" clId="{42DAAE95-0B75-440B-9F9B-19A235058689}" dt="2024-10-07T17:00:44.838" v="1596" actId="20577"/>
          <ac:spMkLst>
            <pc:docMk/>
            <pc:sldMk cId="2615440964" sldId="853"/>
            <ac:spMk id="7" creationId="{A8A840BF-DD01-FDBA-BD67-9BD235752840}"/>
          </ac:spMkLst>
        </pc:spChg>
        <pc:spChg chg="del">
          <ac:chgData name="Daphne Economou" userId="d065a339-36cf-4937-af08-41751becbd81" providerId="ADAL" clId="{42DAAE95-0B75-440B-9F9B-19A235058689}" dt="2024-10-07T17:05:37.549" v="1649" actId="478"/>
          <ac:spMkLst>
            <pc:docMk/>
            <pc:sldMk cId="2615440964" sldId="853"/>
            <ac:spMk id="8" creationId="{F8500DC0-09C6-4F18-F12F-67FBD5F25CA0}"/>
          </ac:spMkLst>
        </pc:spChg>
        <pc:spChg chg="add mod">
          <ac:chgData name="Daphne Economou" userId="d065a339-36cf-4937-af08-41751becbd81" providerId="ADAL" clId="{42DAAE95-0B75-440B-9F9B-19A235058689}" dt="2024-10-07T17:06:20.603" v="1657" actId="207"/>
          <ac:spMkLst>
            <pc:docMk/>
            <pc:sldMk cId="2615440964" sldId="853"/>
            <ac:spMk id="9" creationId="{4A433ED2-916F-7B70-8EBE-1BA27AF6F113}"/>
          </ac:spMkLst>
        </pc:spChg>
      </pc:sldChg>
      <pc:sldMasterChg chg="modSldLayout">
        <pc:chgData name="Daphne Economou" userId="d065a339-36cf-4937-af08-41751becbd81" providerId="ADAL" clId="{42DAAE95-0B75-440B-9F9B-19A235058689}" dt="2024-10-07T18:05:32.343" v="3077" actId="20577"/>
        <pc:sldMasterMkLst>
          <pc:docMk/>
          <pc:sldMasterMk cId="0" sldId="2147483768"/>
        </pc:sldMasterMkLst>
        <pc:sldLayoutChg chg="modSp mod">
          <pc:chgData name="Daphne Economou" userId="d065a339-36cf-4937-af08-41751becbd81" providerId="ADAL" clId="{42DAAE95-0B75-440B-9F9B-19A235058689}" dt="2024-10-07T18:05:32.343" v="3077" actId="20577"/>
          <pc:sldLayoutMkLst>
            <pc:docMk/>
            <pc:sldMasterMk cId="0" sldId="2147483768"/>
            <pc:sldLayoutMk cId="0" sldId="2147483769"/>
          </pc:sldLayoutMkLst>
          <pc:spChg chg="mod">
            <ac:chgData name="Daphne Economou" userId="d065a339-36cf-4937-af08-41751becbd81" providerId="ADAL" clId="{42DAAE95-0B75-440B-9F9B-19A235058689}" dt="2024-10-07T18:05:32.343" v="3077"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42DAAE95-0B75-440B-9F9B-19A235058689}" dt="2024-10-07T18:02:30.622" v="3055" actId="20577"/>
          <pc:sldLayoutMkLst>
            <pc:docMk/>
            <pc:sldMasterMk cId="0" sldId="2147483768"/>
            <pc:sldLayoutMk cId="0" sldId="2147483770"/>
          </pc:sldLayoutMkLst>
          <pc:spChg chg="mod">
            <ac:chgData name="Daphne Economou" userId="d065a339-36cf-4937-af08-41751becbd81" providerId="ADAL" clId="{42DAAE95-0B75-440B-9F9B-19A235058689}" dt="2024-10-07T18:02:30.622" v="3055"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42DAAE95-0B75-440B-9F9B-19A235058689}" dt="2024-10-07T18:02:34.716" v="3057" actId="20577"/>
          <pc:sldLayoutMkLst>
            <pc:docMk/>
            <pc:sldMasterMk cId="0" sldId="2147483768"/>
            <pc:sldLayoutMk cId="0" sldId="2147483771"/>
          </pc:sldLayoutMkLst>
          <pc:spChg chg="mod">
            <ac:chgData name="Daphne Economou" userId="d065a339-36cf-4937-af08-41751becbd81" providerId="ADAL" clId="{42DAAE95-0B75-440B-9F9B-19A235058689}" dt="2024-10-07T18:02:34.716" v="3057"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42DAAE95-0B75-440B-9F9B-19A235058689}" dt="2024-10-07T18:02:38.282" v="3059" actId="20577"/>
          <pc:sldLayoutMkLst>
            <pc:docMk/>
            <pc:sldMasterMk cId="0" sldId="2147483768"/>
            <pc:sldLayoutMk cId="0" sldId="2147483772"/>
          </pc:sldLayoutMkLst>
          <pc:spChg chg="mod">
            <ac:chgData name="Daphne Economou" userId="d065a339-36cf-4937-af08-41751becbd81" providerId="ADAL" clId="{42DAAE95-0B75-440B-9F9B-19A235058689}" dt="2024-10-07T18:02:38.282" v="3059"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42DAAE95-0B75-440B-9F9B-19A235058689}" dt="2024-10-07T18:02:43.078" v="3063" actId="20577"/>
          <pc:sldLayoutMkLst>
            <pc:docMk/>
            <pc:sldMasterMk cId="0" sldId="2147483768"/>
            <pc:sldLayoutMk cId="0" sldId="2147483773"/>
          </pc:sldLayoutMkLst>
          <pc:spChg chg="mod">
            <ac:chgData name="Daphne Economou" userId="d065a339-36cf-4937-af08-41751becbd81" providerId="ADAL" clId="{42DAAE95-0B75-440B-9F9B-19A235058689}" dt="2024-10-07T18:02:43.078" v="3063"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42DAAE95-0B75-440B-9F9B-19A235058689}" dt="2024-10-07T18:02:46.759" v="3065" actId="20577"/>
          <pc:sldLayoutMkLst>
            <pc:docMk/>
            <pc:sldMasterMk cId="0" sldId="2147483768"/>
            <pc:sldLayoutMk cId="0" sldId="2147483774"/>
          </pc:sldLayoutMkLst>
          <pc:spChg chg="mod">
            <ac:chgData name="Daphne Economou" userId="d065a339-36cf-4937-af08-41751becbd81" providerId="ADAL" clId="{42DAAE95-0B75-440B-9F9B-19A235058689}" dt="2024-10-07T18:02:46.759" v="3065"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42DAAE95-0B75-440B-9F9B-19A235058689}" dt="2024-10-07T18:02:52.002" v="3067" actId="20577"/>
          <pc:sldLayoutMkLst>
            <pc:docMk/>
            <pc:sldMasterMk cId="0" sldId="2147483768"/>
            <pc:sldLayoutMk cId="0" sldId="2147483775"/>
          </pc:sldLayoutMkLst>
          <pc:spChg chg="mod">
            <ac:chgData name="Daphne Economou" userId="d065a339-36cf-4937-af08-41751becbd81" providerId="ADAL" clId="{42DAAE95-0B75-440B-9F9B-19A235058689}" dt="2024-10-07T18:02:52.002" v="3067"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42DAAE95-0B75-440B-9F9B-19A235058689}" dt="2024-10-07T18:02:57.016" v="3069" actId="20577"/>
          <pc:sldLayoutMkLst>
            <pc:docMk/>
            <pc:sldMasterMk cId="0" sldId="2147483768"/>
            <pc:sldLayoutMk cId="0" sldId="2147483776"/>
          </pc:sldLayoutMkLst>
          <pc:spChg chg="mod">
            <ac:chgData name="Daphne Economou" userId="d065a339-36cf-4937-af08-41751becbd81" providerId="ADAL" clId="{42DAAE95-0B75-440B-9F9B-19A235058689}" dt="2024-10-07T18:02:57.016" v="3069"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42DAAE95-0B75-440B-9F9B-19A235058689}" dt="2024-10-07T18:03:01.879" v="3071" actId="20577"/>
          <pc:sldLayoutMkLst>
            <pc:docMk/>
            <pc:sldMasterMk cId="0" sldId="2147483768"/>
            <pc:sldLayoutMk cId="0" sldId="2147483777"/>
          </pc:sldLayoutMkLst>
          <pc:spChg chg="mod">
            <ac:chgData name="Daphne Economou" userId="d065a339-36cf-4937-af08-41751becbd81" providerId="ADAL" clId="{42DAAE95-0B75-440B-9F9B-19A235058689}" dt="2024-10-07T18:03:01.879" v="3071"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42DAAE95-0B75-440B-9F9B-19A235058689}" dt="2024-10-07T18:03:06.161" v="3073" actId="20577"/>
          <pc:sldLayoutMkLst>
            <pc:docMk/>
            <pc:sldMasterMk cId="0" sldId="2147483768"/>
            <pc:sldLayoutMk cId="0" sldId="2147483778"/>
          </pc:sldLayoutMkLst>
          <pc:spChg chg="mod">
            <ac:chgData name="Daphne Economou" userId="d065a339-36cf-4937-af08-41751becbd81" providerId="ADAL" clId="{42DAAE95-0B75-440B-9F9B-19A235058689}" dt="2024-10-07T18:03:06.161" v="3073"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42DAAE95-0B75-440B-9F9B-19A235058689}" dt="2024-10-07T18:03:10.586" v="3075" actId="20577"/>
          <pc:sldLayoutMkLst>
            <pc:docMk/>
            <pc:sldMasterMk cId="0" sldId="2147483768"/>
            <pc:sldLayoutMk cId="0" sldId="2147483779"/>
          </pc:sldLayoutMkLst>
          <pc:spChg chg="mod">
            <ac:chgData name="Daphne Economou" userId="d065a339-36cf-4937-af08-41751becbd81" providerId="ADAL" clId="{42DAAE95-0B75-440B-9F9B-19A235058689}" dt="2024-10-07T18:03:10.586" v="3075" actId="20577"/>
            <ac:spMkLst>
              <pc:docMk/>
              <pc:sldMasterMk cId="0" sldId="2147483768"/>
              <pc:sldLayoutMk cId="0" sldId="2147483779"/>
              <ac:spMk id="6" creationId="{00000000-0000-0000-0000-000000000000}"/>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CEBF4C-33E7-4319-936B-DFBCA84D12C4}"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GB"/>
        </a:p>
      </dgm:t>
    </dgm:pt>
    <dgm:pt modelId="{0E429AB9-6F40-4528-8D29-958EFFDCED30}">
      <dgm:prSet phldrT="[Text]"/>
      <dgm:spPr/>
      <dgm:t>
        <a:bodyPr/>
        <a:lstStyle/>
        <a:p>
          <a:r>
            <a:rPr lang="en-GB" dirty="0"/>
            <a:t>Usability testing goal – research question</a:t>
          </a:r>
        </a:p>
      </dgm:t>
    </dgm:pt>
    <dgm:pt modelId="{A3EF0E7E-1C4A-4CED-B905-70466B7DB77B}" type="parTrans" cxnId="{E129AAF6-E99E-4D4C-9CD7-93BF5AC99F2A}">
      <dgm:prSet/>
      <dgm:spPr/>
      <dgm:t>
        <a:bodyPr/>
        <a:lstStyle/>
        <a:p>
          <a:endParaRPr lang="en-GB"/>
        </a:p>
      </dgm:t>
    </dgm:pt>
    <dgm:pt modelId="{8367218D-5262-4CBD-97B9-16694B9999FA}" type="sibTrans" cxnId="{E129AAF6-E99E-4D4C-9CD7-93BF5AC99F2A}">
      <dgm:prSet/>
      <dgm:spPr/>
      <dgm:t>
        <a:bodyPr/>
        <a:lstStyle/>
        <a:p>
          <a:endParaRPr lang="en-GB"/>
        </a:p>
      </dgm:t>
    </dgm:pt>
    <dgm:pt modelId="{ED4AD07D-AE87-4A30-94E6-9DBBD2C2E4A7}">
      <dgm:prSet phldrT="[Text]"/>
      <dgm:spPr/>
      <dgm:t>
        <a:bodyPr/>
        <a:lstStyle/>
        <a:p>
          <a:r>
            <a:rPr lang="en-GB" dirty="0"/>
            <a:t>Hypothesis</a:t>
          </a:r>
        </a:p>
      </dgm:t>
    </dgm:pt>
    <dgm:pt modelId="{E8698259-9532-4A67-9ADD-28DD4CD31A00}" type="parTrans" cxnId="{887726F3-70E8-4196-99E3-DDDF9B4D1E02}">
      <dgm:prSet/>
      <dgm:spPr/>
      <dgm:t>
        <a:bodyPr/>
        <a:lstStyle/>
        <a:p>
          <a:endParaRPr lang="en-GB"/>
        </a:p>
      </dgm:t>
    </dgm:pt>
    <dgm:pt modelId="{82FB29B9-A65C-4FF5-9EF2-FF3DEE2A14A8}" type="sibTrans" cxnId="{887726F3-70E8-4196-99E3-DDDF9B4D1E02}">
      <dgm:prSet/>
      <dgm:spPr/>
      <dgm:t>
        <a:bodyPr/>
        <a:lstStyle/>
        <a:p>
          <a:endParaRPr lang="en-GB"/>
        </a:p>
      </dgm:t>
    </dgm:pt>
    <dgm:pt modelId="{00972835-0E44-4720-87D0-74A844375626}">
      <dgm:prSet phldrT="[Text]"/>
      <dgm:spPr/>
      <dgm:t>
        <a:bodyPr/>
        <a:lstStyle/>
        <a:p>
          <a:r>
            <a:rPr lang="en-GB" dirty="0"/>
            <a:t>Data collection methods</a:t>
          </a:r>
        </a:p>
      </dgm:t>
    </dgm:pt>
    <dgm:pt modelId="{88099C46-C202-429D-9B99-ED068E7A7DD1}" type="parTrans" cxnId="{8F1CF920-D434-42D6-A7D8-03415F425B71}">
      <dgm:prSet/>
      <dgm:spPr/>
      <dgm:t>
        <a:bodyPr/>
        <a:lstStyle/>
        <a:p>
          <a:endParaRPr lang="en-GB"/>
        </a:p>
      </dgm:t>
    </dgm:pt>
    <dgm:pt modelId="{C5311162-3213-4632-B1D6-3E113D74A654}" type="sibTrans" cxnId="{8F1CF920-D434-42D6-A7D8-03415F425B71}">
      <dgm:prSet/>
      <dgm:spPr/>
      <dgm:t>
        <a:bodyPr/>
        <a:lstStyle/>
        <a:p>
          <a:endParaRPr lang="en-GB"/>
        </a:p>
      </dgm:t>
    </dgm:pt>
    <dgm:pt modelId="{1DF7A628-1E86-490D-B291-DE9BF6EE48F3}">
      <dgm:prSet phldrT="[Text]"/>
      <dgm:spPr/>
      <dgm:t>
        <a:bodyPr/>
        <a:lstStyle/>
        <a:p>
          <a:r>
            <a:rPr lang="en-GB" dirty="0"/>
            <a:t>Analysis</a:t>
          </a:r>
        </a:p>
      </dgm:t>
    </dgm:pt>
    <dgm:pt modelId="{3C2FC6A1-8665-4C3C-9B30-8236275112B8}" type="parTrans" cxnId="{84BD5428-C37B-468B-8618-4A948373D3D3}">
      <dgm:prSet/>
      <dgm:spPr/>
      <dgm:t>
        <a:bodyPr/>
        <a:lstStyle/>
        <a:p>
          <a:endParaRPr lang="en-GB"/>
        </a:p>
      </dgm:t>
    </dgm:pt>
    <dgm:pt modelId="{98857B93-35F4-49DC-B06B-C43F8F90B98A}" type="sibTrans" cxnId="{84BD5428-C37B-468B-8618-4A948373D3D3}">
      <dgm:prSet/>
      <dgm:spPr/>
      <dgm:t>
        <a:bodyPr/>
        <a:lstStyle/>
        <a:p>
          <a:endParaRPr lang="en-GB"/>
        </a:p>
      </dgm:t>
    </dgm:pt>
    <dgm:pt modelId="{912C5ADA-85A9-4223-AB4D-625849C7A469}">
      <dgm:prSet phldrT="[Text]"/>
      <dgm:spPr/>
      <dgm:t>
        <a:bodyPr/>
        <a:lstStyle/>
        <a:p>
          <a:r>
            <a:rPr lang="en-GB" dirty="0"/>
            <a:t>Reporting the research outcomes</a:t>
          </a:r>
        </a:p>
      </dgm:t>
    </dgm:pt>
    <dgm:pt modelId="{FE5B3804-0D3A-42C4-B36E-CE3C70F9F490}" type="parTrans" cxnId="{383A1D61-F7CC-4562-BBC7-A1DC4686C59D}">
      <dgm:prSet/>
      <dgm:spPr/>
      <dgm:t>
        <a:bodyPr/>
        <a:lstStyle/>
        <a:p>
          <a:endParaRPr lang="en-GB"/>
        </a:p>
      </dgm:t>
    </dgm:pt>
    <dgm:pt modelId="{140B57FF-1E26-4A03-B541-610766462013}" type="sibTrans" cxnId="{383A1D61-F7CC-4562-BBC7-A1DC4686C59D}">
      <dgm:prSet/>
      <dgm:spPr/>
      <dgm:t>
        <a:bodyPr/>
        <a:lstStyle/>
        <a:p>
          <a:endParaRPr lang="en-GB"/>
        </a:p>
      </dgm:t>
    </dgm:pt>
    <dgm:pt modelId="{3B3D15A4-3C80-4565-A50A-82754716BC52}" type="pres">
      <dgm:prSet presAssocID="{A9CEBF4C-33E7-4319-936B-DFBCA84D12C4}" presName="Name0" presStyleCnt="0">
        <dgm:presLayoutVars>
          <dgm:chMax val="11"/>
          <dgm:chPref val="11"/>
          <dgm:dir/>
          <dgm:resizeHandles/>
        </dgm:presLayoutVars>
      </dgm:prSet>
      <dgm:spPr/>
    </dgm:pt>
    <dgm:pt modelId="{904554E0-6DB3-48AC-9EC2-8A97EE3B106E}" type="pres">
      <dgm:prSet presAssocID="{912C5ADA-85A9-4223-AB4D-625849C7A469}" presName="Accent5" presStyleCnt="0"/>
      <dgm:spPr/>
    </dgm:pt>
    <dgm:pt modelId="{0ED9545C-2C45-4B51-AE83-7E372E9D0624}" type="pres">
      <dgm:prSet presAssocID="{912C5ADA-85A9-4223-AB4D-625849C7A469}" presName="Accent" presStyleLbl="node1" presStyleIdx="0" presStyleCnt="5"/>
      <dgm:spPr/>
    </dgm:pt>
    <dgm:pt modelId="{68CE9DB2-EB4D-44BB-8D94-7EC23FA765F0}" type="pres">
      <dgm:prSet presAssocID="{912C5ADA-85A9-4223-AB4D-625849C7A469}" presName="ParentBackground5" presStyleCnt="0"/>
      <dgm:spPr/>
    </dgm:pt>
    <dgm:pt modelId="{BA4722EF-4E48-4113-AFF6-6A266C3F299C}" type="pres">
      <dgm:prSet presAssocID="{912C5ADA-85A9-4223-AB4D-625849C7A469}" presName="ParentBackground" presStyleLbl="fgAcc1" presStyleIdx="0" presStyleCnt="5"/>
      <dgm:spPr/>
    </dgm:pt>
    <dgm:pt modelId="{A5CAE526-F8EF-44CD-A5AD-604EECB2E02A}" type="pres">
      <dgm:prSet presAssocID="{912C5ADA-85A9-4223-AB4D-625849C7A469}" presName="Parent5" presStyleLbl="revTx" presStyleIdx="0" presStyleCnt="0">
        <dgm:presLayoutVars>
          <dgm:chMax val="1"/>
          <dgm:chPref val="1"/>
          <dgm:bulletEnabled val="1"/>
        </dgm:presLayoutVars>
      </dgm:prSet>
      <dgm:spPr/>
    </dgm:pt>
    <dgm:pt modelId="{23521EAB-87E7-4577-BBED-C77DC3ACE80B}" type="pres">
      <dgm:prSet presAssocID="{1DF7A628-1E86-490D-B291-DE9BF6EE48F3}" presName="Accent4" presStyleCnt="0"/>
      <dgm:spPr/>
    </dgm:pt>
    <dgm:pt modelId="{AE0306B5-6B19-46EE-A83B-7BB6F0F87804}" type="pres">
      <dgm:prSet presAssocID="{1DF7A628-1E86-490D-B291-DE9BF6EE48F3}" presName="Accent" presStyleLbl="node1" presStyleIdx="1" presStyleCnt="5">
        <dgm:style>
          <a:lnRef idx="2">
            <a:schemeClr val="accent2"/>
          </a:lnRef>
          <a:fillRef idx="1">
            <a:schemeClr val="lt1"/>
          </a:fillRef>
          <a:effectRef idx="0">
            <a:schemeClr val="accent2"/>
          </a:effectRef>
          <a:fontRef idx="minor">
            <a:schemeClr val="dk1"/>
          </a:fontRef>
        </dgm:style>
      </dgm:prSet>
      <dgm:spPr/>
    </dgm:pt>
    <dgm:pt modelId="{D558ADDF-FC97-4790-94CC-EDCA0ADA0458}" type="pres">
      <dgm:prSet presAssocID="{1DF7A628-1E86-490D-B291-DE9BF6EE48F3}" presName="ParentBackground4" presStyleCnt="0"/>
      <dgm:spPr/>
    </dgm:pt>
    <dgm:pt modelId="{89DFAFB4-AAB7-45AE-9846-A63CC2789258}" type="pres">
      <dgm:prSet presAssocID="{1DF7A628-1E86-490D-B291-DE9BF6EE48F3}" presName="ParentBackground" presStyleLbl="fgAcc1" presStyleIdx="1" presStyleCnt="5"/>
      <dgm:spPr/>
    </dgm:pt>
    <dgm:pt modelId="{8043070E-1B82-4FAC-9980-B12A9BFA170E}" type="pres">
      <dgm:prSet presAssocID="{1DF7A628-1E86-490D-B291-DE9BF6EE48F3}" presName="Parent4" presStyleLbl="revTx" presStyleIdx="0" presStyleCnt="0">
        <dgm:presLayoutVars>
          <dgm:chMax val="1"/>
          <dgm:chPref val="1"/>
          <dgm:bulletEnabled val="1"/>
        </dgm:presLayoutVars>
      </dgm:prSet>
      <dgm:spPr/>
    </dgm:pt>
    <dgm:pt modelId="{3E932358-135C-4F6E-93CD-75B6B57DC2DE}" type="pres">
      <dgm:prSet presAssocID="{00972835-0E44-4720-87D0-74A844375626}" presName="Accent3" presStyleCnt="0"/>
      <dgm:spPr/>
    </dgm:pt>
    <dgm:pt modelId="{206C9E34-3BFB-411D-9EC5-7E63E813F2FE}" type="pres">
      <dgm:prSet presAssocID="{00972835-0E44-4720-87D0-74A844375626}" presName="Accent" presStyleLbl="node1" presStyleIdx="2" presStyleCnt="5">
        <dgm:style>
          <a:lnRef idx="2">
            <a:schemeClr val="accent2"/>
          </a:lnRef>
          <a:fillRef idx="1">
            <a:schemeClr val="lt1"/>
          </a:fillRef>
          <a:effectRef idx="0">
            <a:schemeClr val="accent2"/>
          </a:effectRef>
          <a:fontRef idx="minor">
            <a:schemeClr val="dk1"/>
          </a:fontRef>
        </dgm:style>
      </dgm:prSet>
      <dgm:spPr/>
    </dgm:pt>
    <dgm:pt modelId="{FE661AE2-5451-4614-B57D-C5182D468535}" type="pres">
      <dgm:prSet presAssocID="{00972835-0E44-4720-87D0-74A844375626}" presName="ParentBackground3" presStyleCnt="0"/>
      <dgm:spPr/>
    </dgm:pt>
    <dgm:pt modelId="{F68BC2A3-CEAC-43DF-8A1C-6674EE5D8556}" type="pres">
      <dgm:prSet presAssocID="{00972835-0E44-4720-87D0-74A844375626}" presName="ParentBackground" presStyleLbl="fgAcc1" presStyleIdx="2" presStyleCnt="5"/>
      <dgm:spPr/>
    </dgm:pt>
    <dgm:pt modelId="{2FE918CB-0F79-4433-8174-7075A3E0FF22}" type="pres">
      <dgm:prSet presAssocID="{00972835-0E44-4720-87D0-74A844375626}" presName="Parent3" presStyleLbl="revTx" presStyleIdx="0" presStyleCnt="0">
        <dgm:presLayoutVars>
          <dgm:chMax val="1"/>
          <dgm:chPref val="1"/>
          <dgm:bulletEnabled val="1"/>
        </dgm:presLayoutVars>
      </dgm:prSet>
      <dgm:spPr/>
    </dgm:pt>
    <dgm:pt modelId="{9F4A1A7E-7FF6-4B08-8FA8-6164197F1505}" type="pres">
      <dgm:prSet presAssocID="{ED4AD07D-AE87-4A30-94E6-9DBBD2C2E4A7}" presName="Accent2" presStyleCnt="0"/>
      <dgm:spPr/>
    </dgm:pt>
    <dgm:pt modelId="{B9B65001-281A-4533-BFC5-94E575F0D4A3}" type="pres">
      <dgm:prSet presAssocID="{ED4AD07D-AE87-4A30-94E6-9DBBD2C2E4A7}" presName="Accent" presStyleLbl="node1" presStyleIdx="3" presStyleCnt="5">
        <dgm:style>
          <a:lnRef idx="2">
            <a:schemeClr val="accent2"/>
          </a:lnRef>
          <a:fillRef idx="1">
            <a:schemeClr val="lt1"/>
          </a:fillRef>
          <a:effectRef idx="0">
            <a:schemeClr val="accent2"/>
          </a:effectRef>
          <a:fontRef idx="minor">
            <a:schemeClr val="dk1"/>
          </a:fontRef>
        </dgm:style>
      </dgm:prSet>
      <dgm:spPr/>
    </dgm:pt>
    <dgm:pt modelId="{B5DD82E4-4726-4A21-A316-FDE4469B28C3}" type="pres">
      <dgm:prSet presAssocID="{ED4AD07D-AE87-4A30-94E6-9DBBD2C2E4A7}" presName="ParentBackground2" presStyleCnt="0"/>
      <dgm:spPr/>
    </dgm:pt>
    <dgm:pt modelId="{B5A88F9F-50AB-46C0-9BD1-65FEBBD6DCAF}" type="pres">
      <dgm:prSet presAssocID="{ED4AD07D-AE87-4A30-94E6-9DBBD2C2E4A7}" presName="ParentBackground" presStyleLbl="fgAcc1" presStyleIdx="3" presStyleCnt="5"/>
      <dgm:spPr/>
    </dgm:pt>
    <dgm:pt modelId="{59FB9514-63E9-420E-AF3A-572F9231A758}" type="pres">
      <dgm:prSet presAssocID="{ED4AD07D-AE87-4A30-94E6-9DBBD2C2E4A7}" presName="Parent2" presStyleLbl="revTx" presStyleIdx="0" presStyleCnt="0">
        <dgm:presLayoutVars>
          <dgm:chMax val="1"/>
          <dgm:chPref val="1"/>
          <dgm:bulletEnabled val="1"/>
        </dgm:presLayoutVars>
      </dgm:prSet>
      <dgm:spPr/>
    </dgm:pt>
    <dgm:pt modelId="{B450CBDA-2791-432A-9358-2ABD7D899214}" type="pres">
      <dgm:prSet presAssocID="{0E429AB9-6F40-4528-8D29-958EFFDCED30}" presName="Accent1" presStyleCnt="0"/>
      <dgm:spPr/>
    </dgm:pt>
    <dgm:pt modelId="{06A5BCEC-949F-4EFB-9507-23D02A79E9B5}" type="pres">
      <dgm:prSet presAssocID="{0E429AB9-6F40-4528-8D29-958EFFDCED30}" presName="Accent" presStyleLbl="node1" presStyleIdx="4" presStyleCnt="5"/>
      <dgm:spPr>
        <a:solidFill>
          <a:schemeClr val="accent2"/>
        </a:solidFill>
      </dgm:spPr>
    </dgm:pt>
    <dgm:pt modelId="{AD932DF7-5BDB-4C4D-B0F4-37700F099B2F}" type="pres">
      <dgm:prSet presAssocID="{0E429AB9-6F40-4528-8D29-958EFFDCED30}" presName="ParentBackground1" presStyleCnt="0"/>
      <dgm:spPr/>
    </dgm:pt>
    <dgm:pt modelId="{238A9946-0D7B-474C-BDEC-1AA36A27FE5D}" type="pres">
      <dgm:prSet presAssocID="{0E429AB9-6F40-4528-8D29-958EFFDCED30}" presName="ParentBackground" presStyleLbl="fgAcc1" presStyleIdx="4" presStyleCnt="5"/>
      <dgm:spPr/>
    </dgm:pt>
    <dgm:pt modelId="{7C35042B-79CC-4D56-B79B-2EBA14F66C7C}" type="pres">
      <dgm:prSet presAssocID="{0E429AB9-6F40-4528-8D29-958EFFDCED30}" presName="Parent1" presStyleLbl="revTx" presStyleIdx="0" presStyleCnt="0">
        <dgm:presLayoutVars>
          <dgm:chMax val="1"/>
          <dgm:chPref val="1"/>
          <dgm:bulletEnabled val="1"/>
        </dgm:presLayoutVars>
      </dgm:prSet>
      <dgm:spPr/>
    </dgm:pt>
  </dgm:ptLst>
  <dgm:cxnLst>
    <dgm:cxn modelId="{D4743E16-1D2B-4D7D-9703-684DF35B2392}" type="presOf" srcId="{ED4AD07D-AE87-4A30-94E6-9DBBD2C2E4A7}" destId="{B5A88F9F-50AB-46C0-9BD1-65FEBBD6DCAF}" srcOrd="0" destOrd="0" presId="urn:microsoft.com/office/officeart/2011/layout/CircleProcess"/>
    <dgm:cxn modelId="{8F1CF920-D434-42D6-A7D8-03415F425B71}" srcId="{A9CEBF4C-33E7-4319-936B-DFBCA84D12C4}" destId="{00972835-0E44-4720-87D0-74A844375626}" srcOrd="2" destOrd="0" parTransId="{88099C46-C202-429D-9B99-ED068E7A7DD1}" sibTransId="{C5311162-3213-4632-B1D6-3E113D74A654}"/>
    <dgm:cxn modelId="{84BD5428-C37B-468B-8618-4A948373D3D3}" srcId="{A9CEBF4C-33E7-4319-936B-DFBCA84D12C4}" destId="{1DF7A628-1E86-490D-B291-DE9BF6EE48F3}" srcOrd="3" destOrd="0" parTransId="{3C2FC6A1-8665-4C3C-9B30-8236275112B8}" sibTransId="{98857B93-35F4-49DC-B06B-C43F8F90B98A}"/>
    <dgm:cxn modelId="{566C823C-6730-4D24-8F66-A62D545678FF}" type="presOf" srcId="{0E429AB9-6F40-4528-8D29-958EFFDCED30}" destId="{238A9946-0D7B-474C-BDEC-1AA36A27FE5D}" srcOrd="0" destOrd="0" presId="urn:microsoft.com/office/officeart/2011/layout/CircleProcess"/>
    <dgm:cxn modelId="{383A1D61-F7CC-4562-BBC7-A1DC4686C59D}" srcId="{A9CEBF4C-33E7-4319-936B-DFBCA84D12C4}" destId="{912C5ADA-85A9-4223-AB4D-625849C7A469}" srcOrd="4" destOrd="0" parTransId="{FE5B3804-0D3A-42C4-B36E-CE3C70F9F490}" sibTransId="{140B57FF-1E26-4A03-B541-610766462013}"/>
    <dgm:cxn modelId="{FF0F0D69-503C-414B-8BE2-8AE40FBE3B61}" type="presOf" srcId="{912C5ADA-85A9-4223-AB4D-625849C7A469}" destId="{BA4722EF-4E48-4113-AFF6-6A266C3F299C}" srcOrd="0" destOrd="0" presId="urn:microsoft.com/office/officeart/2011/layout/CircleProcess"/>
    <dgm:cxn modelId="{5431DA52-2AF2-41FD-9917-6BC4F1D1D805}" type="presOf" srcId="{1DF7A628-1E86-490D-B291-DE9BF6EE48F3}" destId="{89DFAFB4-AAB7-45AE-9846-A63CC2789258}" srcOrd="0" destOrd="0" presId="urn:microsoft.com/office/officeart/2011/layout/CircleProcess"/>
    <dgm:cxn modelId="{6A808490-F774-4CE5-B4DB-0804623BF430}" type="presOf" srcId="{ED4AD07D-AE87-4A30-94E6-9DBBD2C2E4A7}" destId="{59FB9514-63E9-420E-AF3A-572F9231A758}" srcOrd="1" destOrd="0" presId="urn:microsoft.com/office/officeart/2011/layout/CircleProcess"/>
    <dgm:cxn modelId="{30ADD690-8B20-40F6-83F1-E7F960F59E0D}" type="presOf" srcId="{A9CEBF4C-33E7-4319-936B-DFBCA84D12C4}" destId="{3B3D15A4-3C80-4565-A50A-82754716BC52}" srcOrd="0" destOrd="0" presId="urn:microsoft.com/office/officeart/2011/layout/CircleProcess"/>
    <dgm:cxn modelId="{BFE28FA6-1DDE-484C-ABFA-CFC78E4A1136}" type="presOf" srcId="{912C5ADA-85A9-4223-AB4D-625849C7A469}" destId="{A5CAE526-F8EF-44CD-A5AD-604EECB2E02A}" srcOrd="1" destOrd="0" presId="urn:microsoft.com/office/officeart/2011/layout/CircleProcess"/>
    <dgm:cxn modelId="{57795CBD-E189-47CD-9F66-D13BCFB15F82}" type="presOf" srcId="{0E429AB9-6F40-4528-8D29-958EFFDCED30}" destId="{7C35042B-79CC-4D56-B79B-2EBA14F66C7C}" srcOrd="1" destOrd="0" presId="urn:microsoft.com/office/officeart/2011/layout/CircleProcess"/>
    <dgm:cxn modelId="{D5F72FD8-C726-4673-A5A4-F6C261EFF22A}" type="presOf" srcId="{1DF7A628-1E86-490D-B291-DE9BF6EE48F3}" destId="{8043070E-1B82-4FAC-9980-B12A9BFA170E}" srcOrd="1" destOrd="0" presId="urn:microsoft.com/office/officeart/2011/layout/CircleProcess"/>
    <dgm:cxn modelId="{57264FE4-31D2-46DF-A739-E351A40E16EF}" type="presOf" srcId="{00972835-0E44-4720-87D0-74A844375626}" destId="{F68BC2A3-CEAC-43DF-8A1C-6674EE5D8556}" srcOrd="0" destOrd="0" presId="urn:microsoft.com/office/officeart/2011/layout/CircleProcess"/>
    <dgm:cxn modelId="{887726F3-70E8-4196-99E3-DDDF9B4D1E02}" srcId="{A9CEBF4C-33E7-4319-936B-DFBCA84D12C4}" destId="{ED4AD07D-AE87-4A30-94E6-9DBBD2C2E4A7}" srcOrd="1" destOrd="0" parTransId="{E8698259-9532-4A67-9ADD-28DD4CD31A00}" sibTransId="{82FB29B9-A65C-4FF5-9EF2-FF3DEE2A14A8}"/>
    <dgm:cxn modelId="{E129AAF6-E99E-4D4C-9CD7-93BF5AC99F2A}" srcId="{A9CEBF4C-33E7-4319-936B-DFBCA84D12C4}" destId="{0E429AB9-6F40-4528-8D29-958EFFDCED30}" srcOrd="0" destOrd="0" parTransId="{A3EF0E7E-1C4A-4CED-B905-70466B7DB77B}" sibTransId="{8367218D-5262-4CBD-97B9-16694B9999FA}"/>
    <dgm:cxn modelId="{7BE47EFD-9793-4E6E-A6CC-3C0EB33DC286}" type="presOf" srcId="{00972835-0E44-4720-87D0-74A844375626}" destId="{2FE918CB-0F79-4433-8174-7075A3E0FF22}" srcOrd="1" destOrd="0" presId="urn:microsoft.com/office/officeart/2011/layout/CircleProcess"/>
    <dgm:cxn modelId="{36B8F7F4-A9F2-4A14-B255-7EDF70D56D7C}" type="presParOf" srcId="{3B3D15A4-3C80-4565-A50A-82754716BC52}" destId="{904554E0-6DB3-48AC-9EC2-8A97EE3B106E}" srcOrd="0" destOrd="0" presId="urn:microsoft.com/office/officeart/2011/layout/CircleProcess"/>
    <dgm:cxn modelId="{876AA279-62AC-4D2D-89F4-C26B6E35EC01}" type="presParOf" srcId="{904554E0-6DB3-48AC-9EC2-8A97EE3B106E}" destId="{0ED9545C-2C45-4B51-AE83-7E372E9D0624}" srcOrd="0" destOrd="0" presId="urn:microsoft.com/office/officeart/2011/layout/CircleProcess"/>
    <dgm:cxn modelId="{AB4C41C9-F029-474B-87EE-D3F72752712D}" type="presParOf" srcId="{3B3D15A4-3C80-4565-A50A-82754716BC52}" destId="{68CE9DB2-EB4D-44BB-8D94-7EC23FA765F0}" srcOrd="1" destOrd="0" presId="urn:microsoft.com/office/officeart/2011/layout/CircleProcess"/>
    <dgm:cxn modelId="{F285EB15-28C5-4871-A9B5-741FC68BD2A3}" type="presParOf" srcId="{68CE9DB2-EB4D-44BB-8D94-7EC23FA765F0}" destId="{BA4722EF-4E48-4113-AFF6-6A266C3F299C}" srcOrd="0" destOrd="0" presId="urn:microsoft.com/office/officeart/2011/layout/CircleProcess"/>
    <dgm:cxn modelId="{5A49A18F-6C95-4F40-AAD5-65D7AB586B84}" type="presParOf" srcId="{3B3D15A4-3C80-4565-A50A-82754716BC52}" destId="{A5CAE526-F8EF-44CD-A5AD-604EECB2E02A}" srcOrd="2" destOrd="0" presId="urn:microsoft.com/office/officeart/2011/layout/CircleProcess"/>
    <dgm:cxn modelId="{87BF6A90-6501-4878-A45D-21D9641D1496}" type="presParOf" srcId="{3B3D15A4-3C80-4565-A50A-82754716BC52}" destId="{23521EAB-87E7-4577-BBED-C77DC3ACE80B}" srcOrd="3" destOrd="0" presId="urn:microsoft.com/office/officeart/2011/layout/CircleProcess"/>
    <dgm:cxn modelId="{E99BE917-51D2-41BB-99E3-6B72F3DF1C62}" type="presParOf" srcId="{23521EAB-87E7-4577-BBED-C77DC3ACE80B}" destId="{AE0306B5-6B19-46EE-A83B-7BB6F0F87804}" srcOrd="0" destOrd="0" presId="urn:microsoft.com/office/officeart/2011/layout/CircleProcess"/>
    <dgm:cxn modelId="{50F25E6F-D500-4174-B1E3-87B6F2C06CBC}" type="presParOf" srcId="{3B3D15A4-3C80-4565-A50A-82754716BC52}" destId="{D558ADDF-FC97-4790-94CC-EDCA0ADA0458}" srcOrd="4" destOrd="0" presId="urn:microsoft.com/office/officeart/2011/layout/CircleProcess"/>
    <dgm:cxn modelId="{E2566B62-8191-48FE-8FE0-A01ADE13D2F0}" type="presParOf" srcId="{D558ADDF-FC97-4790-94CC-EDCA0ADA0458}" destId="{89DFAFB4-AAB7-45AE-9846-A63CC2789258}" srcOrd="0" destOrd="0" presId="urn:microsoft.com/office/officeart/2011/layout/CircleProcess"/>
    <dgm:cxn modelId="{B77685BC-45E1-4268-BC00-4EAF17E09226}" type="presParOf" srcId="{3B3D15A4-3C80-4565-A50A-82754716BC52}" destId="{8043070E-1B82-4FAC-9980-B12A9BFA170E}" srcOrd="5" destOrd="0" presId="urn:microsoft.com/office/officeart/2011/layout/CircleProcess"/>
    <dgm:cxn modelId="{C7E789CB-2A95-4F37-AC23-7D7921162427}" type="presParOf" srcId="{3B3D15A4-3C80-4565-A50A-82754716BC52}" destId="{3E932358-135C-4F6E-93CD-75B6B57DC2DE}" srcOrd="6" destOrd="0" presId="urn:microsoft.com/office/officeart/2011/layout/CircleProcess"/>
    <dgm:cxn modelId="{E00E9B63-1D70-4C90-B71A-D3822FD79220}" type="presParOf" srcId="{3E932358-135C-4F6E-93CD-75B6B57DC2DE}" destId="{206C9E34-3BFB-411D-9EC5-7E63E813F2FE}" srcOrd="0" destOrd="0" presId="urn:microsoft.com/office/officeart/2011/layout/CircleProcess"/>
    <dgm:cxn modelId="{0ACDFD61-1C6F-46AB-8CF4-D61A83674E1C}" type="presParOf" srcId="{3B3D15A4-3C80-4565-A50A-82754716BC52}" destId="{FE661AE2-5451-4614-B57D-C5182D468535}" srcOrd="7" destOrd="0" presId="urn:microsoft.com/office/officeart/2011/layout/CircleProcess"/>
    <dgm:cxn modelId="{527B3343-118C-4DB3-9D9C-BBF7EA7F0D82}" type="presParOf" srcId="{FE661AE2-5451-4614-B57D-C5182D468535}" destId="{F68BC2A3-CEAC-43DF-8A1C-6674EE5D8556}" srcOrd="0" destOrd="0" presId="urn:microsoft.com/office/officeart/2011/layout/CircleProcess"/>
    <dgm:cxn modelId="{FB764C3F-B7B9-43D3-914F-1BC0482488AC}" type="presParOf" srcId="{3B3D15A4-3C80-4565-A50A-82754716BC52}" destId="{2FE918CB-0F79-4433-8174-7075A3E0FF22}" srcOrd="8" destOrd="0" presId="urn:microsoft.com/office/officeart/2011/layout/CircleProcess"/>
    <dgm:cxn modelId="{AE71E694-C3C7-45F6-8793-5AE46AAB86E5}" type="presParOf" srcId="{3B3D15A4-3C80-4565-A50A-82754716BC52}" destId="{9F4A1A7E-7FF6-4B08-8FA8-6164197F1505}" srcOrd="9" destOrd="0" presId="urn:microsoft.com/office/officeart/2011/layout/CircleProcess"/>
    <dgm:cxn modelId="{CB0AFFE0-AE74-4BE9-BCCA-489C58B92DA0}" type="presParOf" srcId="{9F4A1A7E-7FF6-4B08-8FA8-6164197F1505}" destId="{B9B65001-281A-4533-BFC5-94E575F0D4A3}" srcOrd="0" destOrd="0" presId="urn:microsoft.com/office/officeart/2011/layout/CircleProcess"/>
    <dgm:cxn modelId="{9BF9ACFD-B66E-4DE7-ADD1-9ACA6D20D290}" type="presParOf" srcId="{3B3D15A4-3C80-4565-A50A-82754716BC52}" destId="{B5DD82E4-4726-4A21-A316-FDE4469B28C3}" srcOrd="10" destOrd="0" presId="urn:microsoft.com/office/officeart/2011/layout/CircleProcess"/>
    <dgm:cxn modelId="{748439C0-5B03-4401-950E-4A2BFD3D7808}" type="presParOf" srcId="{B5DD82E4-4726-4A21-A316-FDE4469B28C3}" destId="{B5A88F9F-50AB-46C0-9BD1-65FEBBD6DCAF}" srcOrd="0" destOrd="0" presId="urn:microsoft.com/office/officeart/2011/layout/CircleProcess"/>
    <dgm:cxn modelId="{1FA85349-5824-4A32-8EBB-6DB50920ACFB}" type="presParOf" srcId="{3B3D15A4-3C80-4565-A50A-82754716BC52}" destId="{59FB9514-63E9-420E-AF3A-572F9231A758}" srcOrd="11" destOrd="0" presId="urn:microsoft.com/office/officeart/2011/layout/CircleProcess"/>
    <dgm:cxn modelId="{05415D6C-D5E3-423E-9A48-4D6A531A3A8D}" type="presParOf" srcId="{3B3D15A4-3C80-4565-A50A-82754716BC52}" destId="{B450CBDA-2791-432A-9358-2ABD7D899214}" srcOrd="12" destOrd="0" presId="urn:microsoft.com/office/officeart/2011/layout/CircleProcess"/>
    <dgm:cxn modelId="{460BB8B4-EB9B-41DE-B6E9-A3C038661778}" type="presParOf" srcId="{B450CBDA-2791-432A-9358-2ABD7D899214}" destId="{06A5BCEC-949F-4EFB-9507-23D02A79E9B5}" srcOrd="0" destOrd="0" presId="urn:microsoft.com/office/officeart/2011/layout/CircleProcess"/>
    <dgm:cxn modelId="{8013166B-BADD-430C-8703-1BCCAF9178E5}" type="presParOf" srcId="{3B3D15A4-3C80-4565-A50A-82754716BC52}" destId="{AD932DF7-5BDB-4C4D-B0F4-37700F099B2F}" srcOrd="13" destOrd="0" presId="urn:microsoft.com/office/officeart/2011/layout/CircleProcess"/>
    <dgm:cxn modelId="{B0A0D736-100C-4E8F-BA9E-4874F43F4962}" type="presParOf" srcId="{AD932DF7-5BDB-4C4D-B0F4-37700F099B2F}" destId="{238A9946-0D7B-474C-BDEC-1AA36A27FE5D}" srcOrd="0" destOrd="0" presId="urn:microsoft.com/office/officeart/2011/layout/CircleProcess"/>
    <dgm:cxn modelId="{278957B6-AAA8-4A6E-9D13-B03B495092E1}" type="presParOf" srcId="{3B3D15A4-3C80-4565-A50A-82754716BC52}" destId="{7C35042B-79CC-4D56-B79B-2EBA14F66C7C}" srcOrd="14"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C663EE-63A5-46DA-A6FB-19BDD365E187}" type="doc">
      <dgm:prSet loTypeId="urn:microsoft.com/office/officeart/2005/8/layout/hierarchy6" loCatId="hierarchy" qsTypeId="urn:microsoft.com/office/officeart/2005/8/quickstyle/simple1" qsCatId="simple" csTypeId="urn:microsoft.com/office/officeart/2005/8/colors/accent2_3" csCatId="accent2" phldr="1"/>
      <dgm:spPr/>
      <dgm:t>
        <a:bodyPr/>
        <a:lstStyle/>
        <a:p>
          <a:endParaRPr lang="en-GB"/>
        </a:p>
      </dgm:t>
    </dgm:pt>
    <dgm:pt modelId="{3C821EE4-4D53-49A0-B5BF-0FB8733369E9}">
      <dgm:prSet phldrT="[Text]" custT="1"/>
      <dgm:spPr>
        <a:solidFill>
          <a:schemeClr val="accent5">
            <a:lumMod val="75000"/>
          </a:schemeClr>
        </a:solidFill>
      </dgm:spPr>
      <dgm:t>
        <a:bodyPr/>
        <a:lstStyle/>
        <a:p>
          <a:r>
            <a:rPr lang="en-GB" sz="1400" dirty="0">
              <a:latin typeface="+mn-lt"/>
            </a:rPr>
            <a:t>Statistical variables</a:t>
          </a:r>
        </a:p>
      </dgm:t>
    </dgm:pt>
    <dgm:pt modelId="{8381ECD7-1912-44D5-B53B-8BB90EDE8316}" type="parTrans" cxnId="{D925B80B-9EE5-450D-9FCD-0283686F5B97}">
      <dgm:prSet/>
      <dgm:spPr/>
      <dgm:t>
        <a:bodyPr/>
        <a:lstStyle/>
        <a:p>
          <a:endParaRPr lang="en-GB" sz="1400">
            <a:latin typeface="+mn-lt"/>
          </a:endParaRPr>
        </a:p>
      </dgm:t>
    </dgm:pt>
    <dgm:pt modelId="{F1AF2DCF-CF03-43F3-86E7-CFF73C3B0C31}" type="sibTrans" cxnId="{D925B80B-9EE5-450D-9FCD-0283686F5B97}">
      <dgm:prSet/>
      <dgm:spPr/>
      <dgm:t>
        <a:bodyPr/>
        <a:lstStyle/>
        <a:p>
          <a:endParaRPr lang="en-GB" sz="1400">
            <a:latin typeface="+mn-lt"/>
          </a:endParaRPr>
        </a:p>
      </dgm:t>
    </dgm:pt>
    <dgm:pt modelId="{B3B86F49-1F7A-4D1D-99D1-DA97E7720D8B}" type="asst">
      <dgm:prSet phldrT="[Text]" custT="1"/>
      <dgm:spPr>
        <a:solidFill>
          <a:schemeClr val="accent2">
            <a:lumMod val="50000"/>
          </a:schemeClr>
        </a:solidFill>
      </dgm:spPr>
      <dgm:t>
        <a:bodyPr/>
        <a:lstStyle/>
        <a:p>
          <a:r>
            <a:rPr lang="en-GB" sz="1400" dirty="0">
              <a:latin typeface="+mn-lt"/>
            </a:rPr>
            <a:t>Qualitative</a:t>
          </a:r>
        </a:p>
      </dgm:t>
    </dgm:pt>
    <dgm:pt modelId="{58CC6B00-1836-44A0-9160-82EDFBDC801C}" type="parTrans" cxnId="{967AEC79-C6E6-4796-8221-049470625936}">
      <dgm:prSet/>
      <dgm:spPr/>
      <dgm:t>
        <a:bodyPr/>
        <a:lstStyle/>
        <a:p>
          <a:endParaRPr lang="en-GB" sz="1400">
            <a:latin typeface="+mn-lt"/>
          </a:endParaRPr>
        </a:p>
      </dgm:t>
    </dgm:pt>
    <dgm:pt modelId="{50BAFF73-9EB1-4E43-BD85-7F3E75DD53E2}" type="sibTrans" cxnId="{967AEC79-C6E6-4796-8221-049470625936}">
      <dgm:prSet/>
      <dgm:spPr/>
      <dgm:t>
        <a:bodyPr/>
        <a:lstStyle/>
        <a:p>
          <a:endParaRPr lang="en-GB" sz="1400">
            <a:latin typeface="+mn-lt"/>
          </a:endParaRPr>
        </a:p>
      </dgm:t>
    </dgm:pt>
    <dgm:pt modelId="{BAFCEAFD-6197-4C81-A175-6BB1B9C99939}">
      <dgm:prSet phldrT="[Text]" custT="1"/>
      <dgm:spPr>
        <a:solidFill>
          <a:schemeClr val="accent1">
            <a:lumMod val="50000"/>
          </a:schemeClr>
        </a:solidFill>
      </dgm:spPr>
      <dgm:t>
        <a:bodyPr/>
        <a:lstStyle/>
        <a:p>
          <a:r>
            <a:rPr lang="en-GB" sz="1400" dirty="0">
              <a:latin typeface="+mn-lt"/>
            </a:rPr>
            <a:t>Quantitative</a:t>
          </a:r>
        </a:p>
      </dgm:t>
    </dgm:pt>
    <dgm:pt modelId="{1831481D-BA51-4966-A708-554EE86ECBD5}" type="parTrans" cxnId="{A5D4D0B1-AA98-4523-B3E1-DD5F804EEAFD}">
      <dgm:prSet/>
      <dgm:spPr/>
      <dgm:t>
        <a:bodyPr/>
        <a:lstStyle/>
        <a:p>
          <a:endParaRPr lang="en-GB" sz="1400">
            <a:latin typeface="+mn-lt"/>
          </a:endParaRPr>
        </a:p>
      </dgm:t>
    </dgm:pt>
    <dgm:pt modelId="{85CCF1F3-F5DF-4410-899B-6FA2875B2869}" type="sibTrans" cxnId="{A5D4D0B1-AA98-4523-B3E1-DD5F804EEAFD}">
      <dgm:prSet/>
      <dgm:spPr/>
      <dgm:t>
        <a:bodyPr/>
        <a:lstStyle/>
        <a:p>
          <a:endParaRPr lang="en-GB" sz="1400">
            <a:latin typeface="+mn-lt"/>
          </a:endParaRPr>
        </a:p>
      </dgm:t>
    </dgm:pt>
    <dgm:pt modelId="{059C4B62-CEEF-4F99-B5E2-AA826A61A864}" type="asst">
      <dgm:prSet phldrT="[Text]" custT="1"/>
      <dgm:spPr>
        <a:solidFill>
          <a:schemeClr val="accent2">
            <a:lumMod val="75000"/>
          </a:schemeClr>
        </a:solidFill>
        <a:ln>
          <a:solidFill>
            <a:srgbClr val="FFFFFF">
              <a:alpha val="20000"/>
            </a:srgbClr>
          </a:solidFill>
        </a:ln>
      </dgm:spPr>
      <dgm:t>
        <a:bodyPr/>
        <a:lstStyle/>
        <a:p>
          <a:r>
            <a:rPr lang="en-GB" sz="1400" dirty="0">
              <a:latin typeface="+mn-lt"/>
            </a:rPr>
            <a:t>Nominal</a:t>
          </a:r>
        </a:p>
      </dgm:t>
    </dgm:pt>
    <dgm:pt modelId="{3D0C1FCF-1ECE-4BCE-BE4F-A363F0E6ECF6}" type="parTrans" cxnId="{22527F59-3E26-444B-B541-6A3BF3F40D72}">
      <dgm:prSet/>
      <dgm:spPr/>
      <dgm:t>
        <a:bodyPr/>
        <a:lstStyle/>
        <a:p>
          <a:endParaRPr lang="en-GB" sz="1400">
            <a:latin typeface="+mn-lt"/>
          </a:endParaRPr>
        </a:p>
      </dgm:t>
    </dgm:pt>
    <dgm:pt modelId="{9C77F82D-F19C-4208-9445-9B59C9C68650}" type="sibTrans" cxnId="{22527F59-3E26-444B-B541-6A3BF3F40D72}">
      <dgm:prSet/>
      <dgm:spPr/>
      <dgm:t>
        <a:bodyPr/>
        <a:lstStyle/>
        <a:p>
          <a:endParaRPr lang="en-GB" sz="1400">
            <a:latin typeface="+mn-lt"/>
          </a:endParaRPr>
        </a:p>
      </dgm:t>
    </dgm:pt>
    <dgm:pt modelId="{B0551890-D7CB-4D46-A638-6C442629FBF6}" type="asst">
      <dgm:prSet phldrT="[Text]" custT="1"/>
      <dgm:spPr>
        <a:solidFill>
          <a:schemeClr val="accent2">
            <a:lumMod val="75000"/>
          </a:schemeClr>
        </a:solidFill>
        <a:ln>
          <a:solidFill>
            <a:srgbClr val="FFFFFF">
              <a:alpha val="20000"/>
            </a:srgbClr>
          </a:solidFill>
        </a:ln>
      </dgm:spPr>
      <dgm:t>
        <a:bodyPr/>
        <a:lstStyle/>
        <a:p>
          <a:r>
            <a:rPr lang="en-GB" sz="1400" dirty="0">
              <a:latin typeface="+mn-lt"/>
            </a:rPr>
            <a:t>Ordinal</a:t>
          </a:r>
        </a:p>
      </dgm:t>
    </dgm:pt>
    <dgm:pt modelId="{4425A215-A9A6-449F-865D-F274CBB9F33B}" type="parTrans" cxnId="{ABF38056-D6BB-44A1-8387-EF9A0987BF73}">
      <dgm:prSet/>
      <dgm:spPr/>
      <dgm:t>
        <a:bodyPr/>
        <a:lstStyle/>
        <a:p>
          <a:endParaRPr lang="en-GB" sz="1400">
            <a:latin typeface="+mn-lt"/>
          </a:endParaRPr>
        </a:p>
      </dgm:t>
    </dgm:pt>
    <dgm:pt modelId="{BB3C44F7-EC90-4D8E-950C-23E04B03B1C3}" type="sibTrans" cxnId="{ABF38056-D6BB-44A1-8387-EF9A0987BF73}">
      <dgm:prSet/>
      <dgm:spPr/>
      <dgm:t>
        <a:bodyPr/>
        <a:lstStyle/>
        <a:p>
          <a:endParaRPr lang="en-GB" sz="1400">
            <a:latin typeface="+mn-lt"/>
          </a:endParaRPr>
        </a:p>
      </dgm:t>
    </dgm:pt>
    <dgm:pt modelId="{3F7BDAC6-74F9-4C7D-B06A-6164F3F7FD7C}">
      <dgm:prSet phldrT="[Text]" custT="1"/>
      <dgm:spPr>
        <a:solidFill>
          <a:schemeClr val="accent1">
            <a:lumMod val="75000"/>
          </a:schemeClr>
        </a:solidFill>
      </dgm:spPr>
      <dgm:t>
        <a:bodyPr/>
        <a:lstStyle/>
        <a:p>
          <a:r>
            <a:rPr lang="en-GB" sz="1400" dirty="0">
              <a:latin typeface="+mn-lt"/>
            </a:rPr>
            <a:t>Interval</a:t>
          </a:r>
        </a:p>
      </dgm:t>
    </dgm:pt>
    <dgm:pt modelId="{17BDBEEC-8320-4823-BB66-9794459D1D12}" type="parTrans" cxnId="{F0BD6B2B-ADE0-4668-A42A-194FEDF874F2}">
      <dgm:prSet/>
      <dgm:spPr/>
      <dgm:t>
        <a:bodyPr/>
        <a:lstStyle/>
        <a:p>
          <a:endParaRPr lang="en-GB" sz="1400">
            <a:latin typeface="+mn-lt"/>
          </a:endParaRPr>
        </a:p>
      </dgm:t>
    </dgm:pt>
    <dgm:pt modelId="{69E01123-B1C1-409A-AE60-19A0E639CE3D}" type="sibTrans" cxnId="{F0BD6B2B-ADE0-4668-A42A-194FEDF874F2}">
      <dgm:prSet/>
      <dgm:spPr/>
      <dgm:t>
        <a:bodyPr/>
        <a:lstStyle/>
        <a:p>
          <a:endParaRPr lang="en-GB" sz="1400">
            <a:latin typeface="+mn-lt"/>
          </a:endParaRPr>
        </a:p>
      </dgm:t>
    </dgm:pt>
    <dgm:pt modelId="{29471E2D-6C20-4E1F-B707-48A0E56726E3}">
      <dgm:prSet phldrT="[Text]" custT="1"/>
      <dgm:spPr>
        <a:solidFill>
          <a:schemeClr val="accent1">
            <a:lumMod val="75000"/>
          </a:schemeClr>
        </a:solidFill>
      </dgm:spPr>
      <dgm:t>
        <a:bodyPr/>
        <a:lstStyle/>
        <a:p>
          <a:r>
            <a:rPr lang="en-GB" sz="1400" dirty="0">
              <a:latin typeface="+mn-lt"/>
            </a:rPr>
            <a:t>Ratio</a:t>
          </a:r>
        </a:p>
      </dgm:t>
    </dgm:pt>
    <dgm:pt modelId="{C05AACFA-5926-4F5F-982C-C4893721D6CC}" type="parTrans" cxnId="{F10BA535-36C9-4AEB-96F7-F36B3DE64D08}">
      <dgm:prSet/>
      <dgm:spPr/>
      <dgm:t>
        <a:bodyPr/>
        <a:lstStyle/>
        <a:p>
          <a:endParaRPr lang="en-GB" sz="1400">
            <a:latin typeface="+mn-lt"/>
          </a:endParaRPr>
        </a:p>
      </dgm:t>
    </dgm:pt>
    <dgm:pt modelId="{7F7B6704-FE2F-46E4-9BF0-71284CB1E86F}" type="sibTrans" cxnId="{F10BA535-36C9-4AEB-96F7-F36B3DE64D08}">
      <dgm:prSet/>
      <dgm:spPr/>
      <dgm:t>
        <a:bodyPr/>
        <a:lstStyle/>
        <a:p>
          <a:endParaRPr lang="en-GB" sz="1400">
            <a:latin typeface="+mn-lt"/>
          </a:endParaRPr>
        </a:p>
      </dgm:t>
    </dgm:pt>
    <dgm:pt modelId="{A865A667-15E1-4D1A-905F-CA6799794CC5}" type="asst">
      <dgm:prSet phldrT="[Text]" custT="1"/>
      <dgm:spPr>
        <a:solidFill>
          <a:schemeClr val="accent2">
            <a:lumMod val="60000"/>
            <a:lumOff val="40000"/>
          </a:schemeClr>
        </a:solidFill>
      </dgm:spPr>
      <dgm:t>
        <a:bodyPr anchor="t"/>
        <a:lstStyle/>
        <a:p>
          <a:pPr>
            <a:lnSpc>
              <a:spcPct val="100000"/>
            </a:lnSpc>
            <a:spcAft>
              <a:spcPts val="300"/>
            </a:spcAft>
          </a:pPr>
          <a:r>
            <a:rPr lang="en-GB" sz="1400" kern="1200" dirty="0">
              <a:latin typeface="+mn-lt"/>
            </a:rPr>
            <a:t>The attribute can be named</a:t>
          </a:r>
        </a:p>
        <a:p>
          <a:pPr>
            <a:lnSpc>
              <a:spcPct val="100000"/>
            </a:lnSpc>
            <a:spcAft>
              <a:spcPts val="300"/>
            </a:spcAft>
          </a:pPr>
          <a:r>
            <a:rPr lang="en-GB" sz="1400" b="1" kern="1200" dirty="0">
              <a:highlight>
                <a:srgbClr val="000080"/>
              </a:highlight>
              <a:latin typeface="+mn-lt"/>
            </a:rPr>
            <a:t>In UX</a:t>
          </a:r>
        </a:p>
        <a:p>
          <a:pPr>
            <a:lnSpc>
              <a:spcPct val="100000"/>
            </a:lnSpc>
            <a:spcAft>
              <a:spcPts val="300"/>
            </a:spcAft>
          </a:pPr>
          <a:r>
            <a:rPr lang="en-GB" sz="1400" kern="1200" dirty="0">
              <a:solidFill>
                <a:prstClr val="black">
                  <a:lumMod val="85000"/>
                  <a:lumOff val="15000"/>
                </a:prstClr>
              </a:solidFill>
              <a:latin typeface="Tw Cen MT"/>
              <a:ea typeface="+mn-ea"/>
              <a:cs typeface="+mn-cs"/>
            </a:rPr>
            <a:t>Gender</a:t>
          </a:r>
        </a:p>
        <a:p>
          <a:pPr>
            <a:lnSpc>
              <a:spcPct val="100000"/>
            </a:lnSpc>
            <a:spcAft>
              <a:spcPts val="300"/>
            </a:spcAft>
          </a:pPr>
          <a:r>
            <a:rPr lang="en-GB" sz="1400" kern="1200" dirty="0">
              <a:solidFill>
                <a:schemeClr val="tx1">
                  <a:lumMod val="85000"/>
                  <a:lumOff val="15000"/>
                </a:schemeClr>
              </a:solidFill>
              <a:latin typeface="+mn-lt"/>
            </a:rPr>
            <a:t>Type of users (OS/Windows)</a:t>
          </a:r>
        </a:p>
        <a:p>
          <a:pPr>
            <a:lnSpc>
              <a:spcPct val="100000"/>
            </a:lnSpc>
            <a:spcAft>
              <a:spcPts val="300"/>
            </a:spcAft>
          </a:pPr>
          <a:r>
            <a:rPr lang="en-GB" sz="1400" kern="1200" dirty="0">
              <a:solidFill>
                <a:schemeClr val="tx1">
                  <a:lumMod val="85000"/>
                  <a:lumOff val="15000"/>
                </a:schemeClr>
              </a:solidFill>
              <a:latin typeface="+mn-lt"/>
            </a:rPr>
            <a:t>Users in different geographical locations</a:t>
          </a:r>
        </a:p>
        <a:p>
          <a:pPr>
            <a:lnSpc>
              <a:spcPct val="100000"/>
            </a:lnSpc>
            <a:spcAft>
              <a:spcPts val="300"/>
            </a:spcAft>
          </a:pPr>
          <a:endParaRPr lang="en-GB" sz="1400" kern="1200" dirty="0">
            <a:latin typeface="+mn-lt"/>
          </a:endParaRPr>
        </a:p>
      </dgm:t>
    </dgm:pt>
    <dgm:pt modelId="{B55CCDC8-D791-4DB7-B9C9-C4FA69C976D9}" type="parTrans" cxnId="{AAC612CF-3BFA-4AF8-8C76-1FC74EFC615B}">
      <dgm:prSet/>
      <dgm:spPr/>
      <dgm:t>
        <a:bodyPr/>
        <a:lstStyle/>
        <a:p>
          <a:endParaRPr lang="en-GB" sz="1400">
            <a:latin typeface="+mn-lt"/>
          </a:endParaRPr>
        </a:p>
      </dgm:t>
    </dgm:pt>
    <dgm:pt modelId="{2441FFE2-2F81-4B74-964D-B66C469EAA46}" type="sibTrans" cxnId="{AAC612CF-3BFA-4AF8-8C76-1FC74EFC615B}">
      <dgm:prSet/>
      <dgm:spPr/>
      <dgm:t>
        <a:bodyPr/>
        <a:lstStyle/>
        <a:p>
          <a:endParaRPr lang="en-GB" sz="1400">
            <a:latin typeface="+mn-lt"/>
          </a:endParaRPr>
        </a:p>
      </dgm:t>
    </dgm:pt>
    <dgm:pt modelId="{08B0BBB7-F1D0-46BF-A06F-55697D5BA663}" type="asst">
      <dgm:prSet phldrT="[Text]" custT="1"/>
      <dgm:spPr>
        <a:solidFill>
          <a:schemeClr val="accent2">
            <a:lumMod val="60000"/>
            <a:lumOff val="40000"/>
          </a:schemeClr>
        </a:solidFill>
      </dgm:spPr>
      <dgm:t>
        <a:bodyPr anchor="t"/>
        <a:lstStyle/>
        <a:p>
          <a:pPr>
            <a:lnSpc>
              <a:spcPct val="100000"/>
            </a:lnSpc>
            <a:spcAft>
              <a:spcPts val="300"/>
            </a:spcAft>
          </a:pPr>
          <a:r>
            <a:rPr lang="en-GB" sz="1400" dirty="0">
              <a:latin typeface="+mn-lt"/>
            </a:rPr>
            <a:t>The attribute can be ordered/organized in a certain way</a:t>
          </a:r>
        </a:p>
        <a:p>
          <a:pPr>
            <a:lnSpc>
              <a:spcPct val="100000"/>
            </a:lnSpc>
            <a:spcAft>
              <a:spcPts val="300"/>
            </a:spcAft>
          </a:pPr>
          <a:r>
            <a:rPr lang="en-GB" sz="1400" dirty="0">
              <a:latin typeface="+mn-lt"/>
            </a:rPr>
            <a:t>Study level</a:t>
          </a:r>
        </a:p>
        <a:p>
          <a:pPr>
            <a:lnSpc>
              <a:spcPct val="100000"/>
            </a:lnSpc>
            <a:spcAft>
              <a:spcPts val="300"/>
            </a:spcAft>
          </a:pPr>
          <a:r>
            <a:rPr lang="en-GB" sz="1400" b="1" dirty="0">
              <a:highlight>
                <a:srgbClr val="000080"/>
              </a:highlight>
              <a:latin typeface="+mn-lt"/>
            </a:rPr>
            <a:t>In UX</a:t>
          </a:r>
          <a:endParaRPr lang="en-GB" sz="1400" dirty="0">
            <a:highlight>
              <a:srgbClr val="000080"/>
            </a:highlight>
            <a:latin typeface="+mn-lt"/>
          </a:endParaRPr>
        </a:p>
        <a:p>
          <a:pPr>
            <a:lnSpc>
              <a:spcPct val="100000"/>
            </a:lnSpc>
            <a:spcAft>
              <a:spcPts val="300"/>
            </a:spcAft>
          </a:pPr>
          <a:r>
            <a:rPr lang="en-GB" sz="1400" dirty="0">
              <a:solidFill>
                <a:schemeClr val="tx1">
                  <a:lumMod val="85000"/>
                  <a:lumOff val="15000"/>
                </a:schemeClr>
              </a:solidFill>
              <a:latin typeface="+mn-lt"/>
            </a:rPr>
            <a:t>Ranked data (rank the 3 designs from 1</a:t>
          </a:r>
          <a:r>
            <a:rPr lang="en-GB" sz="1400" baseline="30000" dirty="0">
              <a:solidFill>
                <a:schemeClr val="tx1">
                  <a:lumMod val="85000"/>
                  <a:lumOff val="15000"/>
                </a:schemeClr>
              </a:solidFill>
              <a:latin typeface="+mn-lt"/>
            </a:rPr>
            <a:t>st</a:t>
          </a:r>
          <a:r>
            <a:rPr lang="en-GB" sz="1400" dirty="0">
              <a:solidFill>
                <a:schemeClr val="tx1">
                  <a:lumMod val="85000"/>
                  <a:lumOff val="15000"/>
                </a:schemeClr>
              </a:solidFill>
              <a:latin typeface="+mn-lt"/>
            </a:rPr>
            <a:t> preference, 2</a:t>
          </a:r>
          <a:r>
            <a:rPr lang="en-GB" sz="1400" baseline="30000" dirty="0">
              <a:solidFill>
                <a:schemeClr val="tx1">
                  <a:lumMod val="85000"/>
                  <a:lumOff val="15000"/>
                </a:schemeClr>
              </a:solidFill>
              <a:latin typeface="+mn-lt"/>
            </a:rPr>
            <a:t>nd</a:t>
          </a:r>
          <a:r>
            <a:rPr lang="en-GB" sz="1400" dirty="0">
              <a:solidFill>
                <a:schemeClr val="tx1">
                  <a:lumMod val="85000"/>
                  <a:lumOff val="15000"/>
                </a:schemeClr>
              </a:solidFill>
              <a:latin typeface="+mn-lt"/>
            </a:rPr>
            <a:t> preference, 3</a:t>
          </a:r>
          <a:r>
            <a:rPr lang="en-GB" sz="1400" baseline="30000" dirty="0">
              <a:solidFill>
                <a:schemeClr val="tx1">
                  <a:lumMod val="85000"/>
                  <a:lumOff val="15000"/>
                </a:schemeClr>
              </a:solidFill>
              <a:latin typeface="+mn-lt"/>
            </a:rPr>
            <a:t>rd</a:t>
          </a:r>
          <a:r>
            <a:rPr lang="en-GB" sz="1400" dirty="0">
              <a:solidFill>
                <a:schemeClr val="tx1">
                  <a:lumMod val="85000"/>
                  <a:lumOff val="15000"/>
                </a:schemeClr>
              </a:solidFill>
              <a:latin typeface="+mn-lt"/>
            </a:rPr>
            <a:t> preference)</a:t>
          </a:r>
        </a:p>
      </dgm:t>
    </dgm:pt>
    <dgm:pt modelId="{EEE5AC7F-2043-4C7D-9F55-8860BBCF51A2}" type="parTrans" cxnId="{59968030-9414-4095-98A2-D58CFDE9A9EB}">
      <dgm:prSet/>
      <dgm:spPr/>
      <dgm:t>
        <a:bodyPr/>
        <a:lstStyle/>
        <a:p>
          <a:endParaRPr lang="en-GB" sz="1400">
            <a:latin typeface="+mn-lt"/>
          </a:endParaRPr>
        </a:p>
      </dgm:t>
    </dgm:pt>
    <dgm:pt modelId="{0A6255DC-4FD3-4EE5-8F04-D7250D257D99}" type="sibTrans" cxnId="{59968030-9414-4095-98A2-D58CFDE9A9EB}">
      <dgm:prSet/>
      <dgm:spPr/>
      <dgm:t>
        <a:bodyPr/>
        <a:lstStyle/>
        <a:p>
          <a:endParaRPr lang="en-GB" sz="1400">
            <a:latin typeface="+mn-lt"/>
          </a:endParaRPr>
        </a:p>
      </dgm:t>
    </dgm:pt>
    <dgm:pt modelId="{308C81DF-DD70-4BFA-B20F-0A7E3F4C2577}">
      <dgm:prSet phldrT="[Text]" custT="1"/>
      <dgm:spPr>
        <a:solidFill>
          <a:schemeClr val="accent1">
            <a:lumMod val="60000"/>
            <a:lumOff val="40000"/>
          </a:schemeClr>
        </a:solidFill>
      </dgm:spPr>
      <dgm:t>
        <a:bodyPr anchor="t"/>
        <a:lstStyle/>
        <a:p>
          <a:pPr>
            <a:lnSpc>
              <a:spcPct val="100000"/>
            </a:lnSpc>
            <a:spcAft>
              <a:spcPts val="300"/>
            </a:spcAft>
          </a:pPr>
          <a:r>
            <a:rPr lang="en-GB" sz="1400" dirty="0">
              <a:solidFill>
                <a:prstClr val="white"/>
              </a:solidFill>
              <a:latin typeface="+mn-lt"/>
              <a:ea typeface="+mn-ea"/>
              <a:cs typeface="+mn-cs"/>
            </a:rPr>
            <a:t>Ordered data where the differences between the values are meaningful</a:t>
          </a:r>
        </a:p>
        <a:p>
          <a:pPr>
            <a:lnSpc>
              <a:spcPct val="100000"/>
            </a:lnSpc>
            <a:spcAft>
              <a:spcPts val="300"/>
            </a:spcAft>
          </a:pPr>
          <a:r>
            <a:rPr lang="en-GB" sz="1400" b="1" dirty="0">
              <a:solidFill>
                <a:prstClr val="white"/>
              </a:solidFill>
              <a:latin typeface="+mn-lt"/>
              <a:ea typeface="+mn-ea"/>
              <a:cs typeface="+mn-cs"/>
            </a:rPr>
            <a:t>There is an absolute 0</a:t>
          </a:r>
        </a:p>
        <a:p>
          <a:pPr>
            <a:lnSpc>
              <a:spcPct val="100000"/>
            </a:lnSpc>
            <a:spcAft>
              <a:spcPts val="300"/>
            </a:spcAft>
          </a:pPr>
          <a:r>
            <a:rPr lang="en-GB" sz="1400" b="1" dirty="0">
              <a:highlight>
                <a:srgbClr val="000080"/>
              </a:highlight>
              <a:latin typeface="+mn-lt"/>
            </a:rPr>
            <a:t>In UX</a:t>
          </a:r>
          <a:endParaRPr lang="en-GB" sz="1400" b="1" dirty="0">
            <a:solidFill>
              <a:prstClr val="white"/>
            </a:solidFill>
            <a:highlight>
              <a:srgbClr val="000080"/>
            </a:highlight>
            <a:latin typeface="+mn-lt"/>
            <a:ea typeface="+mn-ea"/>
            <a:cs typeface="+mn-cs"/>
          </a:endParaRPr>
        </a:p>
        <a:p>
          <a:pPr>
            <a:lnSpc>
              <a:spcPct val="100000"/>
            </a:lnSpc>
            <a:spcAft>
              <a:spcPts val="300"/>
            </a:spcAft>
          </a:pPr>
          <a:r>
            <a:rPr lang="en-GB" sz="1400" b="0" dirty="0">
              <a:solidFill>
                <a:schemeClr val="tx1">
                  <a:lumMod val="85000"/>
                  <a:lumOff val="15000"/>
                </a:schemeClr>
              </a:solidFill>
              <a:latin typeface="+mn-lt"/>
              <a:ea typeface="+mn-ea"/>
              <a:cs typeface="+mn-cs"/>
            </a:rPr>
            <a:t>Time</a:t>
          </a:r>
        </a:p>
        <a:p>
          <a:pPr>
            <a:lnSpc>
              <a:spcPct val="100000"/>
            </a:lnSpc>
            <a:spcAft>
              <a:spcPts val="300"/>
            </a:spcAft>
          </a:pPr>
          <a:r>
            <a:rPr lang="en-GB" sz="1400" b="0" dirty="0">
              <a:solidFill>
                <a:schemeClr val="tx1">
                  <a:lumMod val="85000"/>
                  <a:lumOff val="15000"/>
                </a:schemeClr>
              </a:solidFill>
              <a:latin typeface="+mn-lt"/>
              <a:ea typeface="+mn-ea"/>
              <a:cs typeface="+mn-cs"/>
            </a:rPr>
            <a:t>Score</a:t>
          </a:r>
        </a:p>
        <a:p>
          <a:pPr>
            <a:lnSpc>
              <a:spcPct val="100000"/>
            </a:lnSpc>
            <a:spcAft>
              <a:spcPts val="300"/>
            </a:spcAft>
          </a:pPr>
          <a:r>
            <a:rPr lang="en-GB" sz="1400" b="0" dirty="0">
              <a:solidFill>
                <a:schemeClr val="tx1">
                  <a:lumMod val="85000"/>
                  <a:lumOff val="15000"/>
                </a:schemeClr>
              </a:solidFill>
              <a:latin typeface="+mn-lt"/>
              <a:ea typeface="+mn-ea"/>
              <a:cs typeface="+mn-cs"/>
            </a:rPr>
            <a:t>Number of clicks/errors/steps</a:t>
          </a:r>
        </a:p>
      </dgm:t>
    </dgm:pt>
    <dgm:pt modelId="{7E997641-932F-4B07-A684-578696691F03}" type="parTrans" cxnId="{8982E1F3-E25F-459A-BDAD-553653BE6E88}">
      <dgm:prSet/>
      <dgm:spPr/>
      <dgm:t>
        <a:bodyPr/>
        <a:lstStyle/>
        <a:p>
          <a:endParaRPr lang="en-GB" sz="1400">
            <a:latin typeface="+mn-lt"/>
          </a:endParaRPr>
        </a:p>
      </dgm:t>
    </dgm:pt>
    <dgm:pt modelId="{F22E6584-4F62-400A-A36F-D03F1DBB4688}" type="sibTrans" cxnId="{8982E1F3-E25F-459A-BDAD-553653BE6E88}">
      <dgm:prSet/>
      <dgm:spPr/>
      <dgm:t>
        <a:bodyPr/>
        <a:lstStyle/>
        <a:p>
          <a:endParaRPr lang="en-GB" sz="1400">
            <a:latin typeface="+mn-lt"/>
          </a:endParaRPr>
        </a:p>
      </dgm:t>
    </dgm:pt>
    <dgm:pt modelId="{7968E9DA-19B4-43E6-8915-824097DD0DDB}">
      <dgm:prSet phldrT="[Text]" custT="1"/>
      <dgm:spPr>
        <a:solidFill>
          <a:schemeClr val="accent1">
            <a:lumMod val="60000"/>
            <a:lumOff val="40000"/>
          </a:schemeClr>
        </a:solidFill>
      </dgm:spPr>
      <dgm:t>
        <a:bodyPr anchor="t"/>
        <a:lstStyle/>
        <a:p>
          <a:pPr>
            <a:lnSpc>
              <a:spcPct val="100000"/>
            </a:lnSpc>
            <a:spcAft>
              <a:spcPts val="200"/>
            </a:spcAft>
          </a:pPr>
          <a:r>
            <a:rPr lang="en-GB" sz="1400" kern="1200" dirty="0">
              <a:solidFill>
                <a:prstClr val="white"/>
              </a:solidFill>
              <a:latin typeface="+mn-lt"/>
              <a:ea typeface="+mn-ea"/>
              <a:cs typeface="+mn-cs"/>
            </a:rPr>
            <a:t>Ordered data where the differences between the values are meaningful</a:t>
          </a:r>
        </a:p>
        <a:p>
          <a:pPr>
            <a:lnSpc>
              <a:spcPct val="100000"/>
            </a:lnSpc>
            <a:spcAft>
              <a:spcPts val="200"/>
            </a:spcAft>
          </a:pPr>
          <a:r>
            <a:rPr lang="en-GB" sz="1400" b="1" kern="1200" dirty="0">
              <a:solidFill>
                <a:prstClr val="white"/>
              </a:solidFill>
              <a:latin typeface="+mn-lt"/>
              <a:ea typeface="+mn-ea"/>
              <a:cs typeface="+mn-cs"/>
            </a:rPr>
            <a:t>No absolute 0</a:t>
          </a:r>
        </a:p>
        <a:p>
          <a:pPr>
            <a:lnSpc>
              <a:spcPct val="100000"/>
            </a:lnSpc>
            <a:spcAft>
              <a:spcPts val="200"/>
            </a:spcAft>
          </a:pPr>
          <a:r>
            <a:rPr lang="en-GB" sz="1400" b="1" kern="1200" dirty="0">
              <a:highlight>
                <a:srgbClr val="000080"/>
              </a:highlight>
              <a:latin typeface="+mn-lt"/>
            </a:rPr>
            <a:t>In UX</a:t>
          </a:r>
          <a:endParaRPr lang="en-GB" sz="1400" b="1" kern="1200" dirty="0">
            <a:solidFill>
              <a:prstClr val="white"/>
            </a:solidFill>
            <a:highlight>
              <a:srgbClr val="000080"/>
            </a:highlight>
            <a:latin typeface="+mn-lt"/>
            <a:ea typeface="+mn-ea"/>
            <a:cs typeface="+mn-cs"/>
          </a:endParaRPr>
        </a:p>
        <a:p>
          <a:pPr>
            <a:lnSpc>
              <a:spcPct val="100000"/>
            </a:lnSpc>
            <a:spcAft>
              <a:spcPts val="200"/>
            </a:spcAft>
          </a:pPr>
          <a:r>
            <a:rPr lang="en-GB" sz="1400" kern="1200" dirty="0">
              <a:solidFill>
                <a:schemeClr val="tx1">
                  <a:lumMod val="85000"/>
                  <a:lumOff val="15000"/>
                </a:schemeClr>
              </a:solidFill>
              <a:latin typeface="+mn-lt"/>
            </a:rPr>
            <a:t>Number of Children</a:t>
          </a:r>
        </a:p>
        <a:p>
          <a:pPr>
            <a:lnSpc>
              <a:spcPct val="100000"/>
            </a:lnSpc>
            <a:spcAft>
              <a:spcPts val="200"/>
            </a:spcAft>
          </a:pPr>
          <a:r>
            <a:rPr lang="en-GB" sz="1400" kern="1200" dirty="0">
              <a:solidFill>
                <a:schemeClr val="tx1">
                  <a:lumMod val="85000"/>
                  <a:lumOff val="15000"/>
                </a:schemeClr>
              </a:solidFill>
              <a:latin typeface="+mn-lt"/>
            </a:rPr>
            <a:t>Number of cars</a:t>
          </a:r>
        </a:p>
        <a:p>
          <a:pPr>
            <a:lnSpc>
              <a:spcPct val="100000"/>
            </a:lnSpc>
            <a:spcAft>
              <a:spcPts val="200"/>
            </a:spcAft>
          </a:pPr>
          <a:r>
            <a:rPr lang="en-GB" sz="1400" kern="1200" dirty="0">
              <a:solidFill>
                <a:schemeClr val="tx1">
                  <a:lumMod val="85000"/>
                  <a:lumOff val="15000"/>
                </a:schemeClr>
              </a:solidFill>
              <a:latin typeface="+mn-lt"/>
            </a:rPr>
            <a:t>Number of subjects</a:t>
          </a:r>
        </a:p>
        <a:p>
          <a:pPr>
            <a:lnSpc>
              <a:spcPct val="100000"/>
            </a:lnSpc>
            <a:spcAft>
              <a:spcPts val="200"/>
            </a:spcAft>
          </a:pPr>
          <a:r>
            <a:rPr lang="en-GB" sz="1400" kern="1200" dirty="0">
              <a:solidFill>
                <a:schemeClr val="tx1">
                  <a:lumMod val="85000"/>
                  <a:lumOff val="15000"/>
                </a:schemeClr>
              </a:solidFill>
              <a:latin typeface="+mn-lt"/>
            </a:rPr>
            <a:t>Scale values</a:t>
          </a:r>
        </a:p>
      </dgm:t>
    </dgm:pt>
    <dgm:pt modelId="{4D1DA2CF-6D76-4BDA-A0B4-ECA7739F5FDD}" type="parTrans" cxnId="{5A4CDFC2-0CE2-49C0-ABB9-BB726F169282}">
      <dgm:prSet/>
      <dgm:spPr/>
      <dgm:t>
        <a:bodyPr/>
        <a:lstStyle/>
        <a:p>
          <a:endParaRPr lang="en-GB" sz="1400">
            <a:latin typeface="+mn-lt"/>
          </a:endParaRPr>
        </a:p>
      </dgm:t>
    </dgm:pt>
    <dgm:pt modelId="{0657D83B-F261-4B7E-A654-6CBAB75C001A}" type="sibTrans" cxnId="{5A4CDFC2-0CE2-49C0-ABB9-BB726F169282}">
      <dgm:prSet/>
      <dgm:spPr/>
      <dgm:t>
        <a:bodyPr/>
        <a:lstStyle/>
        <a:p>
          <a:endParaRPr lang="en-GB" sz="1400">
            <a:latin typeface="+mn-lt"/>
          </a:endParaRPr>
        </a:p>
      </dgm:t>
    </dgm:pt>
    <dgm:pt modelId="{0596B683-E25A-4BCA-AA76-307BC9712F42}" type="pres">
      <dgm:prSet presAssocID="{EAC663EE-63A5-46DA-A6FB-19BDD365E187}" presName="mainComposite" presStyleCnt="0">
        <dgm:presLayoutVars>
          <dgm:chPref val="1"/>
          <dgm:dir/>
          <dgm:animOne val="branch"/>
          <dgm:animLvl val="lvl"/>
          <dgm:resizeHandles val="exact"/>
        </dgm:presLayoutVars>
      </dgm:prSet>
      <dgm:spPr/>
    </dgm:pt>
    <dgm:pt modelId="{5F5E4BB4-EA84-44B2-A9BE-2F9E24659B11}" type="pres">
      <dgm:prSet presAssocID="{EAC663EE-63A5-46DA-A6FB-19BDD365E187}" presName="hierFlow" presStyleCnt="0"/>
      <dgm:spPr/>
    </dgm:pt>
    <dgm:pt modelId="{AB78D011-AC18-466A-A1D5-50BFCD8B7D0E}" type="pres">
      <dgm:prSet presAssocID="{EAC663EE-63A5-46DA-A6FB-19BDD365E187}" presName="hierChild1" presStyleCnt="0">
        <dgm:presLayoutVars>
          <dgm:chPref val="1"/>
          <dgm:animOne val="branch"/>
          <dgm:animLvl val="lvl"/>
        </dgm:presLayoutVars>
      </dgm:prSet>
      <dgm:spPr/>
    </dgm:pt>
    <dgm:pt modelId="{EB621821-D55C-4048-A0CA-82BC51095432}" type="pres">
      <dgm:prSet presAssocID="{3C821EE4-4D53-49A0-B5BF-0FB8733369E9}" presName="Name14" presStyleCnt="0"/>
      <dgm:spPr/>
    </dgm:pt>
    <dgm:pt modelId="{BCCBE3BB-1852-4096-A22D-84F0E3627CF1}" type="pres">
      <dgm:prSet presAssocID="{3C821EE4-4D53-49A0-B5BF-0FB8733369E9}" presName="level1Shape" presStyleLbl="node0" presStyleIdx="0" presStyleCnt="1" custLinFactNeighborX="-3367" custLinFactNeighborY="8531">
        <dgm:presLayoutVars>
          <dgm:chPref val="3"/>
        </dgm:presLayoutVars>
      </dgm:prSet>
      <dgm:spPr/>
    </dgm:pt>
    <dgm:pt modelId="{B8CD38B8-6EC3-4926-8966-6C7F0398BC70}" type="pres">
      <dgm:prSet presAssocID="{3C821EE4-4D53-49A0-B5BF-0FB8733369E9}" presName="hierChild2" presStyleCnt="0"/>
      <dgm:spPr/>
    </dgm:pt>
    <dgm:pt modelId="{91DBBF10-268A-4080-85F3-347BD5322837}" type="pres">
      <dgm:prSet presAssocID="{58CC6B00-1836-44A0-9160-82EDFBDC801C}" presName="Name19" presStyleLbl="parChTrans1D2" presStyleIdx="0" presStyleCnt="2"/>
      <dgm:spPr/>
    </dgm:pt>
    <dgm:pt modelId="{47469255-BDC4-4508-9DA2-05CC0E42AAE4}" type="pres">
      <dgm:prSet presAssocID="{B3B86F49-1F7A-4D1D-99D1-DA97E7720D8B}" presName="Name21" presStyleCnt="0"/>
      <dgm:spPr/>
    </dgm:pt>
    <dgm:pt modelId="{66F58A6C-4AC2-488B-B5E1-5A2CAAD16D98}" type="pres">
      <dgm:prSet presAssocID="{B3B86F49-1F7A-4D1D-99D1-DA97E7720D8B}" presName="level2Shape" presStyleLbl="asst1" presStyleIdx="0" presStyleCnt="5" custScaleX="131137"/>
      <dgm:spPr/>
    </dgm:pt>
    <dgm:pt modelId="{95566EE4-8FF7-4A62-80DC-4FC71E05960A}" type="pres">
      <dgm:prSet presAssocID="{B3B86F49-1F7A-4D1D-99D1-DA97E7720D8B}" presName="hierChild3" presStyleCnt="0"/>
      <dgm:spPr/>
    </dgm:pt>
    <dgm:pt modelId="{A682F8BB-6B23-4109-9E4E-7D092D57E4B1}" type="pres">
      <dgm:prSet presAssocID="{3D0C1FCF-1ECE-4BCE-BE4F-A363F0E6ECF6}" presName="Name19" presStyleLbl="parChTrans1D3" presStyleIdx="0" presStyleCnt="4"/>
      <dgm:spPr/>
    </dgm:pt>
    <dgm:pt modelId="{9AA01966-EB2E-4A24-8B34-54186219856C}" type="pres">
      <dgm:prSet presAssocID="{059C4B62-CEEF-4F99-B5E2-AA826A61A864}" presName="Name21" presStyleCnt="0"/>
      <dgm:spPr/>
    </dgm:pt>
    <dgm:pt modelId="{E1474C24-2EF7-42A4-BE35-7688333870E3}" type="pres">
      <dgm:prSet presAssocID="{059C4B62-CEEF-4F99-B5E2-AA826A61A864}" presName="level2Shape" presStyleLbl="asst1" presStyleIdx="1" presStyleCnt="5"/>
      <dgm:spPr/>
    </dgm:pt>
    <dgm:pt modelId="{D19A1D95-37E1-4993-985C-0A4FB3783963}" type="pres">
      <dgm:prSet presAssocID="{059C4B62-CEEF-4F99-B5E2-AA826A61A864}" presName="hierChild3" presStyleCnt="0"/>
      <dgm:spPr/>
    </dgm:pt>
    <dgm:pt modelId="{F3A1C37C-EEC6-45F3-900F-8B634FF129D5}" type="pres">
      <dgm:prSet presAssocID="{B55CCDC8-D791-4DB7-B9C9-C4FA69C976D9}" presName="Name19" presStyleLbl="parChTrans1D4" presStyleIdx="0" presStyleCnt="4"/>
      <dgm:spPr/>
    </dgm:pt>
    <dgm:pt modelId="{D6F50474-7601-43E1-AF0E-836F87A66625}" type="pres">
      <dgm:prSet presAssocID="{A865A667-15E1-4D1A-905F-CA6799794CC5}" presName="Name21" presStyleCnt="0"/>
      <dgm:spPr/>
    </dgm:pt>
    <dgm:pt modelId="{701A0E37-9D8F-4D49-9421-339F33010593}" type="pres">
      <dgm:prSet presAssocID="{A865A667-15E1-4D1A-905F-CA6799794CC5}" presName="level2Shape" presStyleLbl="asst1" presStyleIdx="2" presStyleCnt="5" custScaleX="227737" custScaleY="403258"/>
      <dgm:spPr/>
    </dgm:pt>
    <dgm:pt modelId="{6DD580ED-3E74-450C-8477-0B94D857F895}" type="pres">
      <dgm:prSet presAssocID="{A865A667-15E1-4D1A-905F-CA6799794CC5}" presName="hierChild3" presStyleCnt="0"/>
      <dgm:spPr/>
    </dgm:pt>
    <dgm:pt modelId="{2597C8BD-566B-4C8D-A06C-9EE41F8047A2}" type="pres">
      <dgm:prSet presAssocID="{4425A215-A9A6-449F-865D-F274CBB9F33B}" presName="Name19" presStyleLbl="parChTrans1D3" presStyleIdx="1" presStyleCnt="4"/>
      <dgm:spPr/>
    </dgm:pt>
    <dgm:pt modelId="{96171576-EB83-4389-B23F-88C9CE4AF907}" type="pres">
      <dgm:prSet presAssocID="{B0551890-D7CB-4D46-A638-6C442629FBF6}" presName="Name21" presStyleCnt="0"/>
      <dgm:spPr/>
    </dgm:pt>
    <dgm:pt modelId="{420B45D8-9A74-4F7C-A0C8-4A1C944F2B57}" type="pres">
      <dgm:prSet presAssocID="{B0551890-D7CB-4D46-A638-6C442629FBF6}" presName="level2Shape" presStyleLbl="asst1" presStyleIdx="3" presStyleCnt="5"/>
      <dgm:spPr/>
    </dgm:pt>
    <dgm:pt modelId="{698FEE23-9833-4CCD-9BD5-8F404448D271}" type="pres">
      <dgm:prSet presAssocID="{B0551890-D7CB-4D46-A638-6C442629FBF6}" presName="hierChild3" presStyleCnt="0"/>
      <dgm:spPr/>
    </dgm:pt>
    <dgm:pt modelId="{4E27C482-4790-4357-9C43-03DD9BD6E5AA}" type="pres">
      <dgm:prSet presAssocID="{EEE5AC7F-2043-4C7D-9F55-8860BBCF51A2}" presName="Name19" presStyleLbl="parChTrans1D4" presStyleIdx="1" presStyleCnt="4"/>
      <dgm:spPr/>
    </dgm:pt>
    <dgm:pt modelId="{C8B8C952-5CB8-4F70-A7E2-E2072B66C348}" type="pres">
      <dgm:prSet presAssocID="{08B0BBB7-F1D0-46BF-A06F-55697D5BA663}" presName="Name21" presStyleCnt="0"/>
      <dgm:spPr/>
    </dgm:pt>
    <dgm:pt modelId="{0F1C6D03-4B95-434C-8FD7-44F2DA7F752B}" type="pres">
      <dgm:prSet presAssocID="{08B0BBB7-F1D0-46BF-A06F-55697D5BA663}" presName="level2Shape" presStyleLbl="asst1" presStyleIdx="4" presStyleCnt="5" custScaleX="260665" custScaleY="403258"/>
      <dgm:spPr/>
    </dgm:pt>
    <dgm:pt modelId="{88E6392E-6028-46D7-A0AC-BBD889E68B92}" type="pres">
      <dgm:prSet presAssocID="{08B0BBB7-F1D0-46BF-A06F-55697D5BA663}" presName="hierChild3" presStyleCnt="0"/>
      <dgm:spPr/>
    </dgm:pt>
    <dgm:pt modelId="{3726E158-2DE8-49DB-9146-CE00D987DA92}" type="pres">
      <dgm:prSet presAssocID="{1831481D-BA51-4966-A708-554EE86ECBD5}" presName="Name19" presStyleLbl="parChTrans1D2" presStyleIdx="1" presStyleCnt="2"/>
      <dgm:spPr/>
    </dgm:pt>
    <dgm:pt modelId="{531B1BFF-592C-4EA1-A7D6-86FF8A24EFA7}" type="pres">
      <dgm:prSet presAssocID="{BAFCEAFD-6197-4C81-A175-6BB1B9C99939}" presName="Name21" presStyleCnt="0"/>
      <dgm:spPr/>
    </dgm:pt>
    <dgm:pt modelId="{6304445E-F1B3-404A-A316-FA150FA65BFD}" type="pres">
      <dgm:prSet presAssocID="{BAFCEAFD-6197-4C81-A175-6BB1B9C99939}" presName="level2Shape" presStyleLbl="node2" presStyleIdx="0" presStyleCnt="1" custScaleX="139393"/>
      <dgm:spPr/>
    </dgm:pt>
    <dgm:pt modelId="{CFE94220-3734-40F3-871B-C04F4126DCC2}" type="pres">
      <dgm:prSet presAssocID="{BAFCEAFD-6197-4C81-A175-6BB1B9C99939}" presName="hierChild3" presStyleCnt="0"/>
      <dgm:spPr/>
    </dgm:pt>
    <dgm:pt modelId="{E9E40E88-E2A1-4EF5-BE95-A989B4B34743}" type="pres">
      <dgm:prSet presAssocID="{17BDBEEC-8320-4823-BB66-9794459D1D12}" presName="Name19" presStyleLbl="parChTrans1D3" presStyleIdx="2" presStyleCnt="4"/>
      <dgm:spPr/>
    </dgm:pt>
    <dgm:pt modelId="{691645D1-306D-4AC0-93B4-0881A0E73A6E}" type="pres">
      <dgm:prSet presAssocID="{3F7BDAC6-74F9-4C7D-B06A-6164F3F7FD7C}" presName="Name21" presStyleCnt="0"/>
      <dgm:spPr/>
    </dgm:pt>
    <dgm:pt modelId="{7DDD8A71-8F87-4FFE-9C33-CCAFB2A35CC1}" type="pres">
      <dgm:prSet presAssocID="{3F7BDAC6-74F9-4C7D-B06A-6164F3F7FD7C}" presName="level2Shape" presStyleLbl="node3" presStyleIdx="0" presStyleCnt="2" custScaleX="120760"/>
      <dgm:spPr/>
    </dgm:pt>
    <dgm:pt modelId="{1833743A-BDF2-45C5-90F6-3E2973906FB2}" type="pres">
      <dgm:prSet presAssocID="{3F7BDAC6-74F9-4C7D-B06A-6164F3F7FD7C}" presName="hierChild3" presStyleCnt="0"/>
      <dgm:spPr/>
    </dgm:pt>
    <dgm:pt modelId="{0DD0E0D5-E40D-45CA-BCE4-3DF5EE1BD9A9}" type="pres">
      <dgm:prSet presAssocID="{4D1DA2CF-6D76-4BDA-A0B4-ECA7739F5FDD}" presName="Name19" presStyleLbl="parChTrans1D4" presStyleIdx="2" presStyleCnt="4"/>
      <dgm:spPr/>
    </dgm:pt>
    <dgm:pt modelId="{BB618769-62F5-44CE-850B-C3D1872C8283}" type="pres">
      <dgm:prSet presAssocID="{7968E9DA-19B4-43E6-8915-824097DD0DDB}" presName="Name21" presStyleCnt="0"/>
      <dgm:spPr/>
    </dgm:pt>
    <dgm:pt modelId="{A9849AEF-7D9B-4F94-A3DE-C417528ECFEC}" type="pres">
      <dgm:prSet presAssocID="{7968E9DA-19B4-43E6-8915-824097DD0DDB}" presName="level2Shape" presStyleLbl="node4" presStyleIdx="0" presStyleCnt="2" custScaleX="234988" custScaleY="403258"/>
      <dgm:spPr/>
    </dgm:pt>
    <dgm:pt modelId="{9F78AD5A-AA15-424D-9400-1592DD05B578}" type="pres">
      <dgm:prSet presAssocID="{7968E9DA-19B4-43E6-8915-824097DD0DDB}" presName="hierChild3" presStyleCnt="0"/>
      <dgm:spPr/>
    </dgm:pt>
    <dgm:pt modelId="{8A15323D-FD4A-444D-9BFB-D8B5854A0532}" type="pres">
      <dgm:prSet presAssocID="{C05AACFA-5926-4F5F-982C-C4893721D6CC}" presName="Name19" presStyleLbl="parChTrans1D3" presStyleIdx="3" presStyleCnt="4"/>
      <dgm:spPr/>
    </dgm:pt>
    <dgm:pt modelId="{D678C637-FA84-41DF-A177-26CA55C94BFC}" type="pres">
      <dgm:prSet presAssocID="{29471E2D-6C20-4E1F-B707-48A0E56726E3}" presName="Name21" presStyleCnt="0"/>
      <dgm:spPr/>
    </dgm:pt>
    <dgm:pt modelId="{5F28C98A-2340-46BD-BC20-5DCFC4AFC7D9}" type="pres">
      <dgm:prSet presAssocID="{29471E2D-6C20-4E1F-B707-48A0E56726E3}" presName="level2Shape" presStyleLbl="node3" presStyleIdx="1" presStyleCnt="2" custScaleX="122965"/>
      <dgm:spPr/>
    </dgm:pt>
    <dgm:pt modelId="{ED15C02C-2416-4E91-86D4-D2107284FA0A}" type="pres">
      <dgm:prSet presAssocID="{29471E2D-6C20-4E1F-B707-48A0E56726E3}" presName="hierChild3" presStyleCnt="0"/>
      <dgm:spPr/>
    </dgm:pt>
    <dgm:pt modelId="{EE27A6E1-3F6E-4D8B-B2C9-CA67DF0CC76D}" type="pres">
      <dgm:prSet presAssocID="{7E997641-932F-4B07-A684-578696691F03}" presName="Name19" presStyleLbl="parChTrans1D4" presStyleIdx="3" presStyleCnt="4"/>
      <dgm:spPr/>
    </dgm:pt>
    <dgm:pt modelId="{DBAFD74E-1412-4772-BC3A-0EA47041FED3}" type="pres">
      <dgm:prSet presAssocID="{308C81DF-DD70-4BFA-B20F-0A7E3F4C2577}" presName="Name21" presStyleCnt="0"/>
      <dgm:spPr/>
    </dgm:pt>
    <dgm:pt modelId="{B761660D-A743-4989-85E6-E2DCCBF994F9}" type="pres">
      <dgm:prSet presAssocID="{308C81DF-DD70-4BFA-B20F-0A7E3F4C2577}" presName="level2Shape" presStyleLbl="node4" presStyleIdx="1" presStyleCnt="2" custScaleX="249792" custScaleY="406158"/>
      <dgm:spPr/>
    </dgm:pt>
    <dgm:pt modelId="{2C9D27E3-A20E-48BE-BBFD-C4FE1F74961C}" type="pres">
      <dgm:prSet presAssocID="{308C81DF-DD70-4BFA-B20F-0A7E3F4C2577}" presName="hierChild3" presStyleCnt="0"/>
      <dgm:spPr/>
    </dgm:pt>
    <dgm:pt modelId="{5B133F55-5E67-4489-A73E-21603A9B9496}" type="pres">
      <dgm:prSet presAssocID="{EAC663EE-63A5-46DA-A6FB-19BDD365E187}" presName="bgShapesFlow" presStyleCnt="0"/>
      <dgm:spPr/>
    </dgm:pt>
  </dgm:ptLst>
  <dgm:cxnLst>
    <dgm:cxn modelId="{DDB29C01-8921-4170-88AF-B3F121502E03}" type="presOf" srcId="{BAFCEAFD-6197-4C81-A175-6BB1B9C99939}" destId="{6304445E-F1B3-404A-A316-FA150FA65BFD}" srcOrd="0" destOrd="0" presId="urn:microsoft.com/office/officeart/2005/8/layout/hierarchy6"/>
    <dgm:cxn modelId="{596F6708-846B-49E3-9909-F584527B8CDF}" type="presOf" srcId="{7968E9DA-19B4-43E6-8915-824097DD0DDB}" destId="{A9849AEF-7D9B-4F94-A3DE-C417528ECFEC}" srcOrd="0" destOrd="0" presId="urn:microsoft.com/office/officeart/2005/8/layout/hierarchy6"/>
    <dgm:cxn modelId="{D925B80B-9EE5-450D-9FCD-0283686F5B97}" srcId="{EAC663EE-63A5-46DA-A6FB-19BDD365E187}" destId="{3C821EE4-4D53-49A0-B5BF-0FB8733369E9}" srcOrd="0" destOrd="0" parTransId="{8381ECD7-1912-44D5-B53B-8BB90EDE8316}" sibTransId="{F1AF2DCF-CF03-43F3-86E7-CFF73C3B0C31}"/>
    <dgm:cxn modelId="{00791B0D-EA8A-4AA7-A61C-E4505A92B2C2}" type="presOf" srcId="{7E997641-932F-4B07-A684-578696691F03}" destId="{EE27A6E1-3F6E-4D8B-B2C9-CA67DF0CC76D}" srcOrd="0" destOrd="0" presId="urn:microsoft.com/office/officeart/2005/8/layout/hierarchy6"/>
    <dgm:cxn modelId="{5238B10D-A23B-4947-99A6-CB9A0C96AD5A}" type="presOf" srcId="{17BDBEEC-8320-4823-BB66-9794459D1D12}" destId="{E9E40E88-E2A1-4EF5-BE95-A989B4B34743}" srcOrd="0" destOrd="0" presId="urn:microsoft.com/office/officeart/2005/8/layout/hierarchy6"/>
    <dgm:cxn modelId="{8586A60E-C370-44F5-9C91-561BDF8360B4}" type="presOf" srcId="{B3B86F49-1F7A-4D1D-99D1-DA97E7720D8B}" destId="{66F58A6C-4AC2-488B-B5E1-5A2CAAD16D98}" srcOrd="0" destOrd="0" presId="urn:microsoft.com/office/officeart/2005/8/layout/hierarchy6"/>
    <dgm:cxn modelId="{07B37F23-FBE3-4401-BC20-39051B143ED7}" type="presOf" srcId="{3C821EE4-4D53-49A0-B5BF-0FB8733369E9}" destId="{BCCBE3BB-1852-4096-A22D-84F0E3627CF1}" srcOrd="0" destOrd="0" presId="urn:microsoft.com/office/officeart/2005/8/layout/hierarchy6"/>
    <dgm:cxn modelId="{BC774624-A184-4588-8951-03A71A2DF084}" type="presOf" srcId="{EEE5AC7F-2043-4C7D-9F55-8860BBCF51A2}" destId="{4E27C482-4790-4357-9C43-03DD9BD6E5AA}" srcOrd="0" destOrd="0" presId="urn:microsoft.com/office/officeart/2005/8/layout/hierarchy6"/>
    <dgm:cxn modelId="{F0BD6B2B-ADE0-4668-A42A-194FEDF874F2}" srcId="{BAFCEAFD-6197-4C81-A175-6BB1B9C99939}" destId="{3F7BDAC6-74F9-4C7D-B06A-6164F3F7FD7C}" srcOrd="0" destOrd="0" parTransId="{17BDBEEC-8320-4823-BB66-9794459D1D12}" sibTransId="{69E01123-B1C1-409A-AE60-19A0E639CE3D}"/>
    <dgm:cxn modelId="{74EB552C-7326-4DD8-885A-9568E732FAED}" type="presOf" srcId="{29471E2D-6C20-4E1F-B707-48A0E56726E3}" destId="{5F28C98A-2340-46BD-BC20-5DCFC4AFC7D9}" srcOrd="0" destOrd="0" presId="urn:microsoft.com/office/officeart/2005/8/layout/hierarchy6"/>
    <dgm:cxn modelId="{59968030-9414-4095-98A2-D58CFDE9A9EB}" srcId="{B0551890-D7CB-4D46-A638-6C442629FBF6}" destId="{08B0BBB7-F1D0-46BF-A06F-55697D5BA663}" srcOrd="0" destOrd="0" parTransId="{EEE5AC7F-2043-4C7D-9F55-8860BBCF51A2}" sibTransId="{0A6255DC-4FD3-4EE5-8F04-D7250D257D99}"/>
    <dgm:cxn modelId="{23DE0631-AEF8-46A5-85CD-4B110B48F223}" type="presOf" srcId="{C05AACFA-5926-4F5F-982C-C4893721D6CC}" destId="{8A15323D-FD4A-444D-9BFB-D8B5854A0532}" srcOrd="0" destOrd="0" presId="urn:microsoft.com/office/officeart/2005/8/layout/hierarchy6"/>
    <dgm:cxn modelId="{F10BA535-36C9-4AEB-96F7-F36B3DE64D08}" srcId="{BAFCEAFD-6197-4C81-A175-6BB1B9C99939}" destId="{29471E2D-6C20-4E1F-B707-48A0E56726E3}" srcOrd="1" destOrd="0" parTransId="{C05AACFA-5926-4F5F-982C-C4893721D6CC}" sibTransId="{7F7B6704-FE2F-46E4-9BF0-71284CB1E86F}"/>
    <dgm:cxn modelId="{90D4A43E-2CBA-4D2F-B5A0-E5EAED6317E5}" type="presOf" srcId="{08B0BBB7-F1D0-46BF-A06F-55697D5BA663}" destId="{0F1C6D03-4B95-434C-8FD7-44F2DA7F752B}" srcOrd="0" destOrd="0" presId="urn:microsoft.com/office/officeart/2005/8/layout/hierarchy6"/>
    <dgm:cxn modelId="{1A427E5F-9814-4090-83BF-79DF0B8A7BC7}" type="presOf" srcId="{308C81DF-DD70-4BFA-B20F-0A7E3F4C2577}" destId="{B761660D-A743-4989-85E6-E2DCCBF994F9}" srcOrd="0" destOrd="0" presId="urn:microsoft.com/office/officeart/2005/8/layout/hierarchy6"/>
    <dgm:cxn modelId="{6527A462-DFDF-41C7-A6FA-58AE2B4CF2C3}" type="presOf" srcId="{4425A215-A9A6-449F-865D-F274CBB9F33B}" destId="{2597C8BD-566B-4C8D-A06C-9EE41F8047A2}" srcOrd="0" destOrd="0" presId="urn:microsoft.com/office/officeart/2005/8/layout/hierarchy6"/>
    <dgm:cxn modelId="{136C1468-75F8-4B40-AEAB-46CE689AE486}" type="presOf" srcId="{EAC663EE-63A5-46DA-A6FB-19BDD365E187}" destId="{0596B683-E25A-4BCA-AA76-307BC9712F42}" srcOrd="0" destOrd="0" presId="urn:microsoft.com/office/officeart/2005/8/layout/hierarchy6"/>
    <dgm:cxn modelId="{DD933E69-7ECD-4619-8FCF-999D15C37DF5}" type="presOf" srcId="{3D0C1FCF-1ECE-4BCE-BE4F-A363F0E6ECF6}" destId="{A682F8BB-6B23-4109-9E4E-7D092D57E4B1}" srcOrd="0" destOrd="0" presId="urn:microsoft.com/office/officeart/2005/8/layout/hierarchy6"/>
    <dgm:cxn modelId="{FCBDF96F-F42A-4D45-9E1E-D4C26DC596EC}" type="presOf" srcId="{58CC6B00-1836-44A0-9160-82EDFBDC801C}" destId="{91DBBF10-268A-4080-85F3-347BD5322837}" srcOrd="0" destOrd="0" presId="urn:microsoft.com/office/officeart/2005/8/layout/hierarchy6"/>
    <dgm:cxn modelId="{ABF38056-D6BB-44A1-8387-EF9A0987BF73}" srcId="{B3B86F49-1F7A-4D1D-99D1-DA97E7720D8B}" destId="{B0551890-D7CB-4D46-A638-6C442629FBF6}" srcOrd="1" destOrd="0" parTransId="{4425A215-A9A6-449F-865D-F274CBB9F33B}" sibTransId="{BB3C44F7-EC90-4D8E-950C-23E04B03B1C3}"/>
    <dgm:cxn modelId="{22527F59-3E26-444B-B541-6A3BF3F40D72}" srcId="{B3B86F49-1F7A-4D1D-99D1-DA97E7720D8B}" destId="{059C4B62-CEEF-4F99-B5E2-AA826A61A864}" srcOrd="0" destOrd="0" parTransId="{3D0C1FCF-1ECE-4BCE-BE4F-A363F0E6ECF6}" sibTransId="{9C77F82D-F19C-4208-9445-9B59C9C68650}"/>
    <dgm:cxn modelId="{967AEC79-C6E6-4796-8221-049470625936}" srcId="{3C821EE4-4D53-49A0-B5BF-0FB8733369E9}" destId="{B3B86F49-1F7A-4D1D-99D1-DA97E7720D8B}" srcOrd="0" destOrd="0" parTransId="{58CC6B00-1836-44A0-9160-82EDFBDC801C}" sibTransId="{50BAFF73-9EB1-4E43-BD85-7F3E75DD53E2}"/>
    <dgm:cxn modelId="{2AA5A684-F766-445C-8B44-9B1262C74841}" type="presOf" srcId="{1831481D-BA51-4966-A708-554EE86ECBD5}" destId="{3726E158-2DE8-49DB-9146-CE00D987DA92}" srcOrd="0" destOrd="0" presId="urn:microsoft.com/office/officeart/2005/8/layout/hierarchy6"/>
    <dgm:cxn modelId="{B955228C-074E-47C4-A1D3-4A83E40890B8}" type="presOf" srcId="{B0551890-D7CB-4D46-A638-6C442629FBF6}" destId="{420B45D8-9A74-4F7C-A0C8-4A1C944F2B57}" srcOrd="0" destOrd="0" presId="urn:microsoft.com/office/officeart/2005/8/layout/hierarchy6"/>
    <dgm:cxn modelId="{9EF5F2A1-0C52-4857-9418-8BC24A8134AC}" type="presOf" srcId="{4D1DA2CF-6D76-4BDA-A0B4-ECA7739F5FDD}" destId="{0DD0E0D5-E40D-45CA-BCE4-3DF5EE1BD9A9}" srcOrd="0" destOrd="0" presId="urn:microsoft.com/office/officeart/2005/8/layout/hierarchy6"/>
    <dgm:cxn modelId="{2F97AFAB-1097-4146-BC64-353A917B43D6}" type="presOf" srcId="{3F7BDAC6-74F9-4C7D-B06A-6164F3F7FD7C}" destId="{7DDD8A71-8F87-4FFE-9C33-CCAFB2A35CC1}" srcOrd="0" destOrd="0" presId="urn:microsoft.com/office/officeart/2005/8/layout/hierarchy6"/>
    <dgm:cxn modelId="{3A536CAD-A563-40AD-81C8-1F78F66763D3}" type="presOf" srcId="{059C4B62-CEEF-4F99-B5E2-AA826A61A864}" destId="{E1474C24-2EF7-42A4-BE35-7688333870E3}" srcOrd="0" destOrd="0" presId="urn:microsoft.com/office/officeart/2005/8/layout/hierarchy6"/>
    <dgm:cxn modelId="{A5D4D0B1-AA98-4523-B3E1-DD5F804EEAFD}" srcId="{3C821EE4-4D53-49A0-B5BF-0FB8733369E9}" destId="{BAFCEAFD-6197-4C81-A175-6BB1B9C99939}" srcOrd="1" destOrd="0" parTransId="{1831481D-BA51-4966-A708-554EE86ECBD5}" sibTransId="{85CCF1F3-F5DF-4410-899B-6FA2875B2869}"/>
    <dgm:cxn modelId="{5A4CDFC2-0CE2-49C0-ABB9-BB726F169282}" srcId="{3F7BDAC6-74F9-4C7D-B06A-6164F3F7FD7C}" destId="{7968E9DA-19B4-43E6-8915-824097DD0DDB}" srcOrd="0" destOrd="0" parTransId="{4D1DA2CF-6D76-4BDA-A0B4-ECA7739F5FDD}" sibTransId="{0657D83B-F261-4B7E-A654-6CBAB75C001A}"/>
    <dgm:cxn modelId="{AAC612CF-3BFA-4AF8-8C76-1FC74EFC615B}" srcId="{059C4B62-CEEF-4F99-B5E2-AA826A61A864}" destId="{A865A667-15E1-4D1A-905F-CA6799794CC5}" srcOrd="0" destOrd="0" parTransId="{B55CCDC8-D791-4DB7-B9C9-C4FA69C976D9}" sibTransId="{2441FFE2-2F81-4B74-964D-B66C469EAA46}"/>
    <dgm:cxn modelId="{70F3E7D1-8AC5-4EEB-A237-AD1DCC27B011}" type="presOf" srcId="{B55CCDC8-D791-4DB7-B9C9-C4FA69C976D9}" destId="{F3A1C37C-EEC6-45F3-900F-8B634FF129D5}" srcOrd="0" destOrd="0" presId="urn:microsoft.com/office/officeart/2005/8/layout/hierarchy6"/>
    <dgm:cxn modelId="{8982E1F3-E25F-459A-BDAD-553653BE6E88}" srcId="{29471E2D-6C20-4E1F-B707-48A0E56726E3}" destId="{308C81DF-DD70-4BFA-B20F-0A7E3F4C2577}" srcOrd="0" destOrd="0" parTransId="{7E997641-932F-4B07-A684-578696691F03}" sibTransId="{F22E6584-4F62-400A-A36F-D03F1DBB4688}"/>
    <dgm:cxn modelId="{360773FF-BE88-4BF7-BC45-569194DC7569}" type="presOf" srcId="{A865A667-15E1-4D1A-905F-CA6799794CC5}" destId="{701A0E37-9D8F-4D49-9421-339F33010593}" srcOrd="0" destOrd="0" presId="urn:microsoft.com/office/officeart/2005/8/layout/hierarchy6"/>
    <dgm:cxn modelId="{7C0A13D3-C40E-4393-9989-F9CB80144C91}" type="presParOf" srcId="{0596B683-E25A-4BCA-AA76-307BC9712F42}" destId="{5F5E4BB4-EA84-44B2-A9BE-2F9E24659B11}" srcOrd="0" destOrd="0" presId="urn:microsoft.com/office/officeart/2005/8/layout/hierarchy6"/>
    <dgm:cxn modelId="{DC8A84F9-9694-42DB-9775-E730140C72B3}" type="presParOf" srcId="{5F5E4BB4-EA84-44B2-A9BE-2F9E24659B11}" destId="{AB78D011-AC18-466A-A1D5-50BFCD8B7D0E}" srcOrd="0" destOrd="0" presId="urn:microsoft.com/office/officeart/2005/8/layout/hierarchy6"/>
    <dgm:cxn modelId="{BD9D53A1-EBD7-4EAC-8EFC-754834082540}" type="presParOf" srcId="{AB78D011-AC18-466A-A1D5-50BFCD8B7D0E}" destId="{EB621821-D55C-4048-A0CA-82BC51095432}" srcOrd="0" destOrd="0" presId="urn:microsoft.com/office/officeart/2005/8/layout/hierarchy6"/>
    <dgm:cxn modelId="{24A16428-92AA-4049-96E0-276659F8E8E2}" type="presParOf" srcId="{EB621821-D55C-4048-A0CA-82BC51095432}" destId="{BCCBE3BB-1852-4096-A22D-84F0E3627CF1}" srcOrd="0" destOrd="0" presId="urn:microsoft.com/office/officeart/2005/8/layout/hierarchy6"/>
    <dgm:cxn modelId="{DF263E4E-6B5D-4F70-962E-F110B7305FDC}" type="presParOf" srcId="{EB621821-D55C-4048-A0CA-82BC51095432}" destId="{B8CD38B8-6EC3-4926-8966-6C7F0398BC70}" srcOrd="1" destOrd="0" presId="urn:microsoft.com/office/officeart/2005/8/layout/hierarchy6"/>
    <dgm:cxn modelId="{BF425673-8E49-467F-B80D-E65505DEEE47}" type="presParOf" srcId="{B8CD38B8-6EC3-4926-8966-6C7F0398BC70}" destId="{91DBBF10-268A-4080-85F3-347BD5322837}" srcOrd="0" destOrd="0" presId="urn:microsoft.com/office/officeart/2005/8/layout/hierarchy6"/>
    <dgm:cxn modelId="{9BCA9DDA-53B0-421B-8D9C-8529FA35042C}" type="presParOf" srcId="{B8CD38B8-6EC3-4926-8966-6C7F0398BC70}" destId="{47469255-BDC4-4508-9DA2-05CC0E42AAE4}" srcOrd="1" destOrd="0" presId="urn:microsoft.com/office/officeart/2005/8/layout/hierarchy6"/>
    <dgm:cxn modelId="{72E2F6A5-FA0D-443A-B2C7-82D0FB76F092}" type="presParOf" srcId="{47469255-BDC4-4508-9DA2-05CC0E42AAE4}" destId="{66F58A6C-4AC2-488B-B5E1-5A2CAAD16D98}" srcOrd="0" destOrd="0" presId="urn:microsoft.com/office/officeart/2005/8/layout/hierarchy6"/>
    <dgm:cxn modelId="{BC0F4B7D-68FE-4D13-85ED-063522017E2C}" type="presParOf" srcId="{47469255-BDC4-4508-9DA2-05CC0E42AAE4}" destId="{95566EE4-8FF7-4A62-80DC-4FC71E05960A}" srcOrd="1" destOrd="0" presId="urn:microsoft.com/office/officeart/2005/8/layout/hierarchy6"/>
    <dgm:cxn modelId="{F125DC87-25BB-4EE9-82D0-E2AB7104BD24}" type="presParOf" srcId="{95566EE4-8FF7-4A62-80DC-4FC71E05960A}" destId="{A682F8BB-6B23-4109-9E4E-7D092D57E4B1}" srcOrd="0" destOrd="0" presId="urn:microsoft.com/office/officeart/2005/8/layout/hierarchy6"/>
    <dgm:cxn modelId="{18E63DB7-ED30-41CD-AB99-75E4C9EEEA01}" type="presParOf" srcId="{95566EE4-8FF7-4A62-80DC-4FC71E05960A}" destId="{9AA01966-EB2E-4A24-8B34-54186219856C}" srcOrd="1" destOrd="0" presId="urn:microsoft.com/office/officeart/2005/8/layout/hierarchy6"/>
    <dgm:cxn modelId="{BA39D84B-6480-4D81-9255-196A38C6AD52}" type="presParOf" srcId="{9AA01966-EB2E-4A24-8B34-54186219856C}" destId="{E1474C24-2EF7-42A4-BE35-7688333870E3}" srcOrd="0" destOrd="0" presId="urn:microsoft.com/office/officeart/2005/8/layout/hierarchy6"/>
    <dgm:cxn modelId="{24E02125-BFEE-4041-95DF-5B7402720CB3}" type="presParOf" srcId="{9AA01966-EB2E-4A24-8B34-54186219856C}" destId="{D19A1D95-37E1-4993-985C-0A4FB3783963}" srcOrd="1" destOrd="0" presId="urn:microsoft.com/office/officeart/2005/8/layout/hierarchy6"/>
    <dgm:cxn modelId="{111E60E8-A3DC-40A5-AA66-AF28069CAE59}" type="presParOf" srcId="{D19A1D95-37E1-4993-985C-0A4FB3783963}" destId="{F3A1C37C-EEC6-45F3-900F-8B634FF129D5}" srcOrd="0" destOrd="0" presId="urn:microsoft.com/office/officeart/2005/8/layout/hierarchy6"/>
    <dgm:cxn modelId="{F024C3A2-6BED-405C-B06B-D38F2E7FB641}" type="presParOf" srcId="{D19A1D95-37E1-4993-985C-0A4FB3783963}" destId="{D6F50474-7601-43E1-AF0E-836F87A66625}" srcOrd="1" destOrd="0" presId="urn:microsoft.com/office/officeart/2005/8/layout/hierarchy6"/>
    <dgm:cxn modelId="{8BCD65D3-D893-451F-BB77-7F49C1CEB397}" type="presParOf" srcId="{D6F50474-7601-43E1-AF0E-836F87A66625}" destId="{701A0E37-9D8F-4D49-9421-339F33010593}" srcOrd="0" destOrd="0" presId="urn:microsoft.com/office/officeart/2005/8/layout/hierarchy6"/>
    <dgm:cxn modelId="{22469CF5-443B-4E32-8DF6-C2962DF08AC8}" type="presParOf" srcId="{D6F50474-7601-43E1-AF0E-836F87A66625}" destId="{6DD580ED-3E74-450C-8477-0B94D857F895}" srcOrd="1" destOrd="0" presId="urn:microsoft.com/office/officeart/2005/8/layout/hierarchy6"/>
    <dgm:cxn modelId="{47B3B88F-14CB-48CC-A669-9C34AE81A7D3}" type="presParOf" srcId="{95566EE4-8FF7-4A62-80DC-4FC71E05960A}" destId="{2597C8BD-566B-4C8D-A06C-9EE41F8047A2}" srcOrd="2" destOrd="0" presId="urn:microsoft.com/office/officeart/2005/8/layout/hierarchy6"/>
    <dgm:cxn modelId="{83D4E344-3E1D-4EC2-B47C-BF5B1AC2910B}" type="presParOf" srcId="{95566EE4-8FF7-4A62-80DC-4FC71E05960A}" destId="{96171576-EB83-4389-B23F-88C9CE4AF907}" srcOrd="3" destOrd="0" presId="urn:microsoft.com/office/officeart/2005/8/layout/hierarchy6"/>
    <dgm:cxn modelId="{523C544C-1C34-462E-9F3F-5F068683E425}" type="presParOf" srcId="{96171576-EB83-4389-B23F-88C9CE4AF907}" destId="{420B45D8-9A74-4F7C-A0C8-4A1C944F2B57}" srcOrd="0" destOrd="0" presId="urn:microsoft.com/office/officeart/2005/8/layout/hierarchy6"/>
    <dgm:cxn modelId="{99791E0C-4497-4C97-8910-1A486BF002D6}" type="presParOf" srcId="{96171576-EB83-4389-B23F-88C9CE4AF907}" destId="{698FEE23-9833-4CCD-9BD5-8F404448D271}" srcOrd="1" destOrd="0" presId="urn:microsoft.com/office/officeart/2005/8/layout/hierarchy6"/>
    <dgm:cxn modelId="{6825EBEE-FC70-47C8-A58D-A0ABE7A2B9A5}" type="presParOf" srcId="{698FEE23-9833-4CCD-9BD5-8F404448D271}" destId="{4E27C482-4790-4357-9C43-03DD9BD6E5AA}" srcOrd="0" destOrd="0" presId="urn:microsoft.com/office/officeart/2005/8/layout/hierarchy6"/>
    <dgm:cxn modelId="{3479867B-E8CC-497C-913C-73A3D5E3F551}" type="presParOf" srcId="{698FEE23-9833-4CCD-9BD5-8F404448D271}" destId="{C8B8C952-5CB8-4F70-A7E2-E2072B66C348}" srcOrd="1" destOrd="0" presId="urn:microsoft.com/office/officeart/2005/8/layout/hierarchy6"/>
    <dgm:cxn modelId="{F054E8CC-263B-4853-A7DB-53BA5D06A8D3}" type="presParOf" srcId="{C8B8C952-5CB8-4F70-A7E2-E2072B66C348}" destId="{0F1C6D03-4B95-434C-8FD7-44F2DA7F752B}" srcOrd="0" destOrd="0" presId="urn:microsoft.com/office/officeart/2005/8/layout/hierarchy6"/>
    <dgm:cxn modelId="{9AEBDC7C-1504-448B-BE42-DFEF0C3033AC}" type="presParOf" srcId="{C8B8C952-5CB8-4F70-A7E2-E2072B66C348}" destId="{88E6392E-6028-46D7-A0AC-BBD889E68B92}" srcOrd="1" destOrd="0" presId="urn:microsoft.com/office/officeart/2005/8/layout/hierarchy6"/>
    <dgm:cxn modelId="{A4FC5BFC-0129-454D-A871-4884A445F589}" type="presParOf" srcId="{B8CD38B8-6EC3-4926-8966-6C7F0398BC70}" destId="{3726E158-2DE8-49DB-9146-CE00D987DA92}" srcOrd="2" destOrd="0" presId="urn:microsoft.com/office/officeart/2005/8/layout/hierarchy6"/>
    <dgm:cxn modelId="{45205953-1324-4B35-B4C8-904384812EC6}" type="presParOf" srcId="{B8CD38B8-6EC3-4926-8966-6C7F0398BC70}" destId="{531B1BFF-592C-4EA1-A7D6-86FF8A24EFA7}" srcOrd="3" destOrd="0" presId="urn:microsoft.com/office/officeart/2005/8/layout/hierarchy6"/>
    <dgm:cxn modelId="{26B1BF9A-D641-45C1-8530-9A65064B378C}" type="presParOf" srcId="{531B1BFF-592C-4EA1-A7D6-86FF8A24EFA7}" destId="{6304445E-F1B3-404A-A316-FA150FA65BFD}" srcOrd="0" destOrd="0" presId="urn:microsoft.com/office/officeart/2005/8/layout/hierarchy6"/>
    <dgm:cxn modelId="{E55FCD3F-7DA2-4674-A42F-FD7B8D727000}" type="presParOf" srcId="{531B1BFF-592C-4EA1-A7D6-86FF8A24EFA7}" destId="{CFE94220-3734-40F3-871B-C04F4126DCC2}" srcOrd="1" destOrd="0" presId="urn:microsoft.com/office/officeart/2005/8/layout/hierarchy6"/>
    <dgm:cxn modelId="{9BA5E1D3-B69E-48BB-AD40-036F63E92278}" type="presParOf" srcId="{CFE94220-3734-40F3-871B-C04F4126DCC2}" destId="{E9E40E88-E2A1-4EF5-BE95-A989B4B34743}" srcOrd="0" destOrd="0" presId="urn:microsoft.com/office/officeart/2005/8/layout/hierarchy6"/>
    <dgm:cxn modelId="{D3E9B874-2838-4FD3-9927-087CA4F31B16}" type="presParOf" srcId="{CFE94220-3734-40F3-871B-C04F4126DCC2}" destId="{691645D1-306D-4AC0-93B4-0881A0E73A6E}" srcOrd="1" destOrd="0" presId="urn:microsoft.com/office/officeart/2005/8/layout/hierarchy6"/>
    <dgm:cxn modelId="{20ADC807-4AEF-4B49-9ACD-0EF9E17CC12A}" type="presParOf" srcId="{691645D1-306D-4AC0-93B4-0881A0E73A6E}" destId="{7DDD8A71-8F87-4FFE-9C33-CCAFB2A35CC1}" srcOrd="0" destOrd="0" presId="urn:microsoft.com/office/officeart/2005/8/layout/hierarchy6"/>
    <dgm:cxn modelId="{7A86F563-9490-4310-84F2-2D5B8B65BB7F}" type="presParOf" srcId="{691645D1-306D-4AC0-93B4-0881A0E73A6E}" destId="{1833743A-BDF2-45C5-90F6-3E2973906FB2}" srcOrd="1" destOrd="0" presId="urn:microsoft.com/office/officeart/2005/8/layout/hierarchy6"/>
    <dgm:cxn modelId="{DF0E3257-06A2-4972-9745-64781448A279}" type="presParOf" srcId="{1833743A-BDF2-45C5-90F6-3E2973906FB2}" destId="{0DD0E0D5-E40D-45CA-BCE4-3DF5EE1BD9A9}" srcOrd="0" destOrd="0" presId="urn:microsoft.com/office/officeart/2005/8/layout/hierarchy6"/>
    <dgm:cxn modelId="{6B1FC6C3-1BCE-48A2-B953-139BFE1379E7}" type="presParOf" srcId="{1833743A-BDF2-45C5-90F6-3E2973906FB2}" destId="{BB618769-62F5-44CE-850B-C3D1872C8283}" srcOrd="1" destOrd="0" presId="urn:microsoft.com/office/officeart/2005/8/layout/hierarchy6"/>
    <dgm:cxn modelId="{3F2AD0AA-DBFE-4C43-994A-4A864B4E40F4}" type="presParOf" srcId="{BB618769-62F5-44CE-850B-C3D1872C8283}" destId="{A9849AEF-7D9B-4F94-A3DE-C417528ECFEC}" srcOrd="0" destOrd="0" presId="urn:microsoft.com/office/officeart/2005/8/layout/hierarchy6"/>
    <dgm:cxn modelId="{ED7A0576-D4AE-40FB-ABF7-259EA21456F1}" type="presParOf" srcId="{BB618769-62F5-44CE-850B-C3D1872C8283}" destId="{9F78AD5A-AA15-424D-9400-1592DD05B578}" srcOrd="1" destOrd="0" presId="urn:microsoft.com/office/officeart/2005/8/layout/hierarchy6"/>
    <dgm:cxn modelId="{8C83526E-B01C-40FD-9C4E-95049F9E9895}" type="presParOf" srcId="{CFE94220-3734-40F3-871B-C04F4126DCC2}" destId="{8A15323D-FD4A-444D-9BFB-D8B5854A0532}" srcOrd="2" destOrd="0" presId="urn:microsoft.com/office/officeart/2005/8/layout/hierarchy6"/>
    <dgm:cxn modelId="{A4187005-2E36-4816-AC4E-E0C88CBF43F7}" type="presParOf" srcId="{CFE94220-3734-40F3-871B-C04F4126DCC2}" destId="{D678C637-FA84-41DF-A177-26CA55C94BFC}" srcOrd="3" destOrd="0" presId="urn:microsoft.com/office/officeart/2005/8/layout/hierarchy6"/>
    <dgm:cxn modelId="{E1AE451F-96C2-41A9-88AC-07642BB890B0}" type="presParOf" srcId="{D678C637-FA84-41DF-A177-26CA55C94BFC}" destId="{5F28C98A-2340-46BD-BC20-5DCFC4AFC7D9}" srcOrd="0" destOrd="0" presId="urn:microsoft.com/office/officeart/2005/8/layout/hierarchy6"/>
    <dgm:cxn modelId="{59ADAD65-C0E9-4DBE-AE0F-DB47C6DFC68F}" type="presParOf" srcId="{D678C637-FA84-41DF-A177-26CA55C94BFC}" destId="{ED15C02C-2416-4E91-86D4-D2107284FA0A}" srcOrd="1" destOrd="0" presId="urn:microsoft.com/office/officeart/2005/8/layout/hierarchy6"/>
    <dgm:cxn modelId="{621D04D4-F035-40E4-812F-87BA823A4CDC}" type="presParOf" srcId="{ED15C02C-2416-4E91-86D4-D2107284FA0A}" destId="{EE27A6E1-3F6E-4D8B-B2C9-CA67DF0CC76D}" srcOrd="0" destOrd="0" presId="urn:microsoft.com/office/officeart/2005/8/layout/hierarchy6"/>
    <dgm:cxn modelId="{14805463-2D5B-4F0C-A370-6C193615AD12}" type="presParOf" srcId="{ED15C02C-2416-4E91-86D4-D2107284FA0A}" destId="{DBAFD74E-1412-4772-BC3A-0EA47041FED3}" srcOrd="1" destOrd="0" presId="urn:microsoft.com/office/officeart/2005/8/layout/hierarchy6"/>
    <dgm:cxn modelId="{8E6C7118-8D42-4428-895E-406DB4C9E8E3}" type="presParOf" srcId="{DBAFD74E-1412-4772-BC3A-0EA47041FED3}" destId="{B761660D-A743-4989-85E6-E2DCCBF994F9}" srcOrd="0" destOrd="0" presId="urn:microsoft.com/office/officeart/2005/8/layout/hierarchy6"/>
    <dgm:cxn modelId="{30EC9328-6843-450C-86A0-C4CD11688118}" type="presParOf" srcId="{DBAFD74E-1412-4772-BC3A-0EA47041FED3}" destId="{2C9D27E3-A20E-48BE-BBFD-C4FE1F74961C}" srcOrd="1" destOrd="0" presId="urn:microsoft.com/office/officeart/2005/8/layout/hierarchy6"/>
    <dgm:cxn modelId="{E4631D6A-C597-4CA5-A8CD-20568AE36981}" type="presParOf" srcId="{0596B683-E25A-4BCA-AA76-307BC9712F42}" destId="{5B133F55-5E67-4489-A73E-21603A9B949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AEEC11-728D-4E5F-9924-30BAAB5CE9A0}" type="doc">
      <dgm:prSet loTypeId="urn:microsoft.com/office/officeart/2008/layout/IncreasingCircleProcess" loCatId="list" qsTypeId="urn:microsoft.com/office/officeart/2005/8/quickstyle/simple1" qsCatId="simple" csTypeId="urn:microsoft.com/office/officeart/2005/8/colors/accent1_2" csCatId="accent1" phldr="1"/>
      <dgm:spPr/>
      <dgm:t>
        <a:bodyPr/>
        <a:lstStyle/>
        <a:p>
          <a:endParaRPr lang="en-GB"/>
        </a:p>
      </dgm:t>
    </dgm:pt>
    <dgm:pt modelId="{F2559C1A-5837-40E7-BC44-2E2178B45EB1}">
      <dgm:prSet phldrT="[Text]"/>
      <dgm:spPr/>
      <dgm:t>
        <a:bodyPr/>
        <a:lstStyle/>
        <a:p>
          <a:r>
            <a:rPr lang="en-GB" dirty="0"/>
            <a:t>1</a:t>
          </a:r>
        </a:p>
      </dgm:t>
    </dgm:pt>
    <dgm:pt modelId="{CD24268B-1583-44B0-8390-20546983EF33}" type="parTrans" cxnId="{D8D1F181-0391-487F-ADBA-D48BA9AC41CA}">
      <dgm:prSet/>
      <dgm:spPr/>
      <dgm:t>
        <a:bodyPr/>
        <a:lstStyle/>
        <a:p>
          <a:endParaRPr lang="en-GB"/>
        </a:p>
      </dgm:t>
    </dgm:pt>
    <dgm:pt modelId="{07AB83CB-946D-4228-B1DC-CF9FEF26F7F7}" type="sibTrans" cxnId="{D8D1F181-0391-487F-ADBA-D48BA9AC41CA}">
      <dgm:prSet/>
      <dgm:spPr/>
      <dgm:t>
        <a:bodyPr/>
        <a:lstStyle/>
        <a:p>
          <a:endParaRPr lang="en-GB"/>
        </a:p>
      </dgm:t>
    </dgm:pt>
    <dgm:pt modelId="{451FD1DD-3BA3-405C-A819-B63E56C0C0D0}">
      <dgm:prSet phldrT="[Text]"/>
      <dgm:spPr/>
      <dgm:t>
        <a:bodyPr/>
        <a:lstStyle/>
        <a:p>
          <a:r>
            <a:rPr lang="en-GB" dirty="0"/>
            <a:t>Always</a:t>
          </a:r>
        </a:p>
      </dgm:t>
    </dgm:pt>
    <dgm:pt modelId="{9EB82920-94F2-4E69-AB34-C3E14C7954F6}" type="parTrans" cxnId="{896F3D10-567E-46F9-967A-9C7BCD98CF3E}">
      <dgm:prSet/>
      <dgm:spPr/>
      <dgm:t>
        <a:bodyPr/>
        <a:lstStyle/>
        <a:p>
          <a:endParaRPr lang="en-GB"/>
        </a:p>
      </dgm:t>
    </dgm:pt>
    <dgm:pt modelId="{AA27DB40-BD07-4486-A5DC-C8C5A7C0BF0B}" type="sibTrans" cxnId="{896F3D10-567E-46F9-967A-9C7BCD98CF3E}">
      <dgm:prSet/>
      <dgm:spPr/>
      <dgm:t>
        <a:bodyPr/>
        <a:lstStyle/>
        <a:p>
          <a:endParaRPr lang="en-GB"/>
        </a:p>
      </dgm:t>
    </dgm:pt>
    <dgm:pt modelId="{3A2A1768-9A31-4CB7-812F-D7674327ABAF}">
      <dgm:prSet phldrT="[Text]"/>
      <dgm:spPr/>
      <dgm:t>
        <a:bodyPr/>
        <a:lstStyle/>
        <a:p>
          <a:r>
            <a:rPr lang="en-GB" dirty="0"/>
            <a:t>2</a:t>
          </a:r>
        </a:p>
      </dgm:t>
    </dgm:pt>
    <dgm:pt modelId="{AC6D9922-6B17-41CF-A35E-1A577CEF67AD}" type="parTrans" cxnId="{DD64F56C-0AC3-4002-890C-AD7CCB5E9004}">
      <dgm:prSet/>
      <dgm:spPr/>
      <dgm:t>
        <a:bodyPr/>
        <a:lstStyle/>
        <a:p>
          <a:endParaRPr lang="en-GB"/>
        </a:p>
      </dgm:t>
    </dgm:pt>
    <dgm:pt modelId="{4E092501-98F1-44B4-A47E-94D4F4C40C9C}" type="sibTrans" cxnId="{DD64F56C-0AC3-4002-890C-AD7CCB5E9004}">
      <dgm:prSet/>
      <dgm:spPr/>
      <dgm:t>
        <a:bodyPr/>
        <a:lstStyle/>
        <a:p>
          <a:endParaRPr lang="en-GB"/>
        </a:p>
      </dgm:t>
    </dgm:pt>
    <dgm:pt modelId="{789CC824-F938-4ABE-A121-4DC29EB222EB}">
      <dgm:prSet phldrT="[Text]"/>
      <dgm:spPr/>
      <dgm:t>
        <a:bodyPr/>
        <a:lstStyle/>
        <a:p>
          <a:r>
            <a:rPr lang="en-GB" dirty="0"/>
            <a:t>Mostly</a:t>
          </a:r>
        </a:p>
      </dgm:t>
    </dgm:pt>
    <dgm:pt modelId="{1272146A-C9FF-49DE-BFCD-14573FA23F7A}" type="parTrans" cxnId="{06E37501-A111-4FA9-BDF1-8A59EE3810F1}">
      <dgm:prSet/>
      <dgm:spPr/>
      <dgm:t>
        <a:bodyPr/>
        <a:lstStyle/>
        <a:p>
          <a:endParaRPr lang="en-GB"/>
        </a:p>
      </dgm:t>
    </dgm:pt>
    <dgm:pt modelId="{FB2DA9BF-316B-45BC-AD08-656F410C622F}" type="sibTrans" cxnId="{06E37501-A111-4FA9-BDF1-8A59EE3810F1}">
      <dgm:prSet/>
      <dgm:spPr/>
      <dgm:t>
        <a:bodyPr/>
        <a:lstStyle/>
        <a:p>
          <a:endParaRPr lang="en-GB"/>
        </a:p>
      </dgm:t>
    </dgm:pt>
    <dgm:pt modelId="{5EE13595-A8E1-46F7-9AB6-9E8D4EC58248}">
      <dgm:prSet phldrT="[Text]"/>
      <dgm:spPr/>
      <dgm:t>
        <a:bodyPr/>
        <a:lstStyle/>
        <a:p>
          <a:r>
            <a:rPr lang="en-GB" dirty="0"/>
            <a:t>3</a:t>
          </a:r>
        </a:p>
      </dgm:t>
    </dgm:pt>
    <dgm:pt modelId="{7D121E7C-4D36-4100-9B37-8AC65764FC36}" type="parTrans" cxnId="{98BA3EA9-F2F6-4987-B8C2-F88E7CE6D86E}">
      <dgm:prSet/>
      <dgm:spPr/>
      <dgm:t>
        <a:bodyPr/>
        <a:lstStyle/>
        <a:p>
          <a:endParaRPr lang="en-GB"/>
        </a:p>
      </dgm:t>
    </dgm:pt>
    <dgm:pt modelId="{44BC85E6-60F3-4806-82E9-51FB0EBCAF19}" type="sibTrans" cxnId="{98BA3EA9-F2F6-4987-B8C2-F88E7CE6D86E}">
      <dgm:prSet/>
      <dgm:spPr/>
      <dgm:t>
        <a:bodyPr/>
        <a:lstStyle/>
        <a:p>
          <a:endParaRPr lang="en-GB"/>
        </a:p>
      </dgm:t>
    </dgm:pt>
    <dgm:pt modelId="{5D35ED4B-9C36-4E83-9B1A-0718CE526B47}">
      <dgm:prSet phldrT="[Text]"/>
      <dgm:spPr/>
      <dgm:t>
        <a:bodyPr/>
        <a:lstStyle/>
        <a:p>
          <a:r>
            <a:rPr lang="en-GB" dirty="0"/>
            <a:t>Sometimes</a:t>
          </a:r>
        </a:p>
      </dgm:t>
    </dgm:pt>
    <dgm:pt modelId="{CF449ECA-C042-4367-B561-281AB116AACB}" type="parTrans" cxnId="{3A2A09B3-485C-4B55-B109-C6D7423844A2}">
      <dgm:prSet/>
      <dgm:spPr/>
      <dgm:t>
        <a:bodyPr/>
        <a:lstStyle/>
        <a:p>
          <a:endParaRPr lang="en-GB"/>
        </a:p>
      </dgm:t>
    </dgm:pt>
    <dgm:pt modelId="{BE3103DE-9FEF-4748-9578-457B45D9DAFA}" type="sibTrans" cxnId="{3A2A09B3-485C-4B55-B109-C6D7423844A2}">
      <dgm:prSet/>
      <dgm:spPr/>
      <dgm:t>
        <a:bodyPr/>
        <a:lstStyle/>
        <a:p>
          <a:endParaRPr lang="en-GB"/>
        </a:p>
      </dgm:t>
    </dgm:pt>
    <dgm:pt modelId="{EF8CD3C9-4336-453A-901C-FB7E6336AAA5}">
      <dgm:prSet phldrT="[Text]"/>
      <dgm:spPr/>
      <dgm:t>
        <a:bodyPr/>
        <a:lstStyle/>
        <a:p>
          <a:r>
            <a:rPr lang="en-GB" dirty="0"/>
            <a:t>4</a:t>
          </a:r>
        </a:p>
      </dgm:t>
    </dgm:pt>
    <dgm:pt modelId="{74E97D07-345A-4179-9DA5-0C17B3720A47}" type="parTrans" cxnId="{C717B14B-22E7-43A5-989F-3C8527D5E750}">
      <dgm:prSet/>
      <dgm:spPr/>
      <dgm:t>
        <a:bodyPr/>
        <a:lstStyle/>
        <a:p>
          <a:endParaRPr lang="en-GB"/>
        </a:p>
      </dgm:t>
    </dgm:pt>
    <dgm:pt modelId="{C482D012-DAC9-4556-BAD9-B3D99A604C13}" type="sibTrans" cxnId="{C717B14B-22E7-43A5-989F-3C8527D5E750}">
      <dgm:prSet/>
      <dgm:spPr/>
      <dgm:t>
        <a:bodyPr/>
        <a:lstStyle/>
        <a:p>
          <a:endParaRPr lang="en-GB"/>
        </a:p>
      </dgm:t>
    </dgm:pt>
    <dgm:pt modelId="{1163E11B-1459-4AE7-97D1-C1AF5BF99827}">
      <dgm:prSet phldrT="[Text]"/>
      <dgm:spPr/>
      <dgm:t>
        <a:bodyPr/>
        <a:lstStyle/>
        <a:p>
          <a:r>
            <a:rPr lang="en-GB" dirty="0"/>
            <a:t>Never</a:t>
          </a:r>
        </a:p>
      </dgm:t>
    </dgm:pt>
    <dgm:pt modelId="{3DF88912-F177-4CBB-8272-2657DE68E853}" type="parTrans" cxnId="{840A7DDE-4825-40E7-B4AC-478CA614B5F1}">
      <dgm:prSet/>
      <dgm:spPr/>
      <dgm:t>
        <a:bodyPr/>
        <a:lstStyle/>
        <a:p>
          <a:endParaRPr lang="en-GB"/>
        </a:p>
      </dgm:t>
    </dgm:pt>
    <dgm:pt modelId="{524FA05F-D2CA-4D5D-ACE2-B70A7C4763B8}" type="sibTrans" cxnId="{840A7DDE-4825-40E7-B4AC-478CA614B5F1}">
      <dgm:prSet/>
      <dgm:spPr/>
      <dgm:t>
        <a:bodyPr/>
        <a:lstStyle/>
        <a:p>
          <a:endParaRPr lang="en-GB"/>
        </a:p>
      </dgm:t>
    </dgm:pt>
    <dgm:pt modelId="{A1DEE6FD-9D2F-4649-A63B-A1465ECBD622}" type="pres">
      <dgm:prSet presAssocID="{A5AEEC11-728D-4E5F-9924-30BAAB5CE9A0}" presName="Name0" presStyleCnt="0">
        <dgm:presLayoutVars>
          <dgm:chMax val="7"/>
          <dgm:chPref val="7"/>
          <dgm:dir/>
          <dgm:animOne val="branch"/>
          <dgm:animLvl val="lvl"/>
        </dgm:presLayoutVars>
      </dgm:prSet>
      <dgm:spPr/>
    </dgm:pt>
    <dgm:pt modelId="{2AFBF213-3267-4B78-95BC-67B218CE8288}" type="pres">
      <dgm:prSet presAssocID="{F2559C1A-5837-40E7-BC44-2E2178B45EB1}" presName="composite" presStyleCnt="0"/>
      <dgm:spPr/>
    </dgm:pt>
    <dgm:pt modelId="{B077CE79-26C0-46E6-9000-F799D48E3A34}" type="pres">
      <dgm:prSet presAssocID="{F2559C1A-5837-40E7-BC44-2E2178B45EB1}" presName="BackAccent" presStyleLbl="bgShp" presStyleIdx="0" presStyleCnt="4"/>
      <dgm:spPr/>
    </dgm:pt>
    <dgm:pt modelId="{3876902C-152F-4F7D-AAC6-ACDC2F2A5241}" type="pres">
      <dgm:prSet presAssocID="{F2559C1A-5837-40E7-BC44-2E2178B45EB1}" presName="Accent" presStyleLbl="alignNode1" presStyleIdx="0" presStyleCnt="4"/>
      <dgm:spPr/>
    </dgm:pt>
    <dgm:pt modelId="{E7B3E65B-CD2D-49D6-85AD-4FAB00DFE593}" type="pres">
      <dgm:prSet presAssocID="{F2559C1A-5837-40E7-BC44-2E2178B45EB1}" presName="Child" presStyleLbl="revTx" presStyleIdx="0" presStyleCnt="8">
        <dgm:presLayoutVars>
          <dgm:chMax val="0"/>
          <dgm:chPref val="0"/>
          <dgm:bulletEnabled val="1"/>
        </dgm:presLayoutVars>
      </dgm:prSet>
      <dgm:spPr/>
    </dgm:pt>
    <dgm:pt modelId="{7FE85C99-5F7C-42C3-9CE1-97A675D09DE4}" type="pres">
      <dgm:prSet presAssocID="{F2559C1A-5837-40E7-BC44-2E2178B45EB1}" presName="Parent" presStyleLbl="revTx" presStyleIdx="1" presStyleCnt="8">
        <dgm:presLayoutVars>
          <dgm:chMax val="1"/>
          <dgm:chPref val="1"/>
          <dgm:bulletEnabled val="1"/>
        </dgm:presLayoutVars>
      </dgm:prSet>
      <dgm:spPr/>
    </dgm:pt>
    <dgm:pt modelId="{618A7DEB-FF54-476C-B21F-95AA9FD69CF0}" type="pres">
      <dgm:prSet presAssocID="{07AB83CB-946D-4228-B1DC-CF9FEF26F7F7}" presName="sibTrans" presStyleCnt="0"/>
      <dgm:spPr/>
    </dgm:pt>
    <dgm:pt modelId="{5258299E-CD5D-4F74-A564-C891E3C7C370}" type="pres">
      <dgm:prSet presAssocID="{3A2A1768-9A31-4CB7-812F-D7674327ABAF}" presName="composite" presStyleCnt="0"/>
      <dgm:spPr/>
    </dgm:pt>
    <dgm:pt modelId="{29A6FA68-5E28-40EE-8BE7-4848832C9780}" type="pres">
      <dgm:prSet presAssocID="{3A2A1768-9A31-4CB7-812F-D7674327ABAF}" presName="BackAccent" presStyleLbl="bgShp" presStyleIdx="1" presStyleCnt="4"/>
      <dgm:spPr/>
    </dgm:pt>
    <dgm:pt modelId="{5ADD1B03-735D-49EA-9079-1B63BE0794B8}" type="pres">
      <dgm:prSet presAssocID="{3A2A1768-9A31-4CB7-812F-D7674327ABAF}" presName="Accent" presStyleLbl="alignNode1" presStyleIdx="1" presStyleCnt="4"/>
      <dgm:spPr/>
    </dgm:pt>
    <dgm:pt modelId="{E899B968-94BB-4F6A-AFCB-1518956F4FE0}" type="pres">
      <dgm:prSet presAssocID="{3A2A1768-9A31-4CB7-812F-D7674327ABAF}" presName="Child" presStyleLbl="revTx" presStyleIdx="2" presStyleCnt="8">
        <dgm:presLayoutVars>
          <dgm:chMax val="0"/>
          <dgm:chPref val="0"/>
          <dgm:bulletEnabled val="1"/>
        </dgm:presLayoutVars>
      </dgm:prSet>
      <dgm:spPr/>
    </dgm:pt>
    <dgm:pt modelId="{BDE8A599-91FD-41A7-9F8F-29CD1F21E673}" type="pres">
      <dgm:prSet presAssocID="{3A2A1768-9A31-4CB7-812F-D7674327ABAF}" presName="Parent" presStyleLbl="revTx" presStyleIdx="3" presStyleCnt="8">
        <dgm:presLayoutVars>
          <dgm:chMax val="1"/>
          <dgm:chPref val="1"/>
          <dgm:bulletEnabled val="1"/>
        </dgm:presLayoutVars>
      </dgm:prSet>
      <dgm:spPr/>
    </dgm:pt>
    <dgm:pt modelId="{3AF1FB8C-2D96-45DF-AA6F-671E7D2665DE}" type="pres">
      <dgm:prSet presAssocID="{4E092501-98F1-44B4-A47E-94D4F4C40C9C}" presName="sibTrans" presStyleCnt="0"/>
      <dgm:spPr/>
    </dgm:pt>
    <dgm:pt modelId="{14DDD919-1173-4718-808C-286FACC5C7B6}" type="pres">
      <dgm:prSet presAssocID="{5EE13595-A8E1-46F7-9AB6-9E8D4EC58248}" presName="composite" presStyleCnt="0"/>
      <dgm:spPr/>
    </dgm:pt>
    <dgm:pt modelId="{11C69BA7-6D07-4623-B923-0277E6909988}" type="pres">
      <dgm:prSet presAssocID="{5EE13595-A8E1-46F7-9AB6-9E8D4EC58248}" presName="BackAccent" presStyleLbl="bgShp" presStyleIdx="2" presStyleCnt="4"/>
      <dgm:spPr/>
    </dgm:pt>
    <dgm:pt modelId="{1DB9163F-22D6-4AA4-82B0-F32DD6999ED3}" type="pres">
      <dgm:prSet presAssocID="{5EE13595-A8E1-46F7-9AB6-9E8D4EC58248}" presName="Accent" presStyleLbl="alignNode1" presStyleIdx="2" presStyleCnt="4"/>
      <dgm:spPr/>
    </dgm:pt>
    <dgm:pt modelId="{E324206D-D5DA-4672-BB45-1E1AD521468F}" type="pres">
      <dgm:prSet presAssocID="{5EE13595-A8E1-46F7-9AB6-9E8D4EC58248}" presName="Child" presStyleLbl="revTx" presStyleIdx="4" presStyleCnt="8">
        <dgm:presLayoutVars>
          <dgm:chMax val="0"/>
          <dgm:chPref val="0"/>
          <dgm:bulletEnabled val="1"/>
        </dgm:presLayoutVars>
      </dgm:prSet>
      <dgm:spPr/>
    </dgm:pt>
    <dgm:pt modelId="{7FA676EE-EBFC-473D-B52A-677F013F43E5}" type="pres">
      <dgm:prSet presAssocID="{5EE13595-A8E1-46F7-9AB6-9E8D4EC58248}" presName="Parent" presStyleLbl="revTx" presStyleIdx="5" presStyleCnt="8">
        <dgm:presLayoutVars>
          <dgm:chMax val="1"/>
          <dgm:chPref val="1"/>
          <dgm:bulletEnabled val="1"/>
        </dgm:presLayoutVars>
      </dgm:prSet>
      <dgm:spPr/>
    </dgm:pt>
    <dgm:pt modelId="{5E477168-2E49-49E5-9990-47D0DE2EC8CD}" type="pres">
      <dgm:prSet presAssocID="{44BC85E6-60F3-4806-82E9-51FB0EBCAF19}" presName="sibTrans" presStyleCnt="0"/>
      <dgm:spPr/>
    </dgm:pt>
    <dgm:pt modelId="{5896F8D0-79BE-410D-8C96-F309C2D7DB9B}" type="pres">
      <dgm:prSet presAssocID="{EF8CD3C9-4336-453A-901C-FB7E6336AAA5}" presName="composite" presStyleCnt="0"/>
      <dgm:spPr/>
    </dgm:pt>
    <dgm:pt modelId="{37CF2396-4E20-471D-9347-5BCACFAC1A56}" type="pres">
      <dgm:prSet presAssocID="{EF8CD3C9-4336-453A-901C-FB7E6336AAA5}" presName="BackAccent" presStyleLbl="bgShp" presStyleIdx="3" presStyleCnt="4"/>
      <dgm:spPr/>
    </dgm:pt>
    <dgm:pt modelId="{F6DEC5AD-232D-458D-8122-B179418B28C8}" type="pres">
      <dgm:prSet presAssocID="{EF8CD3C9-4336-453A-901C-FB7E6336AAA5}" presName="Accent" presStyleLbl="alignNode1" presStyleIdx="3" presStyleCnt="4"/>
      <dgm:spPr/>
    </dgm:pt>
    <dgm:pt modelId="{90890A34-4BFC-4B0B-ADBF-C9821D30BED9}" type="pres">
      <dgm:prSet presAssocID="{EF8CD3C9-4336-453A-901C-FB7E6336AAA5}" presName="Child" presStyleLbl="revTx" presStyleIdx="6" presStyleCnt="8">
        <dgm:presLayoutVars>
          <dgm:chMax val="0"/>
          <dgm:chPref val="0"/>
          <dgm:bulletEnabled val="1"/>
        </dgm:presLayoutVars>
      </dgm:prSet>
      <dgm:spPr/>
    </dgm:pt>
    <dgm:pt modelId="{1A590E3B-799F-44A1-BB5D-D9A616C9861E}" type="pres">
      <dgm:prSet presAssocID="{EF8CD3C9-4336-453A-901C-FB7E6336AAA5}" presName="Parent" presStyleLbl="revTx" presStyleIdx="7" presStyleCnt="8">
        <dgm:presLayoutVars>
          <dgm:chMax val="1"/>
          <dgm:chPref val="1"/>
          <dgm:bulletEnabled val="1"/>
        </dgm:presLayoutVars>
      </dgm:prSet>
      <dgm:spPr/>
    </dgm:pt>
  </dgm:ptLst>
  <dgm:cxnLst>
    <dgm:cxn modelId="{06E37501-A111-4FA9-BDF1-8A59EE3810F1}" srcId="{3A2A1768-9A31-4CB7-812F-D7674327ABAF}" destId="{789CC824-F938-4ABE-A121-4DC29EB222EB}" srcOrd="0" destOrd="0" parTransId="{1272146A-C9FF-49DE-BFCD-14573FA23F7A}" sibTransId="{FB2DA9BF-316B-45BC-AD08-656F410C622F}"/>
    <dgm:cxn modelId="{896F3D10-567E-46F9-967A-9C7BCD98CF3E}" srcId="{F2559C1A-5837-40E7-BC44-2E2178B45EB1}" destId="{451FD1DD-3BA3-405C-A819-B63E56C0C0D0}" srcOrd="0" destOrd="0" parTransId="{9EB82920-94F2-4E69-AB34-C3E14C7954F6}" sibTransId="{AA27DB40-BD07-4486-A5DC-C8C5A7C0BF0B}"/>
    <dgm:cxn modelId="{96629528-D80A-41A1-8A0D-3118091DB2D9}" type="presOf" srcId="{1163E11B-1459-4AE7-97D1-C1AF5BF99827}" destId="{90890A34-4BFC-4B0B-ADBF-C9821D30BED9}" srcOrd="0" destOrd="0" presId="urn:microsoft.com/office/officeart/2008/layout/IncreasingCircleProcess"/>
    <dgm:cxn modelId="{A4E38B40-5989-4606-8A88-E2815ADB8990}" type="presOf" srcId="{3A2A1768-9A31-4CB7-812F-D7674327ABAF}" destId="{BDE8A599-91FD-41A7-9F8F-29CD1F21E673}" srcOrd="0" destOrd="0" presId="urn:microsoft.com/office/officeart/2008/layout/IncreasingCircleProcess"/>
    <dgm:cxn modelId="{A43F7A46-44EE-4B6E-916D-F4CBE1960CC5}" type="presOf" srcId="{A5AEEC11-728D-4E5F-9924-30BAAB5CE9A0}" destId="{A1DEE6FD-9D2F-4649-A63B-A1465ECBD622}" srcOrd="0" destOrd="0" presId="urn:microsoft.com/office/officeart/2008/layout/IncreasingCircleProcess"/>
    <dgm:cxn modelId="{C717B14B-22E7-43A5-989F-3C8527D5E750}" srcId="{A5AEEC11-728D-4E5F-9924-30BAAB5CE9A0}" destId="{EF8CD3C9-4336-453A-901C-FB7E6336AAA5}" srcOrd="3" destOrd="0" parTransId="{74E97D07-345A-4179-9DA5-0C17B3720A47}" sibTransId="{C482D012-DAC9-4556-BAD9-B3D99A604C13}"/>
    <dgm:cxn modelId="{DD64F56C-0AC3-4002-890C-AD7CCB5E9004}" srcId="{A5AEEC11-728D-4E5F-9924-30BAAB5CE9A0}" destId="{3A2A1768-9A31-4CB7-812F-D7674327ABAF}" srcOrd="1" destOrd="0" parTransId="{AC6D9922-6B17-41CF-A35E-1A577CEF67AD}" sibTransId="{4E092501-98F1-44B4-A47E-94D4F4C40C9C}"/>
    <dgm:cxn modelId="{D8D1F181-0391-487F-ADBA-D48BA9AC41CA}" srcId="{A5AEEC11-728D-4E5F-9924-30BAAB5CE9A0}" destId="{F2559C1A-5837-40E7-BC44-2E2178B45EB1}" srcOrd="0" destOrd="0" parTransId="{CD24268B-1583-44B0-8390-20546983EF33}" sibTransId="{07AB83CB-946D-4228-B1DC-CF9FEF26F7F7}"/>
    <dgm:cxn modelId="{98BA3EA9-F2F6-4987-B8C2-F88E7CE6D86E}" srcId="{A5AEEC11-728D-4E5F-9924-30BAAB5CE9A0}" destId="{5EE13595-A8E1-46F7-9AB6-9E8D4EC58248}" srcOrd="2" destOrd="0" parTransId="{7D121E7C-4D36-4100-9B37-8AC65764FC36}" sibTransId="{44BC85E6-60F3-4806-82E9-51FB0EBCAF19}"/>
    <dgm:cxn modelId="{3A2A09B3-485C-4B55-B109-C6D7423844A2}" srcId="{5EE13595-A8E1-46F7-9AB6-9E8D4EC58248}" destId="{5D35ED4B-9C36-4E83-9B1A-0718CE526B47}" srcOrd="0" destOrd="0" parTransId="{CF449ECA-C042-4367-B561-281AB116AACB}" sibTransId="{BE3103DE-9FEF-4748-9578-457B45D9DAFA}"/>
    <dgm:cxn modelId="{07E233C0-624B-4D3C-A621-A4981751D540}" type="presOf" srcId="{789CC824-F938-4ABE-A121-4DC29EB222EB}" destId="{E899B968-94BB-4F6A-AFCB-1518956F4FE0}" srcOrd="0" destOrd="0" presId="urn:microsoft.com/office/officeart/2008/layout/IncreasingCircleProcess"/>
    <dgm:cxn modelId="{EF9F8CD6-AFF2-40A5-876A-DA21B8A61686}" type="presOf" srcId="{F2559C1A-5837-40E7-BC44-2E2178B45EB1}" destId="{7FE85C99-5F7C-42C3-9CE1-97A675D09DE4}" srcOrd="0" destOrd="0" presId="urn:microsoft.com/office/officeart/2008/layout/IncreasingCircleProcess"/>
    <dgm:cxn modelId="{ECD60CDB-E352-43D1-8D0B-5791CAB6F900}" type="presOf" srcId="{5D35ED4B-9C36-4E83-9B1A-0718CE526B47}" destId="{E324206D-D5DA-4672-BB45-1E1AD521468F}" srcOrd="0" destOrd="0" presId="urn:microsoft.com/office/officeart/2008/layout/IncreasingCircleProcess"/>
    <dgm:cxn modelId="{840A7DDE-4825-40E7-B4AC-478CA614B5F1}" srcId="{EF8CD3C9-4336-453A-901C-FB7E6336AAA5}" destId="{1163E11B-1459-4AE7-97D1-C1AF5BF99827}" srcOrd="0" destOrd="0" parTransId="{3DF88912-F177-4CBB-8272-2657DE68E853}" sibTransId="{524FA05F-D2CA-4D5D-ACE2-B70A7C4763B8}"/>
    <dgm:cxn modelId="{47B44BE1-3DB8-4AE2-BB0C-F067F046C424}" type="presOf" srcId="{451FD1DD-3BA3-405C-A819-B63E56C0C0D0}" destId="{E7B3E65B-CD2D-49D6-85AD-4FAB00DFE593}" srcOrd="0" destOrd="0" presId="urn:microsoft.com/office/officeart/2008/layout/IncreasingCircleProcess"/>
    <dgm:cxn modelId="{5ABFAFE1-FB12-4E54-83EC-B09449FE1E06}" type="presOf" srcId="{EF8CD3C9-4336-453A-901C-FB7E6336AAA5}" destId="{1A590E3B-799F-44A1-BB5D-D9A616C9861E}" srcOrd="0" destOrd="0" presId="urn:microsoft.com/office/officeart/2008/layout/IncreasingCircleProcess"/>
    <dgm:cxn modelId="{526CCEFF-0439-4940-B011-25FBE23E3CF1}" type="presOf" srcId="{5EE13595-A8E1-46F7-9AB6-9E8D4EC58248}" destId="{7FA676EE-EBFC-473D-B52A-677F013F43E5}" srcOrd="0" destOrd="0" presId="urn:microsoft.com/office/officeart/2008/layout/IncreasingCircleProcess"/>
    <dgm:cxn modelId="{850A5EE4-4990-4503-825E-285180D175AA}" type="presParOf" srcId="{A1DEE6FD-9D2F-4649-A63B-A1465ECBD622}" destId="{2AFBF213-3267-4B78-95BC-67B218CE8288}" srcOrd="0" destOrd="0" presId="urn:microsoft.com/office/officeart/2008/layout/IncreasingCircleProcess"/>
    <dgm:cxn modelId="{7500CB68-AF2F-4619-8CBE-68560B756039}" type="presParOf" srcId="{2AFBF213-3267-4B78-95BC-67B218CE8288}" destId="{B077CE79-26C0-46E6-9000-F799D48E3A34}" srcOrd="0" destOrd="0" presId="urn:microsoft.com/office/officeart/2008/layout/IncreasingCircleProcess"/>
    <dgm:cxn modelId="{179FB12B-1FC1-4FA5-BD2A-FA0CF9FC045D}" type="presParOf" srcId="{2AFBF213-3267-4B78-95BC-67B218CE8288}" destId="{3876902C-152F-4F7D-AAC6-ACDC2F2A5241}" srcOrd="1" destOrd="0" presId="urn:microsoft.com/office/officeart/2008/layout/IncreasingCircleProcess"/>
    <dgm:cxn modelId="{CC14DE81-F007-4FF3-876B-48CAA20C8683}" type="presParOf" srcId="{2AFBF213-3267-4B78-95BC-67B218CE8288}" destId="{E7B3E65B-CD2D-49D6-85AD-4FAB00DFE593}" srcOrd="2" destOrd="0" presId="urn:microsoft.com/office/officeart/2008/layout/IncreasingCircleProcess"/>
    <dgm:cxn modelId="{EC0B0F51-E7EB-4A74-916F-967E4D8F3DE5}" type="presParOf" srcId="{2AFBF213-3267-4B78-95BC-67B218CE8288}" destId="{7FE85C99-5F7C-42C3-9CE1-97A675D09DE4}" srcOrd="3" destOrd="0" presId="urn:microsoft.com/office/officeart/2008/layout/IncreasingCircleProcess"/>
    <dgm:cxn modelId="{1CF290D7-8D57-4DB9-A6ED-520ECCE1EDF5}" type="presParOf" srcId="{A1DEE6FD-9D2F-4649-A63B-A1465ECBD622}" destId="{618A7DEB-FF54-476C-B21F-95AA9FD69CF0}" srcOrd="1" destOrd="0" presId="urn:microsoft.com/office/officeart/2008/layout/IncreasingCircleProcess"/>
    <dgm:cxn modelId="{E4724B7A-BACB-41DF-9494-FE292CF6961B}" type="presParOf" srcId="{A1DEE6FD-9D2F-4649-A63B-A1465ECBD622}" destId="{5258299E-CD5D-4F74-A564-C891E3C7C370}" srcOrd="2" destOrd="0" presId="urn:microsoft.com/office/officeart/2008/layout/IncreasingCircleProcess"/>
    <dgm:cxn modelId="{81DD3905-B29B-4EED-A41E-8DC9BCFB691E}" type="presParOf" srcId="{5258299E-CD5D-4F74-A564-C891E3C7C370}" destId="{29A6FA68-5E28-40EE-8BE7-4848832C9780}" srcOrd="0" destOrd="0" presId="urn:microsoft.com/office/officeart/2008/layout/IncreasingCircleProcess"/>
    <dgm:cxn modelId="{BCE7A2D7-B5C0-4CB3-9322-C58F7BFB108B}" type="presParOf" srcId="{5258299E-CD5D-4F74-A564-C891E3C7C370}" destId="{5ADD1B03-735D-49EA-9079-1B63BE0794B8}" srcOrd="1" destOrd="0" presId="urn:microsoft.com/office/officeart/2008/layout/IncreasingCircleProcess"/>
    <dgm:cxn modelId="{8E00387D-4B61-4F6E-9B16-501DDA99D3BF}" type="presParOf" srcId="{5258299E-CD5D-4F74-A564-C891E3C7C370}" destId="{E899B968-94BB-4F6A-AFCB-1518956F4FE0}" srcOrd="2" destOrd="0" presId="urn:microsoft.com/office/officeart/2008/layout/IncreasingCircleProcess"/>
    <dgm:cxn modelId="{874B4761-47A6-4949-91FA-67C5C66801CD}" type="presParOf" srcId="{5258299E-CD5D-4F74-A564-C891E3C7C370}" destId="{BDE8A599-91FD-41A7-9F8F-29CD1F21E673}" srcOrd="3" destOrd="0" presId="urn:microsoft.com/office/officeart/2008/layout/IncreasingCircleProcess"/>
    <dgm:cxn modelId="{246ACF31-9AD3-4B2A-AAED-CB681B0542D9}" type="presParOf" srcId="{A1DEE6FD-9D2F-4649-A63B-A1465ECBD622}" destId="{3AF1FB8C-2D96-45DF-AA6F-671E7D2665DE}" srcOrd="3" destOrd="0" presId="urn:microsoft.com/office/officeart/2008/layout/IncreasingCircleProcess"/>
    <dgm:cxn modelId="{31A0CA7C-8F11-4922-B8E1-C18EBEC97E0A}" type="presParOf" srcId="{A1DEE6FD-9D2F-4649-A63B-A1465ECBD622}" destId="{14DDD919-1173-4718-808C-286FACC5C7B6}" srcOrd="4" destOrd="0" presId="urn:microsoft.com/office/officeart/2008/layout/IncreasingCircleProcess"/>
    <dgm:cxn modelId="{7E263BF9-2DB7-4571-B157-DB08A75667D4}" type="presParOf" srcId="{14DDD919-1173-4718-808C-286FACC5C7B6}" destId="{11C69BA7-6D07-4623-B923-0277E6909988}" srcOrd="0" destOrd="0" presId="urn:microsoft.com/office/officeart/2008/layout/IncreasingCircleProcess"/>
    <dgm:cxn modelId="{52DE9A27-BF30-467B-A748-ED784379D06E}" type="presParOf" srcId="{14DDD919-1173-4718-808C-286FACC5C7B6}" destId="{1DB9163F-22D6-4AA4-82B0-F32DD6999ED3}" srcOrd="1" destOrd="0" presId="urn:microsoft.com/office/officeart/2008/layout/IncreasingCircleProcess"/>
    <dgm:cxn modelId="{08021B8B-62BE-4241-9DF5-863883F5E3F6}" type="presParOf" srcId="{14DDD919-1173-4718-808C-286FACC5C7B6}" destId="{E324206D-D5DA-4672-BB45-1E1AD521468F}" srcOrd="2" destOrd="0" presId="urn:microsoft.com/office/officeart/2008/layout/IncreasingCircleProcess"/>
    <dgm:cxn modelId="{BD79734C-B891-4B4F-9EC0-C834A9B1E1FD}" type="presParOf" srcId="{14DDD919-1173-4718-808C-286FACC5C7B6}" destId="{7FA676EE-EBFC-473D-B52A-677F013F43E5}" srcOrd="3" destOrd="0" presId="urn:microsoft.com/office/officeart/2008/layout/IncreasingCircleProcess"/>
    <dgm:cxn modelId="{1FE00796-B9D4-492F-8651-721EB8BB68BE}" type="presParOf" srcId="{A1DEE6FD-9D2F-4649-A63B-A1465ECBD622}" destId="{5E477168-2E49-49E5-9990-47D0DE2EC8CD}" srcOrd="5" destOrd="0" presId="urn:microsoft.com/office/officeart/2008/layout/IncreasingCircleProcess"/>
    <dgm:cxn modelId="{F501F302-F606-4B51-99C8-BA57E50797A9}" type="presParOf" srcId="{A1DEE6FD-9D2F-4649-A63B-A1465ECBD622}" destId="{5896F8D0-79BE-410D-8C96-F309C2D7DB9B}" srcOrd="6" destOrd="0" presId="urn:microsoft.com/office/officeart/2008/layout/IncreasingCircleProcess"/>
    <dgm:cxn modelId="{CF27312C-2953-48E6-B023-E00174DE758C}" type="presParOf" srcId="{5896F8D0-79BE-410D-8C96-F309C2D7DB9B}" destId="{37CF2396-4E20-471D-9347-5BCACFAC1A56}" srcOrd="0" destOrd="0" presId="urn:microsoft.com/office/officeart/2008/layout/IncreasingCircleProcess"/>
    <dgm:cxn modelId="{53D64C14-BE0F-4B3C-8273-D9DE67BE8294}" type="presParOf" srcId="{5896F8D0-79BE-410D-8C96-F309C2D7DB9B}" destId="{F6DEC5AD-232D-458D-8122-B179418B28C8}" srcOrd="1" destOrd="0" presId="urn:microsoft.com/office/officeart/2008/layout/IncreasingCircleProcess"/>
    <dgm:cxn modelId="{5B062693-4179-4A39-AFB1-7E2972762562}" type="presParOf" srcId="{5896F8D0-79BE-410D-8C96-F309C2D7DB9B}" destId="{90890A34-4BFC-4B0B-ADBF-C9821D30BED9}" srcOrd="2" destOrd="0" presId="urn:microsoft.com/office/officeart/2008/layout/IncreasingCircleProcess"/>
    <dgm:cxn modelId="{429941AB-6F93-4DEE-85B3-4D4F83ADF62D}" type="presParOf" srcId="{5896F8D0-79BE-410D-8C96-F309C2D7DB9B}" destId="{1A590E3B-799F-44A1-BB5D-D9A616C9861E}" srcOrd="3" destOrd="0" presId="urn:microsoft.com/office/officeart/2008/layout/Increasing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9545C-2C45-4B51-AE83-7E372E9D0624}">
      <dsp:nvSpPr>
        <dsp:cNvPr id="0" name=""/>
        <dsp:cNvSpPr/>
      </dsp:nvSpPr>
      <dsp:spPr>
        <a:xfrm>
          <a:off x="7838035" y="656686"/>
          <a:ext cx="1739583" cy="173986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4722EF-4E48-4113-AFF6-6A266C3F299C}">
      <dsp:nvSpPr>
        <dsp:cNvPr id="0" name=""/>
        <dsp:cNvSpPr/>
      </dsp:nvSpPr>
      <dsp:spPr>
        <a:xfrm>
          <a:off x="7895435" y="714692"/>
          <a:ext cx="1623858" cy="1623856"/>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Reporting the research outcomes</a:t>
          </a:r>
        </a:p>
      </dsp:txBody>
      <dsp:txXfrm>
        <a:off x="8127811" y="946715"/>
        <a:ext cx="1160030" cy="1159810"/>
      </dsp:txXfrm>
    </dsp:sp>
    <dsp:sp modelId="{AE0306B5-6B19-46EE-A83B-7BB6F0F87804}">
      <dsp:nvSpPr>
        <dsp:cNvPr id="0" name=""/>
        <dsp:cNvSpPr/>
      </dsp:nvSpPr>
      <dsp:spPr>
        <a:xfrm rot="2700000">
          <a:off x="6039301" y="656776"/>
          <a:ext cx="1739382" cy="1739382"/>
        </a:xfrm>
        <a:prstGeom prst="teardrop">
          <a:avLst>
            <a:gd name="adj" fmla="val 100000"/>
          </a:avLst>
        </a:prstGeom>
        <a:solidFill>
          <a:schemeClr val="lt1"/>
        </a:solidFill>
        <a:ln w="19050"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sp>
    <dsp:sp modelId="{89DFAFB4-AAB7-45AE-9846-A63CC2789258}">
      <dsp:nvSpPr>
        <dsp:cNvPr id="0" name=""/>
        <dsp:cNvSpPr/>
      </dsp:nvSpPr>
      <dsp:spPr>
        <a:xfrm>
          <a:off x="6098452" y="714692"/>
          <a:ext cx="1623858" cy="1623856"/>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Analysis</a:t>
          </a:r>
        </a:p>
      </dsp:txBody>
      <dsp:txXfrm>
        <a:off x="6329902" y="946715"/>
        <a:ext cx="1160030" cy="1159810"/>
      </dsp:txXfrm>
    </dsp:sp>
    <dsp:sp modelId="{206C9E34-3BFB-411D-9EC5-7E63E813F2FE}">
      <dsp:nvSpPr>
        <dsp:cNvPr id="0" name=""/>
        <dsp:cNvSpPr/>
      </dsp:nvSpPr>
      <dsp:spPr>
        <a:xfrm rot="2700000">
          <a:off x="4242317" y="656776"/>
          <a:ext cx="1739382" cy="1739382"/>
        </a:xfrm>
        <a:prstGeom prst="teardrop">
          <a:avLst>
            <a:gd name="adj" fmla="val 100000"/>
          </a:avLst>
        </a:prstGeom>
        <a:solidFill>
          <a:schemeClr val="lt1"/>
        </a:solidFill>
        <a:ln w="19050"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sp>
    <dsp:sp modelId="{F68BC2A3-CEAC-43DF-8A1C-6674EE5D8556}">
      <dsp:nvSpPr>
        <dsp:cNvPr id="0" name=""/>
        <dsp:cNvSpPr/>
      </dsp:nvSpPr>
      <dsp:spPr>
        <a:xfrm>
          <a:off x="4300542" y="714692"/>
          <a:ext cx="1623858" cy="1623856"/>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Data collection methods</a:t>
          </a:r>
        </a:p>
      </dsp:txBody>
      <dsp:txXfrm>
        <a:off x="4531993" y="946715"/>
        <a:ext cx="1160030" cy="1159810"/>
      </dsp:txXfrm>
    </dsp:sp>
    <dsp:sp modelId="{B9B65001-281A-4533-BFC5-94E575F0D4A3}">
      <dsp:nvSpPr>
        <dsp:cNvPr id="0" name=""/>
        <dsp:cNvSpPr/>
      </dsp:nvSpPr>
      <dsp:spPr>
        <a:xfrm rot="2700000">
          <a:off x="2444408" y="656776"/>
          <a:ext cx="1739382" cy="1739382"/>
        </a:xfrm>
        <a:prstGeom prst="teardrop">
          <a:avLst>
            <a:gd name="adj" fmla="val 100000"/>
          </a:avLst>
        </a:prstGeom>
        <a:solidFill>
          <a:schemeClr val="lt1"/>
        </a:solidFill>
        <a:ln w="19050"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sp>
    <dsp:sp modelId="{B5A88F9F-50AB-46C0-9BD1-65FEBBD6DCAF}">
      <dsp:nvSpPr>
        <dsp:cNvPr id="0" name=""/>
        <dsp:cNvSpPr/>
      </dsp:nvSpPr>
      <dsp:spPr>
        <a:xfrm>
          <a:off x="2502633" y="714692"/>
          <a:ext cx="1623858" cy="1623856"/>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Hypothesis</a:t>
          </a:r>
        </a:p>
      </dsp:txBody>
      <dsp:txXfrm>
        <a:off x="2735010" y="946715"/>
        <a:ext cx="1160030" cy="1159810"/>
      </dsp:txXfrm>
    </dsp:sp>
    <dsp:sp modelId="{06A5BCEC-949F-4EFB-9507-23D02A79E9B5}">
      <dsp:nvSpPr>
        <dsp:cNvPr id="0" name=""/>
        <dsp:cNvSpPr/>
      </dsp:nvSpPr>
      <dsp:spPr>
        <a:xfrm rot="2700000">
          <a:off x="646499" y="656776"/>
          <a:ext cx="1739382" cy="1739382"/>
        </a:xfrm>
        <a:prstGeom prst="teardrop">
          <a:avLst>
            <a:gd name="adj" fmla="val 100000"/>
          </a:avLst>
        </a:prstGeom>
        <a:solidFill>
          <a:schemeClr val="accent2"/>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8A9946-0D7B-474C-BDEC-1AA36A27FE5D}">
      <dsp:nvSpPr>
        <dsp:cNvPr id="0" name=""/>
        <dsp:cNvSpPr/>
      </dsp:nvSpPr>
      <dsp:spPr>
        <a:xfrm>
          <a:off x="704724" y="714692"/>
          <a:ext cx="1623858" cy="1623856"/>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Usability testing goal – research question</a:t>
          </a:r>
        </a:p>
      </dsp:txBody>
      <dsp:txXfrm>
        <a:off x="937101" y="946715"/>
        <a:ext cx="1160030" cy="1159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BE3BB-1852-4096-A22D-84F0E3627CF1}">
      <dsp:nvSpPr>
        <dsp:cNvPr id="0" name=""/>
        <dsp:cNvSpPr/>
      </dsp:nvSpPr>
      <dsp:spPr>
        <a:xfrm>
          <a:off x="3976901" y="216066"/>
          <a:ext cx="835729" cy="557153"/>
        </a:xfrm>
        <a:prstGeom prst="roundRect">
          <a:avLst>
            <a:gd name="adj" fmla="val 10000"/>
          </a:avLst>
        </a:prstGeom>
        <a:solidFill>
          <a:schemeClr val="accent5">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Statistical variables</a:t>
          </a:r>
        </a:p>
      </dsp:txBody>
      <dsp:txXfrm>
        <a:off x="3993219" y="232384"/>
        <a:ext cx="803093" cy="524517"/>
      </dsp:txXfrm>
    </dsp:sp>
    <dsp:sp modelId="{91DBBF10-268A-4080-85F3-347BD5322837}">
      <dsp:nvSpPr>
        <dsp:cNvPr id="0" name=""/>
        <dsp:cNvSpPr/>
      </dsp:nvSpPr>
      <dsp:spPr>
        <a:xfrm>
          <a:off x="2100406" y="773219"/>
          <a:ext cx="2294359" cy="175330"/>
        </a:xfrm>
        <a:custGeom>
          <a:avLst/>
          <a:gdLst/>
          <a:ahLst/>
          <a:cxnLst/>
          <a:rect l="0" t="0" r="0" b="0"/>
          <a:pathLst>
            <a:path>
              <a:moveTo>
                <a:pt x="2294359" y="0"/>
              </a:moveTo>
              <a:lnTo>
                <a:pt x="2294359" y="87665"/>
              </a:lnTo>
              <a:lnTo>
                <a:pt x="0" y="87665"/>
              </a:lnTo>
              <a:lnTo>
                <a:pt x="0" y="175330"/>
              </a:lnTo>
            </a:path>
          </a:pathLst>
        </a:custGeom>
        <a:noFill/>
        <a:ln w="1905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F58A6C-4AC2-488B-B5E1-5A2CAAD16D98}">
      <dsp:nvSpPr>
        <dsp:cNvPr id="0" name=""/>
        <dsp:cNvSpPr/>
      </dsp:nvSpPr>
      <dsp:spPr>
        <a:xfrm>
          <a:off x="1552431" y="948550"/>
          <a:ext cx="1095951" cy="557153"/>
        </a:xfrm>
        <a:prstGeom prst="roundRect">
          <a:avLst>
            <a:gd name="adj" fmla="val 10000"/>
          </a:avLst>
        </a:prstGeom>
        <a:solidFill>
          <a:schemeClr val="accent2">
            <a:lumMod val="5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Qualitative</a:t>
          </a:r>
        </a:p>
      </dsp:txBody>
      <dsp:txXfrm>
        <a:off x="1568749" y="964868"/>
        <a:ext cx="1063315" cy="524517"/>
      </dsp:txXfrm>
    </dsp:sp>
    <dsp:sp modelId="{A682F8BB-6B23-4109-9E4E-7D092D57E4B1}">
      <dsp:nvSpPr>
        <dsp:cNvPr id="0" name=""/>
        <dsp:cNvSpPr/>
      </dsp:nvSpPr>
      <dsp:spPr>
        <a:xfrm>
          <a:off x="954617" y="1505703"/>
          <a:ext cx="1145789" cy="222861"/>
        </a:xfrm>
        <a:custGeom>
          <a:avLst/>
          <a:gdLst/>
          <a:ahLst/>
          <a:cxnLst/>
          <a:rect l="0" t="0" r="0" b="0"/>
          <a:pathLst>
            <a:path>
              <a:moveTo>
                <a:pt x="1145789" y="0"/>
              </a:moveTo>
              <a:lnTo>
                <a:pt x="1145789" y="111430"/>
              </a:lnTo>
              <a:lnTo>
                <a:pt x="0" y="111430"/>
              </a:lnTo>
              <a:lnTo>
                <a:pt x="0"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474C24-2EF7-42A4-BE35-7688333870E3}">
      <dsp:nvSpPr>
        <dsp:cNvPr id="0" name=""/>
        <dsp:cNvSpPr/>
      </dsp:nvSpPr>
      <dsp:spPr>
        <a:xfrm>
          <a:off x="536752" y="1728564"/>
          <a:ext cx="835729" cy="557153"/>
        </a:xfrm>
        <a:prstGeom prst="roundRect">
          <a:avLst>
            <a:gd name="adj" fmla="val 10000"/>
          </a:avLst>
        </a:prstGeom>
        <a:solidFill>
          <a:schemeClr val="accent2">
            <a:lumMod val="75000"/>
          </a:schemeClr>
        </a:solidFill>
        <a:ln w="19050" cap="flat" cmpd="sng" algn="ctr">
          <a:solidFill>
            <a:srgbClr val="FFFFFF">
              <a:alpha val="2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Nominal</a:t>
          </a:r>
        </a:p>
      </dsp:txBody>
      <dsp:txXfrm>
        <a:off x="553070" y="1744882"/>
        <a:ext cx="803093" cy="524517"/>
      </dsp:txXfrm>
    </dsp:sp>
    <dsp:sp modelId="{F3A1C37C-EEC6-45F3-900F-8B634FF129D5}">
      <dsp:nvSpPr>
        <dsp:cNvPr id="0" name=""/>
        <dsp:cNvSpPr/>
      </dsp:nvSpPr>
      <dsp:spPr>
        <a:xfrm>
          <a:off x="908897"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1A0E37-9D8F-4D49-9421-339F33010593}">
      <dsp:nvSpPr>
        <dsp:cNvPr id="0" name=""/>
        <dsp:cNvSpPr/>
      </dsp:nvSpPr>
      <dsp:spPr>
        <a:xfrm>
          <a:off x="2983" y="2508579"/>
          <a:ext cx="1903266" cy="2246765"/>
        </a:xfrm>
        <a:prstGeom prst="roundRect">
          <a:avLst>
            <a:gd name="adj" fmla="val 10000"/>
          </a:avLst>
        </a:prstGeom>
        <a:solidFill>
          <a:schemeClr val="accent2">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300"/>
            </a:spcAft>
            <a:buNone/>
          </a:pPr>
          <a:r>
            <a:rPr lang="en-GB" sz="1400" kern="1200" dirty="0">
              <a:latin typeface="+mn-lt"/>
            </a:rPr>
            <a:t>The attribute can be named</a:t>
          </a:r>
        </a:p>
        <a:p>
          <a:pPr marL="0" lvl="0" indent="0" algn="ctr" defTabSz="622300">
            <a:lnSpc>
              <a:spcPct val="100000"/>
            </a:lnSpc>
            <a:spcBef>
              <a:spcPct val="0"/>
            </a:spcBef>
            <a:spcAft>
              <a:spcPts val="300"/>
            </a:spcAft>
            <a:buNone/>
          </a:pPr>
          <a:r>
            <a:rPr lang="en-GB" sz="1400" b="1" kern="1200" dirty="0">
              <a:highlight>
                <a:srgbClr val="000080"/>
              </a:highlight>
              <a:latin typeface="+mn-lt"/>
            </a:rPr>
            <a:t>In UX</a:t>
          </a:r>
        </a:p>
        <a:p>
          <a:pPr marL="0" lvl="0" indent="0" algn="ctr" defTabSz="622300">
            <a:lnSpc>
              <a:spcPct val="100000"/>
            </a:lnSpc>
            <a:spcBef>
              <a:spcPct val="0"/>
            </a:spcBef>
            <a:spcAft>
              <a:spcPts val="300"/>
            </a:spcAft>
            <a:buNone/>
          </a:pPr>
          <a:r>
            <a:rPr lang="en-GB" sz="1400" kern="1200" dirty="0">
              <a:solidFill>
                <a:prstClr val="black">
                  <a:lumMod val="85000"/>
                  <a:lumOff val="15000"/>
                </a:prstClr>
              </a:solidFill>
              <a:latin typeface="Tw Cen MT"/>
              <a:ea typeface="+mn-ea"/>
              <a:cs typeface="+mn-cs"/>
            </a:rPr>
            <a:t>Gender</a:t>
          </a:r>
        </a:p>
        <a:p>
          <a:pPr marL="0" lvl="0" indent="0" algn="ctr" defTabSz="622300">
            <a:lnSpc>
              <a:spcPct val="100000"/>
            </a:lnSpc>
            <a:spcBef>
              <a:spcPct val="0"/>
            </a:spcBef>
            <a:spcAft>
              <a:spcPts val="300"/>
            </a:spcAft>
            <a:buNone/>
          </a:pPr>
          <a:r>
            <a:rPr lang="en-GB" sz="1400" kern="1200" dirty="0">
              <a:solidFill>
                <a:schemeClr val="tx1">
                  <a:lumMod val="85000"/>
                  <a:lumOff val="15000"/>
                </a:schemeClr>
              </a:solidFill>
              <a:latin typeface="+mn-lt"/>
            </a:rPr>
            <a:t>Type of users (OS/Windows)</a:t>
          </a:r>
        </a:p>
        <a:p>
          <a:pPr marL="0" lvl="0" indent="0" algn="ctr" defTabSz="622300">
            <a:lnSpc>
              <a:spcPct val="100000"/>
            </a:lnSpc>
            <a:spcBef>
              <a:spcPct val="0"/>
            </a:spcBef>
            <a:spcAft>
              <a:spcPts val="300"/>
            </a:spcAft>
            <a:buNone/>
          </a:pPr>
          <a:r>
            <a:rPr lang="en-GB" sz="1400" kern="1200" dirty="0">
              <a:solidFill>
                <a:schemeClr val="tx1">
                  <a:lumMod val="85000"/>
                  <a:lumOff val="15000"/>
                </a:schemeClr>
              </a:solidFill>
              <a:latin typeface="+mn-lt"/>
            </a:rPr>
            <a:t>Users in different geographical locations</a:t>
          </a:r>
        </a:p>
        <a:p>
          <a:pPr marL="0" lvl="0" indent="0" algn="ctr" defTabSz="622300">
            <a:lnSpc>
              <a:spcPct val="100000"/>
            </a:lnSpc>
            <a:spcBef>
              <a:spcPct val="0"/>
            </a:spcBef>
            <a:spcAft>
              <a:spcPts val="300"/>
            </a:spcAft>
            <a:buNone/>
          </a:pPr>
          <a:endParaRPr lang="en-GB" sz="1400" kern="1200" dirty="0">
            <a:latin typeface="+mn-lt"/>
          </a:endParaRPr>
        </a:p>
      </dsp:txBody>
      <dsp:txXfrm>
        <a:off x="58728" y="2564324"/>
        <a:ext cx="1791776" cy="2135275"/>
      </dsp:txXfrm>
    </dsp:sp>
    <dsp:sp modelId="{2597C8BD-566B-4C8D-A06C-9EE41F8047A2}">
      <dsp:nvSpPr>
        <dsp:cNvPr id="0" name=""/>
        <dsp:cNvSpPr/>
      </dsp:nvSpPr>
      <dsp:spPr>
        <a:xfrm>
          <a:off x="2100406" y="1505703"/>
          <a:ext cx="1145789" cy="222861"/>
        </a:xfrm>
        <a:custGeom>
          <a:avLst/>
          <a:gdLst/>
          <a:ahLst/>
          <a:cxnLst/>
          <a:rect l="0" t="0" r="0" b="0"/>
          <a:pathLst>
            <a:path>
              <a:moveTo>
                <a:pt x="0" y="0"/>
              </a:moveTo>
              <a:lnTo>
                <a:pt x="0" y="111430"/>
              </a:lnTo>
              <a:lnTo>
                <a:pt x="1145789" y="111430"/>
              </a:lnTo>
              <a:lnTo>
                <a:pt x="1145789"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0B45D8-9A74-4F7C-A0C8-4A1C944F2B57}">
      <dsp:nvSpPr>
        <dsp:cNvPr id="0" name=""/>
        <dsp:cNvSpPr/>
      </dsp:nvSpPr>
      <dsp:spPr>
        <a:xfrm>
          <a:off x="2828331" y="1728564"/>
          <a:ext cx="835729" cy="557153"/>
        </a:xfrm>
        <a:prstGeom prst="roundRect">
          <a:avLst>
            <a:gd name="adj" fmla="val 10000"/>
          </a:avLst>
        </a:prstGeom>
        <a:solidFill>
          <a:schemeClr val="accent2">
            <a:lumMod val="75000"/>
          </a:schemeClr>
        </a:solidFill>
        <a:ln w="19050" cap="flat" cmpd="sng" algn="ctr">
          <a:solidFill>
            <a:srgbClr val="FFFFFF">
              <a:alpha val="2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Ordinal</a:t>
          </a:r>
        </a:p>
      </dsp:txBody>
      <dsp:txXfrm>
        <a:off x="2844649" y="1744882"/>
        <a:ext cx="803093" cy="524517"/>
      </dsp:txXfrm>
    </dsp:sp>
    <dsp:sp modelId="{4E27C482-4790-4357-9C43-03DD9BD6E5AA}">
      <dsp:nvSpPr>
        <dsp:cNvPr id="0" name=""/>
        <dsp:cNvSpPr/>
      </dsp:nvSpPr>
      <dsp:spPr>
        <a:xfrm>
          <a:off x="3200476"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1C6D03-4B95-434C-8FD7-44F2DA7F752B}">
      <dsp:nvSpPr>
        <dsp:cNvPr id="0" name=""/>
        <dsp:cNvSpPr/>
      </dsp:nvSpPr>
      <dsp:spPr>
        <a:xfrm>
          <a:off x="2156969" y="2508579"/>
          <a:ext cx="2178455" cy="2246765"/>
        </a:xfrm>
        <a:prstGeom prst="roundRect">
          <a:avLst>
            <a:gd name="adj" fmla="val 10000"/>
          </a:avLst>
        </a:prstGeom>
        <a:solidFill>
          <a:schemeClr val="accent2">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300"/>
            </a:spcAft>
            <a:buNone/>
          </a:pPr>
          <a:r>
            <a:rPr lang="en-GB" sz="1400" kern="1200" dirty="0">
              <a:latin typeface="+mn-lt"/>
            </a:rPr>
            <a:t>The attribute can be ordered/organized in a certain way</a:t>
          </a:r>
        </a:p>
        <a:p>
          <a:pPr marL="0" lvl="0" indent="0" algn="ctr" defTabSz="622300">
            <a:lnSpc>
              <a:spcPct val="100000"/>
            </a:lnSpc>
            <a:spcBef>
              <a:spcPct val="0"/>
            </a:spcBef>
            <a:spcAft>
              <a:spcPts val="300"/>
            </a:spcAft>
            <a:buNone/>
          </a:pPr>
          <a:r>
            <a:rPr lang="en-GB" sz="1400" kern="1200" dirty="0">
              <a:latin typeface="+mn-lt"/>
            </a:rPr>
            <a:t>Study level</a:t>
          </a:r>
        </a:p>
        <a:p>
          <a:pPr marL="0" lvl="0" indent="0" algn="ctr" defTabSz="622300">
            <a:lnSpc>
              <a:spcPct val="100000"/>
            </a:lnSpc>
            <a:spcBef>
              <a:spcPct val="0"/>
            </a:spcBef>
            <a:spcAft>
              <a:spcPts val="300"/>
            </a:spcAft>
            <a:buNone/>
          </a:pPr>
          <a:r>
            <a:rPr lang="en-GB" sz="1400" b="1" kern="1200" dirty="0">
              <a:highlight>
                <a:srgbClr val="000080"/>
              </a:highlight>
              <a:latin typeface="+mn-lt"/>
            </a:rPr>
            <a:t>In UX</a:t>
          </a:r>
          <a:endParaRPr lang="en-GB" sz="1400" kern="1200" dirty="0">
            <a:highlight>
              <a:srgbClr val="000080"/>
            </a:highlight>
            <a:latin typeface="+mn-lt"/>
          </a:endParaRPr>
        </a:p>
        <a:p>
          <a:pPr marL="0" lvl="0" indent="0" algn="ctr" defTabSz="622300">
            <a:lnSpc>
              <a:spcPct val="100000"/>
            </a:lnSpc>
            <a:spcBef>
              <a:spcPct val="0"/>
            </a:spcBef>
            <a:spcAft>
              <a:spcPts val="300"/>
            </a:spcAft>
            <a:buNone/>
          </a:pPr>
          <a:r>
            <a:rPr lang="en-GB" sz="1400" kern="1200" dirty="0">
              <a:solidFill>
                <a:schemeClr val="tx1">
                  <a:lumMod val="85000"/>
                  <a:lumOff val="15000"/>
                </a:schemeClr>
              </a:solidFill>
              <a:latin typeface="+mn-lt"/>
            </a:rPr>
            <a:t>Ranked data (rank the 3 designs from 1</a:t>
          </a:r>
          <a:r>
            <a:rPr lang="en-GB" sz="1400" kern="1200" baseline="30000" dirty="0">
              <a:solidFill>
                <a:schemeClr val="tx1">
                  <a:lumMod val="85000"/>
                  <a:lumOff val="15000"/>
                </a:schemeClr>
              </a:solidFill>
              <a:latin typeface="+mn-lt"/>
            </a:rPr>
            <a:t>st</a:t>
          </a:r>
          <a:r>
            <a:rPr lang="en-GB" sz="1400" kern="1200" dirty="0">
              <a:solidFill>
                <a:schemeClr val="tx1">
                  <a:lumMod val="85000"/>
                  <a:lumOff val="15000"/>
                </a:schemeClr>
              </a:solidFill>
              <a:latin typeface="+mn-lt"/>
            </a:rPr>
            <a:t> preference, 2</a:t>
          </a:r>
          <a:r>
            <a:rPr lang="en-GB" sz="1400" kern="1200" baseline="30000" dirty="0">
              <a:solidFill>
                <a:schemeClr val="tx1">
                  <a:lumMod val="85000"/>
                  <a:lumOff val="15000"/>
                </a:schemeClr>
              </a:solidFill>
              <a:latin typeface="+mn-lt"/>
            </a:rPr>
            <a:t>nd</a:t>
          </a:r>
          <a:r>
            <a:rPr lang="en-GB" sz="1400" kern="1200" dirty="0">
              <a:solidFill>
                <a:schemeClr val="tx1">
                  <a:lumMod val="85000"/>
                  <a:lumOff val="15000"/>
                </a:schemeClr>
              </a:solidFill>
              <a:latin typeface="+mn-lt"/>
            </a:rPr>
            <a:t> preference, 3</a:t>
          </a:r>
          <a:r>
            <a:rPr lang="en-GB" sz="1400" kern="1200" baseline="30000" dirty="0">
              <a:solidFill>
                <a:schemeClr val="tx1">
                  <a:lumMod val="85000"/>
                  <a:lumOff val="15000"/>
                </a:schemeClr>
              </a:solidFill>
              <a:latin typeface="+mn-lt"/>
            </a:rPr>
            <a:t>rd</a:t>
          </a:r>
          <a:r>
            <a:rPr lang="en-GB" sz="1400" kern="1200" dirty="0">
              <a:solidFill>
                <a:schemeClr val="tx1">
                  <a:lumMod val="85000"/>
                  <a:lumOff val="15000"/>
                </a:schemeClr>
              </a:solidFill>
              <a:latin typeface="+mn-lt"/>
            </a:rPr>
            <a:t> preference)</a:t>
          </a:r>
        </a:p>
      </dsp:txBody>
      <dsp:txXfrm>
        <a:off x="2220774" y="2572384"/>
        <a:ext cx="2050845" cy="2119155"/>
      </dsp:txXfrm>
    </dsp:sp>
    <dsp:sp modelId="{3726E158-2DE8-49DB-9146-CE00D987DA92}">
      <dsp:nvSpPr>
        <dsp:cNvPr id="0" name=""/>
        <dsp:cNvSpPr/>
      </dsp:nvSpPr>
      <dsp:spPr>
        <a:xfrm>
          <a:off x="4394766" y="773219"/>
          <a:ext cx="2316138" cy="175330"/>
        </a:xfrm>
        <a:custGeom>
          <a:avLst/>
          <a:gdLst/>
          <a:ahLst/>
          <a:cxnLst/>
          <a:rect l="0" t="0" r="0" b="0"/>
          <a:pathLst>
            <a:path>
              <a:moveTo>
                <a:pt x="0" y="0"/>
              </a:moveTo>
              <a:lnTo>
                <a:pt x="0" y="87665"/>
              </a:lnTo>
              <a:lnTo>
                <a:pt x="2316138" y="87665"/>
              </a:lnTo>
              <a:lnTo>
                <a:pt x="2316138" y="175330"/>
              </a:lnTo>
            </a:path>
          </a:pathLst>
        </a:custGeom>
        <a:noFill/>
        <a:ln w="1905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04445E-F1B3-404A-A316-FA150FA65BFD}">
      <dsp:nvSpPr>
        <dsp:cNvPr id="0" name=""/>
        <dsp:cNvSpPr/>
      </dsp:nvSpPr>
      <dsp:spPr>
        <a:xfrm>
          <a:off x="6128430" y="948550"/>
          <a:ext cx="1164948" cy="557153"/>
        </a:xfrm>
        <a:prstGeom prst="roundRect">
          <a:avLst>
            <a:gd name="adj" fmla="val 10000"/>
          </a:avLst>
        </a:prstGeom>
        <a:solidFill>
          <a:schemeClr val="accent1">
            <a:lumMod val="5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Quantitative</a:t>
          </a:r>
        </a:p>
      </dsp:txBody>
      <dsp:txXfrm>
        <a:off x="6144748" y="964868"/>
        <a:ext cx="1132312" cy="524517"/>
      </dsp:txXfrm>
    </dsp:sp>
    <dsp:sp modelId="{E9E40E88-E2A1-4EF5-BE95-A989B4B34743}">
      <dsp:nvSpPr>
        <dsp:cNvPr id="0" name=""/>
        <dsp:cNvSpPr/>
      </dsp:nvSpPr>
      <dsp:spPr>
        <a:xfrm>
          <a:off x="5568076" y="1505703"/>
          <a:ext cx="1142829" cy="222861"/>
        </a:xfrm>
        <a:custGeom>
          <a:avLst/>
          <a:gdLst/>
          <a:ahLst/>
          <a:cxnLst/>
          <a:rect l="0" t="0" r="0" b="0"/>
          <a:pathLst>
            <a:path>
              <a:moveTo>
                <a:pt x="1142829" y="0"/>
              </a:moveTo>
              <a:lnTo>
                <a:pt x="1142829" y="111430"/>
              </a:lnTo>
              <a:lnTo>
                <a:pt x="0" y="111430"/>
              </a:lnTo>
              <a:lnTo>
                <a:pt x="0"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DD8A71-8F87-4FFE-9C33-CCAFB2A35CC1}">
      <dsp:nvSpPr>
        <dsp:cNvPr id="0" name=""/>
        <dsp:cNvSpPr/>
      </dsp:nvSpPr>
      <dsp:spPr>
        <a:xfrm>
          <a:off x="5063462" y="1728564"/>
          <a:ext cx="1009227" cy="557153"/>
        </a:xfrm>
        <a:prstGeom prst="roundRect">
          <a:avLst>
            <a:gd name="adj" fmla="val 10000"/>
          </a:avLst>
        </a:prstGeom>
        <a:solidFill>
          <a:schemeClr val="accent1">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Interval</a:t>
          </a:r>
        </a:p>
      </dsp:txBody>
      <dsp:txXfrm>
        <a:off x="5079780" y="1744882"/>
        <a:ext cx="976591" cy="524517"/>
      </dsp:txXfrm>
    </dsp:sp>
    <dsp:sp modelId="{0DD0E0D5-E40D-45CA-BCE4-3DF5EE1BD9A9}">
      <dsp:nvSpPr>
        <dsp:cNvPr id="0" name=""/>
        <dsp:cNvSpPr/>
      </dsp:nvSpPr>
      <dsp:spPr>
        <a:xfrm>
          <a:off x="5522356"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849AEF-7D9B-4F94-A3DE-C417528ECFEC}">
      <dsp:nvSpPr>
        <dsp:cNvPr id="0" name=""/>
        <dsp:cNvSpPr/>
      </dsp:nvSpPr>
      <dsp:spPr>
        <a:xfrm>
          <a:off x="4586143" y="2508579"/>
          <a:ext cx="1963865" cy="2246765"/>
        </a:xfrm>
        <a:prstGeom prst="roundRect">
          <a:avLst>
            <a:gd name="adj" fmla="val 10000"/>
          </a:avLst>
        </a:prstGeom>
        <a:solidFill>
          <a:schemeClr val="accent1">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200"/>
            </a:spcAft>
            <a:buNone/>
          </a:pPr>
          <a:r>
            <a:rPr lang="en-GB" sz="1400" kern="1200" dirty="0">
              <a:solidFill>
                <a:prstClr val="white"/>
              </a:solidFill>
              <a:latin typeface="+mn-lt"/>
              <a:ea typeface="+mn-ea"/>
              <a:cs typeface="+mn-cs"/>
            </a:rPr>
            <a:t>Ordered data where the differences between the values are meaningful</a:t>
          </a:r>
        </a:p>
        <a:p>
          <a:pPr marL="0" lvl="0" indent="0" algn="ctr" defTabSz="622300">
            <a:lnSpc>
              <a:spcPct val="100000"/>
            </a:lnSpc>
            <a:spcBef>
              <a:spcPct val="0"/>
            </a:spcBef>
            <a:spcAft>
              <a:spcPts val="200"/>
            </a:spcAft>
            <a:buNone/>
          </a:pPr>
          <a:r>
            <a:rPr lang="en-GB" sz="1400" b="1" kern="1200" dirty="0">
              <a:solidFill>
                <a:prstClr val="white"/>
              </a:solidFill>
              <a:latin typeface="+mn-lt"/>
              <a:ea typeface="+mn-ea"/>
              <a:cs typeface="+mn-cs"/>
            </a:rPr>
            <a:t>No absolute 0</a:t>
          </a:r>
        </a:p>
        <a:p>
          <a:pPr marL="0" lvl="0" indent="0" algn="ctr" defTabSz="622300">
            <a:lnSpc>
              <a:spcPct val="100000"/>
            </a:lnSpc>
            <a:spcBef>
              <a:spcPct val="0"/>
            </a:spcBef>
            <a:spcAft>
              <a:spcPts val="200"/>
            </a:spcAft>
            <a:buNone/>
          </a:pPr>
          <a:r>
            <a:rPr lang="en-GB" sz="1400" b="1" kern="1200" dirty="0">
              <a:highlight>
                <a:srgbClr val="000080"/>
              </a:highlight>
              <a:latin typeface="+mn-lt"/>
            </a:rPr>
            <a:t>In UX</a:t>
          </a:r>
          <a:endParaRPr lang="en-GB" sz="1400" b="1" kern="1200" dirty="0">
            <a:solidFill>
              <a:prstClr val="white"/>
            </a:solidFill>
            <a:highlight>
              <a:srgbClr val="000080"/>
            </a:highlight>
            <a:latin typeface="+mn-lt"/>
            <a:ea typeface="+mn-ea"/>
            <a:cs typeface="+mn-cs"/>
          </a:endParaRP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Number of Children</a:t>
          </a: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Number of cars</a:t>
          </a: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Number of subjects</a:t>
          </a: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Scale values</a:t>
          </a:r>
        </a:p>
      </dsp:txBody>
      <dsp:txXfrm>
        <a:off x="4643663" y="2566099"/>
        <a:ext cx="1848825" cy="2131725"/>
      </dsp:txXfrm>
    </dsp:sp>
    <dsp:sp modelId="{8A15323D-FD4A-444D-9BFB-D8B5854A0532}">
      <dsp:nvSpPr>
        <dsp:cNvPr id="0" name=""/>
        <dsp:cNvSpPr/>
      </dsp:nvSpPr>
      <dsp:spPr>
        <a:xfrm>
          <a:off x="6710905" y="1505703"/>
          <a:ext cx="1133615" cy="222861"/>
        </a:xfrm>
        <a:custGeom>
          <a:avLst/>
          <a:gdLst/>
          <a:ahLst/>
          <a:cxnLst/>
          <a:rect l="0" t="0" r="0" b="0"/>
          <a:pathLst>
            <a:path>
              <a:moveTo>
                <a:pt x="0" y="0"/>
              </a:moveTo>
              <a:lnTo>
                <a:pt x="0" y="111430"/>
              </a:lnTo>
              <a:lnTo>
                <a:pt x="1133615" y="111430"/>
              </a:lnTo>
              <a:lnTo>
                <a:pt x="1133615"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28C98A-2340-46BD-BC20-5DCFC4AFC7D9}">
      <dsp:nvSpPr>
        <dsp:cNvPr id="0" name=""/>
        <dsp:cNvSpPr/>
      </dsp:nvSpPr>
      <dsp:spPr>
        <a:xfrm>
          <a:off x="7330693" y="1728564"/>
          <a:ext cx="1027655" cy="557153"/>
        </a:xfrm>
        <a:prstGeom prst="roundRect">
          <a:avLst>
            <a:gd name="adj" fmla="val 10000"/>
          </a:avLst>
        </a:prstGeom>
        <a:solidFill>
          <a:schemeClr val="accent1">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Ratio</a:t>
          </a:r>
        </a:p>
      </dsp:txBody>
      <dsp:txXfrm>
        <a:off x="7347011" y="1744882"/>
        <a:ext cx="995019" cy="524517"/>
      </dsp:txXfrm>
    </dsp:sp>
    <dsp:sp modelId="{EE27A6E1-3F6E-4D8B-B2C9-CA67DF0CC76D}">
      <dsp:nvSpPr>
        <dsp:cNvPr id="0" name=""/>
        <dsp:cNvSpPr/>
      </dsp:nvSpPr>
      <dsp:spPr>
        <a:xfrm>
          <a:off x="7798800"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61660D-A743-4989-85E6-E2DCCBF994F9}">
      <dsp:nvSpPr>
        <dsp:cNvPr id="0" name=""/>
        <dsp:cNvSpPr/>
      </dsp:nvSpPr>
      <dsp:spPr>
        <a:xfrm>
          <a:off x="6800727" y="2508579"/>
          <a:ext cx="2087586" cy="2262922"/>
        </a:xfrm>
        <a:prstGeom prst="roundRect">
          <a:avLst>
            <a:gd name="adj" fmla="val 10000"/>
          </a:avLst>
        </a:prstGeom>
        <a:solidFill>
          <a:schemeClr val="accent1">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300"/>
            </a:spcAft>
            <a:buNone/>
          </a:pPr>
          <a:r>
            <a:rPr lang="en-GB" sz="1400" kern="1200" dirty="0">
              <a:solidFill>
                <a:prstClr val="white"/>
              </a:solidFill>
              <a:latin typeface="+mn-lt"/>
              <a:ea typeface="+mn-ea"/>
              <a:cs typeface="+mn-cs"/>
            </a:rPr>
            <a:t>Ordered data where the differences between the values are meaningful</a:t>
          </a:r>
        </a:p>
        <a:p>
          <a:pPr marL="0" lvl="0" indent="0" algn="ctr" defTabSz="622300">
            <a:lnSpc>
              <a:spcPct val="100000"/>
            </a:lnSpc>
            <a:spcBef>
              <a:spcPct val="0"/>
            </a:spcBef>
            <a:spcAft>
              <a:spcPts val="300"/>
            </a:spcAft>
            <a:buNone/>
          </a:pPr>
          <a:r>
            <a:rPr lang="en-GB" sz="1400" b="1" kern="1200" dirty="0">
              <a:solidFill>
                <a:prstClr val="white"/>
              </a:solidFill>
              <a:latin typeface="+mn-lt"/>
              <a:ea typeface="+mn-ea"/>
              <a:cs typeface="+mn-cs"/>
            </a:rPr>
            <a:t>There is an absolute 0</a:t>
          </a:r>
        </a:p>
        <a:p>
          <a:pPr marL="0" lvl="0" indent="0" algn="ctr" defTabSz="622300">
            <a:lnSpc>
              <a:spcPct val="100000"/>
            </a:lnSpc>
            <a:spcBef>
              <a:spcPct val="0"/>
            </a:spcBef>
            <a:spcAft>
              <a:spcPts val="300"/>
            </a:spcAft>
            <a:buNone/>
          </a:pPr>
          <a:r>
            <a:rPr lang="en-GB" sz="1400" b="1" kern="1200" dirty="0">
              <a:highlight>
                <a:srgbClr val="000080"/>
              </a:highlight>
              <a:latin typeface="+mn-lt"/>
            </a:rPr>
            <a:t>In UX</a:t>
          </a:r>
          <a:endParaRPr lang="en-GB" sz="1400" b="1" kern="1200" dirty="0">
            <a:solidFill>
              <a:prstClr val="white"/>
            </a:solidFill>
            <a:highlight>
              <a:srgbClr val="000080"/>
            </a:highlight>
            <a:latin typeface="+mn-lt"/>
            <a:ea typeface="+mn-ea"/>
            <a:cs typeface="+mn-cs"/>
          </a:endParaRPr>
        </a:p>
        <a:p>
          <a:pPr marL="0" lvl="0" indent="0" algn="ctr" defTabSz="622300">
            <a:lnSpc>
              <a:spcPct val="100000"/>
            </a:lnSpc>
            <a:spcBef>
              <a:spcPct val="0"/>
            </a:spcBef>
            <a:spcAft>
              <a:spcPts val="300"/>
            </a:spcAft>
            <a:buNone/>
          </a:pPr>
          <a:r>
            <a:rPr lang="en-GB" sz="1400" b="0" kern="1200" dirty="0">
              <a:solidFill>
                <a:schemeClr val="tx1">
                  <a:lumMod val="85000"/>
                  <a:lumOff val="15000"/>
                </a:schemeClr>
              </a:solidFill>
              <a:latin typeface="+mn-lt"/>
              <a:ea typeface="+mn-ea"/>
              <a:cs typeface="+mn-cs"/>
            </a:rPr>
            <a:t>Time</a:t>
          </a:r>
        </a:p>
        <a:p>
          <a:pPr marL="0" lvl="0" indent="0" algn="ctr" defTabSz="622300">
            <a:lnSpc>
              <a:spcPct val="100000"/>
            </a:lnSpc>
            <a:spcBef>
              <a:spcPct val="0"/>
            </a:spcBef>
            <a:spcAft>
              <a:spcPts val="300"/>
            </a:spcAft>
            <a:buNone/>
          </a:pPr>
          <a:r>
            <a:rPr lang="en-GB" sz="1400" b="0" kern="1200" dirty="0">
              <a:solidFill>
                <a:schemeClr val="tx1">
                  <a:lumMod val="85000"/>
                  <a:lumOff val="15000"/>
                </a:schemeClr>
              </a:solidFill>
              <a:latin typeface="+mn-lt"/>
              <a:ea typeface="+mn-ea"/>
              <a:cs typeface="+mn-cs"/>
            </a:rPr>
            <a:t>Score</a:t>
          </a:r>
        </a:p>
        <a:p>
          <a:pPr marL="0" lvl="0" indent="0" algn="ctr" defTabSz="622300">
            <a:lnSpc>
              <a:spcPct val="100000"/>
            </a:lnSpc>
            <a:spcBef>
              <a:spcPct val="0"/>
            </a:spcBef>
            <a:spcAft>
              <a:spcPts val="300"/>
            </a:spcAft>
            <a:buNone/>
          </a:pPr>
          <a:r>
            <a:rPr lang="en-GB" sz="1400" b="0" kern="1200" dirty="0">
              <a:solidFill>
                <a:schemeClr val="tx1">
                  <a:lumMod val="85000"/>
                  <a:lumOff val="15000"/>
                </a:schemeClr>
              </a:solidFill>
              <a:latin typeface="+mn-lt"/>
              <a:ea typeface="+mn-ea"/>
              <a:cs typeface="+mn-cs"/>
            </a:rPr>
            <a:t>Number of clicks/errors/steps</a:t>
          </a:r>
        </a:p>
      </dsp:txBody>
      <dsp:txXfrm>
        <a:off x="6861870" y="2569722"/>
        <a:ext cx="1965300" cy="21406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7CE79-26C0-46E6-9000-F799D48E3A34}">
      <dsp:nvSpPr>
        <dsp:cNvPr id="0" name=""/>
        <dsp:cNvSpPr/>
      </dsp:nvSpPr>
      <dsp:spPr>
        <a:xfrm>
          <a:off x="1268049" y="0"/>
          <a:ext cx="219048" cy="2190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76902C-152F-4F7D-AAC6-ACDC2F2A5241}">
      <dsp:nvSpPr>
        <dsp:cNvPr id="0" name=""/>
        <dsp:cNvSpPr/>
      </dsp:nvSpPr>
      <dsp:spPr>
        <a:xfrm>
          <a:off x="1289954" y="21904"/>
          <a:ext cx="175239" cy="175239"/>
        </a:xfrm>
        <a:prstGeom prst="chord">
          <a:avLst>
            <a:gd name="adj1" fmla="val 1800000"/>
            <a:gd name="adj2" fmla="val 90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B3E65B-CD2D-49D6-85AD-4FAB00DFE593}">
      <dsp:nvSpPr>
        <dsp:cNvPr id="0" name=""/>
        <dsp:cNvSpPr/>
      </dsp:nvSpPr>
      <dsp:spPr>
        <a:xfrm>
          <a:off x="1532733" y="219048"/>
          <a:ext cx="648019" cy="92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en-GB" sz="1100" kern="1200" dirty="0"/>
            <a:t>Always</a:t>
          </a:r>
        </a:p>
      </dsp:txBody>
      <dsp:txXfrm>
        <a:off x="1532733" y="219048"/>
        <a:ext cx="648019" cy="921831"/>
      </dsp:txXfrm>
    </dsp:sp>
    <dsp:sp modelId="{7FE85C99-5F7C-42C3-9CE1-97A675D09DE4}">
      <dsp:nvSpPr>
        <dsp:cNvPr id="0" name=""/>
        <dsp:cNvSpPr/>
      </dsp:nvSpPr>
      <dsp:spPr>
        <a:xfrm>
          <a:off x="1532733" y="0"/>
          <a:ext cx="648019" cy="219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533400">
            <a:lnSpc>
              <a:spcPct val="90000"/>
            </a:lnSpc>
            <a:spcBef>
              <a:spcPct val="0"/>
            </a:spcBef>
            <a:spcAft>
              <a:spcPct val="35000"/>
            </a:spcAft>
            <a:buNone/>
          </a:pPr>
          <a:r>
            <a:rPr lang="en-GB" sz="1200" kern="1200" dirty="0"/>
            <a:t>1</a:t>
          </a:r>
        </a:p>
      </dsp:txBody>
      <dsp:txXfrm>
        <a:off x="1532733" y="0"/>
        <a:ext cx="648019" cy="219048"/>
      </dsp:txXfrm>
    </dsp:sp>
    <dsp:sp modelId="{29A6FA68-5E28-40EE-8BE7-4848832C9780}">
      <dsp:nvSpPr>
        <dsp:cNvPr id="0" name=""/>
        <dsp:cNvSpPr/>
      </dsp:nvSpPr>
      <dsp:spPr>
        <a:xfrm>
          <a:off x="2226388" y="0"/>
          <a:ext cx="219048" cy="2190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DD1B03-735D-49EA-9079-1B63BE0794B8}">
      <dsp:nvSpPr>
        <dsp:cNvPr id="0" name=""/>
        <dsp:cNvSpPr/>
      </dsp:nvSpPr>
      <dsp:spPr>
        <a:xfrm>
          <a:off x="2248293" y="21904"/>
          <a:ext cx="175239" cy="175239"/>
        </a:xfrm>
        <a:prstGeom prst="chord">
          <a:avLst>
            <a:gd name="adj1" fmla="val 0"/>
            <a:gd name="adj2" fmla="val 108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99B968-94BB-4F6A-AFCB-1518956F4FE0}">
      <dsp:nvSpPr>
        <dsp:cNvPr id="0" name=""/>
        <dsp:cNvSpPr/>
      </dsp:nvSpPr>
      <dsp:spPr>
        <a:xfrm>
          <a:off x="2491072" y="219048"/>
          <a:ext cx="648019" cy="92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en-GB" sz="1100" kern="1200" dirty="0"/>
            <a:t>Mostly</a:t>
          </a:r>
        </a:p>
      </dsp:txBody>
      <dsp:txXfrm>
        <a:off x="2491072" y="219048"/>
        <a:ext cx="648019" cy="921831"/>
      </dsp:txXfrm>
    </dsp:sp>
    <dsp:sp modelId="{BDE8A599-91FD-41A7-9F8F-29CD1F21E673}">
      <dsp:nvSpPr>
        <dsp:cNvPr id="0" name=""/>
        <dsp:cNvSpPr/>
      </dsp:nvSpPr>
      <dsp:spPr>
        <a:xfrm>
          <a:off x="2491072" y="0"/>
          <a:ext cx="648019" cy="219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533400">
            <a:lnSpc>
              <a:spcPct val="90000"/>
            </a:lnSpc>
            <a:spcBef>
              <a:spcPct val="0"/>
            </a:spcBef>
            <a:spcAft>
              <a:spcPct val="35000"/>
            </a:spcAft>
            <a:buNone/>
          </a:pPr>
          <a:r>
            <a:rPr lang="en-GB" sz="1200" kern="1200" dirty="0"/>
            <a:t>2</a:t>
          </a:r>
        </a:p>
      </dsp:txBody>
      <dsp:txXfrm>
        <a:off x="2491072" y="0"/>
        <a:ext cx="648019" cy="219048"/>
      </dsp:txXfrm>
    </dsp:sp>
    <dsp:sp modelId="{11C69BA7-6D07-4623-B923-0277E6909988}">
      <dsp:nvSpPr>
        <dsp:cNvPr id="0" name=""/>
        <dsp:cNvSpPr/>
      </dsp:nvSpPr>
      <dsp:spPr>
        <a:xfrm>
          <a:off x="3184727" y="0"/>
          <a:ext cx="219048" cy="2190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B9163F-22D6-4AA4-82B0-F32DD6999ED3}">
      <dsp:nvSpPr>
        <dsp:cNvPr id="0" name=""/>
        <dsp:cNvSpPr/>
      </dsp:nvSpPr>
      <dsp:spPr>
        <a:xfrm>
          <a:off x="3206632" y="21904"/>
          <a:ext cx="175239" cy="175239"/>
        </a:xfrm>
        <a:prstGeom prst="chord">
          <a:avLst>
            <a:gd name="adj1" fmla="val 19800000"/>
            <a:gd name="adj2" fmla="val 126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24206D-D5DA-4672-BB45-1E1AD521468F}">
      <dsp:nvSpPr>
        <dsp:cNvPr id="0" name=""/>
        <dsp:cNvSpPr/>
      </dsp:nvSpPr>
      <dsp:spPr>
        <a:xfrm>
          <a:off x="3449411" y="219048"/>
          <a:ext cx="648019" cy="92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en-GB" sz="1100" kern="1200" dirty="0"/>
            <a:t>Sometimes</a:t>
          </a:r>
        </a:p>
      </dsp:txBody>
      <dsp:txXfrm>
        <a:off x="3449411" y="219048"/>
        <a:ext cx="648019" cy="921831"/>
      </dsp:txXfrm>
    </dsp:sp>
    <dsp:sp modelId="{7FA676EE-EBFC-473D-B52A-677F013F43E5}">
      <dsp:nvSpPr>
        <dsp:cNvPr id="0" name=""/>
        <dsp:cNvSpPr/>
      </dsp:nvSpPr>
      <dsp:spPr>
        <a:xfrm>
          <a:off x="3449411" y="0"/>
          <a:ext cx="648019" cy="219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533400">
            <a:lnSpc>
              <a:spcPct val="90000"/>
            </a:lnSpc>
            <a:spcBef>
              <a:spcPct val="0"/>
            </a:spcBef>
            <a:spcAft>
              <a:spcPct val="35000"/>
            </a:spcAft>
            <a:buNone/>
          </a:pPr>
          <a:r>
            <a:rPr lang="en-GB" sz="1200" kern="1200" dirty="0"/>
            <a:t>3</a:t>
          </a:r>
        </a:p>
      </dsp:txBody>
      <dsp:txXfrm>
        <a:off x="3449411" y="0"/>
        <a:ext cx="648019" cy="219048"/>
      </dsp:txXfrm>
    </dsp:sp>
    <dsp:sp modelId="{37CF2396-4E20-471D-9347-5BCACFAC1A56}">
      <dsp:nvSpPr>
        <dsp:cNvPr id="0" name=""/>
        <dsp:cNvSpPr/>
      </dsp:nvSpPr>
      <dsp:spPr>
        <a:xfrm>
          <a:off x="4143066" y="0"/>
          <a:ext cx="219048" cy="2190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DEC5AD-232D-458D-8122-B179418B28C8}">
      <dsp:nvSpPr>
        <dsp:cNvPr id="0" name=""/>
        <dsp:cNvSpPr/>
      </dsp:nvSpPr>
      <dsp:spPr>
        <a:xfrm>
          <a:off x="4164971" y="21904"/>
          <a:ext cx="175239" cy="175239"/>
        </a:xfrm>
        <a:prstGeom prst="chord">
          <a:avLst>
            <a:gd name="adj1" fmla="val 16200000"/>
            <a:gd name="adj2" fmla="val 1620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890A34-4BFC-4B0B-ADBF-C9821D30BED9}">
      <dsp:nvSpPr>
        <dsp:cNvPr id="0" name=""/>
        <dsp:cNvSpPr/>
      </dsp:nvSpPr>
      <dsp:spPr>
        <a:xfrm>
          <a:off x="4407750" y="219048"/>
          <a:ext cx="648019" cy="921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en-GB" sz="1100" kern="1200" dirty="0"/>
            <a:t>Never</a:t>
          </a:r>
        </a:p>
      </dsp:txBody>
      <dsp:txXfrm>
        <a:off x="4407750" y="219048"/>
        <a:ext cx="648019" cy="921831"/>
      </dsp:txXfrm>
    </dsp:sp>
    <dsp:sp modelId="{1A590E3B-799F-44A1-BB5D-D9A616C9861E}">
      <dsp:nvSpPr>
        <dsp:cNvPr id="0" name=""/>
        <dsp:cNvSpPr/>
      </dsp:nvSpPr>
      <dsp:spPr>
        <a:xfrm>
          <a:off x="4407750" y="0"/>
          <a:ext cx="648019" cy="219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533400">
            <a:lnSpc>
              <a:spcPct val="90000"/>
            </a:lnSpc>
            <a:spcBef>
              <a:spcPct val="0"/>
            </a:spcBef>
            <a:spcAft>
              <a:spcPct val="35000"/>
            </a:spcAft>
            <a:buNone/>
          </a:pPr>
          <a:r>
            <a:rPr lang="en-GB" sz="1200" kern="1200" dirty="0"/>
            <a:t>4</a:t>
          </a:r>
        </a:p>
      </dsp:txBody>
      <dsp:txXfrm>
        <a:off x="4407750" y="0"/>
        <a:ext cx="648019" cy="219048"/>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Percentiles are particularly useful in usability testing to understand how users’ performance or experiences vary. Here are some key examples:</a:t>
            </a:r>
          </a:p>
          <a:p>
            <a:pPr>
              <a:buFont typeface="+mj-lt"/>
              <a:buAutoNum type="arabicPeriod"/>
            </a:pPr>
            <a:r>
              <a:rPr lang="en-GB" b="1" dirty="0"/>
              <a:t>Median (50th Percentile):</a:t>
            </a:r>
            <a:endParaRPr lang="en-GB" dirty="0"/>
          </a:p>
          <a:p>
            <a:pPr marL="742950" lvl="1" indent="-285750">
              <a:buFont typeface="+mj-lt"/>
              <a:buAutoNum type="arabicPeriod"/>
            </a:pPr>
            <a:r>
              <a:rPr lang="en-GB" dirty="0"/>
              <a:t>The median represents the middle of the data, meaning 50% of users performed better, and 50% performed worse. It’s a common benchmark for user performance in tasks, such as task completion time.</a:t>
            </a:r>
          </a:p>
          <a:p>
            <a:pPr>
              <a:buFont typeface="+mj-lt"/>
              <a:buAutoNum type="arabicPeriod"/>
            </a:pPr>
            <a:r>
              <a:rPr lang="en-GB" b="1" dirty="0"/>
              <a:t>Lower and Upper Quartiles (25th and 75th Percentiles):</a:t>
            </a:r>
            <a:endParaRPr lang="en-GB" dirty="0"/>
          </a:p>
          <a:p>
            <a:pPr marL="742950" lvl="1" indent="-285750">
              <a:buFont typeface="+mj-lt"/>
              <a:buAutoNum type="arabicPeriod"/>
            </a:pPr>
            <a:r>
              <a:rPr lang="en-GB" dirty="0"/>
              <a:t>The 25th percentile represents the point below which 25% of users fall (the "lower quartile"), while the 75th percentile represents the point below which 75% of users fall (the "upper quartile"). These values help in identifying the range of typical user experiences and outliers.</a:t>
            </a:r>
          </a:p>
          <a:p>
            <a:pPr>
              <a:buFont typeface="+mj-lt"/>
              <a:buAutoNum type="arabicPeriod"/>
            </a:pPr>
            <a:r>
              <a:rPr lang="en-GB" b="1" dirty="0"/>
              <a:t>90th or 95th Percentile:</a:t>
            </a:r>
            <a:endParaRPr lang="en-GB" dirty="0"/>
          </a:p>
          <a:p>
            <a:pPr marL="742950" lvl="1" indent="-285750">
              <a:buFont typeface="+mj-lt"/>
              <a:buAutoNum type="arabicPeriod"/>
            </a:pPr>
            <a:r>
              <a:rPr lang="en-GB" dirty="0"/>
              <a:t>These higher percentiles help to understand the experience of most users, excluding a small fraction of outliers. For example, the 90th percentile task time can show how long it took the vast majority (90%) of users to complete a task.</a:t>
            </a:r>
          </a:p>
          <a:p>
            <a:endParaRPr lang="en-GB" b="1" dirty="0"/>
          </a:p>
          <a:p>
            <a:r>
              <a:rPr lang="en-GB" b="1" dirty="0"/>
              <a:t>Why Use Percentiles in Usability Testing?</a:t>
            </a:r>
          </a:p>
          <a:p>
            <a:r>
              <a:rPr lang="en-GB" dirty="0"/>
              <a:t>Percentiles allow you to:</a:t>
            </a:r>
          </a:p>
          <a:p>
            <a:pPr>
              <a:buFont typeface="Arial" panose="020B0604020202020204" pitchFamily="34" charset="0"/>
              <a:buChar char="•"/>
            </a:pPr>
            <a:r>
              <a:rPr lang="en-GB" dirty="0"/>
              <a:t>Identify usability bottlenecks by showing where most users are struggling.</a:t>
            </a:r>
          </a:p>
          <a:p>
            <a:pPr>
              <a:buFont typeface="Arial" panose="020B0604020202020204" pitchFamily="34" charset="0"/>
              <a:buChar char="•"/>
            </a:pPr>
            <a:r>
              <a:rPr lang="en-GB" dirty="0"/>
              <a:t>Measure and compare usability metrics across user groups.</a:t>
            </a:r>
          </a:p>
          <a:p>
            <a:pPr>
              <a:buFont typeface="Arial" panose="020B0604020202020204" pitchFamily="34" charset="0"/>
              <a:buChar char="•"/>
            </a:pPr>
            <a:r>
              <a:rPr lang="en-GB" dirty="0"/>
              <a:t>Set realistic performance targets (e.g., aim for 90% of users to complete a task within a certain time).</a:t>
            </a:r>
          </a:p>
          <a:p>
            <a:r>
              <a:rPr lang="en-GB" dirty="0"/>
              <a:t>Using percentiles helps in presenting data in a user-</a:t>
            </a:r>
            <a:r>
              <a:rPr lang="en-GB" dirty="0" err="1"/>
              <a:t>centered</a:t>
            </a:r>
            <a:r>
              <a:rPr lang="en-GB" dirty="0"/>
              <a:t> way, focusing on how most users interact with a product rather than only averages, which can sometimes be misleading.</a:t>
            </a:r>
          </a:p>
          <a:p>
            <a:endParaRPr lang="en-GB" dirty="0"/>
          </a:p>
          <a:p>
            <a:r>
              <a:rPr lang="en-GB" dirty="0"/>
              <a:t>The </a:t>
            </a:r>
            <a:r>
              <a:rPr lang="en-GB" b="1" dirty="0"/>
              <a:t>interquartile range (IQR)</a:t>
            </a:r>
            <a:r>
              <a:rPr lang="en-GB" dirty="0"/>
              <a:t> is a measure of statistical dispersion, which shows the range within which the middle 50% of data points lie. Specifically, it is the difference between the 75th percentile (upper quartile, Q3) and the 25th percentile (lower quartile, Q1):</a:t>
            </a:r>
          </a:p>
          <a:p>
            <a:r>
              <a:rPr lang="en-GB" dirty="0"/>
              <a:t>IQR=Q3−Q1\text{IQR} = Q3 - Q1IQR=Q3−Q1</a:t>
            </a:r>
            <a:r>
              <a:rPr lang="en-GB" b="1" dirty="0"/>
              <a:t>What IQR Shows</a:t>
            </a:r>
          </a:p>
          <a:p>
            <a:pPr>
              <a:buFont typeface="Arial" panose="020B0604020202020204" pitchFamily="34" charset="0"/>
              <a:buChar char="•"/>
            </a:pPr>
            <a:r>
              <a:rPr lang="en-GB" b="1" dirty="0"/>
              <a:t>Spread of the Middle 50%</a:t>
            </a:r>
            <a:r>
              <a:rPr lang="en-GB" dirty="0"/>
              <a:t>: The IQR shows how spread out the central half of the data is. A larger IQR indicates more variability within the middle 50%, while a smaller IQR suggests the data points are closer together.</a:t>
            </a:r>
          </a:p>
          <a:p>
            <a:pPr>
              <a:buFont typeface="Arial" panose="020B0604020202020204" pitchFamily="34" charset="0"/>
              <a:buChar char="•"/>
            </a:pPr>
            <a:r>
              <a:rPr lang="en-GB" b="1" dirty="0"/>
              <a:t>Identifying Outliers</a:t>
            </a:r>
            <a:r>
              <a:rPr lang="en-GB" dirty="0"/>
              <a:t>: IQR is commonly used to identify outliers. Any data point below Q1−1.5×IQRQ1 - 1.5 \times \text{IQR}Q1−1.5×IQR or above Q3+1.5×IQRQ3 + 1.5 \times \text{IQR}Q3+1.5×IQR is often considered an outlier.</a:t>
            </a:r>
          </a:p>
          <a:p>
            <a:r>
              <a:rPr lang="en-GB" b="1" dirty="0"/>
              <a:t>In Usability Testing</a:t>
            </a:r>
          </a:p>
          <a:p>
            <a:r>
              <a:rPr lang="en-GB" dirty="0"/>
              <a:t>In usability testing, IQR can help understand the variability in user performance or experience. For example, in task completion times, a high IQR might indicate a diverse range of user speeds, suggesting that some users struggle more than others, while a low IQR suggests a consistent performance across users.</a:t>
            </a:r>
          </a:p>
          <a:p>
            <a:endParaRPr lang="en-GB" dirty="0"/>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39</a:t>
            </a:fld>
            <a:endParaRPr lang="en-US"/>
          </a:p>
        </p:txBody>
      </p:sp>
    </p:spTree>
    <p:extLst>
      <p:ext uri="{BB962C8B-B14F-4D97-AF65-F5344CB8AC3E}">
        <p14:creationId xmlns:p14="http://schemas.microsoft.com/office/powerpoint/2010/main" val="1787683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42</a:t>
            </a:fld>
            <a:endParaRPr lang="en-US"/>
          </a:p>
        </p:txBody>
      </p:sp>
    </p:spTree>
    <p:extLst>
      <p:ext uri="{BB962C8B-B14F-4D97-AF65-F5344CB8AC3E}">
        <p14:creationId xmlns:p14="http://schemas.microsoft.com/office/powerpoint/2010/main" val="643175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61</a:t>
            </a:fld>
            <a:endParaRPr lang="en-US"/>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63</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/63</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/63</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10/7/2024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/63</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/63</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/63</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/63</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/63</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/63</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/63</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/63</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/63</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/46</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5.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hyperlink" Target="https://www.thenegotiator.guru/" TargetMode="External"/><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slidemodel.com/likert-scale-quick-guid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maze.co/guides/usability-test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towardsdatascience.com/data-types-in-statistics-347e152e8be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Data (what data &amp; how to collect it</a:t>
            </a:r>
            <a:endParaRPr lang="en-GB" dirty="0"/>
          </a:p>
        </p:txBody>
      </p:sp>
      <p:sp>
        <p:nvSpPr>
          <p:cNvPr id="3" name="Subtitle 2"/>
          <p:cNvSpPr>
            <a:spLocks noGrp="1"/>
          </p:cNvSpPr>
          <p:nvPr>
            <p:ph type="subTitle" idx="1"/>
          </p:nvPr>
        </p:nvSpPr>
        <p:spPr/>
        <p:txBody>
          <a:bodyPr>
            <a:normAutofit/>
          </a:bodyPr>
          <a:lstStyle/>
          <a:p>
            <a:r>
              <a:rPr lang="en-GB" dirty="0"/>
              <a:t>Week 3</a:t>
            </a:r>
          </a:p>
        </p:txBody>
      </p:sp>
      <p:sp>
        <p:nvSpPr>
          <p:cNvPr id="8" name="Date Placeholder 7">
            <a:extLst>
              <a:ext uri="{FF2B5EF4-FFF2-40B4-BE49-F238E27FC236}">
                <a16:creationId xmlns:a16="http://schemas.microsoft.com/office/drawing/2014/main" id="{11CFE917-D3D5-CBE3-2E1E-BCFA60EE873E}"/>
              </a:ext>
            </a:extLst>
          </p:cNvPr>
          <p:cNvSpPr>
            <a:spLocks noGrp="1"/>
          </p:cNvSpPr>
          <p:nvPr>
            <p:ph type="dt" sz="half" idx="2"/>
          </p:nvPr>
        </p:nvSpPr>
        <p:spPr/>
        <p:txBody>
          <a:bodyPr/>
          <a:lstStyle/>
          <a:p>
            <a:endParaRPr lang="en-US" dirty="0"/>
          </a:p>
        </p:txBody>
      </p:sp>
      <p:sp>
        <p:nvSpPr>
          <p:cNvPr id="9" name="Footer Placeholder 8">
            <a:extLst>
              <a:ext uri="{FF2B5EF4-FFF2-40B4-BE49-F238E27FC236}">
                <a16:creationId xmlns:a16="http://schemas.microsoft.com/office/drawing/2014/main" id="{66147998-1D07-8C27-65BE-DF1291C2C32C}"/>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6C8D7CDC-E329-5A62-A7C0-7643FC6E67D2}"/>
              </a:ext>
            </a:extLst>
          </p:cNvPr>
          <p:cNvSpPr>
            <a:spLocks noGrp="1"/>
          </p:cNvSpPr>
          <p:nvPr>
            <p:ph type="sldNum" sz="quarter" idx="12"/>
          </p:nvPr>
        </p:nvSpPr>
        <p:spPr/>
        <p:txBody>
          <a:bodyPr/>
          <a:lstStyle/>
          <a:p>
            <a:fld id="{C060DF7E-57CF-4468-B64C-3049F1FBC5EB}" type="slidenum">
              <a:rPr lang="en-US" smtClean="0"/>
              <a:pPr/>
              <a:t>1</a:t>
            </a:fld>
            <a:r>
              <a:rPr lang="en-GB"/>
              <a:t>/63</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p:txBody>
          <a:bodyPr>
            <a:normAutofit lnSpcReduction="10000"/>
          </a:bodyPr>
          <a:lstStyle/>
          <a:p>
            <a:pPr>
              <a:lnSpc>
                <a:spcPct val="110000"/>
              </a:lnSpc>
              <a:spcBef>
                <a:spcPts val="600"/>
              </a:spcBef>
              <a:spcAft>
                <a:spcPts val="600"/>
              </a:spcAft>
            </a:pPr>
            <a:r>
              <a:rPr lang="en-GB" sz="2800" dirty="0"/>
              <a:t>In Week 2 </a:t>
            </a:r>
          </a:p>
          <a:p>
            <a:pPr lvl="1">
              <a:lnSpc>
                <a:spcPct val="110000"/>
              </a:lnSpc>
              <a:spcBef>
                <a:spcPts val="600"/>
              </a:spcBef>
              <a:spcAft>
                <a:spcPts val="600"/>
              </a:spcAft>
            </a:pPr>
            <a:r>
              <a:rPr lang="en-GB" sz="2100" dirty="0"/>
              <a:t>Usability testing in the context of UX research methods</a:t>
            </a:r>
          </a:p>
          <a:p>
            <a:pPr lvl="1">
              <a:lnSpc>
                <a:spcPct val="110000"/>
              </a:lnSpc>
              <a:spcBef>
                <a:spcPts val="600"/>
              </a:spcBef>
              <a:spcAft>
                <a:spcPts val="600"/>
              </a:spcAft>
            </a:pPr>
            <a:r>
              <a:rPr lang="en-GB" sz="2100" dirty="0"/>
              <a:t>Where usability testing fits in the SDLC</a:t>
            </a:r>
          </a:p>
          <a:p>
            <a:pPr lvl="1">
              <a:lnSpc>
                <a:spcPct val="110000"/>
              </a:lnSpc>
              <a:spcBef>
                <a:spcPts val="600"/>
              </a:spcBef>
              <a:spcAft>
                <a:spcPts val="600"/>
              </a:spcAft>
            </a:pPr>
            <a:r>
              <a:rPr lang="en-GB" sz="2100" dirty="0"/>
              <a:t>Usability testing methods based on what we want to achieve</a:t>
            </a:r>
          </a:p>
          <a:p>
            <a:pPr lvl="1">
              <a:lnSpc>
                <a:spcPct val="110000"/>
              </a:lnSpc>
              <a:spcBef>
                <a:spcPts val="600"/>
              </a:spcBef>
              <a:spcAft>
                <a:spcPts val="600"/>
              </a:spcAft>
            </a:pPr>
            <a:r>
              <a:rPr lang="en-GB" sz="2100" dirty="0" err="1"/>
              <a:t>Quallitative</a:t>
            </a:r>
            <a:r>
              <a:rPr lang="en-GB" sz="2100" dirty="0"/>
              <a:t> vs Quantitative and Attitudinal vs Behavioural</a:t>
            </a:r>
          </a:p>
          <a:p>
            <a:pPr lvl="1">
              <a:lnSpc>
                <a:spcPct val="110000"/>
              </a:lnSpc>
              <a:spcBef>
                <a:spcPts val="600"/>
              </a:spcBef>
              <a:spcAft>
                <a:spcPts val="600"/>
              </a:spcAft>
            </a:pPr>
            <a:r>
              <a:rPr lang="en-GB" sz="2100" dirty="0"/>
              <a:t>What usability testing methods to use</a:t>
            </a:r>
          </a:p>
          <a:p>
            <a:pPr>
              <a:lnSpc>
                <a:spcPct val="110000"/>
              </a:lnSpc>
              <a:spcBef>
                <a:spcPts val="600"/>
              </a:spcBef>
              <a:spcAft>
                <a:spcPts val="600"/>
              </a:spcAft>
            </a:pPr>
            <a:r>
              <a:rPr lang="en-GB" sz="2800" dirty="0"/>
              <a:t>This week we will look more extend </a:t>
            </a:r>
          </a:p>
          <a:p>
            <a:pPr lvl="1">
              <a:lnSpc>
                <a:spcPct val="110000"/>
              </a:lnSpc>
              <a:spcBef>
                <a:spcPts val="600"/>
              </a:spcBef>
              <a:spcAft>
                <a:spcPts val="600"/>
              </a:spcAft>
            </a:pPr>
            <a:r>
              <a:rPr lang="en-GB" sz="2100" dirty="0"/>
              <a:t>Data</a:t>
            </a:r>
          </a:p>
          <a:p>
            <a:pPr lvl="1">
              <a:lnSpc>
                <a:spcPct val="110000"/>
              </a:lnSpc>
              <a:spcBef>
                <a:spcPts val="600"/>
              </a:spcBef>
              <a:spcAft>
                <a:spcPts val="600"/>
              </a:spcAft>
            </a:pPr>
            <a:r>
              <a:rPr lang="en-GB" sz="2100" dirty="0"/>
              <a:t>Data and methods to collect the correct data</a:t>
            </a:r>
          </a:p>
        </p:txBody>
      </p:sp>
      <p:sp>
        <p:nvSpPr>
          <p:cNvPr id="5" name="Footer Placeholder 4">
            <a:extLst>
              <a:ext uri="{FF2B5EF4-FFF2-40B4-BE49-F238E27FC236}">
                <a16:creationId xmlns:a16="http://schemas.microsoft.com/office/drawing/2014/main" id="{160A1464-103F-4BD1-37B0-AA6E6D8D810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31ABE3F5-30DC-3041-5160-972C2C0977BB}"/>
              </a:ext>
            </a:extLst>
          </p:cNvPr>
          <p:cNvSpPr>
            <a:spLocks noGrp="1"/>
          </p:cNvSpPr>
          <p:nvPr>
            <p:ph type="sldNum" sz="quarter" idx="4"/>
          </p:nvPr>
        </p:nvSpPr>
        <p:spPr/>
        <p:txBody>
          <a:bodyPr/>
          <a:lstStyle/>
          <a:p>
            <a:fld id="{9FD7ECCF-50E7-4327-B945-FA93FF7B2BEF}" type="slidenum">
              <a:rPr lang="en-US" smtClean="0"/>
              <a:pPr/>
              <a:t>2</a:t>
            </a:fld>
            <a:r>
              <a:rPr lang="en-GB"/>
              <a:t>/63</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3AE3B-3BA5-2199-3B14-2BCBD3C19944}"/>
              </a:ext>
            </a:extLst>
          </p:cNvPr>
          <p:cNvSpPr>
            <a:spLocks noGrp="1"/>
          </p:cNvSpPr>
          <p:nvPr>
            <p:ph type="title"/>
          </p:nvPr>
        </p:nvSpPr>
        <p:spPr/>
        <p:txBody>
          <a:bodyPr/>
          <a:lstStyle/>
          <a:p>
            <a:r>
              <a:rPr lang="en-GB" dirty="0"/>
              <a:t>Usability testing process</a:t>
            </a:r>
          </a:p>
        </p:txBody>
      </p:sp>
      <p:graphicFrame>
        <p:nvGraphicFramePr>
          <p:cNvPr id="8" name="Content Placeholder 7">
            <a:extLst>
              <a:ext uri="{FF2B5EF4-FFF2-40B4-BE49-F238E27FC236}">
                <a16:creationId xmlns:a16="http://schemas.microsoft.com/office/drawing/2014/main" id="{FA6404CA-9D8B-B580-593B-D9BBA4C49F0E}"/>
              </a:ext>
            </a:extLst>
          </p:cNvPr>
          <p:cNvGraphicFramePr>
            <a:graphicFrameLocks noGrp="1"/>
          </p:cNvGraphicFramePr>
          <p:nvPr>
            <p:ph sz="quarter" idx="1"/>
            <p:extLst>
              <p:ext uri="{D42A27DB-BD31-4B8C-83A1-F6EECF244321}">
                <p14:modId xmlns:p14="http://schemas.microsoft.com/office/powerpoint/2010/main" val="1985546266"/>
              </p:ext>
            </p:extLst>
          </p:nvPr>
        </p:nvGraphicFramePr>
        <p:xfrm>
          <a:off x="-540568" y="1516698"/>
          <a:ext cx="9863881" cy="3052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491F0377-C3B2-5384-2F1E-CAD88576F397}"/>
              </a:ext>
            </a:extLst>
          </p:cNvPr>
          <p:cNvSpPr txBox="1"/>
          <p:nvPr/>
        </p:nvSpPr>
        <p:spPr>
          <a:xfrm>
            <a:off x="157088" y="4293096"/>
            <a:ext cx="3528392" cy="1754326"/>
          </a:xfrm>
          <a:prstGeom prst="rect">
            <a:avLst/>
          </a:prstGeom>
          <a:noFill/>
        </p:spPr>
        <p:txBody>
          <a:bodyPr wrap="square" rtlCol="0">
            <a:spAutoFit/>
          </a:bodyPr>
          <a:lstStyle/>
          <a:p>
            <a:r>
              <a:rPr lang="en-GB" sz="1800" dirty="0">
                <a:latin typeface="+mn-lt"/>
              </a:rPr>
              <a:t>Before you start planning for usability testing you need to </a:t>
            </a:r>
            <a:r>
              <a:rPr lang="en-GB" sz="1800" b="1" dirty="0">
                <a:latin typeface="+mn-lt"/>
              </a:rPr>
              <a:t>define the objectives/goal of the usability testing study,</a:t>
            </a:r>
            <a:r>
              <a:rPr lang="en-GB" sz="1800" dirty="0">
                <a:latin typeface="+mn-lt"/>
              </a:rPr>
              <a:t> in other words </a:t>
            </a:r>
            <a:r>
              <a:rPr lang="en-GB" sz="1800" b="1" dirty="0">
                <a:solidFill>
                  <a:schemeClr val="accent2">
                    <a:lumMod val="75000"/>
                  </a:schemeClr>
                </a:solidFill>
                <a:latin typeface="+mn-lt"/>
              </a:rPr>
              <a:t>w</a:t>
            </a:r>
            <a:r>
              <a:rPr lang="en-US" sz="1800" b="1" dirty="0">
                <a:solidFill>
                  <a:schemeClr val="accent2">
                    <a:lumMod val="75000"/>
                  </a:schemeClr>
                </a:solidFill>
                <a:latin typeface="+mn-lt"/>
              </a:rPr>
              <a:t>hat you want to achieve, and why </a:t>
            </a:r>
          </a:p>
          <a:p>
            <a:endParaRPr lang="en-GB" sz="1800" dirty="0">
              <a:latin typeface="+mn-lt"/>
            </a:endParaRPr>
          </a:p>
        </p:txBody>
      </p:sp>
      <p:sp>
        <p:nvSpPr>
          <p:cNvPr id="6" name="Content Placeholder 2">
            <a:extLst>
              <a:ext uri="{FF2B5EF4-FFF2-40B4-BE49-F238E27FC236}">
                <a16:creationId xmlns:a16="http://schemas.microsoft.com/office/drawing/2014/main" id="{3BB7BF07-80DA-51E3-6C79-906202F37FA8}"/>
              </a:ext>
            </a:extLst>
          </p:cNvPr>
          <p:cNvSpPr txBox="1">
            <a:spLocks/>
          </p:cNvSpPr>
          <p:nvPr/>
        </p:nvSpPr>
        <p:spPr>
          <a:xfrm>
            <a:off x="3953103" y="4088990"/>
            <a:ext cx="5058144" cy="2448272"/>
          </a:xfrm>
          <a:prstGeom prst="rect">
            <a:avLst/>
          </a:prstGeom>
        </p:spPr>
        <p:txBody>
          <a:bodyPr vert="horz">
            <a:normAutofit fontScale="775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Bef>
                <a:spcPts val="600"/>
              </a:spcBef>
              <a:spcAft>
                <a:spcPts val="600"/>
              </a:spcAft>
            </a:pPr>
            <a:r>
              <a:rPr lang="en-US" sz="2400" dirty="0"/>
              <a:t>A clear objective/goal:</a:t>
            </a:r>
          </a:p>
          <a:p>
            <a:pPr lvl="1" fontAlgn="auto">
              <a:spcBef>
                <a:spcPts val="600"/>
              </a:spcBef>
              <a:spcAft>
                <a:spcPts val="600"/>
              </a:spcAft>
            </a:pPr>
            <a:r>
              <a:rPr lang="en-US" sz="2100" dirty="0"/>
              <a:t>makes is easier to create a proper list of usability testing questions (the research questions)</a:t>
            </a:r>
          </a:p>
          <a:p>
            <a:pPr lvl="1" fontAlgn="auto">
              <a:spcBef>
                <a:spcPts val="600"/>
              </a:spcBef>
              <a:spcAft>
                <a:spcPts val="600"/>
              </a:spcAft>
            </a:pPr>
            <a:r>
              <a:rPr lang="en-US" sz="2100" dirty="0"/>
              <a:t>create hypothesis</a:t>
            </a:r>
          </a:p>
          <a:p>
            <a:pPr lvl="1" fontAlgn="auto">
              <a:spcBef>
                <a:spcPts val="600"/>
              </a:spcBef>
              <a:spcAft>
                <a:spcPts val="600"/>
              </a:spcAft>
            </a:pPr>
            <a:r>
              <a:rPr lang="en-US" sz="2100" dirty="0"/>
              <a:t>those will determine the test material to be created</a:t>
            </a:r>
          </a:p>
          <a:p>
            <a:pPr lvl="1" fontAlgn="auto">
              <a:spcBef>
                <a:spcPts val="600"/>
              </a:spcBef>
              <a:spcAft>
                <a:spcPts val="600"/>
              </a:spcAft>
            </a:pPr>
            <a:r>
              <a:rPr lang="en-US" sz="2100" dirty="0"/>
              <a:t>test plan</a:t>
            </a:r>
          </a:p>
          <a:p>
            <a:pPr marL="640080" lvl="2" indent="0" fontAlgn="auto">
              <a:spcAft>
                <a:spcPts val="600"/>
              </a:spcAft>
              <a:buFont typeface="Wingdings"/>
              <a:buNone/>
            </a:pPr>
            <a:endParaRPr lang="en-US" sz="1800" dirty="0">
              <a:solidFill>
                <a:srgbClr val="2B2B2B"/>
              </a:solidFill>
            </a:endParaRPr>
          </a:p>
        </p:txBody>
      </p:sp>
      <p:sp>
        <p:nvSpPr>
          <p:cNvPr id="10" name="Footer Placeholder 9">
            <a:extLst>
              <a:ext uri="{FF2B5EF4-FFF2-40B4-BE49-F238E27FC236}">
                <a16:creationId xmlns:a16="http://schemas.microsoft.com/office/drawing/2014/main" id="{6BB1E8EA-A9E8-EB20-B88D-5EDC66457FB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B65CC0DF-950D-552B-7A6F-D065F52BB549}"/>
              </a:ext>
            </a:extLst>
          </p:cNvPr>
          <p:cNvSpPr>
            <a:spLocks noGrp="1"/>
          </p:cNvSpPr>
          <p:nvPr>
            <p:ph type="sldNum" sz="quarter" idx="4"/>
          </p:nvPr>
        </p:nvSpPr>
        <p:spPr/>
        <p:txBody>
          <a:bodyPr/>
          <a:lstStyle/>
          <a:p>
            <a:fld id="{9FD7ECCF-50E7-4327-B945-FA93FF7B2BEF}" type="slidenum">
              <a:rPr lang="en-US" smtClean="0"/>
              <a:pPr/>
              <a:t>3</a:t>
            </a:fld>
            <a:r>
              <a:rPr lang="en-GB"/>
              <a:t>/63</a:t>
            </a:r>
            <a:endParaRPr lang="en-US" dirty="0"/>
          </a:p>
        </p:txBody>
      </p:sp>
    </p:spTree>
    <p:extLst>
      <p:ext uri="{BB962C8B-B14F-4D97-AF65-F5344CB8AC3E}">
        <p14:creationId xmlns:p14="http://schemas.microsoft.com/office/powerpoint/2010/main" val="219015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82F4D5-F010-1CAC-BAE1-924F2A410574}"/>
              </a:ext>
            </a:extLst>
          </p:cNvPr>
          <p:cNvSpPr>
            <a:spLocks noGrp="1"/>
          </p:cNvSpPr>
          <p:nvPr>
            <p:ph type="body" idx="1"/>
          </p:nvPr>
        </p:nvSpPr>
        <p:spPr/>
        <p:txBody>
          <a:bodyPr>
            <a:normAutofit fontScale="92500"/>
          </a:bodyPr>
          <a:lstStyle/>
          <a:p>
            <a:r>
              <a:rPr lang="en-GB" sz="3200" dirty="0">
                <a:solidFill>
                  <a:srgbClr val="2B2B2B"/>
                </a:solidFill>
              </a:rPr>
              <a:t>Descriptive Investigation/Research</a:t>
            </a:r>
          </a:p>
          <a:p>
            <a:r>
              <a:rPr lang="en-GB" sz="3200" dirty="0">
                <a:solidFill>
                  <a:srgbClr val="2B2B2B"/>
                </a:solidFill>
              </a:rPr>
              <a:t>Relational Investigation/Research</a:t>
            </a:r>
          </a:p>
          <a:p>
            <a:r>
              <a:rPr lang="en-GB" sz="3200" dirty="0">
                <a:solidFill>
                  <a:srgbClr val="2B2B2B"/>
                </a:solidFill>
              </a:rPr>
              <a:t>Experimental/Causal Investigation/Research</a:t>
            </a:r>
          </a:p>
        </p:txBody>
      </p:sp>
      <p:sp>
        <p:nvSpPr>
          <p:cNvPr id="2" name="Title 1">
            <a:extLst>
              <a:ext uri="{FF2B5EF4-FFF2-40B4-BE49-F238E27FC236}">
                <a16:creationId xmlns:a16="http://schemas.microsoft.com/office/drawing/2014/main" id="{FE1AAEF9-8FE7-CCF0-B2DA-420096D04D1F}"/>
              </a:ext>
            </a:extLst>
          </p:cNvPr>
          <p:cNvSpPr>
            <a:spLocks noGrp="1"/>
          </p:cNvSpPr>
          <p:nvPr>
            <p:ph type="title"/>
          </p:nvPr>
        </p:nvSpPr>
        <p:spPr/>
        <p:txBody>
          <a:bodyPr>
            <a:noAutofit/>
          </a:bodyPr>
          <a:lstStyle/>
          <a:p>
            <a:r>
              <a:rPr lang="en-GB" sz="3200" dirty="0"/>
              <a:t>Usability testing types of study/research goals</a:t>
            </a:r>
          </a:p>
        </p:txBody>
      </p:sp>
      <p:sp>
        <p:nvSpPr>
          <p:cNvPr id="8" name="Date Placeholder 7">
            <a:extLst>
              <a:ext uri="{FF2B5EF4-FFF2-40B4-BE49-F238E27FC236}">
                <a16:creationId xmlns:a16="http://schemas.microsoft.com/office/drawing/2014/main" id="{C6137D34-C45F-F54F-25FE-25FA92EBC506}"/>
              </a:ext>
            </a:extLst>
          </p:cNvPr>
          <p:cNvSpPr>
            <a:spLocks noGrp="1"/>
          </p:cNvSpPr>
          <p:nvPr>
            <p:ph type="dt" sz="half" idx="2"/>
          </p:nvPr>
        </p:nvSpPr>
        <p:spPr/>
        <p:txBody>
          <a:bodyPr/>
          <a:lstStyle/>
          <a:p>
            <a:endParaRPr lang="en-US" dirty="0"/>
          </a:p>
        </p:txBody>
      </p:sp>
      <p:sp>
        <p:nvSpPr>
          <p:cNvPr id="10" name="Footer Placeholder 9">
            <a:extLst>
              <a:ext uri="{FF2B5EF4-FFF2-40B4-BE49-F238E27FC236}">
                <a16:creationId xmlns:a16="http://schemas.microsoft.com/office/drawing/2014/main" id="{ED870E7B-7706-9BF2-9828-D2F2E0D6EAB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37A21060-23D3-EEA7-B1A9-70D9504FD9BF}"/>
              </a:ext>
            </a:extLst>
          </p:cNvPr>
          <p:cNvSpPr>
            <a:spLocks noGrp="1"/>
          </p:cNvSpPr>
          <p:nvPr>
            <p:ph type="sldNum" sz="quarter" idx="11"/>
          </p:nvPr>
        </p:nvSpPr>
        <p:spPr/>
        <p:txBody>
          <a:bodyPr/>
          <a:lstStyle/>
          <a:p>
            <a:fld id="{4F96EDF4-259A-48E8-B98E-8CB70E21F623}" type="slidenum">
              <a:rPr lang="en-US" smtClean="0"/>
              <a:pPr/>
              <a:t>4</a:t>
            </a:fld>
            <a:r>
              <a:rPr lang="en-GB"/>
              <a:t>/63</a:t>
            </a:r>
            <a:endParaRPr lang="en-US" dirty="0"/>
          </a:p>
        </p:txBody>
      </p:sp>
    </p:spTree>
    <p:extLst>
      <p:ext uri="{BB962C8B-B14F-4D97-AF65-F5344CB8AC3E}">
        <p14:creationId xmlns:p14="http://schemas.microsoft.com/office/powerpoint/2010/main" val="565017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solidFill>
                  <a:schemeClr val="accent1">
                    <a:lumMod val="75000"/>
                  </a:schemeClr>
                </a:solidFill>
              </a:rPr>
              <a:t>Descriptive Investigation/Research</a:t>
            </a:r>
            <a:endParaRPr lang="el-GR" dirty="0">
              <a:solidFill>
                <a:schemeClr val="accent1">
                  <a:lumMod val="75000"/>
                </a:schemeClr>
              </a:solidFill>
            </a:endParaRPr>
          </a:p>
        </p:txBody>
      </p:sp>
      <p:sp>
        <p:nvSpPr>
          <p:cNvPr id="3" name="Content Placeholder 2"/>
          <p:cNvSpPr>
            <a:spLocks noGrp="1"/>
          </p:cNvSpPr>
          <p:nvPr>
            <p:ph sz="quarter" idx="1"/>
          </p:nvPr>
        </p:nvSpPr>
        <p:spPr>
          <a:xfrm>
            <a:off x="612648" y="1600200"/>
            <a:ext cx="8153400" cy="4709120"/>
          </a:xfrm>
        </p:spPr>
        <p:txBody>
          <a:bodyPr>
            <a:normAutofit/>
          </a:bodyPr>
          <a:lstStyle/>
          <a:p>
            <a:pPr>
              <a:spcBef>
                <a:spcPts val="1200"/>
              </a:spcBef>
              <a:spcAft>
                <a:spcPts val="600"/>
              </a:spcAft>
            </a:pPr>
            <a:r>
              <a:rPr lang="en-GB" b="1" dirty="0">
                <a:solidFill>
                  <a:schemeClr val="accent1">
                    <a:lumMod val="75000"/>
                  </a:schemeClr>
                </a:solidFill>
              </a:rPr>
              <a:t>Descriptive investigation/research </a:t>
            </a:r>
            <a:r>
              <a:rPr lang="en-GB" dirty="0"/>
              <a:t>is a </a:t>
            </a:r>
            <a:r>
              <a:rPr lang="en-GB" b="1" dirty="0"/>
              <a:t>quantitative research method</a:t>
            </a:r>
            <a:r>
              <a:rPr lang="en-GB" dirty="0"/>
              <a:t>, which corresponds to identifying </a:t>
            </a:r>
            <a:r>
              <a:rPr lang="en-GB" b="1" dirty="0"/>
              <a:t>the characteristics of an observed phenomenon </a:t>
            </a:r>
            <a:r>
              <a:rPr lang="en-GB" dirty="0"/>
              <a:t>and </a:t>
            </a:r>
            <a:r>
              <a:rPr lang="en-GB" b="1" dirty="0"/>
              <a:t>collecting more information</a:t>
            </a:r>
            <a:r>
              <a:rPr lang="en-GB" dirty="0"/>
              <a:t>. </a:t>
            </a:r>
          </a:p>
          <a:p>
            <a:pPr>
              <a:spcBef>
                <a:spcPts val="1200"/>
              </a:spcBef>
              <a:spcAft>
                <a:spcPts val="600"/>
              </a:spcAft>
            </a:pPr>
            <a:r>
              <a:rPr lang="en-GB" dirty="0"/>
              <a:t>This research method is designed to depict the participants in a very systematic and accurate manner. In simple words, descriptive research is all about </a:t>
            </a:r>
            <a:r>
              <a:rPr lang="en-GB" b="1" dirty="0"/>
              <a:t>describing the phenomenon, observing and drawing conclusions from it</a:t>
            </a:r>
            <a:r>
              <a:rPr lang="en-GB" dirty="0"/>
              <a:t>.</a:t>
            </a:r>
          </a:p>
        </p:txBody>
      </p:sp>
      <p:sp>
        <p:nvSpPr>
          <p:cNvPr id="7" name="Footer Placeholder 6">
            <a:extLst>
              <a:ext uri="{FF2B5EF4-FFF2-40B4-BE49-F238E27FC236}">
                <a16:creationId xmlns:a16="http://schemas.microsoft.com/office/drawing/2014/main" id="{9295B456-F73A-4D0F-967C-5EA3F6D3CCA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A5B46EE1-3E24-2925-6F2C-67AD48788746}"/>
              </a:ext>
            </a:extLst>
          </p:cNvPr>
          <p:cNvSpPr>
            <a:spLocks noGrp="1"/>
          </p:cNvSpPr>
          <p:nvPr>
            <p:ph type="sldNum" sz="quarter" idx="4"/>
          </p:nvPr>
        </p:nvSpPr>
        <p:spPr/>
        <p:txBody>
          <a:bodyPr/>
          <a:lstStyle/>
          <a:p>
            <a:fld id="{9FD7ECCF-50E7-4327-B945-FA93FF7B2BEF}" type="slidenum">
              <a:rPr lang="en-US" smtClean="0"/>
              <a:pPr/>
              <a:t>5</a:t>
            </a:fld>
            <a:r>
              <a:rPr lang="en-GB"/>
              <a:t>/63</a:t>
            </a:r>
            <a:endParaRPr lang="en-US" dirty="0"/>
          </a:p>
        </p:txBody>
      </p:sp>
    </p:spTree>
    <p:extLst>
      <p:ext uri="{BB962C8B-B14F-4D97-AF65-F5344CB8AC3E}">
        <p14:creationId xmlns:p14="http://schemas.microsoft.com/office/powerpoint/2010/main" val="2949030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891A0-1A90-87B9-6F25-6235E0087A24}"/>
              </a:ext>
            </a:extLst>
          </p:cNvPr>
          <p:cNvSpPr>
            <a:spLocks noGrp="1"/>
          </p:cNvSpPr>
          <p:nvPr>
            <p:ph type="title"/>
          </p:nvPr>
        </p:nvSpPr>
        <p:spPr/>
        <p:txBody>
          <a:bodyPr>
            <a:normAutofit fontScale="90000"/>
          </a:bodyPr>
          <a:lstStyle/>
          <a:p>
            <a:r>
              <a:rPr lang="en-GB" dirty="0">
                <a:solidFill>
                  <a:schemeClr val="accent1">
                    <a:lumMod val="75000"/>
                  </a:schemeClr>
                </a:solidFill>
              </a:rPr>
              <a:t>Descriptive Investigation/Research </a:t>
            </a:r>
            <a:r>
              <a:rPr lang="en-GB" dirty="0"/>
              <a:t>Example</a:t>
            </a:r>
          </a:p>
        </p:txBody>
      </p:sp>
      <p:sp>
        <p:nvSpPr>
          <p:cNvPr id="3" name="Content Placeholder 2">
            <a:extLst>
              <a:ext uri="{FF2B5EF4-FFF2-40B4-BE49-F238E27FC236}">
                <a16:creationId xmlns:a16="http://schemas.microsoft.com/office/drawing/2014/main" id="{0E9652C8-A9E2-4B88-A868-141F81A53C00}"/>
              </a:ext>
            </a:extLst>
          </p:cNvPr>
          <p:cNvSpPr>
            <a:spLocks noGrp="1"/>
          </p:cNvSpPr>
          <p:nvPr>
            <p:ph sz="quarter" idx="1"/>
          </p:nvPr>
        </p:nvSpPr>
        <p:spPr/>
        <p:txBody>
          <a:bodyPr>
            <a:normAutofit lnSpcReduction="10000"/>
          </a:bodyPr>
          <a:lstStyle/>
          <a:p>
            <a:pPr algn="l">
              <a:buFont typeface="Wingdings" panose="05000000000000000000" pitchFamily="2" charset="2"/>
              <a:buChar char="q"/>
            </a:pPr>
            <a:r>
              <a:rPr lang="en-GB" b="1" i="0" dirty="0">
                <a:solidFill>
                  <a:srgbClr val="000000"/>
                </a:solidFill>
                <a:effectLst/>
              </a:rPr>
              <a:t>Finding Things to do in a City</a:t>
            </a:r>
            <a:br>
              <a:rPr lang="en-GB" b="0" i="0" dirty="0">
                <a:solidFill>
                  <a:srgbClr val="000000"/>
                </a:solidFill>
                <a:effectLst/>
              </a:rPr>
            </a:br>
            <a:endParaRPr lang="en-GB" b="0" i="0" dirty="0">
              <a:solidFill>
                <a:srgbClr val="000000"/>
              </a:solidFill>
              <a:effectLst/>
            </a:endParaRPr>
          </a:p>
          <a:p>
            <a:pPr marL="320040" lvl="1" indent="0">
              <a:buNone/>
            </a:pPr>
            <a:r>
              <a:rPr lang="en-GB" sz="3000" b="0" i="1" dirty="0">
                <a:solidFill>
                  <a:srgbClr val="000000"/>
                </a:solidFill>
                <a:effectLst/>
              </a:rPr>
              <a:t>Use kayak.com to find 5 different things to do in in Tokyo next week.</a:t>
            </a:r>
          </a:p>
          <a:p>
            <a:endParaRPr lang="en-GB" dirty="0">
              <a:solidFill>
                <a:srgbClr val="000000"/>
              </a:solidFill>
            </a:endParaRPr>
          </a:p>
          <a:p>
            <a:r>
              <a:rPr lang="en-GB" dirty="0"/>
              <a:t>An example of this type of research would be to study the users’ choice of the most popular things to do in the city. </a:t>
            </a:r>
            <a:r>
              <a:rPr lang="en-GB" u="sng" dirty="0"/>
              <a:t>Descriptive studies do not seek to measure the effect of a variable; they seek only to describe it</a:t>
            </a:r>
            <a:r>
              <a:rPr lang="en-GB" dirty="0"/>
              <a:t>.</a:t>
            </a:r>
          </a:p>
          <a:p>
            <a:endParaRPr lang="en-GB" b="0" i="0" dirty="0">
              <a:solidFill>
                <a:srgbClr val="000000"/>
              </a:solidFill>
              <a:effectLst/>
            </a:endParaRPr>
          </a:p>
          <a:p>
            <a:endParaRPr lang="en-GB" dirty="0"/>
          </a:p>
        </p:txBody>
      </p:sp>
      <p:sp>
        <p:nvSpPr>
          <p:cNvPr id="7" name="Footer Placeholder 6">
            <a:extLst>
              <a:ext uri="{FF2B5EF4-FFF2-40B4-BE49-F238E27FC236}">
                <a16:creationId xmlns:a16="http://schemas.microsoft.com/office/drawing/2014/main" id="{C5DB741D-6EC6-B325-5324-16643AFC059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927D2F6D-9400-D471-0D16-BA6B7D34ED25}"/>
              </a:ext>
            </a:extLst>
          </p:cNvPr>
          <p:cNvSpPr>
            <a:spLocks noGrp="1"/>
          </p:cNvSpPr>
          <p:nvPr>
            <p:ph type="sldNum" sz="quarter" idx="4"/>
          </p:nvPr>
        </p:nvSpPr>
        <p:spPr/>
        <p:txBody>
          <a:bodyPr/>
          <a:lstStyle/>
          <a:p>
            <a:fld id="{9FD7ECCF-50E7-4327-B945-FA93FF7B2BEF}" type="slidenum">
              <a:rPr lang="en-US" smtClean="0"/>
              <a:pPr/>
              <a:t>6</a:t>
            </a:fld>
            <a:r>
              <a:rPr lang="en-GB"/>
              <a:t>/63</a:t>
            </a:r>
            <a:endParaRPr lang="en-US" dirty="0"/>
          </a:p>
        </p:txBody>
      </p:sp>
    </p:spTree>
    <p:extLst>
      <p:ext uri="{BB962C8B-B14F-4D97-AF65-F5344CB8AC3E}">
        <p14:creationId xmlns:p14="http://schemas.microsoft.com/office/powerpoint/2010/main" val="963750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solidFill>
                  <a:schemeClr val="accent1">
                    <a:lumMod val="75000"/>
                  </a:schemeClr>
                </a:solidFill>
              </a:rPr>
              <a:t>Relational Investigation/Research</a:t>
            </a:r>
            <a:endParaRPr lang="el-GR" dirty="0"/>
          </a:p>
        </p:txBody>
      </p:sp>
      <p:sp>
        <p:nvSpPr>
          <p:cNvPr id="3" name="Content Placeholder 2"/>
          <p:cNvSpPr>
            <a:spLocks noGrp="1"/>
          </p:cNvSpPr>
          <p:nvPr>
            <p:ph sz="quarter" idx="1"/>
          </p:nvPr>
        </p:nvSpPr>
        <p:spPr>
          <a:xfrm>
            <a:off x="612648" y="1600200"/>
            <a:ext cx="8153400" cy="4709120"/>
          </a:xfrm>
        </p:spPr>
        <p:txBody>
          <a:bodyPr>
            <a:normAutofit/>
          </a:bodyPr>
          <a:lstStyle/>
          <a:p>
            <a:pPr>
              <a:lnSpc>
                <a:spcPct val="120000"/>
              </a:lnSpc>
              <a:spcBef>
                <a:spcPts val="300"/>
              </a:spcBef>
              <a:spcAft>
                <a:spcPts val="300"/>
              </a:spcAft>
            </a:pPr>
            <a:r>
              <a:rPr lang="en-GB" b="1" dirty="0">
                <a:solidFill>
                  <a:schemeClr val="accent1">
                    <a:lumMod val="75000"/>
                  </a:schemeClr>
                </a:solidFill>
              </a:rPr>
              <a:t>Relational Investigation/Research </a:t>
            </a:r>
            <a:r>
              <a:rPr lang="en-GB" dirty="0">
                <a:solidFill>
                  <a:schemeClr val="accent2">
                    <a:lumMod val="75000"/>
                  </a:schemeClr>
                </a:solidFill>
              </a:rPr>
              <a:t>investigates the connection between two or more </a:t>
            </a:r>
            <a:r>
              <a:rPr lang="en-GB" b="1" dirty="0">
                <a:solidFill>
                  <a:schemeClr val="accent2">
                    <a:lumMod val="75000"/>
                  </a:schemeClr>
                </a:solidFill>
              </a:rPr>
              <a:t>variables</a:t>
            </a:r>
            <a:r>
              <a:rPr lang="en-GB" dirty="0">
                <a:solidFill>
                  <a:schemeClr val="accent2">
                    <a:lumMod val="75000"/>
                  </a:schemeClr>
                </a:solidFill>
              </a:rPr>
              <a:t>/factors</a:t>
            </a:r>
            <a:r>
              <a:rPr lang="en-GB" b="1" dirty="0"/>
              <a:t>. </a:t>
            </a:r>
            <a:br>
              <a:rPr lang="en-GB" b="1" dirty="0"/>
            </a:br>
            <a:r>
              <a:rPr lang="en-GB" dirty="0"/>
              <a:t>The variables/factors that are compared are generally already present in the group or population.</a:t>
            </a:r>
          </a:p>
        </p:txBody>
      </p:sp>
      <p:sp>
        <p:nvSpPr>
          <p:cNvPr id="7" name="Footer Placeholder 6">
            <a:extLst>
              <a:ext uri="{FF2B5EF4-FFF2-40B4-BE49-F238E27FC236}">
                <a16:creationId xmlns:a16="http://schemas.microsoft.com/office/drawing/2014/main" id="{F0B89A05-5ECF-C43B-EE38-6CB7FFED04E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CCBE19B8-60EB-9B55-41FB-FAA3C7EAAB44}"/>
              </a:ext>
            </a:extLst>
          </p:cNvPr>
          <p:cNvSpPr>
            <a:spLocks noGrp="1"/>
          </p:cNvSpPr>
          <p:nvPr>
            <p:ph type="sldNum" sz="quarter" idx="4"/>
          </p:nvPr>
        </p:nvSpPr>
        <p:spPr/>
        <p:txBody>
          <a:bodyPr/>
          <a:lstStyle/>
          <a:p>
            <a:fld id="{9FD7ECCF-50E7-4327-B945-FA93FF7B2BEF}" type="slidenum">
              <a:rPr lang="en-US" smtClean="0"/>
              <a:pPr/>
              <a:t>7</a:t>
            </a:fld>
            <a:r>
              <a:rPr lang="en-GB"/>
              <a:t>/63</a:t>
            </a:r>
            <a:endParaRPr lang="en-US" dirty="0"/>
          </a:p>
        </p:txBody>
      </p:sp>
    </p:spTree>
    <p:extLst>
      <p:ext uri="{BB962C8B-B14F-4D97-AF65-F5344CB8AC3E}">
        <p14:creationId xmlns:p14="http://schemas.microsoft.com/office/powerpoint/2010/main" val="124261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D89F-D396-3804-73B1-34A52B4A0EA3}"/>
              </a:ext>
            </a:extLst>
          </p:cNvPr>
          <p:cNvSpPr>
            <a:spLocks noGrp="1"/>
          </p:cNvSpPr>
          <p:nvPr>
            <p:ph type="title"/>
          </p:nvPr>
        </p:nvSpPr>
        <p:spPr/>
        <p:txBody>
          <a:bodyPr>
            <a:normAutofit fontScale="90000"/>
          </a:bodyPr>
          <a:lstStyle/>
          <a:p>
            <a:r>
              <a:rPr lang="en-GB" dirty="0">
                <a:solidFill>
                  <a:schemeClr val="accent1">
                    <a:lumMod val="75000"/>
                  </a:schemeClr>
                </a:solidFill>
              </a:rPr>
              <a:t>Relational Investigation/Research </a:t>
            </a:r>
            <a:r>
              <a:rPr lang="en-GB" dirty="0"/>
              <a:t>Example</a:t>
            </a:r>
          </a:p>
        </p:txBody>
      </p:sp>
      <p:sp>
        <p:nvSpPr>
          <p:cNvPr id="3" name="Content Placeholder 2">
            <a:extLst>
              <a:ext uri="{FF2B5EF4-FFF2-40B4-BE49-F238E27FC236}">
                <a16:creationId xmlns:a16="http://schemas.microsoft.com/office/drawing/2014/main" id="{552BF42B-6A53-F25F-37D9-37A8314C0B4C}"/>
              </a:ext>
            </a:extLst>
          </p:cNvPr>
          <p:cNvSpPr>
            <a:spLocks noGrp="1"/>
          </p:cNvSpPr>
          <p:nvPr>
            <p:ph sz="quarter" idx="1"/>
          </p:nvPr>
        </p:nvSpPr>
        <p:spPr/>
        <p:txBody>
          <a:bodyPr>
            <a:normAutofit/>
          </a:bodyPr>
          <a:lstStyle/>
          <a:p>
            <a:pPr marL="320040" lvl="1" indent="0">
              <a:buNone/>
            </a:pPr>
            <a:r>
              <a:rPr lang="en-GB" sz="2700" b="1" i="0" dirty="0">
                <a:solidFill>
                  <a:srgbClr val="000000"/>
                </a:solidFill>
                <a:effectLst/>
              </a:rPr>
              <a:t>Finding Things to do in a City</a:t>
            </a:r>
            <a:br>
              <a:rPr lang="en-GB" sz="2700" b="0" i="0" dirty="0">
                <a:solidFill>
                  <a:srgbClr val="000000"/>
                </a:solidFill>
                <a:effectLst/>
              </a:rPr>
            </a:br>
            <a:endParaRPr lang="en-GB" sz="2700" b="0" i="0" dirty="0">
              <a:solidFill>
                <a:srgbClr val="000000"/>
              </a:solidFill>
              <a:effectLst/>
            </a:endParaRPr>
          </a:p>
          <a:p>
            <a:pPr marL="320040" lvl="1" indent="0">
              <a:buNone/>
            </a:pPr>
            <a:r>
              <a:rPr lang="en-GB" sz="2800" b="0" i="1" dirty="0">
                <a:solidFill>
                  <a:srgbClr val="000000"/>
                </a:solidFill>
                <a:effectLst/>
              </a:rPr>
              <a:t>Use kayak.com to find 5 different things to do in in Tokyo next week.</a:t>
            </a:r>
          </a:p>
          <a:p>
            <a:endParaRPr lang="en-GB" sz="2700" b="0" i="0" dirty="0">
              <a:solidFill>
                <a:srgbClr val="000000"/>
              </a:solidFill>
              <a:effectLst/>
            </a:endParaRPr>
          </a:p>
          <a:p>
            <a:r>
              <a:rPr lang="en-GB" sz="2700" dirty="0"/>
              <a:t>For example, a study that looked which destinations were more popular for male and female, would be studying the </a:t>
            </a:r>
            <a:r>
              <a:rPr lang="en-GB" sz="2700" u="sng" dirty="0"/>
              <a:t>popularity of destinations in different  gender</a:t>
            </a:r>
            <a:r>
              <a:rPr lang="en-GB" sz="2700" dirty="0"/>
              <a:t>.</a:t>
            </a:r>
          </a:p>
        </p:txBody>
      </p:sp>
      <p:sp>
        <p:nvSpPr>
          <p:cNvPr id="7" name="Footer Placeholder 6">
            <a:extLst>
              <a:ext uri="{FF2B5EF4-FFF2-40B4-BE49-F238E27FC236}">
                <a16:creationId xmlns:a16="http://schemas.microsoft.com/office/drawing/2014/main" id="{135D8014-F240-F74A-03AF-2DF71CFEB5C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FF9600DC-A58B-82F7-7D5B-A1254EFCDB08}"/>
              </a:ext>
            </a:extLst>
          </p:cNvPr>
          <p:cNvSpPr>
            <a:spLocks noGrp="1"/>
          </p:cNvSpPr>
          <p:nvPr>
            <p:ph type="sldNum" sz="quarter" idx="4"/>
          </p:nvPr>
        </p:nvSpPr>
        <p:spPr/>
        <p:txBody>
          <a:bodyPr/>
          <a:lstStyle/>
          <a:p>
            <a:fld id="{9FD7ECCF-50E7-4327-B945-FA93FF7B2BEF}" type="slidenum">
              <a:rPr lang="en-US" smtClean="0"/>
              <a:pPr/>
              <a:t>8</a:t>
            </a:fld>
            <a:r>
              <a:rPr lang="en-GB"/>
              <a:t>/63</a:t>
            </a:r>
            <a:endParaRPr lang="en-US" dirty="0"/>
          </a:p>
        </p:txBody>
      </p:sp>
    </p:spTree>
    <p:extLst>
      <p:ext uri="{BB962C8B-B14F-4D97-AF65-F5344CB8AC3E}">
        <p14:creationId xmlns:p14="http://schemas.microsoft.com/office/powerpoint/2010/main" val="349871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8160"/>
            <a:ext cx="8892480" cy="990600"/>
          </a:xfrm>
        </p:spPr>
        <p:txBody>
          <a:bodyPr>
            <a:noAutofit/>
          </a:bodyPr>
          <a:lstStyle/>
          <a:p>
            <a:r>
              <a:rPr lang="en-GB" sz="3600" dirty="0">
                <a:solidFill>
                  <a:schemeClr val="accent1">
                    <a:lumMod val="75000"/>
                  </a:schemeClr>
                </a:solidFill>
              </a:rPr>
              <a:t>Experimental/Causal Investigation/Research</a:t>
            </a:r>
            <a:endParaRPr lang="el-GR" sz="3600" dirty="0"/>
          </a:p>
        </p:txBody>
      </p:sp>
      <p:sp>
        <p:nvSpPr>
          <p:cNvPr id="3" name="Content Placeholder 2"/>
          <p:cNvSpPr>
            <a:spLocks noGrp="1"/>
          </p:cNvSpPr>
          <p:nvPr>
            <p:ph sz="quarter" idx="1"/>
          </p:nvPr>
        </p:nvSpPr>
        <p:spPr>
          <a:xfrm>
            <a:off x="612648" y="1600200"/>
            <a:ext cx="8153400" cy="4709120"/>
          </a:xfrm>
        </p:spPr>
        <p:txBody>
          <a:bodyPr>
            <a:normAutofit/>
          </a:bodyPr>
          <a:lstStyle/>
          <a:p>
            <a:pPr>
              <a:lnSpc>
                <a:spcPct val="120000"/>
              </a:lnSpc>
              <a:spcBef>
                <a:spcPts val="300"/>
              </a:spcBef>
              <a:spcAft>
                <a:spcPts val="300"/>
              </a:spcAft>
            </a:pPr>
            <a:r>
              <a:rPr lang="en-GB" b="1" dirty="0">
                <a:solidFill>
                  <a:schemeClr val="accent1">
                    <a:lumMod val="75000"/>
                  </a:schemeClr>
                </a:solidFill>
              </a:rPr>
              <a:t>Experimental/Causal investigation/Research </a:t>
            </a:r>
            <a:r>
              <a:rPr lang="en-GB" dirty="0"/>
              <a:t>investigates </a:t>
            </a:r>
            <a:r>
              <a:rPr lang="en-GB" dirty="0">
                <a:solidFill>
                  <a:schemeClr val="accent2">
                    <a:lumMod val="75000"/>
                  </a:schemeClr>
                </a:solidFill>
              </a:rPr>
              <a:t>the effect of one or more variables on one or more outcome variables</a:t>
            </a:r>
            <a:r>
              <a:rPr lang="en-GB" dirty="0"/>
              <a:t>, or </a:t>
            </a:r>
            <a:r>
              <a:rPr lang="en-GB" dirty="0">
                <a:solidFill>
                  <a:schemeClr val="accent2">
                    <a:lumMod val="75000"/>
                  </a:schemeClr>
                </a:solidFill>
              </a:rPr>
              <a:t>if one variable causes another variable to occur or change</a:t>
            </a:r>
            <a:r>
              <a:rPr lang="en-GB" dirty="0"/>
              <a:t>.</a:t>
            </a:r>
          </a:p>
          <a:p>
            <a:pPr marL="320040" lvl="1" indent="0">
              <a:lnSpc>
                <a:spcPct val="120000"/>
              </a:lnSpc>
              <a:spcBef>
                <a:spcPts val="300"/>
              </a:spcBef>
              <a:spcAft>
                <a:spcPts val="300"/>
              </a:spcAft>
              <a:buNone/>
            </a:pPr>
            <a:r>
              <a:rPr lang="en-GB" sz="2500" dirty="0"/>
              <a:t>An example of this type of research would be </a:t>
            </a:r>
            <a:r>
              <a:rPr lang="en-GB" sz="2500" b="1" dirty="0"/>
              <a:t>altering the amount of a treatment and measuring the effect </a:t>
            </a:r>
            <a:r>
              <a:rPr lang="en-GB" sz="2500" dirty="0"/>
              <a:t>on study participants.</a:t>
            </a:r>
          </a:p>
        </p:txBody>
      </p:sp>
      <p:sp>
        <p:nvSpPr>
          <p:cNvPr id="10" name="Footer Placeholder 9">
            <a:extLst>
              <a:ext uri="{FF2B5EF4-FFF2-40B4-BE49-F238E27FC236}">
                <a16:creationId xmlns:a16="http://schemas.microsoft.com/office/drawing/2014/main" id="{6E436DF5-A529-5BD4-9DA4-FC2FAD9B66E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D8A17250-9EAA-8D2C-2F6C-38F65929DD41}"/>
              </a:ext>
            </a:extLst>
          </p:cNvPr>
          <p:cNvSpPr>
            <a:spLocks noGrp="1"/>
          </p:cNvSpPr>
          <p:nvPr>
            <p:ph type="sldNum" sz="quarter" idx="4"/>
          </p:nvPr>
        </p:nvSpPr>
        <p:spPr/>
        <p:txBody>
          <a:bodyPr/>
          <a:lstStyle/>
          <a:p>
            <a:fld id="{9FD7ECCF-50E7-4327-B945-FA93FF7B2BEF}" type="slidenum">
              <a:rPr lang="en-US" smtClean="0"/>
              <a:pPr/>
              <a:t>9</a:t>
            </a:fld>
            <a:r>
              <a:rPr lang="en-GB"/>
              <a:t>/63</a:t>
            </a:r>
            <a:endParaRPr lang="en-US" dirty="0"/>
          </a:p>
        </p:txBody>
      </p:sp>
    </p:spTree>
    <p:extLst>
      <p:ext uri="{BB962C8B-B14F-4D97-AF65-F5344CB8AC3E}">
        <p14:creationId xmlns:p14="http://schemas.microsoft.com/office/powerpoint/2010/main" val="210638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B4501D-FA0D-6D24-9F9D-8E1429B6E8A9}"/>
              </a:ext>
            </a:extLst>
          </p:cNvPr>
          <p:cNvSpPr>
            <a:spLocks noGrp="1"/>
          </p:cNvSpPr>
          <p:nvPr>
            <p:ph sz="quarter" idx="1"/>
          </p:nvPr>
        </p:nvSpPr>
        <p:spPr>
          <a:xfrm>
            <a:off x="612648" y="1516698"/>
            <a:ext cx="8351840" cy="4731508"/>
          </a:xfrm>
        </p:spPr>
        <p:txBody>
          <a:bodyPr>
            <a:noAutofit/>
          </a:bodyPr>
          <a:lstStyle/>
          <a:p>
            <a:r>
              <a:rPr lang="en-GB" sz="2400" b="1" i="0" dirty="0">
                <a:solidFill>
                  <a:srgbClr val="000000"/>
                </a:solidFill>
                <a:effectLst/>
              </a:rPr>
              <a:t>Finding Things to do in a City</a:t>
            </a:r>
            <a:br>
              <a:rPr lang="en-GB" sz="2400" b="0" i="0" dirty="0">
                <a:solidFill>
                  <a:srgbClr val="000000"/>
                </a:solidFill>
                <a:effectLst/>
              </a:rPr>
            </a:br>
            <a:endParaRPr lang="en-GB" sz="2400" b="0" i="0" dirty="0">
              <a:solidFill>
                <a:srgbClr val="000000"/>
              </a:solidFill>
              <a:effectLst/>
            </a:endParaRPr>
          </a:p>
          <a:p>
            <a:pPr marL="320040" lvl="1" indent="0">
              <a:buNone/>
            </a:pPr>
            <a:r>
              <a:rPr lang="en-GB" sz="2400" b="0" i="1" dirty="0">
                <a:solidFill>
                  <a:srgbClr val="000000"/>
                </a:solidFill>
                <a:effectLst/>
              </a:rPr>
              <a:t>Use kayak.com to find 5 different things to do in the city, and study the effect of the </a:t>
            </a:r>
            <a:r>
              <a:rPr lang="en-GB" sz="2400" b="1" i="1" dirty="0">
                <a:solidFill>
                  <a:srgbClr val="000000"/>
                </a:solidFill>
                <a:effectLst/>
              </a:rPr>
              <a:t>picture style </a:t>
            </a:r>
            <a:r>
              <a:rPr lang="en-GB" sz="2400" b="0" i="1" dirty="0">
                <a:solidFill>
                  <a:srgbClr val="000000"/>
                </a:solidFill>
                <a:effectLst/>
              </a:rPr>
              <a:t>to advertise a destination for “things to do” in selecting the location. </a:t>
            </a:r>
          </a:p>
          <a:p>
            <a:pPr marL="320040" lvl="1" indent="0">
              <a:buNone/>
            </a:pPr>
            <a:endParaRPr lang="en-GB" sz="2400" i="1" dirty="0"/>
          </a:p>
          <a:p>
            <a:r>
              <a:rPr lang="en-GB" sz="2400" dirty="0"/>
              <a:t>For example, a study that looked at which destinations were more popular to visit in Tokyo among based on the size of the style of the picture used to advertise the destination (large, medium or small picture, framed or not frames etc.), studying the relationship between </a:t>
            </a:r>
            <a:r>
              <a:rPr lang="en-GB" sz="2400" u="sng" dirty="0"/>
              <a:t>picture style to advertise a destination in “things to do” and users’ choice</a:t>
            </a:r>
            <a:r>
              <a:rPr lang="en-GB" sz="2400" dirty="0"/>
              <a:t>.</a:t>
            </a:r>
          </a:p>
          <a:p>
            <a:endParaRPr lang="en-GB" sz="2400" dirty="0"/>
          </a:p>
        </p:txBody>
      </p:sp>
      <p:sp>
        <p:nvSpPr>
          <p:cNvPr id="7" name="Title 1">
            <a:extLst>
              <a:ext uri="{FF2B5EF4-FFF2-40B4-BE49-F238E27FC236}">
                <a16:creationId xmlns:a16="http://schemas.microsoft.com/office/drawing/2014/main" id="{6479971B-E0F0-8D44-8792-D0CDB669D1DC}"/>
              </a:ext>
            </a:extLst>
          </p:cNvPr>
          <p:cNvSpPr txBox="1">
            <a:spLocks/>
          </p:cNvSpPr>
          <p:nvPr/>
        </p:nvSpPr>
        <p:spPr>
          <a:xfrm>
            <a:off x="323528" y="114494"/>
            <a:ext cx="8820472" cy="990600"/>
          </a:xfrm>
          <a:prstGeom prst="rect">
            <a:avLst/>
          </a:prstGeom>
        </p:spPr>
        <p:txBody>
          <a:bodyPr vert="horz" anchor="ctr">
            <a:noAutofit/>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lnSpc>
                <a:spcPts val="3400"/>
              </a:lnSpc>
              <a:spcAft>
                <a:spcPts val="0"/>
              </a:spcAft>
            </a:pPr>
            <a:r>
              <a:rPr lang="en-GB" sz="3600" dirty="0">
                <a:solidFill>
                  <a:schemeClr val="accent1">
                    <a:lumMod val="75000"/>
                  </a:schemeClr>
                </a:solidFill>
              </a:rPr>
              <a:t>Experimental/Causal Investigation/Research </a:t>
            </a:r>
            <a:r>
              <a:rPr lang="en-GB" sz="3600" dirty="0">
                <a:solidFill>
                  <a:schemeClr val="bg1">
                    <a:lumMod val="50000"/>
                  </a:schemeClr>
                </a:solidFill>
              </a:rPr>
              <a:t>Example</a:t>
            </a:r>
            <a:endParaRPr lang="el-GR" sz="3600" dirty="0">
              <a:solidFill>
                <a:schemeClr val="bg1">
                  <a:lumMod val="50000"/>
                </a:schemeClr>
              </a:solidFill>
            </a:endParaRPr>
          </a:p>
        </p:txBody>
      </p:sp>
      <p:sp>
        <p:nvSpPr>
          <p:cNvPr id="11" name="Footer Placeholder 10">
            <a:extLst>
              <a:ext uri="{FF2B5EF4-FFF2-40B4-BE49-F238E27FC236}">
                <a16:creationId xmlns:a16="http://schemas.microsoft.com/office/drawing/2014/main" id="{8101051C-6916-7EB5-B3DB-1A8C8C973E6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CEB84C7A-E550-2D31-5542-A260E751E0F2}"/>
              </a:ext>
            </a:extLst>
          </p:cNvPr>
          <p:cNvSpPr>
            <a:spLocks noGrp="1"/>
          </p:cNvSpPr>
          <p:nvPr>
            <p:ph type="sldNum" sz="quarter" idx="4"/>
          </p:nvPr>
        </p:nvSpPr>
        <p:spPr/>
        <p:txBody>
          <a:bodyPr/>
          <a:lstStyle/>
          <a:p>
            <a:fld id="{9FD7ECCF-50E7-4327-B945-FA93FF7B2BEF}" type="slidenum">
              <a:rPr lang="en-US" smtClean="0"/>
              <a:pPr/>
              <a:t>10</a:t>
            </a:fld>
            <a:r>
              <a:rPr lang="en-GB"/>
              <a:t>/63</a:t>
            </a:r>
            <a:endParaRPr lang="en-US" dirty="0"/>
          </a:p>
        </p:txBody>
      </p:sp>
    </p:spTree>
    <p:extLst>
      <p:ext uri="{BB962C8B-B14F-4D97-AF65-F5344CB8AC3E}">
        <p14:creationId xmlns:p14="http://schemas.microsoft.com/office/powerpoint/2010/main" val="1085603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080DE-6DB4-65EA-31DF-5484DD026552}"/>
              </a:ext>
            </a:extLst>
          </p:cNvPr>
          <p:cNvSpPr>
            <a:spLocks noGrp="1"/>
          </p:cNvSpPr>
          <p:nvPr>
            <p:ph type="title"/>
          </p:nvPr>
        </p:nvSpPr>
        <p:spPr/>
        <p:txBody>
          <a:bodyPr/>
          <a:lstStyle/>
          <a:p>
            <a:r>
              <a:rPr lang="en-GB" dirty="0"/>
              <a:t>Type of Research</a:t>
            </a:r>
          </a:p>
        </p:txBody>
      </p:sp>
      <p:sp>
        <p:nvSpPr>
          <p:cNvPr id="3" name="Content Placeholder 2">
            <a:extLst>
              <a:ext uri="{FF2B5EF4-FFF2-40B4-BE49-F238E27FC236}">
                <a16:creationId xmlns:a16="http://schemas.microsoft.com/office/drawing/2014/main" id="{40E02E90-91C5-747B-A751-3125448C27BC}"/>
              </a:ext>
            </a:extLst>
          </p:cNvPr>
          <p:cNvSpPr>
            <a:spLocks noGrp="1"/>
          </p:cNvSpPr>
          <p:nvPr>
            <p:ph sz="quarter" idx="1"/>
          </p:nvPr>
        </p:nvSpPr>
        <p:spPr>
          <a:xfrm>
            <a:off x="612648" y="5126285"/>
            <a:ext cx="8153400" cy="1121921"/>
          </a:xfrm>
        </p:spPr>
        <p:txBody>
          <a:bodyPr>
            <a:normAutofit fontScale="62500" lnSpcReduction="20000"/>
          </a:bodyPr>
          <a:lstStyle/>
          <a:p>
            <a:pPr marL="0" indent="0">
              <a:buNone/>
            </a:pPr>
            <a:r>
              <a:rPr lang="en-GB" sz="2000" dirty="0">
                <a:solidFill>
                  <a:srgbClr val="3A3A3A"/>
                </a:solidFill>
                <a:latin typeface="KarlaRegular"/>
              </a:rPr>
              <a:t>Table 2.1  Relationship Between Descriptive Research, Relational Research, and Experimental Research</a:t>
            </a:r>
          </a:p>
          <a:p>
            <a:pPr marL="0" indent="0">
              <a:buNone/>
            </a:pPr>
            <a:endParaRPr lang="en-GB" sz="2000" dirty="0">
              <a:solidFill>
                <a:srgbClr val="3A3A3A"/>
              </a:solidFill>
              <a:latin typeface="KarlaRegular"/>
            </a:endParaRPr>
          </a:p>
          <a:p>
            <a:pPr marL="0" indent="0">
              <a:buNone/>
            </a:pPr>
            <a:r>
              <a:rPr lang="en-GB" sz="2000" b="0" i="0" dirty="0">
                <a:solidFill>
                  <a:srgbClr val="3A3A3A"/>
                </a:solidFill>
                <a:effectLst/>
                <a:latin typeface="KarlaRegular"/>
              </a:rPr>
              <a:t>Lazar, J., Feng, J.H. and </a:t>
            </a:r>
            <a:r>
              <a:rPr lang="en-GB" sz="2000" b="0" i="0" dirty="0" err="1">
                <a:solidFill>
                  <a:srgbClr val="3A3A3A"/>
                </a:solidFill>
                <a:effectLst/>
                <a:latin typeface="KarlaRegular"/>
              </a:rPr>
              <a:t>Hochheiser</a:t>
            </a:r>
            <a:r>
              <a:rPr lang="en-GB" sz="2000" b="0" i="0" dirty="0">
                <a:solidFill>
                  <a:srgbClr val="3A3A3A"/>
                </a:solidFill>
                <a:effectLst/>
                <a:latin typeface="KarlaRegular"/>
              </a:rPr>
              <a:t>, H. (2017) </a:t>
            </a:r>
            <a:r>
              <a:rPr lang="en-GB" sz="2000" b="0" i="1" dirty="0">
                <a:solidFill>
                  <a:srgbClr val="3A3A3A"/>
                </a:solidFill>
                <a:effectLst/>
                <a:latin typeface="KarlaRegular"/>
              </a:rPr>
              <a:t>Research methods in human-computer interaction</a:t>
            </a:r>
            <a:r>
              <a:rPr lang="en-GB" sz="2000" b="0" i="0" dirty="0">
                <a:solidFill>
                  <a:srgbClr val="3A3A3A"/>
                </a:solidFill>
                <a:effectLst/>
                <a:latin typeface="KarlaRegular"/>
              </a:rPr>
              <a:t>. Second edition. Cambridge, Massachusetts: Morgan Kaufmann Publishers, pp. 27</a:t>
            </a:r>
            <a:endParaRPr lang="en-GB" dirty="0"/>
          </a:p>
        </p:txBody>
      </p:sp>
      <p:pic>
        <p:nvPicPr>
          <p:cNvPr id="7" name="Picture 6" descr="Table 2.1  Relationship Between Descriptive Research, Relational Research, and Experimental Research&#10;">
            <a:extLst>
              <a:ext uri="{FF2B5EF4-FFF2-40B4-BE49-F238E27FC236}">
                <a16:creationId xmlns:a16="http://schemas.microsoft.com/office/drawing/2014/main" id="{4DF22714-D017-EBAA-08A4-6198012B1656}"/>
              </a:ext>
            </a:extLst>
          </p:cNvPr>
          <p:cNvPicPr>
            <a:picLocks noChangeAspect="1"/>
          </p:cNvPicPr>
          <p:nvPr/>
        </p:nvPicPr>
        <p:blipFill>
          <a:blip r:embed="rId2"/>
          <a:stretch>
            <a:fillRect/>
          </a:stretch>
        </p:blipFill>
        <p:spPr>
          <a:xfrm>
            <a:off x="602045" y="1807038"/>
            <a:ext cx="8164003" cy="3243924"/>
          </a:xfrm>
          <a:prstGeom prst="rect">
            <a:avLst/>
          </a:prstGeom>
        </p:spPr>
      </p:pic>
      <p:sp>
        <p:nvSpPr>
          <p:cNvPr id="9" name="Footer Placeholder 8">
            <a:extLst>
              <a:ext uri="{FF2B5EF4-FFF2-40B4-BE49-F238E27FC236}">
                <a16:creationId xmlns:a16="http://schemas.microsoft.com/office/drawing/2014/main" id="{0F3EFEC1-37E9-A509-A060-283FF0B5E1E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9002668E-9C7F-F314-FC2B-3F9FA1CEF2BA}"/>
              </a:ext>
            </a:extLst>
          </p:cNvPr>
          <p:cNvSpPr>
            <a:spLocks noGrp="1"/>
          </p:cNvSpPr>
          <p:nvPr>
            <p:ph type="sldNum" sz="quarter" idx="4"/>
          </p:nvPr>
        </p:nvSpPr>
        <p:spPr/>
        <p:txBody>
          <a:bodyPr/>
          <a:lstStyle/>
          <a:p>
            <a:fld id="{9FD7ECCF-50E7-4327-B945-FA93FF7B2BEF}" type="slidenum">
              <a:rPr lang="en-US" smtClean="0"/>
              <a:pPr/>
              <a:t>11</a:t>
            </a:fld>
            <a:r>
              <a:rPr lang="en-GB"/>
              <a:t>/63</a:t>
            </a:r>
            <a:endParaRPr lang="en-US" dirty="0"/>
          </a:p>
        </p:txBody>
      </p:sp>
    </p:spTree>
    <p:extLst>
      <p:ext uri="{BB962C8B-B14F-4D97-AF65-F5344CB8AC3E}">
        <p14:creationId xmlns:p14="http://schemas.microsoft.com/office/powerpoint/2010/main" val="384224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5550-9A58-7762-7330-320173D0FD55}"/>
              </a:ext>
            </a:extLst>
          </p:cNvPr>
          <p:cNvSpPr>
            <a:spLocks noGrp="1"/>
          </p:cNvSpPr>
          <p:nvPr>
            <p:ph type="title"/>
          </p:nvPr>
        </p:nvSpPr>
        <p:spPr/>
        <p:txBody>
          <a:bodyPr/>
          <a:lstStyle/>
          <a:p>
            <a:r>
              <a:rPr lang="en-GB" dirty="0"/>
              <a:t>Necessary background information</a:t>
            </a:r>
          </a:p>
        </p:txBody>
      </p:sp>
      <p:sp>
        <p:nvSpPr>
          <p:cNvPr id="3" name="Content Placeholder 2">
            <a:extLst>
              <a:ext uri="{FF2B5EF4-FFF2-40B4-BE49-F238E27FC236}">
                <a16:creationId xmlns:a16="http://schemas.microsoft.com/office/drawing/2014/main" id="{7ABF290A-20D2-E753-D7B0-0758FDEB7434}"/>
              </a:ext>
            </a:extLst>
          </p:cNvPr>
          <p:cNvSpPr>
            <a:spLocks noGrp="1"/>
          </p:cNvSpPr>
          <p:nvPr>
            <p:ph sz="quarter" idx="1"/>
          </p:nvPr>
        </p:nvSpPr>
        <p:spPr/>
        <p:txBody>
          <a:bodyPr/>
          <a:lstStyle/>
          <a:p>
            <a:pPr>
              <a:spcBef>
                <a:spcPts val="1200"/>
              </a:spcBef>
            </a:pPr>
            <a:r>
              <a:rPr lang="en-GB" dirty="0"/>
              <a:t>Before we jump into discussing what we study statistically in the aforementioned methods we need to understand some background information about:</a:t>
            </a:r>
          </a:p>
          <a:p>
            <a:pPr lvl="1">
              <a:spcBef>
                <a:spcPts val="1200"/>
              </a:spcBef>
            </a:pPr>
            <a:r>
              <a:rPr lang="en-GB" dirty="0"/>
              <a:t>Variables</a:t>
            </a:r>
          </a:p>
          <a:p>
            <a:pPr lvl="1">
              <a:spcBef>
                <a:spcPts val="1200"/>
              </a:spcBef>
            </a:pPr>
            <a:r>
              <a:rPr lang="en-GB" dirty="0"/>
              <a:t>Data types</a:t>
            </a:r>
          </a:p>
        </p:txBody>
      </p:sp>
      <p:sp>
        <p:nvSpPr>
          <p:cNvPr id="7" name="Footer Placeholder 6">
            <a:extLst>
              <a:ext uri="{FF2B5EF4-FFF2-40B4-BE49-F238E27FC236}">
                <a16:creationId xmlns:a16="http://schemas.microsoft.com/office/drawing/2014/main" id="{9ABE2CFA-6FD8-3CB8-89FF-1D580C969A1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71552C1B-AE52-D5D9-C683-006A40B78328}"/>
              </a:ext>
            </a:extLst>
          </p:cNvPr>
          <p:cNvSpPr>
            <a:spLocks noGrp="1"/>
          </p:cNvSpPr>
          <p:nvPr>
            <p:ph type="sldNum" sz="quarter" idx="4"/>
          </p:nvPr>
        </p:nvSpPr>
        <p:spPr/>
        <p:txBody>
          <a:bodyPr/>
          <a:lstStyle/>
          <a:p>
            <a:fld id="{9FD7ECCF-50E7-4327-B945-FA93FF7B2BEF}" type="slidenum">
              <a:rPr lang="en-US" smtClean="0"/>
              <a:pPr/>
              <a:t>12</a:t>
            </a:fld>
            <a:r>
              <a:rPr lang="en-GB"/>
              <a:t>/63</a:t>
            </a:r>
            <a:endParaRPr lang="en-US" dirty="0"/>
          </a:p>
        </p:txBody>
      </p:sp>
    </p:spTree>
    <p:extLst>
      <p:ext uri="{BB962C8B-B14F-4D97-AF65-F5344CB8AC3E}">
        <p14:creationId xmlns:p14="http://schemas.microsoft.com/office/powerpoint/2010/main" val="2448077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06C6A20-B481-3F0A-92D4-B450074AC597}"/>
              </a:ext>
            </a:extLst>
          </p:cNvPr>
          <p:cNvSpPr>
            <a:spLocks noGrp="1"/>
          </p:cNvSpPr>
          <p:nvPr>
            <p:ph type="body" idx="1"/>
          </p:nvPr>
        </p:nvSpPr>
        <p:spPr/>
        <p:txBody>
          <a:bodyPr>
            <a:normAutofit fontScale="85000" lnSpcReduction="20000"/>
          </a:bodyPr>
          <a:lstStyle/>
          <a:p>
            <a:pPr>
              <a:lnSpc>
                <a:spcPct val="120000"/>
              </a:lnSpc>
              <a:spcBef>
                <a:spcPts val="600"/>
              </a:spcBef>
              <a:spcAft>
                <a:spcPts val="600"/>
              </a:spcAft>
            </a:pPr>
            <a:r>
              <a:rPr lang="en-GB" dirty="0"/>
              <a:t>A variable is </a:t>
            </a:r>
            <a:r>
              <a:rPr lang="en-GB" b="1" dirty="0">
                <a:solidFill>
                  <a:schemeClr val="accent1">
                    <a:lumMod val="75000"/>
                  </a:schemeClr>
                </a:solidFill>
              </a:rPr>
              <a:t>something that can be changed</a:t>
            </a:r>
            <a:r>
              <a:rPr lang="en-GB" dirty="0"/>
              <a:t>, such as a </a:t>
            </a:r>
            <a:r>
              <a:rPr lang="en-GB" dirty="0">
                <a:solidFill>
                  <a:schemeClr val="accent2">
                    <a:lumMod val="75000"/>
                  </a:schemeClr>
                </a:solidFill>
              </a:rPr>
              <a:t>characteristic</a:t>
            </a:r>
            <a:r>
              <a:rPr lang="en-GB" dirty="0"/>
              <a:t> or </a:t>
            </a:r>
            <a:r>
              <a:rPr lang="en-GB" dirty="0">
                <a:solidFill>
                  <a:schemeClr val="accent2">
                    <a:lumMod val="75000"/>
                  </a:schemeClr>
                </a:solidFill>
              </a:rPr>
              <a:t>value</a:t>
            </a:r>
            <a:r>
              <a:rPr lang="en-GB" dirty="0"/>
              <a:t>. Variables are generally used to determine if changes to one thing result in changes to another.</a:t>
            </a:r>
          </a:p>
        </p:txBody>
      </p:sp>
      <p:sp>
        <p:nvSpPr>
          <p:cNvPr id="6" name="Title 5">
            <a:extLst>
              <a:ext uri="{FF2B5EF4-FFF2-40B4-BE49-F238E27FC236}">
                <a16:creationId xmlns:a16="http://schemas.microsoft.com/office/drawing/2014/main" id="{B5F922D2-DFFC-7664-513C-110F907240AA}"/>
              </a:ext>
            </a:extLst>
          </p:cNvPr>
          <p:cNvSpPr>
            <a:spLocks noGrp="1"/>
          </p:cNvSpPr>
          <p:nvPr>
            <p:ph type="title"/>
          </p:nvPr>
        </p:nvSpPr>
        <p:spPr/>
        <p:txBody>
          <a:bodyPr/>
          <a:lstStyle/>
          <a:p>
            <a:r>
              <a:rPr lang="en-GB" dirty="0"/>
              <a:t>Variables</a:t>
            </a:r>
          </a:p>
        </p:txBody>
      </p:sp>
      <p:sp>
        <p:nvSpPr>
          <p:cNvPr id="12" name="Text Placeholder 6">
            <a:extLst>
              <a:ext uri="{FF2B5EF4-FFF2-40B4-BE49-F238E27FC236}">
                <a16:creationId xmlns:a16="http://schemas.microsoft.com/office/drawing/2014/main" id="{6B5C08AE-76E2-F8EA-0B17-7F177354CF76}"/>
              </a:ext>
            </a:extLst>
          </p:cNvPr>
          <p:cNvSpPr txBox="1">
            <a:spLocks/>
          </p:cNvSpPr>
          <p:nvPr/>
        </p:nvSpPr>
        <p:spPr>
          <a:xfrm>
            <a:off x="755576" y="4623186"/>
            <a:ext cx="1480120" cy="1374299"/>
          </a:xfrm>
          <a:prstGeom prst="rect">
            <a:avLst/>
          </a:prstGeom>
        </p:spPr>
        <p:txBody>
          <a:bodyPr vert="horz" anchor="t">
            <a:normAutofit fontScale="77500" lnSpcReduction="20000"/>
          </a:bodyPr>
          <a:lstStyle>
            <a:lvl1pPr marL="0" indent="0" algn="l" rtl="0" eaLnBrk="1" latinLnBrk="0" hangingPunct="1">
              <a:spcBef>
                <a:spcPts val="700"/>
              </a:spcBef>
              <a:buClr>
                <a:schemeClr val="accent2"/>
              </a:buClr>
              <a:buSzPct val="60000"/>
              <a:buFont typeface="Wingdings"/>
              <a:buNone/>
              <a:defRPr kumimoji="0" sz="2800" kern="1200">
                <a:solidFill>
                  <a:schemeClr val="tx2"/>
                </a:solidFill>
                <a:latin typeface="+mn-lt"/>
                <a:ea typeface="+mn-ea"/>
                <a:cs typeface="+mn-cs"/>
              </a:defRPr>
            </a:lvl1pPr>
            <a:lvl2pPr marL="640080" indent="-274320" algn="l" rtl="0" eaLnBrk="1" latinLnBrk="0" hangingPunct="1">
              <a:spcBef>
                <a:spcPts val="550"/>
              </a:spcBef>
              <a:buClr>
                <a:schemeClr val="accent1"/>
              </a:buClr>
              <a:buSzPct val="70000"/>
              <a:buFont typeface="Wingdings 2"/>
              <a:buNone/>
              <a:defRPr kumimoji="0" sz="1800" kern="1200">
                <a:solidFill>
                  <a:schemeClr val="tx1">
                    <a:tint val="75000"/>
                  </a:schemeClr>
                </a:solidFill>
                <a:latin typeface="+mn-lt"/>
                <a:ea typeface="+mn-ea"/>
                <a:cs typeface="+mn-cs"/>
              </a:defRPr>
            </a:lvl2pPr>
            <a:lvl3pPr marL="914400" indent="-228600" algn="l" rtl="0" eaLnBrk="1" latinLnBrk="0" hangingPunct="1">
              <a:spcBef>
                <a:spcPts val="500"/>
              </a:spcBef>
              <a:buClr>
                <a:schemeClr val="accent2"/>
              </a:buClr>
              <a:buSzPct val="75000"/>
              <a:buFont typeface="Wingdings"/>
              <a:buNone/>
              <a:defRPr kumimoji="0" sz="1600" kern="1200">
                <a:solidFill>
                  <a:schemeClr val="tx1">
                    <a:tint val="75000"/>
                  </a:schemeClr>
                </a:solidFill>
                <a:latin typeface="+mn-lt"/>
                <a:ea typeface="+mn-ea"/>
                <a:cs typeface="+mn-cs"/>
              </a:defRPr>
            </a:lvl3pPr>
            <a:lvl4pPr marL="1371600" indent="-228600" algn="l" rtl="0" eaLnBrk="1" latinLnBrk="0" hangingPunct="1">
              <a:spcBef>
                <a:spcPts val="400"/>
              </a:spcBef>
              <a:buClr>
                <a:schemeClr val="accent3"/>
              </a:buClr>
              <a:buSzPct val="75000"/>
              <a:buFont typeface="Wingdings"/>
              <a:buNone/>
              <a:defRPr kumimoji="0" sz="1400" kern="1200">
                <a:solidFill>
                  <a:schemeClr val="tx1">
                    <a:tint val="75000"/>
                  </a:schemeClr>
                </a:solidFill>
                <a:latin typeface="+mn-lt"/>
                <a:ea typeface="+mn-ea"/>
                <a:cs typeface="+mn-cs"/>
              </a:defRPr>
            </a:lvl4pPr>
            <a:lvl5pPr marL="1828800" indent="-228600" algn="l" rtl="0" eaLnBrk="1" latinLnBrk="0" hangingPunct="1">
              <a:spcBef>
                <a:spcPts val="400"/>
              </a:spcBef>
              <a:buClr>
                <a:schemeClr val="accent4"/>
              </a:buClr>
              <a:buSzPct val="65000"/>
              <a:buFont typeface="Wingdings"/>
              <a:buNone/>
              <a:defRPr kumimoji="0" sz="1400" kern="1200">
                <a:solidFill>
                  <a:schemeClr val="tx1">
                    <a:tint val="75000"/>
                  </a:schemeClr>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lnSpc>
                <a:spcPct val="120000"/>
              </a:lnSpc>
              <a:spcBef>
                <a:spcPts val="600"/>
              </a:spcBef>
              <a:spcAft>
                <a:spcPts val="600"/>
              </a:spcAft>
            </a:pPr>
            <a:r>
              <a:rPr lang="en-GB" sz="2000" dirty="0"/>
              <a:t>What is about those buttons that makes you want to click them?</a:t>
            </a:r>
          </a:p>
        </p:txBody>
      </p:sp>
      <p:pic>
        <p:nvPicPr>
          <p:cNvPr id="14" name="Picture 13">
            <a:extLst>
              <a:ext uri="{FF2B5EF4-FFF2-40B4-BE49-F238E27FC236}">
                <a16:creationId xmlns:a16="http://schemas.microsoft.com/office/drawing/2014/main" id="{BED9668F-D5C8-CE34-277E-8A8B7C2AB4D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339752" y="4307701"/>
            <a:ext cx="6439437" cy="1896546"/>
          </a:xfrm>
          <a:prstGeom prst="rect">
            <a:avLst/>
          </a:prstGeom>
        </p:spPr>
      </p:pic>
      <p:sp>
        <p:nvSpPr>
          <p:cNvPr id="5" name="Date Placeholder 4">
            <a:extLst>
              <a:ext uri="{FF2B5EF4-FFF2-40B4-BE49-F238E27FC236}">
                <a16:creationId xmlns:a16="http://schemas.microsoft.com/office/drawing/2014/main" id="{730CA6BC-B7C9-3E0C-D76D-6DB19055CADD}"/>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226E3A23-7215-49FD-CD02-F4A8A5C012F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CE06BB95-4C48-44F9-B88B-48065DF58676}"/>
              </a:ext>
            </a:extLst>
          </p:cNvPr>
          <p:cNvSpPr>
            <a:spLocks noGrp="1"/>
          </p:cNvSpPr>
          <p:nvPr>
            <p:ph type="sldNum" sz="quarter" idx="11"/>
          </p:nvPr>
        </p:nvSpPr>
        <p:spPr/>
        <p:txBody>
          <a:bodyPr/>
          <a:lstStyle/>
          <a:p>
            <a:fld id="{4F96EDF4-259A-48E8-B98E-8CB70E21F623}" type="slidenum">
              <a:rPr lang="en-US" smtClean="0"/>
              <a:pPr/>
              <a:t>13</a:t>
            </a:fld>
            <a:r>
              <a:rPr lang="en-GB"/>
              <a:t>/63</a:t>
            </a:r>
            <a:endParaRPr lang="en-US" dirty="0"/>
          </a:p>
        </p:txBody>
      </p:sp>
    </p:spTree>
    <p:extLst>
      <p:ext uri="{BB962C8B-B14F-4D97-AF65-F5344CB8AC3E}">
        <p14:creationId xmlns:p14="http://schemas.microsoft.com/office/powerpoint/2010/main" val="543171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Variable types</a:t>
            </a:r>
            <a:endParaRPr lang="el-GR" dirty="0"/>
          </a:p>
        </p:txBody>
      </p:sp>
      <p:sp>
        <p:nvSpPr>
          <p:cNvPr id="3" name="Content Placeholder 2"/>
          <p:cNvSpPr>
            <a:spLocks noGrp="1"/>
          </p:cNvSpPr>
          <p:nvPr>
            <p:ph sz="quarter" idx="1"/>
          </p:nvPr>
        </p:nvSpPr>
        <p:spPr/>
        <p:txBody>
          <a:bodyPr>
            <a:normAutofit fontScale="85000" lnSpcReduction="10000"/>
          </a:bodyPr>
          <a:lstStyle/>
          <a:p>
            <a:pPr>
              <a:lnSpc>
                <a:spcPct val="120000"/>
              </a:lnSpc>
              <a:spcBef>
                <a:spcPts val="600"/>
              </a:spcBef>
              <a:spcAft>
                <a:spcPts val="600"/>
              </a:spcAft>
            </a:pPr>
            <a:r>
              <a:rPr lang="en-GB" dirty="0"/>
              <a:t>There are two types of variables:</a:t>
            </a:r>
          </a:p>
          <a:p>
            <a:pPr lvl="1">
              <a:lnSpc>
                <a:spcPct val="120000"/>
              </a:lnSpc>
              <a:spcBef>
                <a:spcPts val="600"/>
              </a:spcBef>
              <a:spcAft>
                <a:spcPts val="600"/>
              </a:spcAft>
            </a:pPr>
            <a:r>
              <a:rPr lang="en-GB" b="1" dirty="0">
                <a:solidFill>
                  <a:schemeClr val="accent2">
                    <a:lumMod val="75000"/>
                  </a:schemeClr>
                </a:solidFill>
              </a:rPr>
              <a:t>Independent variables </a:t>
            </a:r>
            <a:r>
              <a:rPr lang="en-GB" dirty="0"/>
              <a:t>are the things that are controlled and manipulated by the experimenter (such as designs you’re testing or the characteristics of the participants (age, gender)).</a:t>
            </a:r>
          </a:p>
          <a:p>
            <a:pPr marL="640080" lvl="2" indent="0">
              <a:lnSpc>
                <a:spcPct val="120000"/>
              </a:lnSpc>
              <a:spcBef>
                <a:spcPts val="600"/>
              </a:spcBef>
              <a:spcAft>
                <a:spcPts val="600"/>
              </a:spcAft>
              <a:buNone/>
            </a:pPr>
            <a:r>
              <a:rPr lang="en-GB" sz="2600" dirty="0"/>
              <a:t>For example, in an experiment on the impact of the colour on user performance, the colour would be the independent variable.</a:t>
            </a:r>
          </a:p>
          <a:p>
            <a:pPr lvl="1">
              <a:lnSpc>
                <a:spcPct val="120000"/>
              </a:lnSpc>
              <a:spcBef>
                <a:spcPts val="600"/>
              </a:spcBef>
              <a:spcAft>
                <a:spcPts val="600"/>
              </a:spcAft>
            </a:pPr>
            <a:r>
              <a:rPr lang="en-GB" b="1" dirty="0">
                <a:solidFill>
                  <a:schemeClr val="accent2">
                    <a:lumMod val="75000"/>
                  </a:schemeClr>
                </a:solidFill>
              </a:rPr>
              <a:t>Dependent variables</a:t>
            </a:r>
            <a:r>
              <a:rPr lang="en-GB" dirty="0">
                <a:solidFill>
                  <a:schemeClr val="accent2">
                    <a:lumMod val="75000"/>
                  </a:schemeClr>
                </a:solidFill>
              </a:rPr>
              <a:t> </a:t>
            </a:r>
            <a:r>
              <a:rPr lang="en-GB" dirty="0"/>
              <a:t>are the variables that are measured by the experimenter, such as performance: success rates, number of errors, completion times, or user satisfaction, preference and many more.</a:t>
            </a:r>
          </a:p>
          <a:p>
            <a:pPr>
              <a:lnSpc>
                <a:spcPct val="120000"/>
              </a:lnSpc>
              <a:spcBef>
                <a:spcPts val="600"/>
              </a:spcBef>
              <a:spcAft>
                <a:spcPts val="600"/>
              </a:spcAft>
            </a:pPr>
            <a:endParaRPr lang="el-GR" dirty="0"/>
          </a:p>
        </p:txBody>
      </p:sp>
      <p:sp>
        <p:nvSpPr>
          <p:cNvPr id="7" name="Footer Placeholder 6">
            <a:extLst>
              <a:ext uri="{FF2B5EF4-FFF2-40B4-BE49-F238E27FC236}">
                <a16:creationId xmlns:a16="http://schemas.microsoft.com/office/drawing/2014/main" id="{24FDCFED-6DFC-32D9-EE0F-6CD4A1FFFA8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77E961A-0FBA-217D-FE02-4D6B38B7F0D1}"/>
              </a:ext>
            </a:extLst>
          </p:cNvPr>
          <p:cNvSpPr>
            <a:spLocks noGrp="1"/>
          </p:cNvSpPr>
          <p:nvPr>
            <p:ph type="sldNum" sz="quarter" idx="4"/>
          </p:nvPr>
        </p:nvSpPr>
        <p:spPr/>
        <p:txBody>
          <a:bodyPr/>
          <a:lstStyle/>
          <a:p>
            <a:fld id="{9FD7ECCF-50E7-4327-B945-FA93FF7B2BEF}" type="slidenum">
              <a:rPr lang="en-US" smtClean="0"/>
              <a:pPr/>
              <a:t>14</a:t>
            </a:fld>
            <a:r>
              <a:rPr lang="en-GB"/>
              <a:t>/63</a:t>
            </a:r>
            <a:endParaRPr lang="en-US" dirty="0"/>
          </a:p>
        </p:txBody>
      </p:sp>
    </p:spTree>
    <p:extLst>
      <p:ext uri="{BB962C8B-B14F-4D97-AF65-F5344CB8AC3E}">
        <p14:creationId xmlns:p14="http://schemas.microsoft.com/office/powerpoint/2010/main" val="160514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0D711-37FA-4AE7-586A-4618FBD460F0}"/>
              </a:ext>
            </a:extLst>
          </p:cNvPr>
          <p:cNvSpPr>
            <a:spLocks noGrp="1"/>
          </p:cNvSpPr>
          <p:nvPr>
            <p:ph type="title"/>
          </p:nvPr>
        </p:nvSpPr>
        <p:spPr/>
        <p:txBody>
          <a:bodyPr/>
          <a:lstStyle/>
          <a:p>
            <a:r>
              <a:rPr lang="en-GB" dirty="0"/>
              <a:t>Tip</a:t>
            </a:r>
          </a:p>
        </p:txBody>
      </p:sp>
      <p:sp>
        <p:nvSpPr>
          <p:cNvPr id="3" name="Content Placeholder 2">
            <a:extLst>
              <a:ext uri="{FF2B5EF4-FFF2-40B4-BE49-F238E27FC236}">
                <a16:creationId xmlns:a16="http://schemas.microsoft.com/office/drawing/2014/main" id="{E680A404-A1A0-ADC2-FD13-4C17222BD8A6}"/>
              </a:ext>
            </a:extLst>
          </p:cNvPr>
          <p:cNvSpPr>
            <a:spLocks noGrp="1"/>
          </p:cNvSpPr>
          <p:nvPr>
            <p:ph sz="quarter" idx="1"/>
          </p:nvPr>
        </p:nvSpPr>
        <p:spPr/>
        <p:txBody>
          <a:bodyPr>
            <a:normAutofit/>
          </a:bodyPr>
          <a:lstStyle/>
          <a:p>
            <a:r>
              <a:rPr lang="en-GB" sz="2500" dirty="0"/>
              <a:t>When designing a usability testing study, you should have a clear idea of </a:t>
            </a:r>
            <a:r>
              <a:rPr lang="en-GB" sz="2500" b="1" dirty="0"/>
              <a:t>what you plan to manipulate </a:t>
            </a:r>
            <a:r>
              <a:rPr lang="en-GB" sz="2500" dirty="0"/>
              <a:t>(</a:t>
            </a:r>
            <a:r>
              <a:rPr lang="en-GB" sz="2500" dirty="0">
                <a:solidFill>
                  <a:schemeClr val="accent2">
                    <a:lumMod val="75000"/>
                  </a:schemeClr>
                </a:solidFill>
              </a:rPr>
              <a:t>independent variables</a:t>
            </a:r>
            <a:r>
              <a:rPr lang="en-GB" sz="2500" dirty="0"/>
              <a:t>) and </a:t>
            </a:r>
            <a:r>
              <a:rPr lang="en-GB" sz="2500" b="1" dirty="0"/>
              <a:t>what you plan to measure </a:t>
            </a:r>
            <a:r>
              <a:rPr lang="en-GB" sz="2500" dirty="0"/>
              <a:t>(</a:t>
            </a:r>
            <a:r>
              <a:rPr lang="en-GB" sz="2500" dirty="0">
                <a:solidFill>
                  <a:schemeClr val="accent2">
                    <a:lumMod val="75000"/>
                  </a:schemeClr>
                </a:solidFill>
              </a:rPr>
              <a:t>dependent variables</a:t>
            </a:r>
            <a:r>
              <a:rPr lang="en-GB" sz="2500" dirty="0"/>
              <a:t>). The most interesting outcomes of a study are at the intersection of the independent and dependent variables, such as whether one design resulted in a higher task success rate than the other.</a:t>
            </a:r>
          </a:p>
        </p:txBody>
      </p:sp>
      <p:sp>
        <p:nvSpPr>
          <p:cNvPr id="6" name="Footer Placeholder 5">
            <a:extLst>
              <a:ext uri="{FF2B5EF4-FFF2-40B4-BE49-F238E27FC236}">
                <a16:creationId xmlns:a16="http://schemas.microsoft.com/office/drawing/2014/main" id="{96C88265-75DC-4AB4-2F4A-560C58DB30A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6FB5DC60-3E3A-572E-6A3B-D82C20B1D259}"/>
              </a:ext>
            </a:extLst>
          </p:cNvPr>
          <p:cNvSpPr>
            <a:spLocks noGrp="1"/>
          </p:cNvSpPr>
          <p:nvPr>
            <p:ph type="sldNum" sz="quarter" idx="4"/>
          </p:nvPr>
        </p:nvSpPr>
        <p:spPr/>
        <p:txBody>
          <a:bodyPr/>
          <a:lstStyle/>
          <a:p>
            <a:fld id="{9FD7ECCF-50E7-4327-B945-FA93FF7B2BEF}" type="slidenum">
              <a:rPr lang="en-US" smtClean="0"/>
              <a:pPr/>
              <a:t>15</a:t>
            </a:fld>
            <a:r>
              <a:rPr lang="en-GB"/>
              <a:t>/63</a:t>
            </a:r>
            <a:endParaRPr lang="en-US" dirty="0"/>
          </a:p>
        </p:txBody>
      </p:sp>
    </p:spTree>
    <p:extLst>
      <p:ext uri="{BB962C8B-B14F-4D97-AF65-F5344CB8AC3E}">
        <p14:creationId xmlns:p14="http://schemas.microsoft.com/office/powerpoint/2010/main" val="1292809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547D15-EC74-EE0A-B193-EC7F68D5737B}"/>
              </a:ext>
            </a:extLst>
          </p:cNvPr>
          <p:cNvSpPr>
            <a:spLocks noGrp="1"/>
          </p:cNvSpPr>
          <p:nvPr>
            <p:ph type="title"/>
          </p:nvPr>
        </p:nvSpPr>
        <p:spPr/>
        <p:txBody>
          <a:bodyPr/>
          <a:lstStyle/>
          <a:p>
            <a:r>
              <a:rPr lang="en-GB" dirty="0"/>
              <a:t>Type of data</a:t>
            </a:r>
          </a:p>
        </p:txBody>
      </p:sp>
      <p:pic>
        <p:nvPicPr>
          <p:cNvPr id="8" name="Picture 7" descr="data types">
            <a:extLst>
              <a:ext uri="{FF2B5EF4-FFF2-40B4-BE49-F238E27FC236}">
                <a16:creationId xmlns:a16="http://schemas.microsoft.com/office/drawing/2014/main" id="{AA4380A5-F51B-27F9-B9B0-9561F0C4F214}"/>
              </a:ext>
            </a:extLst>
          </p:cNvPr>
          <p:cNvPicPr>
            <a:picLocks noChangeAspect="1"/>
          </p:cNvPicPr>
          <p:nvPr/>
        </p:nvPicPr>
        <p:blipFill>
          <a:blip r:embed="rId2"/>
          <a:stretch>
            <a:fillRect/>
          </a:stretch>
        </p:blipFill>
        <p:spPr>
          <a:xfrm>
            <a:off x="2046686" y="3872896"/>
            <a:ext cx="5328592" cy="2387813"/>
          </a:xfrm>
          <a:prstGeom prst="rect">
            <a:avLst/>
          </a:prstGeom>
        </p:spPr>
      </p:pic>
      <p:sp>
        <p:nvSpPr>
          <p:cNvPr id="11" name="TextBox 10">
            <a:extLst>
              <a:ext uri="{FF2B5EF4-FFF2-40B4-BE49-F238E27FC236}">
                <a16:creationId xmlns:a16="http://schemas.microsoft.com/office/drawing/2014/main" id="{FB48603C-72FE-114F-11E2-9A8C4BD31C14}"/>
              </a:ext>
            </a:extLst>
          </p:cNvPr>
          <p:cNvSpPr txBox="1"/>
          <p:nvPr/>
        </p:nvSpPr>
        <p:spPr>
          <a:xfrm>
            <a:off x="1203412" y="2685264"/>
            <a:ext cx="7956376" cy="1200329"/>
          </a:xfrm>
          <a:prstGeom prst="rect">
            <a:avLst/>
          </a:prstGeom>
          <a:noFill/>
        </p:spPr>
        <p:txBody>
          <a:bodyPr wrap="square" rtlCol="0">
            <a:spAutoFit/>
          </a:bodyPr>
          <a:lstStyle/>
          <a:p>
            <a:r>
              <a:rPr lang="en-GB" b="0" i="0" dirty="0">
                <a:solidFill>
                  <a:srgbClr val="3D3B49"/>
                </a:solidFill>
                <a:effectLst/>
                <a:latin typeface="+mn-lt"/>
              </a:rPr>
              <a:t>When collecting and </a:t>
            </a:r>
            <a:r>
              <a:rPr lang="en-GB" b="0" i="0" dirty="0" err="1">
                <a:solidFill>
                  <a:srgbClr val="3D3B49"/>
                </a:solidFill>
                <a:effectLst/>
                <a:latin typeface="+mn-lt"/>
              </a:rPr>
              <a:t>analyzing</a:t>
            </a:r>
            <a:r>
              <a:rPr lang="en-GB" b="0" i="0" dirty="0">
                <a:solidFill>
                  <a:srgbClr val="3D3B49"/>
                </a:solidFill>
                <a:effectLst/>
                <a:latin typeface="+mn-lt"/>
              </a:rPr>
              <a:t> user experience data, you should know what type of data you’re dealing with and what you can and can’t do with each type.</a:t>
            </a:r>
            <a:endParaRPr lang="en-GB" dirty="0">
              <a:latin typeface="+mn-lt"/>
            </a:endParaRPr>
          </a:p>
        </p:txBody>
      </p:sp>
      <p:sp>
        <p:nvSpPr>
          <p:cNvPr id="2" name="TextBox 1">
            <a:extLst>
              <a:ext uri="{FF2B5EF4-FFF2-40B4-BE49-F238E27FC236}">
                <a16:creationId xmlns:a16="http://schemas.microsoft.com/office/drawing/2014/main" id="{E01A28F7-A8B9-13A2-AF53-ACA7E63E9A79}"/>
              </a:ext>
            </a:extLst>
          </p:cNvPr>
          <p:cNvSpPr txBox="1"/>
          <p:nvPr/>
        </p:nvSpPr>
        <p:spPr>
          <a:xfrm>
            <a:off x="1498747" y="4556115"/>
            <a:ext cx="1095877" cy="338554"/>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1600" dirty="0"/>
              <a:t>Qualitative</a:t>
            </a:r>
          </a:p>
        </p:txBody>
      </p:sp>
      <p:sp>
        <p:nvSpPr>
          <p:cNvPr id="4" name="TextBox 3">
            <a:extLst>
              <a:ext uri="{FF2B5EF4-FFF2-40B4-BE49-F238E27FC236}">
                <a16:creationId xmlns:a16="http://schemas.microsoft.com/office/drawing/2014/main" id="{3149E6BB-D260-92CF-7CCE-CE3C3D2F9571}"/>
              </a:ext>
            </a:extLst>
          </p:cNvPr>
          <p:cNvSpPr txBox="1"/>
          <p:nvPr/>
        </p:nvSpPr>
        <p:spPr>
          <a:xfrm>
            <a:off x="6726351" y="4556115"/>
            <a:ext cx="1196866" cy="338554"/>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1600" dirty="0"/>
              <a:t>Quantitative</a:t>
            </a:r>
          </a:p>
        </p:txBody>
      </p:sp>
      <p:sp>
        <p:nvSpPr>
          <p:cNvPr id="9" name="Date Placeholder 8">
            <a:extLst>
              <a:ext uri="{FF2B5EF4-FFF2-40B4-BE49-F238E27FC236}">
                <a16:creationId xmlns:a16="http://schemas.microsoft.com/office/drawing/2014/main" id="{CB9A75EE-062C-03E5-195D-7B875630DDC3}"/>
              </a:ext>
            </a:extLst>
          </p:cNvPr>
          <p:cNvSpPr>
            <a:spLocks noGrp="1"/>
          </p:cNvSpPr>
          <p:nvPr>
            <p:ph type="dt" sz="half" idx="2"/>
          </p:nvPr>
        </p:nvSpPr>
        <p:spPr/>
        <p:txBody>
          <a:bodyPr/>
          <a:lstStyle/>
          <a:p>
            <a:endParaRPr lang="en-US" dirty="0"/>
          </a:p>
        </p:txBody>
      </p:sp>
      <p:sp>
        <p:nvSpPr>
          <p:cNvPr id="10" name="Footer Placeholder 9">
            <a:extLst>
              <a:ext uri="{FF2B5EF4-FFF2-40B4-BE49-F238E27FC236}">
                <a16:creationId xmlns:a16="http://schemas.microsoft.com/office/drawing/2014/main" id="{E2A63EF2-BBB6-DA13-9FFC-6BE1AB88D37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4D0D5D1D-BBBB-58F6-4AB1-26E96F5844AB}"/>
              </a:ext>
            </a:extLst>
          </p:cNvPr>
          <p:cNvSpPr>
            <a:spLocks noGrp="1"/>
          </p:cNvSpPr>
          <p:nvPr>
            <p:ph type="sldNum" sz="quarter" idx="11"/>
          </p:nvPr>
        </p:nvSpPr>
        <p:spPr/>
        <p:txBody>
          <a:bodyPr/>
          <a:lstStyle/>
          <a:p>
            <a:fld id="{4F96EDF4-259A-48E8-B98E-8CB70E21F623}" type="slidenum">
              <a:rPr lang="en-US" smtClean="0"/>
              <a:pPr/>
              <a:t>16</a:t>
            </a:fld>
            <a:r>
              <a:rPr lang="en-GB"/>
              <a:t>/63</a:t>
            </a:r>
            <a:endParaRPr lang="en-US" dirty="0"/>
          </a:p>
        </p:txBody>
      </p:sp>
    </p:spTree>
    <p:extLst>
      <p:ext uri="{BB962C8B-B14F-4D97-AF65-F5344CB8AC3E}">
        <p14:creationId xmlns:p14="http://schemas.microsoft.com/office/powerpoint/2010/main" val="2683202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Ordinal Data">
            <a:extLst>
              <a:ext uri="{FF2B5EF4-FFF2-40B4-BE49-F238E27FC236}">
                <a16:creationId xmlns:a16="http://schemas.microsoft.com/office/drawing/2014/main" id="{F5AD4708-DEDE-B7D7-527D-CF0DEAC629F8}"/>
              </a:ext>
            </a:extLst>
          </p:cNvPr>
          <p:cNvSpPr>
            <a:spLocks noGrp="1"/>
          </p:cNvSpPr>
          <p:nvPr>
            <p:ph type="title"/>
          </p:nvPr>
        </p:nvSpPr>
        <p:spPr>
          <a:xfrm>
            <a:off x="395536" y="260648"/>
            <a:ext cx="8640960" cy="990600"/>
          </a:xfrm>
        </p:spPr>
        <p:txBody>
          <a:bodyPr>
            <a:normAutofit fontScale="90000"/>
          </a:bodyPr>
          <a:lstStyle/>
          <a:p>
            <a:r>
              <a:rPr lang="en-GB" dirty="0"/>
              <a:t>Nominal Data in Usability Testing context</a:t>
            </a:r>
          </a:p>
        </p:txBody>
      </p:sp>
      <p:pic>
        <p:nvPicPr>
          <p:cNvPr id="14" name="Picture 13" descr="Nominal data showing different user categoroes">
            <a:extLst>
              <a:ext uri="{FF2B5EF4-FFF2-40B4-BE49-F238E27FC236}">
                <a16:creationId xmlns:a16="http://schemas.microsoft.com/office/drawing/2014/main" id="{B63F9BA1-04A5-1E74-C362-6F5E948A4A00}"/>
              </a:ext>
            </a:extLst>
          </p:cNvPr>
          <p:cNvPicPr>
            <a:picLocks noChangeAspect="1"/>
          </p:cNvPicPr>
          <p:nvPr/>
        </p:nvPicPr>
        <p:blipFill>
          <a:blip r:embed="rId2"/>
          <a:stretch>
            <a:fillRect/>
          </a:stretch>
        </p:blipFill>
        <p:spPr>
          <a:xfrm>
            <a:off x="2051720" y="1617844"/>
            <a:ext cx="4655038" cy="2092632"/>
          </a:xfrm>
          <a:prstGeom prst="rect">
            <a:avLst/>
          </a:prstGeom>
        </p:spPr>
      </p:pic>
      <p:pic>
        <p:nvPicPr>
          <p:cNvPr id="16" name="Picture 15" descr="nominal data based on different type of devices users use">
            <a:extLst>
              <a:ext uri="{FF2B5EF4-FFF2-40B4-BE49-F238E27FC236}">
                <a16:creationId xmlns:a16="http://schemas.microsoft.com/office/drawing/2014/main" id="{51E76F1B-7E88-350B-A120-A99A16EBF9E5}"/>
              </a:ext>
            </a:extLst>
          </p:cNvPr>
          <p:cNvPicPr>
            <a:picLocks noChangeAspect="1"/>
          </p:cNvPicPr>
          <p:nvPr/>
        </p:nvPicPr>
        <p:blipFill>
          <a:blip r:embed="rId3"/>
          <a:stretch>
            <a:fillRect/>
          </a:stretch>
        </p:blipFill>
        <p:spPr>
          <a:xfrm>
            <a:off x="3083095" y="3963888"/>
            <a:ext cx="2592288" cy="2056815"/>
          </a:xfrm>
          <a:prstGeom prst="rect">
            <a:avLst/>
          </a:prstGeom>
        </p:spPr>
      </p:pic>
      <p:sp>
        <p:nvSpPr>
          <p:cNvPr id="17" name="Oval 16">
            <a:extLst>
              <a:ext uri="{FF2B5EF4-FFF2-40B4-BE49-F238E27FC236}">
                <a16:creationId xmlns:a16="http://schemas.microsoft.com/office/drawing/2014/main" id="{A9EABA17-1259-D5E6-EC60-8F7A6B6801E5}"/>
              </a:ext>
            </a:extLst>
          </p:cNvPr>
          <p:cNvSpPr/>
          <p:nvPr/>
        </p:nvSpPr>
        <p:spPr>
          <a:xfrm>
            <a:off x="3779912" y="3023122"/>
            <a:ext cx="1374708" cy="13747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0" dirty="0">
                <a:solidFill>
                  <a:schemeClr val="accent2">
                    <a:lumMod val="75000"/>
                  </a:schemeClr>
                </a:solidFill>
              </a:rPr>
              <a:t>?</a:t>
            </a:r>
          </a:p>
        </p:txBody>
      </p:sp>
      <p:sp>
        <p:nvSpPr>
          <p:cNvPr id="20" name="Footer Placeholder 19">
            <a:extLst>
              <a:ext uri="{FF2B5EF4-FFF2-40B4-BE49-F238E27FC236}">
                <a16:creationId xmlns:a16="http://schemas.microsoft.com/office/drawing/2014/main" id="{134B2F67-46E7-A29A-8AAB-F1085443677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1" name="Slide Number Placeholder 20">
            <a:extLst>
              <a:ext uri="{FF2B5EF4-FFF2-40B4-BE49-F238E27FC236}">
                <a16:creationId xmlns:a16="http://schemas.microsoft.com/office/drawing/2014/main" id="{962E01C4-2161-E3DE-E670-21EC8F154AEC}"/>
              </a:ext>
            </a:extLst>
          </p:cNvPr>
          <p:cNvSpPr>
            <a:spLocks noGrp="1"/>
          </p:cNvSpPr>
          <p:nvPr>
            <p:ph type="sldNum" sz="quarter" idx="4"/>
          </p:nvPr>
        </p:nvSpPr>
        <p:spPr/>
        <p:txBody>
          <a:bodyPr/>
          <a:lstStyle/>
          <a:p>
            <a:fld id="{9FD7ECCF-50E7-4327-B945-FA93FF7B2BEF}" type="slidenum">
              <a:rPr lang="en-US" smtClean="0"/>
              <a:pPr/>
              <a:t>17</a:t>
            </a:fld>
            <a:r>
              <a:rPr lang="en-GB"/>
              <a:t>/63</a:t>
            </a:r>
            <a:endParaRPr lang="en-US" dirty="0"/>
          </a:p>
        </p:txBody>
      </p:sp>
    </p:spTree>
    <p:extLst>
      <p:ext uri="{BB962C8B-B14F-4D97-AF65-F5344CB8AC3E}">
        <p14:creationId xmlns:p14="http://schemas.microsoft.com/office/powerpoint/2010/main" val="91376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a:xfrm>
            <a:off x="467544" y="244669"/>
            <a:ext cx="8531352" cy="990600"/>
          </a:xfrm>
        </p:spPr>
        <p:txBody>
          <a:bodyPr>
            <a:normAutofit fontScale="90000"/>
          </a:bodyPr>
          <a:lstStyle/>
          <a:p>
            <a:r>
              <a:rPr lang="en-GB" dirty="0"/>
              <a:t>Nominal Data in Usability Testing context</a:t>
            </a:r>
          </a:p>
        </p:txBody>
      </p:sp>
      <p:sp>
        <p:nvSpPr>
          <p:cNvPr id="8" name="Content Placeholder 7">
            <a:extLst>
              <a:ext uri="{FF2B5EF4-FFF2-40B4-BE49-F238E27FC236}">
                <a16:creationId xmlns:a16="http://schemas.microsoft.com/office/drawing/2014/main" id="{F8500DC0-09C6-4F18-F12F-67FBD5F25CA0}"/>
              </a:ext>
            </a:extLst>
          </p:cNvPr>
          <p:cNvSpPr>
            <a:spLocks noGrp="1"/>
          </p:cNvSpPr>
          <p:nvPr>
            <p:ph sz="quarter" idx="1"/>
          </p:nvPr>
        </p:nvSpPr>
        <p:spPr>
          <a:xfrm>
            <a:off x="612648" y="1600199"/>
            <a:ext cx="6911680" cy="4925145"/>
          </a:xfrm>
        </p:spPr>
        <p:txBody>
          <a:bodyPr>
            <a:normAutofit fontScale="47500" lnSpcReduction="20000"/>
          </a:bodyPr>
          <a:lstStyle/>
          <a:p>
            <a:pPr>
              <a:lnSpc>
                <a:spcPct val="120000"/>
              </a:lnSpc>
              <a:spcBef>
                <a:spcPts val="800"/>
              </a:spcBef>
              <a:spcAft>
                <a:spcPts val="200"/>
              </a:spcAft>
            </a:pPr>
            <a:r>
              <a:rPr lang="en-GB" b="1" dirty="0"/>
              <a:t>Nominal</a:t>
            </a:r>
            <a:r>
              <a:rPr lang="en-GB" dirty="0"/>
              <a:t> (</a:t>
            </a:r>
            <a:r>
              <a:rPr lang="en-GB" b="1" dirty="0"/>
              <a:t>categorical</a:t>
            </a:r>
            <a:r>
              <a:rPr lang="en-GB" dirty="0"/>
              <a:t>) data are </a:t>
            </a:r>
            <a:r>
              <a:rPr lang="en-GB" b="1" dirty="0"/>
              <a:t>unordered</a:t>
            </a:r>
            <a:r>
              <a:rPr lang="en-GB" dirty="0"/>
              <a:t> </a:t>
            </a:r>
            <a:r>
              <a:rPr lang="en-GB" b="1" dirty="0"/>
              <a:t>groups</a:t>
            </a:r>
            <a:r>
              <a:rPr lang="en-GB" dirty="0"/>
              <a:t> or </a:t>
            </a:r>
            <a:r>
              <a:rPr lang="en-GB" b="1" dirty="0"/>
              <a:t>categories</a:t>
            </a:r>
            <a:r>
              <a:rPr lang="en-GB" dirty="0"/>
              <a:t>. </a:t>
            </a:r>
          </a:p>
          <a:p>
            <a:pPr>
              <a:lnSpc>
                <a:spcPct val="120000"/>
              </a:lnSpc>
              <a:spcBef>
                <a:spcPts val="800"/>
              </a:spcBef>
              <a:spcAft>
                <a:spcPts val="200"/>
              </a:spcAft>
            </a:pPr>
            <a:r>
              <a:rPr lang="en-GB" dirty="0"/>
              <a:t>Here are a few examples of typical nominal data in Usability testing context:</a:t>
            </a:r>
          </a:p>
          <a:p>
            <a:pPr lvl="1">
              <a:lnSpc>
                <a:spcPct val="120000"/>
              </a:lnSpc>
              <a:spcBef>
                <a:spcPts val="800"/>
              </a:spcBef>
              <a:spcAft>
                <a:spcPts val="200"/>
              </a:spcAft>
            </a:pPr>
            <a:r>
              <a:rPr lang="en-GB" b="1" dirty="0"/>
              <a:t>Error Types</a:t>
            </a:r>
            <a:r>
              <a:rPr lang="en-GB" dirty="0"/>
              <a:t>: Categories of errors users encounter, such as "navigation error," "form submission error," "button </a:t>
            </a:r>
            <a:r>
              <a:rPr lang="en-GB" dirty="0" err="1"/>
              <a:t>misclick</a:t>
            </a:r>
            <a:r>
              <a:rPr lang="en-GB" dirty="0"/>
              <a:t>," or "input error."</a:t>
            </a:r>
          </a:p>
          <a:p>
            <a:pPr lvl="1">
              <a:lnSpc>
                <a:spcPct val="120000"/>
              </a:lnSpc>
              <a:spcBef>
                <a:spcPts val="800"/>
              </a:spcBef>
              <a:spcAft>
                <a:spcPts val="200"/>
              </a:spcAft>
            </a:pPr>
            <a:r>
              <a:rPr lang="en-GB" b="1" dirty="0"/>
              <a:t>Device Type</a:t>
            </a:r>
            <a:r>
              <a:rPr lang="en-GB" dirty="0"/>
              <a:t>: The type of device used during testing, such as "desktop," "tablet," or "mobile."</a:t>
            </a:r>
          </a:p>
          <a:p>
            <a:pPr lvl="1">
              <a:lnSpc>
                <a:spcPct val="120000"/>
              </a:lnSpc>
              <a:spcBef>
                <a:spcPts val="800"/>
              </a:spcBef>
              <a:spcAft>
                <a:spcPts val="200"/>
              </a:spcAft>
            </a:pPr>
            <a:r>
              <a:rPr lang="en-GB" b="1" dirty="0"/>
              <a:t>User Feedback Categories</a:t>
            </a:r>
            <a:r>
              <a:rPr lang="en-GB" dirty="0"/>
              <a:t>: Responses to qualitative feedback questions like, "What did you like most about the product?" with categories such as "design," "usability," "speed," or "features."</a:t>
            </a:r>
          </a:p>
          <a:p>
            <a:pPr lvl="1">
              <a:lnSpc>
                <a:spcPct val="120000"/>
              </a:lnSpc>
              <a:spcBef>
                <a:spcPts val="800"/>
              </a:spcBef>
              <a:spcAft>
                <a:spcPts val="200"/>
              </a:spcAft>
            </a:pPr>
            <a:r>
              <a:rPr lang="en-GB" b="1" dirty="0"/>
              <a:t>Preferred Language</a:t>
            </a:r>
            <a:r>
              <a:rPr lang="en-GB" dirty="0"/>
              <a:t>: Language preference when testing multilingual software, such as "English," "Spanish," "French," etc.</a:t>
            </a:r>
          </a:p>
          <a:p>
            <a:pPr lvl="1">
              <a:lnSpc>
                <a:spcPct val="120000"/>
              </a:lnSpc>
              <a:spcBef>
                <a:spcPts val="800"/>
              </a:spcBef>
              <a:spcAft>
                <a:spcPts val="200"/>
              </a:spcAft>
            </a:pPr>
            <a:r>
              <a:rPr lang="en-GB" b="1" dirty="0"/>
              <a:t>Task Outcomes</a:t>
            </a:r>
            <a:r>
              <a:rPr lang="en-GB" dirty="0"/>
              <a:t>: Categories of task outcomes like "completed successfully," "incomplete," or "failed."</a:t>
            </a:r>
          </a:p>
          <a:p>
            <a:pPr lvl="1">
              <a:lnSpc>
                <a:spcPct val="120000"/>
              </a:lnSpc>
              <a:spcBef>
                <a:spcPts val="800"/>
              </a:spcBef>
              <a:spcAft>
                <a:spcPts val="200"/>
              </a:spcAft>
            </a:pPr>
            <a:r>
              <a:rPr lang="en-GB" b="1" dirty="0"/>
              <a:t>User Demographics</a:t>
            </a:r>
            <a:r>
              <a:rPr lang="en-GB" dirty="0"/>
              <a:t>: Basic demographic categories such as "age group" (e.g., "18–24," "25–34") or "user type" (e.g., "new user," "returning user").</a:t>
            </a:r>
          </a:p>
          <a:p>
            <a:pPr lvl="1">
              <a:lnSpc>
                <a:spcPct val="120000"/>
              </a:lnSpc>
              <a:spcBef>
                <a:spcPts val="800"/>
              </a:spcBef>
              <a:spcAft>
                <a:spcPts val="200"/>
              </a:spcAft>
            </a:pPr>
            <a:r>
              <a:rPr lang="en-GB" b="1" dirty="0"/>
              <a:t>Satisfaction Levels</a:t>
            </a:r>
            <a:r>
              <a:rPr lang="en-GB" dirty="0"/>
              <a:t>: General categories of user satisfaction like "very satisfied," "satisfied," "neutral," "dissatisfied," "very dissatisfied" when </a:t>
            </a:r>
            <a:r>
              <a:rPr lang="en-GB" dirty="0" err="1"/>
              <a:t>analyzing</a:t>
            </a:r>
            <a:r>
              <a:rPr lang="en-GB" dirty="0"/>
              <a:t> open-ended responses.</a:t>
            </a:r>
          </a:p>
          <a:p>
            <a:pPr lvl="1">
              <a:lnSpc>
                <a:spcPct val="120000"/>
              </a:lnSpc>
              <a:spcBef>
                <a:spcPts val="800"/>
              </a:spcBef>
              <a:spcAft>
                <a:spcPts val="200"/>
              </a:spcAft>
            </a:pPr>
            <a:r>
              <a:rPr lang="en-GB" b="1" dirty="0"/>
              <a:t>Interface Preferences</a:t>
            </a:r>
            <a:r>
              <a:rPr lang="en-GB" dirty="0"/>
              <a:t>: Responses indicating preferred interface styles, such as "dark mode" or "light mode".</a:t>
            </a:r>
          </a:p>
        </p:txBody>
      </p:sp>
      <p:pic>
        <p:nvPicPr>
          <p:cNvPr id="9" name="Picture 8">
            <a:extLst>
              <a:ext uri="{FF2B5EF4-FFF2-40B4-BE49-F238E27FC236}">
                <a16:creationId xmlns:a16="http://schemas.microsoft.com/office/drawing/2014/main" id="{79A6FBDB-B9A9-9560-5A5D-E6F15066875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524328" y="2276872"/>
            <a:ext cx="1584176" cy="953138"/>
          </a:xfrm>
          <a:prstGeom prst="rect">
            <a:avLst/>
          </a:prstGeom>
        </p:spPr>
      </p:pic>
      <p:sp>
        <p:nvSpPr>
          <p:cNvPr id="13" name="Footer Placeholder 12">
            <a:extLst>
              <a:ext uri="{FF2B5EF4-FFF2-40B4-BE49-F238E27FC236}">
                <a16:creationId xmlns:a16="http://schemas.microsoft.com/office/drawing/2014/main" id="{A9195D98-3965-06BC-FBEB-DF10553902F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3B265242-92DE-34A2-6817-CBC5607C0156}"/>
              </a:ext>
            </a:extLst>
          </p:cNvPr>
          <p:cNvSpPr>
            <a:spLocks noGrp="1"/>
          </p:cNvSpPr>
          <p:nvPr>
            <p:ph type="sldNum" sz="quarter" idx="4"/>
          </p:nvPr>
        </p:nvSpPr>
        <p:spPr/>
        <p:txBody>
          <a:bodyPr/>
          <a:lstStyle/>
          <a:p>
            <a:fld id="{9FD7ECCF-50E7-4327-B945-FA93FF7B2BEF}" type="slidenum">
              <a:rPr lang="en-US" smtClean="0"/>
              <a:pPr/>
              <a:t>18</a:t>
            </a:fld>
            <a:r>
              <a:rPr lang="en-GB"/>
              <a:t>/63</a:t>
            </a:r>
            <a:endParaRPr lang="en-US" dirty="0"/>
          </a:p>
        </p:txBody>
      </p:sp>
    </p:spTree>
    <p:extLst>
      <p:ext uri="{BB962C8B-B14F-4D97-AF65-F5344CB8AC3E}">
        <p14:creationId xmlns:p14="http://schemas.microsoft.com/office/powerpoint/2010/main" val="2732466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p:txBody>
          <a:bodyPr>
            <a:normAutofit/>
          </a:bodyPr>
          <a:lstStyle/>
          <a:p>
            <a:r>
              <a:rPr lang="en-GB" dirty="0"/>
              <a:t>Nominal Data - variables</a:t>
            </a:r>
          </a:p>
        </p:txBody>
      </p:sp>
      <p:sp>
        <p:nvSpPr>
          <p:cNvPr id="8" name="Content Placeholder 7">
            <a:extLst>
              <a:ext uri="{FF2B5EF4-FFF2-40B4-BE49-F238E27FC236}">
                <a16:creationId xmlns:a16="http://schemas.microsoft.com/office/drawing/2014/main" id="{F8500DC0-09C6-4F18-F12F-67FBD5F25CA0}"/>
              </a:ext>
            </a:extLst>
          </p:cNvPr>
          <p:cNvSpPr>
            <a:spLocks noGrp="1"/>
          </p:cNvSpPr>
          <p:nvPr>
            <p:ph sz="quarter" idx="1"/>
          </p:nvPr>
        </p:nvSpPr>
        <p:spPr>
          <a:xfrm>
            <a:off x="253524" y="1919203"/>
            <a:ext cx="1510164" cy="3629000"/>
          </a:xfrm>
          <a:custGeom>
            <a:avLst/>
            <a:gdLst>
              <a:gd name="connsiteX0" fmla="*/ 0 w 1510164"/>
              <a:gd name="connsiteY0" fmla="*/ 0 h 3629000"/>
              <a:gd name="connsiteX1" fmla="*/ 503388 w 1510164"/>
              <a:gd name="connsiteY1" fmla="*/ 0 h 3629000"/>
              <a:gd name="connsiteX2" fmla="*/ 1006776 w 1510164"/>
              <a:gd name="connsiteY2" fmla="*/ 0 h 3629000"/>
              <a:gd name="connsiteX3" fmla="*/ 1510164 w 1510164"/>
              <a:gd name="connsiteY3" fmla="*/ 0 h 3629000"/>
              <a:gd name="connsiteX4" fmla="*/ 1510164 w 1510164"/>
              <a:gd name="connsiteY4" fmla="*/ 604833 h 3629000"/>
              <a:gd name="connsiteX5" fmla="*/ 1510164 w 1510164"/>
              <a:gd name="connsiteY5" fmla="*/ 1282247 h 3629000"/>
              <a:gd name="connsiteX6" fmla="*/ 1510164 w 1510164"/>
              <a:gd name="connsiteY6" fmla="*/ 1850790 h 3629000"/>
              <a:gd name="connsiteX7" fmla="*/ 1510164 w 1510164"/>
              <a:gd name="connsiteY7" fmla="*/ 2346753 h 3629000"/>
              <a:gd name="connsiteX8" fmla="*/ 1510164 w 1510164"/>
              <a:gd name="connsiteY8" fmla="*/ 2879007 h 3629000"/>
              <a:gd name="connsiteX9" fmla="*/ 1510164 w 1510164"/>
              <a:gd name="connsiteY9" fmla="*/ 3629000 h 3629000"/>
              <a:gd name="connsiteX10" fmla="*/ 1006776 w 1510164"/>
              <a:gd name="connsiteY10" fmla="*/ 3629000 h 3629000"/>
              <a:gd name="connsiteX11" fmla="*/ 473185 w 1510164"/>
              <a:gd name="connsiteY11" fmla="*/ 3629000 h 3629000"/>
              <a:gd name="connsiteX12" fmla="*/ 0 w 1510164"/>
              <a:gd name="connsiteY12" fmla="*/ 3629000 h 3629000"/>
              <a:gd name="connsiteX13" fmla="*/ 0 w 1510164"/>
              <a:gd name="connsiteY13" fmla="*/ 2987877 h 3629000"/>
              <a:gd name="connsiteX14" fmla="*/ 0 w 1510164"/>
              <a:gd name="connsiteY14" fmla="*/ 2491913 h 3629000"/>
              <a:gd name="connsiteX15" fmla="*/ 0 w 1510164"/>
              <a:gd name="connsiteY15" fmla="*/ 1923370 h 3629000"/>
              <a:gd name="connsiteX16" fmla="*/ 0 w 1510164"/>
              <a:gd name="connsiteY16" fmla="*/ 1391117 h 3629000"/>
              <a:gd name="connsiteX17" fmla="*/ 0 w 1510164"/>
              <a:gd name="connsiteY17" fmla="*/ 713703 h 3629000"/>
              <a:gd name="connsiteX18" fmla="*/ 0 w 1510164"/>
              <a:gd name="connsiteY18" fmla="*/ 0 h 36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0164" h="3629000" fill="none" extrusionOk="0">
                <a:moveTo>
                  <a:pt x="0" y="0"/>
                </a:moveTo>
                <a:cubicBezTo>
                  <a:pt x="152674" y="-23721"/>
                  <a:pt x="330258" y="-23034"/>
                  <a:pt x="503388" y="0"/>
                </a:cubicBezTo>
                <a:cubicBezTo>
                  <a:pt x="676518" y="23034"/>
                  <a:pt x="837084" y="9487"/>
                  <a:pt x="1006776" y="0"/>
                </a:cubicBezTo>
                <a:cubicBezTo>
                  <a:pt x="1176468" y="-9487"/>
                  <a:pt x="1398252" y="-19306"/>
                  <a:pt x="1510164" y="0"/>
                </a:cubicBezTo>
                <a:cubicBezTo>
                  <a:pt x="1503957" y="196272"/>
                  <a:pt x="1495038" y="448751"/>
                  <a:pt x="1510164" y="604833"/>
                </a:cubicBezTo>
                <a:cubicBezTo>
                  <a:pt x="1525290" y="760915"/>
                  <a:pt x="1523132" y="1076658"/>
                  <a:pt x="1510164" y="1282247"/>
                </a:cubicBezTo>
                <a:cubicBezTo>
                  <a:pt x="1497196" y="1487836"/>
                  <a:pt x="1512990" y="1702803"/>
                  <a:pt x="1510164" y="1850790"/>
                </a:cubicBezTo>
                <a:cubicBezTo>
                  <a:pt x="1507338" y="1998777"/>
                  <a:pt x="1534289" y="2155456"/>
                  <a:pt x="1510164" y="2346753"/>
                </a:cubicBezTo>
                <a:cubicBezTo>
                  <a:pt x="1486039" y="2538050"/>
                  <a:pt x="1526278" y="2755041"/>
                  <a:pt x="1510164" y="2879007"/>
                </a:cubicBezTo>
                <a:cubicBezTo>
                  <a:pt x="1494050" y="3002973"/>
                  <a:pt x="1534198" y="3464383"/>
                  <a:pt x="1510164" y="3629000"/>
                </a:cubicBezTo>
                <a:cubicBezTo>
                  <a:pt x="1323917" y="3605661"/>
                  <a:pt x="1256082" y="3633275"/>
                  <a:pt x="1006776" y="3629000"/>
                </a:cubicBezTo>
                <a:cubicBezTo>
                  <a:pt x="757470" y="3624725"/>
                  <a:pt x="672069" y="3637105"/>
                  <a:pt x="473185" y="3629000"/>
                </a:cubicBezTo>
                <a:cubicBezTo>
                  <a:pt x="274301" y="3620895"/>
                  <a:pt x="221662" y="3618497"/>
                  <a:pt x="0" y="3629000"/>
                </a:cubicBezTo>
                <a:cubicBezTo>
                  <a:pt x="-21446" y="3394476"/>
                  <a:pt x="23357" y="3186837"/>
                  <a:pt x="0" y="2987877"/>
                </a:cubicBezTo>
                <a:cubicBezTo>
                  <a:pt x="-23357" y="2788917"/>
                  <a:pt x="23208" y="2669127"/>
                  <a:pt x="0" y="2491913"/>
                </a:cubicBezTo>
                <a:cubicBezTo>
                  <a:pt x="-23208" y="2314699"/>
                  <a:pt x="-26264" y="2155716"/>
                  <a:pt x="0" y="1923370"/>
                </a:cubicBezTo>
                <a:cubicBezTo>
                  <a:pt x="26264" y="1691024"/>
                  <a:pt x="-10194" y="1558327"/>
                  <a:pt x="0" y="1391117"/>
                </a:cubicBezTo>
                <a:cubicBezTo>
                  <a:pt x="10194" y="1223907"/>
                  <a:pt x="15772" y="1031291"/>
                  <a:pt x="0" y="713703"/>
                </a:cubicBezTo>
                <a:cubicBezTo>
                  <a:pt x="-15772" y="396115"/>
                  <a:pt x="14111" y="337945"/>
                  <a:pt x="0" y="0"/>
                </a:cubicBezTo>
                <a:close/>
              </a:path>
              <a:path w="1510164" h="3629000" stroke="0" extrusionOk="0">
                <a:moveTo>
                  <a:pt x="0" y="0"/>
                </a:moveTo>
                <a:cubicBezTo>
                  <a:pt x="233655" y="-1863"/>
                  <a:pt x="328784" y="-23857"/>
                  <a:pt x="533591" y="0"/>
                </a:cubicBezTo>
                <a:cubicBezTo>
                  <a:pt x="738398" y="23857"/>
                  <a:pt x="780215" y="-7099"/>
                  <a:pt x="1021878" y="0"/>
                </a:cubicBezTo>
                <a:cubicBezTo>
                  <a:pt x="1263541" y="7099"/>
                  <a:pt x="1378956" y="-7624"/>
                  <a:pt x="1510164" y="0"/>
                </a:cubicBezTo>
                <a:cubicBezTo>
                  <a:pt x="1502524" y="245198"/>
                  <a:pt x="1507713" y="318675"/>
                  <a:pt x="1510164" y="495963"/>
                </a:cubicBezTo>
                <a:cubicBezTo>
                  <a:pt x="1512615" y="673251"/>
                  <a:pt x="1498255" y="889679"/>
                  <a:pt x="1510164" y="991927"/>
                </a:cubicBezTo>
                <a:cubicBezTo>
                  <a:pt x="1522073" y="1094175"/>
                  <a:pt x="1510180" y="1445712"/>
                  <a:pt x="1510164" y="1560470"/>
                </a:cubicBezTo>
                <a:cubicBezTo>
                  <a:pt x="1510148" y="1675228"/>
                  <a:pt x="1489766" y="1822720"/>
                  <a:pt x="1510164" y="2056433"/>
                </a:cubicBezTo>
                <a:cubicBezTo>
                  <a:pt x="1530562" y="2290146"/>
                  <a:pt x="1536189" y="2339672"/>
                  <a:pt x="1510164" y="2588687"/>
                </a:cubicBezTo>
                <a:cubicBezTo>
                  <a:pt x="1484139" y="2837702"/>
                  <a:pt x="1507547" y="3241294"/>
                  <a:pt x="1510164" y="3629000"/>
                </a:cubicBezTo>
                <a:cubicBezTo>
                  <a:pt x="1257136" y="3653559"/>
                  <a:pt x="1194578" y="3631479"/>
                  <a:pt x="976573" y="3629000"/>
                </a:cubicBezTo>
                <a:cubicBezTo>
                  <a:pt x="758568" y="3626521"/>
                  <a:pt x="642769" y="3603206"/>
                  <a:pt x="458083" y="3629000"/>
                </a:cubicBezTo>
                <a:cubicBezTo>
                  <a:pt x="273397" y="3654795"/>
                  <a:pt x="162803" y="3646377"/>
                  <a:pt x="0" y="3629000"/>
                </a:cubicBezTo>
                <a:cubicBezTo>
                  <a:pt x="23068" y="3447889"/>
                  <a:pt x="1815" y="3242287"/>
                  <a:pt x="0" y="3060457"/>
                </a:cubicBezTo>
                <a:cubicBezTo>
                  <a:pt x="-1815" y="2878627"/>
                  <a:pt x="305" y="2700396"/>
                  <a:pt x="0" y="2491913"/>
                </a:cubicBezTo>
                <a:cubicBezTo>
                  <a:pt x="-305" y="2283430"/>
                  <a:pt x="15789" y="2135135"/>
                  <a:pt x="0" y="1923370"/>
                </a:cubicBezTo>
                <a:cubicBezTo>
                  <a:pt x="-15789" y="1711605"/>
                  <a:pt x="-17502" y="1444115"/>
                  <a:pt x="0" y="1245957"/>
                </a:cubicBezTo>
                <a:cubicBezTo>
                  <a:pt x="17502" y="1047799"/>
                  <a:pt x="-21986" y="911892"/>
                  <a:pt x="0" y="713703"/>
                </a:cubicBezTo>
                <a:cubicBezTo>
                  <a:pt x="21986" y="515514"/>
                  <a:pt x="-23986" y="352385"/>
                  <a:pt x="0" y="0"/>
                </a:cubicBezTo>
                <a:close/>
              </a:path>
            </a:pathLst>
          </a:custGeom>
          <a:solidFill>
            <a:schemeClr val="bg1">
              <a:lumMod val="95000"/>
            </a:schemeClr>
          </a:solidFill>
          <a:ln>
            <a:extLst>
              <a:ext uri="{C807C97D-BFC1-408E-A445-0C87EB9F89A2}">
                <ask:lineSketchStyleProps xmlns:ask="http://schemas.microsoft.com/office/drawing/2018/sketchyshapes" sd="4179528927">
                  <ask:type>
                    <ask:lineSketchFreehand/>
                  </ask:type>
                </ask:lineSketchStyleProps>
              </a:ext>
            </a:extLst>
          </a:ln>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r>
              <a:rPr lang="en-GB" sz="1400" dirty="0"/>
              <a:t>In usability testing, </a:t>
            </a:r>
            <a:r>
              <a:rPr lang="en-GB" sz="1400" b="1" dirty="0">
                <a:solidFill>
                  <a:schemeClr val="accent5">
                    <a:lumMod val="50000"/>
                  </a:schemeClr>
                </a:solidFill>
              </a:rPr>
              <a:t>independent variables </a:t>
            </a:r>
            <a:r>
              <a:rPr lang="en-GB" sz="1400" dirty="0"/>
              <a:t>are </a:t>
            </a:r>
            <a:r>
              <a:rPr lang="en-GB" sz="1400" dirty="0">
                <a:solidFill>
                  <a:schemeClr val="accent5">
                    <a:lumMod val="75000"/>
                  </a:schemeClr>
                </a:solidFill>
              </a:rPr>
              <a:t>the factors you manipulate or categorize to observe their effect on other variables</a:t>
            </a:r>
            <a:r>
              <a:rPr lang="en-GB" sz="1400" dirty="0"/>
              <a:t>, while </a:t>
            </a:r>
            <a:r>
              <a:rPr lang="en-GB" sz="1400" b="1" dirty="0">
                <a:solidFill>
                  <a:schemeClr val="accent2">
                    <a:lumMod val="50000"/>
                  </a:schemeClr>
                </a:solidFill>
              </a:rPr>
              <a:t>dependent variables </a:t>
            </a:r>
            <a:r>
              <a:rPr lang="en-GB" sz="1400" dirty="0"/>
              <a:t>are </a:t>
            </a:r>
            <a:r>
              <a:rPr lang="en-GB" sz="1400" dirty="0">
                <a:solidFill>
                  <a:schemeClr val="accent2">
                    <a:lumMod val="75000"/>
                  </a:schemeClr>
                </a:solidFill>
              </a:rPr>
              <a:t>the outcomes or responses you measure as a result of those manipulations</a:t>
            </a:r>
            <a:r>
              <a:rPr lang="en-GB" sz="1400" dirty="0"/>
              <a:t>. </a:t>
            </a:r>
          </a:p>
          <a:p>
            <a:endParaRPr lang="en-GB" sz="1400" dirty="0"/>
          </a:p>
        </p:txBody>
      </p:sp>
      <p:sp>
        <p:nvSpPr>
          <p:cNvPr id="3" name="Content Placeholder 7">
            <a:extLst>
              <a:ext uri="{FF2B5EF4-FFF2-40B4-BE49-F238E27FC236}">
                <a16:creationId xmlns:a16="http://schemas.microsoft.com/office/drawing/2014/main" id="{D16B0BB1-ACDF-B7B8-22A9-05815F94D0F9}"/>
              </a:ext>
            </a:extLst>
          </p:cNvPr>
          <p:cNvSpPr txBox="1">
            <a:spLocks/>
          </p:cNvSpPr>
          <p:nvPr/>
        </p:nvSpPr>
        <p:spPr>
          <a:xfrm>
            <a:off x="1903408" y="1596072"/>
            <a:ext cx="7236296" cy="4834696"/>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lnSpc>
                <a:spcPts val="800"/>
              </a:lnSpc>
              <a:spcBef>
                <a:spcPts val="600"/>
              </a:spcBef>
              <a:spcAft>
                <a:spcPts val="0"/>
              </a:spcAft>
            </a:pPr>
            <a:r>
              <a:rPr lang="en-GB" sz="1200" dirty="0"/>
              <a:t>Here’s how some of the examples from above could be structured with independent and dependent variables:</a:t>
            </a:r>
          </a:p>
          <a:p>
            <a:pPr lvl="1" fontAlgn="auto">
              <a:lnSpc>
                <a:spcPts val="800"/>
              </a:lnSpc>
              <a:spcBef>
                <a:spcPts val="600"/>
              </a:spcBef>
              <a:spcAft>
                <a:spcPts val="0"/>
              </a:spcAft>
            </a:pPr>
            <a:r>
              <a:rPr lang="en-GB" sz="1100" b="1" dirty="0"/>
              <a:t>Error Types:</a:t>
            </a:r>
          </a:p>
          <a:p>
            <a:pPr lvl="2" fontAlgn="auto">
              <a:lnSpc>
                <a:spcPts val="800"/>
              </a:lnSpc>
              <a:spcBef>
                <a:spcPts val="600"/>
              </a:spcBef>
              <a:spcAft>
                <a:spcPts val="0"/>
              </a:spcAft>
            </a:pPr>
            <a:r>
              <a:rPr lang="en-GB" sz="1050" dirty="0"/>
              <a:t>Independent Variable: The type of error (e.g., "navigation error," "form submission error," "button </a:t>
            </a:r>
            <a:r>
              <a:rPr lang="en-GB" sz="1050" dirty="0" err="1"/>
              <a:t>misclick</a:t>
            </a:r>
            <a:r>
              <a:rPr lang="en-GB" sz="1050" dirty="0"/>
              <a:t>," "input error").</a:t>
            </a:r>
          </a:p>
          <a:p>
            <a:pPr lvl="2" fontAlgn="auto">
              <a:lnSpc>
                <a:spcPts val="800"/>
              </a:lnSpc>
              <a:spcBef>
                <a:spcPts val="600"/>
              </a:spcBef>
              <a:spcAft>
                <a:spcPts val="0"/>
              </a:spcAft>
            </a:pPr>
            <a:r>
              <a:rPr lang="en-GB" sz="1050" dirty="0"/>
              <a:t>Dependent Variable: User task success rate or the time taken to complete the task.</a:t>
            </a:r>
          </a:p>
          <a:p>
            <a:pPr lvl="1" fontAlgn="auto">
              <a:lnSpc>
                <a:spcPts val="800"/>
              </a:lnSpc>
              <a:spcBef>
                <a:spcPts val="600"/>
              </a:spcBef>
              <a:spcAft>
                <a:spcPts val="0"/>
              </a:spcAft>
            </a:pPr>
            <a:r>
              <a:rPr lang="en-GB" sz="1100" b="1" dirty="0"/>
              <a:t>Device Type:</a:t>
            </a:r>
          </a:p>
          <a:p>
            <a:pPr lvl="2" fontAlgn="auto">
              <a:lnSpc>
                <a:spcPts val="800"/>
              </a:lnSpc>
              <a:spcBef>
                <a:spcPts val="600"/>
              </a:spcBef>
              <a:spcAft>
                <a:spcPts val="0"/>
              </a:spcAft>
            </a:pPr>
            <a:r>
              <a:rPr lang="en-GB" sz="1050" dirty="0"/>
              <a:t>Independent Variable: Device used during testing (e.g., "desktop," "tablet," "mobile").</a:t>
            </a:r>
          </a:p>
          <a:p>
            <a:pPr lvl="2" fontAlgn="auto">
              <a:lnSpc>
                <a:spcPts val="800"/>
              </a:lnSpc>
              <a:spcBef>
                <a:spcPts val="600"/>
              </a:spcBef>
              <a:spcAft>
                <a:spcPts val="0"/>
              </a:spcAft>
            </a:pPr>
            <a:r>
              <a:rPr lang="en-GB" sz="1050" dirty="0"/>
              <a:t>Dependent Variable: Task completion time, number of errors made, or user satisfaction score.</a:t>
            </a:r>
          </a:p>
          <a:p>
            <a:pPr lvl="1" fontAlgn="auto">
              <a:lnSpc>
                <a:spcPts val="800"/>
              </a:lnSpc>
              <a:spcBef>
                <a:spcPts val="600"/>
              </a:spcBef>
              <a:spcAft>
                <a:spcPts val="0"/>
              </a:spcAft>
            </a:pPr>
            <a:r>
              <a:rPr lang="en-GB" sz="1100" b="1" dirty="0"/>
              <a:t>User Feedback Categories:</a:t>
            </a:r>
          </a:p>
          <a:p>
            <a:pPr lvl="2" fontAlgn="auto">
              <a:lnSpc>
                <a:spcPts val="800"/>
              </a:lnSpc>
              <a:spcBef>
                <a:spcPts val="600"/>
              </a:spcBef>
              <a:spcAft>
                <a:spcPts val="0"/>
              </a:spcAft>
            </a:pPr>
            <a:r>
              <a:rPr lang="en-GB" sz="1050" dirty="0"/>
              <a:t>Independent Variable: Category of the product feature (e.g., "design," "usability," "speed," "features").</a:t>
            </a:r>
          </a:p>
          <a:p>
            <a:pPr lvl="2" fontAlgn="auto">
              <a:lnSpc>
                <a:spcPts val="800"/>
              </a:lnSpc>
              <a:spcBef>
                <a:spcPts val="600"/>
              </a:spcBef>
              <a:spcAft>
                <a:spcPts val="0"/>
              </a:spcAft>
            </a:pPr>
            <a:r>
              <a:rPr lang="en-GB" sz="1050" dirty="0"/>
              <a:t>Dependent Variable: User satisfaction rating for each feature category or frequency of mentions in user feedback.</a:t>
            </a:r>
          </a:p>
          <a:p>
            <a:pPr lvl="1" fontAlgn="auto">
              <a:lnSpc>
                <a:spcPts val="800"/>
              </a:lnSpc>
              <a:spcBef>
                <a:spcPts val="600"/>
              </a:spcBef>
              <a:spcAft>
                <a:spcPts val="0"/>
              </a:spcAft>
            </a:pPr>
            <a:r>
              <a:rPr lang="en-GB" sz="1100" b="1" dirty="0"/>
              <a:t>Preferred Language:</a:t>
            </a:r>
          </a:p>
          <a:p>
            <a:pPr lvl="2" fontAlgn="auto">
              <a:lnSpc>
                <a:spcPts val="800"/>
              </a:lnSpc>
              <a:spcBef>
                <a:spcPts val="600"/>
              </a:spcBef>
              <a:spcAft>
                <a:spcPts val="0"/>
              </a:spcAft>
            </a:pPr>
            <a:r>
              <a:rPr lang="en-GB" sz="1050" dirty="0"/>
              <a:t>Independent Variable: Language chosen by the user (e.g., "English," "Spanish," "French").</a:t>
            </a:r>
          </a:p>
          <a:p>
            <a:pPr lvl="2" fontAlgn="auto">
              <a:lnSpc>
                <a:spcPts val="800"/>
              </a:lnSpc>
              <a:spcBef>
                <a:spcPts val="600"/>
              </a:spcBef>
              <a:spcAft>
                <a:spcPts val="0"/>
              </a:spcAft>
            </a:pPr>
            <a:r>
              <a:rPr lang="en-GB" sz="1050" dirty="0"/>
              <a:t>Dependent Variable: Task completion time, error rate, or user satisfaction in each language.</a:t>
            </a:r>
          </a:p>
          <a:p>
            <a:pPr lvl="1" fontAlgn="auto">
              <a:lnSpc>
                <a:spcPts val="800"/>
              </a:lnSpc>
              <a:spcBef>
                <a:spcPts val="600"/>
              </a:spcBef>
              <a:spcAft>
                <a:spcPts val="0"/>
              </a:spcAft>
            </a:pPr>
            <a:r>
              <a:rPr lang="en-GB" sz="1100" b="1" dirty="0"/>
              <a:t>Task Outcomes:</a:t>
            </a:r>
          </a:p>
          <a:p>
            <a:pPr lvl="2" fontAlgn="auto">
              <a:lnSpc>
                <a:spcPts val="800"/>
              </a:lnSpc>
              <a:spcBef>
                <a:spcPts val="600"/>
              </a:spcBef>
              <a:spcAft>
                <a:spcPts val="0"/>
              </a:spcAft>
            </a:pPr>
            <a:r>
              <a:rPr lang="en-GB" sz="1050" dirty="0"/>
              <a:t>Independent Variable: Task type or difficulty level (e.g., "easy," "moderate," "difficult").</a:t>
            </a:r>
          </a:p>
          <a:p>
            <a:pPr lvl="2" fontAlgn="auto">
              <a:lnSpc>
                <a:spcPts val="800"/>
              </a:lnSpc>
              <a:spcBef>
                <a:spcPts val="600"/>
              </a:spcBef>
              <a:spcAft>
                <a:spcPts val="0"/>
              </a:spcAft>
            </a:pPr>
            <a:r>
              <a:rPr lang="en-GB" sz="1050" dirty="0"/>
              <a:t>Dependent Variable: Task outcome (e.g., "completed successfully," "incomplete," "failed").</a:t>
            </a:r>
          </a:p>
          <a:p>
            <a:pPr lvl="1" fontAlgn="auto">
              <a:lnSpc>
                <a:spcPts val="800"/>
              </a:lnSpc>
              <a:spcBef>
                <a:spcPts val="600"/>
              </a:spcBef>
              <a:spcAft>
                <a:spcPts val="0"/>
              </a:spcAft>
            </a:pPr>
            <a:r>
              <a:rPr lang="en-GB" sz="1100" b="1" dirty="0"/>
              <a:t>User Demographics:</a:t>
            </a:r>
          </a:p>
          <a:p>
            <a:pPr lvl="2" fontAlgn="auto">
              <a:lnSpc>
                <a:spcPts val="800"/>
              </a:lnSpc>
              <a:spcBef>
                <a:spcPts val="600"/>
              </a:spcBef>
              <a:spcAft>
                <a:spcPts val="0"/>
              </a:spcAft>
            </a:pPr>
            <a:r>
              <a:rPr lang="en-GB" sz="1050" dirty="0"/>
              <a:t>Independent Variable: Age group or user type (e.g., "18–24," "25–34," "new user," "returning user").</a:t>
            </a:r>
          </a:p>
          <a:p>
            <a:pPr lvl="2" fontAlgn="auto">
              <a:lnSpc>
                <a:spcPts val="800"/>
              </a:lnSpc>
              <a:spcBef>
                <a:spcPts val="600"/>
              </a:spcBef>
              <a:spcAft>
                <a:spcPts val="0"/>
              </a:spcAft>
            </a:pPr>
            <a:r>
              <a:rPr lang="en-GB" sz="1050" dirty="0"/>
              <a:t>Dependent Variable: Task completion rate, error frequency, or satisfaction score based on different demographic groups.</a:t>
            </a:r>
          </a:p>
          <a:p>
            <a:pPr lvl="1" fontAlgn="auto">
              <a:lnSpc>
                <a:spcPts val="800"/>
              </a:lnSpc>
              <a:spcBef>
                <a:spcPts val="600"/>
              </a:spcBef>
              <a:spcAft>
                <a:spcPts val="0"/>
              </a:spcAft>
            </a:pPr>
            <a:r>
              <a:rPr lang="en-GB" sz="1100" b="1" dirty="0"/>
              <a:t>Satisfaction Levels:</a:t>
            </a:r>
          </a:p>
          <a:p>
            <a:pPr lvl="2" fontAlgn="auto">
              <a:lnSpc>
                <a:spcPts val="800"/>
              </a:lnSpc>
              <a:spcBef>
                <a:spcPts val="600"/>
              </a:spcBef>
              <a:spcAft>
                <a:spcPts val="0"/>
              </a:spcAft>
            </a:pPr>
            <a:r>
              <a:rPr lang="en-GB" sz="1050" dirty="0"/>
              <a:t>Independent Variable: Type of interface element being tested (e.g., "navigation," "search function," "checkout process").</a:t>
            </a:r>
          </a:p>
          <a:p>
            <a:pPr lvl="2" fontAlgn="auto">
              <a:lnSpc>
                <a:spcPts val="800"/>
              </a:lnSpc>
              <a:spcBef>
                <a:spcPts val="600"/>
              </a:spcBef>
              <a:spcAft>
                <a:spcPts val="0"/>
              </a:spcAft>
            </a:pPr>
            <a:r>
              <a:rPr lang="en-GB" sz="1050" dirty="0"/>
              <a:t>Dependent Variable: User satisfaction rating (e.g., "very satisfied," "satisfied," etc.) for each </a:t>
            </a:r>
            <a:r>
              <a:rPr lang="en-GB" sz="1050" dirty="0" err="1"/>
              <a:t>element.I</a:t>
            </a:r>
            <a:endParaRPr lang="en-GB" sz="1050" dirty="0"/>
          </a:p>
          <a:p>
            <a:pPr lvl="1" fontAlgn="auto">
              <a:lnSpc>
                <a:spcPts val="800"/>
              </a:lnSpc>
              <a:spcBef>
                <a:spcPts val="600"/>
              </a:spcBef>
              <a:spcAft>
                <a:spcPts val="0"/>
              </a:spcAft>
            </a:pPr>
            <a:r>
              <a:rPr lang="en-GB" sz="1100" b="1" dirty="0"/>
              <a:t>Interface Preferences:</a:t>
            </a:r>
          </a:p>
          <a:p>
            <a:pPr lvl="2" fontAlgn="auto">
              <a:lnSpc>
                <a:spcPts val="800"/>
              </a:lnSpc>
              <a:spcBef>
                <a:spcPts val="600"/>
              </a:spcBef>
              <a:spcAft>
                <a:spcPts val="0"/>
              </a:spcAft>
            </a:pPr>
            <a:r>
              <a:rPr lang="en-GB" sz="1050" dirty="0"/>
              <a:t>Independent Variable: Interface style (e.g., "dark mode," "light mode").</a:t>
            </a:r>
          </a:p>
          <a:p>
            <a:pPr lvl="2" fontAlgn="auto">
              <a:lnSpc>
                <a:spcPts val="800"/>
              </a:lnSpc>
              <a:spcBef>
                <a:spcPts val="600"/>
              </a:spcBef>
              <a:spcAft>
                <a:spcPts val="0"/>
              </a:spcAft>
            </a:pPr>
            <a:r>
              <a:rPr lang="en-GB" sz="1050" dirty="0"/>
              <a:t>Dependent Variable: User preference rating, task completion time, or overall satisfaction.</a:t>
            </a:r>
          </a:p>
        </p:txBody>
      </p:sp>
      <p:sp>
        <p:nvSpPr>
          <p:cNvPr id="10" name="Footer Placeholder 9">
            <a:extLst>
              <a:ext uri="{FF2B5EF4-FFF2-40B4-BE49-F238E27FC236}">
                <a16:creationId xmlns:a16="http://schemas.microsoft.com/office/drawing/2014/main" id="{A1FDB889-31DE-C129-B853-EF2C70B620C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706722E6-DCDC-69C1-356D-61F1495813EB}"/>
              </a:ext>
            </a:extLst>
          </p:cNvPr>
          <p:cNvSpPr>
            <a:spLocks noGrp="1"/>
          </p:cNvSpPr>
          <p:nvPr>
            <p:ph type="sldNum" sz="quarter" idx="4"/>
          </p:nvPr>
        </p:nvSpPr>
        <p:spPr/>
        <p:txBody>
          <a:bodyPr/>
          <a:lstStyle/>
          <a:p>
            <a:fld id="{9FD7ECCF-50E7-4327-B945-FA93FF7B2BEF}" type="slidenum">
              <a:rPr lang="en-US" smtClean="0"/>
              <a:pPr/>
              <a:t>19</a:t>
            </a:fld>
            <a:r>
              <a:rPr lang="en-GB"/>
              <a:t>/63</a:t>
            </a:r>
            <a:endParaRPr lang="en-US" dirty="0"/>
          </a:p>
        </p:txBody>
      </p:sp>
    </p:spTree>
    <p:extLst>
      <p:ext uri="{BB962C8B-B14F-4D97-AF65-F5344CB8AC3E}">
        <p14:creationId xmlns:p14="http://schemas.microsoft.com/office/powerpoint/2010/main" val="3573276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F8500DC0-09C6-4F18-F12F-67FBD5F25CA0}"/>
              </a:ext>
            </a:extLst>
          </p:cNvPr>
          <p:cNvSpPr>
            <a:spLocks noGrp="1"/>
          </p:cNvSpPr>
          <p:nvPr>
            <p:ph sz="quarter" idx="1"/>
          </p:nvPr>
        </p:nvSpPr>
        <p:spPr>
          <a:xfrm>
            <a:off x="612648" y="1600200"/>
            <a:ext cx="8153400" cy="1036712"/>
          </a:xfrm>
        </p:spPr>
        <p:txBody>
          <a:bodyPr>
            <a:normAutofit fontScale="55000" lnSpcReduction="20000"/>
          </a:bodyPr>
          <a:lstStyle/>
          <a:p>
            <a:r>
              <a:rPr lang="en-GB" dirty="0"/>
              <a:t>Among the statistics you can use with nominal data are simple descriptive statistics such as </a:t>
            </a:r>
            <a:r>
              <a:rPr lang="en-GB" b="1" dirty="0"/>
              <a:t>counts</a:t>
            </a:r>
            <a:r>
              <a:rPr lang="en-GB" dirty="0"/>
              <a:t> and </a:t>
            </a:r>
            <a:r>
              <a:rPr lang="en-GB" b="1" dirty="0"/>
              <a:t>frequencies</a:t>
            </a:r>
            <a:r>
              <a:rPr lang="en-GB" dirty="0"/>
              <a:t>. </a:t>
            </a:r>
          </a:p>
          <a:p>
            <a:r>
              <a:rPr lang="en-GB" dirty="0"/>
              <a:t>For example, you could say that 45% of the users are female, there are 200 right-handed users, or 95% were successful on a particular task.</a:t>
            </a:r>
          </a:p>
        </p:txBody>
      </p:sp>
      <p:sp>
        <p:nvSpPr>
          <p:cNvPr id="5" name="Title 6">
            <a:extLst>
              <a:ext uri="{FF2B5EF4-FFF2-40B4-BE49-F238E27FC236}">
                <a16:creationId xmlns:a16="http://schemas.microsoft.com/office/drawing/2014/main" id="{66F8363D-DDED-3100-B3F0-9E13D8876330}"/>
              </a:ext>
            </a:extLst>
          </p:cNvPr>
          <p:cNvSpPr txBox="1">
            <a:spLocks/>
          </p:cNvSpPr>
          <p:nvPr/>
        </p:nvSpPr>
        <p:spPr>
          <a:xfrm>
            <a:off x="395536" y="244669"/>
            <a:ext cx="8603360" cy="990600"/>
          </a:xfrm>
          <a:prstGeom prst="rect">
            <a:avLst/>
          </a:prstGeom>
        </p:spPr>
        <p:txBody>
          <a:bodyPr vert="horz" anchor="ctr">
            <a:normAutofit fontScale="90000"/>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spcAft>
                <a:spcPts val="0"/>
              </a:spcAft>
            </a:pPr>
            <a:r>
              <a:rPr lang="en-GB" dirty="0"/>
              <a:t>Nominal Data in Usability Testing context</a:t>
            </a:r>
          </a:p>
        </p:txBody>
      </p:sp>
      <p:sp>
        <p:nvSpPr>
          <p:cNvPr id="11" name="Footer Placeholder 10">
            <a:extLst>
              <a:ext uri="{FF2B5EF4-FFF2-40B4-BE49-F238E27FC236}">
                <a16:creationId xmlns:a16="http://schemas.microsoft.com/office/drawing/2014/main" id="{98562FF8-0B46-51A3-7FB9-99731568992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373FB0E4-BC1D-10D8-3E37-8A34FB43EA66}"/>
              </a:ext>
            </a:extLst>
          </p:cNvPr>
          <p:cNvSpPr>
            <a:spLocks noGrp="1"/>
          </p:cNvSpPr>
          <p:nvPr>
            <p:ph type="sldNum" sz="quarter" idx="4"/>
          </p:nvPr>
        </p:nvSpPr>
        <p:spPr/>
        <p:txBody>
          <a:bodyPr/>
          <a:lstStyle/>
          <a:p>
            <a:fld id="{9FD7ECCF-50E7-4327-B945-FA93FF7B2BEF}" type="slidenum">
              <a:rPr lang="en-US" smtClean="0"/>
              <a:pPr/>
              <a:t>20</a:t>
            </a:fld>
            <a:r>
              <a:rPr lang="en-GB"/>
              <a:t>/63</a:t>
            </a:r>
            <a:endParaRPr lang="en-US" dirty="0"/>
          </a:p>
        </p:txBody>
      </p:sp>
    </p:spTree>
    <p:extLst>
      <p:ext uri="{BB962C8B-B14F-4D97-AF65-F5344CB8AC3E}">
        <p14:creationId xmlns:p14="http://schemas.microsoft.com/office/powerpoint/2010/main" val="397683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Ordinal Data">
            <a:extLst>
              <a:ext uri="{FF2B5EF4-FFF2-40B4-BE49-F238E27FC236}">
                <a16:creationId xmlns:a16="http://schemas.microsoft.com/office/drawing/2014/main" id="{F5AD4708-DEDE-B7D7-527D-CF0DEAC629F8}"/>
              </a:ext>
            </a:extLst>
          </p:cNvPr>
          <p:cNvSpPr>
            <a:spLocks noGrp="1"/>
          </p:cNvSpPr>
          <p:nvPr>
            <p:ph type="title"/>
          </p:nvPr>
        </p:nvSpPr>
        <p:spPr>
          <a:xfrm>
            <a:off x="395536" y="260648"/>
            <a:ext cx="8370512" cy="990600"/>
          </a:xfrm>
        </p:spPr>
        <p:txBody>
          <a:bodyPr>
            <a:normAutofit fontScale="90000"/>
          </a:bodyPr>
          <a:lstStyle/>
          <a:p>
            <a:r>
              <a:rPr lang="en-GB" dirty="0"/>
              <a:t>Ordinal Data in Usability Testing context</a:t>
            </a:r>
          </a:p>
        </p:txBody>
      </p:sp>
      <p:pic>
        <p:nvPicPr>
          <p:cNvPr id="4" name="Picture 3" descr="Ordinal data - scale">
            <a:extLst>
              <a:ext uri="{FF2B5EF4-FFF2-40B4-BE49-F238E27FC236}">
                <a16:creationId xmlns:a16="http://schemas.microsoft.com/office/drawing/2014/main" id="{920A6D39-EA06-901F-D03D-433C51AD3672}"/>
              </a:ext>
            </a:extLst>
          </p:cNvPr>
          <p:cNvPicPr>
            <a:picLocks noChangeAspect="1"/>
          </p:cNvPicPr>
          <p:nvPr/>
        </p:nvPicPr>
        <p:blipFill>
          <a:blip r:embed="rId2"/>
          <a:stretch>
            <a:fillRect/>
          </a:stretch>
        </p:blipFill>
        <p:spPr>
          <a:xfrm>
            <a:off x="1763688" y="2348880"/>
            <a:ext cx="5172075" cy="2600325"/>
          </a:xfrm>
          <a:prstGeom prst="rect">
            <a:avLst/>
          </a:prstGeom>
        </p:spPr>
      </p:pic>
      <p:sp>
        <p:nvSpPr>
          <p:cNvPr id="5" name="Oval 4">
            <a:extLst>
              <a:ext uri="{FF2B5EF4-FFF2-40B4-BE49-F238E27FC236}">
                <a16:creationId xmlns:a16="http://schemas.microsoft.com/office/drawing/2014/main" id="{DC47AA45-A59F-4F86-665B-1DB676E5E7EA}"/>
              </a:ext>
            </a:extLst>
          </p:cNvPr>
          <p:cNvSpPr/>
          <p:nvPr/>
        </p:nvSpPr>
        <p:spPr>
          <a:xfrm>
            <a:off x="3779912" y="3023122"/>
            <a:ext cx="1374708" cy="13747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0" dirty="0">
                <a:solidFill>
                  <a:schemeClr val="accent2">
                    <a:lumMod val="75000"/>
                  </a:schemeClr>
                </a:solidFill>
              </a:rPr>
              <a:t>?</a:t>
            </a:r>
          </a:p>
        </p:txBody>
      </p:sp>
      <p:sp>
        <p:nvSpPr>
          <p:cNvPr id="16" name="Footer Placeholder 15">
            <a:extLst>
              <a:ext uri="{FF2B5EF4-FFF2-40B4-BE49-F238E27FC236}">
                <a16:creationId xmlns:a16="http://schemas.microsoft.com/office/drawing/2014/main" id="{BB6FDABA-8E4B-2A80-90BE-4FEF29CEF3C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99168F9A-A27D-6682-D896-1A240470449F}"/>
              </a:ext>
            </a:extLst>
          </p:cNvPr>
          <p:cNvSpPr>
            <a:spLocks noGrp="1"/>
          </p:cNvSpPr>
          <p:nvPr>
            <p:ph type="sldNum" sz="quarter" idx="4"/>
          </p:nvPr>
        </p:nvSpPr>
        <p:spPr/>
        <p:txBody>
          <a:bodyPr/>
          <a:lstStyle/>
          <a:p>
            <a:fld id="{9FD7ECCF-50E7-4327-B945-FA93FF7B2BEF}" type="slidenum">
              <a:rPr lang="en-US" smtClean="0"/>
              <a:pPr/>
              <a:t>21</a:t>
            </a:fld>
            <a:r>
              <a:rPr lang="en-GB"/>
              <a:t>/63</a:t>
            </a:r>
            <a:endParaRPr lang="en-US" dirty="0"/>
          </a:p>
        </p:txBody>
      </p:sp>
    </p:spTree>
    <p:extLst>
      <p:ext uri="{BB962C8B-B14F-4D97-AF65-F5344CB8AC3E}">
        <p14:creationId xmlns:p14="http://schemas.microsoft.com/office/powerpoint/2010/main" val="411620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BB01CB-1460-6281-765D-03E188F1E4AB}"/>
              </a:ext>
            </a:extLst>
          </p:cNvPr>
          <p:cNvSpPr>
            <a:spLocks noGrp="1"/>
          </p:cNvSpPr>
          <p:nvPr>
            <p:ph sz="quarter" idx="1"/>
          </p:nvPr>
        </p:nvSpPr>
        <p:spPr>
          <a:xfrm>
            <a:off x="3347864" y="1600200"/>
            <a:ext cx="5418184" cy="4495800"/>
          </a:xfrm>
        </p:spPr>
        <p:txBody>
          <a:bodyPr>
            <a:normAutofit fontScale="47500" lnSpcReduction="20000"/>
          </a:bodyPr>
          <a:lstStyle/>
          <a:p>
            <a:r>
              <a:rPr lang="en-GB" dirty="0"/>
              <a:t>Here are some examples of ordinal data in a usability testing context:</a:t>
            </a:r>
          </a:p>
          <a:p>
            <a:pPr lvl="1"/>
            <a:r>
              <a:rPr lang="en-GB" b="1" dirty="0"/>
              <a:t>User Satisfaction Ratings</a:t>
            </a:r>
            <a:r>
              <a:rPr lang="en-GB" dirty="0"/>
              <a:t>: Asking users to rate their satisfaction with the product on a scale, such as:</a:t>
            </a:r>
          </a:p>
          <a:p>
            <a:pPr lvl="2"/>
            <a:r>
              <a:rPr lang="en-GB" dirty="0"/>
              <a:t>"Very satisfied," "Satisfied," "Neutral," "Dissatisfied," "Very dissatisfied." </a:t>
            </a:r>
          </a:p>
          <a:p>
            <a:pPr lvl="1"/>
            <a:r>
              <a:rPr lang="en-GB" b="1" dirty="0"/>
              <a:t>Task Difficulty Levels</a:t>
            </a:r>
            <a:r>
              <a:rPr lang="en-GB" dirty="0"/>
              <a:t>: Asking users to rate how difficult they found a task, with responses like:</a:t>
            </a:r>
          </a:p>
          <a:p>
            <a:pPr lvl="2"/>
            <a:r>
              <a:rPr lang="en-GB" dirty="0"/>
              <a:t>"Very easy," "Easy," "Moderate," "Difficult," "Very difficult ." Agreement Levels on Statements: Asking users how much they agree with a statement about the product, like: "Strongly agree," "Agree," "Neutral," "Disagree," "Strongly disagree."</a:t>
            </a:r>
          </a:p>
          <a:p>
            <a:pPr lvl="1"/>
            <a:r>
              <a:rPr lang="en-GB" b="1" dirty="0"/>
              <a:t>Frequency of Errors</a:t>
            </a:r>
            <a:r>
              <a:rPr lang="en-GB" dirty="0"/>
              <a:t>: Categorizing the frequency of errors or issues experienced by users, such as:</a:t>
            </a:r>
          </a:p>
          <a:p>
            <a:pPr lvl="2"/>
            <a:r>
              <a:rPr lang="en-GB" dirty="0"/>
              <a:t>"Never," "Rarely," "Sometimes," "Often," "Always."</a:t>
            </a:r>
          </a:p>
          <a:p>
            <a:pPr lvl="1"/>
            <a:r>
              <a:rPr lang="en-GB" b="1" dirty="0"/>
              <a:t>Usability Score Ranks</a:t>
            </a:r>
            <a:r>
              <a:rPr lang="en-GB" dirty="0"/>
              <a:t>: Ranking the usability of multiple versions of an interface:</a:t>
            </a:r>
          </a:p>
          <a:p>
            <a:pPr lvl="2"/>
            <a:r>
              <a:rPr lang="en-GB" dirty="0"/>
              <a:t>"Best," "Second best," "Third best," etc.</a:t>
            </a:r>
          </a:p>
          <a:p>
            <a:pPr lvl="1"/>
            <a:r>
              <a:rPr lang="en-GB" b="1" dirty="0"/>
              <a:t>User Expertise Level</a:t>
            </a:r>
            <a:r>
              <a:rPr lang="en-GB" dirty="0"/>
              <a:t>: Categorizing users based on their self-reported expertise or familiarity with the product:</a:t>
            </a:r>
          </a:p>
          <a:p>
            <a:pPr lvl="2"/>
            <a:r>
              <a:rPr lang="en-GB" dirty="0"/>
              <a:t>"Beginner," "Intermediate," "Advanced," "Expert ."</a:t>
            </a:r>
          </a:p>
          <a:p>
            <a:pPr lvl="1"/>
            <a:r>
              <a:rPr lang="en-GB" b="1" dirty="0"/>
              <a:t>Priority of Issues</a:t>
            </a:r>
            <a:r>
              <a:rPr lang="en-GB" dirty="0"/>
              <a:t>: Ranking the priority of issues identified during usability testing:</a:t>
            </a:r>
          </a:p>
          <a:p>
            <a:pPr lvl="2"/>
            <a:r>
              <a:rPr lang="en-GB" dirty="0"/>
              <a:t>"Low priority," "Medium priority," "High priority," "Critical."</a:t>
            </a:r>
          </a:p>
        </p:txBody>
      </p:sp>
      <p:sp>
        <p:nvSpPr>
          <p:cNvPr id="6" name="Content Placeholder 7">
            <a:extLst>
              <a:ext uri="{FF2B5EF4-FFF2-40B4-BE49-F238E27FC236}">
                <a16:creationId xmlns:a16="http://schemas.microsoft.com/office/drawing/2014/main" id="{8265F262-F995-8642-E2A4-2A768191B4AF}"/>
              </a:ext>
            </a:extLst>
          </p:cNvPr>
          <p:cNvSpPr txBox="1">
            <a:spLocks/>
          </p:cNvSpPr>
          <p:nvPr/>
        </p:nvSpPr>
        <p:spPr>
          <a:xfrm>
            <a:off x="323528" y="2852936"/>
            <a:ext cx="2880320" cy="3456384"/>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r>
              <a:rPr lang="en-GB" sz="1700" dirty="0"/>
              <a:t>In usability testing, </a:t>
            </a:r>
            <a:r>
              <a:rPr lang="en-GB" sz="1700" b="1" dirty="0"/>
              <a:t>ordinal data represents categories with a meaningful order</a:t>
            </a:r>
            <a:r>
              <a:rPr lang="en-GB" sz="1700" dirty="0"/>
              <a:t>, </a:t>
            </a:r>
            <a:r>
              <a:rPr lang="en-GB" sz="1700" b="1" dirty="0"/>
              <a:t>but the intervals between categories are not necessarily equal</a:t>
            </a:r>
          </a:p>
          <a:p>
            <a:pPr fontAlgn="auto">
              <a:spcAft>
                <a:spcPts val="0"/>
              </a:spcAft>
            </a:pPr>
            <a:endParaRPr lang="en-GB" sz="1800" dirty="0"/>
          </a:p>
        </p:txBody>
      </p:sp>
      <p:pic>
        <p:nvPicPr>
          <p:cNvPr id="7" name="Picture 6" descr="Picture showing an example of Ordinal Data">
            <a:extLst>
              <a:ext uri="{FF2B5EF4-FFF2-40B4-BE49-F238E27FC236}">
                <a16:creationId xmlns:a16="http://schemas.microsoft.com/office/drawing/2014/main" id="{5292910B-EDBF-9BBB-3A0B-3CC8B0616C88}"/>
              </a:ext>
            </a:extLst>
          </p:cNvPr>
          <p:cNvPicPr>
            <a:picLocks noChangeAspect="1"/>
          </p:cNvPicPr>
          <p:nvPr/>
        </p:nvPicPr>
        <p:blipFill>
          <a:blip r:embed="rId2"/>
          <a:stretch>
            <a:fillRect/>
          </a:stretch>
        </p:blipFill>
        <p:spPr>
          <a:xfrm>
            <a:off x="683568" y="1600200"/>
            <a:ext cx="2362566" cy="1114373"/>
          </a:xfrm>
          <a:prstGeom prst="rect">
            <a:avLst/>
          </a:prstGeom>
        </p:spPr>
      </p:pic>
      <p:pic>
        <p:nvPicPr>
          <p:cNvPr id="8" name="Picture 7" descr="Scale">
            <a:extLst>
              <a:ext uri="{FF2B5EF4-FFF2-40B4-BE49-F238E27FC236}">
                <a16:creationId xmlns:a16="http://schemas.microsoft.com/office/drawing/2014/main" id="{7379EAFD-B89C-2660-6354-2A7FBC2D8096}"/>
              </a:ext>
            </a:extLst>
          </p:cNvPr>
          <p:cNvPicPr>
            <a:picLocks noChangeAspect="1"/>
          </p:cNvPicPr>
          <p:nvPr/>
        </p:nvPicPr>
        <p:blipFill>
          <a:blip r:embed="rId3"/>
          <a:stretch>
            <a:fillRect/>
          </a:stretch>
        </p:blipFill>
        <p:spPr>
          <a:xfrm>
            <a:off x="429856" y="4813811"/>
            <a:ext cx="2520280" cy="1267102"/>
          </a:xfrm>
          <a:prstGeom prst="rect">
            <a:avLst/>
          </a:prstGeom>
        </p:spPr>
      </p:pic>
      <p:sp>
        <p:nvSpPr>
          <p:cNvPr id="11" name="Title 1" descr="Ordinal Data">
            <a:extLst>
              <a:ext uri="{FF2B5EF4-FFF2-40B4-BE49-F238E27FC236}">
                <a16:creationId xmlns:a16="http://schemas.microsoft.com/office/drawing/2014/main" id="{50CB7AFC-12E2-10CE-1E14-8D7AF121C76E}"/>
              </a:ext>
            </a:extLst>
          </p:cNvPr>
          <p:cNvSpPr>
            <a:spLocks noGrp="1"/>
          </p:cNvSpPr>
          <p:nvPr>
            <p:ph type="title"/>
          </p:nvPr>
        </p:nvSpPr>
        <p:spPr>
          <a:xfrm>
            <a:off x="395536" y="260648"/>
            <a:ext cx="8370512" cy="990600"/>
          </a:xfrm>
        </p:spPr>
        <p:txBody>
          <a:bodyPr>
            <a:normAutofit fontScale="90000"/>
          </a:bodyPr>
          <a:lstStyle/>
          <a:p>
            <a:r>
              <a:rPr lang="en-GB" dirty="0"/>
              <a:t>Ordinal Data in Usability Testing context</a:t>
            </a:r>
          </a:p>
        </p:txBody>
      </p:sp>
      <p:sp>
        <p:nvSpPr>
          <p:cNvPr id="14" name="Footer Placeholder 13">
            <a:extLst>
              <a:ext uri="{FF2B5EF4-FFF2-40B4-BE49-F238E27FC236}">
                <a16:creationId xmlns:a16="http://schemas.microsoft.com/office/drawing/2014/main" id="{3B82AE6F-4D0D-BFD3-FAA5-2ED4FAD552B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E89595FC-EDC7-43EC-A07A-0E465D915E72}"/>
              </a:ext>
            </a:extLst>
          </p:cNvPr>
          <p:cNvSpPr>
            <a:spLocks noGrp="1"/>
          </p:cNvSpPr>
          <p:nvPr>
            <p:ph type="sldNum" sz="quarter" idx="4"/>
          </p:nvPr>
        </p:nvSpPr>
        <p:spPr/>
        <p:txBody>
          <a:bodyPr/>
          <a:lstStyle/>
          <a:p>
            <a:fld id="{9FD7ECCF-50E7-4327-B945-FA93FF7B2BEF}" type="slidenum">
              <a:rPr lang="en-US" smtClean="0"/>
              <a:pPr/>
              <a:t>22</a:t>
            </a:fld>
            <a:r>
              <a:rPr lang="en-GB"/>
              <a:t>/63</a:t>
            </a:r>
            <a:endParaRPr lang="en-US" dirty="0"/>
          </a:p>
        </p:txBody>
      </p:sp>
    </p:spTree>
    <p:extLst>
      <p:ext uri="{BB962C8B-B14F-4D97-AF65-F5344CB8AC3E}">
        <p14:creationId xmlns:p14="http://schemas.microsoft.com/office/powerpoint/2010/main" val="145224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p:txBody>
          <a:bodyPr>
            <a:normAutofit/>
          </a:bodyPr>
          <a:lstStyle/>
          <a:p>
            <a:r>
              <a:rPr lang="en-GB" dirty="0"/>
              <a:t>Ordinal Data - variables</a:t>
            </a:r>
          </a:p>
        </p:txBody>
      </p:sp>
      <p:sp>
        <p:nvSpPr>
          <p:cNvPr id="3" name="Content Placeholder 7">
            <a:extLst>
              <a:ext uri="{FF2B5EF4-FFF2-40B4-BE49-F238E27FC236}">
                <a16:creationId xmlns:a16="http://schemas.microsoft.com/office/drawing/2014/main" id="{D16B0BB1-ACDF-B7B8-22A9-05815F94D0F9}"/>
              </a:ext>
            </a:extLst>
          </p:cNvPr>
          <p:cNvSpPr txBox="1">
            <a:spLocks/>
          </p:cNvSpPr>
          <p:nvPr/>
        </p:nvSpPr>
        <p:spPr>
          <a:xfrm>
            <a:off x="1907704" y="1628800"/>
            <a:ext cx="7236296" cy="4834696"/>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lnSpc>
                <a:spcPts val="800"/>
              </a:lnSpc>
              <a:spcBef>
                <a:spcPts val="600"/>
              </a:spcBef>
              <a:spcAft>
                <a:spcPts val="0"/>
              </a:spcAft>
            </a:pPr>
            <a:r>
              <a:rPr lang="en-GB" sz="1200" dirty="0"/>
              <a:t>Here’s how some of the examples from above could be structured with independent and dependent variables:</a:t>
            </a:r>
          </a:p>
          <a:p>
            <a:pPr lvl="1" fontAlgn="auto">
              <a:lnSpc>
                <a:spcPts val="800"/>
              </a:lnSpc>
              <a:spcBef>
                <a:spcPts val="600"/>
              </a:spcBef>
              <a:spcAft>
                <a:spcPts val="0"/>
              </a:spcAft>
            </a:pPr>
            <a:r>
              <a:rPr lang="en-GB" sz="1400" b="1" dirty="0"/>
              <a:t>User Satisfaction Ratings:</a:t>
            </a:r>
          </a:p>
          <a:p>
            <a:pPr lvl="2" fontAlgn="auto">
              <a:lnSpc>
                <a:spcPts val="800"/>
              </a:lnSpc>
              <a:spcBef>
                <a:spcPts val="600"/>
              </a:spcBef>
              <a:spcAft>
                <a:spcPts val="0"/>
              </a:spcAft>
            </a:pPr>
            <a:r>
              <a:rPr lang="en-GB" sz="1050" dirty="0"/>
              <a:t>Independent Variable: Interface design version (e.g., "Version A," "Version B," "Version C") or feature type (e.g., "navigation," "checkout process," "search function").</a:t>
            </a:r>
          </a:p>
          <a:p>
            <a:pPr lvl="2" fontAlgn="auto">
              <a:lnSpc>
                <a:spcPts val="800"/>
              </a:lnSpc>
              <a:spcBef>
                <a:spcPts val="600"/>
              </a:spcBef>
              <a:spcAft>
                <a:spcPts val="0"/>
              </a:spcAft>
            </a:pPr>
            <a:r>
              <a:rPr lang="en-GB" sz="1050" dirty="0"/>
              <a:t>Dependent Variable: User satisfaction rating (e.g., "Very satisfied," "Satisfied," "Neutral," etc.).</a:t>
            </a:r>
          </a:p>
          <a:p>
            <a:pPr lvl="1" fontAlgn="auto">
              <a:lnSpc>
                <a:spcPts val="800"/>
              </a:lnSpc>
              <a:spcBef>
                <a:spcPts val="600"/>
              </a:spcBef>
              <a:spcAft>
                <a:spcPts val="0"/>
              </a:spcAft>
            </a:pPr>
            <a:r>
              <a:rPr lang="en-GB" sz="1400" b="1" dirty="0"/>
              <a:t>Task Difficulty Levels:</a:t>
            </a:r>
          </a:p>
          <a:p>
            <a:pPr lvl="2" fontAlgn="auto">
              <a:lnSpc>
                <a:spcPts val="800"/>
              </a:lnSpc>
              <a:spcBef>
                <a:spcPts val="600"/>
              </a:spcBef>
              <a:spcAft>
                <a:spcPts val="0"/>
              </a:spcAft>
            </a:pPr>
            <a:r>
              <a:rPr lang="en-GB" sz="1050" dirty="0"/>
              <a:t>Independent Variable: Task complexity (e.g., "simple task," "moderate task," "complex task") or type of task (e.g., "search task," "checkout task," "profile setup task").</a:t>
            </a:r>
          </a:p>
          <a:p>
            <a:pPr lvl="2" fontAlgn="auto">
              <a:lnSpc>
                <a:spcPts val="800"/>
              </a:lnSpc>
              <a:spcBef>
                <a:spcPts val="600"/>
              </a:spcBef>
              <a:spcAft>
                <a:spcPts val="0"/>
              </a:spcAft>
            </a:pPr>
            <a:r>
              <a:rPr lang="en-GB" sz="1050" dirty="0"/>
              <a:t>Dependent Variable: User-reported task difficulty level (e.g., "Very easy," "Easy," "Moderate," etc.).</a:t>
            </a:r>
          </a:p>
          <a:p>
            <a:pPr lvl="1" fontAlgn="auto">
              <a:lnSpc>
                <a:spcPts val="800"/>
              </a:lnSpc>
              <a:spcBef>
                <a:spcPts val="600"/>
              </a:spcBef>
              <a:spcAft>
                <a:spcPts val="0"/>
              </a:spcAft>
            </a:pPr>
            <a:r>
              <a:rPr lang="en-GB" sz="1400" b="1" dirty="0"/>
              <a:t>Agreement Levels on Statements:</a:t>
            </a:r>
          </a:p>
          <a:p>
            <a:pPr lvl="2" fontAlgn="auto">
              <a:lnSpc>
                <a:spcPts val="800"/>
              </a:lnSpc>
              <a:spcBef>
                <a:spcPts val="600"/>
              </a:spcBef>
              <a:spcAft>
                <a:spcPts val="0"/>
              </a:spcAft>
            </a:pPr>
            <a:r>
              <a:rPr lang="en-GB" sz="1050" dirty="0"/>
              <a:t>Independent Variable: Specific feature or element (e.g., "navigation menu," "search function," "checkout process").</a:t>
            </a:r>
          </a:p>
          <a:p>
            <a:pPr lvl="2" fontAlgn="auto">
              <a:lnSpc>
                <a:spcPts val="800"/>
              </a:lnSpc>
              <a:spcBef>
                <a:spcPts val="600"/>
              </a:spcBef>
              <a:spcAft>
                <a:spcPts val="0"/>
              </a:spcAft>
            </a:pPr>
            <a:r>
              <a:rPr lang="en-GB" sz="1050" dirty="0"/>
              <a:t>Dependent Variable: Level of agreement with usability statements about the feature (e.g., "Strongly agree," "Agree," "Neutral," etc.).</a:t>
            </a:r>
          </a:p>
          <a:p>
            <a:pPr lvl="1" fontAlgn="auto">
              <a:lnSpc>
                <a:spcPts val="800"/>
              </a:lnSpc>
              <a:spcBef>
                <a:spcPts val="600"/>
              </a:spcBef>
              <a:spcAft>
                <a:spcPts val="0"/>
              </a:spcAft>
            </a:pPr>
            <a:r>
              <a:rPr lang="en-GB" sz="1400" b="1" dirty="0"/>
              <a:t>Frequency of Errors:</a:t>
            </a:r>
          </a:p>
          <a:p>
            <a:pPr lvl="2" fontAlgn="auto">
              <a:lnSpc>
                <a:spcPts val="800"/>
              </a:lnSpc>
              <a:spcBef>
                <a:spcPts val="600"/>
              </a:spcBef>
              <a:spcAft>
                <a:spcPts val="0"/>
              </a:spcAft>
            </a:pPr>
            <a:r>
              <a:rPr lang="en-GB" sz="1050" dirty="0"/>
              <a:t>Independent Variable: Task type or task difficulty (e.g., "low," "moderate," "high" difficulty).</a:t>
            </a:r>
          </a:p>
          <a:p>
            <a:pPr lvl="2" fontAlgn="auto">
              <a:lnSpc>
                <a:spcPts val="800"/>
              </a:lnSpc>
              <a:spcBef>
                <a:spcPts val="600"/>
              </a:spcBef>
              <a:spcAft>
                <a:spcPts val="0"/>
              </a:spcAft>
            </a:pPr>
            <a:r>
              <a:rPr lang="en-GB" sz="1050" dirty="0"/>
              <a:t>Dependent Variable: Frequency of errors (e.g., "Never," "Rarely," "Sometimes," etc.) encountered while completing the task.</a:t>
            </a:r>
          </a:p>
          <a:p>
            <a:pPr lvl="1" fontAlgn="auto">
              <a:lnSpc>
                <a:spcPts val="800"/>
              </a:lnSpc>
              <a:spcBef>
                <a:spcPts val="600"/>
              </a:spcBef>
              <a:spcAft>
                <a:spcPts val="0"/>
              </a:spcAft>
            </a:pPr>
            <a:r>
              <a:rPr lang="en-GB" sz="1400" b="1" dirty="0"/>
              <a:t>Usability Score Ranks:</a:t>
            </a:r>
          </a:p>
          <a:p>
            <a:pPr lvl="2" fontAlgn="auto">
              <a:lnSpc>
                <a:spcPts val="800"/>
              </a:lnSpc>
              <a:spcBef>
                <a:spcPts val="600"/>
              </a:spcBef>
              <a:spcAft>
                <a:spcPts val="0"/>
              </a:spcAft>
            </a:pPr>
            <a:r>
              <a:rPr lang="en-GB" sz="1050" dirty="0"/>
              <a:t>Independent Variable: Different interface versions or design changes (e.g., "Original," "Revised Version 1," "Revised Version 2").</a:t>
            </a:r>
          </a:p>
          <a:p>
            <a:pPr lvl="2" fontAlgn="auto">
              <a:lnSpc>
                <a:spcPts val="800"/>
              </a:lnSpc>
              <a:spcBef>
                <a:spcPts val="600"/>
              </a:spcBef>
              <a:spcAft>
                <a:spcPts val="0"/>
              </a:spcAft>
            </a:pPr>
            <a:r>
              <a:rPr lang="en-GB" sz="1050" dirty="0"/>
              <a:t>Dependent Variable: User-ranked usability score (e.g., "Best," "Second best," "Third best").</a:t>
            </a:r>
          </a:p>
          <a:p>
            <a:pPr lvl="1" fontAlgn="auto">
              <a:lnSpc>
                <a:spcPts val="800"/>
              </a:lnSpc>
              <a:spcBef>
                <a:spcPts val="600"/>
              </a:spcBef>
              <a:spcAft>
                <a:spcPts val="0"/>
              </a:spcAft>
            </a:pPr>
            <a:r>
              <a:rPr lang="en-GB" sz="1400" b="1" dirty="0"/>
              <a:t>User Expertise Level:</a:t>
            </a:r>
          </a:p>
          <a:p>
            <a:pPr lvl="2" fontAlgn="auto">
              <a:lnSpc>
                <a:spcPts val="800"/>
              </a:lnSpc>
              <a:spcBef>
                <a:spcPts val="600"/>
              </a:spcBef>
              <a:spcAft>
                <a:spcPts val="0"/>
              </a:spcAft>
            </a:pPr>
            <a:r>
              <a:rPr lang="en-GB" sz="1050" dirty="0"/>
              <a:t>Independent Variable: User's self-reported expertise level (e.g., "Beginner," "Intermediate," "Advanced," "Expert").</a:t>
            </a:r>
          </a:p>
          <a:p>
            <a:pPr lvl="2" fontAlgn="auto">
              <a:lnSpc>
                <a:spcPts val="800"/>
              </a:lnSpc>
              <a:spcBef>
                <a:spcPts val="600"/>
              </a:spcBef>
              <a:spcAft>
                <a:spcPts val="0"/>
              </a:spcAft>
            </a:pPr>
            <a:r>
              <a:rPr lang="en-GB" sz="1050" dirty="0"/>
              <a:t>Dependent Variable: Task completion time or number of errors made in usability tasks, as influenced by the user's expertise.</a:t>
            </a:r>
          </a:p>
          <a:p>
            <a:pPr lvl="1" fontAlgn="auto">
              <a:lnSpc>
                <a:spcPts val="800"/>
              </a:lnSpc>
              <a:spcBef>
                <a:spcPts val="600"/>
              </a:spcBef>
              <a:spcAft>
                <a:spcPts val="0"/>
              </a:spcAft>
            </a:pPr>
            <a:r>
              <a:rPr lang="en-GB" sz="1400" b="1" dirty="0"/>
              <a:t>Priority of Issues:</a:t>
            </a:r>
          </a:p>
          <a:p>
            <a:pPr lvl="2" fontAlgn="auto">
              <a:lnSpc>
                <a:spcPts val="800"/>
              </a:lnSpc>
              <a:spcBef>
                <a:spcPts val="600"/>
              </a:spcBef>
              <a:spcAft>
                <a:spcPts val="0"/>
              </a:spcAft>
            </a:pPr>
            <a:r>
              <a:rPr lang="en-GB" sz="1050" dirty="0"/>
              <a:t>Independent Variable: Specific usability issue type (e.g., "navigation," "button placement," "form submission").</a:t>
            </a:r>
          </a:p>
          <a:p>
            <a:pPr lvl="2" fontAlgn="auto">
              <a:lnSpc>
                <a:spcPts val="800"/>
              </a:lnSpc>
              <a:spcBef>
                <a:spcPts val="600"/>
              </a:spcBef>
              <a:spcAft>
                <a:spcPts val="0"/>
              </a:spcAft>
            </a:pPr>
            <a:r>
              <a:rPr lang="en-GB" sz="1050" dirty="0"/>
              <a:t>Dependent Variable: Priority level assigned to each issue based on user feedback or frequency (e.g., "Low priority," "Medium priority," "High priority," "Critical").</a:t>
            </a:r>
          </a:p>
        </p:txBody>
      </p:sp>
      <p:sp>
        <p:nvSpPr>
          <p:cNvPr id="9" name="Content Placeholder 7">
            <a:extLst>
              <a:ext uri="{FF2B5EF4-FFF2-40B4-BE49-F238E27FC236}">
                <a16:creationId xmlns:a16="http://schemas.microsoft.com/office/drawing/2014/main" id="{1037F01A-CDB0-115A-4F0E-F2AB332E5D1F}"/>
              </a:ext>
            </a:extLst>
          </p:cNvPr>
          <p:cNvSpPr>
            <a:spLocks noGrp="1"/>
          </p:cNvSpPr>
          <p:nvPr>
            <p:ph sz="quarter" idx="1"/>
          </p:nvPr>
        </p:nvSpPr>
        <p:spPr>
          <a:xfrm>
            <a:off x="253524" y="1919203"/>
            <a:ext cx="1510164" cy="3629000"/>
          </a:xfrm>
          <a:custGeom>
            <a:avLst/>
            <a:gdLst>
              <a:gd name="connsiteX0" fmla="*/ 0 w 1510164"/>
              <a:gd name="connsiteY0" fmla="*/ 0 h 3629000"/>
              <a:gd name="connsiteX1" fmla="*/ 503388 w 1510164"/>
              <a:gd name="connsiteY1" fmla="*/ 0 h 3629000"/>
              <a:gd name="connsiteX2" fmla="*/ 1006776 w 1510164"/>
              <a:gd name="connsiteY2" fmla="*/ 0 h 3629000"/>
              <a:gd name="connsiteX3" fmla="*/ 1510164 w 1510164"/>
              <a:gd name="connsiteY3" fmla="*/ 0 h 3629000"/>
              <a:gd name="connsiteX4" fmla="*/ 1510164 w 1510164"/>
              <a:gd name="connsiteY4" fmla="*/ 604833 h 3629000"/>
              <a:gd name="connsiteX5" fmla="*/ 1510164 w 1510164"/>
              <a:gd name="connsiteY5" fmla="*/ 1282247 h 3629000"/>
              <a:gd name="connsiteX6" fmla="*/ 1510164 w 1510164"/>
              <a:gd name="connsiteY6" fmla="*/ 1850790 h 3629000"/>
              <a:gd name="connsiteX7" fmla="*/ 1510164 w 1510164"/>
              <a:gd name="connsiteY7" fmla="*/ 2346753 h 3629000"/>
              <a:gd name="connsiteX8" fmla="*/ 1510164 w 1510164"/>
              <a:gd name="connsiteY8" fmla="*/ 2879007 h 3629000"/>
              <a:gd name="connsiteX9" fmla="*/ 1510164 w 1510164"/>
              <a:gd name="connsiteY9" fmla="*/ 3629000 h 3629000"/>
              <a:gd name="connsiteX10" fmla="*/ 1006776 w 1510164"/>
              <a:gd name="connsiteY10" fmla="*/ 3629000 h 3629000"/>
              <a:gd name="connsiteX11" fmla="*/ 473185 w 1510164"/>
              <a:gd name="connsiteY11" fmla="*/ 3629000 h 3629000"/>
              <a:gd name="connsiteX12" fmla="*/ 0 w 1510164"/>
              <a:gd name="connsiteY12" fmla="*/ 3629000 h 3629000"/>
              <a:gd name="connsiteX13" fmla="*/ 0 w 1510164"/>
              <a:gd name="connsiteY13" fmla="*/ 2987877 h 3629000"/>
              <a:gd name="connsiteX14" fmla="*/ 0 w 1510164"/>
              <a:gd name="connsiteY14" fmla="*/ 2491913 h 3629000"/>
              <a:gd name="connsiteX15" fmla="*/ 0 w 1510164"/>
              <a:gd name="connsiteY15" fmla="*/ 1923370 h 3629000"/>
              <a:gd name="connsiteX16" fmla="*/ 0 w 1510164"/>
              <a:gd name="connsiteY16" fmla="*/ 1391117 h 3629000"/>
              <a:gd name="connsiteX17" fmla="*/ 0 w 1510164"/>
              <a:gd name="connsiteY17" fmla="*/ 713703 h 3629000"/>
              <a:gd name="connsiteX18" fmla="*/ 0 w 1510164"/>
              <a:gd name="connsiteY18" fmla="*/ 0 h 36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0164" h="3629000" fill="none" extrusionOk="0">
                <a:moveTo>
                  <a:pt x="0" y="0"/>
                </a:moveTo>
                <a:cubicBezTo>
                  <a:pt x="152674" y="-23721"/>
                  <a:pt x="330258" y="-23034"/>
                  <a:pt x="503388" y="0"/>
                </a:cubicBezTo>
                <a:cubicBezTo>
                  <a:pt x="676518" y="23034"/>
                  <a:pt x="837084" y="9487"/>
                  <a:pt x="1006776" y="0"/>
                </a:cubicBezTo>
                <a:cubicBezTo>
                  <a:pt x="1176468" y="-9487"/>
                  <a:pt x="1398252" y="-19306"/>
                  <a:pt x="1510164" y="0"/>
                </a:cubicBezTo>
                <a:cubicBezTo>
                  <a:pt x="1503957" y="196272"/>
                  <a:pt x="1495038" y="448751"/>
                  <a:pt x="1510164" y="604833"/>
                </a:cubicBezTo>
                <a:cubicBezTo>
                  <a:pt x="1525290" y="760915"/>
                  <a:pt x="1523132" y="1076658"/>
                  <a:pt x="1510164" y="1282247"/>
                </a:cubicBezTo>
                <a:cubicBezTo>
                  <a:pt x="1497196" y="1487836"/>
                  <a:pt x="1512990" y="1702803"/>
                  <a:pt x="1510164" y="1850790"/>
                </a:cubicBezTo>
                <a:cubicBezTo>
                  <a:pt x="1507338" y="1998777"/>
                  <a:pt x="1534289" y="2155456"/>
                  <a:pt x="1510164" y="2346753"/>
                </a:cubicBezTo>
                <a:cubicBezTo>
                  <a:pt x="1486039" y="2538050"/>
                  <a:pt x="1526278" y="2755041"/>
                  <a:pt x="1510164" y="2879007"/>
                </a:cubicBezTo>
                <a:cubicBezTo>
                  <a:pt x="1494050" y="3002973"/>
                  <a:pt x="1534198" y="3464383"/>
                  <a:pt x="1510164" y="3629000"/>
                </a:cubicBezTo>
                <a:cubicBezTo>
                  <a:pt x="1323917" y="3605661"/>
                  <a:pt x="1256082" y="3633275"/>
                  <a:pt x="1006776" y="3629000"/>
                </a:cubicBezTo>
                <a:cubicBezTo>
                  <a:pt x="757470" y="3624725"/>
                  <a:pt x="672069" y="3637105"/>
                  <a:pt x="473185" y="3629000"/>
                </a:cubicBezTo>
                <a:cubicBezTo>
                  <a:pt x="274301" y="3620895"/>
                  <a:pt x="221662" y="3618497"/>
                  <a:pt x="0" y="3629000"/>
                </a:cubicBezTo>
                <a:cubicBezTo>
                  <a:pt x="-21446" y="3394476"/>
                  <a:pt x="23357" y="3186837"/>
                  <a:pt x="0" y="2987877"/>
                </a:cubicBezTo>
                <a:cubicBezTo>
                  <a:pt x="-23357" y="2788917"/>
                  <a:pt x="23208" y="2669127"/>
                  <a:pt x="0" y="2491913"/>
                </a:cubicBezTo>
                <a:cubicBezTo>
                  <a:pt x="-23208" y="2314699"/>
                  <a:pt x="-26264" y="2155716"/>
                  <a:pt x="0" y="1923370"/>
                </a:cubicBezTo>
                <a:cubicBezTo>
                  <a:pt x="26264" y="1691024"/>
                  <a:pt x="-10194" y="1558327"/>
                  <a:pt x="0" y="1391117"/>
                </a:cubicBezTo>
                <a:cubicBezTo>
                  <a:pt x="10194" y="1223907"/>
                  <a:pt x="15772" y="1031291"/>
                  <a:pt x="0" y="713703"/>
                </a:cubicBezTo>
                <a:cubicBezTo>
                  <a:pt x="-15772" y="396115"/>
                  <a:pt x="14111" y="337945"/>
                  <a:pt x="0" y="0"/>
                </a:cubicBezTo>
                <a:close/>
              </a:path>
              <a:path w="1510164" h="3629000" stroke="0" extrusionOk="0">
                <a:moveTo>
                  <a:pt x="0" y="0"/>
                </a:moveTo>
                <a:cubicBezTo>
                  <a:pt x="233655" y="-1863"/>
                  <a:pt x="328784" y="-23857"/>
                  <a:pt x="533591" y="0"/>
                </a:cubicBezTo>
                <a:cubicBezTo>
                  <a:pt x="738398" y="23857"/>
                  <a:pt x="780215" y="-7099"/>
                  <a:pt x="1021878" y="0"/>
                </a:cubicBezTo>
                <a:cubicBezTo>
                  <a:pt x="1263541" y="7099"/>
                  <a:pt x="1378956" y="-7624"/>
                  <a:pt x="1510164" y="0"/>
                </a:cubicBezTo>
                <a:cubicBezTo>
                  <a:pt x="1502524" y="245198"/>
                  <a:pt x="1507713" y="318675"/>
                  <a:pt x="1510164" y="495963"/>
                </a:cubicBezTo>
                <a:cubicBezTo>
                  <a:pt x="1512615" y="673251"/>
                  <a:pt x="1498255" y="889679"/>
                  <a:pt x="1510164" y="991927"/>
                </a:cubicBezTo>
                <a:cubicBezTo>
                  <a:pt x="1522073" y="1094175"/>
                  <a:pt x="1510180" y="1445712"/>
                  <a:pt x="1510164" y="1560470"/>
                </a:cubicBezTo>
                <a:cubicBezTo>
                  <a:pt x="1510148" y="1675228"/>
                  <a:pt x="1489766" y="1822720"/>
                  <a:pt x="1510164" y="2056433"/>
                </a:cubicBezTo>
                <a:cubicBezTo>
                  <a:pt x="1530562" y="2290146"/>
                  <a:pt x="1536189" y="2339672"/>
                  <a:pt x="1510164" y="2588687"/>
                </a:cubicBezTo>
                <a:cubicBezTo>
                  <a:pt x="1484139" y="2837702"/>
                  <a:pt x="1507547" y="3241294"/>
                  <a:pt x="1510164" y="3629000"/>
                </a:cubicBezTo>
                <a:cubicBezTo>
                  <a:pt x="1257136" y="3653559"/>
                  <a:pt x="1194578" y="3631479"/>
                  <a:pt x="976573" y="3629000"/>
                </a:cubicBezTo>
                <a:cubicBezTo>
                  <a:pt x="758568" y="3626521"/>
                  <a:pt x="642769" y="3603206"/>
                  <a:pt x="458083" y="3629000"/>
                </a:cubicBezTo>
                <a:cubicBezTo>
                  <a:pt x="273397" y="3654795"/>
                  <a:pt x="162803" y="3646377"/>
                  <a:pt x="0" y="3629000"/>
                </a:cubicBezTo>
                <a:cubicBezTo>
                  <a:pt x="23068" y="3447889"/>
                  <a:pt x="1815" y="3242287"/>
                  <a:pt x="0" y="3060457"/>
                </a:cubicBezTo>
                <a:cubicBezTo>
                  <a:pt x="-1815" y="2878627"/>
                  <a:pt x="305" y="2700396"/>
                  <a:pt x="0" y="2491913"/>
                </a:cubicBezTo>
                <a:cubicBezTo>
                  <a:pt x="-305" y="2283430"/>
                  <a:pt x="15789" y="2135135"/>
                  <a:pt x="0" y="1923370"/>
                </a:cubicBezTo>
                <a:cubicBezTo>
                  <a:pt x="-15789" y="1711605"/>
                  <a:pt x="-17502" y="1444115"/>
                  <a:pt x="0" y="1245957"/>
                </a:cubicBezTo>
                <a:cubicBezTo>
                  <a:pt x="17502" y="1047799"/>
                  <a:pt x="-21986" y="911892"/>
                  <a:pt x="0" y="713703"/>
                </a:cubicBezTo>
                <a:cubicBezTo>
                  <a:pt x="21986" y="515514"/>
                  <a:pt x="-23986" y="352385"/>
                  <a:pt x="0" y="0"/>
                </a:cubicBezTo>
                <a:close/>
              </a:path>
            </a:pathLst>
          </a:custGeom>
          <a:solidFill>
            <a:schemeClr val="bg1">
              <a:lumMod val="95000"/>
            </a:schemeClr>
          </a:solidFill>
          <a:ln>
            <a:extLst>
              <a:ext uri="{C807C97D-BFC1-408E-A445-0C87EB9F89A2}">
                <ask:lineSketchStyleProps xmlns:ask="http://schemas.microsoft.com/office/drawing/2018/sketchyshapes" sd="4179528927">
                  <ask:type>
                    <ask:lineSketchFreehand/>
                  </ask:type>
                </ask:lineSketchStyleProps>
              </a:ext>
            </a:extLst>
          </a:ln>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r>
              <a:rPr lang="en-GB" sz="1400" dirty="0"/>
              <a:t>In usability testing, </a:t>
            </a:r>
            <a:r>
              <a:rPr lang="en-GB" sz="1400" b="1" dirty="0">
                <a:solidFill>
                  <a:schemeClr val="accent5">
                    <a:lumMod val="50000"/>
                  </a:schemeClr>
                </a:solidFill>
              </a:rPr>
              <a:t>independent variables </a:t>
            </a:r>
            <a:r>
              <a:rPr lang="en-GB" sz="1400" dirty="0"/>
              <a:t>are </a:t>
            </a:r>
            <a:r>
              <a:rPr lang="en-GB" sz="1400" dirty="0">
                <a:solidFill>
                  <a:schemeClr val="accent5">
                    <a:lumMod val="75000"/>
                  </a:schemeClr>
                </a:solidFill>
              </a:rPr>
              <a:t>the factors you manipulate or categorize to observe their effect on other variables</a:t>
            </a:r>
            <a:r>
              <a:rPr lang="en-GB" sz="1400" dirty="0"/>
              <a:t>, while </a:t>
            </a:r>
            <a:r>
              <a:rPr lang="en-GB" sz="1400" b="1" dirty="0">
                <a:solidFill>
                  <a:schemeClr val="accent2">
                    <a:lumMod val="50000"/>
                  </a:schemeClr>
                </a:solidFill>
              </a:rPr>
              <a:t>dependent variables </a:t>
            </a:r>
            <a:r>
              <a:rPr lang="en-GB" sz="1400" dirty="0"/>
              <a:t>are </a:t>
            </a:r>
            <a:r>
              <a:rPr lang="en-GB" sz="1400" dirty="0">
                <a:solidFill>
                  <a:schemeClr val="accent2">
                    <a:lumMod val="75000"/>
                  </a:schemeClr>
                </a:solidFill>
              </a:rPr>
              <a:t>the outcomes or responses you measure as a result of those manipulations</a:t>
            </a:r>
            <a:r>
              <a:rPr lang="en-GB" sz="1400" dirty="0"/>
              <a:t>. </a:t>
            </a:r>
          </a:p>
          <a:p>
            <a:endParaRPr lang="en-GB" sz="1400" dirty="0"/>
          </a:p>
        </p:txBody>
      </p:sp>
      <p:sp>
        <p:nvSpPr>
          <p:cNvPr id="12" name="Footer Placeholder 11">
            <a:extLst>
              <a:ext uri="{FF2B5EF4-FFF2-40B4-BE49-F238E27FC236}">
                <a16:creationId xmlns:a16="http://schemas.microsoft.com/office/drawing/2014/main" id="{5446ACEE-1B0A-E563-0249-4FB94892079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C35A63F1-5E39-2517-ED87-1B4B25D860D8}"/>
              </a:ext>
            </a:extLst>
          </p:cNvPr>
          <p:cNvSpPr>
            <a:spLocks noGrp="1"/>
          </p:cNvSpPr>
          <p:nvPr>
            <p:ph type="sldNum" sz="quarter" idx="4"/>
          </p:nvPr>
        </p:nvSpPr>
        <p:spPr/>
        <p:txBody>
          <a:bodyPr/>
          <a:lstStyle/>
          <a:p>
            <a:fld id="{9FD7ECCF-50E7-4327-B945-FA93FF7B2BEF}" type="slidenum">
              <a:rPr lang="en-US" smtClean="0"/>
              <a:pPr/>
              <a:t>23</a:t>
            </a:fld>
            <a:r>
              <a:rPr lang="en-GB"/>
              <a:t>/63</a:t>
            </a:r>
            <a:endParaRPr lang="en-US" dirty="0"/>
          </a:p>
        </p:txBody>
      </p:sp>
    </p:spTree>
    <p:extLst>
      <p:ext uri="{BB962C8B-B14F-4D97-AF65-F5344CB8AC3E}">
        <p14:creationId xmlns:p14="http://schemas.microsoft.com/office/powerpoint/2010/main" val="2885055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20DA-A100-94BC-FC01-B8D4AC571E2A}"/>
              </a:ext>
            </a:extLst>
          </p:cNvPr>
          <p:cNvSpPr>
            <a:spLocks noGrp="1"/>
          </p:cNvSpPr>
          <p:nvPr>
            <p:ph type="title"/>
          </p:nvPr>
        </p:nvSpPr>
        <p:spPr/>
        <p:txBody>
          <a:bodyPr/>
          <a:lstStyle/>
          <a:p>
            <a:r>
              <a:rPr lang="en-GB" dirty="0"/>
              <a:t>Interval Data</a:t>
            </a:r>
          </a:p>
        </p:txBody>
      </p:sp>
      <p:pic>
        <p:nvPicPr>
          <p:cNvPr id="4" name="Picture 3" descr="Interval data scale of time">
            <a:extLst>
              <a:ext uri="{FF2B5EF4-FFF2-40B4-BE49-F238E27FC236}">
                <a16:creationId xmlns:a16="http://schemas.microsoft.com/office/drawing/2014/main" id="{8E346C55-0962-A02F-7BA4-08F718AA883C}"/>
              </a:ext>
            </a:extLst>
          </p:cNvPr>
          <p:cNvPicPr>
            <a:picLocks noChangeAspect="1"/>
          </p:cNvPicPr>
          <p:nvPr/>
        </p:nvPicPr>
        <p:blipFill>
          <a:blip r:embed="rId2"/>
          <a:stretch>
            <a:fillRect/>
          </a:stretch>
        </p:blipFill>
        <p:spPr>
          <a:xfrm>
            <a:off x="1763688" y="2060848"/>
            <a:ext cx="4716682" cy="3545383"/>
          </a:xfrm>
          <a:prstGeom prst="rect">
            <a:avLst/>
          </a:prstGeom>
        </p:spPr>
      </p:pic>
      <p:sp>
        <p:nvSpPr>
          <p:cNvPr id="5" name="Oval 4">
            <a:extLst>
              <a:ext uri="{FF2B5EF4-FFF2-40B4-BE49-F238E27FC236}">
                <a16:creationId xmlns:a16="http://schemas.microsoft.com/office/drawing/2014/main" id="{CC3E09D9-4363-C7B6-CCB9-A9B52252F7D6}"/>
              </a:ext>
            </a:extLst>
          </p:cNvPr>
          <p:cNvSpPr/>
          <p:nvPr/>
        </p:nvSpPr>
        <p:spPr>
          <a:xfrm>
            <a:off x="3779912" y="3023122"/>
            <a:ext cx="1374708" cy="13747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0" dirty="0">
                <a:solidFill>
                  <a:schemeClr val="accent2">
                    <a:lumMod val="75000"/>
                  </a:schemeClr>
                </a:solidFill>
              </a:rPr>
              <a:t>?</a:t>
            </a:r>
          </a:p>
        </p:txBody>
      </p:sp>
      <p:sp>
        <p:nvSpPr>
          <p:cNvPr id="11" name="Footer Placeholder 10">
            <a:extLst>
              <a:ext uri="{FF2B5EF4-FFF2-40B4-BE49-F238E27FC236}">
                <a16:creationId xmlns:a16="http://schemas.microsoft.com/office/drawing/2014/main" id="{77E58805-F711-1169-A03C-61EE09A28CC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F59789E1-908F-825A-6CF6-AE2BDA844644}"/>
              </a:ext>
            </a:extLst>
          </p:cNvPr>
          <p:cNvSpPr>
            <a:spLocks noGrp="1"/>
          </p:cNvSpPr>
          <p:nvPr>
            <p:ph type="sldNum" sz="quarter" idx="4"/>
          </p:nvPr>
        </p:nvSpPr>
        <p:spPr/>
        <p:txBody>
          <a:bodyPr/>
          <a:lstStyle/>
          <a:p>
            <a:fld id="{9FD7ECCF-50E7-4327-B945-FA93FF7B2BEF}" type="slidenum">
              <a:rPr lang="en-US" smtClean="0"/>
              <a:pPr/>
              <a:t>24</a:t>
            </a:fld>
            <a:r>
              <a:rPr lang="en-GB"/>
              <a:t>/63</a:t>
            </a:r>
            <a:endParaRPr lang="en-US" dirty="0"/>
          </a:p>
        </p:txBody>
      </p:sp>
    </p:spTree>
    <p:extLst>
      <p:ext uri="{BB962C8B-B14F-4D97-AF65-F5344CB8AC3E}">
        <p14:creationId xmlns:p14="http://schemas.microsoft.com/office/powerpoint/2010/main" val="328515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a:xfrm>
            <a:off x="533400" y="260648"/>
            <a:ext cx="8610600" cy="990600"/>
          </a:xfrm>
        </p:spPr>
        <p:txBody>
          <a:bodyPr>
            <a:normAutofit fontScale="90000"/>
          </a:bodyPr>
          <a:lstStyle/>
          <a:p>
            <a:r>
              <a:rPr lang="en-GB" dirty="0"/>
              <a:t>Interval Data in Usability Testing context</a:t>
            </a:r>
          </a:p>
        </p:txBody>
      </p:sp>
      <p:sp>
        <p:nvSpPr>
          <p:cNvPr id="8" name="Content Placeholder 7">
            <a:extLst>
              <a:ext uri="{FF2B5EF4-FFF2-40B4-BE49-F238E27FC236}">
                <a16:creationId xmlns:a16="http://schemas.microsoft.com/office/drawing/2014/main" id="{F8500DC0-09C6-4F18-F12F-67FBD5F25CA0}"/>
              </a:ext>
            </a:extLst>
          </p:cNvPr>
          <p:cNvSpPr>
            <a:spLocks noGrp="1"/>
          </p:cNvSpPr>
          <p:nvPr>
            <p:ph sz="quarter" idx="1"/>
          </p:nvPr>
        </p:nvSpPr>
        <p:spPr>
          <a:xfrm>
            <a:off x="612648" y="1600200"/>
            <a:ext cx="8153400" cy="4781128"/>
          </a:xfrm>
        </p:spPr>
        <p:txBody>
          <a:bodyPr>
            <a:normAutofit fontScale="47500" lnSpcReduction="20000"/>
          </a:bodyPr>
          <a:lstStyle/>
          <a:p>
            <a:r>
              <a:rPr lang="en-GB" dirty="0"/>
              <a:t>In usability testing, </a:t>
            </a:r>
            <a:r>
              <a:rPr lang="en-GB" b="1" dirty="0"/>
              <a:t>interval data</a:t>
            </a:r>
            <a:r>
              <a:rPr lang="en-GB" dirty="0"/>
              <a:t> has ordered categories with equal intervals between them but </a:t>
            </a:r>
            <a:r>
              <a:rPr lang="en-GB" b="1" dirty="0"/>
              <a:t>no true zero </a:t>
            </a:r>
            <a:r>
              <a:rPr lang="en-GB" dirty="0"/>
              <a:t>point, allowing for meaningful addition and subtraction but not for true ratios (e.g., you can’t say “twice as much”).</a:t>
            </a:r>
          </a:p>
          <a:p>
            <a:r>
              <a:rPr lang="en-GB" dirty="0"/>
              <a:t>Here are some examples of interval data in a usability testing context:</a:t>
            </a:r>
          </a:p>
          <a:p>
            <a:pPr lvl="1"/>
            <a:r>
              <a:rPr lang="en-GB" b="1" dirty="0"/>
              <a:t>User Satisfaction Ratings on a Likert Scale:</a:t>
            </a:r>
          </a:p>
          <a:p>
            <a:pPr lvl="2"/>
            <a:r>
              <a:rPr lang="en-GB" dirty="0"/>
              <a:t>For example, a scale from 1 to 7 (where 1 = "Very dissatisfied" and 7 = "Very satisfied"). Although technically ordinal, Likert scales are often treated as interval data in usability studies, especially when calculating averages.</a:t>
            </a:r>
          </a:p>
          <a:p>
            <a:pPr lvl="1"/>
            <a:r>
              <a:rPr lang="en-GB" b="1" dirty="0"/>
              <a:t>System Usability Scale (SUS) Scores:</a:t>
            </a:r>
          </a:p>
          <a:p>
            <a:pPr lvl="2"/>
            <a:r>
              <a:rPr lang="en-GB" dirty="0"/>
              <a:t>The SUS is a widely used questionnaire that generates a score from 0 to 100, but the scores are treated as interval data. This scale allows researchers to calculate averages and measure differences in usability across versions of a product.</a:t>
            </a:r>
          </a:p>
          <a:p>
            <a:pPr lvl="1"/>
            <a:r>
              <a:rPr lang="en-GB" b="1" dirty="0"/>
              <a:t>Confidence Ratings:</a:t>
            </a:r>
          </a:p>
          <a:p>
            <a:pPr lvl="2"/>
            <a:r>
              <a:rPr lang="en-GB" dirty="0"/>
              <a:t>Asking users how confident they feel about completing tasks on a scale, for example, 1 to 5 (where 1 = "Not confident at all" and 5 = "Very confident"). This allows researchers to calculate mean confidence levels across users.</a:t>
            </a:r>
          </a:p>
          <a:p>
            <a:pPr lvl="1"/>
            <a:r>
              <a:rPr lang="en-GB" b="1" dirty="0"/>
              <a:t>Mental Effort Ratings:</a:t>
            </a:r>
          </a:p>
          <a:p>
            <a:pPr lvl="2"/>
            <a:r>
              <a:rPr lang="en-GB" dirty="0"/>
              <a:t>Using a scale like 1 to 10 to rate how mentally demanding a task was, where 1 = "Not demanding" and 10 = "Extremely demanding." This allows for </a:t>
            </a:r>
            <a:r>
              <a:rPr lang="en-GB" dirty="0" err="1"/>
              <a:t>analyzing</a:t>
            </a:r>
            <a:r>
              <a:rPr lang="en-GB" dirty="0"/>
              <a:t> the perceived cognitive load in usability tasks.</a:t>
            </a:r>
          </a:p>
          <a:p>
            <a:pPr lvl="1"/>
            <a:r>
              <a:rPr lang="en-GB" b="1" dirty="0"/>
              <a:t>Perceived Ease of Use:</a:t>
            </a:r>
          </a:p>
          <a:p>
            <a:pPr lvl="2"/>
            <a:r>
              <a:rPr lang="en-GB" dirty="0"/>
              <a:t>Asking users to rate how easy a feature or product is to use on a scale from 1 to 10 (where 1 = "Very difficult" and 10 = "Very easy"). These ratings can help identify challenging aspects of the interface.</a:t>
            </a:r>
          </a:p>
          <a:p>
            <a:pPr lvl="1"/>
            <a:r>
              <a:rPr lang="en-GB" b="1" dirty="0"/>
              <a:t>Time of Day During Testing:</a:t>
            </a:r>
          </a:p>
          <a:p>
            <a:pPr lvl="2"/>
            <a:r>
              <a:rPr lang="en-GB" dirty="0"/>
              <a:t>If you’re measuring when users complete tasks (e.g., using a 24-hour clock format), the time of day is interval data. It can help </a:t>
            </a:r>
            <a:r>
              <a:rPr lang="en-GB" dirty="0" err="1"/>
              <a:t>analyze</a:t>
            </a:r>
            <a:r>
              <a:rPr lang="en-GB" dirty="0"/>
              <a:t> whether performance varies depending on the time at which testing is conducted.</a:t>
            </a:r>
          </a:p>
          <a:p>
            <a:pPr lvl="1"/>
            <a:r>
              <a:rPr lang="en-GB" b="1" dirty="0"/>
              <a:t>Temperature of the Testing Environment:</a:t>
            </a:r>
          </a:p>
          <a:p>
            <a:pPr lvl="2"/>
            <a:r>
              <a:rPr lang="en-GB" dirty="0"/>
              <a:t>If recorded in degrees (e.g., Celsius or Fahrenheit), this could be useful in understanding any impact of environmental factors on usability performance, though it’s a less common metric.</a:t>
            </a:r>
          </a:p>
        </p:txBody>
      </p:sp>
      <p:sp>
        <p:nvSpPr>
          <p:cNvPr id="5" name="Footer Placeholder 4">
            <a:extLst>
              <a:ext uri="{FF2B5EF4-FFF2-40B4-BE49-F238E27FC236}">
                <a16:creationId xmlns:a16="http://schemas.microsoft.com/office/drawing/2014/main" id="{1DF9855C-C655-6CD9-ADDB-1C49CD37DD9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EE0476FD-1AE8-A02C-8EDF-8096A945E873}"/>
              </a:ext>
            </a:extLst>
          </p:cNvPr>
          <p:cNvSpPr>
            <a:spLocks noGrp="1"/>
          </p:cNvSpPr>
          <p:nvPr>
            <p:ph type="sldNum" sz="quarter" idx="4"/>
          </p:nvPr>
        </p:nvSpPr>
        <p:spPr/>
        <p:txBody>
          <a:bodyPr/>
          <a:lstStyle/>
          <a:p>
            <a:fld id="{9FD7ECCF-50E7-4327-B945-FA93FF7B2BEF}" type="slidenum">
              <a:rPr lang="en-US" smtClean="0"/>
              <a:pPr/>
              <a:t>25</a:t>
            </a:fld>
            <a:r>
              <a:rPr lang="en-GB"/>
              <a:t>/63</a:t>
            </a:r>
            <a:endParaRPr lang="en-US" dirty="0"/>
          </a:p>
        </p:txBody>
      </p:sp>
    </p:spTree>
    <p:extLst>
      <p:ext uri="{BB962C8B-B14F-4D97-AF65-F5344CB8AC3E}">
        <p14:creationId xmlns:p14="http://schemas.microsoft.com/office/powerpoint/2010/main" val="2741142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p:txBody>
          <a:bodyPr>
            <a:normAutofit/>
          </a:bodyPr>
          <a:lstStyle/>
          <a:p>
            <a:r>
              <a:rPr lang="en-GB" dirty="0"/>
              <a:t>Interval Data - variables</a:t>
            </a:r>
          </a:p>
        </p:txBody>
      </p:sp>
      <p:sp>
        <p:nvSpPr>
          <p:cNvPr id="3" name="Content Placeholder 7">
            <a:extLst>
              <a:ext uri="{FF2B5EF4-FFF2-40B4-BE49-F238E27FC236}">
                <a16:creationId xmlns:a16="http://schemas.microsoft.com/office/drawing/2014/main" id="{D16B0BB1-ACDF-B7B8-22A9-05815F94D0F9}"/>
              </a:ext>
            </a:extLst>
          </p:cNvPr>
          <p:cNvSpPr txBox="1">
            <a:spLocks/>
          </p:cNvSpPr>
          <p:nvPr/>
        </p:nvSpPr>
        <p:spPr>
          <a:xfrm>
            <a:off x="1979712" y="1628800"/>
            <a:ext cx="7164288" cy="4834696"/>
          </a:xfrm>
          <a:prstGeom prst="rect">
            <a:avLst/>
          </a:prstGeom>
        </p:spPr>
        <p:txBody>
          <a:bodyPr vert="horz">
            <a:normAutofit fontScale="925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lnSpc>
                <a:spcPts val="800"/>
              </a:lnSpc>
              <a:spcBef>
                <a:spcPts val="600"/>
              </a:spcBef>
              <a:spcAft>
                <a:spcPts val="0"/>
              </a:spcAft>
            </a:pPr>
            <a:r>
              <a:rPr lang="en-GB" sz="1200" dirty="0"/>
              <a:t>Here’s how some of the examples from above could be structured with independent and dependent variables:</a:t>
            </a:r>
          </a:p>
          <a:p>
            <a:pPr lvl="1" fontAlgn="auto">
              <a:lnSpc>
                <a:spcPts val="800"/>
              </a:lnSpc>
              <a:spcBef>
                <a:spcPts val="600"/>
              </a:spcBef>
              <a:spcAft>
                <a:spcPts val="0"/>
              </a:spcAft>
            </a:pPr>
            <a:r>
              <a:rPr lang="en-GB" sz="1400" b="1" dirty="0"/>
              <a:t>User Satisfaction Ratings on a Likert Scale:</a:t>
            </a:r>
          </a:p>
          <a:p>
            <a:pPr lvl="2" fontAlgn="auto">
              <a:lnSpc>
                <a:spcPts val="800"/>
              </a:lnSpc>
              <a:spcBef>
                <a:spcPts val="600"/>
              </a:spcBef>
              <a:spcAft>
                <a:spcPts val="0"/>
              </a:spcAft>
            </a:pPr>
            <a:r>
              <a:rPr lang="en-GB" sz="1050" dirty="0"/>
              <a:t>Independent Variable: Design version (e.g., "Version A" vs. "Version B") or feature type (e.g., "navigation," "search," "checkout").</a:t>
            </a:r>
          </a:p>
          <a:p>
            <a:pPr lvl="2" fontAlgn="auto">
              <a:lnSpc>
                <a:spcPts val="800"/>
              </a:lnSpc>
              <a:spcBef>
                <a:spcPts val="600"/>
              </a:spcBef>
              <a:spcAft>
                <a:spcPts val="0"/>
              </a:spcAft>
            </a:pPr>
            <a:r>
              <a:rPr lang="en-GB" sz="1050" dirty="0"/>
              <a:t>Dependent Variable: User satisfaction rating (e.g., a 1 to 7 scale where 1 = "Very dissatisfied" and 7 = "Very satisfied").</a:t>
            </a:r>
          </a:p>
          <a:p>
            <a:pPr lvl="1" fontAlgn="auto">
              <a:lnSpc>
                <a:spcPts val="800"/>
              </a:lnSpc>
              <a:spcBef>
                <a:spcPts val="600"/>
              </a:spcBef>
              <a:spcAft>
                <a:spcPts val="0"/>
              </a:spcAft>
            </a:pPr>
            <a:r>
              <a:rPr lang="en-GB" sz="1400" b="1" dirty="0"/>
              <a:t>System Usability Scale (SUS) Scores:</a:t>
            </a:r>
          </a:p>
          <a:p>
            <a:pPr lvl="2" fontAlgn="auto">
              <a:lnSpc>
                <a:spcPts val="800"/>
              </a:lnSpc>
              <a:spcBef>
                <a:spcPts val="600"/>
              </a:spcBef>
              <a:spcAft>
                <a:spcPts val="0"/>
              </a:spcAft>
            </a:pPr>
            <a:r>
              <a:rPr lang="en-GB" sz="1050" dirty="0"/>
              <a:t>Independent Variable: Product version or different interface designs being tested.</a:t>
            </a:r>
          </a:p>
          <a:p>
            <a:pPr lvl="2" fontAlgn="auto">
              <a:lnSpc>
                <a:spcPts val="800"/>
              </a:lnSpc>
              <a:spcBef>
                <a:spcPts val="600"/>
              </a:spcBef>
              <a:spcAft>
                <a:spcPts val="0"/>
              </a:spcAft>
            </a:pPr>
            <a:r>
              <a:rPr lang="en-GB" sz="1050" dirty="0"/>
              <a:t>Dependent Variable: SUS score (on a scale from 0 to 100), reflecting overall perceived usability.</a:t>
            </a:r>
          </a:p>
          <a:p>
            <a:pPr lvl="1" fontAlgn="auto">
              <a:lnSpc>
                <a:spcPts val="800"/>
              </a:lnSpc>
              <a:spcBef>
                <a:spcPts val="600"/>
              </a:spcBef>
              <a:spcAft>
                <a:spcPts val="0"/>
              </a:spcAft>
            </a:pPr>
            <a:r>
              <a:rPr lang="en-GB" sz="1400" b="1" dirty="0"/>
              <a:t>Confidence Rating:</a:t>
            </a:r>
          </a:p>
          <a:p>
            <a:pPr lvl="2" fontAlgn="auto">
              <a:lnSpc>
                <a:spcPts val="800"/>
              </a:lnSpc>
              <a:spcBef>
                <a:spcPts val="600"/>
              </a:spcBef>
              <a:spcAft>
                <a:spcPts val="0"/>
              </a:spcAft>
            </a:pPr>
            <a:r>
              <a:rPr lang="en-GB" sz="1050" dirty="0"/>
              <a:t>Independent Variable: Task complexity (e.g., "simple," "moderate," "complex") or user group (e.g., "beginner" vs. "experienced").</a:t>
            </a:r>
          </a:p>
          <a:p>
            <a:pPr lvl="2" fontAlgn="auto">
              <a:lnSpc>
                <a:spcPts val="800"/>
              </a:lnSpc>
              <a:spcBef>
                <a:spcPts val="600"/>
              </a:spcBef>
              <a:spcAft>
                <a:spcPts val="0"/>
              </a:spcAft>
            </a:pPr>
            <a:r>
              <a:rPr lang="en-GB" sz="1050" dirty="0"/>
              <a:t>Dependent Variable: User confidence rating on a scale (e.g., 1 to 5, where 1 = "Not confident at all" and 5 = "Very confident")</a:t>
            </a:r>
          </a:p>
          <a:p>
            <a:pPr lvl="1" fontAlgn="auto">
              <a:lnSpc>
                <a:spcPts val="800"/>
              </a:lnSpc>
              <a:spcBef>
                <a:spcPts val="600"/>
              </a:spcBef>
              <a:spcAft>
                <a:spcPts val="0"/>
              </a:spcAft>
            </a:pPr>
            <a:r>
              <a:rPr lang="en-GB" sz="1400" b="1" dirty="0"/>
              <a:t>Mental Effort Ratings:</a:t>
            </a:r>
          </a:p>
          <a:p>
            <a:pPr lvl="2" fontAlgn="auto">
              <a:lnSpc>
                <a:spcPts val="800"/>
              </a:lnSpc>
              <a:spcBef>
                <a:spcPts val="600"/>
              </a:spcBef>
              <a:spcAft>
                <a:spcPts val="0"/>
              </a:spcAft>
            </a:pPr>
            <a:r>
              <a:rPr lang="en-GB" sz="1050" dirty="0"/>
              <a:t>Independent Variable: Task type (e.g., "navigation," "search," "checkout") or design element being evaluated.</a:t>
            </a:r>
          </a:p>
          <a:p>
            <a:pPr lvl="2" fontAlgn="auto">
              <a:lnSpc>
                <a:spcPts val="800"/>
              </a:lnSpc>
              <a:spcBef>
                <a:spcPts val="600"/>
              </a:spcBef>
              <a:spcAft>
                <a:spcPts val="0"/>
              </a:spcAft>
            </a:pPr>
            <a:r>
              <a:rPr lang="en-GB" sz="1050" dirty="0"/>
              <a:t>Dependent Variable: Mental effort rating (e.g., on a scale of 1 to 10 where 1 = "Not demanding" and 10 = "Extremely demanding").</a:t>
            </a:r>
          </a:p>
          <a:p>
            <a:pPr lvl="1" fontAlgn="auto">
              <a:lnSpc>
                <a:spcPts val="800"/>
              </a:lnSpc>
              <a:spcBef>
                <a:spcPts val="600"/>
              </a:spcBef>
              <a:spcAft>
                <a:spcPts val="0"/>
              </a:spcAft>
            </a:pPr>
            <a:r>
              <a:rPr lang="en-GB" sz="1400" b="1" dirty="0"/>
              <a:t>Perceived Ease of Use:</a:t>
            </a:r>
          </a:p>
          <a:p>
            <a:pPr lvl="2" fontAlgn="auto">
              <a:lnSpc>
                <a:spcPts val="800"/>
              </a:lnSpc>
              <a:spcBef>
                <a:spcPts val="600"/>
              </a:spcBef>
              <a:spcAft>
                <a:spcPts val="0"/>
              </a:spcAft>
            </a:pPr>
            <a:r>
              <a:rPr lang="en-GB" sz="1050" dirty="0"/>
              <a:t>Independent Variable: Specific feature being tested (e.g., "login process," "settings menu") or different versions of a feature.</a:t>
            </a:r>
          </a:p>
          <a:p>
            <a:pPr lvl="2" fontAlgn="auto">
              <a:lnSpc>
                <a:spcPts val="800"/>
              </a:lnSpc>
              <a:spcBef>
                <a:spcPts val="600"/>
              </a:spcBef>
              <a:spcAft>
                <a:spcPts val="0"/>
              </a:spcAft>
            </a:pPr>
            <a:r>
              <a:rPr lang="en-GB" sz="1050" dirty="0"/>
              <a:t>Dependent Variable: Ease of use rating on a scale (e.g., 1 to 10, where 1 = "Very difficult" and 10 = "Very easy").</a:t>
            </a:r>
          </a:p>
          <a:p>
            <a:pPr lvl="1" fontAlgn="auto">
              <a:lnSpc>
                <a:spcPts val="800"/>
              </a:lnSpc>
              <a:spcBef>
                <a:spcPts val="600"/>
              </a:spcBef>
              <a:spcAft>
                <a:spcPts val="0"/>
              </a:spcAft>
            </a:pPr>
            <a:r>
              <a:rPr lang="en-GB" sz="1400" b="1" dirty="0"/>
              <a:t>Time of Day During Testing:</a:t>
            </a:r>
          </a:p>
          <a:p>
            <a:pPr lvl="2" fontAlgn="auto">
              <a:lnSpc>
                <a:spcPts val="800"/>
              </a:lnSpc>
              <a:spcBef>
                <a:spcPts val="600"/>
              </a:spcBef>
              <a:spcAft>
                <a:spcPts val="0"/>
              </a:spcAft>
            </a:pPr>
            <a:r>
              <a:rPr lang="en-GB" sz="1050" dirty="0"/>
              <a:t>Independent Variable: Time of day (e.g., morning, afternoon, evening).</a:t>
            </a:r>
          </a:p>
          <a:p>
            <a:pPr lvl="2" fontAlgn="auto">
              <a:lnSpc>
                <a:spcPts val="800"/>
              </a:lnSpc>
              <a:spcBef>
                <a:spcPts val="600"/>
              </a:spcBef>
              <a:spcAft>
                <a:spcPts val="0"/>
              </a:spcAft>
            </a:pPr>
            <a:r>
              <a:rPr lang="en-GB" sz="1050" dirty="0"/>
              <a:t>Dependent Variable: Task completion time or number of errors made, to observe if time of day affects user performance.</a:t>
            </a:r>
          </a:p>
          <a:p>
            <a:pPr lvl="1" fontAlgn="auto">
              <a:lnSpc>
                <a:spcPts val="800"/>
              </a:lnSpc>
              <a:spcBef>
                <a:spcPts val="600"/>
              </a:spcBef>
              <a:spcAft>
                <a:spcPts val="0"/>
              </a:spcAft>
            </a:pPr>
            <a:r>
              <a:rPr lang="en-GB" sz="1400" b="1" dirty="0"/>
              <a:t>Temperature of the Testing Environment:</a:t>
            </a:r>
          </a:p>
          <a:p>
            <a:pPr lvl="2" fontAlgn="auto">
              <a:lnSpc>
                <a:spcPts val="800"/>
              </a:lnSpc>
              <a:spcBef>
                <a:spcPts val="600"/>
              </a:spcBef>
              <a:spcAft>
                <a:spcPts val="0"/>
              </a:spcAft>
            </a:pPr>
            <a:r>
              <a:rPr lang="en-GB" sz="1050" dirty="0"/>
              <a:t>Independent Variable: Room temperature in degrees Celsius or Fahrenheit.</a:t>
            </a:r>
          </a:p>
          <a:p>
            <a:pPr lvl="2" fontAlgn="auto">
              <a:lnSpc>
                <a:spcPts val="800"/>
              </a:lnSpc>
              <a:spcBef>
                <a:spcPts val="600"/>
              </a:spcBef>
              <a:spcAft>
                <a:spcPts val="0"/>
              </a:spcAft>
            </a:pPr>
            <a:r>
              <a:rPr lang="en-GB" sz="1050" dirty="0"/>
              <a:t>Dependent Variable: User comfort rating or task completion speed, if you are testing for potential environmental impact on performance.</a:t>
            </a:r>
          </a:p>
        </p:txBody>
      </p:sp>
      <p:sp>
        <p:nvSpPr>
          <p:cNvPr id="10" name="Content Placeholder 7">
            <a:extLst>
              <a:ext uri="{FF2B5EF4-FFF2-40B4-BE49-F238E27FC236}">
                <a16:creationId xmlns:a16="http://schemas.microsoft.com/office/drawing/2014/main" id="{E9077838-A2AC-A021-A95F-B443902D8C12}"/>
              </a:ext>
            </a:extLst>
          </p:cNvPr>
          <p:cNvSpPr>
            <a:spLocks noGrp="1"/>
          </p:cNvSpPr>
          <p:nvPr>
            <p:ph sz="quarter" idx="1"/>
          </p:nvPr>
        </p:nvSpPr>
        <p:spPr>
          <a:xfrm>
            <a:off x="253524" y="1919203"/>
            <a:ext cx="1510164" cy="3629000"/>
          </a:xfrm>
          <a:custGeom>
            <a:avLst/>
            <a:gdLst>
              <a:gd name="connsiteX0" fmla="*/ 0 w 1510164"/>
              <a:gd name="connsiteY0" fmla="*/ 0 h 3629000"/>
              <a:gd name="connsiteX1" fmla="*/ 503388 w 1510164"/>
              <a:gd name="connsiteY1" fmla="*/ 0 h 3629000"/>
              <a:gd name="connsiteX2" fmla="*/ 1006776 w 1510164"/>
              <a:gd name="connsiteY2" fmla="*/ 0 h 3629000"/>
              <a:gd name="connsiteX3" fmla="*/ 1510164 w 1510164"/>
              <a:gd name="connsiteY3" fmla="*/ 0 h 3629000"/>
              <a:gd name="connsiteX4" fmla="*/ 1510164 w 1510164"/>
              <a:gd name="connsiteY4" fmla="*/ 604833 h 3629000"/>
              <a:gd name="connsiteX5" fmla="*/ 1510164 w 1510164"/>
              <a:gd name="connsiteY5" fmla="*/ 1282247 h 3629000"/>
              <a:gd name="connsiteX6" fmla="*/ 1510164 w 1510164"/>
              <a:gd name="connsiteY6" fmla="*/ 1850790 h 3629000"/>
              <a:gd name="connsiteX7" fmla="*/ 1510164 w 1510164"/>
              <a:gd name="connsiteY7" fmla="*/ 2346753 h 3629000"/>
              <a:gd name="connsiteX8" fmla="*/ 1510164 w 1510164"/>
              <a:gd name="connsiteY8" fmla="*/ 2879007 h 3629000"/>
              <a:gd name="connsiteX9" fmla="*/ 1510164 w 1510164"/>
              <a:gd name="connsiteY9" fmla="*/ 3629000 h 3629000"/>
              <a:gd name="connsiteX10" fmla="*/ 1006776 w 1510164"/>
              <a:gd name="connsiteY10" fmla="*/ 3629000 h 3629000"/>
              <a:gd name="connsiteX11" fmla="*/ 473185 w 1510164"/>
              <a:gd name="connsiteY11" fmla="*/ 3629000 h 3629000"/>
              <a:gd name="connsiteX12" fmla="*/ 0 w 1510164"/>
              <a:gd name="connsiteY12" fmla="*/ 3629000 h 3629000"/>
              <a:gd name="connsiteX13" fmla="*/ 0 w 1510164"/>
              <a:gd name="connsiteY13" fmla="*/ 2987877 h 3629000"/>
              <a:gd name="connsiteX14" fmla="*/ 0 w 1510164"/>
              <a:gd name="connsiteY14" fmla="*/ 2491913 h 3629000"/>
              <a:gd name="connsiteX15" fmla="*/ 0 w 1510164"/>
              <a:gd name="connsiteY15" fmla="*/ 1923370 h 3629000"/>
              <a:gd name="connsiteX16" fmla="*/ 0 w 1510164"/>
              <a:gd name="connsiteY16" fmla="*/ 1391117 h 3629000"/>
              <a:gd name="connsiteX17" fmla="*/ 0 w 1510164"/>
              <a:gd name="connsiteY17" fmla="*/ 713703 h 3629000"/>
              <a:gd name="connsiteX18" fmla="*/ 0 w 1510164"/>
              <a:gd name="connsiteY18" fmla="*/ 0 h 36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0164" h="3629000" fill="none" extrusionOk="0">
                <a:moveTo>
                  <a:pt x="0" y="0"/>
                </a:moveTo>
                <a:cubicBezTo>
                  <a:pt x="152674" y="-23721"/>
                  <a:pt x="330258" y="-23034"/>
                  <a:pt x="503388" y="0"/>
                </a:cubicBezTo>
                <a:cubicBezTo>
                  <a:pt x="676518" y="23034"/>
                  <a:pt x="837084" y="9487"/>
                  <a:pt x="1006776" y="0"/>
                </a:cubicBezTo>
                <a:cubicBezTo>
                  <a:pt x="1176468" y="-9487"/>
                  <a:pt x="1398252" y="-19306"/>
                  <a:pt x="1510164" y="0"/>
                </a:cubicBezTo>
                <a:cubicBezTo>
                  <a:pt x="1503957" y="196272"/>
                  <a:pt x="1495038" y="448751"/>
                  <a:pt x="1510164" y="604833"/>
                </a:cubicBezTo>
                <a:cubicBezTo>
                  <a:pt x="1525290" y="760915"/>
                  <a:pt x="1523132" y="1076658"/>
                  <a:pt x="1510164" y="1282247"/>
                </a:cubicBezTo>
                <a:cubicBezTo>
                  <a:pt x="1497196" y="1487836"/>
                  <a:pt x="1512990" y="1702803"/>
                  <a:pt x="1510164" y="1850790"/>
                </a:cubicBezTo>
                <a:cubicBezTo>
                  <a:pt x="1507338" y="1998777"/>
                  <a:pt x="1534289" y="2155456"/>
                  <a:pt x="1510164" y="2346753"/>
                </a:cubicBezTo>
                <a:cubicBezTo>
                  <a:pt x="1486039" y="2538050"/>
                  <a:pt x="1526278" y="2755041"/>
                  <a:pt x="1510164" y="2879007"/>
                </a:cubicBezTo>
                <a:cubicBezTo>
                  <a:pt x="1494050" y="3002973"/>
                  <a:pt x="1534198" y="3464383"/>
                  <a:pt x="1510164" y="3629000"/>
                </a:cubicBezTo>
                <a:cubicBezTo>
                  <a:pt x="1323917" y="3605661"/>
                  <a:pt x="1256082" y="3633275"/>
                  <a:pt x="1006776" y="3629000"/>
                </a:cubicBezTo>
                <a:cubicBezTo>
                  <a:pt x="757470" y="3624725"/>
                  <a:pt x="672069" y="3637105"/>
                  <a:pt x="473185" y="3629000"/>
                </a:cubicBezTo>
                <a:cubicBezTo>
                  <a:pt x="274301" y="3620895"/>
                  <a:pt x="221662" y="3618497"/>
                  <a:pt x="0" y="3629000"/>
                </a:cubicBezTo>
                <a:cubicBezTo>
                  <a:pt x="-21446" y="3394476"/>
                  <a:pt x="23357" y="3186837"/>
                  <a:pt x="0" y="2987877"/>
                </a:cubicBezTo>
                <a:cubicBezTo>
                  <a:pt x="-23357" y="2788917"/>
                  <a:pt x="23208" y="2669127"/>
                  <a:pt x="0" y="2491913"/>
                </a:cubicBezTo>
                <a:cubicBezTo>
                  <a:pt x="-23208" y="2314699"/>
                  <a:pt x="-26264" y="2155716"/>
                  <a:pt x="0" y="1923370"/>
                </a:cubicBezTo>
                <a:cubicBezTo>
                  <a:pt x="26264" y="1691024"/>
                  <a:pt x="-10194" y="1558327"/>
                  <a:pt x="0" y="1391117"/>
                </a:cubicBezTo>
                <a:cubicBezTo>
                  <a:pt x="10194" y="1223907"/>
                  <a:pt x="15772" y="1031291"/>
                  <a:pt x="0" y="713703"/>
                </a:cubicBezTo>
                <a:cubicBezTo>
                  <a:pt x="-15772" y="396115"/>
                  <a:pt x="14111" y="337945"/>
                  <a:pt x="0" y="0"/>
                </a:cubicBezTo>
                <a:close/>
              </a:path>
              <a:path w="1510164" h="3629000" stroke="0" extrusionOk="0">
                <a:moveTo>
                  <a:pt x="0" y="0"/>
                </a:moveTo>
                <a:cubicBezTo>
                  <a:pt x="233655" y="-1863"/>
                  <a:pt x="328784" y="-23857"/>
                  <a:pt x="533591" y="0"/>
                </a:cubicBezTo>
                <a:cubicBezTo>
                  <a:pt x="738398" y="23857"/>
                  <a:pt x="780215" y="-7099"/>
                  <a:pt x="1021878" y="0"/>
                </a:cubicBezTo>
                <a:cubicBezTo>
                  <a:pt x="1263541" y="7099"/>
                  <a:pt x="1378956" y="-7624"/>
                  <a:pt x="1510164" y="0"/>
                </a:cubicBezTo>
                <a:cubicBezTo>
                  <a:pt x="1502524" y="245198"/>
                  <a:pt x="1507713" y="318675"/>
                  <a:pt x="1510164" y="495963"/>
                </a:cubicBezTo>
                <a:cubicBezTo>
                  <a:pt x="1512615" y="673251"/>
                  <a:pt x="1498255" y="889679"/>
                  <a:pt x="1510164" y="991927"/>
                </a:cubicBezTo>
                <a:cubicBezTo>
                  <a:pt x="1522073" y="1094175"/>
                  <a:pt x="1510180" y="1445712"/>
                  <a:pt x="1510164" y="1560470"/>
                </a:cubicBezTo>
                <a:cubicBezTo>
                  <a:pt x="1510148" y="1675228"/>
                  <a:pt x="1489766" y="1822720"/>
                  <a:pt x="1510164" y="2056433"/>
                </a:cubicBezTo>
                <a:cubicBezTo>
                  <a:pt x="1530562" y="2290146"/>
                  <a:pt x="1536189" y="2339672"/>
                  <a:pt x="1510164" y="2588687"/>
                </a:cubicBezTo>
                <a:cubicBezTo>
                  <a:pt x="1484139" y="2837702"/>
                  <a:pt x="1507547" y="3241294"/>
                  <a:pt x="1510164" y="3629000"/>
                </a:cubicBezTo>
                <a:cubicBezTo>
                  <a:pt x="1257136" y="3653559"/>
                  <a:pt x="1194578" y="3631479"/>
                  <a:pt x="976573" y="3629000"/>
                </a:cubicBezTo>
                <a:cubicBezTo>
                  <a:pt x="758568" y="3626521"/>
                  <a:pt x="642769" y="3603206"/>
                  <a:pt x="458083" y="3629000"/>
                </a:cubicBezTo>
                <a:cubicBezTo>
                  <a:pt x="273397" y="3654795"/>
                  <a:pt x="162803" y="3646377"/>
                  <a:pt x="0" y="3629000"/>
                </a:cubicBezTo>
                <a:cubicBezTo>
                  <a:pt x="23068" y="3447889"/>
                  <a:pt x="1815" y="3242287"/>
                  <a:pt x="0" y="3060457"/>
                </a:cubicBezTo>
                <a:cubicBezTo>
                  <a:pt x="-1815" y="2878627"/>
                  <a:pt x="305" y="2700396"/>
                  <a:pt x="0" y="2491913"/>
                </a:cubicBezTo>
                <a:cubicBezTo>
                  <a:pt x="-305" y="2283430"/>
                  <a:pt x="15789" y="2135135"/>
                  <a:pt x="0" y="1923370"/>
                </a:cubicBezTo>
                <a:cubicBezTo>
                  <a:pt x="-15789" y="1711605"/>
                  <a:pt x="-17502" y="1444115"/>
                  <a:pt x="0" y="1245957"/>
                </a:cubicBezTo>
                <a:cubicBezTo>
                  <a:pt x="17502" y="1047799"/>
                  <a:pt x="-21986" y="911892"/>
                  <a:pt x="0" y="713703"/>
                </a:cubicBezTo>
                <a:cubicBezTo>
                  <a:pt x="21986" y="515514"/>
                  <a:pt x="-23986" y="352385"/>
                  <a:pt x="0" y="0"/>
                </a:cubicBezTo>
                <a:close/>
              </a:path>
            </a:pathLst>
          </a:custGeom>
          <a:solidFill>
            <a:schemeClr val="bg1">
              <a:lumMod val="95000"/>
            </a:schemeClr>
          </a:solidFill>
          <a:ln>
            <a:extLst>
              <a:ext uri="{C807C97D-BFC1-408E-A445-0C87EB9F89A2}">
                <ask:lineSketchStyleProps xmlns:ask="http://schemas.microsoft.com/office/drawing/2018/sketchyshapes" sd="4179528927">
                  <ask:type>
                    <ask:lineSketchFreehand/>
                  </ask:type>
                </ask:lineSketchStyleProps>
              </a:ext>
            </a:extLst>
          </a:ln>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r>
              <a:rPr lang="en-GB" sz="1400" dirty="0"/>
              <a:t>In usability testing, </a:t>
            </a:r>
            <a:r>
              <a:rPr lang="en-GB" sz="1400" b="1" dirty="0">
                <a:solidFill>
                  <a:schemeClr val="accent5">
                    <a:lumMod val="50000"/>
                  </a:schemeClr>
                </a:solidFill>
              </a:rPr>
              <a:t>independent variables </a:t>
            </a:r>
            <a:r>
              <a:rPr lang="en-GB" sz="1400" dirty="0"/>
              <a:t>are </a:t>
            </a:r>
            <a:r>
              <a:rPr lang="en-GB" sz="1400" dirty="0">
                <a:solidFill>
                  <a:schemeClr val="accent5">
                    <a:lumMod val="75000"/>
                  </a:schemeClr>
                </a:solidFill>
              </a:rPr>
              <a:t>the factors you manipulate or categorize to observe their effect on other variables</a:t>
            </a:r>
            <a:r>
              <a:rPr lang="en-GB" sz="1400" dirty="0"/>
              <a:t>, while </a:t>
            </a:r>
            <a:r>
              <a:rPr lang="en-GB" sz="1400" b="1" dirty="0">
                <a:solidFill>
                  <a:schemeClr val="accent2">
                    <a:lumMod val="50000"/>
                  </a:schemeClr>
                </a:solidFill>
              </a:rPr>
              <a:t>dependent variables </a:t>
            </a:r>
            <a:r>
              <a:rPr lang="en-GB" sz="1400" dirty="0"/>
              <a:t>are </a:t>
            </a:r>
            <a:r>
              <a:rPr lang="en-GB" sz="1400" dirty="0">
                <a:solidFill>
                  <a:schemeClr val="accent2">
                    <a:lumMod val="75000"/>
                  </a:schemeClr>
                </a:solidFill>
              </a:rPr>
              <a:t>the outcomes or responses you measure as a result of those manipulations</a:t>
            </a:r>
            <a:r>
              <a:rPr lang="en-GB" sz="1400" dirty="0"/>
              <a:t>. </a:t>
            </a:r>
          </a:p>
          <a:p>
            <a:endParaRPr lang="en-GB" sz="1400" dirty="0"/>
          </a:p>
        </p:txBody>
      </p:sp>
      <p:sp>
        <p:nvSpPr>
          <p:cNvPr id="13" name="Footer Placeholder 12">
            <a:extLst>
              <a:ext uri="{FF2B5EF4-FFF2-40B4-BE49-F238E27FC236}">
                <a16:creationId xmlns:a16="http://schemas.microsoft.com/office/drawing/2014/main" id="{92F2C1A8-A572-49A8-D957-C8054DA419B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54F6FD34-3C00-D466-5EE7-71B475C61503}"/>
              </a:ext>
            </a:extLst>
          </p:cNvPr>
          <p:cNvSpPr>
            <a:spLocks noGrp="1"/>
          </p:cNvSpPr>
          <p:nvPr>
            <p:ph type="sldNum" sz="quarter" idx="4"/>
          </p:nvPr>
        </p:nvSpPr>
        <p:spPr/>
        <p:txBody>
          <a:bodyPr/>
          <a:lstStyle/>
          <a:p>
            <a:fld id="{9FD7ECCF-50E7-4327-B945-FA93FF7B2BEF}" type="slidenum">
              <a:rPr lang="en-US" smtClean="0"/>
              <a:pPr/>
              <a:t>26</a:t>
            </a:fld>
            <a:r>
              <a:rPr lang="en-GB"/>
              <a:t>/63</a:t>
            </a:r>
            <a:endParaRPr lang="en-US" dirty="0"/>
          </a:p>
        </p:txBody>
      </p:sp>
    </p:spTree>
    <p:extLst>
      <p:ext uri="{BB962C8B-B14F-4D97-AF65-F5344CB8AC3E}">
        <p14:creationId xmlns:p14="http://schemas.microsoft.com/office/powerpoint/2010/main" val="512534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p:txBody>
          <a:bodyPr>
            <a:normAutofit/>
          </a:bodyPr>
          <a:lstStyle/>
          <a:p>
            <a:r>
              <a:rPr lang="en-GB" dirty="0"/>
              <a:t>Are ratings interval data?</a:t>
            </a:r>
          </a:p>
        </p:txBody>
      </p:sp>
      <p:sp>
        <p:nvSpPr>
          <p:cNvPr id="8" name="Content Placeholder 7">
            <a:extLst>
              <a:ext uri="{FF2B5EF4-FFF2-40B4-BE49-F238E27FC236}">
                <a16:creationId xmlns:a16="http://schemas.microsoft.com/office/drawing/2014/main" id="{F8500DC0-09C6-4F18-F12F-67FBD5F25CA0}"/>
              </a:ext>
            </a:extLst>
          </p:cNvPr>
          <p:cNvSpPr>
            <a:spLocks noGrp="1"/>
          </p:cNvSpPr>
          <p:nvPr>
            <p:ph sz="quarter" idx="1"/>
          </p:nvPr>
        </p:nvSpPr>
        <p:spPr>
          <a:xfrm>
            <a:off x="612648" y="1600200"/>
            <a:ext cx="8153400" cy="990600"/>
          </a:xfrm>
        </p:spPr>
        <p:txBody>
          <a:bodyPr>
            <a:normAutofit fontScale="70000" lnSpcReduction="20000"/>
          </a:bodyPr>
          <a:lstStyle/>
          <a:p>
            <a:r>
              <a:rPr lang="en-GB" dirty="0"/>
              <a:t>One of the debates you can get into with people who collect and </a:t>
            </a:r>
            <a:r>
              <a:rPr lang="en-GB" dirty="0" err="1"/>
              <a:t>analyze</a:t>
            </a:r>
            <a:r>
              <a:rPr lang="en-GB" dirty="0"/>
              <a:t> subjective ratings is whether you must treat the data as purely ordinal or if you can treat it as being interval. Consider these two rating scales:</a:t>
            </a:r>
          </a:p>
        </p:txBody>
      </p:sp>
      <p:pic>
        <p:nvPicPr>
          <p:cNvPr id="9" name="Picture 8" descr="scale">
            <a:extLst>
              <a:ext uri="{FF2B5EF4-FFF2-40B4-BE49-F238E27FC236}">
                <a16:creationId xmlns:a16="http://schemas.microsoft.com/office/drawing/2014/main" id="{063A8985-F397-2FF2-6E7A-1822B94219F9}"/>
              </a:ext>
            </a:extLst>
          </p:cNvPr>
          <p:cNvPicPr>
            <a:picLocks noChangeAspect="1"/>
          </p:cNvPicPr>
          <p:nvPr/>
        </p:nvPicPr>
        <p:blipFill>
          <a:blip r:embed="rId2"/>
          <a:stretch>
            <a:fillRect/>
          </a:stretch>
        </p:blipFill>
        <p:spPr>
          <a:xfrm>
            <a:off x="564611" y="5298599"/>
            <a:ext cx="4871820" cy="568379"/>
          </a:xfrm>
          <a:prstGeom prst="rect">
            <a:avLst/>
          </a:prstGeom>
        </p:spPr>
      </p:pic>
      <p:sp>
        <p:nvSpPr>
          <p:cNvPr id="2" name="TextBox 1">
            <a:extLst>
              <a:ext uri="{FF2B5EF4-FFF2-40B4-BE49-F238E27FC236}">
                <a16:creationId xmlns:a16="http://schemas.microsoft.com/office/drawing/2014/main" id="{3FE3CC7E-3B13-F91C-89D5-A9F3BE435092}"/>
              </a:ext>
            </a:extLst>
          </p:cNvPr>
          <p:cNvSpPr txBox="1"/>
          <p:nvPr/>
        </p:nvSpPr>
        <p:spPr>
          <a:xfrm>
            <a:off x="5405141" y="2733894"/>
            <a:ext cx="3369351" cy="584775"/>
          </a:xfrm>
          <a:prstGeom prst="rect">
            <a:avLst/>
          </a:prstGeom>
          <a:noFill/>
        </p:spPr>
        <p:txBody>
          <a:bodyPr wrap="square" rtlCol="0">
            <a:spAutoFit/>
          </a:bodyPr>
          <a:lstStyle/>
          <a:p>
            <a:r>
              <a:rPr lang="en-GB" sz="1600" b="0" i="0" dirty="0">
                <a:solidFill>
                  <a:srgbClr val="3D3B49"/>
                </a:solidFill>
                <a:effectLst/>
                <a:latin typeface="+mn-lt"/>
              </a:rPr>
              <a:t>Putting explicit labels on items in the scale makes the data ordinal</a:t>
            </a:r>
            <a:endParaRPr lang="en-GB" sz="1600" dirty="0">
              <a:latin typeface="+mn-lt"/>
            </a:endParaRPr>
          </a:p>
        </p:txBody>
      </p:sp>
      <p:cxnSp>
        <p:nvCxnSpPr>
          <p:cNvPr id="10" name="Connector: Elbow 9">
            <a:extLst>
              <a:ext uri="{FF2B5EF4-FFF2-40B4-BE49-F238E27FC236}">
                <a16:creationId xmlns:a16="http://schemas.microsoft.com/office/drawing/2014/main" id="{0A34C555-F0CE-329E-5FCF-547694335D99}"/>
              </a:ext>
            </a:extLst>
          </p:cNvPr>
          <p:cNvCxnSpPr>
            <a:cxnSpLocks/>
            <a:stCxn id="2" idx="0"/>
            <a:endCxn id="15" idx="0"/>
          </p:cNvCxnSpPr>
          <p:nvPr/>
        </p:nvCxnSpPr>
        <p:spPr>
          <a:xfrm rot="16200000" flipH="1" flipV="1">
            <a:off x="4851892" y="794420"/>
            <a:ext cx="298452" cy="4177399"/>
          </a:xfrm>
          <a:prstGeom prst="bentConnector3">
            <a:avLst>
              <a:gd name="adj1" fmla="val -76595"/>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scale">
            <a:extLst>
              <a:ext uri="{FF2B5EF4-FFF2-40B4-BE49-F238E27FC236}">
                <a16:creationId xmlns:a16="http://schemas.microsoft.com/office/drawing/2014/main" id="{4D946EA3-C80F-379A-0295-3A3B562F6AAC}"/>
              </a:ext>
            </a:extLst>
          </p:cNvPr>
          <p:cNvPicPr>
            <a:picLocks noChangeAspect="1"/>
          </p:cNvPicPr>
          <p:nvPr/>
        </p:nvPicPr>
        <p:blipFill>
          <a:blip r:embed="rId3"/>
          <a:stretch>
            <a:fillRect/>
          </a:stretch>
        </p:blipFill>
        <p:spPr>
          <a:xfrm>
            <a:off x="683568" y="3032346"/>
            <a:ext cx="4457700" cy="361950"/>
          </a:xfrm>
          <a:prstGeom prst="rect">
            <a:avLst/>
          </a:prstGeom>
        </p:spPr>
      </p:pic>
      <p:pic>
        <p:nvPicPr>
          <p:cNvPr id="17" name="Picture 16" descr="scale">
            <a:extLst>
              <a:ext uri="{FF2B5EF4-FFF2-40B4-BE49-F238E27FC236}">
                <a16:creationId xmlns:a16="http://schemas.microsoft.com/office/drawing/2014/main" id="{CF6603C9-5EC2-244D-9028-62B606397D8F}"/>
              </a:ext>
            </a:extLst>
          </p:cNvPr>
          <p:cNvPicPr>
            <a:picLocks noChangeAspect="1"/>
          </p:cNvPicPr>
          <p:nvPr/>
        </p:nvPicPr>
        <p:blipFill>
          <a:blip r:embed="rId4"/>
          <a:stretch>
            <a:fillRect/>
          </a:stretch>
        </p:blipFill>
        <p:spPr>
          <a:xfrm>
            <a:off x="1312218" y="4282256"/>
            <a:ext cx="3200400" cy="323850"/>
          </a:xfrm>
          <a:prstGeom prst="rect">
            <a:avLst/>
          </a:prstGeom>
        </p:spPr>
      </p:pic>
      <p:sp>
        <p:nvSpPr>
          <p:cNvPr id="18" name="TextBox 17">
            <a:extLst>
              <a:ext uri="{FF2B5EF4-FFF2-40B4-BE49-F238E27FC236}">
                <a16:creationId xmlns:a16="http://schemas.microsoft.com/office/drawing/2014/main" id="{4CB80CA4-AE80-9A83-ABBE-88065E75C583}"/>
              </a:ext>
            </a:extLst>
          </p:cNvPr>
          <p:cNvSpPr txBox="1"/>
          <p:nvPr/>
        </p:nvSpPr>
        <p:spPr>
          <a:xfrm>
            <a:off x="5405141" y="3805679"/>
            <a:ext cx="3369351" cy="1077218"/>
          </a:xfrm>
          <a:prstGeom prst="rect">
            <a:avLst/>
          </a:prstGeom>
          <a:noFill/>
        </p:spPr>
        <p:txBody>
          <a:bodyPr wrap="square" rtlCol="0">
            <a:spAutoFit/>
          </a:bodyPr>
          <a:lstStyle/>
          <a:p>
            <a:r>
              <a:rPr lang="en-GB" sz="1600" b="0" i="0" dirty="0">
                <a:solidFill>
                  <a:srgbClr val="3D3B49"/>
                </a:solidFill>
                <a:effectLst/>
                <a:latin typeface="+mn-lt"/>
              </a:rPr>
              <a:t>Labelling the end-points makes the data more “interval-like,” which is why most subjective rating scales only label the ends.</a:t>
            </a:r>
            <a:endParaRPr lang="en-GB" sz="1600" dirty="0">
              <a:latin typeface="+mn-lt"/>
            </a:endParaRPr>
          </a:p>
        </p:txBody>
      </p:sp>
      <p:sp>
        <p:nvSpPr>
          <p:cNvPr id="19" name="TextBox 18">
            <a:extLst>
              <a:ext uri="{FF2B5EF4-FFF2-40B4-BE49-F238E27FC236}">
                <a16:creationId xmlns:a16="http://schemas.microsoft.com/office/drawing/2014/main" id="{D4951F1A-0E3B-5A08-DC58-D5709C14559F}"/>
              </a:ext>
            </a:extLst>
          </p:cNvPr>
          <p:cNvSpPr txBox="1"/>
          <p:nvPr/>
        </p:nvSpPr>
        <p:spPr>
          <a:xfrm>
            <a:off x="5436431" y="5156575"/>
            <a:ext cx="3369351" cy="1077218"/>
          </a:xfrm>
          <a:prstGeom prst="rect">
            <a:avLst/>
          </a:prstGeom>
          <a:noFill/>
        </p:spPr>
        <p:txBody>
          <a:bodyPr wrap="square" rtlCol="0">
            <a:spAutoFit/>
          </a:bodyPr>
          <a:lstStyle/>
          <a:p>
            <a:r>
              <a:rPr lang="en-GB" sz="1600" b="0" i="0" dirty="0">
                <a:solidFill>
                  <a:srgbClr val="3D3B49"/>
                </a:solidFill>
                <a:effectLst/>
                <a:latin typeface="+mn-lt"/>
              </a:rPr>
              <a:t>Presenting it that way, with 9 points along the scale, makes it even more obvious that the data can be treated as if it were interval data</a:t>
            </a:r>
            <a:endParaRPr lang="en-GB" sz="1600" dirty="0">
              <a:latin typeface="+mn-lt"/>
            </a:endParaRPr>
          </a:p>
        </p:txBody>
      </p:sp>
      <p:cxnSp>
        <p:nvCxnSpPr>
          <p:cNvPr id="22" name="Connector: Elbow 21">
            <a:extLst>
              <a:ext uri="{FF2B5EF4-FFF2-40B4-BE49-F238E27FC236}">
                <a16:creationId xmlns:a16="http://schemas.microsoft.com/office/drawing/2014/main" id="{DFD0A7D1-8440-E95A-1BE3-BEAAEB8163CF}"/>
              </a:ext>
            </a:extLst>
          </p:cNvPr>
          <p:cNvCxnSpPr>
            <a:cxnSpLocks/>
            <a:stCxn id="18" idx="0"/>
            <a:endCxn id="17" idx="1"/>
          </p:cNvCxnSpPr>
          <p:nvPr/>
        </p:nvCxnSpPr>
        <p:spPr>
          <a:xfrm rot="16200000" flipH="1" flipV="1">
            <a:off x="3881767" y="1236130"/>
            <a:ext cx="638502" cy="5777599"/>
          </a:xfrm>
          <a:prstGeom prst="bentConnector4">
            <a:avLst>
              <a:gd name="adj1" fmla="val -35803"/>
              <a:gd name="adj2" fmla="val 10395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FC1FD1EF-1B90-011A-5F2D-060AA1BC1764}"/>
              </a:ext>
            </a:extLst>
          </p:cNvPr>
          <p:cNvCxnSpPr>
            <a:cxnSpLocks/>
            <a:stCxn id="18" idx="0"/>
            <a:endCxn id="17" idx="3"/>
          </p:cNvCxnSpPr>
          <p:nvPr/>
        </p:nvCxnSpPr>
        <p:spPr>
          <a:xfrm rot="16200000" flipH="1" flipV="1">
            <a:off x="5481967" y="2836330"/>
            <a:ext cx="638502" cy="2577199"/>
          </a:xfrm>
          <a:prstGeom prst="bentConnector4">
            <a:avLst>
              <a:gd name="adj1" fmla="val -35803"/>
              <a:gd name="adj2" fmla="val 826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0331E719-F601-9EFF-294F-FFECFDDA9613}"/>
              </a:ext>
            </a:extLst>
          </p:cNvPr>
          <p:cNvCxnSpPr>
            <a:cxnSpLocks/>
            <a:stCxn id="19" idx="0"/>
            <a:endCxn id="9" idx="0"/>
          </p:cNvCxnSpPr>
          <p:nvPr/>
        </p:nvCxnSpPr>
        <p:spPr>
          <a:xfrm rot="16200000" flipH="1" flipV="1">
            <a:off x="4989802" y="3167294"/>
            <a:ext cx="142024" cy="4120586"/>
          </a:xfrm>
          <a:prstGeom prst="bentConnector3">
            <a:avLst>
              <a:gd name="adj1" fmla="val -160959"/>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9818A69-0FE9-B3F5-2247-117002EC96B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3FA970EA-408D-C9A9-E731-1D56074A36C9}"/>
              </a:ext>
            </a:extLst>
          </p:cNvPr>
          <p:cNvSpPr>
            <a:spLocks noGrp="1"/>
          </p:cNvSpPr>
          <p:nvPr>
            <p:ph type="sldNum" sz="quarter" idx="4"/>
          </p:nvPr>
        </p:nvSpPr>
        <p:spPr/>
        <p:txBody>
          <a:bodyPr/>
          <a:lstStyle/>
          <a:p>
            <a:fld id="{9FD7ECCF-50E7-4327-B945-FA93FF7B2BEF}" type="slidenum">
              <a:rPr lang="en-US" smtClean="0"/>
              <a:pPr/>
              <a:t>27</a:t>
            </a:fld>
            <a:r>
              <a:rPr lang="en-GB"/>
              <a:t>/63</a:t>
            </a:r>
            <a:endParaRPr lang="en-US" dirty="0"/>
          </a:p>
        </p:txBody>
      </p:sp>
    </p:spTree>
    <p:extLst>
      <p:ext uri="{BB962C8B-B14F-4D97-AF65-F5344CB8AC3E}">
        <p14:creationId xmlns:p14="http://schemas.microsoft.com/office/powerpoint/2010/main" val="1137333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D6A87-35C1-864B-CFD6-E471E44F0DE9}"/>
              </a:ext>
            </a:extLst>
          </p:cNvPr>
          <p:cNvSpPr>
            <a:spLocks noGrp="1"/>
          </p:cNvSpPr>
          <p:nvPr>
            <p:ph type="title"/>
          </p:nvPr>
        </p:nvSpPr>
        <p:spPr/>
        <p:txBody>
          <a:bodyPr/>
          <a:lstStyle/>
          <a:p>
            <a:r>
              <a:rPr lang="en-GB" dirty="0"/>
              <a:t>Ratio</a:t>
            </a:r>
          </a:p>
        </p:txBody>
      </p:sp>
      <p:pic>
        <p:nvPicPr>
          <p:cNvPr id="4" name="Picture 3" descr="ratio data with absolute zero">
            <a:extLst>
              <a:ext uri="{FF2B5EF4-FFF2-40B4-BE49-F238E27FC236}">
                <a16:creationId xmlns:a16="http://schemas.microsoft.com/office/drawing/2014/main" id="{8ACCA5FD-4E8C-5F0A-BE8A-FD527DE6081B}"/>
              </a:ext>
            </a:extLst>
          </p:cNvPr>
          <p:cNvPicPr>
            <a:picLocks noChangeAspect="1"/>
          </p:cNvPicPr>
          <p:nvPr/>
        </p:nvPicPr>
        <p:blipFill>
          <a:blip r:embed="rId2"/>
          <a:stretch>
            <a:fillRect/>
          </a:stretch>
        </p:blipFill>
        <p:spPr>
          <a:xfrm>
            <a:off x="1009650" y="1916832"/>
            <a:ext cx="7124700" cy="3457575"/>
          </a:xfrm>
          <a:prstGeom prst="rect">
            <a:avLst/>
          </a:prstGeom>
        </p:spPr>
      </p:pic>
      <p:sp>
        <p:nvSpPr>
          <p:cNvPr id="5" name="Oval 4">
            <a:extLst>
              <a:ext uri="{FF2B5EF4-FFF2-40B4-BE49-F238E27FC236}">
                <a16:creationId xmlns:a16="http://schemas.microsoft.com/office/drawing/2014/main" id="{33563E21-5665-CC33-F7C0-5A7E14FF46B0}"/>
              </a:ext>
            </a:extLst>
          </p:cNvPr>
          <p:cNvSpPr/>
          <p:nvPr/>
        </p:nvSpPr>
        <p:spPr>
          <a:xfrm>
            <a:off x="3779912" y="3023122"/>
            <a:ext cx="1374708" cy="13747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0" dirty="0">
                <a:solidFill>
                  <a:schemeClr val="accent2">
                    <a:lumMod val="75000"/>
                  </a:schemeClr>
                </a:solidFill>
              </a:rPr>
              <a:t>?</a:t>
            </a:r>
          </a:p>
        </p:txBody>
      </p:sp>
      <p:sp>
        <p:nvSpPr>
          <p:cNvPr id="11" name="Footer Placeholder 10">
            <a:extLst>
              <a:ext uri="{FF2B5EF4-FFF2-40B4-BE49-F238E27FC236}">
                <a16:creationId xmlns:a16="http://schemas.microsoft.com/office/drawing/2014/main" id="{15467084-8F73-A993-5E7C-CC8E08071E5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97DEA402-47E4-CB58-ABEB-37AB1AC5DE05}"/>
              </a:ext>
            </a:extLst>
          </p:cNvPr>
          <p:cNvSpPr>
            <a:spLocks noGrp="1"/>
          </p:cNvSpPr>
          <p:nvPr>
            <p:ph type="sldNum" sz="quarter" idx="4"/>
          </p:nvPr>
        </p:nvSpPr>
        <p:spPr/>
        <p:txBody>
          <a:bodyPr/>
          <a:lstStyle/>
          <a:p>
            <a:fld id="{9FD7ECCF-50E7-4327-B945-FA93FF7B2BEF}" type="slidenum">
              <a:rPr lang="en-US" smtClean="0"/>
              <a:pPr/>
              <a:t>28</a:t>
            </a:fld>
            <a:r>
              <a:rPr lang="en-GB"/>
              <a:t>/63</a:t>
            </a:r>
            <a:endParaRPr lang="en-US" dirty="0"/>
          </a:p>
        </p:txBody>
      </p:sp>
    </p:spTree>
    <p:extLst>
      <p:ext uri="{BB962C8B-B14F-4D97-AF65-F5344CB8AC3E}">
        <p14:creationId xmlns:p14="http://schemas.microsoft.com/office/powerpoint/2010/main" val="238860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p:txBody>
          <a:bodyPr>
            <a:normAutofit/>
          </a:bodyPr>
          <a:lstStyle/>
          <a:p>
            <a:r>
              <a:rPr lang="en-GB" dirty="0"/>
              <a:t>Ratio Data</a:t>
            </a:r>
          </a:p>
        </p:txBody>
      </p:sp>
      <p:sp>
        <p:nvSpPr>
          <p:cNvPr id="8" name="Content Placeholder 7">
            <a:extLst>
              <a:ext uri="{FF2B5EF4-FFF2-40B4-BE49-F238E27FC236}">
                <a16:creationId xmlns:a16="http://schemas.microsoft.com/office/drawing/2014/main" id="{F8500DC0-09C6-4F18-F12F-67FBD5F25CA0}"/>
              </a:ext>
            </a:extLst>
          </p:cNvPr>
          <p:cNvSpPr>
            <a:spLocks noGrp="1"/>
          </p:cNvSpPr>
          <p:nvPr>
            <p:ph sz="quarter" idx="1"/>
          </p:nvPr>
        </p:nvSpPr>
        <p:spPr>
          <a:xfrm>
            <a:off x="612648" y="1600200"/>
            <a:ext cx="8153400" cy="4781128"/>
          </a:xfrm>
        </p:spPr>
        <p:txBody>
          <a:bodyPr>
            <a:normAutofit fontScale="40000" lnSpcReduction="20000"/>
          </a:bodyPr>
          <a:lstStyle/>
          <a:p>
            <a:r>
              <a:rPr lang="en-GB" b="1" dirty="0"/>
              <a:t>Ratio data are the same as interval data but with the addition of an absolute zero</a:t>
            </a:r>
            <a:r>
              <a:rPr lang="en-GB" dirty="0"/>
              <a:t>.</a:t>
            </a:r>
          </a:p>
          <a:p>
            <a:r>
              <a:rPr lang="en-GB" dirty="0"/>
              <a:t>In usability testing, </a:t>
            </a:r>
            <a:r>
              <a:rPr lang="en-GB" b="1" dirty="0"/>
              <a:t>ratio data</a:t>
            </a:r>
            <a:r>
              <a:rPr lang="en-GB" dirty="0"/>
              <a:t> has an absolute zero point, which allows for meaningful comparisons using multiplication and division</a:t>
            </a:r>
          </a:p>
          <a:p>
            <a:r>
              <a:rPr lang="en-GB" dirty="0"/>
              <a:t>Here are some examples of ratio data in the context of usability testing:</a:t>
            </a:r>
          </a:p>
          <a:p>
            <a:pPr lvl="1"/>
            <a:r>
              <a:rPr lang="en-GB" b="1" dirty="0"/>
              <a:t>Task Completion Time</a:t>
            </a:r>
            <a:r>
              <a:rPr lang="en-GB" dirty="0"/>
              <a:t>:</a:t>
            </a:r>
          </a:p>
          <a:p>
            <a:pPr lvl="2"/>
            <a:r>
              <a:rPr lang="en-GB" dirty="0"/>
              <a:t>The time it takes users to complete a task (measured in seconds or minutes). Since time has a true zero (no time means the task wasn’t started), you can say one task took "twice as long" as another.</a:t>
            </a:r>
          </a:p>
          <a:p>
            <a:pPr lvl="1"/>
            <a:r>
              <a:rPr lang="en-GB" b="1" dirty="0"/>
              <a:t>Number of Errors</a:t>
            </a:r>
            <a:r>
              <a:rPr lang="en-GB" dirty="0"/>
              <a:t>:</a:t>
            </a:r>
          </a:p>
          <a:p>
            <a:pPr lvl="2"/>
            <a:r>
              <a:rPr lang="en-GB" dirty="0"/>
              <a:t>The number of mistakes or errors users make while performing a task. With a true zero (no errors), this allows you to compare error rates across different tasks or interface versions.</a:t>
            </a:r>
          </a:p>
          <a:p>
            <a:pPr lvl="1"/>
            <a:r>
              <a:rPr lang="en-GB" b="1" dirty="0"/>
              <a:t>Number of Clicks to Complete a Task</a:t>
            </a:r>
            <a:r>
              <a:rPr lang="en-GB" dirty="0"/>
              <a:t>:</a:t>
            </a:r>
          </a:p>
          <a:p>
            <a:pPr lvl="2"/>
            <a:r>
              <a:rPr lang="en-GB" dirty="0"/>
              <a:t>The count of clicks users make to finish a task. Zero clicks means the task wasn’t attempted, allowing comparisons like "Task A required twice as many clicks as Task B.“</a:t>
            </a:r>
          </a:p>
          <a:p>
            <a:pPr lvl="1"/>
            <a:r>
              <a:rPr lang="en-GB" b="1" dirty="0"/>
              <a:t>Task Completion Rate</a:t>
            </a:r>
            <a:r>
              <a:rPr lang="en-GB" dirty="0"/>
              <a:t>:</a:t>
            </a:r>
          </a:p>
          <a:p>
            <a:pPr lvl="2"/>
            <a:r>
              <a:rPr lang="en-GB" dirty="0"/>
              <a:t>The percentage of users who successfully complete a task. Although a percentage, it’s treated as ratio data since 0% means no completions, and you can compare completion rates across tasks.</a:t>
            </a:r>
          </a:p>
          <a:p>
            <a:pPr lvl="1"/>
            <a:r>
              <a:rPr lang="en-GB" b="1" dirty="0"/>
              <a:t>Time on Page</a:t>
            </a:r>
            <a:r>
              <a:rPr lang="en-GB" dirty="0"/>
              <a:t>:</a:t>
            </a:r>
          </a:p>
          <a:p>
            <a:pPr lvl="2"/>
            <a:r>
              <a:rPr lang="en-GB" dirty="0"/>
              <a:t>The amount of time users spend on a specific page (measured in seconds or minutes). This helps determine whether users are struggling with content or navigation on that page.</a:t>
            </a:r>
          </a:p>
          <a:p>
            <a:pPr lvl="1"/>
            <a:r>
              <a:rPr lang="en-GB" b="1" dirty="0"/>
              <a:t>User Actions per Task</a:t>
            </a:r>
            <a:r>
              <a:rPr lang="en-GB" dirty="0"/>
              <a:t>:</a:t>
            </a:r>
          </a:p>
          <a:p>
            <a:pPr lvl="2"/>
            <a:r>
              <a:rPr lang="en-GB" dirty="0"/>
              <a:t>The count of specific actions (e.g., scrolling, zooming, or swiping) users perform while completing a task. Zero actions mean no interaction, so you can </a:t>
            </a:r>
            <a:r>
              <a:rPr lang="en-GB" dirty="0" err="1"/>
              <a:t>analyze</a:t>
            </a:r>
            <a:r>
              <a:rPr lang="en-GB" dirty="0"/>
              <a:t> if a task requires excessive interactions.</a:t>
            </a:r>
          </a:p>
          <a:p>
            <a:pPr lvl="1"/>
            <a:r>
              <a:rPr lang="en-GB" b="1" dirty="0"/>
              <a:t>Distance </a:t>
            </a:r>
            <a:r>
              <a:rPr lang="en-GB" b="1" dirty="0" err="1"/>
              <a:t>Traveled</a:t>
            </a:r>
            <a:r>
              <a:rPr lang="en-GB" b="1" dirty="0"/>
              <a:t> with Mouse or Touch Gestures</a:t>
            </a:r>
            <a:r>
              <a:rPr lang="en-GB" dirty="0"/>
              <a:t>:</a:t>
            </a:r>
          </a:p>
          <a:p>
            <a:pPr lvl="2"/>
            <a:r>
              <a:rPr lang="en-GB" dirty="0"/>
              <a:t>The distance users move their cursor or finger to complete a task (measured in pixels or </a:t>
            </a:r>
            <a:r>
              <a:rPr lang="en-GB" dirty="0" err="1"/>
              <a:t>centimeters</a:t>
            </a:r>
            <a:r>
              <a:rPr lang="en-GB" dirty="0"/>
              <a:t>). This helps in identifying if the layout forces users to move excessively, and a true zero represents no movement.</a:t>
            </a:r>
          </a:p>
          <a:p>
            <a:pPr lvl="1"/>
            <a:r>
              <a:rPr lang="en-GB" b="1" dirty="0"/>
              <a:t>Help Requests or Hints Used</a:t>
            </a:r>
            <a:r>
              <a:rPr lang="en-GB" dirty="0"/>
              <a:t>:</a:t>
            </a:r>
          </a:p>
          <a:p>
            <a:pPr lvl="2"/>
            <a:r>
              <a:rPr lang="en-GB" dirty="0"/>
              <a:t>The number of times users request help or use hints to complete a task. Zero hints used indicates task independence, allowing for comparisons across tasks or user groups.</a:t>
            </a:r>
          </a:p>
        </p:txBody>
      </p:sp>
      <p:sp>
        <p:nvSpPr>
          <p:cNvPr id="5" name="Footer Placeholder 4">
            <a:extLst>
              <a:ext uri="{FF2B5EF4-FFF2-40B4-BE49-F238E27FC236}">
                <a16:creationId xmlns:a16="http://schemas.microsoft.com/office/drawing/2014/main" id="{9944F3FF-1036-3EA8-BF36-887DBA57C36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B7F20C64-A18D-DFDA-5C35-C93C3F36A1F4}"/>
              </a:ext>
            </a:extLst>
          </p:cNvPr>
          <p:cNvSpPr>
            <a:spLocks noGrp="1"/>
          </p:cNvSpPr>
          <p:nvPr>
            <p:ph type="sldNum" sz="quarter" idx="4"/>
          </p:nvPr>
        </p:nvSpPr>
        <p:spPr/>
        <p:txBody>
          <a:bodyPr/>
          <a:lstStyle/>
          <a:p>
            <a:fld id="{9FD7ECCF-50E7-4327-B945-FA93FF7B2BEF}" type="slidenum">
              <a:rPr lang="en-US" smtClean="0"/>
              <a:pPr/>
              <a:t>29</a:t>
            </a:fld>
            <a:r>
              <a:rPr lang="en-GB"/>
              <a:t>/63</a:t>
            </a:r>
            <a:endParaRPr lang="en-US" dirty="0"/>
          </a:p>
        </p:txBody>
      </p:sp>
    </p:spTree>
    <p:extLst>
      <p:ext uri="{BB962C8B-B14F-4D97-AF65-F5344CB8AC3E}">
        <p14:creationId xmlns:p14="http://schemas.microsoft.com/office/powerpoint/2010/main" val="3633271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8A840BF-DD01-FDBA-BD67-9BD235752840}"/>
              </a:ext>
            </a:extLst>
          </p:cNvPr>
          <p:cNvSpPr>
            <a:spLocks noGrp="1"/>
          </p:cNvSpPr>
          <p:nvPr>
            <p:ph type="title"/>
          </p:nvPr>
        </p:nvSpPr>
        <p:spPr/>
        <p:txBody>
          <a:bodyPr>
            <a:normAutofit/>
          </a:bodyPr>
          <a:lstStyle/>
          <a:p>
            <a:r>
              <a:rPr lang="en-GB" dirty="0"/>
              <a:t>Ratio Data - variables</a:t>
            </a:r>
          </a:p>
        </p:txBody>
      </p:sp>
      <p:sp>
        <p:nvSpPr>
          <p:cNvPr id="3" name="Content Placeholder 7">
            <a:extLst>
              <a:ext uri="{FF2B5EF4-FFF2-40B4-BE49-F238E27FC236}">
                <a16:creationId xmlns:a16="http://schemas.microsoft.com/office/drawing/2014/main" id="{D16B0BB1-ACDF-B7B8-22A9-05815F94D0F9}"/>
              </a:ext>
            </a:extLst>
          </p:cNvPr>
          <p:cNvSpPr txBox="1">
            <a:spLocks/>
          </p:cNvSpPr>
          <p:nvPr/>
        </p:nvSpPr>
        <p:spPr>
          <a:xfrm>
            <a:off x="1763688" y="1516698"/>
            <a:ext cx="7380312" cy="4946798"/>
          </a:xfrm>
          <a:prstGeom prst="rect">
            <a:avLst/>
          </a:prstGeom>
        </p:spPr>
        <p:txBody>
          <a:bodyPr vert="horz">
            <a:normAutofit fontScale="400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lnSpc>
                <a:spcPts val="800"/>
              </a:lnSpc>
              <a:spcBef>
                <a:spcPts val="600"/>
              </a:spcBef>
              <a:spcAft>
                <a:spcPts val="0"/>
              </a:spcAft>
            </a:pPr>
            <a:r>
              <a:rPr lang="en-GB" sz="2300" dirty="0"/>
              <a:t>Here’s how some of the examples from above could be structured with independent and dependent variables:</a:t>
            </a:r>
          </a:p>
          <a:p>
            <a:pPr lvl="1"/>
            <a:r>
              <a:rPr lang="en-GB" b="1" dirty="0"/>
              <a:t>Task Completion Time</a:t>
            </a:r>
            <a:r>
              <a:rPr lang="en-GB" dirty="0"/>
              <a:t>:</a:t>
            </a:r>
          </a:p>
          <a:p>
            <a:pPr lvl="2"/>
            <a:r>
              <a:rPr lang="en-GB" dirty="0"/>
              <a:t>Independent Variable: Task type or complexity (e.g., "simple," "moderate," "complex") or design version (e.g., "Version A" vs. "Version B").</a:t>
            </a:r>
          </a:p>
          <a:p>
            <a:pPr lvl="2"/>
            <a:r>
              <a:rPr lang="en-GB" dirty="0"/>
              <a:t>Dependent Variable: Time taken to complete the task (measured in seconds or minutes).</a:t>
            </a:r>
          </a:p>
          <a:p>
            <a:pPr lvl="1"/>
            <a:r>
              <a:rPr lang="en-GB" b="1" dirty="0"/>
              <a:t>Number of Errors</a:t>
            </a:r>
            <a:r>
              <a:rPr lang="en-GB" dirty="0"/>
              <a:t>:</a:t>
            </a:r>
          </a:p>
          <a:p>
            <a:pPr lvl="2"/>
            <a:r>
              <a:rPr lang="en-GB" dirty="0"/>
              <a:t>Independent Variable: Interface design or task type (e.g., "navigation task," "search task").</a:t>
            </a:r>
          </a:p>
          <a:p>
            <a:pPr lvl="2"/>
            <a:r>
              <a:rPr lang="en-GB" dirty="0"/>
              <a:t>Dependent Variable: Number of errors made by the user during the task.</a:t>
            </a:r>
          </a:p>
          <a:p>
            <a:pPr lvl="1"/>
            <a:r>
              <a:rPr lang="en-GB" b="1" dirty="0"/>
              <a:t>Number of Clicks to Complete a Task</a:t>
            </a:r>
            <a:r>
              <a:rPr lang="en-GB" dirty="0"/>
              <a:t>:</a:t>
            </a:r>
          </a:p>
          <a:p>
            <a:pPr lvl="2"/>
            <a:r>
              <a:rPr lang="en-GB" dirty="0"/>
              <a:t>Independent Variable: Task flow or design version (e.g., "Version A" with fewer steps vs. "Version B" with more steps).</a:t>
            </a:r>
          </a:p>
          <a:p>
            <a:pPr lvl="2"/>
            <a:r>
              <a:rPr lang="en-GB" dirty="0"/>
              <a:t>Dependent Variable: Number of clicks users need to complete the task..“</a:t>
            </a:r>
          </a:p>
          <a:p>
            <a:pPr lvl="1"/>
            <a:r>
              <a:rPr lang="en-GB" b="1" dirty="0"/>
              <a:t>Task Completion Rate</a:t>
            </a:r>
            <a:r>
              <a:rPr lang="en-GB" dirty="0"/>
              <a:t>:</a:t>
            </a:r>
          </a:p>
          <a:p>
            <a:pPr lvl="2"/>
            <a:r>
              <a:rPr lang="en-GB" dirty="0"/>
              <a:t>Independent Variable: User group (e.g., "beginner," "intermediate," "advanced") or task difficulty level (e.g., "easy," "medium," "hard").</a:t>
            </a:r>
          </a:p>
          <a:p>
            <a:pPr lvl="2"/>
            <a:r>
              <a:rPr lang="en-GB" dirty="0"/>
              <a:t>Dependent Variable: Percentage of users who complete the task successfully..</a:t>
            </a:r>
          </a:p>
          <a:p>
            <a:pPr lvl="1"/>
            <a:r>
              <a:rPr lang="en-GB" b="1" dirty="0"/>
              <a:t>Time on Page</a:t>
            </a:r>
            <a:r>
              <a:rPr lang="en-GB" dirty="0"/>
              <a:t>:</a:t>
            </a:r>
          </a:p>
          <a:p>
            <a:pPr lvl="2"/>
            <a:r>
              <a:rPr lang="en-GB" dirty="0"/>
              <a:t>Independent Variable: Page type (e.g., "home page," "product page," "checkout page") or content type on the page.</a:t>
            </a:r>
          </a:p>
          <a:p>
            <a:pPr lvl="2"/>
            <a:r>
              <a:rPr lang="en-GB" dirty="0"/>
              <a:t>Dependent Variable: Time users spend on the page (in seconds or minutes).</a:t>
            </a:r>
          </a:p>
          <a:p>
            <a:pPr lvl="1"/>
            <a:r>
              <a:rPr lang="en-GB" b="1" dirty="0"/>
              <a:t>User Actions per Task</a:t>
            </a:r>
            <a:r>
              <a:rPr lang="en-GB" dirty="0"/>
              <a:t>:</a:t>
            </a:r>
          </a:p>
          <a:p>
            <a:pPr lvl="2"/>
            <a:r>
              <a:rPr lang="en-GB" dirty="0"/>
              <a:t>Independent Variable: Task type (e.g., "scrolling," "zooming," "drag-and-drop") or design layout (e.g., "compact layout" vs. "spacious layout").</a:t>
            </a:r>
          </a:p>
          <a:p>
            <a:pPr lvl="2"/>
            <a:r>
              <a:rPr lang="en-GB" dirty="0"/>
              <a:t>Dependent Variable: Number of actions users perform to complete the task.</a:t>
            </a:r>
          </a:p>
          <a:p>
            <a:pPr lvl="1"/>
            <a:r>
              <a:rPr lang="en-GB" b="1" dirty="0"/>
              <a:t>Distance </a:t>
            </a:r>
            <a:r>
              <a:rPr lang="en-GB" b="1" dirty="0" err="1"/>
              <a:t>Traveled</a:t>
            </a:r>
            <a:r>
              <a:rPr lang="en-GB" b="1" dirty="0"/>
              <a:t> with Mouse or Touch Gestures</a:t>
            </a:r>
            <a:r>
              <a:rPr lang="en-GB" dirty="0"/>
              <a:t>:</a:t>
            </a:r>
          </a:p>
          <a:p>
            <a:pPr lvl="2"/>
            <a:r>
              <a:rPr lang="en-GB" dirty="0"/>
              <a:t>Independent Variable: Interface layout (e.g., "Version A" vs. "Version B") or screen size (e.g., "mobile" vs. "desktop").</a:t>
            </a:r>
          </a:p>
          <a:p>
            <a:pPr lvl="2"/>
            <a:r>
              <a:rPr lang="en-GB" dirty="0"/>
              <a:t>Dependent Variable: Distance users travel with their mouse or touch gestures (in pixels or </a:t>
            </a:r>
            <a:r>
              <a:rPr lang="en-GB" dirty="0" err="1"/>
              <a:t>centimeters</a:t>
            </a:r>
            <a:r>
              <a:rPr lang="en-GB" dirty="0"/>
              <a:t>).</a:t>
            </a:r>
          </a:p>
          <a:p>
            <a:pPr lvl="1"/>
            <a:r>
              <a:rPr lang="en-GB" b="1" dirty="0"/>
              <a:t>Help Requests or Hints Used</a:t>
            </a:r>
            <a:r>
              <a:rPr lang="en-GB" dirty="0"/>
              <a:t>:</a:t>
            </a:r>
          </a:p>
          <a:p>
            <a:pPr lvl="2"/>
            <a:r>
              <a:rPr lang="en-GB" dirty="0"/>
              <a:t>Independent Variable: Task complexity or feature being tested (e.g., "search feature," "checkout process").</a:t>
            </a:r>
          </a:p>
          <a:p>
            <a:pPr lvl="2"/>
            <a:r>
              <a:rPr lang="en-GB" dirty="0"/>
              <a:t>Dependent Variable: Number of times users request help or use hints during the task.</a:t>
            </a:r>
          </a:p>
        </p:txBody>
      </p:sp>
      <p:sp>
        <p:nvSpPr>
          <p:cNvPr id="9" name="Content Placeholder 7">
            <a:extLst>
              <a:ext uri="{FF2B5EF4-FFF2-40B4-BE49-F238E27FC236}">
                <a16:creationId xmlns:a16="http://schemas.microsoft.com/office/drawing/2014/main" id="{4A433ED2-916F-7B70-8EBE-1BA27AF6F113}"/>
              </a:ext>
            </a:extLst>
          </p:cNvPr>
          <p:cNvSpPr>
            <a:spLocks noGrp="1"/>
          </p:cNvSpPr>
          <p:nvPr>
            <p:ph sz="quarter" idx="1"/>
          </p:nvPr>
        </p:nvSpPr>
        <p:spPr>
          <a:xfrm>
            <a:off x="253524" y="1919203"/>
            <a:ext cx="1510164" cy="3629000"/>
          </a:xfrm>
          <a:custGeom>
            <a:avLst/>
            <a:gdLst>
              <a:gd name="connsiteX0" fmla="*/ 0 w 1510164"/>
              <a:gd name="connsiteY0" fmla="*/ 0 h 3629000"/>
              <a:gd name="connsiteX1" fmla="*/ 503388 w 1510164"/>
              <a:gd name="connsiteY1" fmla="*/ 0 h 3629000"/>
              <a:gd name="connsiteX2" fmla="*/ 1006776 w 1510164"/>
              <a:gd name="connsiteY2" fmla="*/ 0 h 3629000"/>
              <a:gd name="connsiteX3" fmla="*/ 1510164 w 1510164"/>
              <a:gd name="connsiteY3" fmla="*/ 0 h 3629000"/>
              <a:gd name="connsiteX4" fmla="*/ 1510164 w 1510164"/>
              <a:gd name="connsiteY4" fmla="*/ 604833 h 3629000"/>
              <a:gd name="connsiteX5" fmla="*/ 1510164 w 1510164"/>
              <a:gd name="connsiteY5" fmla="*/ 1282247 h 3629000"/>
              <a:gd name="connsiteX6" fmla="*/ 1510164 w 1510164"/>
              <a:gd name="connsiteY6" fmla="*/ 1850790 h 3629000"/>
              <a:gd name="connsiteX7" fmla="*/ 1510164 w 1510164"/>
              <a:gd name="connsiteY7" fmla="*/ 2346753 h 3629000"/>
              <a:gd name="connsiteX8" fmla="*/ 1510164 w 1510164"/>
              <a:gd name="connsiteY8" fmla="*/ 2879007 h 3629000"/>
              <a:gd name="connsiteX9" fmla="*/ 1510164 w 1510164"/>
              <a:gd name="connsiteY9" fmla="*/ 3629000 h 3629000"/>
              <a:gd name="connsiteX10" fmla="*/ 1006776 w 1510164"/>
              <a:gd name="connsiteY10" fmla="*/ 3629000 h 3629000"/>
              <a:gd name="connsiteX11" fmla="*/ 473185 w 1510164"/>
              <a:gd name="connsiteY11" fmla="*/ 3629000 h 3629000"/>
              <a:gd name="connsiteX12" fmla="*/ 0 w 1510164"/>
              <a:gd name="connsiteY12" fmla="*/ 3629000 h 3629000"/>
              <a:gd name="connsiteX13" fmla="*/ 0 w 1510164"/>
              <a:gd name="connsiteY13" fmla="*/ 2987877 h 3629000"/>
              <a:gd name="connsiteX14" fmla="*/ 0 w 1510164"/>
              <a:gd name="connsiteY14" fmla="*/ 2491913 h 3629000"/>
              <a:gd name="connsiteX15" fmla="*/ 0 w 1510164"/>
              <a:gd name="connsiteY15" fmla="*/ 1923370 h 3629000"/>
              <a:gd name="connsiteX16" fmla="*/ 0 w 1510164"/>
              <a:gd name="connsiteY16" fmla="*/ 1391117 h 3629000"/>
              <a:gd name="connsiteX17" fmla="*/ 0 w 1510164"/>
              <a:gd name="connsiteY17" fmla="*/ 713703 h 3629000"/>
              <a:gd name="connsiteX18" fmla="*/ 0 w 1510164"/>
              <a:gd name="connsiteY18" fmla="*/ 0 h 36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0164" h="3629000" fill="none" extrusionOk="0">
                <a:moveTo>
                  <a:pt x="0" y="0"/>
                </a:moveTo>
                <a:cubicBezTo>
                  <a:pt x="152674" y="-23721"/>
                  <a:pt x="330258" y="-23034"/>
                  <a:pt x="503388" y="0"/>
                </a:cubicBezTo>
                <a:cubicBezTo>
                  <a:pt x="676518" y="23034"/>
                  <a:pt x="837084" y="9487"/>
                  <a:pt x="1006776" y="0"/>
                </a:cubicBezTo>
                <a:cubicBezTo>
                  <a:pt x="1176468" y="-9487"/>
                  <a:pt x="1398252" y="-19306"/>
                  <a:pt x="1510164" y="0"/>
                </a:cubicBezTo>
                <a:cubicBezTo>
                  <a:pt x="1503957" y="196272"/>
                  <a:pt x="1495038" y="448751"/>
                  <a:pt x="1510164" y="604833"/>
                </a:cubicBezTo>
                <a:cubicBezTo>
                  <a:pt x="1525290" y="760915"/>
                  <a:pt x="1523132" y="1076658"/>
                  <a:pt x="1510164" y="1282247"/>
                </a:cubicBezTo>
                <a:cubicBezTo>
                  <a:pt x="1497196" y="1487836"/>
                  <a:pt x="1512990" y="1702803"/>
                  <a:pt x="1510164" y="1850790"/>
                </a:cubicBezTo>
                <a:cubicBezTo>
                  <a:pt x="1507338" y="1998777"/>
                  <a:pt x="1534289" y="2155456"/>
                  <a:pt x="1510164" y="2346753"/>
                </a:cubicBezTo>
                <a:cubicBezTo>
                  <a:pt x="1486039" y="2538050"/>
                  <a:pt x="1526278" y="2755041"/>
                  <a:pt x="1510164" y="2879007"/>
                </a:cubicBezTo>
                <a:cubicBezTo>
                  <a:pt x="1494050" y="3002973"/>
                  <a:pt x="1534198" y="3464383"/>
                  <a:pt x="1510164" y="3629000"/>
                </a:cubicBezTo>
                <a:cubicBezTo>
                  <a:pt x="1323917" y="3605661"/>
                  <a:pt x="1256082" y="3633275"/>
                  <a:pt x="1006776" y="3629000"/>
                </a:cubicBezTo>
                <a:cubicBezTo>
                  <a:pt x="757470" y="3624725"/>
                  <a:pt x="672069" y="3637105"/>
                  <a:pt x="473185" y="3629000"/>
                </a:cubicBezTo>
                <a:cubicBezTo>
                  <a:pt x="274301" y="3620895"/>
                  <a:pt x="221662" y="3618497"/>
                  <a:pt x="0" y="3629000"/>
                </a:cubicBezTo>
                <a:cubicBezTo>
                  <a:pt x="-21446" y="3394476"/>
                  <a:pt x="23357" y="3186837"/>
                  <a:pt x="0" y="2987877"/>
                </a:cubicBezTo>
                <a:cubicBezTo>
                  <a:pt x="-23357" y="2788917"/>
                  <a:pt x="23208" y="2669127"/>
                  <a:pt x="0" y="2491913"/>
                </a:cubicBezTo>
                <a:cubicBezTo>
                  <a:pt x="-23208" y="2314699"/>
                  <a:pt x="-26264" y="2155716"/>
                  <a:pt x="0" y="1923370"/>
                </a:cubicBezTo>
                <a:cubicBezTo>
                  <a:pt x="26264" y="1691024"/>
                  <a:pt x="-10194" y="1558327"/>
                  <a:pt x="0" y="1391117"/>
                </a:cubicBezTo>
                <a:cubicBezTo>
                  <a:pt x="10194" y="1223907"/>
                  <a:pt x="15772" y="1031291"/>
                  <a:pt x="0" y="713703"/>
                </a:cubicBezTo>
                <a:cubicBezTo>
                  <a:pt x="-15772" y="396115"/>
                  <a:pt x="14111" y="337945"/>
                  <a:pt x="0" y="0"/>
                </a:cubicBezTo>
                <a:close/>
              </a:path>
              <a:path w="1510164" h="3629000" stroke="0" extrusionOk="0">
                <a:moveTo>
                  <a:pt x="0" y="0"/>
                </a:moveTo>
                <a:cubicBezTo>
                  <a:pt x="233655" y="-1863"/>
                  <a:pt x="328784" y="-23857"/>
                  <a:pt x="533591" y="0"/>
                </a:cubicBezTo>
                <a:cubicBezTo>
                  <a:pt x="738398" y="23857"/>
                  <a:pt x="780215" y="-7099"/>
                  <a:pt x="1021878" y="0"/>
                </a:cubicBezTo>
                <a:cubicBezTo>
                  <a:pt x="1263541" y="7099"/>
                  <a:pt x="1378956" y="-7624"/>
                  <a:pt x="1510164" y="0"/>
                </a:cubicBezTo>
                <a:cubicBezTo>
                  <a:pt x="1502524" y="245198"/>
                  <a:pt x="1507713" y="318675"/>
                  <a:pt x="1510164" y="495963"/>
                </a:cubicBezTo>
                <a:cubicBezTo>
                  <a:pt x="1512615" y="673251"/>
                  <a:pt x="1498255" y="889679"/>
                  <a:pt x="1510164" y="991927"/>
                </a:cubicBezTo>
                <a:cubicBezTo>
                  <a:pt x="1522073" y="1094175"/>
                  <a:pt x="1510180" y="1445712"/>
                  <a:pt x="1510164" y="1560470"/>
                </a:cubicBezTo>
                <a:cubicBezTo>
                  <a:pt x="1510148" y="1675228"/>
                  <a:pt x="1489766" y="1822720"/>
                  <a:pt x="1510164" y="2056433"/>
                </a:cubicBezTo>
                <a:cubicBezTo>
                  <a:pt x="1530562" y="2290146"/>
                  <a:pt x="1536189" y="2339672"/>
                  <a:pt x="1510164" y="2588687"/>
                </a:cubicBezTo>
                <a:cubicBezTo>
                  <a:pt x="1484139" y="2837702"/>
                  <a:pt x="1507547" y="3241294"/>
                  <a:pt x="1510164" y="3629000"/>
                </a:cubicBezTo>
                <a:cubicBezTo>
                  <a:pt x="1257136" y="3653559"/>
                  <a:pt x="1194578" y="3631479"/>
                  <a:pt x="976573" y="3629000"/>
                </a:cubicBezTo>
                <a:cubicBezTo>
                  <a:pt x="758568" y="3626521"/>
                  <a:pt x="642769" y="3603206"/>
                  <a:pt x="458083" y="3629000"/>
                </a:cubicBezTo>
                <a:cubicBezTo>
                  <a:pt x="273397" y="3654795"/>
                  <a:pt x="162803" y="3646377"/>
                  <a:pt x="0" y="3629000"/>
                </a:cubicBezTo>
                <a:cubicBezTo>
                  <a:pt x="23068" y="3447889"/>
                  <a:pt x="1815" y="3242287"/>
                  <a:pt x="0" y="3060457"/>
                </a:cubicBezTo>
                <a:cubicBezTo>
                  <a:pt x="-1815" y="2878627"/>
                  <a:pt x="305" y="2700396"/>
                  <a:pt x="0" y="2491913"/>
                </a:cubicBezTo>
                <a:cubicBezTo>
                  <a:pt x="-305" y="2283430"/>
                  <a:pt x="15789" y="2135135"/>
                  <a:pt x="0" y="1923370"/>
                </a:cubicBezTo>
                <a:cubicBezTo>
                  <a:pt x="-15789" y="1711605"/>
                  <a:pt x="-17502" y="1444115"/>
                  <a:pt x="0" y="1245957"/>
                </a:cubicBezTo>
                <a:cubicBezTo>
                  <a:pt x="17502" y="1047799"/>
                  <a:pt x="-21986" y="911892"/>
                  <a:pt x="0" y="713703"/>
                </a:cubicBezTo>
                <a:cubicBezTo>
                  <a:pt x="21986" y="515514"/>
                  <a:pt x="-23986" y="352385"/>
                  <a:pt x="0" y="0"/>
                </a:cubicBezTo>
                <a:close/>
              </a:path>
            </a:pathLst>
          </a:custGeom>
          <a:solidFill>
            <a:schemeClr val="bg1">
              <a:lumMod val="95000"/>
            </a:schemeClr>
          </a:solidFill>
          <a:ln>
            <a:extLst>
              <a:ext uri="{C807C97D-BFC1-408E-A445-0C87EB9F89A2}">
                <ask:lineSketchStyleProps xmlns:ask="http://schemas.microsoft.com/office/drawing/2018/sketchyshapes" sd="4179528927">
                  <ask:type>
                    <ask:lineSketchFreehand/>
                  </ask:type>
                </ask:lineSketchStyleProps>
              </a:ext>
            </a:extLst>
          </a:ln>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r>
              <a:rPr lang="en-GB" sz="1400" dirty="0"/>
              <a:t>In usability testing, </a:t>
            </a:r>
            <a:r>
              <a:rPr lang="en-GB" sz="1400" b="1" dirty="0">
                <a:solidFill>
                  <a:schemeClr val="accent5">
                    <a:lumMod val="50000"/>
                  </a:schemeClr>
                </a:solidFill>
              </a:rPr>
              <a:t>independent variables </a:t>
            </a:r>
            <a:r>
              <a:rPr lang="en-GB" sz="1400" dirty="0"/>
              <a:t>are </a:t>
            </a:r>
            <a:r>
              <a:rPr lang="en-GB" sz="1400" dirty="0">
                <a:solidFill>
                  <a:schemeClr val="accent5">
                    <a:lumMod val="75000"/>
                  </a:schemeClr>
                </a:solidFill>
              </a:rPr>
              <a:t>the factors you manipulate or categorize to observe their effect on other variables</a:t>
            </a:r>
            <a:r>
              <a:rPr lang="en-GB" sz="1400" dirty="0"/>
              <a:t>, while </a:t>
            </a:r>
            <a:r>
              <a:rPr lang="en-GB" sz="1400" b="1" dirty="0">
                <a:solidFill>
                  <a:schemeClr val="accent2">
                    <a:lumMod val="50000"/>
                  </a:schemeClr>
                </a:solidFill>
              </a:rPr>
              <a:t>dependent variables </a:t>
            </a:r>
            <a:r>
              <a:rPr lang="en-GB" sz="1400" dirty="0"/>
              <a:t>are </a:t>
            </a:r>
            <a:r>
              <a:rPr lang="en-GB" sz="1400" dirty="0">
                <a:solidFill>
                  <a:schemeClr val="accent2">
                    <a:lumMod val="75000"/>
                  </a:schemeClr>
                </a:solidFill>
              </a:rPr>
              <a:t>the outcomes or responses you measure as a result of those manipulations</a:t>
            </a:r>
            <a:r>
              <a:rPr lang="en-GB" sz="1400" dirty="0"/>
              <a:t>. </a:t>
            </a:r>
          </a:p>
          <a:p>
            <a:endParaRPr lang="en-GB" sz="1400" dirty="0"/>
          </a:p>
        </p:txBody>
      </p:sp>
      <p:sp>
        <p:nvSpPr>
          <p:cNvPr id="12" name="Footer Placeholder 11">
            <a:extLst>
              <a:ext uri="{FF2B5EF4-FFF2-40B4-BE49-F238E27FC236}">
                <a16:creationId xmlns:a16="http://schemas.microsoft.com/office/drawing/2014/main" id="{B8BAB3DB-EF2C-C1C4-1185-6B4471130E5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E7A9F1C8-E311-9EC5-0C05-EDF011395EC0}"/>
              </a:ext>
            </a:extLst>
          </p:cNvPr>
          <p:cNvSpPr>
            <a:spLocks noGrp="1"/>
          </p:cNvSpPr>
          <p:nvPr>
            <p:ph type="sldNum" sz="quarter" idx="4"/>
          </p:nvPr>
        </p:nvSpPr>
        <p:spPr/>
        <p:txBody>
          <a:bodyPr/>
          <a:lstStyle/>
          <a:p>
            <a:fld id="{9FD7ECCF-50E7-4327-B945-FA93FF7B2BEF}" type="slidenum">
              <a:rPr lang="en-US" smtClean="0"/>
              <a:pPr/>
              <a:t>30</a:t>
            </a:fld>
            <a:r>
              <a:rPr lang="en-GB"/>
              <a:t>/63</a:t>
            </a:r>
            <a:endParaRPr lang="en-US" dirty="0"/>
          </a:p>
        </p:txBody>
      </p:sp>
    </p:spTree>
    <p:extLst>
      <p:ext uri="{BB962C8B-B14F-4D97-AF65-F5344CB8AC3E}">
        <p14:creationId xmlns:p14="http://schemas.microsoft.com/office/powerpoint/2010/main" val="2615440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9E48-7CD7-6C89-9D2C-F56537D624D0}"/>
              </a:ext>
            </a:extLst>
          </p:cNvPr>
          <p:cNvSpPr>
            <a:spLocks noGrp="1"/>
          </p:cNvSpPr>
          <p:nvPr>
            <p:ph type="title"/>
          </p:nvPr>
        </p:nvSpPr>
        <p:spPr>
          <a:xfrm>
            <a:off x="251520" y="278160"/>
            <a:ext cx="8892480" cy="990600"/>
          </a:xfrm>
        </p:spPr>
        <p:txBody>
          <a:bodyPr>
            <a:noAutofit/>
          </a:bodyPr>
          <a:lstStyle/>
          <a:p>
            <a:r>
              <a:rPr lang="en-GB" sz="3600" dirty="0"/>
              <a:t>Summarise typical Usability Testing Data Types</a:t>
            </a:r>
          </a:p>
        </p:txBody>
      </p:sp>
      <p:graphicFrame>
        <p:nvGraphicFramePr>
          <p:cNvPr id="8" name="Table 8">
            <a:extLst>
              <a:ext uri="{FF2B5EF4-FFF2-40B4-BE49-F238E27FC236}">
                <a16:creationId xmlns:a16="http://schemas.microsoft.com/office/drawing/2014/main" id="{2381BF89-0134-FC13-06C2-8D8C212FC2A7}"/>
              </a:ext>
            </a:extLst>
          </p:cNvPr>
          <p:cNvGraphicFramePr>
            <a:graphicFrameLocks noGrp="1"/>
          </p:cNvGraphicFramePr>
          <p:nvPr/>
        </p:nvGraphicFramePr>
        <p:xfrm>
          <a:off x="1221342" y="2233487"/>
          <a:ext cx="6701315" cy="3000431"/>
        </p:xfrm>
        <a:graphic>
          <a:graphicData uri="http://schemas.openxmlformats.org/drawingml/2006/table">
            <a:tbl>
              <a:tblPr firstRow="1" bandRow="1">
                <a:tableStyleId>{0660B408-B3CF-4A94-85FC-2B1E0A45F4A2}</a:tableStyleId>
              </a:tblPr>
              <a:tblGrid>
                <a:gridCol w="1660754">
                  <a:extLst>
                    <a:ext uri="{9D8B030D-6E8A-4147-A177-3AD203B41FA5}">
                      <a16:colId xmlns:a16="http://schemas.microsoft.com/office/drawing/2014/main" val="1220180067"/>
                    </a:ext>
                  </a:extLst>
                </a:gridCol>
                <a:gridCol w="1019772">
                  <a:extLst>
                    <a:ext uri="{9D8B030D-6E8A-4147-A177-3AD203B41FA5}">
                      <a16:colId xmlns:a16="http://schemas.microsoft.com/office/drawing/2014/main" val="2331474853"/>
                    </a:ext>
                  </a:extLst>
                </a:gridCol>
                <a:gridCol w="1340263">
                  <a:extLst>
                    <a:ext uri="{9D8B030D-6E8A-4147-A177-3AD203B41FA5}">
                      <a16:colId xmlns:a16="http://schemas.microsoft.com/office/drawing/2014/main" val="3111545458"/>
                    </a:ext>
                  </a:extLst>
                </a:gridCol>
                <a:gridCol w="1340263">
                  <a:extLst>
                    <a:ext uri="{9D8B030D-6E8A-4147-A177-3AD203B41FA5}">
                      <a16:colId xmlns:a16="http://schemas.microsoft.com/office/drawing/2014/main" val="616066736"/>
                    </a:ext>
                  </a:extLst>
                </a:gridCol>
                <a:gridCol w="1340263">
                  <a:extLst>
                    <a:ext uri="{9D8B030D-6E8A-4147-A177-3AD203B41FA5}">
                      <a16:colId xmlns:a16="http://schemas.microsoft.com/office/drawing/2014/main" val="371161750"/>
                    </a:ext>
                  </a:extLst>
                </a:gridCol>
              </a:tblGrid>
              <a:tr h="510300">
                <a:tc>
                  <a:txBody>
                    <a:bodyPr/>
                    <a:lstStyle/>
                    <a:p>
                      <a:endParaRPr lang="en-GB" dirty="0"/>
                    </a:p>
                  </a:txBody>
                  <a:tcPr anchor="ctr"/>
                </a:tc>
                <a:tc>
                  <a:txBody>
                    <a:bodyPr/>
                    <a:lstStyle/>
                    <a:p>
                      <a:pPr algn="ctr"/>
                      <a:r>
                        <a:rPr lang="en-GB" dirty="0"/>
                        <a:t>Nominal</a:t>
                      </a:r>
                    </a:p>
                  </a:txBody>
                  <a:tcPr anchor="ctr"/>
                </a:tc>
                <a:tc>
                  <a:txBody>
                    <a:bodyPr/>
                    <a:lstStyle/>
                    <a:p>
                      <a:pPr algn="ctr"/>
                      <a:r>
                        <a:rPr lang="en-GB" dirty="0"/>
                        <a:t>Ordinal</a:t>
                      </a:r>
                    </a:p>
                  </a:txBody>
                  <a:tcPr anchor="ctr"/>
                </a:tc>
                <a:tc>
                  <a:txBody>
                    <a:bodyPr/>
                    <a:lstStyle/>
                    <a:p>
                      <a:pPr algn="ctr"/>
                      <a:r>
                        <a:rPr lang="en-GB" dirty="0"/>
                        <a:t>Interval</a:t>
                      </a:r>
                    </a:p>
                  </a:txBody>
                  <a:tcPr anchor="ctr"/>
                </a:tc>
                <a:tc>
                  <a:txBody>
                    <a:bodyPr/>
                    <a:lstStyle/>
                    <a:p>
                      <a:pPr algn="ctr"/>
                      <a:r>
                        <a:rPr lang="en-GB" dirty="0"/>
                        <a:t>Ratio</a:t>
                      </a:r>
                    </a:p>
                  </a:txBody>
                  <a:tcPr anchor="ctr"/>
                </a:tc>
                <a:extLst>
                  <a:ext uri="{0D108BD9-81ED-4DB2-BD59-A6C34878D82A}">
                    <a16:rowId xmlns:a16="http://schemas.microsoft.com/office/drawing/2014/main" val="3626443787"/>
                  </a:ext>
                </a:extLst>
              </a:tr>
              <a:tr h="644266">
                <a:tc>
                  <a:txBody>
                    <a:bodyPr/>
                    <a:lstStyle/>
                    <a:p>
                      <a:r>
                        <a:rPr lang="en-GB" dirty="0"/>
                        <a:t>Categories</a:t>
                      </a:r>
                    </a:p>
                  </a:txBody>
                  <a:tcPr anchor="ctr"/>
                </a:tc>
                <a:tc>
                  <a:txBody>
                    <a:bodyPr/>
                    <a:lstStyle/>
                    <a:p>
                      <a:pPr algn="ctr"/>
                      <a:r>
                        <a:rPr lang="en-GB" dirty="0">
                          <a:sym typeface="Wingdings" panose="05000000000000000000" pitchFamily="2" charset="2"/>
                        </a:rPr>
                        <a:t></a:t>
                      </a:r>
                      <a:endParaRPr lang="en-GB" dirty="0"/>
                    </a:p>
                  </a:txBody>
                  <a:tcPr anchor="ctr"/>
                </a:tc>
                <a:tc>
                  <a:txBody>
                    <a:bodyPr/>
                    <a:lstStyle/>
                    <a:p>
                      <a:pPr algn="ct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564778088"/>
                  </a:ext>
                </a:extLst>
              </a:tr>
              <a:tr h="638022">
                <a:tc>
                  <a:txBody>
                    <a:bodyPr/>
                    <a:lstStyle/>
                    <a:p>
                      <a:r>
                        <a:rPr lang="en-GB" dirty="0"/>
                        <a:t>Rank order</a:t>
                      </a:r>
                    </a:p>
                  </a:txBody>
                  <a:tcPr anchor="ctr"/>
                </a:tc>
                <a:tc>
                  <a:txBody>
                    <a:bodyPr/>
                    <a:lstStyle/>
                    <a:p>
                      <a:pPr algn="ctr"/>
                      <a:endParaRPr lang="en-GB"/>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1392029274"/>
                  </a:ext>
                </a:extLst>
              </a:tr>
              <a:tr h="697543">
                <a:tc>
                  <a:txBody>
                    <a:bodyPr/>
                    <a:lstStyle/>
                    <a:p>
                      <a:r>
                        <a:rPr lang="en-GB" dirty="0"/>
                        <a:t>Equal spacing</a:t>
                      </a:r>
                    </a:p>
                  </a:txBody>
                  <a:tcPr anchor="ctr"/>
                </a:tc>
                <a:tc>
                  <a:txBody>
                    <a:bodyPr/>
                    <a:lstStyle/>
                    <a:p>
                      <a:pPr algn="ctr"/>
                      <a:endParaRPr lang="en-GB"/>
                    </a:p>
                  </a:txBody>
                  <a:tcPr anchor="ctr"/>
                </a:tc>
                <a:tc>
                  <a:txBody>
                    <a:bodyPr/>
                    <a:lstStyle/>
                    <a:p>
                      <a:pPr algn="ctr"/>
                      <a:endParaRPr lang="en-GB"/>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226465481"/>
                  </a:ext>
                </a:extLst>
              </a:tr>
              <a:tr h="510300">
                <a:tc>
                  <a:txBody>
                    <a:bodyPr/>
                    <a:lstStyle/>
                    <a:p>
                      <a:r>
                        <a:rPr lang="en-GB" dirty="0"/>
                        <a:t>True zero</a:t>
                      </a:r>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1876218516"/>
                  </a:ext>
                </a:extLst>
              </a:tr>
            </a:tbl>
          </a:graphicData>
        </a:graphic>
      </p:graphicFrame>
      <p:sp>
        <p:nvSpPr>
          <p:cNvPr id="7" name="Footer Placeholder 6">
            <a:extLst>
              <a:ext uri="{FF2B5EF4-FFF2-40B4-BE49-F238E27FC236}">
                <a16:creationId xmlns:a16="http://schemas.microsoft.com/office/drawing/2014/main" id="{760D0FC3-093B-2902-1C38-CA16B590F84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EA57B6B5-69BE-2874-5BF9-2D577FCD8B46}"/>
              </a:ext>
            </a:extLst>
          </p:cNvPr>
          <p:cNvSpPr>
            <a:spLocks noGrp="1"/>
          </p:cNvSpPr>
          <p:nvPr>
            <p:ph type="sldNum" sz="quarter" idx="4"/>
          </p:nvPr>
        </p:nvSpPr>
        <p:spPr/>
        <p:txBody>
          <a:bodyPr/>
          <a:lstStyle/>
          <a:p>
            <a:fld id="{9FD7ECCF-50E7-4327-B945-FA93FF7B2BEF}" type="slidenum">
              <a:rPr lang="en-US" smtClean="0"/>
              <a:pPr/>
              <a:t>31</a:t>
            </a:fld>
            <a:r>
              <a:rPr lang="en-GB"/>
              <a:t>/63</a:t>
            </a:r>
            <a:endParaRPr lang="en-US" dirty="0"/>
          </a:p>
        </p:txBody>
      </p:sp>
    </p:spTree>
    <p:extLst>
      <p:ext uri="{BB962C8B-B14F-4D97-AF65-F5344CB8AC3E}">
        <p14:creationId xmlns:p14="http://schemas.microsoft.com/office/powerpoint/2010/main" val="3453266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0F3388-1A1E-BBBC-0F9E-D4170D81CE1F}"/>
              </a:ext>
            </a:extLst>
          </p:cNvPr>
          <p:cNvSpPr>
            <a:spLocks noGrp="1"/>
          </p:cNvSpPr>
          <p:nvPr>
            <p:ph sz="quarter" idx="1"/>
          </p:nvPr>
        </p:nvSpPr>
        <p:spPr>
          <a:xfrm>
            <a:off x="588912" y="1625871"/>
            <a:ext cx="4967465" cy="4626253"/>
          </a:xfrm>
        </p:spPr>
        <p:txBody>
          <a:bodyPr>
            <a:noAutofit/>
          </a:bodyPr>
          <a:lstStyle/>
          <a:p>
            <a:pPr>
              <a:spcBef>
                <a:spcPts val="600"/>
              </a:spcBef>
            </a:pPr>
            <a:r>
              <a:rPr lang="en-US" altLang="ko-KR" sz="1400" b="1" dirty="0">
                <a:solidFill>
                  <a:schemeClr val="tx1">
                    <a:lumMod val="75000"/>
                    <a:lumOff val="25000"/>
                  </a:schemeClr>
                </a:solidFill>
              </a:rPr>
              <a:t>Variable</a:t>
            </a:r>
            <a:r>
              <a:rPr lang="en-US" altLang="ko-KR" sz="1400" dirty="0">
                <a:solidFill>
                  <a:schemeClr val="tx1">
                    <a:lumMod val="75000"/>
                    <a:lumOff val="25000"/>
                  </a:schemeClr>
                </a:solidFill>
              </a:rPr>
              <a:t> </a:t>
            </a:r>
            <a:r>
              <a:rPr lang="en-GB" sz="1400" dirty="0">
                <a:solidFill>
                  <a:schemeClr val="tx1">
                    <a:lumMod val="75000"/>
                    <a:lumOff val="25000"/>
                  </a:schemeClr>
                </a:solidFill>
              </a:rPr>
              <a:t>is a property or characteristic measured in the population of individuals or objects</a:t>
            </a:r>
          </a:p>
          <a:p>
            <a:pPr>
              <a:spcBef>
                <a:spcPts val="600"/>
              </a:spcBef>
            </a:pPr>
            <a:r>
              <a:rPr lang="en-GB" sz="1400" b="1" dirty="0">
                <a:solidFill>
                  <a:schemeClr val="tx1">
                    <a:lumMod val="75000"/>
                    <a:lumOff val="25000"/>
                  </a:schemeClr>
                </a:solidFill>
              </a:rPr>
              <a:t>Qualitative variables </a:t>
            </a:r>
            <a:r>
              <a:rPr lang="en-GB" sz="1400" dirty="0">
                <a:solidFill>
                  <a:schemeClr val="tx1">
                    <a:lumMod val="75000"/>
                    <a:lumOff val="25000"/>
                  </a:schemeClr>
                </a:solidFill>
              </a:rPr>
              <a:t>- they measure non-numeric qualities. </a:t>
            </a:r>
          </a:p>
          <a:p>
            <a:pPr lvl="1">
              <a:spcBef>
                <a:spcPts val="600"/>
              </a:spcBef>
            </a:pPr>
            <a:r>
              <a:rPr lang="en-GB" sz="1400" b="1" dirty="0">
                <a:solidFill>
                  <a:schemeClr val="tx1">
                    <a:lumMod val="75000"/>
                    <a:lumOff val="25000"/>
                  </a:schemeClr>
                </a:solidFill>
              </a:rPr>
              <a:t>Nominals</a:t>
            </a:r>
            <a:r>
              <a:rPr lang="en-GB" sz="1400" dirty="0">
                <a:solidFill>
                  <a:schemeClr val="tx1">
                    <a:lumMod val="75000"/>
                    <a:lumOff val="25000"/>
                  </a:schemeClr>
                </a:solidFill>
              </a:rPr>
              <a:t>: There is no natural order between its categories. Example: The hair colour or the gender.</a:t>
            </a:r>
          </a:p>
          <a:p>
            <a:pPr lvl="1">
              <a:spcBef>
                <a:spcPts val="600"/>
              </a:spcBef>
            </a:pPr>
            <a:r>
              <a:rPr lang="en-GB" sz="1400" b="1" dirty="0">
                <a:solidFill>
                  <a:schemeClr val="tx1">
                    <a:lumMod val="75000"/>
                    <a:lumOff val="25000"/>
                  </a:schemeClr>
                </a:solidFill>
              </a:rPr>
              <a:t>Ordinals</a:t>
            </a:r>
            <a:r>
              <a:rPr lang="en-GB" sz="1400" dirty="0">
                <a:solidFill>
                  <a:schemeClr val="tx1">
                    <a:lumMod val="75000"/>
                    <a:lumOff val="25000"/>
                  </a:schemeClr>
                </a:solidFill>
              </a:rPr>
              <a:t>: data are ordered groups or categories (the data can be organised in a meaningful order). Example: The education level.</a:t>
            </a:r>
          </a:p>
          <a:p>
            <a:pPr>
              <a:spcBef>
                <a:spcPts val="600"/>
              </a:spcBef>
            </a:pPr>
            <a:r>
              <a:rPr lang="en-GB" sz="1400" b="1" dirty="0">
                <a:solidFill>
                  <a:schemeClr val="tx1">
                    <a:lumMod val="75000"/>
                    <a:lumOff val="25000"/>
                  </a:schemeClr>
                </a:solidFill>
              </a:rPr>
              <a:t>Quantitative variables </a:t>
            </a:r>
            <a:r>
              <a:rPr lang="en-GB" sz="1400" dirty="0">
                <a:solidFill>
                  <a:schemeClr val="tx1">
                    <a:lumMod val="75000"/>
                    <a:lumOff val="25000"/>
                  </a:schemeClr>
                </a:solidFill>
              </a:rPr>
              <a:t>- they measure numeric quantities. </a:t>
            </a:r>
          </a:p>
          <a:p>
            <a:pPr lvl="1">
              <a:spcBef>
                <a:spcPts val="600"/>
              </a:spcBef>
            </a:pPr>
            <a:r>
              <a:rPr lang="en-GB" sz="1400" b="1" dirty="0">
                <a:solidFill>
                  <a:schemeClr val="tx1">
                    <a:lumMod val="75000"/>
                    <a:lumOff val="25000"/>
                  </a:schemeClr>
                </a:solidFill>
              </a:rPr>
              <a:t>Interval (discrete)</a:t>
            </a:r>
            <a:r>
              <a:rPr lang="en-GB" sz="1400" dirty="0">
                <a:solidFill>
                  <a:schemeClr val="tx1">
                    <a:lumMod val="75000"/>
                    <a:lumOff val="25000"/>
                  </a:schemeClr>
                </a:solidFill>
              </a:rPr>
              <a:t>:  are ordered data where the differences between the values are meaningful (usually integers). There is no absolute 0.</a:t>
            </a:r>
          </a:p>
          <a:p>
            <a:pPr marL="640080" lvl="2" indent="0">
              <a:spcBef>
                <a:spcPts val="600"/>
              </a:spcBef>
              <a:buNone/>
            </a:pPr>
            <a:r>
              <a:rPr lang="en-GB" sz="1400" dirty="0">
                <a:solidFill>
                  <a:schemeClr val="tx1">
                    <a:lumMod val="75000"/>
                    <a:lumOff val="25000"/>
                  </a:schemeClr>
                </a:solidFill>
              </a:rPr>
              <a:t>Example: The number of children in a family, temperature (0 does not mean the absence of temperature).</a:t>
            </a:r>
          </a:p>
          <a:p>
            <a:pPr lvl="1">
              <a:spcBef>
                <a:spcPts val="600"/>
              </a:spcBef>
            </a:pPr>
            <a:r>
              <a:rPr lang="en-GB" sz="1400" b="1" dirty="0">
                <a:solidFill>
                  <a:schemeClr val="tx1">
                    <a:lumMod val="75000"/>
                    <a:lumOff val="25000"/>
                  </a:schemeClr>
                </a:solidFill>
              </a:rPr>
              <a:t>Ratio (continuous)</a:t>
            </a:r>
            <a:r>
              <a:rPr lang="en-GB" sz="1400" dirty="0">
                <a:solidFill>
                  <a:schemeClr val="tx1">
                    <a:lumMod val="75000"/>
                    <a:lumOff val="25000"/>
                  </a:schemeClr>
                </a:solidFill>
              </a:rPr>
              <a:t>: Ratio is the same as interval but they can take the value of an absolute 0.</a:t>
            </a:r>
          </a:p>
          <a:p>
            <a:pPr marL="640080" lvl="2" indent="0">
              <a:lnSpc>
                <a:spcPct val="120000"/>
              </a:lnSpc>
              <a:spcBef>
                <a:spcPts val="600"/>
              </a:spcBef>
              <a:buNone/>
            </a:pPr>
            <a:r>
              <a:rPr lang="en-GB" sz="1400" dirty="0">
                <a:solidFill>
                  <a:schemeClr val="tx1">
                    <a:lumMod val="75000"/>
                    <a:lumOff val="25000"/>
                  </a:schemeClr>
                </a:solidFill>
              </a:rPr>
              <a:t>Example: The height, weight or age of a person.</a:t>
            </a:r>
          </a:p>
          <a:p>
            <a:pPr>
              <a:lnSpc>
                <a:spcPct val="120000"/>
              </a:lnSpc>
              <a:spcBef>
                <a:spcPts val="600"/>
              </a:spcBef>
            </a:pPr>
            <a:endParaRPr lang="en-GB" sz="1400" b="1" dirty="0">
              <a:solidFill>
                <a:schemeClr val="tx1">
                  <a:lumMod val="75000"/>
                  <a:lumOff val="25000"/>
                </a:schemeClr>
              </a:solidFill>
            </a:endParaRPr>
          </a:p>
        </p:txBody>
      </p:sp>
      <p:sp>
        <p:nvSpPr>
          <p:cNvPr id="6" name="Title 6">
            <a:extLst>
              <a:ext uri="{FF2B5EF4-FFF2-40B4-BE49-F238E27FC236}">
                <a16:creationId xmlns:a16="http://schemas.microsoft.com/office/drawing/2014/main" id="{4A16F888-A65D-A201-2519-249299614DAA}"/>
              </a:ext>
            </a:extLst>
          </p:cNvPr>
          <p:cNvSpPr>
            <a:spLocks noGrp="1"/>
          </p:cNvSpPr>
          <p:nvPr>
            <p:ph type="title"/>
          </p:nvPr>
        </p:nvSpPr>
        <p:spPr>
          <a:xfrm>
            <a:off x="609600" y="334516"/>
            <a:ext cx="8153400" cy="990600"/>
          </a:xfrm>
        </p:spPr>
        <p:txBody>
          <a:bodyPr>
            <a:normAutofit/>
          </a:bodyPr>
          <a:lstStyle/>
          <a:p>
            <a:pPr>
              <a:lnSpc>
                <a:spcPts val="3500"/>
              </a:lnSpc>
            </a:pPr>
            <a:r>
              <a:rPr lang="en-GB" dirty="0"/>
              <a:t>Summarise type of data</a:t>
            </a:r>
          </a:p>
        </p:txBody>
      </p:sp>
      <p:pic>
        <p:nvPicPr>
          <p:cNvPr id="12" name="Picture 11" descr="dog">
            <a:extLst>
              <a:ext uri="{FF2B5EF4-FFF2-40B4-BE49-F238E27FC236}">
                <a16:creationId xmlns:a16="http://schemas.microsoft.com/office/drawing/2014/main" id="{AABDFA86-D32B-2B7B-A38B-5A82AB91F628}"/>
              </a:ext>
            </a:extLst>
          </p:cNvPr>
          <p:cNvPicPr>
            <a:picLocks noChangeAspect="1"/>
          </p:cNvPicPr>
          <p:nvPr/>
        </p:nvPicPr>
        <p:blipFill>
          <a:blip r:embed="rId2"/>
          <a:stretch>
            <a:fillRect/>
          </a:stretch>
        </p:blipFill>
        <p:spPr>
          <a:xfrm>
            <a:off x="6885520" y="3791744"/>
            <a:ext cx="1512047" cy="2238058"/>
          </a:xfrm>
          <a:prstGeom prst="rect">
            <a:avLst/>
          </a:prstGeom>
        </p:spPr>
      </p:pic>
      <p:sp>
        <p:nvSpPr>
          <p:cNvPr id="13" name="TextBox 12">
            <a:extLst>
              <a:ext uri="{FF2B5EF4-FFF2-40B4-BE49-F238E27FC236}">
                <a16:creationId xmlns:a16="http://schemas.microsoft.com/office/drawing/2014/main" id="{74FA8014-D958-AA96-068D-D14CDE7859DE}"/>
              </a:ext>
            </a:extLst>
          </p:cNvPr>
          <p:cNvSpPr txBox="1"/>
          <p:nvPr/>
        </p:nvSpPr>
        <p:spPr>
          <a:xfrm>
            <a:off x="7355322" y="6020388"/>
            <a:ext cx="723981" cy="338554"/>
          </a:xfrm>
          <a:prstGeom prst="rect">
            <a:avLst/>
          </a:prstGeom>
          <a:noFill/>
        </p:spPr>
        <p:txBody>
          <a:bodyPr wrap="none" rtlCol="0">
            <a:spAutoFit/>
          </a:bodyPr>
          <a:lstStyle/>
          <a:p>
            <a:r>
              <a:rPr lang="en-GB" sz="1600" dirty="0">
                <a:latin typeface="+mn-lt"/>
              </a:rPr>
              <a:t>weight</a:t>
            </a:r>
          </a:p>
        </p:txBody>
      </p:sp>
      <p:sp>
        <p:nvSpPr>
          <p:cNvPr id="14" name="TextBox 13">
            <a:extLst>
              <a:ext uri="{FF2B5EF4-FFF2-40B4-BE49-F238E27FC236}">
                <a16:creationId xmlns:a16="http://schemas.microsoft.com/office/drawing/2014/main" id="{4AD2774C-40C8-9603-9E44-15E54187D371}"/>
              </a:ext>
            </a:extLst>
          </p:cNvPr>
          <p:cNvSpPr txBox="1"/>
          <p:nvPr/>
        </p:nvSpPr>
        <p:spPr>
          <a:xfrm>
            <a:off x="6174504" y="4741496"/>
            <a:ext cx="681597" cy="338554"/>
          </a:xfrm>
          <a:prstGeom prst="rect">
            <a:avLst/>
          </a:prstGeom>
          <a:noFill/>
        </p:spPr>
        <p:txBody>
          <a:bodyPr wrap="none" rtlCol="0">
            <a:spAutoFit/>
          </a:bodyPr>
          <a:lstStyle/>
          <a:p>
            <a:r>
              <a:rPr lang="en-GB" sz="1600" dirty="0">
                <a:latin typeface="+mn-lt"/>
              </a:rPr>
              <a:t>height</a:t>
            </a:r>
          </a:p>
        </p:txBody>
      </p:sp>
      <p:cxnSp>
        <p:nvCxnSpPr>
          <p:cNvPr id="17" name="Straight Arrow Connector 16">
            <a:extLst>
              <a:ext uri="{FF2B5EF4-FFF2-40B4-BE49-F238E27FC236}">
                <a16:creationId xmlns:a16="http://schemas.microsoft.com/office/drawing/2014/main" id="{28F50CEC-68A3-6EB7-8744-59E22CA02599}"/>
              </a:ext>
            </a:extLst>
          </p:cNvPr>
          <p:cNvCxnSpPr>
            <a:cxnSpLocks/>
          </p:cNvCxnSpPr>
          <p:nvPr/>
        </p:nvCxnSpPr>
        <p:spPr>
          <a:xfrm>
            <a:off x="6518708" y="5301208"/>
            <a:ext cx="26013" cy="66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683246A-EBDE-555F-8AAA-6B9B26FCB016}"/>
              </a:ext>
            </a:extLst>
          </p:cNvPr>
          <p:cNvCxnSpPr>
            <a:cxnSpLocks/>
          </p:cNvCxnSpPr>
          <p:nvPr/>
        </p:nvCxnSpPr>
        <p:spPr>
          <a:xfrm flipV="1">
            <a:off x="6515303" y="3951880"/>
            <a:ext cx="3405" cy="700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descr="different dogs in line">
            <a:extLst>
              <a:ext uri="{FF2B5EF4-FFF2-40B4-BE49-F238E27FC236}">
                <a16:creationId xmlns:a16="http://schemas.microsoft.com/office/drawing/2014/main" id="{94D5166F-C4BB-33E3-367C-7B2715EB7ED3}"/>
              </a:ext>
            </a:extLst>
          </p:cNvPr>
          <p:cNvPicPr>
            <a:picLocks noChangeAspect="1"/>
          </p:cNvPicPr>
          <p:nvPr/>
        </p:nvPicPr>
        <p:blipFill>
          <a:blip r:embed="rId3"/>
          <a:stretch>
            <a:fillRect/>
          </a:stretch>
        </p:blipFill>
        <p:spPr>
          <a:xfrm>
            <a:off x="5327898" y="1928684"/>
            <a:ext cx="3816102" cy="1103760"/>
          </a:xfrm>
          <a:prstGeom prst="rect">
            <a:avLst/>
          </a:prstGeom>
        </p:spPr>
      </p:pic>
      <p:cxnSp>
        <p:nvCxnSpPr>
          <p:cNvPr id="9" name="Straight Arrow Connector 8">
            <a:extLst>
              <a:ext uri="{FF2B5EF4-FFF2-40B4-BE49-F238E27FC236}">
                <a16:creationId xmlns:a16="http://schemas.microsoft.com/office/drawing/2014/main" id="{8895ACF2-7CD4-3588-29B2-3D91893EDD5F}"/>
              </a:ext>
            </a:extLst>
          </p:cNvPr>
          <p:cNvCxnSpPr>
            <a:cxnSpLocks/>
            <a:endCxn id="15" idx="1"/>
          </p:cNvCxnSpPr>
          <p:nvPr/>
        </p:nvCxnSpPr>
        <p:spPr>
          <a:xfrm flipV="1">
            <a:off x="5004048" y="1795148"/>
            <a:ext cx="2370061" cy="772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CC28F29-A2FE-228A-71A9-0E2B5C857AB1}"/>
              </a:ext>
            </a:extLst>
          </p:cNvPr>
          <p:cNvCxnSpPr>
            <a:cxnSpLocks/>
            <a:endCxn id="20" idx="1"/>
          </p:cNvCxnSpPr>
          <p:nvPr/>
        </p:nvCxnSpPr>
        <p:spPr>
          <a:xfrm flipV="1">
            <a:off x="5436096" y="3114156"/>
            <a:ext cx="1956667" cy="139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C87818C-D0F5-ADAF-6D48-8AB2DBA83FE4}"/>
              </a:ext>
            </a:extLst>
          </p:cNvPr>
          <p:cNvSpPr txBox="1"/>
          <p:nvPr/>
        </p:nvSpPr>
        <p:spPr>
          <a:xfrm>
            <a:off x="7374109" y="1625871"/>
            <a:ext cx="686406" cy="338554"/>
          </a:xfrm>
          <a:prstGeom prst="rect">
            <a:avLst/>
          </a:prstGeom>
          <a:noFill/>
        </p:spPr>
        <p:txBody>
          <a:bodyPr wrap="none" rtlCol="0">
            <a:spAutoFit/>
          </a:bodyPr>
          <a:lstStyle/>
          <a:p>
            <a:r>
              <a:rPr lang="en-GB" sz="1600" dirty="0">
                <a:latin typeface="+mn-lt"/>
              </a:rPr>
              <a:t>breed</a:t>
            </a:r>
          </a:p>
        </p:txBody>
      </p:sp>
      <p:sp>
        <p:nvSpPr>
          <p:cNvPr id="20" name="TextBox 19">
            <a:extLst>
              <a:ext uri="{FF2B5EF4-FFF2-40B4-BE49-F238E27FC236}">
                <a16:creationId xmlns:a16="http://schemas.microsoft.com/office/drawing/2014/main" id="{844243D2-4665-1C55-A018-8DD34FEAE2AF}"/>
              </a:ext>
            </a:extLst>
          </p:cNvPr>
          <p:cNvSpPr txBox="1"/>
          <p:nvPr/>
        </p:nvSpPr>
        <p:spPr>
          <a:xfrm>
            <a:off x="7392763" y="2944879"/>
            <a:ext cx="490840" cy="338554"/>
          </a:xfrm>
          <a:prstGeom prst="rect">
            <a:avLst/>
          </a:prstGeom>
          <a:noFill/>
        </p:spPr>
        <p:txBody>
          <a:bodyPr wrap="none" rtlCol="0">
            <a:spAutoFit/>
          </a:bodyPr>
          <a:lstStyle/>
          <a:p>
            <a:r>
              <a:rPr lang="en-GB" sz="1600" dirty="0">
                <a:latin typeface="+mn-lt"/>
              </a:rPr>
              <a:t>size</a:t>
            </a:r>
          </a:p>
        </p:txBody>
      </p:sp>
      <p:sp>
        <p:nvSpPr>
          <p:cNvPr id="10" name="Footer Placeholder 9">
            <a:extLst>
              <a:ext uri="{FF2B5EF4-FFF2-40B4-BE49-F238E27FC236}">
                <a16:creationId xmlns:a16="http://schemas.microsoft.com/office/drawing/2014/main" id="{CAB86031-7939-B9E0-6E98-CEA9C8D95D4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272E9B87-1DAC-6BAF-5A6E-C0A13BF05505}"/>
              </a:ext>
            </a:extLst>
          </p:cNvPr>
          <p:cNvSpPr>
            <a:spLocks noGrp="1"/>
          </p:cNvSpPr>
          <p:nvPr>
            <p:ph type="sldNum" sz="quarter" idx="4"/>
          </p:nvPr>
        </p:nvSpPr>
        <p:spPr/>
        <p:txBody>
          <a:bodyPr/>
          <a:lstStyle/>
          <a:p>
            <a:fld id="{9FD7ECCF-50E7-4327-B945-FA93FF7B2BEF}" type="slidenum">
              <a:rPr lang="en-US" smtClean="0"/>
              <a:pPr/>
              <a:t>32</a:t>
            </a:fld>
            <a:r>
              <a:rPr lang="en-GB"/>
              <a:t>/63</a:t>
            </a:r>
            <a:endParaRPr lang="en-US" dirty="0"/>
          </a:p>
        </p:txBody>
      </p:sp>
    </p:spTree>
    <p:extLst>
      <p:ext uri="{BB962C8B-B14F-4D97-AF65-F5344CB8AC3E}">
        <p14:creationId xmlns:p14="http://schemas.microsoft.com/office/powerpoint/2010/main" val="4089075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20D3-4205-B63D-23DA-025E672D3202}"/>
              </a:ext>
            </a:extLst>
          </p:cNvPr>
          <p:cNvSpPr>
            <a:spLocks noGrp="1"/>
          </p:cNvSpPr>
          <p:nvPr>
            <p:ph type="title"/>
          </p:nvPr>
        </p:nvSpPr>
        <p:spPr>
          <a:xfrm>
            <a:off x="323528" y="260648"/>
            <a:ext cx="8694120" cy="990600"/>
          </a:xfrm>
        </p:spPr>
        <p:txBody>
          <a:bodyPr>
            <a:normAutofit fontScale="90000"/>
          </a:bodyPr>
          <a:lstStyle/>
          <a:p>
            <a:r>
              <a:rPr lang="en-GB" dirty="0"/>
              <a:t>Summarise typical Usability Testing Data</a:t>
            </a:r>
          </a:p>
        </p:txBody>
      </p:sp>
      <p:graphicFrame>
        <p:nvGraphicFramePr>
          <p:cNvPr id="8" name="Content Placeholder 7">
            <a:extLst>
              <a:ext uri="{FF2B5EF4-FFF2-40B4-BE49-F238E27FC236}">
                <a16:creationId xmlns:a16="http://schemas.microsoft.com/office/drawing/2014/main" id="{64F57432-C1E0-8411-04BD-9A8830AFFF44}"/>
              </a:ext>
            </a:extLst>
          </p:cNvPr>
          <p:cNvGraphicFramePr>
            <a:graphicFrameLocks noGrp="1"/>
          </p:cNvGraphicFramePr>
          <p:nvPr>
            <p:ph sz="quarter" idx="1"/>
          </p:nvPr>
        </p:nvGraphicFramePr>
        <p:xfrm>
          <a:off x="126351" y="1484784"/>
          <a:ext cx="8891298" cy="49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ooter Placeholder 6">
            <a:extLst>
              <a:ext uri="{FF2B5EF4-FFF2-40B4-BE49-F238E27FC236}">
                <a16:creationId xmlns:a16="http://schemas.microsoft.com/office/drawing/2014/main" id="{EA8C9494-687E-FF54-67F7-7B027300F3E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EE93C59C-25A8-C130-0BD0-70B7BAB4F287}"/>
              </a:ext>
            </a:extLst>
          </p:cNvPr>
          <p:cNvSpPr>
            <a:spLocks noGrp="1"/>
          </p:cNvSpPr>
          <p:nvPr>
            <p:ph type="sldNum" sz="quarter" idx="4"/>
          </p:nvPr>
        </p:nvSpPr>
        <p:spPr/>
        <p:txBody>
          <a:bodyPr/>
          <a:lstStyle/>
          <a:p>
            <a:fld id="{9FD7ECCF-50E7-4327-B945-FA93FF7B2BEF}" type="slidenum">
              <a:rPr lang="en-US" smtClean="0"/>
              <a:pPr/>
              <a:t>33</a:t>
            </a:fld>
            <a:r>
              <a:rPr lang="en-GB"/>
              <a:t>/63</a:t>
            </a:r>
            <a:endParaRPr lang="en-US" dirty="0"/>
          </a:p>
        </p:txBody>
      </p:sp>
    </p:spTree>
    <p:extLst>
      <p:ext uri="{BB962C8B-B14F-4D97-AF65-F5344CB8AC3E}">
        <p14:creationId xmlns:p14="http://schemas.microsoft.com/office/powerpoint/2010/main" val="2662178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CEE2-9CFA-7F4E-A5EB-D7A0A8BAE3CD}"/>
              </a:ext>
            </a:extLst>
          </p:cNvPr>
          <p:cNvSpPr>
            <a:spLocks noGrp="1"/>
          </p:cNvSpPr>
          <p:nvPr>
            <p:ph type="title"/>
          </p:nvPr>
        </p:nvSpPr>
        <p:spPr/>
        <p:txBody>
          <a:bodyPr/>
          <a:lstStyle/>
          <a:p>
            <a:r>
              <a:rPr lang="en-GB" dirty="0"/>
              <a:t>Why Data Types are important?</a:t>
            </a:r>
          </a:p>
        </p:txBody>
      </p:sp>
      <p:sp>
        <p:nvSpPr>
          <p:cNvPr id="3" name="Content Placeholder 2">
            <a:extLst>
              <a:ext uri="{FF2B5EF4-FFF2-40B4-BE49-F238E27FC236}">
                <a16:creationId xmlns:a16="http://schemas.microsoft.com/office/drawing/2014/main" id="{EDB83C3D-607E-79A4-D3D0-344925460E3C}"/>
              </a:ext>
            </a:extLst>
          </p:cNvPr>
          <p:cNvSpPr>
            <a:spLocks noGrp="1"/>
          </p:cNvSpPr>
          <p:nvPr>
            <p:ph sz="quarter" idx="1"/>
          </p:nvPr>
        </p:nvSpPr>
        <p:spPr/>
        <p:txBody>
          <a:bodyPr>
            <a:normAutofit/>
          </a:bodyPr>
          <a:lstStyle/>
          <a:p>
            <a:r>
              <a:rPr lang="en-GB" dirty="0"/>
              <a:t>Datatypes are an important concept because </a:t>
            </a:r>
            <a:r>
              <a:rPr lang="en-GB" b="1" dirty="0"/>
              <a:t>statistical methods can only be used with certain data types</a:t>
            </a:r>
            <a:r>
              <a:rPr lang="en-GB" dirty="0"/>
              <a:t>. </a:t>
            </a:r>
          </a:p>
          <a:p>
            <a:r>
              <a:rPr lang="en-GB" dirty="0"/>
              <a:t>You have to analyse continuous data differently than categorical data otherwise it would result in a wrong analysis. </a:t>
            </a:r>
          </a:p>
          <a:p>
            <a:r>
              <a:rPr lang="en-GB" dirty="0"/>
              <a:t>Therefore knowing the types of data you are dealing with, enables you to choose the correct method of analysis.</a:t>
            </a:r>
          </a:p>
        </p:txBody>
      </p:sp>
      <p:sp>
        <p:nvSpPr>
          <p:cNvPr id="7" name="Footer Placeholder 6">
            <a:extLst>
              <a:ext uri="{FF2B5EF4-FFF2-40B4-BE49-F238E27FC236}">
                <a16:creationId xmlns:a16="http://schemas.microsoft.com/office/drawing/2014/main" id="{AD911D80-A741-7770-5E4D-5CB27ABD51E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7A6C357B-E0DF-BEF1-68DA-FD593C64DA1D}"/>
              </a:ext>
            </a:extLst>
          </p:cNvPr>
          <p:cNvSpPr>
            <a:spLocks noGrp="1"/>
          </p:cNvSpPr>
          <p:nvPr>
            <p:ph type="sldNum" sz="quarter" idx="4"/>
          </p:nvPr>
        </p:nvSpPr>
        <p:spPr/>
        <p:txBody>
          <a:bodyPr/>
          <a:lstStyle/>
          <a:p>
            <a:fld id="{9FD7ECCF-50E7-4327-B945-FA93FF7B2BEF}" type="slidenum">
              <a:rPr lang="en-US" smtClean="0"/>
              <a:pPr/>
              <a:t>34</a:t>
            </a:fld>
            <a:r>
              <a:rPr lang="en-GB"/>
              <a:t>/63</a:t>
            </a:r>
            <a:endParaRPr lang="en-US" dirty="0"/>
          </a:p>
        </p:txBody>
      </p:sp>
    </p:spTree>
    <p:extLst>
      <p:ext uri="{BB962C8B-B14F-4D97-AF65-F5344CB8AC3E}">
        <p14:creationId xmlns:p14="http://schemas.microsoft.com/office/powerpoint/2010/main" val="2773720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116632"/>
            <a:ext cx="8534400" cy="990600"/>
          </a:xfrm>
        </p:spPr>
        <p:txBody>
          <a:bodyPr>
            <a:normAutofit fontScale="90000"/>
          </a:bodyPr>
          <a:lstStyle/>
          <a:p>
            <a:pPr>
              <a:lnSpc>
                <a:spcPts val="3500"/>
              </a:lnSpc>
            </a:pPr>
            <a:r>
              <a:rPr lang="en-GB" dirty="0"/>
              <a:t>Typical statistical analysis - Measures of Central Tendency</a:t>
            </a:r>
          </a:p>
        </p:txBody>
      </p:sp>
      <p:pic>
        <p:nvPicPr>
          <p:cNvPr id="5" name="Picture 4" descr="mean median mode">
            <a:extLst>
              <a:ext uri="{FF2B5EF4-FFF2-40B4-BE49-F238E27FC236}">
                <a16:creationId xmlns:a16="http://schemas.microsoft.com/office/drawing/2014/main" id="{6C96B255-1BF8-F43D-2DB3-C75BE8658FE0}"/>
              </a:ext>
            </a:extLst>
          </p:cNvPr>
          <p:cNvPicPr>
            <a:picLocks noChangeAspect="1"/>
          </p:cNvPicPr>
          <p:nvPr/>
        </p:nvPicPr>
        <p:blipFill>
          <a:blip r:embed="rId2"/>
          <a:stretch>
            <a:fillRect/>
          </a:stretch>
        </p:blipFill>
        <p:spPr>
          <a:xfrm>
            <a:off x="5922619" y="3284984"/>
            <a:ext cx="3151333" cy="2867794"/>
          </a:xfrm>
          <a:prstGeom prst="rect">
            <a:avLst/>
          </a:prstGeom>
        </p:spPr>
      </p:pic>
      <p:pic>
        <p:nvPicPr>
          <p:cNvPr id="10" name="Picture 9" descr="normal distribution">
            <a:extLst>
              <a:ext uri="{FF2B5EF4-FFF2-40B4-BE49-F238E27FC236}">
                <a16:creationId xmlns:a16="http://schemas.microsoft.com/office/drawing/2014/main" id="{2B2A1082-8F3A-E059-EF4C-B2B3CD250865}"/>
              </a:ext>
            </a:extLst>
          </p:cNvPr>
          <p:cNvPicPr>
            <a:picLocks noChangeAspect="1"/>
          </p:cNvPicPr>
          <p:nvPr/>
        </p:nvPicPr>
        <p:blipFill>
          <a:blip r:embed="rId3"/>
          <a:stretch>
            <a:fillRect/>
          </a:stretch>
        </p:blipFill>
        <p:spPr>
          <a:xfrm>
            <a:off x="5026523" y="3284984"/>
            <a:ext cx="4117477" cy="2889565"/>
          </a:xfrm>
          <a:prstGeom prst="rect">
            <a:avLst/>
          </a:prstGeom>
        </p:spPr>
      </p:pic>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612648" y="1600200"/>
            <a:ext cx="5183488" cy="4781128"/>
          </a:xfrm>
        </p:spPr>
        <p:txBody>
          <a:bodyPr>
            <a:normAutofit fontScale="92500" lnSpcReduction="10000"/>
          </a:bodyPr>
          <a:lstStyle/>
          <a:p>
            <a:r>
              <a:rPr lang="en-GB" sz="2300" b="0" i="0" dirty="0">
                <a:solidFill>
                  <a:srgbClr val="3D3B49"/>
                </a:solidFill>
                <a:effectLst/>
              </a:rPr>
              <a:t>When we study a data set, we often want to find out </a:t>
            </a:r>
            <a:r>
              <a:rPr lang="en-GB" sz="2300" b="1" i="0" dirty="0">
                <a:solidFill>
                  <a:srgbClr val="3D3B49"/>
                </a:solidFill>
                <a:effectLst/>
              </a:rPr>
              <a:t>where the bulk of the data is located</a:t>
            </a:r>
            <a:r>
              <a:rPr lang="en-GB" sz="2300" b="0" i="0" dirty="0">
                <a:solidFill>
                  <a:srgbClr val="3D3B49"/>
                </a:solidFill>
                <a:effectLst/>
              </a:rPr>
              <a:t>. </a:t>
            </a:r>
          </a:p>
          <a:p>
            <a:r>
              <a:rPr lang="en-GB" sz="2300" b="0" i="0" dirty="0">
                <a:solidFill>
                  <a:srgbClr val="3D3B49"/>
                </a:solidFill>
                <a:effectLst/>
              </a:rPr>
              <a:t>In statistical terms, this characteristic is called the “</a:t>
            </a:r>
            <a:r>
              <a:rPr lang="en-GB" sz="2300" b="0" i="0" dirty="0">
                <a:solidFill>
                  <a:schemeClr val="accent2">
                    <a:lumMod val="75000"/>
                  </a:schemeClr>
                </a:solidFill>
                <a:effectLst/>
              </a:rPr>
              <a:t>central tendency</a:t>
            </a:r>
            <a:r>
              <a:rPr lang="en-GB" sz="2300" b="0" i="0" dirty="0">
                <a:solidFill>
                  <a:srgbClr val="3D3B49"/>
                </a:solidFill>
                <a:effectLst/>
              </a:rPr>
              <a:t>.” </a:t>
            </a:r>
          </a:p>
          <a:p>
            <a:r>
              <a:rPr lang="en-GB" sz="2300" dirty="0">
                <a:solidFill>
                  <a:srgbClr val="3D3B49"/>
                </a:solidFill>
              </a:rPr>
              <a:t>Various measures can be used to describe the central tendency of a data set, including the:</a:t>
            </a:r>
          </a:p>
          <a:p>
            <a:pPr lvl="1"/>
            <a:r>
              <a:rPr lang="en-GB" sz="2300" b="1" dirty="0">
                <a:solidFill>
                  <a:srgbClr val="3D3B49"/>
                </a:solidFill>
              </a:rPr>
              <a:t>Mode</a:t>
            </a:r>
            <a:r>
              <a:rPr lang="en-GB" sz="2300" dirty="0">
                <a:solidFill>
                  <a:srgbClr val="3D3B49"/>
                </a:solidFill>
              </a:rPr>
              <a:t> – most common value</a:t>
            </a:r>
          </a:p>
          <a:p>
            <a:pPr lvl="1"/>
            <a:r>
              <a:rPr lang="en-GB" sz="2300" b="1" dirty="0">
                <a:solidFill>
                  <a:srgbClr val="3D3B49"/>
                </a:solidFill>
              </a:rPr>
              <a:t>Median</a:t>
            </a:r>
            <a:r>
              <a:rPr lang="en-GB" sz="2300" dirty="0">
                <a:solidFill>
                  <a:srgbClr val="3D3B49"/>
                </a:solidFill>
              </a:rPr>
              <a:t> – middle – the middle value in the data set</a:t>
            </a:r>
          </a:p>
          <a:p>
            <a:pPr lvl="1"/>
            <a:r>
              <a:rPr lang="en-GB" sz="2300" b="1" dirty="0">
                <a:solidFill>
                  <a:srgbClr val="3D3B49"/>
                </a:solidFill>
              </a:rPr>
              <a:t>Mean</a:t>
            </a:r>
            <a:r>
              <a:rPr lang="en-GB" sz="2300" dirty="0">
                <a:solidFill>
                  <a:srgbClr val="3D3B49"/>
                </a:solidFill>
              </a:rPr>
              <a:t> – average - the sum of all the numbers divided by the count of the numbers</a:t>
            </a:r>
          </a:p>
        </p:txBody>
      </p:sp>
      <p:sp>
        <p:nvSpPr>
          <p:cNvPr id="13" name="Footer Placeholder 12">
            <a:extLst>
              <a:ext uri="{FF2B5EF4-FFF2-40B4-BE49-F238E27FC236}">
                <a16:creationId xmlns:a16="http://schemas.microsoft.com/office/drawing/2014/main" id="{3D49E557-B200-485A-26D4-459C20620D3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80C2B5FD-ADFE-7B59-FA89-3C063EF742F2}"/>
              </a:ext>
            </a:extLst>
          </p:cNvPr>
          <p:cNvSpPr>
            <a:spLocks noGrp="1"/>
          </p:cNvSpPr>
          <p:nvPr>
            <p:ph type="sldNum" sz="quarter" idx="4"/>
          </p:nvPr>
        </p:nvSpPr>
        <p:spPr/>
        <p:txBody>
          <a:bodyPr/>
          <a:lstStyle/>
          <a:p>
            <a:fld id="{9FD7ECCF-50E7-4327-B945-FA93FF7B2BEF}" type="slidenum">
              <a:rPr lang="en-US" smtClean="0"/>
              <a:pPr/>
              <a:t>35</a:t>
            </a:fld>
            <a:r>
              <a:rPr lang="en-GB"/>
              <a:t>/63</a:t>
            </a:r>
            <a:endParaRPr lang="en-US" dirty="0"/>
          </a:p>
        </p:txBody>
      </p:sp>
    </p:spTree>
    <p:extLst>
      <p:ext uri="{BB962C8B-B14F-4D97-AF65-F5344CB8AC3E}">
        <p14:creationId xmlns:p14="http://schemas.microsoft.com/office/powerpoint/2010/main" val="260345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AF57-D556-1D38-1AE3-5C64D882D7D2}"/>
              </a:ext>
            </a:extLst>
          </p:cNvPr>
          <p:cNvSpPr>
            <a:spLocks noGrp="1"/>
          </p:cNvSpPr>
          <p:nvPr>
            <p:ph type="title"/>
          </p:nvPr>
        </p:nvSpPr>
        <p:spPr/>
        <p:txBody>
          <a:bodyPr>
            <a:normAutofit/>
          </a:bodyPr>
          <a:lstStyle/>
          <a:p>
            <a:r>
              <a:rPr lang="en-GB" dirty="0"/>
              <a:t>Nominal Data Statistical Methods</a:t>
            </a:r>
          </a:p>
        </p:txBody>
      </p:sp>
      <p:sp>
        <p:nvSpPr>
          <p:cNvPr id="3" name="Content Placeholder 2">
            <a:extLst>
              <a:ext uri="{FF2B5EF4-FFF2-40B4-BE49-F238E27FC236}">
                <a16:creationId xmlns:a16="http://schemas.microsoft.com/office/drawing/2014/main" id="{4CD0C505-B655-0B24-7895-685DD8E70CA5}"/>
              </a:ext>
            </a:extLst>
          </p:cNvPr>
          <p:cNvSpPr>
            <a:spLocks noGrp="1"/>
          </p:cNvSpPr>
          <p:nvPr>
            <p:ph sz="quarter" idx="1"/>
          </p:nvPr>
        </p:nvSpPr>
        <p:spPr/>
        <p:txBody>
          <a:bodyPr>
            <a:normAutofit fontScale="92500"/>
          </a:bodyPr>
          <a:lstStyle/>
          <a:p>
            <a:pPr>
              <a:lnSpc>
                <a:spcPct val="110000"/>
              </a:lnSpc>
              <a:spcBef>
                <a:spcPts val="1200"/>
              </a:spcBef>
            </a:pPr>
            <a:r>
              <a:rPr lang="en-GB" dirty="0"/>
              <a:t>When you are dealing with </a:t>
            </a:r>
            <a:r>
              <a:rPr lang="en-GB" b="1" dirty="0"/>
              <a:t>nominal</a:t>
            </a:r>
            <a:r>
              <a:rPr lang="en-GB" dirty="0"/>
              <a:t> data, you collect information through:</a:t>
            </a:r>
          </a:p>
          <a:p>
            <a:pPr lvl="1">
              <a:lnSpc>
                <a:spcPct val="110000"/>
              </a:lnSpc>
              <a:spcBef>
                <a:spcPts val="1200"/>
              </a:spcBef>
            </a:pPr>
            <a:r>
              <a:rPr lang="en-GB" b="1" dirty="0"/>
              <a:t>Frequencies</a:t>
            </a:r>
            <a:r>
              <a:rPr lang="en-GB" dirty="0"/>
              <a:t>: The Frequency is the rate at which something occurs over a period of time or within a dataset.</a:t>
            </a:r>
          </a:p>
          <a:p>
            <a:pPr lvl="1">
              <a:lnSpc>
                <a:spcPct val="110000"/>
              </a:lnSpc>
              <a:spcBef>
                <a:spcPts val="1200"/>
              </a:spcBef>
            </a:pPr>
            <a:r>
              <a:rPr lang="en-GB" b="1" dirty="0"/>
              <a:t>Proportion</a:t>
            </a:r>
            <a:r>
              <a:rPr lang="en-GB" dirty="0"/>
              <a:t>: You can easily calculate the proportion by dividing the frequency by the total number of events (</a:t>
            </a:r>
            <a:r>
              <a:rPr lang="en-GB" dirty="0" err="1"/>
              <a:t>e.g</a:t>
            </a:r>
            <a:r>
              <a:rPr lang="en-GB" dirty="0"/>
              <a:t> how often something happened divided by how often it could happen)</a:t>
            </a:r>
          </a:p>
          <a:p>
            <a:pPr lvl="1">
              <a:lnSpc>
                <a:spcPct val="110000"/>
              </a:lnSpc>
              <a:spcBef>
                <a:spcPts val="1200"/>
              </a:spcBef>
            </a:pPr>
            <a:r>
              <a:rPr lang="en-GB" b="1" dirty="0"/>
              <a:t>Percentage</a:t>
            </a:r>
            <a:r>
              <a:rPr lang="en-GB" dirty="0"/>
              <a:t>.</a:t>
            </a:r>
          </a:p>
        </p:txBody>
      </p:sp>
      <p:sp>
        <p:nvSpPr>
          <p:cNvPr id="7" name="Footer Placeholder 6">
            <a:extLst>
              <a:ext uri="{FF2B5EF4-FFF2-40B4-BE49-F238E27FC236}">
                <a16:creationId xmlns:a16="http://schemas.microsoft.com/office/drawing/2014/main" id="{5ADEC8A2-1D6F-F6B8-FEB1-28C97806EED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5AE7BA2-CE8C-5824-74F5-BF5AD67971A8}"/>
              </a:ext>
            </a:extLst>
          </p:cNvPr>
          <p:cNvSpPr>
            <a:spLocks noGrp="1"/>
          </p:cNvSpPr>
          <p:nvPr>
            <p:ph type="sldNum" sz="quarter" idx="4"/>
          </p:nvPr>
        </p:nvSpPr>
        <p:spPr/>
        <p:txBody>
          <a:bodyPr/>
          <a:lstStyle/>
          <a:p>
            <a:fld id="{9FD7ECCF-50E7-4327-B945-FA93FF7B2BEF}" type="slidenum">
              <a:rPr lang="en-US" smtClean="0"/>
              <a:pPr/>
              <a:t>36</a:t>
            </a:fld>
            <a:r>
              <a:rPr lang="en-GB"/>
              <a:t>/63</a:t>
            </a:r>
            <a:endParaRPr lang="en-US" dirty="0"/>
          </a:p>
        </p:txBody>
      </p:sp>
    </p:spTree>
    <p:extLst>
      <p:ext uri="{BB962C8B-B14F-4D97-AF65-F5344CB8AC3E}">
        <p14:creationId xmlns:p14="http://schemas.microsoft.com/office/powerpoint/2010/main" val="3638788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AF57-D556-1D38-1AE3-5C64D882D7D2}"/>
              </a:ext>
            </a:extLst>
          </p:cNvPr>
          <p:cNvSpPr>
            <a:spLocks noGrp="1"/>
          </p:cNvSpPr>
          <p:nvPr>
            <p:ph type="title"/>
          </p:nvPr>
        </p:nvSpPr>
        <p:spPr>
          <a:xfrm>
            <a:off x="612648" y="228600"/>
            <a:ext cx="8279832" cy="990600"/>
          </a:xfrm>
        </p:spPr>
        <p:txBody>
          <a:bodyPr>
            <a:normAutofit fontScale="90000"/>
          </a:bodyPr>
          <a:lstStyle/>
          <a:p>
            <a:r>
              <a:rPr lang="en-GB" dirty="0"/>
              <a:t>Visualization of </a:t>
            </a:r>
            <a:r>
              <a:rPr lang="en-GB" dirty="0">
                <a:solidFill>
                  <a:schemeClr val="accent2">
                    <a:lumMod val="75000"/>
                  </a:schemeClr>
                </a:solidFill>
              </a:rPr>
              <a:t>Nominal</a:t>
            </a:r>
            <a:r>
              <a:rPr lang="en-GB" dirty="0"/>
              <a:t> Data Statistics</a:t>
            </a:r>
          </a:p>
        </p:txBody>
      </p:sp>
      <p:sp>
        <p:nvSpPr>
          <p:cNvPr id="3" name="Content Placeholder 2">
            <a:extLst>
              <a:ext uri="{FF2B5EF4-FFF2-40B4-BE49-F238E27FC236}">
                <a16:creationId xmlns:a16="http://schemas.microsoft.com/office/drawing/2014/main" id="{4CD0C505-B655-0B24-7895-685DD8E70CA5}"/>
              </a:ext>
            </a:extLst>
          </p:cNvPr>
          <p:cNvSpPr>
            <a:spLocks noGrp="1"/>
          </p:cNvSpPr>
          <p:nvPr>
            <p:ph sz="quarter" idx="1"/>
          </p:nvPr>
        </p:nvSpPr>
        <p:spPr/>
        <p:txBody>
          <a:bodyPr>
            <a:normAutofit/>
          </a:bodyPr>
          <a:lstStyle/>
          <a:p>
            <a:r>
              <a:rPr lang="en-GB" dirty="0"/>
              <a:t>Visualisation Methods: To visualise </a:t>
            </a:r>
            <a:r>
              <a:rPr lang="en-GB" dirty="0">
                <a:solidFill>
                  <a:schemeClr val="accent2">
                    <a:lumMod val="75000"/>
                  </a:schemeClr>
                </a:solidFill>
              </a:rPr>
              <a:t>nominal data </a:t>
            </a:r>
            <a:r>
              <a:rPr lang="en-GB" dirty="0"/>
              <a:t>you can use a pie chart or a bar chart.</a:t>
            </a:r>
          </a:p>
        </p:txBody>
      </p:sp>
      <p:pic>
        <p:nvPicPr>
          <p:cNvPr id="7" name="Picture 6" descr="pie chart and bar chart">
            <a:extLst>
              <a:ext uri="{FF2B5EF4-FFF2-40B4-BE49-F238E27FC236}">
                <a16:creationId xmlns:a16="http://schemas.microsoft.com/office/drawing/2014/main" id="{2E899174-0062-DBE6-1D8E-9CFEE825A3AA}"/>
              </a:ext>
            </a:extLst>
          </p:cNvPr>
          <p:cNvPicPr>
            <a:picLocks noChangeAspect="1"/>
          </p:cNvPicPr>
          <p:nvPr/>
        </p:nvPicPr>
        <p:blipFill>
          <a:blip r:embed="rId2"/>
          <a:stretch>
            <a:fillRect/>
          </a:stretch>
        </p:blipFill>
        <p:spPr>
          <a:xfrm>
            <a:off x="1538287" y="2780928"/>
            <a:ext cx="6067425" cy="3019425"/>
          </a:xfrm>
          <a:prstGeom prst="rect">
            <a:avLst/>
          </a:prstGeom>
        </p:spPr>
      </p:pic>
      <p:sp>
        <p:nvSpPr>
          <p:cNvPr id="6" name="Footer Placeholder 5">
            <a:extLst>
              <a:ext uri="{FF2B5EF4-FFF2-40B4-BE49-F238E27FC236}">
                <a16:creationId xmlns:a16="http://schemas.microsoft.com/office/drawing/2014/main" id="{5A4C06CB-9BAF-ED63-F7FD-0E46293332F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B7A8967B-6A7C-24B7-D1B7-9B57B64F86C2}"/>
              </a:ext>
            </a:extLst>
          </p:cNvPr>
          <p:cNvSpPr>
            <a:spLocks noGrp="1"/>
          </p:cNvSpPr>
          <p:nvPr>
            <p:ph type="sldNum" sz="quarter" idx="4"/>
          </p:nvPr>
        </p:nvSpPr>
        <p:spPr/>
        <p:txBody>
          <a:bodyPr/>
          <a:lstStyle/>
          <a:p>
            <a:fld id="{9FD7ECCF-50E7-4327-B945-FA93FF7B2BEF}" type="slidenum">
              <a:rPr lang="en-US" smtClean="0"/>
              <a:pPr/>
              <a:t>37</a:t>
            </a:fld>
            <a:r>
              <a:rPr lang="en-GB"/>
              <a:t>/63</a:t>
            </a:r>
            <a:endParaRPr lang="en-US" dirty="0"/>
          </a:p>
        </p:txBody>
      </p:sp>
    </p:spTree>
    <p:extLst>
      <p:ext uri="{BB962C8B-B14F-4D97-AF65-F5344CB8AC3E}">
        <p14:creationId xmlns:p14="http://schemas.microsoft.com/office/powerpoint/2010/main" val="3530429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AF57-D556-1D38-1AE3-5C64D882D7D2}"/>
              </a:ext>
            </a:extLst>
          </p:cNvPr>
          <p:cNvSpPr>
            <a:spLocks noGrp="1"/>
          </p:cNvSpPr>
          <p:nvPr>
            <p:ph type="title"/>
          </p:nvPr>
        </p:nvSpPr>
        <p:spPr/>
        <p:txBody>
          <a:bodyPr>
            <a:normAutofit/>
          </a:bodyPr>
          <a:lstStyle/>
          <a:p>
            <a:r>
              <a:rPr lang="en-GB" dirty="0"/>
              <a:t>Ordinal Data Statistical Methods</a:t>
            </a:r>
          </a:p>
        </p:txBody>
      </p:sp>
      <p:sp>
        <p:nvSpPr>
          <p:cNvPr id="3" name="Content Placeholder 2">
            <a:extLst>
              <a:ext uri="{FF2B5EF4-FFF2-40B4-BE49-F238E27FC236}">
                <a16:creationId xmlns:a16="http://schemas.microsoft.com/office/drawing/2014/main" id="{4CD0C505-B655-0B24-7895-685DD8E70CA5}"/>
              </a:ext>
            </a:extLst>
          </p:cNvPr>
          <p:cNvSpPr>
            <a:spLocks noGrp="1"/>
          </p:cNvSpPr>
          <p:nvPr>
            <p:ph sz="quarter" idx="1"/>
          </p:nvPr>
        </p:nvSpPr>
        <p:spPr/>
        <p:txBody>
          <a:bodyPr>
            <a:normAutofit/>
          </a:bodyPr>
          <a:lstStyle/>
          <a:p>
            <a:pPr algn="l"/>
            <a:r>
              <a:rPr lang="en-GB" b="0" i="0" dirty="0">
                <a:solidFill>
                  <a:srgbClr val="242424"/>
                </a:solidFill>
                <a:effectLst/>
                <a:latin typeface="source-serif-pro"/>
              </a:rPr>
              <a:t>When you are dealing with </a:t>
            </a:r>
            <a:r>
              <a:rPr lang="en-GB" b="1" i="0" dirty="0">
                <a:solidFill>
                  <a:srgbClr val="242424"/>
                </a:solidFill>
                <a:effectLst/>
                <a:latin typeface="source-serif-pro"/>
              </a:rPr>
              <a:t>ordinal</a:t>
            </a:r>
            <a:r>
              <a:rPr lang="en-GB" b="0" i="0" dirty="0">
                <a:solidFill>
                  <a:srgbClr val="242424"/>
                </a:solidFill>
                <a:effectLst/>
                <a:latin typeface="source-serif-pro"/>
              </a:rPr>
              <a:t> data, you can use the same methods like with nominal data, but you also have access to some additional tools.</a:t>
            </a:r>
          </a:p>
          <a:p>
            <a:pPr algn="l"/>
            <a:r>
              <a:rPr lang="en-GB" b="0" i="0" dirty="0">
                <a:solidFill>
                  <a:srgbClr val="242424"/>
                </a:solidFill>
                <a:effectLst/>
                <a:latin typeface="source-serif-pro"/>
              </a:rPr>
              <a:t>Therefore you can summarise your ordinal data with:</a:t>
            </a:r>
          </a:p>
          <a:p>
            <a:pPr lvl="1"/>
            <a:r>
              <a:rPr lang="en-GB" b="0" i="0" dirty="0">
                <a:solidFill>
                  <a:srgbClr val="242424"/>
                </a:solidFill>
                <a:effectLst/>
                <a:latin typeface="source-serif-pro"/>
              </a:rPr>
              <a:t>Frequencies</a:t>
            </a:r>
          </a:p>
          <a:p>
            <a:pPr lvl="1"/>
            <a:r>
              <a:rPr lang="en-GB" b="0" i="0" dirty="0">
                <a:solidFill>
                  <a:srgbClr val="242424"/>
                </a:solidFill>
                <a:effectLst/>
                <a:latin typeface="source-serif-pro"/>
              </a:rPr>
              <a:t>Proportions</a:t>
            </a:r>
          </a:p>
          <a:p>
            <a:pPr lvl="1"/>
            <a:r>
              <a:rPr lang="en-GB" b="0" i="0" dirty="0">
                <a:solidFill>
                  <a:srgbClr val="242424"/>
                </a:solidFill>
                <a:effectLst/>
                <a:latin typeface="source-serif-pro"/>
              </a:rPr>
              <a:t>Percentages</a:t>
            </a:r>
            <a:endParaRPr lang="en-GB" dirty="0">
              <a:solidFill>
                <a:srgbClr val="242424"/>
              </a:solidFill>
              <a:latin typeface="source-serif-pro"/>
            </a:endParaRPr>
          </a:p>
          <a:p>
            <a:pPr algn="l"/>
            <a:endParaRPr lang="en-GB" b="0" i="0" dirty="0">
              <a:solidFill>
                <a:srgbClr val="242424"/>
              </a:solidFill>
              <a:effectLst/>
              <a:latin typeface="source-serif-pro"/>
            </a:endParaRPr>
          </a:p>
        </p:txBody>
      </p:sp>
      <p:sp>
        <p:nvSpPr>
          <p:cNvPr id="7" name="Footer Placeholder 6">
            <a:extLst>
              <a:ext uri="{FF2B5EF4-FFF2-40B4-BE49-F238E27FC236}">
                <a16:creationId xmlns:a16="http://schemas.microsoft.com/office/drawing/2014/main" id="{E0984B2C-4F01-E8AF-B075-23282C72467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759A319C-A902-8014-8B8A-E2753EB33B08}"/>
              </a:ext>
            </a:extLst>
          </p:cNvPr>
          <p:cNvSpPr>
            <a:spLocks noGrp="1"/>
          </p:cNvSpPr>
          <p:nvPr>
            <p:ph type="sldNum" sz="quarter" idx="4"/>
          </p:nvPr>
        </p:nvSpPr>
        <p:spPr/>
        <p:txBody>
          <a:bodyPr/>
          <a:lstStyle/>
          <a:p>
            <a:fld id="{9FD7ECCF-50E7-4327-B945-FA93FF7B2BEF}" type="slidenum">
              <a:rPr lang="en-US" smtClean="0"/>
              <a:pPr/>
              <a:t>38</a:t>
            </a:fld>
            <a:r>
              <a:rPr lang="en-GB"/>
              <a:t>/63</a:t>
            </a:r>
            <a:endParaRPr lang="en-US" dirty="0"/>
          </a:p>
        </p:txBody>
      </p:sp>
    </p:spTree>
    <p:extLst>
      <p:ext uri="{BB962C8B-B14F-4D97-AF65-F5344CB8AC3E}">
        <p14:creationId xmlns:p14="http://schemas.microsoft.com/office/powerpoint/2010/main" val="17629958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AF57-D556-1D38-1AE3-5C64D882D7D2}"/>
              </a:ext>
            </a:extLst>
          </p:cNvPr>
          <p:cNvSpPr>
            <a:spLocks noGrp="1"/>
          </p:cNvSpPr>
          <p:nvPr>
            <p:ph type="title"/>
          </p:nvPr>
        </p:nvSpPr>
        <p:spPr>
          <a:xfrm>
            <a:off x="612648" y="228600"/>
            <a:ext cx="8279832" cy="990600"/>
          </a:xfrm>
        </p:spPr>
        <p:txBody>
          <a:bodyPr>
            <a:normAutofit fontScale="90000"/>
          </a:bodyPr>
          <a:lstStyle/>
          <a:p>
            <a:r>
              <a:rPr lang="en-GB" dirty="0"/>
              <a:t>Visualization of </a:t>
            </a:r>
            <a:r>
              <a:rPr lang="en-GB" dirty="0">
                <a:solidFill>
                  <a:schemeClr val="accent2">
                    <a:lumMod val="75000"/>
                  </a:schemeClr>
                </a:solidFill>
              </a:rPr>
              <a:t>Ordinal</a:t>
            </a:r>
            <a:r>
              <a:rPr lang="en-GB" dirty="0"/>
              <a:t> Data Statistics</a:t>
            </a:r>
          </a:p>
        </p:txBody>
      </p:sp>
      <p:sp>
        <p:nvSpPr>
          <p:cNvPr id="3" name="Content Placeholder 2">
            <a:extLst>
              <a:ext uri="{FF2B5EF4-FFF2-40B4-BE49-F238E27FC236}">
                <a16:creationId xmlns:a16="http://schemas.microsoft.com/office/drawing/2014/main" id="{4CD0C505-B655-0B24-7895-685DD8E70CA5}"/>
              </a:ext>
            </a:extLst>
          </p:cNvPr>
          <p:cNvSpPr>
            <a:spLocks noGrp="1"/>
          </p:cNvSpPr>
          <p:nvPr>
            <p:ph sz="quarter" idx="1"/>
          </p:nvPr>
        </p:nvSpPr>
        <p:spPr>
          <a:xfrm>
            <a:off x="612647" y="1600200"/>
            <a:ext cx="4221329" cy="4493096"/>
          </a:xfrm>
        </p:spPr>
        <p:txBody>
          <a:bodyPr>
            <a:normAutofit fontScale="92500" lnSpcReduction="20000"/>
          </a:bodyPr>
          <a:lstStyle/>
          <a:p>
            <a:pPr>
              <a:spcBef>
                <a:spcPts val="1200"/>
              </a:spcBef>
            </a:pPr>
            <a:r>
              <a:rPr lang="en-GB" dirty="0"/>
              <a:t>Visualisation Methods: To visualise </a:t>
            </a:r>
            <a:r>
              <a:rPr lang="en-GB" dirty="0">
                <a:solidFill>
                  <a:schemeClr val="accent2">
                    <a:lumMod val="75000"/>
                  </a:schemeClr>
                </a:solidFill>
              </a:rPr>
              <a:t>ordinal data </a:t>
            </a:r>
            <a:r>
              <a:rPr lang="en-GB" dirty="0"/>
              <a:t>you can use a pie chart or a bar chart.</a:t>
            </a:r>
          </a:p>
          <a:p>
            <a:pPr>
              <a:spcBef>
                <a:spcPts val="1200"/>
              </a:spcBef>
            </a:pPr>
            <a:r>
              <a:rPr lang="en-GB" b="0" i="0" dirty="0">
                <a:solidFill>
                  <a:srgbClr val="242424"/>
                </a:solidFill>
                <a:effectLst/>
                <a:latin typeface="source-serif-pro"/>
              </a:rPr>
              <a:t>Additionally, you can use </a:t>
            </a:r>
            <a:r>
              <a:rPr lang="en-GB" b="1" i="0" dirty="0">
                <a:solidFill>
                  <a:srgbClr val="242424"/>
                </a:solidFill>
                <a:effectLst/>
                <a:latin typeface="source-serif-pro"/>
              </a:rPr>
              <a:t>percentiles </a:t>
            </a:r>
            <a:r>
              <a:rPr lang="en-GB" i="0" dirty="0">
                <a:solidFill>
                  <a:srgbClr val="242424"/>
                </a:solidFill>
                <a:effectLst/>
                <a:latin typeface="source-serif-pro"/>
              </a:rPr>
              <a:t>(</a:t>
            </a:r>
            <a:r>
              <a:rPr lang="en-GB" i="1" dirty="0">
                <a:solidFill>
                  <a:srgbClr val="242424"/>
                </a:solidFill>
                <a:latin typeface="source-serif-pro"/>
              </a:rPr>
              <a:t>how users’ performance or experiences vary</a:t>
            </a:r>
            <a:r>
              <a:rPr lang="en-GB" i="0" dirty="0">
                <a:solidFill>
                  <a:srgbClr val="242424"/>
                </a:solidFill>
                <a:effectLst/>
                <a:latin typeface="source-serif-pro"/>
              </a:rPr>
              <a:t>)</a:t>
            </a:r>
            <a:r>
              <a:rPr lang="en-GB" b="0" i="0" dirty="0">
                <a:solidFill>
                  <a:srgbClr val="242424"/>
                </a:solidFill>
                <a:effectLst/>
                <a:latin typeface="source-serif-pro"/>
              </a:rPr>
              <a:t>, </a:t>
            </a:r>
            <a:r>
              <a:rPr lang="en-GB" b="1" i="0" dirty="0">
                <a:solidFill>
                  <a:srgbClr val="242424"/>
                </a:solidFill>
                <a:effectLst/>
                <a:latin typeface="source-serif-pro"/>
              </a:rPr>
              <a:t>median</a:t>
            </a:r>
            <a:r>
              <a:rPr lang="en-GB" b="0" i="0" dirty="0">
                <a:solidFill>
                  <a:srgbClr val="242424"/>
                </a:solidFill>
                <a:effectLst/>
                <a:latin typeface="source-serif-pro"/>
              </a:rPr>
              <a:t>, </a:t>
            </a:r>
            <a:r>
              <a:rPr lang="en-GB" b="1" i="0" dirty="0">
                <a:solidFill>
                  <a:srgbClr val="242424"/>
                </a:solidFill>
                <a:effectLst/>
                <a:latin typeface="source-serif-pro"/>
              </a:rPr>
              <a:t>mode</a:t>
            </a:r>
            <a:r>
              <a:rPr lang="en-GB" b="0" i="0" dirty="0">
                <a:solidFill>
                  <a:srgbClr val="242424"/>
                </a:solidFill>
                <a:effectLst/>
                <a:latin typeface="source-serif-pro"/>
              </a:rPr>
              <a:t> and the </a:t>
            </a:r>
            <a:r>
              <a:rPr lang="en-GB" b="1" i="0" dirty="0">
                <a:solidFill>
                  <a:srgbClr val="242424"/>
                </a:solidFill>
                <a:effectLst/>
                <a:latin typeface="source-serif-pro"/>
              </a:rPr>
              <a:t>interquartile range</a:t>
            </a:r>
            <a:r>
              <a:rPr lang="en-GB" b="0" i="0" dirty="0">
                <a:solidFill>
                  <a:srgbClr val="242424"/>
                </a:solidFill>
                <a:effectLst/>
                <a:latin typeface="source-serif-pro"/>
              </a:rPr>
              <a:t> (</a:t>
            </a:r>
            <a:r>
              <a:rPr lang="en-GB" b="0" i="1" dirty="0">
                <a:solidFill>
                  <a:srgbClr val="242424"/>
                </a:solidFill>
                <a:effectLst/>
                <a:latin typeface="source-serif-pro"/>
              </a:rPr>
              <a:t>the spread of the middle</a:t>
            </a:r>
            <a:r>
              <a:rPr lang="en-GB" b="0" i="0" dirty="0">
                <a:solidFill>
                  <a:srgbClr val="242424"/>
                </a:solidFill>
                <a:effectLst/>
                <a:latin typeface="source-serif-pro"/>
              </a:rPr>
              <a:t>) to summarise your data.</a:t>
            </a:r>
            <a:endParaRPr lang="en-GB" dirty="0"/>
          </a:p>
          <a:p>
            <a:pPr>
              <a:spcBef>
                <a:spcPts val="1200"/>
              </a:spcBef>
            </a:pPr>
            <a:endParaRPr lang="en-GB" dirty="0"/>
          </a:p>
        </p:txBody>
      </p:sp>
      <p:pic>
        <p:nvPicPr>
          <p:cNvPr id="7" name="Picture 6" descr="pie chart and bar chart">
            <a:extLst>
              <a:ext uri="{FF2B5EF4-FFF2-40B4-BE49-F238E27FC236}">
                <a16:creationId xmlns:a16="http://schemas.microsoft.com/office/drawing/2014/main" id="{2E899174-0062-DBE6-1D8E-9CFEE825A3AA}"/>
              </a:ext>
            </a:extLst>
          </p:cNvPr>
          <p:cNvPicPr>
            <a:picLocks noChangeAspect="1"/>
          </p:cNvPicPr>
          <p:nvPr/>
        </p:nvPicPr>
        <p:blipFill>
          <a:blip r:embed="rId3"/>
          <a:stretch>
            <a:fillRect/>
          </a:stretch>
        </p:blipFill>
        <p:spPr>
          <a:xfrm>
            <a:off x="5725981" y="1496199"/>
            <a:ext cx="2160240" cy="1075033"/>
          </a:xfrm>
          <a:prstGeom prst="rect">
            <a:avLst/>
          </a:prstGeom>
        </p:spPr>
      </p:pic>
      <p:pic>
        <p:nvPicPr>
          <p:cNvPr id="8" name="Picture 7" descr="Percentiles : 80% of people is slower than you in making first click (they did the first click within below 15secs from the start of the task)&#10;">
            <a:extLst>
              <a:ext uri="{FF2B5EF4-FFF2-40B4-BE49-F238E27FC236}">
                <a16:creationId xmlns:a16="http://schemas.microsoft.com/office/drawing/2014/main" id="{C743462F-F89F-447E-370A-B4976428C263}"/>
              </a:ext>
            </a:extLst>
          </p:cNvPr>
          <p:cNvPicPr>
            <a:picLocks noChangeAspect="1"/>
          </p:cNvPicPr>
          <p:nvPr/>
        </p:nvPicPr>
        <p:blipFill>
          <a:blip r:embed="rId4"/>
          <a:stretch>
            <a:fillRect/>
          </a:stretch>
        </p:blipFill>
        <p:spPr>
          <a:xfrm>
            <a:off x="5725981" y="3044666"/>
            <a:ext cx="2592288" cy="768667"/>
          </a:xfrm>
          <a:prstGeom prst="rect">
            <a:avLst/>
          </a:prstGeom>
        </p:spPr>
      </p:pic>
      <p:sp>
        <p:nvSpPr>
          <p:cNvPr id="10" name="TextBox 9">
            <a:extLst>
              <a:ext uri="{FF2B5EF4-FFF2-40B4-BE49-F238E27FC236}">
                <a16:creationId xmlns:a16="http://schemas.microsoft.com/office/drawing/2014/main" id="{D3995E9C-C549-8308-9D56-175A68C82F2E}"/>
              </a:ext>
            </a:extLst>
          </p:cNvPr>
          <p:cNvSpPr txBox="1"/>
          <p:nvPr/>
        </p:nvSpPr>
        <p:spPr>
          <a:xfrm>
            <a:off x="4815167" y="2569623"/>
            <a:ext cx="4221329" cy="646331"/>
          </a:xfrm>
          <a:prstGeom prst="rect">
            <a:avLst/>
          </a:prstGeom>
          <a:noFill/>
        </p:spPr>
        <p:txBody>
          <a:bodyPr wrap="square" rtlCol="0">
            <a:spAutoFit/>
          </a:bodyPr>
          <a:lstStyle/>
          <a:p>
            <a:r>
              <a:rPr lang="en-GB" sz="1200" b="1" dirty="0">
                <a:latin typeface="+mn-lt"/>
              </a:rPr>
              <a:t>Percentiles</a:t>
            </a:r>
            <a:r>
              <a:rPr lang="en-GB" sz="1200" dirty="0">
                <a:latin typeface="+mn-lt"/>
              </a:rPr>
              <a:t> : 80% of people is slower than you in making first click (they did the first click within below 15secs from the start of the task)</a:t>
            </a:r>
          </a:p>
        </p:txBody>
      </p:sp>
      <p:pic>
        <p:nvPicPr>
          <p:cNvPr id="19" name="Picture 18" descr="Standard Normal distribution and interquartile range ">
            <a:extLst>
              <a:ext uri="{FF2B5EF4-FFF2-40B4-BE49-F238E27FC236}">
                <a16:creationId xmlns:a16="http://schemas.microsoft.com/office/drawing/2014/main" id="{540537BA-AD7F-1F04-C64F-2F7CEBA6AB7B}"/>
              </a:ext>
            </a:extLst>
          </p:cNvPr>
          <p:cNvPicPr>
            <a:picLocks noChangeAspect="1"/>
          </p:cNvPicPr>
          <p:nvPr/>
        </p:nvPicPr>
        <p:blipFill>
          <a:blip r:embed="rId5"/>
          <a:stretch>
            <a:fillRect/>
          </a:stretch>
        </p:blipFill>
        <p:spPr>
          <a:xfrm>
            <a:off x="5371340" y="3875381"/>
            <a:ext cx="3160013" cy="2875736"/>
          </a:xfrm>
          <a:prstGeom prst="rect">
            <a:avLst/>
          </a:prstGeom>
        </p:spPr>
      </p:pic>
      <p:sp>
        <p:nvSpPr>
          <p:cNvPr id="22" name="Footer Placeholder 21">
            <a:extLst>
              <a:ext uri="{FF2B5EF4-FFF2-40B4-BE49-F238E27FC236}">
                <a16:creationId xmlns:a16="http://schemas.microsoft.com/office/drawing/2014/main" id="{BADF7D4D-8227-4199-4695-229C178F695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3" name="Slide Number Placeholder 22">
            <a:extLst>
              <a:ext uri="{FF2B5EF4-FFF2-40B4-BE49-F238E27FC236}">
                <a16:creationId xmlns:a16="http://schemas.microsoft.com/office/drawing/2014/main" id="{A8600717-952E-6BE0-A9A1-665632E6766C}"/>
              </a:ext>
            </a:extLst>
          </p:cNvPr>
          <p:cNvSpPr>
            <a:spLocks noGrp="1"/>
          </p:cNvSpPr>
          <p:nvPr>
            <p:ph type="sldNum" sz="quarter" idx="4"/>
          </p:nvPr>
        </p:nvSpPr>
        <p:spPr/>
        <p:txBody>
          <a:bodyPr/>
          <a:lstStyle/>
          <a:p>
            <a:fld id="{9FD7ECCF-50E7-4327-B945-FA93FF7B2BEF}" type="slidenum">
              <a:rPr lang="en-US" smtClean="0"/>
              <a:pPr/>
              <a:t>39</a:t>
            </a:fld>
            <a:r>
              <a:rPr lang="en-GB"/>
              <a:t>/63</a:t>
            </a:r>
            <a:endParaRPr lang="en-US" dirty="0"/>
          </a:p>
        </p:txBody>
      </p:sp>
    </p:spTree>
    <p:extLst>
      <p:ext uri="{BB962C8B-B14F-4D97-AF65-F5344CB8AC3E}">
        <p14:creationId xmlns:p14="http://schemas.microsoft.com/office/powerpoint/2010/main" val="3611370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AF57-D556-1D38-1AE3-5C64D882D7D2}"/>
              </a:ext>
            </a:extLst>
          </p:cNvPr>
          <p:cNvSpPr>
            <a:spLocks noGrp="1"/>
          </p:cNvSpPr>
          <p:nvPr>
            <p:ph type="title"/>
          </p:nvPr>
        </p:nvSpPr>
        <p:spPr/>
        <p:txBody>
          <a:bodyPr>
            <a:normAutofit fontScale="90000"/>
          </a:bodyPr>
          <a:lstStyle/>
          <a:p>
            <a:r>
              <a:rPr lang="en-GB" dirty="0"/>
              <a:t>Interval/Ratio Data Statistical Methods</a:t>
            </a:r>
          </a:p>
        </p:txBody>
      </p:sp>
      <p:sp>
        <p:nvSpPr>
          <p:cNvPr id="3" name="Content Placeholder 2">
            <a:extLst>
              <a:ext uri="{FF2B5EF4-FFF2-40B4-BE49-F238E27FC236}">
                <a16:creationId xmlns:a16="http://schemas.microsoft.com/office/drawing/2014/main" id="{4CD0C505-B655-0B24-7895-685DD8E70CA5}"/>
              </a:ext>
            </a:extLst>
          </p:cNvPr>
          <p:cNvSpPr>
            <a:spLocks noGrp="1"/>
          </p:cNvSpPr>
          <p:nvPr>
            <p:ph sz="quarter" idx="1"/>
          </p:nvPr>
        </p:nvSpPr>
        <p:spPr/>
        <p:txBody>
          <a:bodyPr>
            <a:normAutofit/>
          </a:bodyPr>
          <a:lstStyle/>
          <a:p>
            <a:r>
              <a:rPr lang="en-GB" b="0" i="0" dirty="0">
                <a:solidFill>
                  <a:srgbClr val="242424"/>
                </a:solidFill>
                <a:effectLst/>
                <a:latin typeface="source-serif-pro"/>
              </a:rPr>
              <a:t>When you are dealing with continuous data, you can use the most methods to describe your data. You can summarise your data using percentiles, median, interquartile range, mean, mode, standard deviation, and range.</a:t>
            </a:r>
            <a:endParaRPr lang="en-GB" dirty="0"/>
          </a:p>
        </p:txBody>
      </p:sp>
      <p:sp>
        <p:nvSpPr>
          <p:cNvPr id="7" name="Footer Placeholder 6">
            <a:extLst>
              <a:ext uri="{FF2B5EF4-FFF2-40B4-BE49-F238E27FC236}">
                <a16:creationId xmlns:a16="http://schemas.microsoft.com/office/drawing/2014/main" id="{9CA20679-9E5C-ACDA-A920-BFB0D879665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32D97522-2053-B684-5B9D-E9963419A33F}"/>
              </a:ext>
            </a:extLst>
          </p:cNvPr>
          <p:cNvSpPr>
            <a:spLocks noGrp="1"/>
          </p:cNvSpPr>
          <p:nvPr>
            <p:ph type="sldNum" sz="quarter" idx="4"/>
          </p:nvPr>
        </p:nvSpPr>
        <p:spPr/>
        <p:txBody>
          <a:bodyPr/>
          <a:lstStyle/>
          <a:p>
            <a:fld id="{9FD7ECCF-50E7-4327-B945-FA93FF7B2BEF}" type="slidenum">
              <a:rPr lang="en-US" smtClean="0"/>
              <a:pPr/>
              <a:t>40</a:t>
            </a:fld>
            <a:r>
              <a:rPr lang="en-GB"/>
              <a:t>/63</a:t>
            </a:r>
            <a:endParaRPr lang="en-US" dirty="0"/>
          </a:p>
        </p:txBody>
      </p:sp>
    </p:spTree>
    <p:extLst>
      <p:ext uri="{BB962C8B-B14F-4D97-AF65-F5344CB8AC3E}">
        <p14:creationId xmlns:p14="http://schemas.microsoft.com/office/powerpoint/2010/main" val="2849887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AF57-D556-1D38-1AE3-5C64D882D7D2}"/>
              </a:ext>
            </a:extLst>
          </p:cNvPr>
          <p:cNvSpPr>
            <a:spLocks noGrp="1"/>
          </p:cNvSpPr>
          <p:nvPr>
            <p:ph type="title"/>
          </p:nvPr>
        </p:nvSpPr>
        <p:spPr>
          <a:xfrm>
            <a:off x="395536" y="278160"/>
            <a:ext cx="8640960" cy="990600"/>
          </a:xfrm>
        </p:spPr>
        <p:txBody>
          <a:bodyPr>
            <a:noAutofit/>
          </a:bodyPr>
          <a:lstStyle/>
          <a:p>
            <a:r>
              <a:rPr lang="en-GB" sz="3600" dirty="0"/>
              <a:t>Visualization of Interval/Ratio Data Statistics</a:t>
            </a:r>
          </a:p>
        </p:txBody>
      </p:sp>
      <p:sp>
        <p:nvSpPr>
          <p:cNvPr id="3" name="Content Placeholder 2">
            <a:extLst>
              <a:ext uri="{FF2B5EF4-FFF2-40B4-BE49-F238E27FC236}">
                <a16:creationId xmlns:a16="http://schemas.microsoft.com/office/drawing/2014/main" id="{4CD0C505-B655-0B24-7895-685DD8E70CA5}"/>
              </a:ext>
            </a:extLst>
          </p:cNvPr>
          <p:cNvSpPr>
            <a:spLocks noGrp="1"/>
          </p:cNvSpPr>
          <p:nvPr>
            <p:ph sz="quarter" idx="1"/>
          </p:nvPr>
        </p:nvSpPr>
        <p:spPr>
          <a:xfrm>
            <a:off x="612648" y="1600200"/>
            <a:ext cx="8153400" cy="2187538"/>
          </a:xfrm>
        </p:spPr>
        <p:txBody>
          <a:bodyPr>
            <a:normAutofit fontScale="85000" lnSpcReduction="20000"/>
          </a:bodyPr>
          <a:lstStyle/>
          <a:p>
            <a:r>
              <a:rPr lang="en-GB" b="0" i="0" dirty="0">
                <a:solidFill>
                  <a:srgbClr val="242424"/>
                </a:solidFill>
                <a:effectLst/>
                <a:latin typeface="source-serif-pro"/>
              </a:rPr>
              <a:t>To visualise continuous (</a:t>
            </a:r>
            <a:r>
              <a:rPr lang="en-GB" sz="3200" dirty="0"/>
              <a:t>Interval/Ratio)</a:t>
            </a:r>
            <a:r>
              <a:rPr lang="en-GB" b="0" i="0" dirty="0">
                <a:solidFill>
                  <a:srgbClr val="242424"/>
                </a:solidFill>
                <a:effectLst/>
                <a:latin typeface="source-serif-pro"/>
              </a:rPr>
              <a:t> data, you can use a histogram or a box-plot. </a:t>
            </a:r>
          </a:p>
          <a:p>
            <a:r>
              <a:rPr lang="en-GB" b="0" i="0" dirty="0">
                <a:solidFill>
                  <a:srgbClr val="242424"/>
                </a:solidFill>
                <a:effectLst/>
                <a:latin typeface="source-serif-pro"/>
              </a:rPr>
              <a:t>With a histogram, you can check the central tendency, variability, modality, and kurtosis of a distribution. </a:t>
            </a:r>
          </a:p>
          <a:p>
            <a:r>
              <a:rPr lang="en-GB" b="0" i="0" dirty="0">
                <a:solidFill>
                  <a:srgbClr val="242424"/>
                </a:solidFill>
                <a:effectLst/>
                <a:latin typeface="source-serif-pro"/>
              </a:rPr>
              <a:t>Note that a histogram can’t show you if you have any outliers. This is why we also use box-plots.</a:t>
            </a:r>
            <a:endParaRPr lang="en-GB" dirty="0"/>
          </a:p>
        </p:txBody>
      </p:sp>
      <p:pic>
        <p:nvPicPr>
          <p:cNvPr id="10" name="Picture 9" descr="BoxPlot and Histogram">
            <a:extLst>
              <a:ext uri="{FF2B5EF4-FFF2-40B4-BE49-F238E27FC236}">
                <a16:creationId xmlns:a16="http://schemas.microsoft.com/office/drawing/2014/main" id="{E033C36D-46AA-F83D-3060-B26285880750}"/>
              </a:ext>
            </a:extLst>
          </p:cNvPr>
          <p:cNvPicPr>
            <a:picLocks noChangeAspect="1"/>
          </p:cNvPicPr>
          <p:nvPr/>
        </p:nvPicPr>
        <p:blipFill>
          <a:blip r:embed="rId2"/>
          <a:stretch>
            <a:fillRect/>
          </a:stretch>
        </p:blipFill>
        <p:spPr>
          <a:xfrm>
            <a:off x="1786861" y="3787738"/>
            <a:ext cx="5570277" cy="2496659"/>
          </a:xfrm>
          <a:prstGeom prst="rect">
            <a:avLst/>
          </a:prstGeom>
        </p:spPr>
      </p:pic>
      <p:sp>
        <p:nvSpPr>
          <p:cNvPr id="6" name="Footer Placeholder 5">
            <a:extLst>
              <a:ext uri="{FF2B5EF4-FFF2-40B4-BE49-F238E27FC236}">
                <a16:creationId xmlns:a16="http://schemas.microsoft.com/office/drawing/2014/main" id="{5C78DB8B-7111-996E-E9F0-CFBB94EAF2D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B78A3EDE-B63C-6D86-98C8-BE2995EB2A5C}"/>
              </a:ext>
            </a:extLst>
          </p:cNvPr>
          <p:cNvSpPr>
            <a:spLocks noGrp="1"/>
          </p:cNvSpPr>
          <p:nvPr>
            <p:ph type="sldNum" sz="quarter" idx="4"/>
          </p:nvPr>
        </p:nvSpPr>
        <p:spPr/>
        <p:txBody>
          <a:bodyPr/>
          <a:lstStyle/>
          <a:p>
            <a:fld id="{9FD7ECCF-50E7-4327-B945-FA93FF7B2BEF}" type="slidenum">
              <a:rPr lang="en-US" smtClean="0"/>
              <a:pPr/>
              <a:t>41</a:t>
            </a:fld>
            <a:r>
              <a:rPr lang="en-GB"/>
              <a:t>/63</a:t>
            </a:r>
            <a:endParaRPr lang="en-US" dirty="0"/>
          </a:p>
        </p:txBody>
      </p:sp>
    </p:spTree>
    <p:extLst>
      <p:ext uri="{BB962C8B-B14F-4D97-AF65-F5344CB8AC3E}">
        <p14:creationId xmlns:p14="http://schemas.microsoft.com/office/powerpoint/2010/main" val="4182606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415" y="197754"/>
            <a:ext cx="8712968" cy="854982"/>
          </a:xfrm>
        </p:spPr>
        <p:txBody>
          <a:bodyPr>
            <a:noAutofit/>
          </a:bodyPr>
          <a:lstStyle/>
          <a:p>
            <a:pPr>
              <a:lnSpc>
                <a:spcPts val="3000"/>
              </a:lnSpc>
            </a:pPr>
            <a:r>
              <a:rPr lang="en-GB" sz="4000" dirty="0"/>
              <a:t>What data do we collect in usability testing studies?</a:t>
            </a:r>
          </a:p>
        </p:txBody>
      </p:sp>
      <p:sp>
        <p:nvSpPr>
          <p:cNvPr id="3" name="Content Placeholder 2"/>
          <p:cNvSpPr>
            <a:spLocks noGrp="1"/>
          </p:cNvSpPr>
          <p:nvPr>
            <p:ph sz="quarter" idx="2"/>
          </p:nvPr>
        </p:nvSpPr>
        <p:spPr>
          <a:xfrm>
            <a:off x="609600" y="2708920"/>
            <a:ext cx="3886200" cy="3310880"/>
          </a:xfrm>
        </p:spPr>
        <p:txBody>
          <a:bodyPr>
            <a:noAutofit/>
          </a:bodyPr>
          <a:lstStyle/>
          <a:p>
            <a:pPr marL="0" indent="0">
              <a:spcBef>
                <a:spcPts val="600"/>
              </a:spcBef>
              <a:spcAft>
                <a:spcPts val="600"/>
              </a:spcAft>
              <a:buNone/>
            </a:pPr>
            <a:r>
              <a:rPr lang="en-GB" sz="2200" u="sng" dirty="0"/>
              <a:t>Objective measure of behaviour</a:t>
            </a:r>
            <a:r>
              <a:rPr lang="en-GB" sz="2200" dirty="0"/>
              <a:t>, such as time, counts, rates of observed behaviour elements</a:t>
            </a:r>
          </a:p>
          <a:p>
            <a:pPr marL="0" indent="0">
              <a:spcBef>
                <a:spcPts val="600"/>
              </a:spcBef>
              <a:spcAft>
                <a:spcPts val="600"/>
              </a:spcAft>
              <a:buNone/>
            </a:pPr>
            <a:r>
              <a:rPr lang="en-GB" sz="2200" dirty="0"/>
              <a:t>This data comes from system logs, observation either of the live test or review of the video recording after the test has been completed</a:t>
            </a:r>
          </a:p>
          <a:p>
            <a:pPr>
              <a:spcBef>
                <a:spcPts val="600"/>
              </a:spcBef>
              <a:spcAft>
                <a:spcPts val="600"/>
              </a:spcAft>
            </a:pPr>
            <a:endParaRPr lang="en-GB" sz="2200" dirty="0"/>
          </a:p>
        </p:txBody>
      </p:sp>
      <p:sp>
        <p:nvSpPr>
          <p:cNvPr id="9" name="Content Placeholder 8">
            <a:extLst>
              <a:ext uri="{FF2B5EF4-FFF2-40B4-BE49-F238E27FC236}">
                <a16:creationId xmlns:a16="http://schemas.microsoft.com/office/drawing/2014/main" id="{848B2622-1A7D-CE35-8655-9396186DD001}"/>
              </a:ext>
            </a:extLst>
          </p:cNvPr>
          <p:cNvSpPr>
            <a:spLocks noGrp="1"/>
          </p:cNvSpPr>
          <p:nvPr>
            <p:ph sz="quarter" idx="4"/>
          </p:nvPr>
        </p:nvSpPr>
        <p:spPr>
          <a:xfrm>
            <a:off x="4800600" y="2708920"/>
            <a:ext cx="3886200" cy="3310880"/>
          </a:xfrm>
        </p:spPr>
        <p:txBody>
          <a:bodyPr>
            <a:normAutofit/>
          </a:bodyPr>
          <a:lstStyle/>
          <a:p>
            <a:pPr marL="0" indent="0">
              <a:spcBef>
                <a:spcPts val="600"/>
              </a:spcBef>
              <a:spcAft>
                <a:spcPts val="600"/>
              </a:spcAft>
              <a:buNone/>
            </a:pPr>
            <a:r>
              <a:rPr lang="en-GB" sz="2200" u="sng" dirty="0"/>
              <a:t>Subjective data</a:t>
            </a:r>
            <a:r>
              <a:rPr lang="en-GB" sz="2200" dirty="0"/>
              <a:t> that measures the participant’s </a:t>
            </a:r>
            <a:r>
              <a:rPr lang="en-GB" sz="2200" u="sng" dirty="0"/>
              <a:t>feelings</a:t>
            </a:r>
            <a:r>
              <a:rPr lang="en-GB" sz="2200" dirty="0"/>
              <a:t> or </a:t>
            </a:r>
            <a:r>
              <a:rPr lang="en-GB" sz="2200" u="sng" dirty="0"/>
              <a:t>opinion</a:t>
            </a:r>
            <a:r>
              <a:rPr lang="en-GB" sz="2200" dirty="0"/>
              <a:t> of the product</a:t>
            </a:r>
          </a:p>
          <a:p>
            <a:pPr marL="0" indent="0">
              <a:spcBef>
                <a:spcPts val="600"/>
              </a:spcBef>
              <a:spcAft>
                <a:spcPts val="600"/>
              </a:spcAft>
              <a:buNone/>
            </a:pPr>
            <a:r>
              <a:rPr lang="en-GB" sz="2200" dirty="0"/>
              <a:t>This data is collected via written, oral or even online questionnaires or through  debriefing</a:t>
            </a:r>
          </a:p>
          <a:p>
            <a:endParaRPr lang="en-GB" sz="2200" dirty="0"/>
          </a:p>
        </p:txBody>
      </p:sp>
      <p:sp>
        <p:nvSpPr>
          <p:cNvPr id="7" name="Text Placeholder 6">
            <a:extLst>
              <a:ext uri="{FF2B5EF4-FFF2-40B4-BE49-F238E27FC236}">
                <a16:creationId xmlns:a16="http://schemas.microsoft.com/office/drawing/2014/main" id="{1A1EA45A-9D23-AF91-2B46-FB1E378B8903}"/>
              </a:ext>
            </a:extLst>
          </p:cNvPr>
          <p:cNvSpPr>
            <a:spLocks noGrp="1"/>
          </p:cNvSpPr>
          <p:nvPr>
            <p:ph type="body" sz="quarter" idx="1"/>
          </p:nvPr>
        </p:nvSpPr>
        <p:spPr/>
        <p:txBody>
          <a:bodyPr>
            <a:normAutofit/>
          </a:bodyPr>
          <a:lstStyle/>
          <a:p>
            <a:r>
              <a:rPr lang="en-GB" sz="2800" b="1" dirty="0"/>
              <a:t>Performance data</a:t>
            </a:r>
            <a:endParaRPr lang="en-GB" sz="2800" dirty="0"/>
          </a:p>
        </p:txBody>
      </p:sp>
      <p:sp>
        <p:nvSpPr>
          <p:cNvPr id="8" name="Text Placeholder 7">
            <a:extLst>
              <a:ext uri="{FF2B5EF4-FFF2-40B4-BE49-F238E27FC236}">
                <a16:creationId xmlns:a16="http://schemas.microsoft.com/office/drawing/2014/main" id="{12F4F451-A82A-60B5-5D2F-A35FB15B574F}"/>
              </a:ext>
            </a:extLst>
          </p:cNvPr>
          <p:cNvSpPr>
            <a:spLocks noGrp="1"/>
          </p:cNvSpPr>
          <p:nvPr>
            <p:ph type="body" sz="quarter" idx="3"/>
          </p:nvPr>
        </p:nvSpPr>
        <p:spPr/>
        <p:txBody>
          <a:bodyPr>
            <a:normAutofit/>
          </a:bodyPr>
          <a:lstStyle/>
          <a:p>
            <a:r>
              <a:rPr lang="en-GB" sz="2800" b="1" dirty="0"/>
              <a:t>Preference data</a:t>
            </a:r>
            <a:endParaRPr lang="en-GB" sz="2800" dirty="0"/>
          </a:p>
        </p:txBody>
      </p:sp>
      <p:pic>
        <p:nvPicPr>
          <p:cNvPr id="13" name="Picture 12" descr="Performance icon">
            <a:extLst>
              <a:ext uri="{FF2B5EF4-FFF2-40B4-BE49-F238E27FC236}">
                <a16:creationId xmlns:a16="http://schemas.microsoft.com/office/drawing/2014/main" id="{D2D18DFA-0A79-8E6B-7823-BF1621485506}"/>
              </a:ext>
            </a:extLst>
          </p:cNvPr>
          <p:cNvPicPr>
            <a:picLocks noChangeAspect="1"/>
          </p:cNvPicPr>
          <p:nvPr/>
        </p:nvPicPr>
        <p:blipFill>
          <a:blip r:embed="rId3"/>
          <a:stretch>
            <a:fillRect/>
          </a:stretch>
        </p:blipFill>
        <p:spPr>
          <a:xfrm>
            <a:off x="3758530" y="1636871"/>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descr="preference icon">
            <a:extLst>
              <a:ext uri="{FF2B5EF4-FFF2-40B4-BE49-F238E27FC236}">
                <a16:creationId xmlns:a16="http://schemas.microsoft.com/office/drawing/2014/main" id="{B2BF6B4C-58EA-6ABD-B108-DBCACF065B51}"/>
              </a:ext>
            </a:extLst>
          </p:cNvPr>
          <p:cNvPicPr>
            <a:picLocks noChangeAspect="1"/>
          </p:cNvPicPr>
          <p:nvPr/>
        </p:nvPicPr>
        <p:blipFill>
          <a:blip r:embed="rId4"/>
          <a:stretch>
            <a:fillRect/>
          </a:stretch>
        </p:blipFill>
        <p:spPr>
          <a:xfrm>
            <a:off x="8093762" y="1623053"/>
            <a:ext cx="881275"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Date Placeholder 10">
            <a:extLst>
              <a:ext uri="{FF2B5EF4-FFF2-40B4-BE49-F238E27FC236}">
                <a16:creationId xmlns:a16="http://schemas.microsoft.com/office/drawing/2014/main" id="{67407B00-5F6A-A5ED-B01E-6CFA6C6D3FD1}"/>
              </a:ext>
            </a:extLst>
          </p:cNvPr>
          <p:cNvSpPr>
            <a:spLocks noGrp="1"/>
          </p:cNvSpPr>
          <p:nvPr>
            <p:ph type="dt" sz="half" idx="13"/>
          </p:nvPr>
        </p:nvSpPr>
        <p:spPr/>
        <p:txBody>
          <a:bodyPr/>
          <a:lstStyle/>
          <a:p>
            <a:endParaRPr lang="en-US" dirty="0"/>
          </a:p>
        </p:txBody>
      </p:sp>
      <p:sp>
        <p:nvSpPr>
          <p:cNvPr id="12" name="Footer Placeholder 11">
            <a:extLst>
              <a:ext uri="{FF2B5EF4-FFF2-40B4-BE49-F238E27FC236}">
                <a16:creationId xmlns:a16="http://schemas.microsoft.com/office/drawing/2014/main" id="{51D4F374-7B23-C187-05EA-E338C37CD4E5}"/>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77C253A6-A385-C025-577F-0A67098FB5D7}"/>
              </a:ext>
            </a:extLst>
          </p:cNvPr>
          <p:cNvSpPr>
            <a:spLocks noGrp="1"/>
          </p:cNvSpPr>
          <p:nvPr>
            <p:ph type="sldNum" sz="quarter" idx="12"/>
          </p:nvPr>
        </p:nvSpPr>
        <p:spPr/>
        <p:txBody>
          <a:bodyPr/>
          <a:lstStyle/>
          <a:p>
            <a:fld id="{9FD7ECCF-50E7-4327-B945-FA93FF7B2BEF}" type="slidenum">
              <a:rPr lang="en-US" smtClean="0"/>
              <a:pPr/>
              <a:t>42</a:t>
            </a:fld>
            <a:r>
              <a:rPr lang="en-GB"/>
              <a:t>/63</a:t>
            </a:r>
            <a:endParaRPr lang="en-US" dirty="0"/>
          </a:p>
        </p:txBody>
      </p:sp>
    </p:spTree>
    <p:extLst>
      <p:ext uri="{BB962C8B-B14F-4D97-AF65-F5344CB8AC3E}">
        <p14:creationId xmlns:p14="http://schemas.microsoft.com/office/powerpoint/2010/main" val="389220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47151AA-6B67-F3F6-28CB-B5C0E7F5E282}"/>
              </a:ext>
            </a:extLst>
          </p:cNvPr>
          <p:cNvSpPr>
            <a:spLocks noGrp="1"/>
          </p:cNvSpPr>
          <p:nvPr>
            <p:ph type="title"/>
          </p:nvPr>
        </p:nvSpPr>
        <p:spPr>
          <a:xfrm>
            <a:off x="612648" y="107591"/>
            <a:ext cx="7415736" cy="990600"/>
          </a:xfrm>
        </p:spPr>
        <p:txBody>
          <a:bodyPr>
            <a:normAutofit fontScale="90000"/>
          </a:bodyPr>
          <a:lstStyle/>
          <a:p>
            <a:pPr>
              <a:lnSpc>
                <a:spcPts val="3500"/>
              </a:lnSpc>
            </a:pPr>
            <a:r>
              <a:rPr lang="en-GB" sz="4400" dirty="0"/>
              <a:t>What data do we collect in usability testing studies?</a:t>
            </a:r>
            <a:endParaRPr lang="en-GB" dirty="0"/>
          </a:p>
        </p:txBody>
      </p:sp>
      <p:sp>
        <p:nvSpPr>
          <p:cNvPr id="11" name="Content Placeholder 10">
            <a:extLst>
              <a:ext uri="{FF2B5EF4-FFF2-40B4-BE49-F238E27FC236}">
                <a16:creationId xmlns:a16="http://schemas.microsoft.com/office/drawing/2014/main" id="{C267D101-3DD4-7952-6DF8-4DE0167FBA5F}"/>
              </a:ext>
            </a:extLst>
          </p:cNvPr>
          <p:cNvSpPr>
            <a:spLocks noGrp="1"/>
          </p:cNvSpPr>
          <p:nvPr>
            <p:ph sz="quarter" idx="1"/>
          </p:nvPr>
        </p:nvSpPr>
        <p:spPr>
          <a:xfrm>
            <a:off x="612648" y="2392680"/>
            <a:ext cx="8153400" cy="892304"/>
          </a:xfrm>
        </p:spPr>
        <p:txBody>
          <a:bodyPr>
            <a:normAutofit fontScale="55000" lnSpcReduction="20000"/>
          </a:bodyPr>
          <a:lstStyle/>
          <a:p>
            <a:pPr marL="0" indent="0">
              <a:spcBef>
                <a:spcPts val="600"/>
              </a:spcBef>
              <a:spcAft>
                <a:spcPts val="600"/>
              </a:spcAft>
              <a:buNone/>
            </a:pPr>
            <a:r>
              <a:rPr lang="en-GB" sz="3200" dirty="0"/>
              <a:t>It is no longer good enough to design products that are easy and efficient to use. Products and services need to deliver better emotional outcomes to maintain a competitive advantage</a:t>
            </a:r>
          </a:p>
          <a:p>
            <a:endParaRPr lang="en-GB" dirty="0"/>
          </a:p>
        </p:txBody>
      </p:sp>
      <p:sp>
        <p:nvSpPr>
          <p:cNvPr id="12" name="Text Placeholder 6">
            <a:extLst>
              <a:ext uri="{FF2B5EF4-FFF2-40B4-BE49-F238E27FC236}">
                <a16:creationId xmlns:a16="http://schemas.microsoft.com/office/drawing/2014/main" id="{EB459E0B-1C1C-9E21-3CBE-C97C90888ADA}"/>
              </a:ext>
            </a:extLst>
          </p:cNvPr>
          <p:cNvSpPr txBox="1">
            <a:spLocks/>
          </p:cNvSpPr>
          <p:nvPr/>
        </p:nvSpPr>
        <p:spPr>
          <a:xfrm>
            <a:off x="609600" y="1676497"/>
            <a:ext cx="3886200" cy="640080"/>
          </a:xfrm>
          <a:prstGeom prst="rect">
            <a:avLst/>
          </a:prstGeom>
          <a:solidFill>
            <a:schemeClr val="accent2"/>
          </a:solidFill>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fontAlgn="auto">
              <a:spcAft>
                <a:spcPts val="0"/>
              </a:spcAft>
              <a:buNone/>
            </a:pPr>
            <a:r>
              <a:rPr lang="en-GB" sz="2800" b="1" dirty="0">
                <a:solidFill>
                  <a:schemeClr val="bg1"/>
                </a:solidFill>
              </a:rPr>
              <a:t>Emotions data</a:t>
            </a:r>
            <a:endParaRPr lang="en-GB" sz="2800" dirty="0">
              <a:solidFill>
                <a:schemeClr val="bg1"/>
              </a:solidFill>
            </a:endParaRPr>
          </a:p>
        </p:txBody>
      </p:sp>
      <p:graphicFrame>
        <p:nvGraphicFramePr>
          <p:cNvPr id="13" name="Table 13">
            <a:extLst>
              <a:ext uri="{FF2B5EF4-FFF2-40B4-BE49-F238E27FC236}">
                <a16:creationId xmlns:a16="http://schemas.microsoft.com/office/drawing/2014/main" id="{EFD88FD9-76F7-0687-A945-6C75774EC40E}"/>
              </a:ext>
            </a:extLst>
          </p:cNvPr>
          <p:cNvGraphicFramePr>
            <a:graphicFrameLocks noGrp="1"/>
          </p:cNvGraphicFramePr>
          <p:nvPr/>
        </p:nvGraphicFramePr>
        <p:xfrm>
          <a:off x="609600" y="3161443"/>
          <a:ext cx="8330208" cy="3041925"/>
        </p:xfrm>
        <a:graphic>
          <a:graphicData uri="http://schemas.openxmlformats.org/drawingml/2006/table">
            <a:tbl>
              <a:tblPr firstRow="1" bandRow="1">
                <a:tableStyleId>{5C22544A-7EE6-4342-B048-85BDC9FD1C3A}</a:tableStyleId>
              </a:tblPr>
              <a:tblGrid>
                <a:gridCol w="1388368">
                  <a:extLst>
                    <a:ext uri="{9D8B030D-6E8A-4147-A177-3AD203B41FA5}">
                      <a16:colId xmlns:a16="http://schemas.microsoft.com/office/drawing/2014/main" val="1134859735"/>
                    </a:ext>
                  </a:extLst>
                </a:gridCol>
                <a:gridCol w="1388368">
                  <a:extLst>
                    <a:ext uri="{9D8B030D-6E8A-4147-A177-3AD203B41FA5}">
                      <a16:colId xmlns:a16="http://schemas.microsoft.com/office/drawing/2014/main" val="513347794"/>
                    </a:ext>
                  </a:extLst>
                </a:gridCol>
                <a:gridCol w="1388368">
                  <a:extLst>
                    <a:ext uri="{9D8B030D-6E8A-4147-A177-3AD203B41FA5}">
                      <a16:colId xmlns:a16="http://schemas.microsoft.com/office/drawing/2014/main" val="1505419246"/>
                    </a:ext>
                  </a:extLst>
                </a:gridCol>
                <a:gridCol w="1388368">
                  <a:extLst>
                    <a:ext uri="{9D8B030D-6E8A-4147-A177-3AD203B41FA5}">
                      <a16:colId xmlns:a16="http://schemas.microsoft.com/office/drawing/2014/main" val="3654205537"/>
                    </a:ext>
                  </a:extLst>
                </a:gridCol>
                <a:gridCol w="1388368">
                  <a:extLst>
                    <a:ext uri="{9D8B030D-6E8A-4147-A177-3AD203B41FA5}">
                      <a16:colId xmlns:a16="http://schemas.microsoft.com/office/drawing/2014/main" val="4048377648"/>
                    </a:ext>
                  </a:extLst>
                </a:gridCol>
                <a:gridCol w="1388368">
                  <a:extLst>
                    <a:ext uri="{9D8B030D-6E8A-4147-A177-3AD203B41FA5}">
                      <a16:colId xmlns:a16="http://schemas.microsoft.com/office/drawing/2014/main" val="1355161303"/>
                    </a:ext>
                  </a:extLst>
                </a:gridCol>
              </a:tblGrid>
              <a:tr h="189949">
                <a:tc>
                  <a:txBody>
                    <a:bodyPr/>
                    <a:lstStyle/>
                    <a:p>
                      <a:pPr>
                        <a:lnSpc>
                          <a:spcPts val="1800"/>
                        </a:lnSpc>
                      </a:pPr>
                      <a:endParaRPr lang="en-GB" dirty="0"/>
                    </a:p>
                  </a:txBody>
                  <a:tcPr/>
                </a:tc>
                <a:tc>
                  <a:txBody>
                    <a:bodyPr/>
                    <a:lstStyle/>
                    <a:p>
                      <a:pPr>
                        <a:lnSpc>
                          <a:spcPts val="1800"/>
                        </a:lnSpc>
                      </a:pPr>
                      <a:r>
                        <a:rPr lang="en-GB" dirty="0"/>
                        <a:t>Self-report</a:t>
                      </a:r>
                    </a:p>
                  </a:txBody>
                  <a:tcPr/>
                </a:tc>
                <a:tc>
                  <a:txBody>
                    <a:bodyPr/>
                    <a:lstStyle/>
                    <a:p>
                      <a:pPr>
                        <a:lnSpc>
                          <a:spcPts val="1800"/>
                        </a:lnSpc>
                      </a:pPr>
                      <a:r>
                        <a:rPr lang="en-GB" dirty="0"/>
                        <a:t>eye-tracking</a:t>
                      </a:r>
                    </a:p>
                  </a:txBody>
                  <a:tcPr/>
                </a:tc>
                <a:tc>
                  <a:txBody>
                    <a:bodyPr/>
                    <a:lstStyle/>
                    <a:p>
                      <a:pPr>
                        <a:lnSpc>
                          <a:spcPts val="1800"/>
                        </a:lnSpc>
                      </a:pPr>
                      <a:r>
                        <a:rPr lang="en-GB" dirty="0"/>
                        <a:t>Galvanic skin response</a:t>
                      </a:r>
                    </a:p>
                  </a:txBody>
                  <a:tcPr/>
                </a:tc>
                <a:tc>
                  <a:txBody>
                    <a:bodyPr/>
                    <a:lstStyle/>
                    <a:p>
                      <a:pPr>
                        <a:lnSpc>
                          <a:spcPts val="1800"/>
                        </a:lnSpc>
                      </a:pPr>
                      <a:r>
                        <a:rPr lang="en-GB" dirty="0"/>
                        <a:t>Facial expressions</a:t>
                      </a:r>
                    </a:p>
                  </a:txBody>
                  <a:tcPr/>
                </a:tc>
                <a:tc>
                  <a:txBody>
                    <a:bodyPr/>
                    <a:lstStyle/>
                    <a:p>
                      <a:pPr>
                        <a:lnSpc>
                          <a:spcPts val="1800"/>
                        </a:lnSpc>
                      </a:pPr>
                      <a:r>
                        <a:rPr lang="en-GB" dirty="0"/>
                        <a:t>Verbal expressions</a:t>
                      </a:r>
                    </a:p>
                  </a:txBody>
                  <a:tcPr/>
                </a:tc>
                <a:extLst>
                  <a:ext uri="{0D108BD9-81ED-4DB2-BD59-A6C34878D82A}">
                    <a16:rowId xmlns:a16="http://schemas.microsoft.com/office/drawing/2014/main" val="1172175539"/>
                  </a:ext>
                </a:extLst>
              </a:tr>
              <a:tr h="325635">
                <a:tc>
                  <a:txBody>
                    <a:bodyPr/>
                    <a:lstStyle/>
                    <a:p>
                      <a:pPr>
                        <a:lnSpc>
                          <a:spcPts val="1800"/>
                        </a:lnSpc>
                      </a:pPr>
                      <a:r>
                        <a:rPr lang="en-GB" sz="1800" dirty="0"/>
                        <a:t>Engagement</a:t>
                      </a:r>
                      <a:endParaRPr lang="en-GB" dirty="0"/>
                    </a:p>
                  </a:txBody>
                  <a:tcPr/>
                </a:tc>
                <a:tc>
                  <a:txBody>
                    <a:bodyPr/>
                    <a:lstStyle/>
                    <a:p>
                      <a:pPr>
                        <a:lnSpc>
                          <a:spcPts val="1800"/>
                        </a:lnSpc>
                      </a:pPr>
                      <a:r>
                        <a:rPr lang="en-GB" dirty="0"/>
                        <a:t>x</a:t>
                      </a:r>
                    </a:p>
                  </a:txBody>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r>
                        <a:rPr lang="en-GB" dirty="0"/>
                        <a:t>x</a:t>
                      </a:r>
                    </a:p>
                  </a:txBody>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r>
                        <a:rPr lang="en-GB" dirty="0"/>
                        <a:t>x</a:t>
                      </a:r>
                    </a:p>
                  </a:txBody>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r>
                        <a:rPr lang="en-GB" dirty="0"/>
                        <a:t>x</a:t>
                      </a:r>
                    </a:p>
                  </a:txBody>
                  <a:tcPr/>
                </a:tc>
                <a:tc>
                  <a:txBody>
                    <a:bodyPr/>
                    <a:lstStyle/>
                    <a:p>
                      <a:pPr marL="0" marR="0" lvl="0" indent="0" algn="l" defTabSz="914400" rtl="0" eaLnBrk="1" fontAlgn="auto" latinLnBrk="0" hangingPunct="1">
                        <a:lnSpc>
                          <a:spcPts val="1800"/>
                        </a:lnSpc>
                        <a:spcBef>
                          <a:spcPts val="0"/>
                        </a:spcBef>
                        <a:spcAft>
                          <a:spcPts val="0"/>
                        </a:spcAft>
                        <a:buClrTx/>
                        <a:buSzTx/>
                        <a:buFontTx/>
                        <a:buNone/>
                        <a:tabLst/>
                        <a:defRPr/>
                      </a:pPr>
                      <a:r>
                        <a:rPr lang="en-GB" dirty="0"/>
                        <a:t>x</a:t>
                      </a:r>
                    </a:p>
                  </a:txBody>
                  <a:tcPr/>
                </a:tc>
                <a:extLst>
                  <a:ext uri="{0D108BD9-81ED-4DB2-BD59-A6C34878D82A}">
                    <a16:rowId xmlns:a16="http://schemas.microsoft.com/office/drawing/2014/main" val="1619710873"/>
                  </a:ext>
                </a:extLst>
              </a:tr>
              <a:tr h="189949">
                <a:tc>
                  <a:txBody>
                    <a:bodyPr/>
                    <a:lstStyle/>
                    <a:p>
                      <a:pPr>
                        <a:lnSpc>
                          <a:spcPts val="1800"/>
                        </a:lnSpc>
                      </a:pPr>
                      <a:r>
                        <a:rPr lang="en-GB" sz="1800" dirty="0"/>
                        <a:t>Trust</a:t>
                      </a:r>
                      <a:endParaRPr lang="en-GB" dirty="0"/>
                    </a:p>
                  </a:txBody>
                  <a:tcPr/>
                </a:tc>
                <a:tc>
                  <a:txBody>
                    <a:bodyPr/>
                    <a:lstStyle/>
                    <a:p>
                      <a:pPr>
                        <a:lnSpc>
                          <a:spcPts val="1800"/>
                        </a:lnSpc>
                      </a:pPr>
                      <a:r>
                        <a:rPr lang="en-GB" dirty="0"/>
                        <a:t>x</a:t>
                      </a:r>
                    </a:p>
                  </a:txBody>
                  <a:tcPr/>
                </a:tc>
                <a:tc>
                  <a:txBody>
                    <a:bodyPr/>
                    <a:lstStyle/>
                    <a:p>
                      <a:pPr>
                        <a:lnSpc>
                          <a:spcPts val="1800"/>
                        </a:lnSpc>
                      </a:pPr>
                      <a:endParaRPr lang="en-GB"/>
                    </a:p>
                  </a:txBody>
                  <a:tcPr/>
                </a:tc>
                <a:tc>
                  <a:txBody>
                    <a:bodyPr/>
                    <a:lstStyle/>
                    <a:p>
                      <a:pPr>
                        <a:lnSpc>
                          <a:spcPts val="1800"/>
                        </a:lnSpc>
                      </a:pPr>
                      <a:endParaRPr lang="en-GB"/>
                    </a:p>
                  </a:txBody>
                  <a:tcPr/>
                </a:tc>
                <a:tc>
                  <a:txBody>
                    <a:bodyPr/>
                    <a:lstStyle/>
                    <a:p>
                      <a:pPr>
                        <a:lnSpc>
                          <a:spcPts val="1800"/>
                        </a:lnSpc>
                      </a:pPr>
                      <a:endParaRPr lang="en-GB"/>
                    </a:p>
                  </a:txBody>
                  <a:tcPr/>
                </a:tc>
                <a:tc>
                  <a:txBody>
                    <a:bodyPr/>
                    <a:lstStyle/>
                    <a:p>
                      <a:pPr>
                        <a:lnSpc>
                          <a:spcPts val="1800"/>
                        </a:lnSpc>
                      </a:pPr>
                      <a:r>
                        <a:rPr lang="en-GB" dirty="0"/>
                        <a:t>x</a:t>
                      </a:r>
                    </a:p>
                  </a:txBody>
                  <a:tcPr/>
                </a:tc>
                <a:extLst>
                  <a:ext uri="{0D108BD9-81ED-4DB2-BD59-A6C34878D82A}">
                    <a16:rowId xmlns:a16="http://schemas.microsoft.com/office/drawing/2014/main" val="2614069461"/>
                  </a:ext>
                </a:extLst>
              </a:tr>
              <a:tr h="325635">
                <a:tc>
                  <a:txBody>
                    <a:bodyPr/>
                    <a:lstStyle/>
                    <a:p>
                      <a:pPr>
                        <a:lnSpc>
                          <a:spcPts val="1800"/>
                        </a:lnSpc>
                      </a:pPr>
                      <a:r>
                        <a:rPr lang="en-GB" sz="1800" dirty="0"/>
                        <a:t>Confidence</a:t>
                      </a:r>
                      <a:endParaRPr lang="en-GB" dirty="0"/>
                    </a:p>
                  </a:txBody>
                  <a:tcPr/>
                </a:tc>
                <a:tc>
                  <a:txBody>
                    <a:bodyPr/>
                    <a:lstStyle/>
                    <a:p>
                      <a:pPr>
                        <a:lnSpc>
                          <a:spcPts val="1800"/>
                        </a:lnSpc>
                      </a:pPr>
                      <a:r>
                        <a:rPr lang="en-GB" dirty="0"/>
                        <a:t>x</a:t>
                      </a:r>
                    </a:p>
                  </a:txBody>
                  <a:tcPr/>
                </a:tc>
                <a:tc>
                  <a:txBody>
                    <a:bodyPr/>
                    <a:lstStyle/>
                    <a:p>
                      <a:pPr>
                        <a:lnSpc>
                          <a:spcPts val="1800"/>
                        </a:lnSpc>
                      </a:pPr>
                      <a:endParaRPr lang="en-GB"/>
                    </a:p>
                  </a:txBody>
                  <a:tcPr/>
                </a:tc>
                <a:tc>
                  <a:txBody>
                    <a:bodyPr/>
                    <a:lstStyle/>
                    <a:p>
                      <a:pPr>
                        <a:lnSpc>
                          <a:spcPts val="1800"/>
                        </a:lnSpc>
                      </a:pPr>
                      <a:endParaRPr lang="en-GB"/>
                    </a:p>
                  </a:txBody>
                  <a:tcPr/>
                </a:tc>
                <a:tc>
                  <a:txBody>
                    <a:bodyPr/>
                    <a:lstStyle/>
                    <a:p>
                      <a:pPr>
                        <a:lnSpc>
                          <a:spcPts val="1800"/>
                        </a:lnSpc>
                      </a:pPr>
                      <a:endParaRPr lang="en-GB"/>
                    </a:p>
                  </a:txBody>
                  <a:tcPr/>
                </a:tc>
                <a:tc>
                  <a:txBody>
                    <a:bodyPr/>
                    <a:lstStyle/>
                    <a:p>
                      <a:pPr>
                        <a:lnSpc>
                          <a:spcPts val="1800"/>
                        </a:lnSpc>
                      </a:pPr>
                      <a:r>
                        <a:rPr lang="en-GB" dirty="0"/>
                        <a:t>x</a:t>
                      </a:r>
                    </a:p>
                  </a:txBody>
                  <a:tcPr/>
                </a:tc>
                <a:extLst>
                  <a:ext uri="{0D108BD9-81ED-4DB2-BD59-A6C34878D82A}">
                    <a16:rowId xmlns:a16="http://schemas.microsoft.com/office/drawing/2014/main" val="879296192"/>
                  </a:ext>
                </a:extLst>
              </a:tr>
              <a:tr h="189949">
                <a:tc>
                  <a:txBody>
                    <a:bodyPr/>
                    <a:lstStyle/>
                    <a:p>
                      <a:pPr>
                        <a:lnSpc>
                          <a:spcPts val="1800"/>
                        </a:lnSpc>
                      </a:pPr>
                      <a:r>
                        <a:rPr lang="en-GB" sz="1800" dirty="0"/>
                        <a:t>Joy</a:t>
                      </a:r>
                      <a:endParaRPr lang="en-GB" dirty="0"/>
                    </a:p>
                  </a:txBody>
                  <a:tcPr/>
                </a:tc>
                <a:tc>
                  <a:txBody>
                    <a:bodyPr/>
                    <a:lstStyle/>
                    <a:p>
                      <a:pPr>
                        <a:lnSpc>
                          <a:spcPts val="1800"/>
                        </a:lnSpc>
                      </a:pPr>
                      <a:r>
                        <a:rPr lang="en-GB" dirty="0"/>
                        <a:t>x</a:t>
                      </a:r>
                    </a:p>
                  </a:txBody>
                  <a:tcPr/>
                </a:tc>
                <a:tc>
                  <a:txBody>
                    <a:bodyPr/>
                    <a:lstStyle/>
                    <a:p>
                      <a:pPr>
                        <a:lnSpc>
                          <a:spcPts val="1800"/>
                        </a:lnSpc>
                      </a:pPr>
                      <a:endParaRPr lang="en-GB"/>
                    </a:p>
                  </a:txBody>
                  <a:tcPr/>
                </a:tc>
                <a:tc>
                  <a:txBody>
                    <a:bodyPr/>
                    <a:lstStyle/>
                    <a:p>
                      <a:pPr>
                        <a:lnSpc>
                          <a:spcPts val="1800"/>
                        </a:lnSpc>
                      </a:pPr>
                      <a:endParaRPr lang="en-GB"/>
                    </a:p>
                  </a:txBody>
                  <a:tcPr/>
                </a:tc>
                <a:tc>
                  <a:txBody>
                    <a:bodyPr/>
                    <a:lstStyle/>
                    <a:p>
                      <a:pPr>
                        <a:lnSpc>
                          <a:spcPts val="1800"/>
                        </a:lnSpc>
                      </a:pPr>
                      <a:r>
                        <a:rPr lang="en-GB" dirty="0"/>
                        <a:t>x</a:t>
                      </a:r>
                    </a:p>
                  </a:txBody>
                  <a:tcPr/>
                </a:tc>
                <a:tc>
                  <a:txBody>
                    <a:bodyPr/>
                    <a:lstStyle/>
                    <a:p>
                      <a:pPr>
                        <a:lnSpc>
                          <a:spcPts val="1800"/>
                        </a:lnSpc>
                      </a:pPr>
                      <a:endParaRPr lang="en-GB"/>
                    </a:p>
                  </a:txBody>
                  <a:tcPr/>
                </a:tc>
                <a:extLst>
                  <a:ext uri="{0D108BD9-81ED-4DB2-BD59-A6C34878D82A}">
                    <a16:rowId xmlns:a16="http://schemas.microsoft.com/office/drawing/2014/main" val="2799580878"/>
                  </a:ext>
                </a:extLst>
              </a:tr>
              <a:tr h="325635">
                <a:tc>
                  <a:txBody>
                    <a:bodyPr/>
                    <a:lstStyle/>
                    <a:p>
                      <a:pPr>
                        <a:lnSpc>
                          <a:spcPts val="1800"/>
                        </a:lnSpc>
                      </a:pPr>
                      <a:r>
                        <a:rPr lang="en-GB" sz="1800" dirty="0"/>
                        <a:t>Frustration</a:t>
                      </a:r>
                      <a:endParaRPr lang="en-GB" dirty="0"/>
                    </a:p>
                  </a:txBody>
                  <a:tcPr/>
                </a:tc>
                <a:tc>
                  <a:txBody>
                    <a:bodyPr/>
                    <a:lstStyle/>
                    <a:p>
                      <a:pPr>
                        <a:lnSpc>
                          <a:spcPts val="1800"/>
                        </a:lnSpc>
                      </a:pPr>
                      <a:r>
                        <a:rPr lang="en-GB" dirty="0"/>
                        <a:t>x</a:t>
                      </a:r>
                    </a:p>
                  </a:txBody>
                  <a:tcPr/>
                </a:tc>
                <a:tc>
                  <a:txBody>
                    <a:bodyPr/>
                    <a:lstStyle/>
                    <a:p>
                      <a:pPr>
                        <a:lnSpc>
                          <a:spcPts val="1800"/>
                        </a:lnSpc>
                      </a:pPr>
                      <a:endParaRPr lang="en-GB"/>
                    </a:p>
                  </a:txBody>
                  <a:tcPr/>
                </a:tc>
                <a:tc>
                  <a:txBody>
                    <a:bodyPr/>
                    <a:lstStyle/>
                    <a:p>
                      <a:pPr>
                        <a:lnSpc>
                          <a:spcPts val="1800"/>
                        </a:lnSpc>
                      </a:pPr>
                      <a:endParaRPr lang="en-GB"/>
                    </a:p>
                  </a:txBody>
                  <a:tcPr/>
                </a:tc>
                <a:tc>
                  <a:txBody>
                    <a:bodyPr/>
                    <a:lstStyle/>
                    <a:p>
                      <a:pPr>
                        <a:lnSpc>
                          <a:spcPts val="1800"/>
                        </a:lnSpc>
                      </a:pPr>
                      <a:endParaRPr lang="en-GB"/>
                    </a:p>
                  </a:txBody>
                  <a:tcPr/>
                </a:tc>
                <a:tc>
                  <a:txBody>
                    <a:bodyPr/>
                    <a:lstStyle/>
                    <a:p>
                      <a:pPr>
                        <a:lnSpc>
                          <a:spcPts val="1800"/>
                        </a:lnSpc>
                      </a:pPr>
                      <a:r>
                        <a:rPr lang="en-GB" dirty="0"/>
                        <a:t>x</a:t>
                      </a:r>
                    </a:p>
                  </a:txBody>
                  <a:tcPr/>
                </a:tc>
                <a:extLst>
                  <a:ext uri="{0D108BD9-81ED-4DB2-BD59-A6C34878D82A}">
                    <a16:rowId xmlns:a16="http://schemas.microsoft.com/office/drawing/2014/main" val="567963500"/>
                  </a:ext>
                </a:extLst>
              </a:tr>
              <a:tr h="189949">
                <a:tc>
                  <a:txBody>
                    <a:bodyPr/>
                    <a:lstStyle/>
                    <a:p>
                      <a:pPr>
                        <a:lnSpc>
                          <a:spcPts val="1800"/>
                        </a:lnSpc>
                      </a:pPr>
                      <a:r>
                        <a:rPr lang="en-GB" sz="1800" dirty="0"/>
                        <a:t>Stress</a:t>
                      </a:r>
                      <a:endParaRPr lang="en-GB" dirty="0"/>
                    </a:p>
                  </a:txBody>
                  <a:tcPr/>
                </a:tc>
                <a:tc>
                  <a:txBody>
                    <a:bodyPr/>
                    <a:lstStyle/>
                    <a:p>
                      <a:pPr>
                        <a:lnSpc>
                          <a:spcPts val="1800"/>
                        </a:lnSpc>
                      </a:pPr>
                      <a:r>
                        <a:rPr lang="en-GB" dirty="0"/>
                        <a:t>x</a:t>
                      </a:r>
                    </a:p>
                  </a:txBody>
                  <a:tcPr/>
                </a:tc>
                <a:tc>
                  <a:txBody>
                    <a:bodyPr/>
                    <a:lstStyle/>
                    <a:p>
                      <a:pPr>
                        <a:lnSpc>
                          <a:spcPts val="1800"/>
                        </a:lnSpc>
                      </a:pPr>
                      <a:endParaRPr lang="en-GB"/>
                    </a:p>
                  </a:txBody>
                  <a:tcPr/>
                </a:tc>
                <a:tc>
                  <a:txBody>
                    <a:bodyPr/>
                    <a:lstStyle/>
                    <a:p>
                      <a:pPr>
                        <a:lnSpc>
                          <a:spcPts val="1800"/>
                        </a:lnSpc>
                      </a:pPr>
                      <a:r>
                        <a:rPr lang="en-GB" dirty="0"/>
                        <a:t>x</a:t>
                      </a:r>
                    </a:p>
                  </a:txBody>
                  <a:tcPr/>
                </a:tc>
                <a:tc>
                  <a:txBody>
                    <a:bodyPr/>
                    <a:lstStyle/>
                    <a:p>
                      <a:pPr>
                        <a:lnSpc>
                          <a:spcPts val="1800"/>
                        </a:lnSpc>
                      </a:pPr>
                      <a:endParaRPr lang="en-GB"/>
                    </a:p>
                  </a:txBody>
                  <a:tcPr/>
                </a:tc>
                <a:tc>
                  <a:txBody>
                    <a:bodyPr/>
                    <a:lstStyle/>
                    <a:p>
                      <a:pPr>
                        <a:lnSpc>
                          <a:spcPts val="1800"/>
                        </a:lnSpc>
                      </a:pPr>
                      <a:r>
                        <a:rPr lang="en-GB" dirty="0"/>
                        <a:t>x</a:t>
                      </a:r>
                    </a:p>
                  </a:txBody>
                  <a:tcPr/>
                </a:tc>
                <a:extLst>
                  <a:ext uri="{0D108BD9-81ED-4DB2-BD59-A6C34878D82A}">
                    <a16:rowId xmlns:a16="http://schemas.microsoft.com/office/drawing/2014/main" val="1571353413"/>
                  </a:ext>
                </a:extLst>
              </a:tr>
              <a:tr h="189949">
                <a:tc>
                  <a:txBody>
                    <a:bodyPr/>
                    <a:lstStyle/>
                    <a:p>
                      <a:pPr>
                        <a:lnSpc>
                          <a:spcPts val="1800"/>
                        </a:lnSpc>
                      </a:pPr>
                      <a:r>
                        <a:rPr lang="en-GB" sz="1800" dirty="0"/>
                        <a:t>Surprise</a:t>
                      </a:r>
                      <a:endParaRPr lang="en-GB" dirty="0"/>
                    </a:p>
                  </a:txBody>
                  <a:tcPr/>
                </a:tc>
                <a:tc>
                  <a:txBody>
                    <a:bodyPr/>
                    <a:lstStyle/>
                    <a:p>
                      <a:pPr>
                        <a:lnSpc>
                          <a:spcPts val="1800"/>
                        </a:lnSpc>
                      </a:pPr>
                      <a:r>
                        <a:rPr lang="en-GB" dirty="0"/>
                        <a:t>x</a:t>
                      </a:r>
                    </a:p>
                  </a:txBody>
                  <a:tcPr/>
                </a:tc>
                <a:tc>
                  <a:txBody>
                    <a:bodyPr/>
                    <a:lstStyle/>
                    <a:p>
                      <a:pPr>
                        <a:lnSpc>
                          <a:spcPts val="1800"/>
                        </a:lnSpc>
                      </a:pPr>
                      <a:endParaRPr lang="en-GB" dirty="0"/>
                    </a:p>
                  </a:txBody>
                  <a:tcPr/>
                </a:tc>
                <a:tc>
                  <a:txBody>
                    <a:bodyPr/>
                    <a:lstStyle/>
                    <a:p>
                      <a:pPr>
                        <a:lnSpc>
                          <a:spcPts val="1800"/>
                        </a:lnSpc>
                      </a:pPr>
                      <a:endParaRPr lang="en-GB"/>
                    </a:p>
                  </a:txBody>
                  <a:tcPr/>
                </a:tc>
                <a:tc>
                  <a:txBody>
                    <a:bodyPr/>
                    <a:lstStyle/>
                    <a:p>
                      <a:pPr>
                        <a:lnSpc>
                          <a:spcPts val="1800"/>
                        </a:lnSpc>
                      </a:pPr>
                      <a:r>
                        <a:rPr lang="en-GB" dirty="0"/>
                        <a:t>x</a:t>
                      </a:r>
                    </a:p>
                  </a:txBody>
                  <a:tcPr/>
                </a:tc>
                <a:tc>
                  <a:txBody>
                    <a:bodyPr/>
                    <a:lstStyle/>
                    <a:p>
                      <a:pPr>
                        <a:lnSpc>
                          <a:spcPts val="1800"/>
                        </a:lnSpc>
                      </a:pPr>
                      <a:r>
                        <a:rPr lang="en-GB" dirty="0"/>
                        <a:t>x</a:t>
                      </a:r>
                    </a:p>
                  </a:txBody>
                  <a:tcPr/>
                </a:tc>
                <a:extLst>
                  <a:ext uri="{0D108BD9-81ED-4DB2-BD59-A6C34878D82A}">
                    <a16:rowId xmlns:a16="http://schemas.microsoft.com/office/drawing/2014/main" val="2979513131"/>
                  </a:ext>
                </a:extLst>
              </a:tr>
            </a:tbl>
          </a:graphicData>
        </a:graphic>
      </p:graphicFrame>
      <p:pic>
        <p:nvPicPr>
          <p:cNvPr id="3" name="Picture 2">
            <a:extLst>
              <a:ext uri="{FF2B5EF4-FFF2-40B4-BE49-F238E27FC236}">
                <a16:creationId xmlns:a16="http://schemas.microsoft.com/office/drawing/2014/main" id="{E3867887-68AF-82AB-AC80-A1C5899AD086}"/>
              </a:ext>
            </a:extLst>
          </p:cNvPr>
          <p:cNvPicPr>
            <a:picLocks noChangeAspect="1"/>
          </p:cNvPicPr>
          <p:nvPr/>
        </p:nvPicPr>
        <p:blipFill>
          <a:blip r:embed="rId2"/>
          <a:stretch>
            <a:fillRect/>
          </a:stretch>
        </p:blipFill>
        <p:spPr>
          <a:xfrm>
            <a:off x="7945183" y="214100"/>
            <a:ext cx="900113" cy="881063"/>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Footer Placeholder 6">
            <a:extLst>
              <a:ext uri="{FF2B5EF4-FFF2-40B4-BE49-F238E27FC236}">
                <a16:creationId xmlns:a16="http://schemas.microsoft.com/office/drawing/2014/main" id="{388B06F2-D6F8-8D98-AA5A-5B0D7F1EAB3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D484CE9E-3C31-F68A-1B37-F2168B583C43}"/>
              </a:ext>
            </a:extLst>
          </p:cNvPr>
          <p:cNvSpPr>
            <a:spLocks noGrp="1"/>
          </p:cNvSpPr>
          <p:nvPr>
            <p:ph type="sldNum" sz="quarter" idx="4"/>
          </p:nvPr>
        </p:nvSpPr>
        <p:spPr/>
        <p:txBody>
          <a:bodyPr/>
          <a:lstStyle/>
          <a:p>
            <a:fld id="{9FD7ECCF-50E7-4327-B945-FA93FF7B2BEF}" type="slidenum">
              <a:rPr lang="en-US" smtClean="0"/>
              <a:pPr/>
              <a:t>43</a:t>
            </a:fld>
            <a:r>
              <a:rPr lang="en-GB"/>
              <a:t>/63</a:t>
            </a:r>
            <a:endParaRPr lang="en-US" dirty="0"/>
          </a:p>
        </p:txBody>
      </p:sp>
    </p:spTree>
    <p:extLst>
      <p:ext uri="{BB962C8B-B14F-4D97-AF65-F5344CB8AC3E}">
        <p14:creationId xmlns:p14="http://schemas.microsoft.com/office/powerpoint/2010/main" val="39090852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61C1-347B-B759-401E-CFECF920BFF2}"/>
              </a:ext>
            </a:extLst>
          </p:cNvPr>
          <p:cNvSpPr>
            <a:spLocks noGrp="1"/>
          </p:cNvSpPr>
          <p:nvPr>
            <p:ph type="title"/>
          </p:nvPr>
        </p:nvSpPr>
        <p:spPr/>
        <p:txBody>
          <a:bodyPr/>
          <a:lstStyle/>
          <a:p>
            <a:r>
              <a:rPr lang="en-GB" dirty="0"/>
              <a:t>How do we collect this data?</a:t>
            </a:r>
          </a:p>
        </p:txBody>
      </p:sp>
      <p:sp>
        <p:nvSpPr>
          <p:cNvPr id="3" name="Content Placeholder 2">
            <a:extLst>
              <a:ext uri="{FF2B5EF4-FFF2-40B4-BE49-F238E27FC236}">
                <a16:creationId xmlns:a16="http://schemas.microsoft.com/office/drawing/2014/main" id="{596211F3-BD7B-6E0A-D68A-2FCD2C0773D2}"/>
              </a:ext>
            </a:extLst>
          </p:cNvPr>
          <p:cNvSpPr>
            <a:spLocks noGrp="1"/>
          </p:cNvSpPr>
          <p:nvPr>
            <p:ph sz="quarter" idx="1"/>
          </p:nvPr>
        </p:nvSpPr>
        <p:spPr/>
        <p:txBody>
          <a:bodyPr/>
          <a:lstStyle/>
          <a:p>
            <a:r>
              <a:rPr lang="en-GB" dirty="0"/>
              <a:t>Observations</a:t>
            </a:r>
          </a:p>
          <a:p>
            <a:r>
              <a:rPr lang="en-GB" dirty="0"/>
              <a:t>Self-reported data</a:t>
            </a:r>
          </a:p>
        </p:txBody>
      </p:sp>
      <p:sp>
        <p:nvSpPr>
          <p:cNvPr id="8" name="Footer Placeholder 7">
            <a:extLst>
              <a:ext uri="{FF2B5EF4-FFF2-40B4-BE49-F238E27FC236}">
                <a16:creationId xmlns:a16="http://schemas.microsoft.com/office/drawing/2014/main" id="{9856B8F5-E5F7-85DB-A930-0CC4CC272C0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9D925CB0-3A0C-719B-CC21-9F7FA862EFF1}"/>
              </a:ext>
            </a:extLst>
          </p:cNvPr>
          <p:cNvSpPr>
            <a:spLocks noGrp="1"/>
          </p:cNvSpPr>
          <p:nvPr>
            <p:ph type="sldNum" sz="quarter" idx="4"/>
          </p:nvPr>
        </p:nvSpPr>
        <p:spPr/>
        <p:txBody>
          <a:bodyPr/>
          <a:lstStyle/>
          <a:p>
            <a:fld id="{9FD7ECCF-50E7-4327-B945-FA93FF7B2BEF}" type="slidenum">
              <a:rPr lang="en-US" smtClean="0"/>
              <a:pPr/>
              <a:t>44</a:t>
            </a:fld>
            <a:r>
              <a:rPr lang="en-GB"/>
              <a:t>/63</a:t>
            </a:r>
            <a:endParaRPr lang="en-US" dirty="0"/>
          </a:p>
        </p:txBody>
      </p:sp>
    </p:spTree>
    <p:extLst>
      <p:ext uri="{BB962C8B-B14F-4D97-AF65-F5344CB8AC3E}">
        <p14:creationId xmlns:p14="http://schemas.microsoft.com/office/powerpoint/2010/main" val="1582337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Task success rates for the data in Table 4.1, including a 90% confidence interval for each task.">
            <a:extLst>
              <a:ext uri="{FF2B5EF4-FFF2-40B4-BE49-F238E27FC236}">
                <a16:creationId xmlns:a16="http://schemas.microsoft.com/office/drawing/2014/main" id="{EA05A071-3A3C-49F3-458D-155321DC7B59}"/>
              </a:ext>
            </a:extLst>
          </p:cNvPr>
          <p:cNvPicPr>
            <a:picLocks noChangeAspect="1"/>
          </p:cNvPicPr>
          <p:nvPr/>
        </p:nvPicPr>
        <p:blipFill>
          <a:blip r:embed="rId2"/>
          <a:stretch>
            <a:fillRect/>
          </a:stretch>
        </p:blipFill>
        <p:spPr>
          <a:xfrm>
            <a:off x="5349817" y="3859603"/>
            <a:ext cx="3794183" cy="2426050"/>
          </a:xfrm>
          <a:prstGeom prst="rect">
            <a:avLst/>
          </a:prstGeom>
        </p:spPr>
      </p:pic>
      <p:sp>
        <p:nvSpPr>
          <p:cNvPr id="2" name="Title 1"/>
          <p:cNvSpPr>
            <a:spLocks noGrp="1"/>
          </p:cNvSpPr>
          <p:nvPr>
            <p:ph type="title"/>
          </p:nvPr>
        </p:nvSpPr>
        <p:spPr/>
        <p:txBody>
          <a:bodyPr>
            <a:normAutofit/>
          </a:bodyPr>
          <a:lstStyle/>
          <a:p>
            <a:r>
              <a:rPr lang="en-GB" dirty="0"/>
              <a:t>Performance data -</a:t>
            </a:r>
            <a:r>
              <a:rPr lang="en-GB" sz="4400" dirty="0"/>
              <a:t> task success</a:t>
            </a:r>
            <a:endParaRPr lang="en-GB" dirty="0"/>
          </a:p>
        </p:txBody>
      </p:sp>
      <p:graphicFrame>
        <p:nvGraphicFramePr>
          <p:cNvPr id="7" name="Content Placeholder 6"/>
          <p:cNvGraphicFramePr>
            <a:graphicFrameLocks noGrp="1"/>
          </p:cNvGraphicFramePr>
          <p:nvPr>
            <p:ph sz="quarter" idx="1"/>
          </p:nvPr>
        </p:nvGraphicFramePr>
        <p:xfrm>
          <a:off x="612775" y="1600200"/>
          <a:ext cx="8153400" cy="2245360"/>
        </p:xfrm>
        <a:graphic>
          <a:graphicData uri="http://schemas.openxmlformats.org/drawingml/2006/table">
            <a:tbl>
              <a:tblPr bandRow="1">
                <a:tableStyleId>{5C22544A-7EE6-4342-B048-85BDC9FD1C3A}</a:tableStyleId>
              </a:tblPr>
              <a:tblGrid>
                <a:gridCol w="1870993">
                  <a:extLst>
                    <a:ext uri="{9D8B030D-6E8A-4147-A177-3AD203B41FA5}">
                      <a16:colId xmlns:a16="http://schemas.microsoft.com/office/drawing/2014/main" val="20000"/>
                    </a:ext>
                  </a:extLst>
                </a:gridCol>
                <a:gridCol w="6282407">
                  <a:extLst>
                    <a:ext uri="{9D8B030D-6E8A-4147-A177-3AD203B41FA5}">
                      <a16:colId xmlns:a16="http://schemas.microsoft.com/office/drawing/2014/main" val="20001"/>
                    </a:ext>
                  </a:extLst>
                </a:gridCol>
              </a:tblGrid>
              <a:tr h="1769043">
                <a:tc>
                  <a:txBody>
                    <a:bodyPr/>
                    <a:lstStyle/>
                    <a:p>
                      <a:pPr>
                        <a:lnSpc>
                          <a:spcPts val="2000"/>
                        </a:lnSpc>
                        <a:spcBef>
                          <a:spcPts val="0"/>
                        </a:spcBef>
                        <a:spcAft>
                          <a:spcPts val="0"/>
                        </a:spcAft>
                      </a:pPr>
                      <a:r>
                        <a:rPr lang="en-GB" sz="1800" dirty="0"/>
                        <a:t>Task success</a:t>
                      </a:r>
                    </a:p>
                  </a:txBody>
                  <a:tcPr/>
                </a:tc>
                <a:tc>
                  <a:txBody>
                    <a:bodyPr/>
                    <a:lstStyle/>
                    <a:p>
                      <a:pPr>
                        <a:lnSpc>
                          <a:spcPts val="2000"/>
                        </a:lnSpc>
                        <a:spcBef>
                          <a:spcPts val="0"/>
                        </a:spcBef>
                        <a:spcAft>
                          <a:spcPts val="0"/>
                        </a:spcAft>
                      </a:pPr>
                      <a:r>
                        <a:rPr kumimoji="0" lang="en-GB" sz="1800" kern="1200" dirty="0">
                          <a:solidFill>
                            <a:schemeClr val="dk1"/>
                          </a:solidFill>
                          <a:latin typeface="+mn-lt"/>
                          <a:ea typeface="+mn-ea"/>
                          <a:cs typeface="+mn-cs"/>
                        </a:rPr>
                        <a:t>Binary success - </a:t>
                      </a:r>
                      <a:r>
                        <a:rPr kumimoji="0" lang="en-GB" b="1" i="0" kern="1200" dirty="0">
                          <a:solidFill>
                            <a:schemeClr val="dk1"/>
                          </a:solidFill>
                          <a:effectLst/>
                          <a:latin typeface="+mn-lt"/>
                          <a:ea typeface="+mn-ea"/>
                          <a:cs typeface="+mn-cs"/>
                        </a:rPr>
                        <a:t>users either completed a task successfully or they didn’t</a:t>
                      </a:r>
                    </a:p>
                    <a:p>
                      <a:r>
                        <a:rPr kumimoji="0" lang="en-GB" b="0" i="0" kern="1200" dirty="0">
                          <a:solidFill>
                            <a:schemeClr val="dk1"/>
                          </a:solidFill>
                          <a:effectLst/>
                          <a:latin typeface="+mn-lt"/>
                          <a:ea typeface="+mn-ea"/>
                          <a:cs typeface="+mn-cs"/>
                        </a:rPr>
                        <a:t>Assuming you have more than one participant and more than one task, there are always two ways you can calculate task success:</a:t>
                      </a:r>
                    </a:p>
                    <a:p>
                      <a:r>
                        <a:rPr kumimoji="0" lang="en-GB" b="0" i="0" kern="1200" dirty="0">
                          <a:solidFill>
                            <a:schemeClr val="dk1"/>
                          </a:solidFill>
                          <a:effectLst/>
                          <a:latin typeface="+mn-lt"/>
                          <a:ea typeface="+mn-ea"/>
                          <a:cs typeface="+mn-cs"/>
                        </a:rPr>
                        <a:t>• by looking at the average success rate for each </a:t>
                      </a:r>
                      <a:r>
                        <a:rPr kumimoji="0" lang="en-GB" b="0" i="1" kern="1200" dirty="0">
                          <a:solidFill>
                            <a:schemeClr val="dk1"/>
                          </a:solidFill>
                          <a:effectLst/>
                          <a:latin typeface="+mn-lt"/>
                          <a:ea typeface="+mn-ea"/>
                          <a:cs typeface="+mn-cs"/>
                        </a:rPr>
                        <a:t>task</a:t>
                      </a:r>
                      <a:r>
                        <a:rPr kumimoji="0" lang="en-GB" b="0" i="0" kern="1200" dirty="0">
                          <a:solidFill>
                            <a:schemeClr val="dk1"/>
                          </a:solidFill>
                          <a:effectLst/>
                          <a:latin typeface="+mn-lt"/>
                          <a:ea typeface="+mn-ea"/>
                          <a:cs typeface="+mn-cs"/>
                        </a:rPr>
                        <a:t> across the participants</a:t>
                      </a:r>
                    </a:p>
                    <a:p>
                      <a:r>
                        <a:rPr kumimoji="0" lang="en-GB" b="0" i="0" kern="1200" dirty="0">
                          <a:solidFill>
                            <a:schemeClr val="dk1"/>
                          </a:solidFill>
                          <a:effectLst/>
                          <a:latin typeface="+mn-lt"/>
                          <a:ea typeface="+mn-ea"/>
                          <a:cs typeface="+mn-cs"/>
                        </a:rPr>
                        <a:t>• by looking at the average success rate for each </a:t>
                      </a:r>
                      <a:r>
                        <a:rPr kumimoji="0" lang="en-GB" b="0" i="1" kern="1200" dirty="0">
                          <a:solidFill>
                            <a:schemeClr val="dk1"/>
                          </a:solidFill>
                          <a:effectLst/>
                          <a:latin typeface="+mn-lt"/>
                          <a:ea typeface="+mn-ea"/>
                          <a:cs typeface="+mn-cs"/>
                        </a:rPr>
                        <a:t>participant</a:t>
                      </a:r>
                      <a:r>
                        <a:rPr kumimoji="0" lang="en-GB" b="0" i="0" kern="1200" dirty="0">
                          <a:solidFill>
                            <a:schemeClr val="dk1"/>
                          </a:solidFill>
                          <a:effectLst/>
                          <a:latin typeface="+mn-lt"/>
                          <a:ea typeface="+mn-ea"/>
                          <a:cs typeface="+mn-cs"/>
                        </a:rPr>
                        <a:t> across the tasks</a:t>
                      </a:r>
                    </a:p>
                  </a:txBody>
                  <a:tcPr/>
                </a:tc>
                <a:extLst>
                  <a:ext uri="{0D108BD9-81ED-4DB2-BD59-A6C34878D82A}">
                    <a16:rowId xmlns:a16="http://schemas.microsoft.com/office/drawing/2014/main" val="1362356245"/>
                  </a:ext>
                </a:extLst>
              </a:tr>
            </a:tbl>
          </a:graphicData>
        </a:graphic>
      </p:graphicFrame>
      <p:graphicFrame>
        <p:nvGraphicFramePr>
          <p:cNvPr id="5" name="Table 4">
            <a:extLst>
              <a:ext uri="{FF2B5EF4-FFF2-40B4-BE49-F238E27FC236}">
                <a16:creationId xmlns:a16="http://schemas.microsoft.com/office/drawing/2014/main" id="{352BF1BB-BA42-B73F-9701-2447B52B712D}"/>
              </a:ext>
            </a:extLst>
          </p:cNvPr>
          <p:cNvGraphicFramePr>
            <a:graphicFrameLocks noGrp="1"/>
          </p:cNvGraphicFramePr>
          <p:nvPr/>
        </p:nvGraphicFramePr>
        <p:xfrm>
          <a:off x="244599" y="4067883"/>
          <a:ext cx="5119489" cy="2009491"/>
        </p:xfrm>
        <a:graphic>
          <a:graphicData uri="http://schemas.openxmlformats.org/drawingml/2006/table">
            <a:tbl>
              <a:tblPr firstRow="1" bandRow="1">
                <a:tableStyleId>{21E4AEA4-8DFA-4A89-87EB-49C32662AFE0}</a:tableStyleId>
              </a:tblPr>
              <a:tblGrid>
                <a:gridCol w="1374506">
                  <a:extLst>
                    <a:ext uri="{9D8B030D-6E8A-4147-A177-3AD203B41FA5}">
                      <a16:colId xmlns:a16="http://schemas.microsoft.com/office/drawing/2014/main" val="1175302686"/>
                    </a:ext>
                  </a:extLst>
                </a:gridCol>
                <a:gridCol w="292303">
                  <a:extLst>
                    <a:ext uri="{9D8B030D-6E8A-4147-A177-3AD203B41FA5}">
                      <a16:colId xmlns:a16="http://schemas.microsoft.com/office/drawing/2014/main" val="3619716797"/>
                    </a:ext>
                  </a:extLst>
                </a:gridCol>
                <a:gridCol w="357173">
                  <a:extLst>
                    <a:ext uri="{9D8B030D-6E8A-4147-A177-3AD203B41FA5}">
                      <a16:colId xmlns:a16="http://schemas.microsoft.com/office/drawing/2014/main" val="1784299195"/>
                    </a:ext>
                  </a:extLst>
                </a:gridCol>
                <a:gridCol w="297644">
                  <a:extLst>
                    <a:ext uri="{9D8B030D-6E8A-4147-A177-3AD203B41FA5}">
                      <a16:colId xmlns:a16="http://schemas.microsoft.com/office/drawing/2014/main" val="3436225115"/>
                    </a:ext>
                  </a:extLst>
                </a:gridCol>
                <a:gridCol w="464266">
                  <a:extLst>
                    <a:ext uri="{9D8B030D-6E8A-4147-A177-3AD203B41FA5}">
                      <a16:colId xmlns:a16="http://schemas.microsoft.com/office/drawing/2014/main" val="2506298052"/>
                    </a:ext>
                  </a:extLst>
                </a:gridCol>
                <a:gridCol w="333371">
                  <a:extLst>
                    <a:ext uri="{9D8B030D-6E8A-4147-A177-3AD203B41FA5}">
                      <a16:colId xmlns:a16="http://schemas.microsoft.com/office/drawing/2014/main" val="3742504"/>
                    </a:ext>
                  </a:extLst>
                </a:gridCol>
                <a:gridCol w="333371">
                  <a:extLst>
                    <a:ext uri="{9D8B030D-6E8A-4147-A177-3AD203B41FA5}">
                      <a16:colId xmlns:a16="http://schemas.microsoft.com/office/drawing/2014/main" val="2826619767"/>
                    </a:ext>
                  </a:extLst>
                </a:gridCol>
                <a:gridCol w="333371">
                  <a:extLst>
                    <a:ext uri="{9D8B030D-6E8A-4147-A177-3AD203B41FA5}">
                      <a16:colId xmlns:a16="http://schemas.microsoft.com/office/drawing/2014/main" val="163407936"/>
                    </a:ext>
                  </a:extLst>
                </a:gridCol>
                <a:gridCol w="333371">
                  <a:extLst>
                    <a:ext uri="{9D8B030D-6E8A-4147-A177-3AD203B41FA5}">
                      <a16:colId xmlns:a16="http://schemas.microsoft.com/office/drawing/2014/main" val="799861770"/>
                    </a:ext>
                  </a:extLst>
                </a:gridCol>
                <a:gridCol w="333371">
                  <a:extLst>
                    <a:ext uri="{9D8B030D-6E8A-4147-A177-3AD203B41FA5}">
                      <a16:colId xmlns:a16="http://schemas.microsoft.com/office/drawing/2014/main" val="156764862"/>
                    </a:ext>
                  </a:extLst>
                </a:gridCol>
                <a:gridCol w="333371">
                  <a:extLst>
                    <a:ext uri="{9D8B030D-6E8A-4147-A177-3AD203B41FA5}">
                      <a16:colId xmlns:a16="http://schemas.microsoft.com/office/drawing/2014/main" val="5707038"/>
                    </a:ext>
                  </a:extLst>
                </a:gridCol>
                <a:gridCol w="333371">
                  <a:extLst>
                    <a:ext uri="{9D8B030D-6E8A-4147-A177-3AD203B41FA5}">
                      <a16:colId xmlns:a16="http://schemas.microsoft.com/office/drawing/2014/main" val="2143187091"/>
                    </a:ext>
                  </a:extLst>
                </a:gridCol>
              </a:tblGrid>
              <a:tr h="1095608">
                <a:tc>
                  <a:txBody>
                    <a:bodyPr/>
                    <a:lstStyle/>
                    <a:p>
                      <a:pPr algn="ctr"/>
                      <a:r>
                        <a:rPr lang="en-GB" sz="1200" dirty="0"/>
                        <a:t>Participant</a:t>
                      </a:r>
                    </a:p>
                  </a:txBody>
                  <a:tcPr anchor="b"/>
                </a:tc>
                <a:tc>
                  <a:txBody>
                    <a:bodyPr/>
                    <a:lstStyle/>
                    <a:p>
                      <a:r>
                        <a:rPr lang="en-GB" sz="1200" dirty="0"/>
                        <a:t>Login</a:t>
                      </a:r>
                    </a:p>
                  </a:txBody>
                  <a:tcPr vert="vert270"/>
                </a:tc>
                <a:tc>
                  <a:txBody>
                    <a:bodyPr/>
                    <a:lstStyle/>
                    <a:p>
                      <a:r>
                        <a:rPr lang="en-GB" sz="1200" dirty="0"/>
                        <a:t>Navigate</a:t>
                      </a:r>
                    </a:p>
                  </a:txBody>
                  <a:tcPr vert="vert270"/>
                </a:tc>
                <a:tc>
                  <a:txBody>
                    <a:bodyPr/>
                    <a:lstStyle/>
                    <a:p>
                      <a:r>
                        <a:rPr lang="en-GB" sz="1200" dirty="0"/>
                        <a:t>Search</a:t>
                      </a:r>
                    </a:p>
                  </a:txBody>
                  <a:tcPr vert="vert270"/>
                </a:tc>
                <a:tc>
                  <a:txBody>
                    <a:bodyPr/>
                    <a:lstStyle/>
                    <a:p>
                      <a:r>
                        <a:rPr lang="en-GB" sz="1200" dirty="0"/>
                        <a:t>Find Category</a:t>
                      </a:r>
                    </a:p>
                  </a:txBody>
                  <a:tcPr vert="vert270"/>
                </a:tc>
                <a:tc>
                  <a:txBody>
                    <a:bodyPr/>
                    <a:lstStyle/>
                    <a:p>
                      <a:r>
                        <a:rPr lang="en-GB" sz="1200" dirty="0"/>
                        <a:t>Find Author</a:t>
                      </a:r>
                    </a:p>
                  </a:txBody>
                  <a:tcPr vert="vert270"/>
                </a:tc>
                <a:tc>
                  <a:txBody>
                    <a:bodyPr/>
                    <a:lstStyle/>
                    <a:p>
                      <a:r>
                        <a:rPr lang="en-GB" sz="1200" dirty="0"/>
                        <a:t>Find Review</a:t>
                      </a:r>
                    </a:p>
                  </a:txBody>
                  <a:tcPr vert="vert270"/>
                </a:tc>
                <a:tc>
                  <a:txBody>
                    <a:bodyPr/>
                    <a:lstStyle/>
                    <a:p>
                      <a:r>
                        <a:rPr lang="en-GB" sz="1200" dirty="0"/>
                        <a:t>Add to Cart</a:t>
                      </a:r>
                    </a:p>
                  </a:txBody>
                  <a:tcPr vert="vert270"/>
                </a:tc>
                <a:tc>
                  <a:txBody>
                    <a:bodyPr/>
                    <a:lstStyle/>
                    <a:p>
                      <a:r>
                        <a:rPr lang="en-GB" sz="1200" dirty="0"/>
                        <a:t>Update address</a:t>
                      </a:r>
                    </a:p>
                  </a:txBody>
                  <a:tcPr vert="vert270"/>
                </a:tc>
                <a:tc>
                  <a:txBody>
                    <a:bodyPr/>
                    <a:lstStyle/>
                    <a:p>
                      <a:r>
                        <a:rPr lang="en-GB" sz="1200" dirty="0"/>
                        <a:t>Check-out</a:t>
                      </a:r>
                    </a:p>
                  </a:txBody>
                  <a:tcPr vert="vert270"/>
                </a:tc>
                <a:tc>
                  <a:txBody>
                    <a:bodyPr/>
                    <a:lstStyle/>
                    <a:p>
                      <a:r>
                        <a:rPr lang="en-GB" sz="1200" dirty="0"/>
                        <a:t>Check status</a:t>
                      </a:r>
                    </a:p>
                  </a:txBody>
                  <a:tcPr vert="vert270"/>
                </a:tc>
                <a:tc>
                  <a:txBody>
                    <a:bodyPr/>
                    <a:lstStyle/>
                    <a:p>
                      <a:r>
                        <a:rPr lang="en-GB" sz="1200" dirty="0"/>
                        <a:t>Averages</a:t>
                      </a:r>
                    </a:p>
                  </a:txBody>
                  <a:tcPr vert="vert270"/>
                </a:tc>
                <a:extLst>
                  <a:ext uri="{0D108BD9-81ED-4DB2-BD59-A6C34878D82A}">
                    <a16:rowId xmlns:a16="http://schemas.microsoft.com/office/drawing/2014/main" val="3790185128"/>
                  </a:ext>
                </a:extLst>
              </a:tr>
              <a:tr h="2737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t>Participant 1</a:t>
                      </a:r>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dirty="0"/>
                    </a:p>
                  </a:txBody>
                  <a:tcPr/>
                </a:tc>
                <a:extLst>
                  <a:ext uri="{0D108BD9-81ED-4DB2-BD59-A6C34878D82A}">
                    <a16:rowId xmlns:a16="http://schemas.microsoft.com/office/drawing/2014/main" val="128148151"/>
                  </a:ext>
                </a:extLst>
              </a:tr>
              <a:tr h="2160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t>Participant 2</a:t>
                      </a:r>
                    </a:p>
                  </a:txBody>
                  <a:tcPr/>
                </a:tc>
                <a:tc>
                  <a:txBody>
                    <a:bodyPr/>
                    <a:lstStyle/>
                    <a:p>
                      <a:endParaRPr lang="en-GB" sz="1200" dirty="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dirty="0"/>
                    </a:p>
                  </a:txBody>
                  <a:tcPr/>
                </a:tc>
                <a:extLst>
                  <a:ext uri="{0D108BD9-81ED-4DB2-BD59-A6C34878D82A}">
                    <a16:rowId xmlns:a16="http://schemas.microsoft.com/office/drawing/2014/main" val="3077626320"/>
                  </a:ext>
                </a:extLst>
              </a:tr>
              <a:tr h="3652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t>Participant 3</a:t>
                      </a:r>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a:p>
                  </a:txBody>
                  <a:tcPr/>
                </a:tc>
                <a:tc>
                  <a:txBody>
                    <a:bodyPr/>
                    <a:lstStyle/>
                    <a:p>
                      <a:endParaRPr lang="en-GB" sz="1200" dirty="0"/>
                    </a:p>
                  </a:txBody>
                  <a:tcPr/>
                </a:tc>
                <a:tc>
                  <a:txBody>
                    <a:bodyPr/>
                    <a:lstStyle/>
                    <a:p>
                      <a:endParaRPr lang="en-GB" sz="1200" dirty="0"/>
                    </a:p>
                  </a:txBody>
                  <a:tcPr/>
                </a:tc>
                <a:tc>
                  <a:txBody>
                    <a:bodyPr/>
                    <a:lstStyle/>
                    <a:p>
                      <a:endParaRPr lang="en-GB" sz="1200" dirty="0"/>
                    </a:p>
                  </a:txBody>
                  <a:tcPr/>
                </a:tc>
                <a:tc>
                  <a:txBody>
                    <a:bodyPr/>
                    <a:lstStyle/>
                    <a:p>
                      <a:endParaRPr lang="en-GB" sz="1200" dirty="0"/>
                    </a:p>
                  </a:txBody>
                  <a:tcPr/>
                </a:tc>
                <a:extLst>
                  <a:ext uri="{0D108BD9-81ED-4DB2-BD59-A6C34878D82A}">
                    <a16:rowId xmlns:a16="http://schemas.microsoft.com/office/drawing/2014/main" val="7137350"/>
                  </a:ext>
                </a:extLst>
              </a:tr>
            </a:tbl>
          </a:graphicData>
        </a:graphic>
      </p:graphicFrame>
      <p:pic>
        <p:nvPicPr>
          <p:cNvPr id="12" name="Picture 11" descr="Performance icon">
            <a:extLst>
              <a:ext uri="{FF2B5EF4-FFF2-40B4-BE49-F238E27FC236}">
                <a16:creationId xmlns:a16="http://schemas.microsoft.com/office/drawing/2014/main" id="{92C3AC30-4B6F-13E9-D220-756639E6A615}"/>
              </a:ext>
            </a:extLst>
          </p:cNvPr>
          <p:cNvPicPr>
            <a:picLocks noChangeAspect="1"/>
          </p:cNvPicPr>
          <p:nvPr/>
        </p:nvPicPr>
        <p:blipFill>
          <a:blip r:embed="rId3"/>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Footer Placeholder 5">
            <a:extLst>
              <a:ext uri="{FF2B5EF4-FFF2-40B4-BE49-F238E27FC236}">
                <a16:creationId xmlns:a16="http://schemas.microsoft.com/office/drawing/2014/main" id="{1FDF0B99-615E-3122-CB1A-CC6E76D577C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E9FED8A-3907-4904-E382-3B4D6504E23A}"/>
              </a:ext>
            </a:extLst>
          </p:cNvPr>
          <p:cNvSpPr>
            <a:spLocks noGrp="1"/>
          </p:cNvSpPr>
          <p:nvPr>
            <p:ph type="sldNum" sz="quarter" idx="4"/>
          </p:nvPr>
        </p:nvSpPr>
        <p:spPr/>
        <p:txBody>
          <a:bodyPr/>
          <a:lstStyle/>
          <a:p>
            <a:fld id="{9FD7ECCF-50E7-4327-B945-FA93FF7B2BEF}" type="slidenum">
              <a:rPr lang="en-US" smtClean="0"/>
              <a:pPr/>
              <a:t>45</a:t>
            </a:fld>
            <a:r>
              <a:rPr lang="en-GB"/>
              <a:t>/63</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05565"/>
            <a:ext cx="7343728" cy="990600"/>
          </a:xfrm>
        </p:spPr>
        <p:txBody>
          <a:bodyPr>
            <a:normAutofit fontScale="90000"/>
          </a:bodyPr>
          <a:lstStyle/>
          <a:p>
            <a:pPr>
              <a:lnSpc>
                <a:spcPts val="3500"/>
              </a:lnSpc>
            </a:pPr>
            <a:r>
              <a:rPr lang="en-GB" sz="4000" dirty="0"/>
              <a:t>Performance data – level of success</a:t>
            </a:r>
          </a:p>
        </p:txBody>
      </p:sp>
      <p:graphicFrame>
        <p:nvGraphicFramePr>
          <p:cNvPr id="7" name="Content Placeholder 6"/>
          <p:cNvGraphicFramePr>
            <a:graphicFrameLocks noGrp="1"/>
          </p:cNvGraphicFramePr>
          <p:nvPr>
            <p:ph sz="quarter" idx="1"/>
          </p:nvPr>
        </p:nvGraphicFramePr>
        <p:xfrm>
          <a:off x="612775" y="1600200"/>
          <a:ext cx="4679305" cy="4648006"/>
        </p:xfrm>
        <a:graphic>
          <a:graphicData uri="http://schemas.openxmlformats.org/drawingml/2006/table">
            <a:tbl>
              <a:tblPr bandRow="1">
                <a:tableStyleId>{5C22544A-7EE6-4342-B048-85BDC9FD1C3A}</a:tableStyleId>
              </a:tblPr>
              <a:tblGrid>
                <a:gridCol w="934889">
                  <a:extLst>
                    <a:ext uri="{9D8B030D-6E8A-4147-A177-3AD203B41FA5}">
                      <a16:colId xmlns:a16="http://schemas.microsoft.com/office/drawing/2014/main" val="20000"/>
                    </a:ext>
                  </a:extLst>
                </a:gridCol>
                <a:gridCol w="3744416">
                  <a:extLst>
                    <a:ext uri="{9D8B030D-6E8A-4147-A177-3AD203B41FA5}">
                      <a16:colId xmlns:a16="http://schemas.microsoft.com/office/drawing/2014/main" val="20001"/>
                    </a:ext>
                  </a:extLst>
                </a:gridCol>
              </a:tblGrid>
              <a:tr h="4648006">
                <a:tc>
                  <a:txBody>
                    <a:bodyPr/>
                    <a:lstStyle/>
                    <a:p>
                      <a:pPr>
                        <a:lnSpc>
                          <a:spcPts val="2000"/>
                        </a:lnSpc>
                        <a:spcBef>
                          <a:spcPts val="0"/>
                        </a:spcBef>
                        <a:spcAft>
                          <a:spcPts val="0"/>
                        </a:spcAft>
                      </a:pPr>
                      <a:r>
                        <a:rPr lang="en-GB" sz="1800" dirty="0"/>
                        <a:t>Level of success</a:t>
                      </a:r>
                    </a:p>
                  </a:txBody>
                  <a:tcPr/>
                </a:tc>
                <a:tc>
                  <a:txBody>
                    <a:bodyPr/>
                    <a:lstStyle/>
                    <a:p>
                      <a:pPr marL="285750" indent="-285750">
                        <a:buFont typeface="Arial" panose="020B0604020202020204" pitchFamily="34" charset="0"/>
                        <a:buChar char="•"/>
                      </a:pPr>
                      <a:r>
                        <a:rPr kumimoji="0" lang="en-GB" b="0" i="0" kern="1200" dirty="0">
                          <a:solidFill>
                            <a:schemeClr val="dk1"/>
                          </a:solidFill>
                          <a:effectLst/>
                          <a:latin typeface="+mn-lt"/>
                          <a:ea typeface="+mn-ea"/>
                          <a:cs typeface="+mn-cs"/>
                        </a:rPr>
                        <a:t>Complete success</a:t>
                      </a:r>
                    </a:p>
                    <a:p>
                      <a:pPr marL="742950" lvl="1" indent="-285750">
                        <a:buFont typeface="Arial" panose="020B0604020202020204" pitchFamily="34" charset="0"/>
                        <a:buChar char="•"/>
                      </a:pPr>
                      <a:r>
                        <a:rPr kumimoji="0" lang="en-GB" b="0" i="0" kern="1200" dirty="0">
                          <a:solidFill>
                            <a:schemeClr val="dk1"/>
                          </a:solidFill>
                          <a:effectLst/>
                          <a:latin typeface="+mn-lt"/>
                          <a:ea typeface="+mn-ea"/>
                          <a:cs typeface="+mn-cs"/>
                        </a:rPr>
                        <a:t>With assistance</a:t>
                      </a:r>
                    </a:p>
                    <a:p>
                      <a:pPr marL="742950" lvl="1" indent="-285750">
                        <a:buFont typeface="Arial" panose="020B0604020202020204" pitchFamily="34" charset="0"/>
                        <a:buChar char="•"/>
                      </a:pPr>
                      <a:r>
                        <a:rPr kumimoji="0" lang="en-GB" b="0" i="0" kern="1200" dirty="0">
                          <a:solidFill>
                            <a:schemeClr val="dk1"/>
                          </a:solidFill>
                          <a:effectLst/>
                          <a:latin typeface="+mn-lt"/>
                          <a:ea typeface="+mn-ea"/>
                          <a:cs typeface="+mn-cs"/>
                        </a:rPr>
                        <a:t>Without assistance</a:t>
                      </a:r>
                    </a:p>
                    <a:p>
                      <a:pPr marL="285750" indent="-285750">
                        <a:buFont typeface="Arial" panose="020B0604020202020204" pitchFamily="34" charset="0"/>
                        <a:buChar char="•"/>
                      </a:pPr>
                      <a:r>
                        <a:rPr kumimoji="0" lang="en-GB" b="0" i="0" kern="1200" dirty="0">
                          <a:solidFill>
                            <a:schemeClr val="dk1"/>
                          </a:solidFill>
                          <a:effectLst/>
                          <a:latin typeface="+mn-lt"/>
                          <a:ea typeface="+mn-ea"/>
                          <a:cs typeface="+mn-cs"/>
                        </a:rPr>
                        <a:t>Partial success</a:t>
                      </a:r>
                    </a:p>
                    <a:p>
                      <a:pPr marL="742950" lvl="1" indent="-285750">
                        <a:buFont typeface="Arial" panose="020B0604020202020204" pitchFamily="34" charset="0"/>
                        <a:buChar char="•"/>
                      </a:pPr>
                      <a:r>
                        <a:rPr kumimoji="0" lang="en-GB" b="0" i="0" kern="1200" dirty="0">
                          <a:solidFill>
                            <a:schemeClr val="dk1"/>
                          </a:solidFill>
                          <a:effectLst/>
                          <a:latin typeface="+mn-lt"/>
                          <a:ea typeface="+mn-ea"/>
                          <a:cs typeface="+mn-cs"/>
                        </a:rPr>
                        <a:t>With assistance</a:t>
                      </a:r>
                    </a:p>
                    <a:p>
                      <a:pPr marL="742950" lvl="1" indent="-285750">
                        <a:buFont typeface="Arial" panose="020B0604020202020204" pitchFamily="34" charset="0"/>
                        <a:buChar char="•"/>
                      </a:pPr>
                      <a:r>
                        <a:rPr kumimoji="0" lang="en-GB" b="0" i="0" kern="1200" dirty="0">
                          <a:solidFill>
                            <a:schemeClr val="dk1"/>
                          </a:solidFill>
                          <a:effectLst/>
                          <a:latin typeface="+mn-lt"/>
                          <a:ea typeface="+mn-ea"/>
                          <a:cs typeface="+mn-cs"/>
                        </a:rPr>
                        <a:t>Without assistance</a:t>
                      </a:r>
                    </a:p>
                    <a:p>
                      <a:pPr marL="285750" indent="-285750">
                        <a:buFont typeface="Arial" panose="020B0604020202020204" pitchFamily="34" charset="0"/>
                        <a:buChar char="•"/>
                      </a:pPr>
                      <a:r>
                        <a:rPr kumimoji="0" lang="en-GB" b="0" i="0" kern="1200" dirty="0">
                          <a:solidFill>
                            <a:schemeClr val="dk1"/>
                          </a:solidFill>
                          <a:effectLst/>
                          <a:latin typeface="+mn-lt"/>
                          <a:ea typeface="+mn-ea"/>
                          <a:cs typeface="+mn-cs"/>
                        </a:rPr>
                        <a:t>Failure</a:t>
                      </a:r>
                    </a:p>
                    <a:p>
                      <a:pPr marL="742950" lvl="1" indent="-285750">
                        <a:buFont typeface="Arial" panose="020B0604020202020204" pitchFamily="34" charset="0"/>
                        <a:buChar char="•"/>
                      </a:pPr>
                      <a:r>
                        <a:rPr kumimoji="0" lang="en-GB" b="0" i="0" kern="1200" dirty="0">
                          <a:solidFill>
                            <a:schemeClr val="dk1"/>
                          </a:solidFill>
                          <a:effectLst/>
                          <a:latin typeface="+mn-lt"/>
                          <a:ea typeface="+mn-ea"/>
                          <a:cs typeface="+mn-cs"/>
                        </a:rPr>
                        <a:t>User thought it was complete, but it wasn’t</a:t>
                      </a:r>
                    </a:p>
                    <a:p>
                      <a:pPr marL="742950" lvl="1" indent="-285750">
                        <a:buFont typeface="Arial" panose="020B0604020202020204" pitchFamily="34" charset="0"/>
                        <a:buChar char="•"/>
                      </a:pPr>
                      <a:r>
                        <a:rPr kumimoji="0" lang="en-GB" b="0" i="0" kern="1200" dirty="0">
                          <a:solidFill>
                            <a:schemeClr val="dk1"/>
                          </a:solidFill>
                          <a:effectLst/>
                          <a:latin typeface="+mn-lt"/>
                          <a:ea typeface="+mn-ea"/>
                          <a:cs typeface="+mn-cs"/>
                        </a:rPr>
                        <a:t>User gave up</a:t>
                      </a:r>
                    </a:p>
                  </a:txBody>
                  <a:tcPr/>
                </a:tc>
                <a:extLst>
                  <a:ext uri="{0D108BD9-81ED-4DB2-BD59-A6C34878D82A}">
                    <a16:rowId xmlns:a16="http://schemas.microsoft.com/office/drawing/2014/main" val="1362356245"/>
                  </a:ext>
                </a:extLst>
              </a:tr>
            </a:tbl>
          </a:graphicData>
        </a:graphic>
      </p:graphicFrame>
      <p:pic>
        <p:nvPicPr>
          <p:cNvPr id="8" name="Picture 7" descr="Frequency distributions of binary success rates from usability tests of the original version of a website and the redesigned version (data from LeDoux, Connor, &amp; Tullis, 2005).">
            <a:extLst>
              <a:ext uri="{FF2B5EF4-FFF2-40B4-BE49-F238E27FC236}">
                <a16:creationId xmlns:a16="http://schemas.microsoft.com/office/drawing/2014/main" id="{A192D618-9FC2-1FEE-E592-558059FFC1E8}"/>
              </a:ext>
            </a:extLst>
          </p:cNvPr>
          <p:cNvPicPr>
            <a:picLocks noChangeAspect="1"/>
          </p:cNvPicPr>
          <p:nvPr/>
        </p:nvPicPr>
        <p:blipFill>
          <a:blip r:embed="rId2"/>
          <a:stretch>
            <a:fillRect/>
          </a:stretch>
        </p:blipFill>
        <p:spPr>
          <a:xfrm>
            <a:off x="5296445" y="2564904"/>
            <a:ext cx="3694523" cy="2489148"/>
          </a:xfrm>
          <a:prstGeom prst="rect">
            <a:avLst/>
          </a:prstGeom>
        </p:spPr>
      </p:pic>
      <p:pic>
        <p:nvPicPr>
          <p:cNvPr id="12" name="Picture 11" descr="Performance icon">
            <a:extLst>
              <a:ext uri="{FF2B5EF4-FFF2-40B4-BE49-F238E27FC236}">
                <a16:creationId xmlns:a16="http://schemas.microsoft.com/office/drawing/2014/main" id="{94EB7814-DE62-2426-1704-B69C41726059}"/>
              </a:ext>
            </a:extLst>
          </p:cNvPr>
          <p:cNvPicPr>
            <a:picLocks noChangeAspect="1"/>
          </p:cNvPicPr>
          <p:nvPr/>
        </p:nvPicPr>
        <p:blipFill>
          <a:blip r:embed="rId3"/>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Footer Placeholder 4">
            <a:extLst>
              <a:ext uri="{FF2B5EF4-FFF2-40B4-BE49-F238E27FC236}">
                <a16:creationId xmlns:a16="http://schemas.microsoft.com/office/drawing/2014/main" id="{E1A23B96-0BA1-36BE-91B0-85AC02D9B72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58781D3C-28BB-B449-67E9-730C460CB79D}"/>
              </a:ext>
            </a:extLst>
          </p:cNvPr>
          <p:cNvSpPr>
            <a:spLocks noGrp="1"/>
          </p:cNvSpPr>
          <p:nvPr>
            <p:ph type="sldNum" sz="quarter" idx="4"/>
          </p:nvPr>
        </p:nvSpPr>
        <p:spPr/>
        <p:txBody>
          <a:bodyPr/>
          <a:lstStyle/>
          <a:p>
            <a:fld id="{9FD7ECCF-50E7-4327-B945-FA93FF7B2BEF}" type="slidenum">
              <a:rPr lang="en-US" smtClean="0"/>
              <a:pPr/>
              <a:t>46</a:t>
            </a:fld>
            <a:r>
              <a:rPr lang="en-GB"/>
              <a:t>/63</a:t>
            </a:r>
            <a:endParaRPr lang="en-US" dirty="0"/>
          </a:p>
        </p:txBody>
      </p:sp>
    </p:spTree>
    <p:extLst>
      <p:ext uri="{BB962C8B-B14F-4D97-AF65-F5344CB8AC3E}">
        <p14:creationId xmlns:p14="http://schemas.microsoft.com/office/powerpoint/2010/main" val="289556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sz="quarter" idx="1"/>
          </p:nvPr>
        </p:nvGraphicFramePr>
        <p:xfrm>
          <a:off x="612775" y="1600200"/>
          <a:ext cx="4895329" cy="4236720"/>
        </p:xfrm>
        <a:graphic>
          <a:graphicData uri="http://schemas.openxmlformats.org/drawingml/2006/table">
            <a:tbl>
              <a:tblPr bandRow="1">
                <a:tableStyleId>{5C22544A-7EE6-4342-B048-85BDC9FD1C3A}</a:tableStyleId>
              </a:tblPr>
              <a:tblGrid>
                <a:gridCol w="934889">
                  <a:extLst>
                    <a:ext uri="{9D8B030D-6E8A-4147-A177-3AD203B41FA5}">
                      <a16:colId xmlns:a16="http://schemas.microsoft.com/office/drawing/2014/main" val="20000"/>
                    </a:ext>
                  </a:extLst>
                </a:gridCol>
                <a:gridCol w="3960440">
                  <a:extLst>
                    <a:ext uri="{9D8B030D-6E8A-4147-A177-3AD203B41FA5}">
                      <a16:colId xmlns:a16="http://schemas.microsoft.com/office/drawing/2014/main" val="20001"/>
                    </a:ext>
                  </a:extLst>
                </a:gridCol>
              </a:tblGrid>
              <a:tr h="2562548">
                <a:tc>
                  <a:txBody>
                    <a:bodyPr/>
                    <a:lstStyle/>
                    <a:p>
                      <a:pPr>
                        <a:lnSpc>
                          <a:spcPts val="2000"/>
                        </a:lnSpc>
                        <a:spcBef>
                          <a:spcPts val="0"/>
                        </a:spcBef>
                        <a:spcAft>
                          <a:spcPts val="0"/>
                        </a:spcAft>
                      </a:pPr>
                      <a:r>
                        <a:rPr lang="en-GB" sz="1800" dirty="0"/>
                        <a:t>Level of success</a:t>
                      </a:r>
                    </a:p>
                  </a:txBody>
                  <a:tcPr/>
                </a:tc>
                <a:tc>
                  <a:txBody>
                    <a:bodyPr/>
                    <a:lstStyle/>
                    <a:p>
                      <a:pPr marL="452438" indent="-452438">
                        <a:tabLst>
                          <a:tab pos="452438" algn="l"/>
                        </a:tabLst>
                      </a:pPr>
                      <a:r>
                        <a:rPr kumimoji="0" lang="en-GB" sz="1600" b="1" i="0" kern="1200" dirty="0">
                          <a:solidFill>
                            <a:schemeClr val="dk1"/>
                          </a:solidFill>
                          <a:effectLst/>
                          <a:latin typeface="+mn-lt"/>
                          <a:ea typeface="+mn-ea"/>
                          <a:cs typeface="+mn-cs"/>
                        </a:rPr>
                        <a:t>1 =	No problem</a:t>
                      </a:r>
                      <a:r>
                        <a:rPr kumimoji="0" lang="en-GB" sz="1600" b="0" i="0" kern="1200" dirty="0">
                          <a:solidFill>
                            <a:schemeClr val="dk1"/>
                          </a:solidFill>
                          <a:effectLst/>
                          <a:latin typeface="+mn-lt"/>
                          <a:ea typeface="+mn-ea"/>
                          <a:cs typeface="+mn-cs"/>
                        </a:rPr>
                        <a:t>. The user completed the task successfully without any difficulty or inefficiency.</a:t>
                      </a:r>
                    </a:p>
                    <a:p>
                      <a:pPr marL="452438" indent="-452438">
                        <a:tabLst>
                          <a:tab pos="452438" algn="l"/>
                        </a:tabLst>
                      </a:pPr>
                      <a:r>
                        <a:rPr kumimoji="0" lang="en-GB" sz="1600" b="1" i="0" kern="1200" dirty="0">
                          <a:solidFill>
                            <a:schemeClr val="dk1"/>
                          </a:solidFill>
                          <a:effectLst/>
                          <a:latin typeface="+mn-lt"/>
                          <a:ea typeface="+mn-ea"/>
                          <a:cs typeface="+mn-cs"/>
                        </a:rPr>
                        <a:t>2 =	Minor problem</a:t>
                      </a:r>
                      <a:r>
                        <a:rPr kumimoji="0" lang="en-GB" sz="1600" b="0" i="0" kern="1200" dirty="0">
                          <a:solidFill>
                            <a:schemeClr val="dk1"/>
                          </a:solidFill>
                          <a:effectLst/>
                          <a:latin typeface="+mn-lt"/>
                          <a:ea typeface="+mn-ea"/>
                          <a:cs typeface="+mn-cs"/>
                        </a:rPr>
                        <a:t>. The user completed the task successfully but took a slight detour. He made one or two small mistakes but recovered quickly and was successful.</a:t>
                      </a:r>
                    </a:p>
                    <a:p>
                      <a:pPr marL="452438" indent="-452438">
                        <a:tabLst>
                          <a:tab pos="452438" algn="l"/>
                        </a:tabLst>
                      </a:pPr>
                      <a:r>
                        <a:rPr kumimoji="0" lang="en-GB" sz="1600" b="1" i="0" kern="1200" dirty="0">
                          <a:solidFill>
                            <a:schemeClr val="dk1"/>
                          </a:solidFill>
                          <a:effectLst/>
                          <a:latin typeface="+mn-lt"/>
                          <a:ea typeface="+mn-ea"/>
                          <a:cs typeface="+mn-cs"/>
                        </a:rPr>
                        <a:t>3 =	Major problem</a:t>
                      </a:r>
                      <a:r>
                        <a:rPr kumimoji="0" lang="en-GB" sz="1600" b="0" i="0" kern="1200" dirty="0">
                          <a:solidFill>
                            <a:schemeClr val="dk1"/>
                          </a:solidFill>
                          <a:effectLst/>
                          <a:latin typeface="+mn-lt"/>
                          <a:ea typeface="+mn-ea"/>
                          <a:cs typeface="+mn-cs"/>
                        </a:rPr>
                        <a:t>. The user completed the task successfully but had major problems. She struggled and took a major detour in her eventual successful completion of the task.</a:t>
                      </a:r>
                    </a:p>
                    <a:p>
                      <a:pPr marL="452438" indent="-452438">
                        <a:tabLst>
                          <a:tab pos="452438" algn="l"/>
                        </a:tabLst>
                      </a:pPr>
                      <a:r>
                        <a:rPr kumimoji="0" lang="en-GB" sz="1600" b="1" i="0" kern="1200" dirty="0">
                          <a:solidFill>
                            <a:schemeClr val="dk1"/>
                          </a:solidFill>
                          <a:effectLst/>
                          <a:latin typeface="+mn-lt"/>
                          <a:ea typeface="+mn-ea"/>
                          <a:cs typeface="+mn-cs"/>
                        </a:rPr>
                        <a:t>4 =	Failure/gave up</a:t>
                      </a:r>
                      <a:r>
                        <a:rPr kumimoji="0" lang="en-GB" sz="1600" b="0" i="0" kern="1200" dirty="0">
                          <a:solidFill>
                            <a:schemeClr val="dk1"/>
                          </a:solidFill>
                          <a:effectLst/>
                          <a:latin typeface="+mn-lt"/>
                          <a:ea typeface="+mn-ea"/>
                          <a:cs typeface="+mn-cs"/>
                        </a:rPr>
                        <a:t>. The user provided the wrong answer or gave up before completing the task or the moderator moved on to the next task before successful completion.</a:t>
                      </a:r>
                    </a:p>
                  </a:txBody>
                  <a:tcPr/>
                </a:tc>
                <a:extLst>
                  <a:ext uri="{0D108BD9-81ED-4DB2-BD59-A6C34878D82A}">
                    <a16:rowId xmlns:a16="http://schemas.microsoft.com/office/drawing/2014/main" val="1362356245"/>
                  </a:ext>
                </a:extLst>
              </a:tr>
            </a:tbl>
          </a:graphicData>
        </a:graphic>
      </p:graphicFrame>
      <p:pic>
        <p:nvPicPr>
          <p:cNvPr id="6" name="Picture 5" descr="Stacked bar chart showing different levels of success based on task completion.">
            <a:extLst>
              <a:ext uri="{FF2B5EF4-FFF2-40B4-BE49-F238E27FC236}">
                <a16:creationId xmlns:a16="http://schemas.microsoft.com/office/drawing/2014/main" id="{5BDE5C03-BF73-AF6B-5B2E-F2E028D5E9C0}"/>
              </a:ext>
            </a:extLst>
          </p:cNvPr>
          <p:cNvPicPr>
            <a:picLocks noChangeAspect="1"/>
          </p:cNvPicPr>
          <p:nvPr/>
        </p:nvPicPr>
        <p:blipFill>
          <a:blip r:embed="rId2"/>
          <a:stretch>
            <a:fillRect/>
          </a:stretch>
        </p:blipFill>
        <p:spPr>
          <a:xfrm>
            <a:off x="5508104" y="2636912"/>
            <a:ext cx="3635896" cy="2337362"/>
          </a:xfrm>
          <a:prstGeom prst="rect">
            <a:avLst/>
          </a:prstGeom>
        </p:spPr>
      </p:pic>
      <p:sp>
        <p:nvSpPr>
          <p:cNvPr id="11" name="Title 1">
            <a:extLst>
              <a:ext uri="{FF2B5EF4-FFF2-40B4-BE49-F238E27FC236}">
                <a16:creationId xmlns:a16="http://schemas.microsoft.com/office/drawing/2014/main" id="{A7F88B3D-ADB6-CE70-433E-A1F6A254D758}"/>
              </a:ext>
            </a:extLst>
          </p:cNvPr>
          <p:cNvSpPr txBox="1">
            <a:spLocks/>
          </p:cNvSpPr>
          <p:nvPr/>
        </p:nvSpPr>
        <p:spPr>
          <a:xfrm>
            <a:off x="612648" y="305565"/>
            <a:ext cx="7343728" cy="990600"/>
          </a:xfrm>
          <a:prstGeom prst="rect">
            <a:avLst/>
          </a:prstGeom>
        </p:spPr>
        <p:txBody>
          <a:bodyPr vert="horz" anchor="ctr">
            <a:normAutofit fontScale="97500"/>
          </a:bodyPr>
          <a:lstStyle>
            <a:lvl1pPr algn="l" rtl="0" eaLnBrk="1" latinLnBrk="0" hangingPunct="1">
              <a:spcBef>
                <a:spcPct val="0"/>
              </a:spcBef>
              <a:buNone/>
              <a:defRPr kumimoji="0" sz="4400" kern="1200">
                <a:solidFill>
                  <a:schemeClr val="tx2"/>
                </a:solidFill>
                <a:latin typeface="+mj-lt"/>
                <a:ea typeface="+mj-ea"/>
                <a:cs typeface="+mj-cs"/>
              </a:defRPr>
            </a:lvl1pPr>
          </a:lstStyle>
          <a:p>
            <a:pPr fontAlgn="auto">
              <a:lnSpc>
                <a:spcPts val="3500"/>
              </a:lnSpc>
              <a:spcAft>
                <a:spcPts val="0"/>
              </a:spcAft>
            </a:pPr>
            <a:r>
              <a:rPr lang="en-GB" sz="4000"/>
              <a:t>Performance data – level of success</a:t>
            </a:r>
            <a:endParaRPr lang="en-GB" sz="4000" dirty="0"/>
          </a:p>
        </p:txBody>
      </p:sp>
      <p:pic>
        <p:nvPicPr>
          <p:cNvPr id="13" name="Picture 12" descr="Performance icon">
            <a:extLst>
              <a:ext uri="{FF2B5EF4-FFF2-40B4-BE49-F238E27FC236}">
                <a16:creationId xmlns:a16="http://schemas.microsoft.com/office/drawing/2014/main" id="{4E888411-04EF-FCC3-8C6A-A2C7C4A209C3}"/>
              </a:ext>
            </a:extLst>
          </p:cNvPr>
          <p:cNvPicPr>
            <a:picLocks noChangeAspect="1"/>
          </p:cNvPicPr>
          <p:nvPr/>
        </p:nvPicPr>
        <p:blipFill>
          <a:blip r:embed="rId3"/>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Footer Placeholder 3">
            <a:extLst>
              <a:ext uri="{FF2B5EF4-FFF2-40B4-BE49-F238E27FC236}">
                <a16:creationId xmlns:a16="http://schemas.microsoft.com/office/drawing/2014/main" id="{16DA9400-2D71-229D-2A71-A54AE7C45D4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27E3FFC-38ED-E670-478B-0D1150C5B1AA}"/>
              </a:ext>
            </a:extLst>
          </p:cNvPr>
          <p:cNvSpPr>
            <a:spLocks noGrp="1"/>
          </p:cNvSpPr>
          <p:nvPr>
            <p:ph type="sldNum" sz="quarter" idx="4"/>
          </p:nvPr>
        </p:nvSpPr>
        <p:spPr/>
        <p:txBody>
          <a:bodyPr/>
          <a:lstStyle/>
          <a:p>
            <a:fld id="{9FD7ECCF-50E7-4327-B945-FA93FF7B2BEF}" type="slidenum">
              <a:rPr lang="en-US" smtClean="0"/>
              <a:pPr/>
              <a:t>47</a:t>
            </a:fld>
            <a:r>
              <a:rPr lang="en-GB"/>
              <a:t>/63</a:t>
            </a:r>
            <a:endParaRPr lang="en-US" dirty="0"/>
          </a:p>
        </p:txBody>
      </p:sp>
    </p:spTree>
    <p:extLst>
      <p:ext uri="{BB962C8B-B14F-4D97-AF65-F5344CB8AC3E}">
        <p14:creationId xmlns:p14="http://schemas.microsoft.com/office/powerpoint/2010/main" val="24472682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Performance data –</a:t>
            </a:r>
            <a:r>
              <a:rPr lang="en-GB" sz="4400" dirty="0"/>
              <a:t> time on task</a:t>
            </a:r>
            <a:endParaRPr lang="en-GB" dirty="0"/>
          </a:p>
        </p:txBody>
      </p:sp>
      <p:graphicFrame>
        <p:nvGraphicFramePr>
          <p:cNvPr id="7" name="Content Placeholder 6"/>
          <p:cNvGraphicFramePr>
            <a:graphicFrameLocks noGrp="1"/>
          </p:cNvGraphicFramePr>
          <p:nvPr>
            <p:ph sz="quarter" idx="1"/>
          </p:nvPr>
        </p:nvGraphicFramePr>
        <p:xfrm>
          <a:off x="612776" y="1600200"/>
          <a:ext cx="3527176" cy="3139440"/>
        </p:xfrm>
        <a:graphic>
          <a:graphicData uri="http://schemas.openxmlformats.org/drawingml/2006/table">
            <a:tbl>
              <a:tblPr bandRow="1">
                <a:tableStyleId>{5C22544A-7EE6-4342-B048-85BDC9FD1C3A}</a:tableStyleId>
              </a:tblPr>
              <a:tblGrid>
                <a:gridCol w="1078904">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tblGrid>
              <a:tr h="3130328">
                <a:tc>
                  <a:txBody>
                    <a:bodyPr/>
                    <a:lstStyle/>
                    <a:p>
                      <a:pPr>
                        <a:lnSpc>
                          <a:spcPts val="2000"/>
                        </a:lnSpc>
                        <a:spcBef>
                          <a:spcPts val="0"/>
                        </a:spcBef>
                        <a:spcAft>
                          <a:spcPts val="0"/>
                        </a:spcAft>
                      </a:pPr>
                      <a:r>
                        <a:rPr lang="en-GB" sz="1800" dirty="0"/>
                        <a:t>Time durations</a:t>
                      </a:r>
                    </a:p>
                  </a:txBody>
                  <a:tcPr/>
                </a:tc>
                <a:tc>
                  <a:txBody>
                    <a:bodyPr/>
                    <a:lstStyle/>
                    <a:p>
                      <a:pPr marL="285750" indent="-285750">
                        <a:lnSpc>
                          <a:spcPts val="2000"/>
                        </a:lnSpc>
                        <a:spcBef>
                          <a:spcPts val="0"/>
                        </a:spcBef>
                        <a:spcAft>
                          <a:spcPts val="0"/>
                        </a:spcAft>
                        <a:buFont typeface="Arial" panose="020B0604020202020204" pitchFamily="34" charset="0"/>
                        <a:buChar char="•"/>
                      </a:pPr>
                      <a:r>
                        <a:rPr kumimoji="0" lang="en-GB" sz="1800" kern="1200" dirty="0">
                          <a:solidFill>
                            <a:schemeClr val="dk1"/>
                          </a:solidFill>
                          <a:latin typeface="+mn-lt"/>
                          <a:ea typeface="+mn-ea"/>
                          <a:cs typeface="+mn-cs"/>
                        </a:rPr>
                        <a:t>Time to complete a task</a:t>
                      </a:r>
                    </a:p>
                    <a:p>
                      <a:pPr marL="285750" indent="-285750">
                        <a:lnSpc>
                          <a:spcPts val="2000"/>
                        </a:lnSpc>
                        <a:spcBef>
                          <a:spcPts val="0"/>
                        </a:spcBef>
                        <a:spcAft>
                          <a:spcPts val="0"/>
                        </a:spcAft>
                        <a:buFont typeface="Arial" panose="020B0604020202020204" pitchFamily="34" charset="0"/>
                        <a:buChar char="•"/>
                      </a:pPr>
                      <a:r>
                        <a:rPr kumimoji="0" lang="en-GB" sz="1800" kern="1200" dirty="0">
                          <a:solidFill>
                            <a:schemeClr val="dk1"/>
                          </a:solidFill>
                          <a:latin typeface="+mn-lt"/>
                          <a:ea typeface="+mn-ea"/>
                          <a:cs typeface="+mn-cs"/>
                        </a:rPr>
                        <a:t>Time to recover from an error</a:t>
                      </a:r>
                    </a:p>
                    <a:p>
                      <a:pPr marL="285750" indent="-285750">
                        <a:lnSpc>
                          <a:spcPts val="2000"/>
                        </a:lnSpc>
                        <a:spcBef>
                          <a:spcPts val="0"/>
                        </a:spcBef>
                        <a:spcAft>
                          <a:spcPts val="0"/>
                        </a:spcAft>
                        <a:buFont typeface="Arial" panose="020B0604020202020204" pitchFamily="34" charset="0"/>
                        <a:buChar char="•"/>
                      </a:pPr>
                      <a:r>
                        <a:rPr kumimoji="0" lang="en-GB" sz="1800" kern="1200" dirty="0">
                          <a:solidFill>
                            <a:schemeClr val="dk1"/>
                          </a:solidFill>
                          <a:latin typeface="+mn-lt"/>
                          <a:ea typeface="+mn-ea"/>
                          <a:cs typeface="+mn-cs"/>
                        </a:rPr>
                        <a:t>Time to achieve a criterion level of competence</a:t>
                      </a:r>
                    </a:p>
                    <a:p>
                      <a:pPr marL="285750" indent="-285750">
                        <a:lnSpc>
                          <a:spcPts val="2000"/>
                        </a:lnSpc>
                        <a:spcBef>
                          <a:spcPts val="0"/>
                        </a:spcBef>
                        <a:spcAft>
                          <a:spcPts val="0"/>
                        </a:spcAft>
                        <a:buFont typeface="Arial" panose="020B0604020202020204" pitchFamily="34" charset="0"/>
                        <a:buChar char="•"/>
                      </a:pPr>
                      <a:r>
                        <a:rPr kumimoji="0" lang="en-GB" sz="1800" kern="1200" dirty="0">
                          <a:solidFill>
                            <a:schemeClr val="dk1"/>
                          </a:solidFill>
                          <a:latin typeface="+mn-lt"/>
                          <a:ea typeface="+mn-ea"/>
                          <a:cs typeface="+mn-cs"/>
                        </a:rPr>
                        <a:t>Training time to achieve benchmark performance</a:t>
                      </a:r>
                    </a:p>
                    <a:p>
                      <a:pPr marL="285750" indent="-285750">
                        <a:lnSpc>
                          <a:spcPts val="2000"/>
                        </a:lnSpc>
                        <a:spcBef>
                          <a:spcPts val="0"/>
                        </a:spcBef>
                        <a:spcAft>
                          <a:spcPts val="0"/>
                        </a:spcAft>
                        <a:buFont typeface="Arial" panose="020B0604020202020204" pitchFamily="34" charset="0"/>
                        <a:buChar char="•"/>
                      </a:pPr>
                      <a:r>
                        <a:rPr kumimoji="0" lang="en-GB" sz="1800" kern="1200" dirty="0">
                          <a:solidFill>
                            <a:schemeClr val="dk1"/>
                          </a:solidFill>
                          <a:latin typeface="+mn-lt"/>
                          <a:ea typeface="+mn-ea"/>
                          <a:cs typeface="+mn-cs"/>
                        </a:rPr>
                        <a:t>Time spent reading vs working</a:t>
                      </a:r>
                    </a:p>
                  </a:txBody>
                  <a:tcPr/>
                </a:tc>
                <a:extLst>
                  <a:ext uri="{0D108BD9-81ED-4DB2-BD59-A6C34878D82A}">
                    <a16:rowId xmlns:a16="http://schemas.microsoft.com/office/drawing/2014/main" val="10001"/>
                  </a:ext>
                </a:extLst>
              </a:tr>
            </a:tbl>
          </a:graphicData>
        </a:graphic>
      </p:graphicFrame>
      <p:graphicFrame>
        <p:nvGraphicFramePr>
          <p:cNvPr id="10" name="Content Placeholder 6"/>
          <p:cNvGraphicFramePr>
            <a:graphicFrameLocks/>
          </p:cNvGraphicFramePr>
          <p:nvPr/>
        </p:nvGraphicFramePr>
        <p:xfrm>
          <a:off x="609600" y="5303480"/>
          <a:ext cx="8138864" cy="1005840"/>
        </p:xfrm>
        <a:graphic>
          <a:graphicData uri="http://schemas.openxmlformats.org/drawingml/2006/table">
            <a:tbl>
              <a:tblPr bandRow="1">
                <a:tableStyleId>{21E4AEA4-8DFA-4A89-87EB-49C32662AFE0}</a:tableStyleId>
              </a:tblPr>
              <a:tblGrid>
                <a:gridCol w="1874168">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288032">
                <a:tc>
                  <a:txBody>
                    <a:bodyPr/>
                    <a:lstStyle/>
                    <a:p>
                      <a:r>
                        <a:rPr kumimoji="0" lang="en-GB" sz="1800" u="none" strike="noStrike" kern="1200" cap="none" spc="0" normalizeH="0" baseline="0" noProof="0" dirty="0">
                          <a:ln>
                            <a:noFill/>
                          </a:ln>
                          <a:solidFill>
                            <a:schemeClr val="dk1"/>
                          </a:solidFill>
                          <a:effectLst/>
                          <a:uLnTx/>
                          <a:uFillTx/>
                          <a:latin typeface="+mn-lt"/>
                          <a:ea typeface="+mn-ea"/>
                          <a:cs typeface="+mn-cs"/>
                        </a:rPr>
                        <a:t>quantitatively</a:t>
                      </a:r>
                      <a:r>
                        <a:rPr kumimoji="0" lang="en-GB" sz="1800" u="none" strike="noStrike" kern="1200" cap="none" spc="0" normalizeH="0" baseline="0" noProof="0" dirty="0">
                          <a:ln>
                            <a:noFill/>
                          </a:ln>
                          <a:effectLst/>
                          <a:uLnTx/>
                          <a:uFillTx/>
                        </a:rPr>
                        <a:t> </a:t>
                      </a:r>
                      <a:endParaRPr lang="en-GB" dirty="0"/>
                    </a:p>
                  </a:txBody>
                  <a:tcPr/>
                </a:tc>
                <a:tc>
                  <a:txBody>
                    <a:bodyPr/>
                    <a:lstStyle/>
                    <a:p>
                      <a:r>
                        <a:rPr kumimoji="0" lang="en-GB" sz="1800" u="none" strike="noStrike" kern="1200" cap="none" spc="0" normalizeH="0" baseline="0" noProof="0">
                          <a:ln>
                            <a:noFill/>
                          </a:ln>
                          <a:effectLst/>
                          <a:uLnTx/>
                          <a:uFillTx/>
                        </a:rPr>
                        <a:t>counting the number of errors made on a task</a:t>
                      </a:r>
                      <a:endParaRPr lang="en-GB"/>
                    </a:p>
                  </a:txBody>
                  <a:tcPr/>
                </a:tc>
                <a:extLst>
                  <a:ext uri="{0D108BD9-81ED-4DB2-BD59-A6C34878D82A}">
                    <a16:rowId xmlns:a16="http://schemas.microsoft.com/office/drawing/2014/main" val="10000"/>
                  </a:ext>
                </a:extLst>
              </a:tr>
              <a:tr h="288032">
                <a:tc>
                  <a:txBody>
                    <a:bodyPr/>
                    <a:lstStyle/>
                    <a:p>
                      <a:r>
                        <a:rPr kumimoji="0" lang="en-GB" sz="1800" u="none" strike="noStrike" kern="1200" cap="none" spc="0" normalizeH="0" baseline="0" noProof="0">
                          <a:ln>
                            <a:noFill/>
                          </a:ln>
                          <a:effectLst/>
                          <a:uLnTx/>
                          <a:uFillTx/>
                        </a:rPr>
                        <a:t>qualitatively </a:t>
                      </a:r>
                      <a:endParaRPr lang="en-GB"/>
                    </a:p>
                  </a:txBody>
                  <a:tcPr/>
                </a:tc>
                <a:tc>
                  <a:txBody>
                    <a:bodyPr/>
                    <a:lstStyle/>
                    <a:p>
                      <a:r>
                        <a:rPr kumimoji="0" lang="en-GB" sz="1800" u="none" strike="noStrike" kern="1200" cap="none" spc="0" normalizeH="0" baseline="0" noProof="0" dirty="0">
                          <a:ln>
                            <a:noFill/>
                          </a:ln>
                          <a:effectLst/>
                          <a:uLnTx/>
                          <a:uFillTx/>
                        </a:rPr>
                        <a:t>to expose places where the user does not understand the product’s conceptual model</a:t>
                      </a:r>
                      <a:endParaRPr lang="en-GB" dirty="0"/>
                    </a:p>
                  </a:txBody>
                  <a:tcPr/>
                </a:tc>
                <a:extLst>
                  <a:ext uri="{0D108BD9-81ED-4DB2-BD59-A6C34878D82A}">
                    <a16:rowId xmlns:a16="http://schemas.microsoft.com/office/drawing/2014/main" val="10001"/>
                  </a:ext>
                </a:extLst>
              </a:tr>
            </a:tbl>
          </a:graphicData>
        </a:graphic>
      </p:graphicFrame>
      <p:sp>
        <p:nvSpPr>
          <p:cNvPr id="11" name="TextBox 10"/>
          <p:cNvSpPr txBox="1"/>
          <p:nvPr/>
        </p:nvSpPr>
        <p:spPr>
          <a:xfrm>
            <a:off x="533400" y="4730528"/>
            <a:ext cx="2513830" cy="400110"/>
          </a:xfrm>
          <a:prstGeom prst="rect">
            <a:avLst/>
          </a:prstGeom>
          <a:noFill/>
        </p:spPr>
        <p:txBody>
          <a:bodyPr wrap="none" rtlCol="0">
            <a:spAutoFit/>
          </a:bodyPr>
          <a:lstStyle/>
          <a:p>
            <a:r>
              <a:rPr lang="en-GB" sz="2000" dirty="0">
                <a:latin typeface="+mn-lt"/>
              </a:rPr>
              <a:t>Data can be analysed:</a:t>
            </a:r>
          </a:p>
        </p:txBody>
      </p:sp>
      <p:pic>
        <p:nvPicPr>
          <p:cNvPr id="6" name="Picture 5" descr="Task logs using LookBack.io">
            <a:extLst>
              <a:ext uri="{FF2B5EF4-FFF2-40B4-BE49-F238E27FC236}">
                <a16:creationId xmlns:a16="http://schemas.microsoft.com/office/drawing/2014/main" id="{EC277668-0A8B-544A-1B6E-958407C7DF6D}"/>
              </a:ext>
            </a:extLst>
          </p:cNvPr>
          <p:cNvPicPr>
            <a:picLocks noChangeAspect="1"/>
          </p:cNvPicPr>
          <p:nvPr/>
        </p:nvPicPr>
        <p:blipFill>
          <a:blip r:embed="rId2"/>
          <a:stretch>
            <a:fillRect/>
          </a:stretch>
        </p:blipFill>
        <p:spPr>
          <a:xfrm>
            <a:off x="4213228" y="1614552"/>
            <a:ext cx="4930772" cy="2321128"/>
          </a:xfrm>
          <a:prstGeom prst="rect">
            <a:avLst/>
          </a:prstGeom>
        </p:spPr>
      </p:pic>
      <p:sp>
        <p:nvSpPr>
          <p:cNvPr id="8" name="TextBox 7">
            <a:extLst>
              <a:ext uri="{FF2B5EF4-FFF2-40B4-BE49-F238E27FC236}">
                <a16:creationId xmlns:a16="http://schemas.microsoft.com/office/drawing/2014/main" id="{4E82B0C0-43E2-AADF-15E9-36A2F439D2C1}"/>
              </a:ext>
            </a:extLst>
          </p:cNvPr>
          <p:cNvSpPr txBox="1"/>
          <p:nvPr/>
        </p:nvSpPr>
        <p:spPr>
          <a:xfrm>
            <a:off x="5724128" y="4046967"/>
            <a:ext cx="1781257" cy="461665"/>
          </a:xfrm>
          <a:prstGeom prst="rect">
            <a:avLst/>
          </a:prstGeom>
          <a:noFill/>
        </p:spPr>
        <p:txBody>
          <a:bodyPr wrap="none" rtlCol="0">
            <a:spAutoFit/>
          </a:bodyPr>
          <a:lstStyle/>
          <a:p>
            <a:r>
              <a:rPr lang="en-GB" dirty="0"/>
              <a:t>LookBack.io</a:t>
            </a:r>
          </a:p>
        </p:txBody>
      </p:sp>
      <p:pic>
        <p:nvPicPr>
          <p:cNvPr id="12" name="Picture 11" descr="Mean time on tasks">
            <a:extLst>
              <a:ext uri="{FF2B5EF4-FFF2-40B4-BE49-F238E27FC236}">
                <a16:creationId xmlns:a16="http://schemas.microsoft.com/office/drawing/2014/main" id="{03A4095F-2642-A63B-B101-9A5FB2CC3C50}"/>
              </a:ext>
            </a:extLst>
          </p:cNvPr>
          <p:cNvPicPr>
            <a:picLocks noChangeAspect="1"/>
          </p:cNvPicPr>
          <p:nvPr/>
        </p:nvPicPr>
        <p:blipFill>
          <a:blip r:embed="rId3"/>
          <a:stretch>
            <a:fillRect/>
          </a:stretch>
        </p:blipFill>
        <p:spPr>
          <a:xfrm>
            <a:off x="4168080" y="1600200"/>
            <a:ext cx="4930772" cy="3095271"/>
          </a:xfrm>
          <a:prstGeom prst="rect">
            <a:avLst/>
          </a:prstGeom>
        </p:spPr>
      </p:pic>
      <p:pic>
        <p:nvPicPr>
          <p:cNvPr id="14" name="Picture 13" descr="Performance icon">
            <a:extLst>
              <a:ext uri="{FF2B5EF4-FFF2-40B4-BE49-F238E27FC236}">
                <a16:creationId xmlns:a16="http://schemas.microsoft.com/office/drawing/2014/main" id="{EE9D7638-79B7-EEF5-FC74-88C150ED1709}"/>
              </a:ext>
            </a:extLst>
          </p:cNvPr>
          <p:cNvPicPr>
            <a:picLocks noChangeAspect="1"/>
          </p:cNvPicPr>
          <p:nvPr/>
        </p:nvPicPr>
        <p:blipFill>
          <a:blip r:embed="rId4"/>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Footer Placeholder 4">
            <a:extLst>
              <a:ext uri="{FF2B5EF4-FFF2-40B4-BE49-F238E27FC236}">
                <a16:creationId xmlns:a16="http://schemas.microsoft.com/office/drawing/2014/main" id="{7809F1B5-5C74-E2CE-9730-AD5EAC0140F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4F8CB3C1-F86E-BCCF-33FB-564A4DA2608A}"/>
              </a:ext>
            </a:extLst>
          </p:cNvPr>
          <p:cNvSpPr>
            <a:spLocks noGrp="1"/>
          </p:cNvSpPr>
          <p:nvPr>
            <p:ph type="sldNum" sz="quarter" idx="4"/>
          </p:nvPr>
        </p:nvSpPr>
        <p:spPr/>
        <p:txBody>
          <a:bodyPr/>
          <a:lstStyle/>
          <a:p>
            <a:fld id="{9FD7ECCF-50E7-4327-B945-FA93FF7B2BEF}" type="slidenum">
              <a:rPr lang="en-US" smtClean="0"/>
              <a:pPr/>
              <a:t>48</a:t>
            </a:fld>
            <a:r>
              <a:rPr lang="en-GB"/>
              <a:t>/63</a:t>
            </a:r>
            <a:endParaRPr lang="en-US" dirty="0"/>
          </a:p>
        </p:txBody>
      </p:sp>
    </p:spTree>
    <p:extLst>
      <p:ext uri="{BB962C8B-B14F-4D97-AF65-F5344CB8AC3E}">
        <p14:creationId xmlns:p14="http://schemas.microsoft.com/office/powerpoint/2010/main" val="230016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1+#ppt_w/2"/>
                                          </p:val>
                                        </p:tav>
                                        <p:tav tm="100000">
                                          <p:val>
                                            <p:strVal val="#ppt_x"/>
                                          </p:val>
                                        </p:tav>
                                      </p:tavLst>
                                    </p:anim>
                                    <p:anim calcmode="lin" valueType="num">
                                      <p:cBhvr additive="base">
                                        <p:cTn id="1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Performance data –</a:t>
            </a:r>
            <a:r>
              <a:rPr lang="en-GB" sz="4400" dirty="0"/>
              <a:t> errors</a:t>
            </a:r>
            <a:endParaRPr lang="en-GB" dirty="0"/>
          </a:p>
        </p:txBody>
      </p:sp>
      <p:graphicFrame>
        <p:nvGraphicFramePr>
          <p:cNvPr id="7" name="Content Placeholder 6"/>
          <p:cNvGraphicFramePr>
            <a:graphicFrameLocks noGrp="1"/>
          </p:cNvGraphicFramePr>
          <p:nvPr>
            <p:ph sz="quarter" idx="1"/>
          </p:nvPr>
        </p:nvGraphicFramePr>
        <p:xfrm>
          <a:off x="612775" y="1600201"/>
          <a:ext cx="8153400" cy="3411096"/>
        </p:xfrm>
        <a:graphic>
          <a:graphicData uri="http://schemas.openxmlformats.org/drawingml/2006/table">
            <a:tbl>
              <a:tblPr bandRow="1">
                <a:tableStyleId>{5C22544A-7EE6-4342-B048-85BDC9FD1C3A}</a:tableStyleId>
              </a:tblPr>
              <a:tblGrid>
                <a:gridCol w="1870993">
                  <a:extLst>
                    <a:ext uri="{9D8B030D-6E8A-4147-A177-3AD203B41FA5}">
                      <a16:colId xmlns:a16="http://schemas.microsoft.com/office/drawing/2014/main" val="20000"/>
                    </a:ext>
                  </a:extLst>
                </a:gridCol>
                <a:gridCol w="6282407">
                  <a:extLst>
                    <a:ext uri="{9D8B030D-6E8A-4147-A177-3AD203B41FA5}">
                      <a16:colId xmlns:a16="http://schemas.microsoft.com/office/drawing/2014/main" val="20001"/>
                    </a:ext>
                  </a:extLst>
                </a:gridCol>
              </a:tblGrid>
              <a:tr h="2365612">
                <a:tc>
                  <a:txBody>
                    <a:bodyPr/>
                    <a:lstStyle/>
                    <a:p>
                      <a:pPr>
                        <a:lnSpc>
                          <a:spcPts val="2000"/>
                        </a:lnSpc>
                        <a:spcBef>
                          <a:spcPts val="0"/>
                        </a:spcBef>
                        <a:spcAft>
                          <a:spcPts val="0"/>
                        </a:spcAft>
                      </a:pPr>
                      <a:r>
                        <a:rPr lang="en-GB" sz="1800" dirty="0"/>
                        <a:t>What constitutes an error?</a:t>
                      </a:r>
                    </a:p>
                  </a:txBody>
                  <a:tcPr/>
                </a:tc>
                <a:tc>
                  <a:txBody>
                    <a:bodyPr/>
                    <a:lstStyle/>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1" kern="1200" dirty="0">
                          <a:solidFill>
                            <a:schemeClr val="dk1"/>
                          </a:solidFill>
                          <a:latin typeface="+mn-lt"/>
                          <a:ea typeface="+mn-ea"/>
                          <a:cs typeface="+mn-cs"/>
                        </a:rPr>
                        <a:t>Entering incorrect data into a form field </a:t>
                      </a:r>
                      <a:r>
                        <a:rPr kumimoji="0" lang="en-GB" sz="1800" kern="1200" dirty="0">
                          <a:solidFill>
                            <a:schemeClr val="dk1"/>
                          </a:solidFill>
                          <a:latin typeface="+mn-lt"/>
                          <a:ea typeface="+mn-ea"/>
                          <a:cs typeface="+mn-cs"/>
                        </a:rPr>
                        <a:t>(such as typing the wrong password during a login attempt)</a:t>
                      </a:r>
                    </a:p>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1" kern="1200" dirty="0">
                          <a:solidFill>
                            <a:schemeClr val="dk1"/>
                          </a:solidFill>
                          <a:latin typeface="+mn-lt"/>
                          <a:ea typeface="+mn-ea"/>
                          <a:cs typeface="+mn-cs"/>
                        </a:rPr>
                        <a:t>Making the wrong choice in a menu or drop-down list </a:t>
                      </a:r>
                      <a:r>
                        <a:rPr kumimoji="0" lang="en-GB" sz="1800" kern="1200" dirty="0">
                          <a:solidFill>
                            <a:schemeClr val="dk1"/>
                          </a:solidFill>
                          <a:latin typeface="+mn-lt"/>
                          <a:ea typeface="+mn-ea"/>
                          <a:cs typeface="+mn-cs"/>
                        </a:rPr>
                        <a:t>(such as selecting “Delete” instead of “Modify”)</a:t>
                      </a:r>
                    </a:p>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1" kern="1200" dirty="0">
                          <a:solidFill>
                            <a:schemeClr val="dk1"/>
                          </a:solidFill>
                          <a:latin typeface="+mn-lt"/>
                          <a:ea typeface="+mn-ea"/>
                          <a:cs typeface="+mn-cs"/>
                        </a:rPr>
                        <a:t>Taking an incorrect sequence of actions </a:t>
                      </a:r>
                      <a:r>
                        <a:rPr kumimoji="0" lang="en-GB" sz="1800" kern="1200" dirty="0">
                          <a:solidFill>
                            <a:schemeClr val="dk1"/>
                          </a:solidFill>
                          <a:latin typeface="+mn-lt"/>
                          <a:ea typeface="+mn-ea"/>
                          <a:cs typeface="+mn-cs"/>
                        </a:rPr>
                        <a:t>(such as reformatting their home media server when all they were trying to do was play a recorded TV show)</a:t>
                      </a:r>
                    </a:p>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1" kern="1200" dirty="0">
                          <a:solidFill>
                            <a:schemeClr val="dk1"/>
                          </a:solidFill>
                          <a:latin typeface="+mn-lt"/>
                          <a:ea typeface="+mn-ea"/>
                          <a:cs typeface="+mn-cs"/>
                        </a:rPr>
                        <a:t>Failing to take a key action </a:t>
                      </a:r>
                      <a:r>
                        <a:rPr kumimoji="0" lang="en-GB" sz="1800" kern="1200" dirty="0">
                          <a:solidFill>
                            <a:schemeClr val="dk1"/>
                          </a:solidFill>
                          <a:latin typeface="+mn-lt"/>
                          <a:ea typeface="+mn-ea"/>
                          <a:cs typeface="+mn-cs"/>
                        </a:rPr>
                        <a:t>(such as clicking on a key link on a web page</a:t>
                      </a:r>
                    </a:p>
                  </a:txBody>
                  <a:tcPr/>
                </a:tc>
                <a:extLst>
                  <a:ext uri="{0D108BD9-81ED-4DB2-BD59-A6C34878D82A}">
                    <a16:rowId xmlns:a16="http://schemas.microsoft.com/office/drawing/2014/main" val="10000"/>
                  </a:ext>
                </a:extLst>
              </a:tr>
              <a:tr h="1033656">
                <a:tc>
                  <a:txBody>
                    <a:bodyPr/>
                    <a:lstStyle/>
                    <a:p>
                      <a:pPr>
                        <a:lnSpc>
                          <a:spcPts val="2000"/>
                        </a:lnSpc>
                        <a:spcBef>
                          <a:spcPts val="0"/>
                        </a:spcBef>
                        <a:spcAft>
                          <a:spcPts val="0"/>
                        </a:spcAft>
                      </a:pPr>
                      <a:r>
                        <a:rPr lang="en-GB" sz="1800" dirty="0"/>
                        <a:t>How you collect error</a:t>
                      </a:r>
                    </a:p>
                  </a:txBody>
                  <a:tcPr/>
                </a:tc>
                <a:tc>
                  <a:txBody>
                    <a:bodyPr/>
                    <a:lstStyle/>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s-ES" sz="1800" kern="1200" dirty="0">
                          <a:solidFill>
                            <a:schemeClr val="dk1"/>
                          </a:solidFill>
                          <a:latin typeface="+mn-lt"/>
                          <a:ea typeface="+mn-ea"/>
                          <a:cs typeface="+mn-cs"/>
                        </a:rPr>
                        <a:t>0 = No error 1 = </a:t>
                      </a:r>
                      <a:r>
                        <a:rPr kumimoji="0" lang="es-ES" sz="1800" kern="1200" dirty="0" err="1">
                          <a:solidFill>
                            <a:schemeClr val="dk1"/>
                          </a:solidFill>
                          <a:latin typeface="+mn-lt"/>
                          <a:ea typeface="+mn-ea"/>
                          <a:cs typeface="+mn-cs"/>
                        </a:rPr>
                        <a:t>One</a:t>
                      </a:r>
                      <a:r>
                        <a:rPr kumimoji="0" lang="es-ES" sz="1800" kern="1200" dirty="0">
                          <a:solidFill>
                            <a:schemeClr val="dk1"/>
                          </a:solidFill>
                          <a:latin typeface="+mn-lt"/>
                          <a:ea typeface="+mn-ea"/>
                          <a:cs typeface="+mn-cs"/>
                        </a:rPr>
                        <a:t> error</a:t>
                      </a:r>
                    </a:p>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s-ES" sz="1800" kern="1200" dirty="0" err="1">
                          <a:solidFill>
                            <a:schemeClr val="dk1"/>
                          </a:solidFill>
                          <a:latin typeface="+mn-lt"/>
                          <a:ea typeface="+mn-ea"/>
                          <a:cs typeface="+mn-cs"/>
                        </a:rPr>
                        <a:t>Number</a:t>
                      </a:r>
                      <a:r>
                        <a:rPr kumimoji="0" lang="es-ES" sz="1800" kern="1200" dirty="0">
                          <a:solidFill>
                            <a:schemeClr val="dk1"/>
                          </a:solidFill>
                          <a:latin typeface="+mn-lt"/>
                          <a:ea typeface="+mn-ea"/>
                          <a:cs typeface="+mn-cs"/>
                        </a:rPr>
                        <a:t> </a:t>
                      </a:r>
                      <a:r>
                        <a:rPr kumimoji="0" lang="es-ES" sz="1800" kern="1200" dirty="0" err="1">
                          <a:solidFill>
                            <a:schemeClr val="dk1"/>
                          </a:solidFill>
                          <a:latin typeface="+mn-lt"/>
                          <a:ea typeface="+mn-ea"/>
                          <a:cs typeface="+mn-cs"/>
                        </a:rPr>
                        <a:t>of</a:t>
                      </a:r>
                      <a:r>
                        <a:rPr kumimoji="0" lang="es-ES" sz="1800" kern="1200" dirty="0">
                          <a:solidFill>
                            <a:schemeClr val="dk1"/>
                          </a:solidFill>
                          <a:latin typeface="+mn-lt"/>
                          <a:ea typeface="+mn-ea"/>
                          <a:cs typeface="+mn-cs"/>
                        </a:rPr>
                        <a:t> </a:t>
                      </a:r>
                      <a:r>
                        <a:rPr kumimoji="0" lang="es-ES" sz="1800" kern="1200" dirty="0" err="1">
                          <a:solidFill>
                            <a:schemeClr val="dk1"/>
                          </a:solidFill>
                          <a:latin typeface="+mn-lt"/>
                          <a:ea typeface="+mn-ea"/>
                          <a:cs typeface="+mn-cs"/>
                        </a:rPr>
                        <a:t>errors</a:t>
                      </a:r>
                      <a:endParaRPr kumimoji="0" lang="es-ES" sz="1800" kern="1200" dirty="0">
                        <a:solidFill>
                          <a:schemeClr val="dk1"/>
                        </a:solidFill>
                        <a:latin typeface="+mn-lt"/>
                        <a:ea typeface="+mn-ea"/>
                        <a:cs typeface="+mn-cs"/>
                      </a:endParaRPr>
                    </a:p>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s-ES" sz="1800" kern="1200" dirty="0" err="1">
                          <a:solidFill>
                            <a:schemeClr val="dk1"/>
                          </a:solidFill>
                          <a:latin typeface="+mn-lt"/>
                          <a:ea typeface="+mn-ea"/>
                          <a:cs typeface="+mn-cs"/>
                        </a:rPr>
                        <a:t>Number</a:t>
                      </a:r>
                      <a:r>
                        <a:rPr kumimoji="0" lang="es-ES" sz="1800" kern="1200" dirty="0">
                          <a:solidFill>
                            <a:schemeClr val="dk1"/>
                          </a:solidFill>
                          <a:latin typeface="+mn-lt"/>
                          <a:ea typeface="+mn-ea"/>
                          <a:cs typeface="+mn-cs"/>
                        </a:rPr>
                        <a:t> </a:t>
                      </a:r>
                      <a:r>
                        <a:rPr kumimoji="0" lang="es-ES" sz="1800" kern="1200" dirty="0" err="1">
                          <a:solidFill>
                            <a:schemeClr val="dk1"/>
                          </a:solidFill>
                          <a:latin typeface="+mn-lt"/>
                          <a:ea typeface="+mn-ea"/>
                          <a:cs typeface="+mn-cs"/>
                        </a:rPr>
                        <a:t>of</a:t>
                      </a:r>
                      <a:r>
                        <a:rPr kumimoji="0" lang="es-ES" sz="1800" kern="1200" dirty="0">
                          <a:solidFill>
                            <a:schemeClr val="dk1"/>
                          </a:solidFill>
                          <a:latin typeface="+mn-lt"/>
                          <a:ea typeface="+mn-ea"/>
                          <a:cs typeface="+mn-cs"/>
                        </a:rPr>
                        <a:t> </a:t>
                      </a:r>
                      <a:r>
                        <a:rPr kumimoji="0" lang="es-ES" sz="1800" kern="1200" dirty="0" err="1">
                          <a:solidFill>
                            <a:schemeClr val="dk1"/>
                          </a:solidFill>
                          <a:latin typeface="+mn-lt"/>
                          <a:ea typeface="+mn-ea"/>
                          <a:cs typeface="+mn-cs"/>
                        </a:rPr>
                        <a:t>errors</a:t>
                      </a:r>
                      <a:r>
                        <a:rPr kumimoji="0" lang="es-ES" sz="1800" kern="1200" dirty="0">
                          <a:solidFill>
                            <a:schemeClr val="dk1"/>
                          </a:solidFill>
                          <a:latin typeface="+mn-lt"/>
                          <a:ea typeface="+mn-ea"/>
                          <a:cs typeface="+mn-cs"/>
                        </a:rPr>
                        <a:t> per </a:t>
                      </a:r>
                      <a:r>
                        <a:rPr kumimoji="0" lang="es-ES" sz="1800" kern="1200" dirty="0" err="1">
                          <a:solidFill>
                            <a:schemeClr val="dk1"/>
                          </a:solidFill>
                          <a:latin typeface="+mn-lt"/>
                          <a:ea typeface="+mn-ea"/>
                          <a:cs typeface="+mn-cs"/>
                        </a:rPr>
                        <a:t>task</a:t>
                      </a:r>
                      <a:endParaRPr kumimoji="0" lang="es-ES" sz="1800" kern="1200" dirty="0">
                        <a:solidFill>
                          <a:schemeClr val="dk1"/>
                        </a:solidFill>
                        <a:latin typeface="+mn-lt"/>
                        <a:ea typeface="+mn-ea"/>
                        <a:cs typeface="+mn-cs"/>
                      </a:endParaRPr>
                    </a:p>
                  </a:txBody>
                  <a:tcPr/>
                </a:tc>
                <a:extLst>
                  <a:ext uri="{0D108BD9-81ED-4DB2-BD59-A6C34878D82A}">
                    <a16:rowId xmlns:a16="http://schemas.microsoft.com/office/drawing/2014/main" val="3907967455"/>
                  </a:ext>
                </a:extLst>
              </a:tr>
            </a:tbl>
          </a:graphicData>
        </a:graphic>
      </p:graphicFrame>
      <p:graphicFrame>
        <p:nvGraphicFramePr>
          <p:cNvPr id="10" name="Content Placeholder 6"/>
          <p:cNvGraphicFramePr>
            <a:graphicFrameLocks/>
          </p:cNvGraphicFramePr>
          <p:nvPr/>
        </p:nvGraphicFramePr>
        <p:xfrm>
          <a:off x="609600" y="5303480"/>
          <a:ext cx="8138864" cy="1005840"/>
        </p:xfrm>
        <a:graphic>
          <a:graphicData uri="http://schemas.openxmlformats.org/drawingml/2006/table">
            <a:tbl>
              <a:tblPr bandRow="1">
                <a:tableStyleId>{21E4AEA4-8DFA-4A89-87EB-49C32662AFE0}</a:tableStyleId>
              </a:tblPr>
              <a:tblGrid>
                <a:gridCol w="1874168">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288032">
                <a:tc>
                  <a:txBody>
                    <a:bodyPr/>
                    <a:lstStyle/>
                    <a:p>
                      <a:r>
                        <a:rPr kumimoji="0" lang="en-GB" sz="1800" u="none" strike="noStrike" kern="1200" cap="none" spc="0" normalizeH="0" baseline="0" noProof="0" dirty="0">
                          <a:ln>
                            <a:noFill/>
                          </a:ln>
                          <a:solidFill>
                            <a:schemeClr val="dk1"/>
                          </a:solidFill>
                          <a:effectLst/>
                          <a:uLnTx/>
                          <a:uFillTx/>
                          <a:latin typeface="+mn-lt"/>
                          <a:ea typeface="+mn-ea"/>
                          <a:cs typeface="+mn-cs"/>
                        </a:rPr>
                        <a:t>quantitatively</a:t>
                      </a:r>
                      <a:r>
                        <a:rPr kumimoji="0" lang="en-GB" sz="1800" u="none" strike="noStrike" kern="1200" cap="none" spc="0" normalizeH="0" baseline="0" noProof="0" dirty="0">
                          <a:ln>
                            <a:noFill/>
                          </a:ln>
                          <a:effectLst/>
                          <a:uLnTx/>
                          <a:uFillTx/>
                        </a:rPr>
                        <a:t> </a:t>
                      </a:r>
                      <a:endParaRPr lang="en-GB" dirty="0"/>
                    </a:p>
                  </a:txBody>
                  <a:tcPr/>
                </a:tc>
                <a:tc>
                  <a:txBody>
                    <a:bodyPr/>
                    <a:lstStyle/>
                    <a:p>
                      <a:r>
                        <a:rPr kumimoji="0" lang="en-GB" sz="1800" u="none" strike="noStrike" kern="1200" cap="none" spc="0" normalizeH="0" baseline="0" noProof="0" dirty="0">
                          <a:ln>
                            <a:noFill/>
                          </a:ln>
                          <a:effectLst/>
                          <a:uLnTx/>
                          <a:uFillTx/>
                        </a:rPr>
                        <a:t>counting the number of errors made on a task</a:t>
                      </a:r>
                      <a:endParaRPr lang="en-GB" dirty="0"/>
                    </a:p>
                  </a:txBody>
                  <a:tcPr/>
                </a:tc>
                <a:extLst>
                  <a:ext uri="{0D108BD9-81ED-4DB2-BD59-A6C34878D82A}">
                    <a16:rowId xmlns:a16="http://schemas.microsoft.com/office/drawing/2014/main" val="10000"/>
                  </a:ext>
                </a:extLst>
              </a:tr>
              <a:tr h="288032">
                <a:tc>
                  <a:txBody>
                    <a:bodyPr/>
                    <a:lstStyle/>
                    <a:p>
                      <a:r>
                        <a:rPr kumimoji="0" lang="en-GB" sz="1800" u="none" strike="noStrike" kern="1200" cap="none" spc="0" normalizeH="0" baseline="0" noProof="0">
                          <a:ln>
                            <a:noFill/>
                          </a:ln>
                          <a:effectLst/>
                          <a:uLnTx/>
                          <a:uFillTx/>
                        </a:rPr>
                        <a:t>qualitatively </a:t>
                      </a:r>
                      <a:endParaRPr lang="en-GB"/>
                    </a:p>
                  </a:txBody>
                  <a:tcPr/>
                </a:tc>
                <a:tc>
                  <a:txBody>
                    <a:bodyPr/>
                    <a:lstStyle/>
                    <a:p>
                      <a:r>
                        <a:rPr kumimoji="0" lang="en-GB" sz="1800" u="none" strike="noStrike" kern="1200" cap="none" spc="0" normalizeH="0" baseline="0" noProof="0" dirty="0">
                          <a:ln>
                            <a:noFill/>
                          </a:ln>
                          <a:effectLst/>
                          <a:uLnTx/>
                          <a:uFillTx/>
                        </a:rPr>
                        <a:t>to expose places where the user does not understand the product’s conceptual model</a:t>
                      </a:r>
                      <a:endParaRPr lang="en-GB" dirty="0"/>
                    </a:p>
                  </a:txBody>
                  <a:tcPr/>
                </a:tc>
                <a:extLst>
                  <a:ext uri="{0D108BD9-81ED-4DB2-BD59-A6C34878D82A}">
                    <a16:rowId xmlns:a16="http://schemas.microsoft.com/office/drawing/2014/main" val="10001"/>
                  </a:ext>
                </a:extLst>
              </a:tr>
            </a:tbl>
          </a:graphicData>
        </a:graphic>
      </p:graphicFrame>
      <p:sp>
        <p:nvSpPr>
          <p:cNvPr id="11" name="TextBox 10"/>
          <p:cNvSpPr txBox="1"/>
          <p:nvPr/>
        </p:nvSpPr>
        <p:spPr>
          <a:xfrm>
            <a:off x="609600" y="4973106"/>
            <a:ext cx="2587798" cy="400110"/>
          </a:xfrm>
          <a:prstGeom prst="rect">
            <a:avLst/>
          </a:prstGeom>
          <a:noFill/>
        </p:spPr>
        <p:txBody>
          <a:bodyPr wrap="square" rtlCol="0">
            <a:spAutoFit/>
          </a:bodyPr>
          <a:lstStyle/>
          <a:p>
            <a:r>
              <a:rPr lang="en-GB" sz="2000" dirty="0">
                <a:latin typeface="+mn-lt"/>
              </a:rPr>
              <a:t>Data can be analysed:</a:t>
            </a:r>
          </a:p>
        </p:txBody>
      </p:sp>
      <p:pic>
        <p:nvPicPr>
          <p:cNvPr id="6" name="Picture 5" descr="Performance icon">
            <a:extLst>
              <a:ext uri="{FF2B5EF4-FFF2-40B4-BE49-F238E27FC236}">
                <a16:creationId xmlns:a16="http://schemas.microsoft.com/office/drawing/2014/main" id="{EFBDB7D0-AFEF-6A06-D9CA-C5237C5D2E18}"/>
              </a:ext>
            </a:extLst>
          </p:cNvPr>
          <p:cNvPicPr>
            <a:picLocks noChangeAspect="1"/>
          </p:cNvPicPr>
          <p:nvPr/>
        </p:nvPicPr>
        <p:blipFill>
          <a:blip r:embed="rId2"/>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Footer Placeholder 4">
            <a:extLst>
              <a:ext uri="{FF2B5EF4-FFF2-40B4-BE49-F238E27FC236}">
                <a16:creationId xmlns:a16="http://schemas.microsoft.com/office/drawing/2014/main" id="{89AEC204-0726-F1CB-B99B-C1CA9EBE5B2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A00753BA-57DF-74A0-780B-3379D12A3B47}"/>
              </a:ext>
            </a:extLst>
          </p:cNvPr>
          <p:cNvSpPr>
            <a:spLocks noGrp="1"/>
          </p:cNvSpPr>
          <p:nvPr>
            <p:ph type="sldNum" sz="quarter" idx="4"/>
          </p:nvPr>
        </p:nvSpPr>
        <p:spPr/>
        <p:txBody>
          <a:bodyPr/>
          <a:lstStyle/>
          <a:p>
            <a:fld id="{9FD7ECCF-50E7-4327-B945-FA93FF7B2BEF}" type="slidenum">
              <a:rPr lang="en-US" smtClean="0"/>
              <a:pPr/>
              <a:t>49</a:t>
            </a:fld>
            <a:r>
              <a:rPr lang="en-GB"/>
              <a:t>/63</a:t>
            </a:r>
            <a:endParaRPr lang="en-US" dirty="0"/>
          </a:p>
        </p:txBody>
      </p:sp>
    </p:spTree>
    <p:extLst>
      <p:ext uri="{BB962C8B-B14F-4D97-AF65-F5344CB8AC3E}">
        <p14:creationId xmlns:p14="http://schemas.microsoft.com/office/powerpoint/2010/main" val="33722686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Performance data –</a:t>
            </a:r>
            <a:r>
              <a:rPr lang="en-GB" sz="4400" dirty="0"/>
              <a:t> efficiency</a:t>
            </a:r>
            <a:endParaRPr lang="en-GB" dirty="0"/>
          </a:p>
        </p:txBody>
      </p:sp>
      <p:graphicFrame>
        <p:nvGraphicFramePr>
          <p:cNvPr id="7" name="Content Placeholder 6"/>
          <p:cNvGraphicFramePr>
            <a:graphicFrameLocks noGrp="1"/>
          </p:cNvGraphicFramePr>
          <p:nvPr>
            <p:ph sz="quarter" idx="1"/>
          </p:nvPr>
        </p:nvGraphicFramePr>
        <p:xfrm>
          <a:off x="612775" y="1600201"/>
          <a:ext cx="8153400" cy="3124943"/>
        </p:xfrm>
        <a:graphic>
          <a:graphicData uri="http://schemas.openxmlformats.org/drawingml/2006/table">
            <a:tbl>
              <a:tblPr bandRow="1">
                <a:tableStyleId>{5C22544A-7EE6-4342-B048-85BDC9FD1C3A}</a:tableStyleId>
              </a:tblPr>
              <a:tblGrid>
                <a:gridCol w="1870993">
                  <a:extLst>
                    <a:ext uri="{9D8B030D-6E8A-4147-A177-3AD203B41FA5}">
                      <a16:colId xmlns:a16="http://schemas.microsoft.com/office/drawing/2014/main" val="20000"/>
                    </a:ext>
                  </a:extLst>
                </a:gridCol>
                <a:gridCol w="6282407">
                  <a:extLst>
                    <a:ext uri="{9D8B030D-6E8A-4147-A177-3AD203B41FA5}">
                      <a16:colId xmlns:a16="http://schemas.microsoft.com/office/drawing/2014/main" val="20001"/>
                    </a:ext>
                  </a:extLst>
                </a:gridCol>
              </a:tblGrid>
              <a:tr h="3124943">
                <a:tc>
                  <a:txBody>
                    <a:bodyPr/>
                    <a:lstStyle/>
                    <a:p>
                      <a:pPr>
                        <a:lnSpc>
                          <a:spcPts val="2000"/>
                        </a:lnSpc>
                        <a:spcBef>
                          <a:spcPts val="0"/>
                        </a:spcBef>
                        <a:spcAft>
                          <a:spcPts val="0"/>
                        </a:spcAft>
                      </a:pPr>
                      <a:r>
                        <a:rPr lang="en-GB" sz="1800" dirty="0"/>
                        <a:t>How to count efficiency?</a:t>
                      </a:r>
                    </a:p>
                  </a:txBody>
                  <a:tcPr/>
                </a:tc>
                <a:tc>
                  <a:txBody>
                    <a:bodyPr/>
                    <a:lstStyle/>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1" kern="1200" dirty="0">
                          <a:solidFill>
                            <a:schemeClr val="dk1"/>
                          </a:solidFill>
                          <a:latin typeface="+mn-lt"/>
                          <a:ea typeface="+mn-ea"/>
                          <a:cs typeface="+mn-cs"/>
                        </a:rPr>
                        <a:t>Time</a:t>
                      </a:r>
                      <a:r>
                        <a:rPr kumimoji="0" lang="en-GB" sz="1800" b="0" kern="1200" dirty="0">
                          <a:solidFill>
                            <a:schemeClr val="dk1"/>
                          </a:solidFill>
                          <a:latin typeface="+mn-lt"/>
                          <a:ea typeface="+mn-ea"/>
                          <a:cs typeface="+mn-cs"/>
                        </a:rPr>
                        <a:t> on task is often used as a measure of efficiency</a:t>
                      </a:r>
                    </a:p>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The </a:t>
                      </a:r>
                      <a:r>
                        <a:rPr kumimoji="0" lang="en-GB" sz="1800" b="1" kern="1200" dirty="0">
                          <a:solidFill>
                            <a:schemeClr val="dk1"/>
                          </a:solidFill>
                          <a:latin typeface="+mn-lt"/>
                          <a:ea typeface="+mn-ea"/>
                          <a:cs typeface="+mn-cs"/>
                        </a:rPr>
                        <a:t>amount of effort </a:t>
                      </a:r>
                      <a:r>
                        <a:rPr kumimoji="0" lang="en-GB" sz="1800" b="0" kern="1200" dirty="0">
                          <a:solidFill>
                            <a:schemeClr val="dk1"/>
                          </a:solidFill>
                          <a:latin typeface="+mn-lt"/>
                          <a:ea typeface="+mn-ea"/>
                          <a:cs typeface="+mn-cs"/>
                        </a:rPr>
                        <a:t>required to complete a task (number of steps)</a:t>
                      </a:r>
                    </a:p>
                    <a:p>
                      <a:pPr marL="285750" marR="0" lvl="0"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What do we mean by effort? </a:t>
                      </a:r>
                    </a:p>
                    <a:p>
                      <a:pPr marL="742950" marR="0" lvl="1"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1" kern="1200" dirty="0">
                          <a:solidFill>
                            <a:schemeClr val="dk1"/>
                          </a:solidFill>
                          <a:latin typeface="+mn-lt"/>
                          <a:ea typeface="+mn-ea"/>
                          <a:cs typeface="+mn-cs"/>
                        </a:rPr>
                        <a:t>Cognitive effort </a:t>
                      </a:r>
                      <a:r>
                        <a:rPr kumimoji="0" lang="en-GB" sz="1800" b="0" kern="1200" dirty="0">
                          <a:solidFill>
                            <a:schemeClr val="dk1"/>
                          </a:solidFill>
                          <a:latin typeface="+mn-lt"/>
                          <a:ea typeface="+mn-ea"/>
                          <a:cs typeface="+mn-cs"/>
                        </a:rPr>
                        <a:t>involves finding the right place to perform an action (e.g., finding a link on a web page), deciding what action is necessary (should I click this link?), and interpreting the results of the action. </a:t>
                      </a:r>
                    </a:p>
                    <a:p>
                      <a:pPr marL="742950" marR="0" lvl="1" indent="-28575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1" kern="1200" dirty="0">
                          <a:solidFill>
                            <a:schemeClr val="dk1"/>
                          </a:solidFill>
                          <a:latin typeface="+mn-lt"/>
                          <a:ea typeface="+mn-ea"/>
                          <a:cs typeface="+mn-cs"/>
                        </a:rPr>
                        <a:t>Physical effort </a:t>
                      </a:r>
                      <a:r>
                        <a:rPr kumimoji="0" lang="en-GB" sz="1800" b="0" kern="1200" dirty="0">
                          <a:solidFill>
                            <a:schemeClr val="dk1"/>
                          </a:solidFill>
                          <a:latin typeface="+mn-lt"/>
                          <a:ea typeface="+mn-ea"/>
                          <a:cs typeface="+mn-cs"/>
                        </a:rPr>
                        <a:t>involves the physical activity required to take action, such as moving a mouse, inputting text on a keyboard, turning on a switch, and many others.</a:t>
                      </a:r>
                    </a:p>
                  </a:txBody>
                  <a:tcPr/>
                </a:tc>
                <a:extLst>
                  <a:ext uri="{0D108BD9-81ED-4DB2-BD59-A6C34878D82A}">
                    <a16:rowId xmlns:a16="http://schemas.microsoft.com/office/drawing/2014/main" val="10000"/>
                  </a:ext>
                </a:extLst>
              </a:tr>
            </a:tbl>
          </a:graphicData>
        </a:graphic>
      </p:graphicFrame>
      <p:graphicFrame>
        <p:nvGraphicFramePr>
          <p:cNvPr id="5" name="Content Placeholder 6">
            <a:extLst>
              <a:ext uri="{FF2B5EF4-FFF2-40B4-BE49-F238E27FC236}">
                <a16:creationId xmlns:a16="http://schemas.microsoft.com/office/drawing/2014/main" id="{84FD82E3-2DF4-E261-C954-22E6AAABEDBF}"/>
              </a:ext>
            </a:extLst>
          </p:cNvPr>
          <p:cNvGraphicFramePr>
            <a:graphicFrameLocks/>
          </p:cNvGraphicFramePr>
          <p:nvPr/>
        </p:nvGraphicFramePr>
        <p:xfrm>
          <a:off x="609600" y="5303480"/>
          <a:ext cx="8138864" cy="731520"/>
        </p:xfrm>
        <a:graphic>
          <a:graphicData uri="http://schemas.openxmlformats.org/drawingml/2006/table">
            <a:tbl>
              <a:tblPr bandRow="1">
                <a:tableStyleId>{21E4AEA4-8DFA-4A89-87EB-49C32662AFE0}</a:tableStyleId>
              </a:tblPr>
              <a:tblGrid>
                <a:gridCol w="1874168">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288032">
                <a:tc>
                  <a:txBody>
                    <a:bodyPr/>
                    <a:lstStyle/>
                    <a:p>
                      <a:r>
                        <a:rPr kumimoji="0" lang="en-GB" sz="1800" u="none" strike="noStrike" kern="1200" cap="none" spc="0" normalizeH="0" baseline="0" noProof="0" dirty="0">
                          <a:ln>
                            <a:noFill/>
                          </a:ln>
                          <a:solidFill>
                            <a:schemeClr val="dk1"/>
                          </a:solidFill>
                          <a:effectLst/>
                          <a:uLnTx/>
                          <a:uFillTx/>
                          <a:latin typeface="+mn-lt"/>
                          <a:ea typeface="+mn-ea"/>
                          <a:cs typeface="+mn-cs"/>
                        </a:rPr>
                        <a:t>quantitatively</a:t>
                      </a:r>
                      <a:r>
                        <a:rPr kumimoji="0" lang="en-GB" sz="1800" u="none" strike="noStrike" kern="1200" cap="none" spc="0" normalizeH="0" baseline="0" noProof="0" dirty="0">
                          <a:ln>
                            <a:noFill/>
                          </a:ln>
                          <a:effectLst/>
                          <a:uLnTx/>
                          <a:uFillTx/>
                        </a:rPr>
                        <a:t> </a:t>
                      </a:r>
                      <a:endParaRPr lang="en-GB" dirty="0"/>
                    </a:p>
                  </a:txBody>
                  <a:tcPr/>
                </a:tc>
                <a:tc>
                  <a:txBody>
                    <a:bodyPr/>
                    <a:lstStyle/>
                    <a:p>
                      <a:r>
                        <a:rPr kumimoji="0" lang="en-GB" sz="1800" u="none" strike="noStrike" kern="1200" cap="none" spc="0" normalizeH="0" baseline="0" noProof="0" dirty="0">
                          <a:ln>
                            <a:noFill/>
                          </a:ln>
                          <a:effectLst/>
                          <a:uLnTx/>
                          <a:uFillTx/>
                        </a:rPr>
                        <a:t>counting the time or the tasks</a:t>
                      </a:r>
                      <a:endParaRPr lang="en-GB" dirty="0"/>
                    </a:p>
                  </a:txBody>
                  <a:tcPr/>
                </a:tc>
                <a:extLst>
                  <a:ext uri="{0D108BD9-81ED-4DB2-BD59-A6C34878D82A}">
                    <a16:rowId xmlns:a16="http://schemas.microsoft.com/office/drawing/2014/main" val="10000"/>
                  </a:ext>
                </a:extLst>
              </a:tr>
              <a:tr h="288032">
                <a:tc>
                  <a:txBody>
                    <a:bodyPr/>
                    <a:lstStyle/>
                    <a:p>
                      <a:r>
                        <a:rPr kumimoji="0" lang="en-GB" sz="1800" u="none" strike="noStrike" kern="1200" cap="none" spc="0" normalizeH="0" baseline="0" noProof="0" dirty="0">
                          <a:ln>
                            <a:noFill/>
                          </a:ln>
                          <a:effectLst/>
                          <a:uLnTx/>
                          <a:uFillTx/>
                        </a:rPr>
                        <a:t>qualitatively </a:t>
                      </a:r>
                      <a:endParaRPr lang="en-GB" dirty="0"/>
                    </a:p>
                  </a:txBody>
                  <a:tcPr/>
                </a:tc>
                <a:tc>
                  <a:txBody>
                    <a:bodyPr/>
                    <a:lstStyle/>
                    <a:p>
                      <a:r>
                        <a:rPr kumimoji="0" lang="en-GB" sz="1800" u="none" strike="noStrike" kern="1200" cap="none" spc="0" normalizeH="0" baseline="0" noProof="0" dirty="0">
                          <a:ln>
                            <a:noFill/>
                          </a:ln>
                          <a:effectLst/>
                          <a:uLnTx/>
                          <a:uFillTx/>
                        </a:rPr>
                        <a:t>to understand the factors that may affect time and task completion</a:t>
                      </a:r>
                      <a:endParaRPr lang="en-GB" dirty="0"/>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2DCAF032-7176-3218-9B23-7DD48F7D4FE6}"/>
              </a:ext>
            </a:extLst>
          </p:cNvPr>
          <p:cNvSpPr txBox="1"/>
          <p:nvPr/>
        </p:nvSpPr>
        <p:spPr>
          <a:xfrm>
            <a:off x="609600" y="4973106"/>
            <a:ext cx="2587798" cy="400110"/>
          </a:xfrm>
          <a:prstGeom prst="rect">
            <a:avLst/>
          </a:prstGeom>
          <a:noFill/>
        </p:spPr>
        <p:txBody>
          <a:bodyPr wrap="square" rtlCol="0">
            <a:spAutoFit/>
          </a:bodyPr>
          <a:lstStyle/>
          <a:p>
            <a:r>
              <a:rPr lang="en-GB" sz="2000" dirty="0">
                <a:latin typeface="+mn-lt"/>
              </a:rPr>
              <a:t>Data can be analysed:</a:t>
            </a:r>
          </a:p>
        </p:txBody>
      </p:sp>
      <p:pic>
        <p:nvPicPr>
          <p:cNvPr id="9" name="Picture 8" descr="Performance icon">
            <a:extLst>
              <a:ext uri="{FF2B5EF4-FFF2-40B4-BE49-F238E27FC236}">
                <a16:creationId xmlns:a16="http://schemas.microsoft.com/office/drawing/2014/main" id="{D762247B-F24A-6582-93DC-B9EF142ED6FE}"/>
              </a:ext>
            </a:extLst>
          </p:cNvPr>
          <p:cNvPicPr>
            <a:picLocks noChangeAspect="1"/>
          </p:cNvPicPr>
          <p:nvPr/>
        </p:nvPicPr>
        <p:blipFill>
          <a:blip r:embed="rId2"/>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Footer Placeholder 7">
            <a:extLst>
              <a:ext uri="{FF2B5EF4-FFF2-40B4-BE49-F238E27FC236}">
                <a16:creationId xmlns:a16="http://schemas.microsoft.com/office/drawing/2014/main" id="{D5184C69-6F35-5085-7133-2E4EFC8D32E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DFC61814-E5BC-A1AF-2FF6-AB348EC0FDA8}"/>
              </a:ext>
            </a:extLst>
          </p:cNvPr>
          <p:cNvSpPr>
            <a:spLocks noGrp="1"/>
          </p:cNvSpPr>
          <p:nvPr>
            <p:ph type="sldNum" sz="quarter" idx="4"/>
          </p:nvPr>
        </p:nvSpPr>
        <p:spPr/>
        <p:txBody>
          <a:bodyPr/>
          <a:lstStyle/>
          <a:p>
            <a:fld id="{9FD7ECCF-50E7-4327-B945-FA93FF7B2BEF}" type="slidenum">
              <a:rPr lang="en-US" smtClean="0"/>
              <a:pPr/>
              <a:t>50</a:t>
            </a:fld>
            <a:r>
              <a:rPr lang="en-GB"/>
              <a:t>/63</a:t>
            </a:r>
            <a:endParaRPr lang="en-US" dirty="0"/>
          </a:p>
        </p:txBody>
      </p:sp>
    </p:spTree>
    <p:extLst>
      <p:ext uri="{BB962C8B-B14F-4D97-AF65-F5344CB8AC3E}">
        <p14:creationId xmlns:p14="http://schemas.microsoft.com/office/powerpoint/2010/main" val="148097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Performance data –</a:t>
            </a:r>
            <a:r>
              <a:rPr lang="en-GB" sz="4400" dirty="0"/>
              <a:t> efficiency</a:t>
            </a:r>
            <a:endParaRPr lang="en-GB" dirty="0"/>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3568813576"/>
              </p:ext>
            </p:extLst>
          </p:nvPr>
        </p:nvGraphicFramePr>
        <p:xfrm>
          <a:off x="612775" y="1600201"/>
          <a:ext cx="8153400" cy="2905665"/>
        </p:xfrm>
        <a:graphic>
          <a:graphicData uri="http://schemas.openxmlformats.org/drawingml/2006/table">
            <a:tbl>
              <a:tblPr bandRow="1">
                <a:tableStyleId>{5C22544A-7EE6-4342-B048-85BDC9FD1C3A}</a:tableStyleId>
              </a:tblPr>
              <a:tblGrid>
                <a:gridCol w="1870993">
                  <a:extLst>
                    <a:ext uri="{9D8B030D-6E8A-4147-A177-3AD203B41FA5}">
                      <a16:colId xmlns:a16="http://schemas.microsoft.com/office/drawing/2014/main" val="20000"/>
                    </a:ext>
                  </a:extLst>
                </a:gridCol>
                <a:gridCol w="6282407">
                  <a:extLst>
                    <a:ext uri="{9D8B030D-6E8A-4147-A177-3AD203B41FA5}">
                      <a16:colId xmlns:a16="http://schemas.microsoft.com/office/drawing/2014/main" val="20001"/>
                    </a:ext>
                  </a:extLst>
                </a:gridCol>
              </a:tblGrid>
              <a:tr h="2905665">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en-GB" sz="1800" dirty="0"/>
                        <a:t>How to collect data for efficiency?</a:t>
                      </a:r>
                    </a:p>
                    <a:p>
                      <a:pPr>
                        <a:lnSpc>
                          <a:spcPts val="2000"/>
                        </a:lnSpc>
                        <a:spcBef>
                          <a:spcPts val="0"/>
                        </a:spcBef>
                        <a:spcAft>
                          <a:spcPts val="0"/>
                        </a:spcAft>
                      </a:pPr>
                      <a:endParaRPr lang="en-GB" sz="1800" dirty="0"/>
                    </a:p>
                  </a:txBody>
                  <a:tcPr/>
                </a:tc>
                <a:tc>
                  <a:txBody>
                    <a:bodyPr/>
                    <a:lstStyle/>
                    <a:p>
                      <a:pPr marL="265113" marR="0" lvl="1" indent="-265113"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Identify the action(s) to be measured (mouse clicks, keystrokes, button presses)</a:t>
                      </a:r>
                    </a:p>
                    <a:p>
                      <a:pPr marL="265113" marR="0" lvl="1" indent="-265113"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Define the start and end of an action</a:t>
                      </a:r>
                    </a:p>
                    <a:p>
                      <a:pPr marL="265113" marR="0" lvl="1" indent="-265113"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Count the actions, actions must happen at a pace that can be identified visually or, if they are too fast, by an automated system. </a:t>
                      </a:r>
                    </a:p>
                    <a:p>
                      <a:pPr marL="265113" marR="0" lvl="1" indent="-265113"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Actions must be meaningful, each action should represent an incremental increase in cognitive and/or physical effort</a:t>
                      </a:r>
                    </a:p>
                  </a:txBody>
                  <a:tcPr/>
                </a:tc>
                <a:extLst>
                  <a:ext uri="{0D108BD9-81ED-4DB2-BD59-A6C34878D82A}">
                    <a16:rowId xmlns:a16="http://schemas.microsoft.com/office/drawing/2014/main" val="3635308864"/>
                  </a:ext>
                </a:extLst>
              </a:tr>
            </a:tbl>
          </a:graphicData>
        </a:graphic>
      </p:graphicFrame>
      <p:pic>
        <p:nvPicPr>
          <p:cNvPr id="6" name="Picture 5" descr="diagram that illustrates the order and steps to complete a task">
            <a:extLst>
              <a:ext uri="{FF2B5EF4-FFF2-40B4-BE49-F238E27FC236}">
                <a16:creationId xmlns:a16="http://schemas.microsoft.com/office/drawing/2014/main" id="{A5A7F9FB-94D0-4947-AF1B-BD00BEBA6D92}"/>
              </a:ext>
            </a:extLst>
          </p:cNvPr>
          <p:cNvPicPr>
            <a:picLocks noChangeAspect="1"/>
          </p:cNvPicPr>
          <p:nvPr/>
        </p:nvPicPr>
        <p:blipFill>
          <a:blip r:embed="rId2"/>
          <a:stretch>
            <a:fillRect/>
          </a:stretch>
        </p:blipFill>
        <p:spPr>
          <a:xfrm>
            <a:off x="459910" y="4638972"/>
            <a:ext cx="4067910" cy="1442467"/>
          </a:xfrm>
          <a:prstGeom prst="rect">
            <a:avLst/>
          </a:prstGeom>
        </p:spPr>
      </p:pic>
      <p:pic>
        <p:nvPicPr>
          <p:cNvPr id="9" name="Picture 8" descr="diagram that illustrates the order and steps to complete a task with more steps">
            <a:extLst>
              <a:ext uri="{FF2B5EF4-FFF2-40B4-BE49-F238E27FC236}">
                <a16:creationId xmlns:a16="http://schemas.microsoft.com/office/drawing/2014/main" id="{B7722717-83E5-566D-CCD0-847B84E800F8}"/>
              </a:ext>
            </a:extLst>
          </p:cNvPr>
          <p:cNvPicPr>
            <a:picLocks noChangeAspect="1"/>
          </p:cNvPicPr>
          <p:nvPr/>
        </p:nvPicPr>
        <p:blipFill>
          <a:blip r:embed="rId3"/>
          <a:stretch>
            <a:fillRect/>
          </a:stretch>
        </p:blipFill>
        <p:spPr>
          <a:xfrm>
            <a:off x="4734972" y="4730557"/>
            <a:ext cx="3869476" cy="1350882"/>
          </a:xfrm>
          <a:prstGeom prst="rect">
            <a:avLst/>
          </a:prstGeom>
        </p:spPr>
      </p:pic>
      <p:pic>
        <p:nvPicPr>
          <p:cNvPr id="11" name="Picture 10" descr="Performance icon">
            <a:extLst>
              <a:ext uri="{FF2B5EF4-FFF2-40B4-BE49-F238E27FC236}">
                <a16:creationId xmlns:a16="http://schemas.microsoft.com/office/drawing/2014/main" id="{2E510C84-2D66-AA05-7E3F-A749DB562EF2}"/>
              </a:ext>
            </a:extLst>
          </p:cNvPr>
          <p:cNvPicPr>
            <a:picLocks noChangeAspect="1"/>
          </p:cNvPicPr>
          <p:nvPr/>
        </p:nvPicPr>
        <p:blipFill>
          <a:blip r:embed="rId4"/>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Footer Placeholder 4">
            <a:extLst>
              <a:ext uri="{FF2B5EF4-FFF2-40B4-BE49-F238E27FC236}">
                <a16:creationId xmlns:a16="http://schemas.microsoft.com/office/drawing/2014/main" id="{4EF701AA-E7E3-8B9A-B895-7616AA41A72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CC752D42-2616-5E56-D438-438CFF9CA813}"/>
              </a:ext>
            </a:extLst>
          </p:cNvPr>
          <p:cNvSpPr>
            <a:spLocks noGrp="1"/>
          </p:cNvSpPr>
          <p:nvPr>
            <p:ph type="sldNum" sz="quarter" idx="4"/>
          </p:nvPr>
        </p:nvSpPr>
        <p:spPr/>
        <p:txBody>
          <a:bodyPr/>
          <a:lstStyle/>
          <a:p>
            <a:fld id="{9FD7ECCF-50E7-4327-B945-FA93FF7B2BEF}" type="slidenum">
              <a:rPr lang="en-US" smtClean="0"/>
              <a:pPr/>
              <a:t>51</a:t>
            </a:fld>
            <a:r>
              <a:rPr lang="en-GB"/>
              <a:t>/63</a:t>
            </a:r>
            <a:endParaRPr lang="en-US" dirty="0"/>
          </a:p>
        </p:txBody>
      </p:sp>
    </p:spTree>
    <p:extLst>
      <p:ext uri="{BB962C8B-B14F-4D97-AF65-F5344CB8AC3E}">
        <p14:creationId xmlns:p14="http://schemas.microsoft.com/office/powerpoint/2010/main" val="2281705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Performance data –</a:t>
            </a:r>
            <a:r>
              <a:rPr lang="en-GB" sz="4400" dirty="0"/>
              <a:t> learnability</a:t>
            </a:r>
            <a:endParaRPr lang="en-GB" dirty="0"/>
          </a:p>
        </p:txBody>
      </p:sp>
      <p:graphicFrame>
        <p:nvGraphicFramePr>
          <p:cNvPr id="7" name="Content Placeholder 6"/>
          <p:cNvGraphicFramePr>
            <a:graphicFrameLocks noGrp="1"/>
          </p:cNvGraphicFramePr>
          <p:nvPr>
            <p:ph sz="quarter" idx="1"/>
          </p:nvPr>
        </p:nvGraphicFramePr>
        <p:xfrm>
          <a:off x="612775" y="1600201"/>
          <a:ext cx="5417908" cy="3535680"/>
        </p:xfrm>
        <a:graphic>
          <a:graphicData uri="http://schemas.openxmlformats.org/drawingml/2006/table">
            <a:tbl>
              <a:tblPr bandRow="1">
                <a:tableStyleId>{5C22544A-7EE6-4342-B048-85BDC9FD1C3A}</a:tableStyleId>
              </a:tblPr>
              <a:tblGrid>
                <a:gridCol w="1450943">
                  <a:extLst>
                    <a:ext uri="{9D8B030D-6E8A-4147-A177-3AD203B41FA5}">
                      <a16:colId xmlns:a16="http://schemas.microsoft.com/office/drawing/2014/main" val="20000"/>
                    </a:ext>
                  </a:extLst>
                </a:gridCol>
                <a:gridCol w="3966965">
                  <a:extLst>
                    <a:ext uri="{9D8B030D-6E8A-4147-A177-3AD203B41FA5}">
                      <a16:colId xmlns:a16="http://schemas.microsoft.com/office/drawing/2014/main" val="20001"/>
                    </a:ext>
                  </a:extLst>
                </a:gridCol>
              </a:tblGrid>
              <a:tr h="3196952">
                <a:tc>
                  <a:txBody>
                    <a:bodyPr/>
                    <a:lstStyle/>
                    <a:p>
                      <a:pPr>
                        <a:lnSpc>
                          <a:spcPts val="2000"/>
                        </a:lnSpc>
                        <a:spcBef>
                          <a:spcPts val="0"/>
                        </a:spcBef>
                        <a:spcAft>
                          <a:spcPts val="0"/>
                        </a:spcAft>
                      </a:pPr>
                      <a:r>
                        <a:rPr lang="en-GB" sz="1800" dirty="0"/>
                        <a:t>How to count learnability?</a:t>
                      </a:r>
                    </a:p>
                  </a:txBody>
                  <a:tcPr/>
                </a:tc>
                <a:tc>
                  <a:txBody>
                    <a:body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Learnability involves looking at how any efficiency metric changes over time. Learnability is useful if you want to examine </a:t>
                      </a:r>
                      <a:r>
                        <a:rPr kumimoji="0" lang="en-GB" sz="1800" b="1" kern="1200" dirty="0">
                          <a:solidFill>
                            <a:schemeClr val="dk1"/>
                          </a:solidFill>
                          <a:latin typeface="+mn-lt"/>
                          <a:ea typeface="+mn-ea"/>
                          <a:cs typeface="+mn-cs"/>
                        </a:rPr>
                        <a:t>how and when users reach proficiency </a:t>
                      </a:r>
                      <a:r>
                        <a:rPr kumimoji="0" lang="en-GB" sz="1800" b="0" kern="1200" dirty="0">
                          <a:solidFill>
                            <a:schemeClr val="dk1"/>
                          </a:solidFill>
                          <a:latin typeface="+mn-lt"/>
                          <a:ea typeface="+mn-ea"/>
                          <a:cs typeface="+mn-cs"/>
                        </a:rPr>
                        <a:t>in using a product</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GB" sz="1800" b="0" kern="1200" dirty="0">
                          <a:solidFill>
                            <a:schemeClr val="dk1"/>
                          </a:solidFill>
                          <a:latin typeface="+mn-lt"/>
                          <a:ea typeface="+mn-ea"/>
                          <a:cs typeface="+mn-cs"/>
                        </a:rPr>
                        <a:t>The process of collecting and measuring learnability data is the same as it is for the other performance metrics, but you’re collecting the data at multiple times that we identify as </a:t>
                      </a:r>
                      <a:r>
                        <a:rPr kumimoji="0" lang="en-GB" sz="1800" b="1" kern="1200" dirty="0">
                          <a:solidFill>
                            <a:schemeClr val="dk1"/>
                          </a:solidFill>
                          <a:latin typeface="+mn-lt"/>
                          <a:ea typeface="+mn-ea"/>
                          <a:cs typeface="+mn-cs"/>
                        </a:rPr>
                        <a:t>trials</a:t>
                      </a:r>
                      <a:r>
                        <a:rPr kumimoji="0" lang="en-GB" sz="1800" b="0" kern="1200" dirty="0">
                          <a:solidFill>
                            <a:schemeClr val="dk1"/>
                          </a:solidFill>
                          <a:latin typeface="+mn-lt"/>
                          <a:ea typeface="+mn-ea"/>
                          <a:cs typeface="+mn-cs"/>
                        </a:rPr>
                        <a:t>, so we can collect number of trials</a:t>
                      </a:r>
                    </a:p>
                  </a:txBody>
                  <a:tcPr/>
                </a:tc>
                <a:extLst>
                  <a:ext uri="{0D108BD9-81ED-4DB2-BD59-A6C34878D82A}">
                    <a16:rowId xmlns:a16="http://schemas.microsoft.com/office/drawing/2014/main" val="10000"/>
                  </a:ext>
                </a:extLst>
              </a:tr>
            </a:tbl>
          </a:graphicData>
        </a:graphic>
      </p:graphicFrame>
      <p:graphicFrame>
        <p:nvGraphicFramePr>
          <p:cNvPr id="10" name="Content Placeholder 6"/>
          <p:cNvGraphicFramePr>
            <a:graphicFrameLocks/>
          </p:cNvGraphicFramePr>
          <p:nvPr/>
        </p:nvGraphicFramePr>
        <p:xfrm>
          <a:off x="609600" y="5765952"/>
          <a:ext cx="8138864" cy="365760"/>
        </p:xfrm>
        <a:graphic>
          <a:graphicData uri="http://schemas.openxmlformats.org/drawingml/2006/table">
            <a:tbl>
              <a:tblPr bandRow="1">
                <a:tableStyleId>{21E4AEA4-8DFA-4A89-87EB-49C32662AFE0}</a:tableStyleId>
              </a:tblPr>
              <a:tblGrid>
                <a:gridCol w="1874168">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288032">
                <a:tc>
                  <a:txBody>
                    <a:bodyPr/>
                    <a:lstStyle/>
                    <a:p>
                      <a:r>
                        <a:rPr kumimoji="0" lang="en-GB" sz="1800" u="none" strike="noStrike" kern="1200" cap="none" spc="0" normalizeH="0" baseline="0" noProof="0" dirty="0">
                          <a:ln>
                            <a:noFill/>
                          </a:ln>
                          <a:solidFill>
                            <a:schemeClr val="dk1"/>
                          </a:solidFill>
                          <a:effectLst/>
                          <a:uLnTx/>
                          <a:uFillTx/>
                          <a:latin typeface="+mn-lt"/>
                          <a:ea typeface="+mn-ea"/>
                          <a:cs typeface="+mn-cs"/>
                        </a:rPr>
                        <a:t>quantitatively</a:t>
                      </a:r>
                      <a:r>
                        <a:rPr kumimoji="0" lang="en-GB" sz="1800" u="none" strike="noStrike" kern="1200" cap="none" spc="0" normalizeH="0" baseline="0" noProof="0" dirty="0">
                          <a:ln>
                            <a:noFill/>
                          </a:ln>
                          <a:effectLst/>
                          <a:uLnTx/>
                          <a:uFillTx/>
                        </a:rPr>
                        <a:t> </a:t>
                      </a:r>
                      <a:endParaRPr lang="en-GB" dirty="0"/>
                    </a:p>
                  </a:txBody>
                  <a:tcPr/>
                </a:tc>
                <a:tc>
                  <a:txBody>
                    <a:bodyPr/>
                    <a:lstStyle/>
                    <a:p>
                      <a:r>
                        <a:rPr kumimoji="0" lang="en-GB" sz="1800" b="0" kern="1200" dirty="0">
                          <a:solidFill>
                            <a:schemeClr val="dk1"/>
                          </a:solidFill>
                          <a:latin typeface="+mn-lt"/>
                          <a:ea typeface="+mn-ea"/>
                          <a:cs typeface="+mn-cs"/>
                        </a:rPr>
                        <a:t>number of trials, time intervals </a:t>
                      </a:r>
                      <a:endParaRPr lang="en-GB" dirty="0"/>
                    </a:p>
                  </a:txBody>
                  <a:tcPr/>
                </a:tc>
                <a:extLst>
                  <a:ext uri="{0D108BD9-81ED-4DB2-BD59-A6C34878D82A}">
                    <a16:rowId xmlns:a16="http://schemas.microsoft.com/office/drawing/2014/main" val="10000"/>
                  </a:ext>
                </a:extLst>
              </a:tr>
            </a:tbl>
          </a:graphicData>
        </a:graphic>
      </p:graphicFrame>
      <p:sp>
        <p:nvSpPr>
          <p:cNvPr id="11" name="TextBox 10"/>
          <p:cNvSpPr txBox="1"/>
          <p:nvPr/>
        </p:nvSpPr>
        <p:spPr>
          <a:xfrm>
            <a:off x="609600" y="5278511"/>
            <a:ext cx="2587798" cy="400110"/>
          </a:xfrm>
          <a:prstGeom prst="rect">
            <a:avLst/>
          </a:prstGeom>
          <a:noFill/>
        </p:spPr>
        <p:txBody>
          <a:bodyPr wrap="square" rtlCol="0">
            <a:spAutoFit/>
          </a:bodyPr>
          <a:lstStyle/>
          <a:p>
            <a:r>
              <a:rPr lang="en-GB" sz="2000" dirty="0">
                <a:latin typeface="+mn-lt"/>
              </a:rPr>
              <a:t>Data can be analysed:</a:t>
            </a:r>
          </a:p>
        </p:txBody>
      </p:sp>
      <p:pic>
        <p:nvPicPr>
          <p:cNvPr id="6" name="Picture 5" descr="A diagram that demonstrates that the more trials the users take the better they learn">
            <a:extLst>
              <a:ext uri="{FF2B5EF4-FFF2-40B4-BE49-F238E27FC236}">
                <a16:creationId xmlns:a16="http://schemas.microsoft.com/office/drawing/2014/main" id="{31AA8627-BDDC-5842-DF7F-48B4A673F893}"/>
              </a:ext>
            </a:extLst>
          </p:cNvPr>
          <p:cNvPicPr>
            <a:picLocks noChangeAspect="1"/>
          </p:cNvPicPr>
          <p:nvPr/>
        </p:nvPicPr>
        <p:blipFill>
          <a:blip r:embed="rId2"/>
          <a:stretch>
            <a:fillRect/>
          </a:stretch>
        </p:blipFill>
        <p:spPr>
          <a:xfrm>
            <a:off x="6030683" y="2320007"/>
            <a:ext cx="3069610" cy="2317590"/>
          </a:xfrm>
          <a:prstGeom prst="rect">
            <a:avLst/>
          </a:prstGeom>
        </p:spPr>
      </p:pic>
      <p:pic>
        <p:nvPicPr>
          <p:cNvPr id="8" name="Picture 7" descr="Performance icon">
            <a:extLst>
              <a:ext uri="{FF2B5EF4-FFF2-40B4-BE49-F238E27FC236}">
                <a16:creationId xmlns:a16="http://schemas.microsoft.com/office/drawing/2014/main" id="{F3CBD575-0AD6-6E81-8612-A5B965246816}"/>
              </a:ext>
            </a:extLst>
          </p:cNvPr>
          <p:cNvPicPr>
            <a:picLocks noChangeAspect="1"/>
          </p:cNvPicPr>
          <p:nvPr/>
        </p:nvPicPr>
        <p:blipFill>
          <a:blip r:embed="rId3"/>
          <a:stretch>
            <a:fillRect/>
          </a:stretch>
        </p:blipFill>
        <p:spPr>
          <a:xfrm>
            <a:off x="8090821" y="214557"/>
            <a:ext cx="881062"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Footer Placeholder 4">
            <a:extLst>
              <a:ext uri="{FF2B5EF4-FFF2-40B4-BE49-F238E27FC236}">
                <a16:creationId xmlns:a16="http://schemas.microsoft.com/office/drawing/2014/main" id="{E6CCF955-0ED5-F136-44FD-199D87DBA07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FD228E02-BAA0-AB1F-FD1B-233E018E3D0B}"/>
              </a:ext>
            </a:extLst>
          </p:cNvPr>
          <p:cNvSpPr>
            <a:spLocks noGrp="1"/>
          </p:cNvSpPr>
          <p:nvPr>
            <p:ph type="sldNum" sz="quarter" idx="4"/>
          </p:nvPr>
        </p:nvSpPr>
        <p:spPr/>
        <p:txBody>
          <a:bodyPr/>
          <a:lstStyle/>
          <a:p>
            <a:fld id="{9FD7ECCF-50E7-4327-B945-FA93FF7B2BEF}" type="slidenum">
              <a:rPr lang="en-US" smtClean="0"/>
              <a:pPr/>
              <a:t>52</a:t>
            </a:fld>
            <a:r>
              <a:rPr lang="en-GB"/>
              <a:t>/63</a:t>
            </a:r>
            <a:endParaRPr lang="en-US" dirty="0"/>
          </a:p>
        </p:txBody>
      </p:sp>
    </p:spTree>
    <p:extLst>
      <p:ext uri="{BB962C8B-B14F-4D97-AF65-F5344CB8AC3E}">
        <p14:creationId xmlns:p14="http://schemas.microsoft.com/office/powerpoint/2010/main" val="1754363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reference icon">
            <a:extLst>
              <a:ext uri="{FF2B5EF4-FFF2-40B4-BE49-F238E27FC236}">
                <a16:creationId xmlns:a16="http://schemas.microsoft.com/office/drawing/2014/main" id="{F181B152-A0FF-B458-EED5-E116E8242A7E}"/>
              </a:ext>
            </a:extLst>
          </p:cNvPr>
          <p:cNvPicPr>
            <a:picLocks noChangeAspect="1"/>
          </p:cNvPicPr>
          <p:nvPr/>
        </p:nvPicPr>
        <p:blipFill>
          <a:blip r:embed="rId2"/>
          <a:stretch>
            <a:fillRect/>
          </a:stretch>
        </p:blipFill>
        <p:spPr>
          <a:xfrm>
            <a:off x="8090608" y="214556"/>
            <a:ext cx="881275" cy="871537"/>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p:cNvSpPr>
            <a:spLocks noGrp="1"/>
          </p:cNvSpPr>
          <p:nvPr>
            <p:ph type="title"/>
          </p:nvPr>
        </p:nvSpPr>
        <p:spPr/>
        <p:txBody>
          <a:bodyPr/>
          <a:lstStyle/>
          <a:p>
            <a:r>
              <a:rPr lang="en-GB" dirty="0"/>
              <a:t>Preference data</a:t>
            </a:r>
          </a:p>
        </p:txBody>
      </p:sp>
      <p:graphicFrame>
        <p:nvGraphicFramePr>
          <p:cNvPr id="7" name="Content Placeholder 6"/>
          <p:cNvGraphicFramePr>
            <a:graphicFrameLocks noGrp="1"/>
          </p:cNvGraphicFramePr>
          <p:nvPr>
            <p:ph sz="quarter" idx="1"/>
          </p:nvPr>
        </p:nvGraphicFramePr>
        <p:xfrm>
          <a:off x="612775" y="1600200"/>
          <a:ext cx="8153400" cy="2134538"/>
        </p:xfrm>
        <a:graphic>
          <a:graphicData uri="http://schemas.openxmlformats.org/drawingml/2006/table">
            <a:tbl>
              <a:tblPr bandRow="1">
                <a:tableStyleId>{5C22544A-7EE6-4342-B048-85BDC9FD1C3A}</a:tableStyleId>
              </a:tblPr>
              <a:tblGrid>
                <a:gridCol w="2159025">
                  <a:extLst>
                    <a:ext uri="{9D8B030D-6E8A-4147-A177-3AD203B41FA5}">
                      <a16:colId xmlns:a16="http://schemas.microsoft.com/office/drawing/2014/main" val="20000"/>
                    </a:ext>
                  </a:extLst>
                </a:gridCol>
                <a:gridCol w="5994375">
                  <a:extLst>
                    <a:ext uri="{9D8B030D-6E8A-4147-A177-3AD203B41FA5}">
                      <a16:colId xmlns:a16="http://schemas.microsoft.com/office/drawing/2014/main" val="20001"/>
                    </a:ext>
                  </a:extLst>
                </a:gridCol>
              </a:tblGrid>
              <a:tr h="2134538">
                <a:tc>
                  <a:txBody>
                    <a:bodyPr/>
                    <a:lstStyle/>
                    <a:p>
                      <a:r>
                        <a:rPr lang="en-GB"/>
                        <a:t>Participants comments and opinions</a:t>
                      </a:r>
                    </a:p>
                  </a:txBody>
                  <a:tcPr/>
                </a:tc>
                <a:tc>
                  <a:txBody>
                    <a:bodyPr/>
                    <a:lstStyle/>
                    <a:p>
                      <a:r>
                        <a:rPr kumimoji="0" lang="en-GB" sz="1800" kern="1200" dirty="0">
                          <a:solidFill>
                            <a:schemeClr val="dk1"/>
                          </a:solidFill>
                          <a:latin typeface="+mn-lt"/>
                          <a:ea typeface="+mn-ea"/>
                          <a:cs typeface="+mn-cs"/>
                        </a:rPr>
                        <a:t>Preference of version A vs version B in a competitive or comparative study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kern="1200" dirty="0">
                          <a:solidFill>
                            <a:schemeClr val="dk1"/>
                          </a:solidFill>
                          <a:latin typeface="+mn-lt"/>
                          <a:ea typeface="+mn-ea"/>
                          <a:cs typeface="+mn-cs"/>
                        </a:rPr>
                        <a:t>Rating or ranking of the product</a:t>
                      </a:r>
                    </a:p>
                    <a:p>
                      <a:r>
                        <a:rPr kumimoji="0" lang="en-GB" sz="1800" kern="1200" dirty="0">
                          <a:solidFill>
                            <a:schemeClr val="dk1"/>
                          </a:solidFill>
                          <a:latin typeface="+mn-lt"/>
                          <a:ea typeface="+mn-ea"/>
                          <a:cs typeface="+mn-cs"/>
                        </a:rPr>
                        <a:t>Suggestions for improving the product </a:t>
                      </a:r>
                    </a:p>
                    <a:p>
                      <a:r>
                        <a:rPr kumimoji="0" lang="en-GB" sz="1800" kern="1200" dirty="0">
                          <a:solidFill>
                            <a:schemeClr val="dk1"/>
                          </a:solidFill>
                          <a:latin typeface="+mn-lt"/>
                          <a:ea typeface="+mn-ea"/>
                          <a:cs typeface="+mn-cs"/>
                        </a:rPr>
                        <a:t>Number of negative references to the product</a:t>
                      </a:r>
                    </a:p>
                    <a:p>
                      <a:r>
                        <a:rPr kumimoji="0" lang="en-GB" sz="1800" kern="1200" dirty="0">
                          <a:solidFill>
                            <a:schemeClr val="dk1"/>
                          </a:solidFill>
                          <a:latin typeface="+mn-lt"/>
                          <a:ea typeface="+mn-ea"/>
                          <a:cs typeface="+mn-cs"/>
                        </a:rPr>
                        <a:t>Rationales for performance (what the participant says about why he or she did what he or she did)</a:t>
                      </a:r>
                    </a:p>
                  </a:txBody>
                  <a:tcPr/>
                </a:tc>
                <a:extLst>
                  <a:ext uri="{0D108BD9-81ED-4DB2-BD59-A6C34878D82A}">
                    <a16:rowId xmlns:a16="http://schemas.microsoft.com/office/drawing/2014/main" val="10000"/>
                  </a:ext>
                </a:extLst>
              </a:tr>
            </a:tbl>
          </a:graphicData>
        </a:graphic>
      </p:graphicFrame>
      <p:graphicFrame>
        <p:nvGraphicFramePr>
          <p:cNvPr id="10" name="Content Placeholder 6"/>
          <p:cNvGraphicFramePr>
            <a:graphicFrameLocks/>
          </p:cNvGraphicFramePr>
          <p:nvPr/>
        </p:nvGraphicFramePr>
        <p:xfrm>
          <a:off x="609600" y="4653136"/>
          <a:ext cx="8138864" cy="1460768"/>
        </p:xfrm>
        <a:graphic>
          <a:graphicData uri="http://schemas.openxmlformats.org/drawingml/2006/table">
            <a:tbl>
              <a:tblPr bandRow="1">
                <a:tableStyleId>{21E4AEA4-8DFA-4A89-87EB-49C32662AFE0}</a:tableStyleId>
              </a:tblPr>
              <a:tblGrid>
                <a:gridCol w="2107384">
                  <a:extLst>
                    <a:ext uri="{9D8B030D-6E8A-4147-A177-3AD203B41FA5}">
                      <a16:colId xmlns:a16="http://schemas.microsoft.com/office/drawing/2014/main" val="20000"/>
                    </a:ext>
                  </a:extLst>
                </a:gridCol>
                <a:gridCol w="6031480">
                  <a:extLst>
                    <a:ext uri="{9D8B030D-6E8A-4147-A177-3AD203B41FA5}">
                      <a16:colId xmlns:a16="http://schemas.microsoft.com/office/drawing/2014/main" val="20001"/>
                    </a:ext>
                  </a:extLst>
                </a:gridCol>
              </a:tblGrid>
              <a:tr h="432048">
                <a:tc>
                  <a:txBody>
                    <a:bodyPr/>
                    <a:lstStyle/>
                    <a:p>
                      <a:r>
                        <a:rPr kumimoji="0" lang="en-GB" sz="1800" u="none" strike="noStrike" kern="1200" cap="none" spc="0" normalizeH="0" baseline="0" noProof="0">
                          <a:ln>
                            <a:noFill/>
                          </a:ln>
                          <a:solidFill>
                            <a:schemeClr val="dk1"/>
                          </a:solidFill>
                          <a:effectLst/>
                          <a:uLnTx/>
                          <a:uFillTx/>
                          <a:latin typeface="+mn-lt"/>
                          <a:ea typeface="+mn-ea"/>
                          <a:cs typeface="+mn-cs"/>
                        </a:rPr>
                        <a:t>quantitatively</a:t>
                      </a:r>
                      <a:r>
                        <a:rPr kumimoji="0" lang="en-GB" sz="1800" u="none" strike="noStrike" kern="1200" cap="none" spc="0" normalizeH="0" baseline="0" noProof="0">
                          <a:ln>
                            <a:noFill/>
                          </a:ln>
                          <a:effectLst/>
                          <a:uLnTx/>
                          <a:uFillTx/>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u="none" strike="noStrike" kern="1200" cap="none" spc="0" normalizeH="0" baseline="0" noProof="0" dirty="0">
                          <a:ln>
                            <a:noFill/>
                          </a:ln>
                          <a:effectLst/>
                          <a:uLnTx/>
                          <a:uFillTx/>
                        </a:rPr>
                        <a:t>number of positive or negative comments, repetitive patterns</a:t>
                      </a:r>
                      <a:br>
                        <a:rPr kumimoji="0" lang="en-GB" sz="1800" u="none" strike="noStrike" kern="1200" cap="none" spc="0" normalizeH="0" baseline="0" noProof="0" dirty="0">
                          <a:ln>
                            <a:noFill/>
                          </a:ln>
                          <a:effectLst/>
                          <a:uLnTx/>
                          <a:uFillTx/>
                        </a:rPr>
                      </a:br>
                      <a:r>
                        <a:rPr kumimoji="0" lang="en-GB" sz="1800" kern="1200" dirty="0">
                          <a:solidFill>
                            <a:schemeClr val="dk1"/>
                          </a:solidFill>
                          <a:latin typeface="+mn-lt"/>
                          <a:ea typeface="+mn-ea"/>
                          <a:cs typeface="+mn-cs"/>
                        </a:rPr>
                        <a:t>Rating or ranking of the product</a:t>
                      </a:r>
                    </a:p>
                  </a:txBody>
                  <a:tcPr/>
                </a:tc>
                <a:extLst>
                  <a:ext uri="{0D108BD9-81ED-4DB2-BD59-A6C34878D82A}">
                    <a16:rowId xmlns:a16="http://schemas.microsoft.com/office/drawing/2014/main" val="10000"/>
                  </a:ext>
                </a:extLst>
              </a:tr>
              <a:tr h="820688">
                <a:tc>
                  <a:txBody>
                    <a:bodyPr/>
                    <a:lstStyle/>
                    <a:p>
                      <a:r>
                        <a:rPr kumimoji="0" lang="en-GB" sz="1800" u="none" strike="noStrike" kern="1200" cap="none" spc="0" normalizeH="0" baseline="0" noProof="0">
                          <a:ln>
                            <a:noFill/>
                          </a:ln>
                          <a:effectLst/>
                          <a:uLnTx/>
                          <a:uFillTx/>
                        </a:rPr>
                        <a:t>qualitatively</a:t>
                      </a:r>
                    </a:p>
                  </a:txBody>
                  <a:tcPr/>
                </a:tc>
                <a:tc>
                  <a:txBody>
                    <a:bodyPr/>
                    <a:lstStyle/>
                    <a:p>
                      <a:r>
                        <a:rPr lang="en-GB" dirty="0"/>
                        <a:t>each negative error can be analysed to discover the aspects of the product</a:t>
                      </a:r>
                      <a:r>
                        <a:rPr lang="en-GB" baseline="0" dirty="0"/>
                        <a:t> design the comment refers to</a:t>
                      </a:r>
                      <a:endParaRPr lang="en-GB" dirty="0"/>
                    </a:p>
                  </a:txBody>
                  <a:tcPr/>
                </a:tc>
                <a:extLst>
                  <a:ext uri="{0D108BD9-81ED-4DB2-BD59-A6C34878D82A}">
                    <a16:rowId xmlns:a16="http://schemas.microsoft.com/office/drawing/2014/main" val="10001"/>
                  </a:ext>
                </a:extLst>
              </a:tr>
            </a:tbl>
          </a:graphicData>
        </a:graphic>
      </p:graphicFrame>
      <p:sp>
        <p:nvSpPr>
          <p:cNvPr id="11" name="TextBox 10"/>
          <p:cNvSpPr txBox="1"/>
          <p:nvPr/>
        </p:nvSpPr>
        <p:spPr>
          <a:xfrm>
            <a:off x="548118" y="4135817"/>
            <a:ext cx="2513830" cy="400110"/>
          </a:xfrm>
          <a:prstGeom prst="rect">
            <a:avLst/>
          </a:prstGeom>
          <a:noFill/>
        </p:spPr>
        <p:txBody>
          <a:bodyPr wrap="none" rtlCol="0">
            <a:spAutoFit/>
          </a:bodyPr>
          <a:lstStyle/>
          <a:p>
            <a:r>
              <a:rPr lang="en-GB" sz="2000" dirty="0">
                <a:latin typeface="+mn-lt"/>
              </a:rPr>
              <a:t>Data can be analysed:</a:t>
            </a:r>
          </a:p>
        </p:txBody>
      </p:sp>
      <p:sp>
        <p:nvSpPr>
          <p:cNvPr id="5" name="Footer Placeholder 4">
            <a:extLst>
              <a:ext uri="{FF2B5EF4-FFF2-40B4-BE49-F238E27FC236}">
                <a16:creationId xmlns:a16="http://schemas.microsoft.com/office/drawing/2014/main" id="{12D27BAE-C884-F746-49CE-8934EE95AA3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0A0646C0-A52E-433A-9D80-32F294A6699D}"/>
              </a:ext>
            </a:extLst>
          </p:cNvPr>
          <p:cNvSpPr>
            <a:spLocks noGrp="1"/>
          </p:cNvSpPr>
          <p:nvPr>
            <p:ph type="sldNum" sz="quarter" idx="4"/>
          </p:nvPr>
        </p:nvSpPr>
        <p:spPr/>
        <p:txBody>
          <a:bodyPr/>
          <a:lstStyle/>
          <a:p>
            <a:fld id="{9FD7ECCF-50E7-4327-B945-FA93FF7B2BEF}" type="slidenum">
              <a:rPr lang="en-US" smtClean="0"/>
              <a:pPr/>
              <a:t>53</a:t>
            </a:fld>
            <a:r>
              <a:rPr lang="en-GB"/>
              <a:t>/63</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C4DA49-5CE6-C378-673F-246777A79DB0}"/>
              </a:ext>
            </a:extLst>
          </p:cNvPr>
          <p:cNvSpPr>
            <a:spLocks noGrp="1"/>
          </p:cNvSpPr>
          <p:nvPr>
            <p:ph type="body" idx="1"/>
          </p:nvPr>
        </p:nvSpPr>
        <p:spPr>
          <a:xfrm>
            <a:off x="1371600" y="2743200"/>
            <a:ext cx="7162800" cy="3710136"/>
          </a:xfrm>
        </p:spPr>
        <p:txBody>
          <a:bodyPr>
            <a:normAutofit fontScale="47500" lnSpcReduction="20000"/>
          </a:bodyPr>
          <a:lstStyle/>
          <a:p>
            <a:pPr algn="l">
              <a:lnSpc>
                <a:spcPct val="120000"/>
              </a:lnSpc>
              <a:spcBef>
                <a:spcPts val="600"/>
              </a:spcBef>
            </a:pPr>
            <a:r>
              <a:rPr lang="en-GB" b="0" i="0" dirty="0">
                <a:solidFill>
                  <a:srgbClr val="374151"/>
                </a:solidFill>
                <a:effectLst/>
                <a:latin typeface="Söhne"/>
              </a:rPr>
              <a:t>Self-reported data, or self-report data, is information individuals provide about themselves, their experiences, behaviours, beliefs, or attitudes. </a:t>
            </a:r>
          </a:p>
          <a:p>
            <a:pPr algn="l">
              <a:lnSpc>
                <a:spcPct val="120000"/>
              </a:lnSpc>
              <a:spcBef>
                <a:spcPts val="600"/>
              </a:spcBef>
            </a:pPr>
            <a:r>
              <a:rPr lang="en-GB" b="0" i="0" dirty="0">
                <a:solidFill>
                  <a:srgbClr val="374151"/>
                </a:solidFill>
                <a:effectLst/>
                <a:latin typeface="Söhne"/>
              </a:rPr>
              <a:t>This type of data relies on individuals' self-awareness and willingness to share information about their own thoughts, feelings, and actions. </a:t>
            </a:r>
          </a:p>
          <a:p>
            <a:pPr algn="l">
              <a:lnSpc>
                <a:spcPct val="120000"/>
              </a:lnSpc>
              <a:spcBef>
                <a:spcPts val="600"/>
              </a:spcBef>
            </a:pPr>
            <a:r>
              <a:rPr lang="en-GB" b="0" i="0" dirty="0">
                <a:solidFill>
                  <a:srgbClr val="374151"/>
                </a:solidFill>
                <a:effectLst/>
                <a:latin typeface="Söhne"/>
              </a:rPr>
              <a:t>It is typically collected through </a:t>
            </a:r>
            <a:r>
              <a:rPr lang="en-GB" b="1" i="0" dirty="0">
                <a:solidFill>
                  <a:srgbClr val="374151"/>
                </a:solidFill>
                <a:effectLst/>
                <a:latin typeface="Söhne"/>
              </a:rPr>
              <a:t>surveys</a:t>
            </a:r>
            <a:r>
              <a:rPr lang="en-GB" b="0" i="0" dirty="0">
                <a:solidFill>
                  <a:srgbClr val="374151"/>
                </a:solidFill>
                <a:effectLst/>
                <a:latin typeface="Söhne"/>
              </a:rPr>
              <a:t>, </a:t>
            </a:r>
            <a:r>
              <a:rPr lang="en-GB" b="1" i="0" dirty="0">
                <a:solidFill>
                  <a:srgbClr val="374151"/>
                </a:solidFill>
                <a:effectLst/>
                <a:latin typeface="Söhne"/>
              </a:rPr>
              <a:t>questionnaires</a:t>
            </a:r>
            <a:r>
              <a:rPr lang="en-GB" b="0" i="0" dirty="0">
                <a:solidFill>
                  <a:srgbClr val="374151"/>
                </a:solidFill>
                <a:effectLst/>
                <a:latin typeface="Söhne"/>
              </a:rPr>
              <a:t>, </a:t>
            </a:r>
            <a:r>
              <a:rPr lang="en-GB" b="1" i="0" dirty="0">
                <a:solidFill>
                  <a:srgbClr val="374151"/>
                </a:solidFill>
                <a:effectLst/>
                <a:latin typeface="Söhne"/>
              </a:rPr>
              <a:t>interviews</a:t>
            </a:r>
            <a:r>
              <a:rPr lang="en-GB" b="0" i="0" dirty="0">
                <a:solidFill>
                  <a:srgbClr val="374151"/>
                </a:solidFill>
                <a:effectLst/>
                <a:latin typeface="Söhne"/>
              </a:rPr>
              <a:t>, </a:t>
            </a:r>
            <a:r>
              <a:rPr lang="en-GB" b="1" i="0" dirty="0">
                <a:solidFill>
                  <a:srgbClr val="374151"/>
                </a:solidFill>
                <a:effectLst/>
                <a:latin typeface="Söhne"/>
              </a:rPr>
              <a:t>diaries</a:t>
            </a:r>
            <a:endParaRPr lang="en-GB" b="0" i="0" dirty="0">
              <a:solidFill>
                <a:srgbClr val="374151"/>
              </a:solidFill>
              <a:effectLst/>
              <a:latin typeface="Söhne"/>
            </a:endParaRPr>
          </a:p>
          <a:p>
            <a:pPr algn="l">
              <a:lnSpc>
                <a:spcPct val="120000"/>
              </a:lnSpc>
              <a:spcBef>
                <a:spcPts val="600"/>
              </a:spcBef>
            </a:pPr>
            <a:r>
              <a:rPr lang="en-GB" b="0" i="0" dirty="0">
                <a:solidFill>
                  <a:srgbClr val="374151"/>
                </a:solidFill>
                <a:effectLst/>
                <a:latin typeface="Söhne"/>
              </a:rPr>
              <a:t>Some key characteristics and examples of self-reported data:</a:t>
            </a:r>
          </a:p>
          <a:p>
            <a:pPr marL="457200" indent="-457200" algn="l">
              <a:lnSpc>
                <a:spcPct val="120000"/>
              </a:lnSpc>
              <a:spcBef>
                <a:spcPts val="600"/>
              </a:spcBef>
              <a:buFont typeface="Wingdings" panose="05000000000000000000" pitchFamily="2" charset="2"/>
              <a:buChar char="q"/>
            </a:pPr>
            <a:r>
              <a:rPr lang="en-GB" b="1" i="0" dirty="0">
                <a:solidFill>
                  <a:srgbClr val="374151"/>
                </a:solidFill>
                <a:effectLst/>
                <a:latin typeface="Söhne"/>
              </a:rPr>
              <a:t>Its subjective </a:t>
            </a:r>
            <a:r>
              <a:rPr lang="en-GB" b="1" dirty="0">
                <a:solidFill>
                  <a:srgbClr val="374151"/>
                </a:solidFill>
                <a:latin typeface="Söhne"/>
              </a:rPr>
              <a:t>n</a:t>
            </a:r>
            <a:r>
              <a:rPr lang="en-GB" b="1" i="0" dirty="0">
                <a:solidFill>
                  <a:srgbClr val="374151"/>
                </a:solidFill>
                <a:effectLst/>
                <a:latin typeface="Söhne"/>
              </a:rPr>
              <a:t>ature </a:t>
            </a:r>
            <a:r>
              <a:rPr lang="en-GB" b="0" i="0" dirty="0">
                <a:solidFill>
                  <a:srgbClr val="374151"/>
                </a:solidFill>
                <a:effectLst/>
                <a:latin typeface="Söhne"/>
              </a:rPr>
              <a:t>because it reflects the individual's perception and self-assessment</a:t>
            </a:r>
          </a:p>
          <a:p>
            <a:pPr marL="457200" indent="-457200" algn="l">
              <a:lnSpc>
                <a:spcPct val="120000"/>
              </a:lnSpc>
              <a:spcBef>
                <a:spcPts val="600"/>
              </a:spcBef>
              <a:buFont typeface="Wingdings" panose="05000000000000000000" pitchFamily="2" charset="2"/>
              <a:buChar char="q"/>
            </a:pPr>
            <a:r>
              <a:rPr lang="en-GB" b="1" i="0" dirty="0">
                <a:solidFill>
                  <a:srgbClr val="374151"/>
                </a:solidFill>
                <a:effectLst/>
                <a:latin typeface="Söhne"/>
              </a:rPr>
              <a:t>Its validity and reliability as c</a:t>
            </a:r>
            <a:r>
              <a:rPr lang="en-GB" b="0" i="0" dirty="0">
                <a:solidFill>
                  <a:srgbClr val="374151"/>
                </a:solidFill>
                <a:effectLst/>
                <a:latin typeface="Söhne"/>
              </a:rPr>
              <a:t>ollecting accurate self-reported data relies on the honesty and reliability of respondents. Factors such as social desirability bias (the tendency to respond in a socially acceptable way) and recall bias (inaccurate memory) can influence the quality of the data.</a:t>
            </a:r>
          </a:p>
          <a:p>
            <a:pPr marL="457200" indent="-457200" algn="l">
              <a:lnSpc>
                <a:spcPct val="120000"/>
              </a:lnSpc>
              <a:spcBef>
                <a:spcPts val="600"/>
              </a:spcBef>
              <a:buFont typeface="Wingdings" panose="05000000000000000000" pitchFamily="2" charset="2"/>
              <a:buChar char="q"/>
            </a:pPr>
            <a:r>
              <a:rPr lang="en-GB" b="1" i="0" dirty="0">
                <a:solidFill>
                  <a:srgbClr val="374151"/>
                </a:solidFill>
                <a:effectLst/>
                <a:latin typeface="Söhne"/>
              </a:rPr>
              <a:t>Anonymity and confidentiality </a:t>
            </a:r>
            <a:r>
              <a:rPr lang="en-GB" i="0" dirty="0">
                <a:solidFill>
                  <a:srgbClr val="374151"/>
                </a:solidFill>
                <a:effectLst/>
                <a:latin typeface="Söhne"/>
              </a:rPr>
              <a:t>are essential t</a:t>
            </a:r>
            <a:r>
              <a:rPr lang="en-GB" b="0" i="0" dirty="0">
                <a:solidFill>
                  <a:srgbClr val="374151"/>
                </a:solidFill>
                <a:effectLst/>
                <a:latin typeface="Söhne"/>
              </a:rPr>
              <a:t>o encourage honest and candid responses</a:t>
            </a:r>
          </a:p>
        </p:txBody>
      </p:sp>
      <p:sp>
        <p:nvSpPr>
          <p:cNvPr id="6" name="Title 5">
            <a:extLst>
              <a:ext uri="{FF2B5EF4-FFF2-40B4-BE49-F238E27FC236}">
                <a16:creationId xmlns:a16="http://schemas.microsoft.com/office/drawing/2014/main" id="{6CDC20A0-622F-E261-66F4-DBEC355336B2}"/>
              </a:ext>
            </a:extLst>
          </p:cNvPr>
          <p:cNvSpPr>
            <a:spLocks noGrp="1"/>
          </p:cNvSpPr>
          <p:nvPr>
            <p:ph type="title"/>
          </p:nvPr>
        </p:nvSpPr>
        <p:spPr/>
        <p:txBody>
          <a:bodyPr/>
          <a:lstStyle/>
          <a:p>
            <a:r>
              <a:rPr lang="en-GB" dirty="0"/>
              <a:t>Self-reported data</a:t>
            </a:r>
          </a:p>
        </p:txBody>
      </p:sp>
      <p:sp>
        <p:nvSpPr>
          <p:cNvPr id="5" name="Date Placeholder 4">
            <a:extLst>
              <a:ext uri="{FF2B5EF4-FFF2-40B4-BE49-F238E27FC236}">
                <a16:creationId xmlns:a16="http://schemas.microsoft.com/office/drawing/2014/main" id="{E8721CEE-39AB-30F9-B716-93102DEC8523}"/>
              </a:ext>
            </a:extLst>
          </p:cNvPr>
          <p:cNvSpPr>
            <a:spLocks noGrp="1"/>
          </p:cNvSpPr>
          <p:nvPr>
            <p:ph type="dt" sz="half" idx="2"/>
          </p:nvPr>
        </p:nvSpPr>
        <p:spPr/>
        <p:txBody>
          <a:bodyPr/>
          <a:lstStyle/>
          <a:p>
            <a:endParaRPr lang="en-US" dirty="0"/>
          </a:p>
        </p:txBody>
      </p:sp>
      <p:sp>
        <p:nvSpPr>
          <p:cNvPr id="11" name="Footer Placeholder 10">
            <a:extLst>
              <a:ext uri="{FF2B5EF4-FFF2-40B4-BE49-F238E27FC236}">
                <a16:creationId xmlns:a16="http://schemas.microsoft.com/office/drawing/2014/main" id="{6EDC5411-3B6F-9454-E471-95514E04FC2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0FCD4A7B-2441-3717-A6D0-C3C7623FF68C}"/>
              </a:ext>
            </a:extLst>
          </p:cNvPr>
          <p:cNvSpPr>
            <a:spLocks noGrp="1"/>
          </p:cNvSpPr>
          <p:nvPr>
            <p:ph type="sldNum" sz="quarter" idx="11"/>
          </p:nvPr>
        </p:nvSpPr>
        <p:spPr/>
        <p:txBody>
          <a:bodyPr/>
          <a:lstStyle/>
          <a:p>
            <a:fld id="{4F96EDF4-259A-48E8-B98E-8CB70E21F623}" type="slidenum">
              <a:rPr lang="en-US" smtClean="0"/>
              <a:pPr/>
              <a:t>54</a:t>
            </a:fld>
            <a:r>
              <a:rPr lang="en-GB"/>
              <a:t>/63</a:t>
            </a:r>
            <a:endParaRPr lang="en-US" dirty="0"/>
          </a:p>
        </p:txBody>
      </p:sp>
    </p:spTree>
    <p:extLst>
      <p:ext uri="{BB962C8B-B14F-4D97-AF65-F5344CB8AC3E}">
        <p14:creationId xmlns:p14="http://schemas.microsoft.com/office/powerpoint/2010/main" val="1017929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Questionnaires/survey format</a:t>
            </a:r>
          </a:p>
        </p:txBody>
      </p:sp>
      <p:sp>
        <p:nvSpPr>
          <p:cNvPr id="3" name="Content Placeholder 2"/>
          <p:cNvSpPr>
            <a:spLocks noGrp="1"/>
          </p:cNvSpPr>
          <p:nvPr>
            <p:ph sz="quarter" idx="1"/>
          </p:nvPr>
        </p:nvSpPr>
        <p:spPr>
          <a:xfrm>
            <a:off x="612648" y="1600200"/>
            <a:ext cx="3383288" cy="5011542"/>
          </a:xfrm>
        </p:spPr>
        <p:txBody>
          <a:bodyPr>
            <a:normAutofit lnSpcReduction="10000"/>
          </a:bodyPr>
          <a:lstStyle/>
          <a:p>
            <a:pPr>
              <a:spcBef>
                <a:spcPts val="600"/>
              </a:spcBef>
              <a:spcAft>
                <a:spcPts val="600"/>
              </a:spcAft>
            </a:pPr>
            <a:r>
              <a:rPr lang="en-GB" sz="2000" b="1" dirty="0"/>
              <a:t>Open-ended </a:t>
            </a:r>
            <a:r>
              <a:rPr lang="en-GB" sz="2000" dirty="0"/>
              <a:t>questions – allow the participant to express freely their opinion rather than choosing from a predetermined list</a:t>
            </a:r>
          </a:p>
          <a:p>
            <a:pPr>
              <a:spcBef>
                <a:spcPts val="600"/>
              </a:spcBef>
              <a:spcAft>
                <a:spcPts val="600"/>
              </a:spcAft>
            </a:pPr>
            <a:r>
              <a:rPr lang="en-GB" sz="2000" b="1" dirty="0"/>
              <a:t>Binary</a:t>
            </a:r>
            <a:r>
              <a:rPr lang="en-GB" sz="2000" dirty="0"/>
              <a:t> questions</a:t>
            </a:r>
          </a:p>
          <a:p>
            <a:pPr>
              <a:spcBef>
                <a:spcPts val="600"/>
              </a:spcBef>
              <a:spcAft>
                <a:spcPts val="600"/>
              </a:spcAft>
            </a:pPr>
            <a:r>
              <a:rPr lang="en-GB" sz="2000" b="1" dirty="0"/>
              <a:t>Branching</a:t>
            </a:r>
            <a:r>
              <a:rPr lang="en-GB" sz="2000" dirty="0"/>
              <a:t> questions – allow to control the path the participant will go through the questionnaire</a:t>
            </a:r>
          </a:p>
          <a:p>
            <a:pPr>
              <a:spcBef>
                <a:spcPts val="600"/>
              </a:spcBef>
              <a:spcAft>
                <a:spcPts val="600"/>
              </a:spcAft>
            </a:pPr>
            <a:r>
              <a:rPr lang="en-GB" sz="2000" b="1" dirty="0"/>
              <a:t>Checklist response </a:t>
            </a:r>
            <a:r>
              <a:rPr lang="en-GB" sz="2000" dirty="0"/>
              <a:t>–</a:t>
            </a:r>
            <a:r>
              <a:rPr lang="en-GB" sz="2000" b="1" dirty="0"/>
              <a:t> </a:t>
            </a:r>
            <a:r>
              <a:rPr lang="en-GB" sz="2000" dirty="0"/>
              <a:t>the respondent is provided with a list of options and may select the ones that are applicable. </a:t>
            </a:r>
          </a:p>
        </p:txBody>
      </p:sp>
      <p:sp>
        <p:nvSpPr>
          <p:cNvPr id="9" name="Content Placeholder 2"/>
          <p:cNvSpPr txBox="1">
            <a:spLocks/>
          </p:cNvSpPr>
          <p:nvPr/>
        </p:nvSpPr>
        <p:spPr>
          <a:xfrm>
            <a:off x="4572000" y="1700808"/>
            <a:ext cx="4194048" cy="4709120"/>
          </a:xfrm>
          <a:prstGeom prst="rect">
            <a:avLst/>
          </a:prstGeom>
        </p:spPr>
        <p:txBody>
          <a:bodyPr vert="horz">
            <a:normAutofit/>
          </a:bodyPr>
          <a:lstStyle/>
          <a:p>
            <a:pPr marL="0" lvl="1"/>
            <a:r>
              <a:rPr lang="en-GB" sz="1500" dirty="0">
                <a:solidFill>
                  <a:srgbClr val="3C3C3C"/>
                </a:solidFill>
                <a:latin typeface="Akkurat-Pro-Light"/>
              </a:rPr>
              <a:t>Why do you use this tool?</a:t>
            </a:r>
          </a:p>
          <a:p>
            <a:pPr marL="354013" lvl="1" indent="-354013">
              <a:buFont typeface="+mj-lt"/>
              <a:buAutoNum type="arabicPeriod"/>
            </a:pPr>
            <a:endParaRPr lang="en-GB" sz="1500" dirty="0">
              <a:solidFill>
                <a:srgbClr val="3C3C3C"/>
              </a:solidFill>
              <a:latin typeface="Akkurat-Pro-Light"/>
            </a:endParaRPr>
          </a:p>
          <a:p>
            <a:pPr marL="354013" lvl="1" indent="-354013">
              <a:buFont typeface="+mj-lt"/>
              <a:buAutoNum type="arabicPeriod"/>
            </a:pPr>
            <a:endParaRPr lang="en-GB" sz="1500" dirty="0">
              <a:solidFill>
                <a:srgbClr val="3C3C3C"/>
              </a:solidFill>
              <a:latin typeface="Akkurat-Pro-Light"/>
            </a:endParaRPr>
          </a:p>
          <a:p>
            <a:pPr marL="354013" lvl="1" indent="-354013">
              <a:buFont typeface="+mj-lt"/>
              <a:buAutoNum type="arabicPeriod"/>
            </a:pPr>
            <a:endParaRPr lang="en-GB" sz="1500" dirty="0">
              <a:solidFill>
                <a:srgbClr val="3C3C3C"/>
              </a:solidFill>
              <a:latin typeface="Akkurat-Pro-Light"/>
            </a:endParaRPr>
          </a:p>
          <a:p>
            <a:pPr marL="354013" lvl="1" indent="-354013">
              <a:buFont typeface="+mj-lt"/>
              <a:buAutoNum type="arabicPeriod"/>
            </a:pPr>
            <a:endParaRPr lang="en-GB" sz="1500" dirty="0">
              <a:solidFill>
                <a:srgbClr val="3C3C3C"/>
              </a:solidFill>
              <a:latin typeface="Akkurat-Pro-Light"/>
            </a:endParaRPr>
          </a:p>
          <a:p>
            <a:pPr marL="0" lvl="1"/>
            <a:r>
              <a:rPr lang="en-GB" sz="1500" dirty="0">
                <a:solidFill>
                  <a:srgbClr val="3C3C3C"/>
                </a:solidFill>
                <a:latin typeface="Akkurat-Pro-Light"/>
              </a:rPr>
              <a:t>Do you think this icon is good for functionality X?</a:t>
            </a:r>
          </a:p>
          <a:p>
            <a:pPr marL="777240" lvl="1" indent="-320040" fontAlgn="auto">
              <a:spcBef>
                <a:spcPts val="700"/>
              </a:spcBef>
              <a:spcAft>
                <a:spcPts val="0"/>
              </a:spcAft>
              <a:buClr>
                <a:schemeClr val="accent2"/>
              </a:buClr>
              <a:buSzPct val="60000"/>
              <a:buFont typeface="Wingdings"/>
              <a:buChar char=""/>
            </a:pPr>
            <a:r>
              <a:rPr lang="en-GB" sz="1500" dirty="0">
                <a:solidFill>
                  <a:srgbClr val="3C3C3C"/>
                </a:solidFill>
                <a:latin typeface="Akkurat-Pro-Light"/>
              </a:rPr>
              <a:t>Yes</a:t>
            </a:r>
          </a:p>
          <a:p>
            <a:pPr marL="777240" lvl="1" indent="-320040" fontAlgn="auto">
              <a:spcBef>
                <a:spcPts val="700"/>
              </a:spcBef>
              <a:spcAft>
                <a:spcPts val="0"/>
              </a:spcAft>
              <a:buClr>
                <a:schemeClr val="accent2"/>
              </a:buClr>
              <a:buSzPct val="60000"/>
              <a:buFont typeface="Wingdings"/>
              <a:buChar char=""/>
            </a:pPr>
            <a:r>
              <a:rPr lang="en-GB" sz="1500" dirty="0">
                <a:solidFill>
                  <a:srgbClr val="3C3C3C"/>
                </a:solidFill>
                <a:latin typeface="Akkurat-Pro-Light"/>
              </a:rPr>
              <a:t>No</a:t>
            </a:r>
          </a:p>
          <a:p>
            <a:pPr marL="777240" lvl="1" indent="-320040" fontAlgn="auto">
              <a:spcBef>
                <a:spcPts val="700"/>
              </a:spcBef>
              <a:spcAft>
                <a:spcPts val="0"/>
              </a:spcAft>
              <a:buClr>
                <a:schemeClr val="accent2"/>
              </a:buClr>
              <a:buSzPct val="60000"/>
              <a:buFont typeface="Wingdings"/>
              <a:buChar char=""/>
            </a:pPr>
            <a:endParaRPr lang="en-GB" sz="1500" dirty="0">
              <a:solidFill>
                <a:srgbClr val="3C3C3C"/>
              </a:solidFill>
              <a:latin typeface="Akkurat-Pro-Light"/>
            </a:endParaRPr>
          </a:p>
          <a:p>
            <a:pPr marL="0" lvl="1"/>
            <a:r>
              <a:rPr lang="en-GB" sz="1500" dirty="0">
                <a:solidFill>
                  <a:srgbClr val="3C3C3C"/>
                </a:solidFill>
                <a:latin typeface="Akkurat-Pro-Light"/>
              </a:rPr>
              <a:t>If you answered “No” to question 2. Which of the following icons you think would convey the functionality of […] better?</a:t>
            </a:r>
          </a:p>
          <a:p>
            <a:pPr marL="777240" lvl="1" indent="-320040" fontAlgn="auto">
              <a:spcBef>
                <a:spcPts val="700"/>
              </a:spcBef>
              <a:spcAft>
                <a:spcPts val="0"/>
              </a:spcAft>
              <a:buClr>
                <a:schemeClr val="accent2"/>
              </a:buClr>
              <a:buSzPct val="60000"/>
              <a:buFont typeface="Wingdings"/>
              <a:buChar char=""/>
            </a:pPr>
            <a:r>
              <a:rPr lang="en-GB" sz="1500" dirty="0">
                <a:solidFill>
                  <a:srgbClr val="3C3C3C"/>
                </a:solidFill>
                <a:latin typeface="Akkurat-Pro-Light"/>
              </a:rPr>
              <a:t>Option one</a:t>
            </a:r>
          </a:p>
          <a:p>
            <a:pPr marL="777240" lvl="1" indent="-320040" fontAlgn="auto">
              <a:spcBef>
                <a:spcPts val="700"/>
              </a:spcBef>
              <a:spcAft>
                <a:spcPts val="0"/>
              </a:spcAft>
              <a:buClr>
                <a:schemeClr val="accent2"/>
              </a:buClr>
              <a:buSzPct val="60000"/>
              <a:buFont typeface="Wingdings"/>
              <a:buChar char=""/>
            </a:pPr>
            <a:r>
              <a:rPr lang="en-GB" sz="1500" dirty="0">
                <a:solidFill>
                  <a:srgbClr val="3C3C3C"/>
                </a:solidFill>
                <a:latin typeface="Akkurat-Pro-Light"/>
              </a:rPr>
              <a:t>Option two</a:t>
            </a:r>
          </a:p>
          <a:p>
            <a:pPr marL="777240" lvl="1" indent="-320040" fontAlgn="auto">
              <a:spcBef>
                <a:spcPts val="700"/>
              </a:spcBef>
              <a:spcAft>
                <a:spcPts val="0"/>
              </a:spcAft>
              <a:buClr>
                <a:schemeClr val="accent2"/>
              </a:buClr>
              <a:buSzPct val="60000"/>
              <a:buFont typeface="Wingdings"/>
              <a:buChar char=""/>
            </a:pPr>
            <a:r>
              <a:rPr lang="en-GB" sz="1500" dirty="0">
                <a:solidFill>
                  <a:srgbClr val="3C3C3C"/>
                </a:solidFill>
                <a:latin typeface="Akkurat-Pro-Light"/>
              </a:rPr>
              <a:t>Option three</a:t>
            </a:r>
          </a:p>
          <a:p>
            <a:pPr marL="777240" lvl="1" indent="-320040" fontAlgn="auto">
              <a:spcBef>
                <a:spcPts val="700"/>
              </a:spcBef>
              <a:spcAft>
                <a:spcPts val="0"/>
              </a:spcAft>
              <a:buClr>
                <a:schemeClr val="accent2"/>
              </a:buClr>
              <a:buSzPct val="60000"/>
              <a:buFont typeface="Wingdings"/>
              <a:buChar char=""/>
            </a:pPr>
            <a:r>
              <a:rPr lang="en-GB" sz="1500" dirty="0">
                <a:solidFill>
                  <a:srgbClr val="3C3C3C"/>
                </a:solidFill>
                <a:latin typeface="Akkurat-Pro-Light"/>
              </a:rPr>
              <a:t>Option three</a:t>
            </a:r>
          </a:p>
          <a:p>
            <a:pPr marL="777240" lvl="1" indent="-320040" fontAlgn="auto">
              <a:spcBef>
                <a:spcPts val="700"/>
              </a:spcBef>
              <a:spcAft>
                <a:spcPts val="0"/>
              </a:spcAft>
              <a:buClr>
                <a:schemeClr val="accent2"/>
              </a:buClr>
              <a:buSzPct val="60000"/>
              <a:buFont typeface="Wingdings"/>
              <a:buChar char=""/>
            </a:pPr>
            <a:r>
              <a:rPr lang="en-GB" sz="1500" dirty="0">
                <a:solidFill>
                  <a:srgbClr val="3C3C3C"/>
                </a:solidFill>
                <a:latin typeface="Akkurat-Pro-Light"/>
              </a:rPr>
              <a:t>Option five </a:t>
            </a:r>
          </a:p>
          <a:p>
            <a:pPr marL="777240" lvl="1" indent="-320040" fontAlgn="auto">
              <a:spcBef>
                <a:spcPts val="700"/>
              </a:spcBef>
              <a:spcAft>
                <a:spcPts val="0"/>
              </a:spcAft>
              <a:buClr>
                <a:schemeClr val="accent2"/>
              </a:buClr>
              <a:buSzPct val="60000"/>
              <a:buFont typeface="Wingdings"/>
              <a:buChar char=""/>
            </a:pPr>
            <a:endParaRPr lang="en-GB" sz="1500" dirty="0">
              <a:solidFill>
                <a:srgbClr val="3C3C3C"/>
              </a:solidFill>
              <a:latin typeface="Akkurat-Pro-Light"/>
            </a:endParaRPr>
          </a:p>
        </p:txBody>
      </p:sp>
      <p:cxnSp>
        <p:nvCxnSpPr>
          <p:cNvPr id="11" name="Straight Arrow Connector 10"/>
          <p:cNvCxnSpPr/>
          <p:nvPr/>
        </p:nvCxnSpPr>
        <p:spPr>
          <a:xfrm>
            <a:off x="3976557" y="1906341"/>
            <a:ext cx="504056"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p:nvPr/>
        </p:nvCxnSpPr>
        <p:spPr>
          <a:xfrm>
            <a:off x="3976557" y="3353309"/>
            <a:ext cx="504056"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p:nvPr/>
        </p:nvCxnSpPr>
        <p:spPr>
          <a:xfrm>
            <a:off x="3976557" y="4260065"/>
            <a:ext cx="504056"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 name="Straight Arrow Connector 3">
            <a:extLst>
              <a:ext uri="{FF2B5EF4-FFF2-40B4-BE49-F238E27FC236}">
                <a16:creationId xmlns:a16="http://schemas.microsoft.com/office/drawing/2014/main" id="{9CF723A7-5430-3D4E-F9B8-D368725C9875}"/>
              </a:ext>
            </a:extLst>
          </p:cNvPr>
          <p:cNvCxnSpPr/>
          <p:nvPr/>
        </p:nvCxnSpPr>
        <p:spPr>
          <a:xfrm>
            <a:off x="3995936" y="5445224"/>
            <a:ext cx="504056"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Footer Placeholder 9">
            <a:extLst>
              <a:ext uri="{FF2B5EF4-FFF2-40B4-BE49-F238E27FC236}">
                <a16:creationId xmlns:a16="http://schemas.microsoft.com/office/drawing/2014/main" id="{EB3F9AAD-E8F6-F940-7423-4BE1E4BAACF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D8273CD0-B57A-FDF1-D081-AE8921724CC9}"/>
              </a:ext>
            </a:extLst>
          </p:cNvPr>
          <p:cNvSpPr>
            <a:spLocks noGrp="1"/>
          </p:cNvSpPr>
          <p:nvPr>
            <p:ph type="sldNum" sz="quarter" idx="4"/>
          </p:nvPr>
        </p:nvSpPr>
        <p:spPr/>
        <p:txBody>
          <a:bodyPr/>
          <a:lstStyle/>
          <a:p>
            <a:fld id="{9FD7ECCF-50E7-4327-B945-FA93FF7B2BEF}" type="slidenum">
              <a:rPr lang="en-US" smtClean="0"/>
              <a:pPr/>
              <a:t>55</a:t>
            </a:fld>
            <a:r>
              <a:rPr lang="en-GB"/>
              <a:t>/63</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Questionnaires/survey format</a:t>
            </a:r>
          </a:p>
        </p:txBody>
      </p:sp>
      <p:sp>
        <p:nvSpPr>
          <p:cNvPr id="3" name="Content Placeholder 2"/>
          <p:cNvSpPr>
            <a:spLocks noGrp="1"/>
          </p:cNvSpPr>
          <p:nvPr>
            <p:ph sz="quarter" idx="1"/>
          </p:nvPr>
        </p:nvSpPr>
        <p:spPr>
          <a:xfrm>
            <a:off x="612648" y="1600200"/>
            <a:ext cx="3383288" cy="4804964"/>
          </a:xfrm>
        </p:spPr>
        <p:txBody>
          <a:bodyPr>
            <a:normAutofit fontScale="92500" lnSpcReduction="10000"/>
          </a:bodyPr>
          <a:lstStyle/>
          <a:p>
            <a:pPr>
              <a:spcBef>
                <a:spcPts val="600"/>
              </a:spcBef>
              <a:spcAft>
                <a:spcPts val="600"/>
              </a:spcAft>
            </a:pPr>
            <a:r>
              <a:rPr lang="en-GB" sz="2000" b="1" i="0" dirty="0">
                <a:effectLst/>
              </a:rPr>
              <a:t>Multiple Choice </a:t>
            </a:r>
            <a:r>
              <a:rPr lang="en-GB" sz="2000" b="0" i="0" dirty="0">
                <a:effectLst/>
              </a:rPr>
              <a:t>- the respondent has to choose one of (the preferred) the proposed options. </a:t>
            </a:r>
          </a:p>
          <a:p>
            <a:pPr>
              <a:spcBef>
                <a:spcPts val="600"/>
              </a:spcBef>
              <a:spcAft>
                <a:spcPts val="600"/>
              </a:spcAft>
            </a:pPr>
            <a:endParaRPr lang="en-GB" sz="2000" b="0" i="0" dirty="0">
              <a:effectLst/>
            </a:endParaRPr>
          </a:p>
          <a:p>
            <a:pPr>
              <a:spcBef>
                <a:spcPts val="600"/>
              </a:spcBef>
              <a:spcAft>
                <a:spcPts val="600"/>
              </a:spcAft>
            </a:pPr>
            <a:r>
              <a:rPr lang="en-GB" sz="2000" b="1" dirty="0"/>
              <a:t>Category scaling</a:t>
            </a:r>
            <a:r>
              <a:rPr lang="en-GB" sz="2000" dirty="0"/>
              <a:t> – the respondent is asked to choose a response with respect to frequency. </a:t>
            </a:r>
          </a:p>
          <a:p>
            <a:pPr>
              <a:spcBef>
                <a:spcPts val="600"/>
              </a:spcBef>
              <a:spcAft>
                <a:spcPts val="600"/>
              </a:spcAft>
            </a:pPr>
            <a:endParaRPr lang="en-GB" sz="2000" dirty="0"/>
          </a:p>
          <a:p>
            <a:r>
              <a:rPr lang="en-GB" sz="2000" dirty="0"/>
              <a:t>Matrix of Choices (Only one Answer per Row)</a:t>
            </a:r>
          </a:p>
          <a:p>
            <a:r>
              <a:rPr lang="en-GB" sz="2000" dirty="0"/>
              <a:t>Matrix of Choices (Multiple Answers per Row)</a:t>
            </a:r>
          </a:p>
          <a:p>
            <a:r>
              <a:rPr lang="en-GB" sz="2000" dirty="0"/>
              <a:t>Matrix of Drop-down Menus</a:t>
            </a:r>
          </a:p>
          <a:p>
            <a:pPr>
              <a:spcBef>
                <a:spcPts val="600"/>
              </a:spcBef>
              <a:spcAft>
                <a:spcPts val="600"/>
              </a:spcAft>
            </a:pPr>
            <a:endParaRPr lang="en-GB" sz="2000" dirty="0"/>
          </a:p>
        </p:txBody>
      </p:sp>
      <p:sp>
        <p:nvSpPr>
          <p:cNvPr id="9" name="Content Placeholder 2"/>
          <p:cNvSpPr txBox="1">
            <a:spLocks/>
          </p:cNvSpPr>
          <p:nvPr/>
        </p:nvSpPr>
        <p:spPr>
          <a:xfrm>
            <a:off x="4572000" y="1600200"/>
            <a:ext cx="4320480" cy="4809728"/>
          </a:xfrm>
          <a:prstGeom prst="rect">
            <a:avLst/>
          </a:prstGeom>
        </p:spPr>
        <p:txBody>
          <a:bodyPr vert="horz">
            <a:normAutofit/>
          </a:bodyPr>
          <a:lstStyle/>
          <a:p>
            <a:pPr>
              <a:spcBef>
                <a:spcPts val="600"/>
              </a:spcBef>
              <a:spcAft>
                <a:spcPts val="600"/>
              </a:spcAft>
            </a:pPr>
            <a:r>
              <a:rPr lang="en-GB" sz="1500" dirty="0">
                <a:solidFill>
                  <a:srgbClr val="3C3C3C"/>
                </a:solidFill>
                <a:latin typeface="Akkurat-Pro-Light"/>
              </a:rPr>
              <a:t>Where on the screen do you prefer the menu bar:</a:t>
            </a:r>
          </a:p>
          <a:p>
            <a:pPr marL="457200" indent="-457200">
              <a:spcBef>
                <a:spcPts val="600"/>
              </a:spcBef>
              <a:spcAft>
                <a:spcPts val="600"/>
              </a:spcAft>
              <a:buAutoNum type="arabicPeriod"/>
            </a:pPr>
            <a:r>
              <a:rPr lang="en-GB" sz="1500" dirty="0">
                <a:solidFill>
                  <a:srgbClr val="3C3C3C"/>
                </a:solidFill>
                <a:latin typeface="Akkurat-Pro-Light"/>
              </a:rPr>
              <a:t>Top of the screen </a:t>
            </a:r>
          </a:p>
          <a:p>
            <a:pPr marL="457200" indent="-457200">
              <a:spcBef>
                <a:spcPts val="600"/>
              </a:spcBef>
              <a:spcAft>
                <a:spcPts val="600"/>
              </a:spcAft>
              <a:buAutoNum type="arabicPeriod"/>
            </a:pPr>
            <a:r>
              <a:rPr lang="en-GB" sz="1500" dirty="0">
                <a:solidFill>
                  <a:srgbClr val="3C3C3C"/>
                </a:solidFill>
                <a:latin typeface="Akkurat-Pro-Light"/>
              </a:rPr>
              <a:t>Left of the screen </a:t>
            </a:r>
          </a:p>
          <a:p>
            <a:pPr marL="457200" indent="-457200">
              <a:spcBef>
                <a:spcPts val="600"/>
              </a:spcBef>
              <a:spcAft>
                <a:spcPts val="600"/>
              </a:spcAft>
              <a:buAutoNum type="arabicPeriod"/>
            </a:pPr>
            <a:r>
              <a:rPr lang="en-GB" sz="1500" dirty="0">
                <a:solidFill>
                  <a:srgbClr val="3C3C3C"/>
                </a:solidFill>
                <a:latin typeface="Akkurat-Pro-Light"/>
              </a:rPr>
              <a:t>Right of the screen</a:t>
            </a:r>
          </a:p>
          <a:p>
            <a:pPr marL="457200" indent="-457200">
              <a:spcBef>
                <a:spcPts val="600"/>
              </a:spcBef>
              <a:spcAft>
                <a:spcPts val="600"/>
              </a:spcAft>
              <a:buAutoNum type="arabicPeriod"/>
            </a:pPr>
            <a:endParaRPr lang="en-GB" sz="1500" dirty="0">
              <a:solidFill>
                <a:srgbClr val="3C3C3C"/>
              </a:solidFill>
              <a:latin typeface="Akkurat-Pro-Light"/>
            </a:endParaRPr>
          </a:p>
          <a:p>
            <a:pPr>
              <a:spcBef>
                <a:spcPts val="600"/>
              </a:spcBef>
              <a:spcAft>
                <a:spcPts val="600"/>
              </a:spcAft>
            </a:pPr>
            <a:r>
              <a:rPr lang="en-GB" sz="1500" dirty="0">
                <a:solidFill>
                  <a:srgbClr val="3C3C3C"/>
                </a:solidFill>
                <a:latin typeface="Akkurat-Pro-Light"/>
              </a:rPr>
              <a:t>How often do you use this app?</a:t>
            </a:r>
          </a:p>
        </p:txBody>
      </p:sp>
      <p:cxnSp>
        <p:nvCxnSpPr>
          <p:cNvPr id="11" name="Straight Arrow Connector 10"/>
          <p:cNvCxnSpPr/>
          <p:nvPr/>
        </p:nvCxnSpPr>
        <p:spPr>
          <a:xfrm>
            <a:off x="3976557" y="1906341"/>
            <a:ext cx="504056"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p:nvPr/>
        </p:nvCxnSpPr>
        <p:spPr>
          <a:xfrm>
            <a:off x="3874590" y="3921821"/>
            <a:ext cx="504056"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p:nvPr/>
        </p:nvCxnSpPr>
        <p:spPr>
          <a:xfrm>
            <a:off x="3874590" y="5474790"/>
            <a:ext cx="504056"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aphicFrame>
        <p:nvGraphicFramePr>
          <p:cNvPr id="6" name="Diagram 5">
            <a:extLst>
              <a:ext uri="{FF2B5EF4-FFF2-40B4-BE49-F238E27FC236}">
                <a16:creationId xmlns:a16="http://schemas.microsoft.com/office/drawing/2014/main" id="{FD927018-0169-1359-F259-52B994226710}"/>
              </a:ext>
            </a:extLst>
          </p:cNvPr>
          <p:cNvGraphicFramePr/>
          <p:nvPr/>
        </p:nvGraphicFramePr>
        <p:xfrm>
          <a:off x="3570330" y="4021771"/>
          <a:ext cx="6323820" cy="1140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descr="Matrix of Choices (Only one Answer per Row)&#10;Matrix of Choices (Multiple Answers per Row)&#10;Matrix of Drop-down Menus&#10;">
            <a:extLst>
              <a:ext uri="{FF2B5EF4-FFF2-40B4-BE49-F238E27FC236}">
                <a16:creationId xmlns:a16="http://schemas.microsoft.com/office/drawing/2014/main" id="{9C16E107-56E4-4C06-626E-CF1141857359}"/>
              </a:ext>
            </a:extLst>
          </p:cNvPr>
          <p:cNvPicPr>
            <a:picLocks noChangeAspect="1"/>
          </p:cNvPicPr>
          <p:nvPr/>
        </p:nvPicPr>
        <p:blipFill>
          <a:blip r:embed="rId7"/>
          <a:stretch>
            <a:fillRect/>
          </a:stretch>
        </p:blipFill>
        <p:spPr>
          <a:xfrm>
            <a:off x="4689348" y="4724153"/>
            <a:ext cx="3582300" cy="1539609"/>
          </a:xfrm>
          <a:prstGeom prst="rect">
            <a:avLst/>
          </a:prstGeom>
        </p:spPr>
      </p:pic>
      <p:sp>
        <p:nvSpPr>
          <p:cNvPr id="14" name="Footer Placeholder 13">
            <a:extLst>
              <a:ext uri="{FF2B5EF4-FFF2-40B4-BE49-F238E27FC236}">
                <a16:creationId xmlns:a16="http://schemas.microsoft.com/office/drawing/2014/main" id="{9E2515C3-4955-33C4-DE49-A3F662BA948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0A326F62-3C64-2431-9B5C-A697745CE972}"/>
              </a:ext>
            </a:extLst>
          </p:cNvPr>
          <p:cNvSpPr>
            <a:spLocks noGrp="1"/>
          </p:cNvSpPr>
          <p:nvPr>
            <p:ph type="sldNum" sz="quarter" idx="4"/>
          </p:nvPr>
        </p:nvSpPr>
        <p:spPr/>
        <p:txBody>
          <a:bodyPr/>
          <a:lstStyle/>
          <a:p>
            <a:fld id="{9FD7ECCF-50E7-4327-B945-FA93FF7B2BEF}" type="slidenum">
              <a:rPr lang="en-US" smtClean="0"/>
              <a:pPr/>
              <a:t>56</a:t>
            </a:fld>
            <a:r>
              <a:rPr lang="en-GB"/>
              <a:t>/63</a:t>
            </a:r>
            <a:endParaRPr lang="en-US" dirty="0"/>
          </a:p>
        </p:txBody>
      </p:sp>
    </p:spTree>
    <p:extLst>
      <p:ext uri="{BB962C8B-B14F-4D97-AF65-F5344CB8AC3E}">
        <p14:creationId xmlns:p14="http://schemas.microsoft.com/office/powerpoint/2010/main" val="15673563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8966481-2B09-8A07-6A36-40DC37F463C0}"/>
              </a:ext>
            </a:extLst>
          </p:cNvPr>
          <p:cNvSpPr>
            <a:spLocks noGrp="1"/>
          </p:cNvSpPr>
          <p:nvPr>
            <p:ph type="title"/>
          </p:nvPr>
        </p:nvSpPr>
        <p:spPr/>
        <p:txBody>
          <a:bodyPr>
            <a:normAutofit fontScale="90000"/>
          </a:bodyPr>
          <a:lstStyle/>
          <a:p>
            <a:r>
              <a:rPr lang="en-GB" dirty="0"/>
              <a:t>Tips for creating questionnaires/survey</a:t>
            </a:r>
          </a:p>
        </p:txBody>
      </p:sp>
      <p:sp>
        <p:nvSpPr>
          <p:cNvPr id="9" name="Text Placeholder 8">
            <a:extLst>
              <a:ext uri="{FF2B5EF4-FFF2-40B4-BE49-F238E27FC236}">
                <a16:creationId xmlns:a16="http://schemas.microsoft.com/office/drawing/2014/main" id="{FF1339B8-90E8-B3CD-E63A-AF28C159BB60}"/>
              </a:ext>
            </a:extLst>
          </p:cNvPr>
          <p:cNvSpPr>
            <a:spLocks noGrp="1"/>
          </p:cNvSpPr>
          <p:nvPr>
            <p:ph type="body" idx="4294967295"/>
          </p:nvPr>
        </p:nvSpPr>
        <p:spPr>
          <a:xfrm>
            <a:off x="755576" y="1628800"/>
            <a:ext cx="8388424" cy="4464025"/>
          </a:xfrm>
        </p:spPr>
        <p:txBody>
          <a:bodyPr>
            <a:normAutofit/>
          </a:bodyPr>
          <a:lstStyle/>
          <a:p>
            <a:pPr marL="457200" indent="-457200">
              <a:lnSpc>
                <a:spcPct val="120000"/>
              </a:lnSpc>
              <a:spcBef>
                <a:spcPts val="300"/>
              </a:spcBef>
              <a:buFont typeface="Wingdings" panose="05000000000000000000" pitchFamily="2" charset="2"/>
              <a:buChar char="q"/>
            </a:pPr>
            <a:r>
              <a:rPr lang="en-GB" dirty="0"/>
              <a:t>Be concise and precise</a:t>
            </a:r>
          </a:p>
          <a:p>
            <a:pPr marL="457200" indent="-457200">
              <a:lnSpc>
                <a:spcPct val="120000"/>
              </a:lnSpc>
              <a:spcBef>
                <a:spcPts val="300"/>
              </a:spcBef>
              <a:buFont typeface="Wingdings" panose="05000000000000000000" pitchFamily="2" charset="2"/>
              <a:buChar char="q"/>
            </a:pPr>
            <a:r>
              <a:rPr lang="en-GB" dirty="0"/>
              <a:t>Do not direct/lead the user’s answer</a:t>
            </a:r>
          </a:p>
          <a:p>
            <a:pPr marL="457200" indent="-457200">
              <a:lnSpc>
                <a:spcPct val="120000"/>
              </a:lnSpc>
              <a:spcBef>
                <a:spcPts val="300"/>
              </a:spcBef>
              <a:buFont typeface="Wingdings" panose="05000000000000000000" pitchFamily="2" charset="2"/>
              <a:buChar char="q"/>
            </a:pPr>
            <a:r>
              <a:rPr lang="en-GB" dirty="0"/>
              <a:t>Include items directly related to a specific research question(s)</a:t>
            </a:r>
          </a:p>
          <a:p>
            <a:pPr marL="457200" indent="-457200">
              <a:lnSpc>
                <a:spcPct val="120000"/>
              </a:lnSpc>
              <a:spcBef>
                <a:spcPts val="300"/>
              </a:spcBef>
              <a:buFont typeface="Wingdings" panose="05000000000000000000" pitchFamily="2" charset="2"/>
              <a:buChar char="q"/>
            </a:pPr>
            <a:r>
              <a:rPr lang="en-GB" dirty="0"/>
              <a:t>Ask questions you cannot directly observe</a:t>
            </a:r>
          </a:p>
          <a:p>
            <a:pPr marL="457200" indent="-457200">
              <a:lnSpc>
                <a:spcPct val="120000"/>
              </a:lnSpc>
              <a:spcBef>
                <a:spcPts val="300"/>
              </a:spcBef>
              <a:buFont typeface="Wingdings" panose="05000000000000000000" pitchFamily="2" charset="2"/>
              <a:buChar char="q"/>
            </a:pPr>
            <a:r>
              <a:rPr lang="en-GB" dirty="0"/>
              <a:t>Use a pilot test to refine the questionnaire</a:t>
            </a:r>
          </a:p>
          <a:p>
            <a:pPr marL="457200" indent="-457200">
              <a:lnSpc>
                <a:spcPct val="120000"/>
              </a:lnSpc>
              <a:spcBef>
                <a:spcPts val="300"/>
              </a:spcBef>
              <a:buFont typeface="Wingdings" panose="05000000000000000000" pitchFamily="2" charset="2"/>
              <a:buChar char="q"/>
            </a:pPr>
            <a:r>
              <a:rPr lang="en-GB" dirty="0"/>
              <a:t>Avoid using terminology the users will not understand</a:t>
            </a:r>
          </a:p>
          <a:p>
            <a:endParaRPr lang="en-GB" dirty="0"/>
          </a:p>
        </p:txBody>
      </p:sp>
      <p:sp>
        <p:nvSpPr>
          <p:cNvPr id="7" name="Date Placeholder 6">
            <a:extLst>
              <a:ext uri="{FF2B5EF4-FFF2-40B4-BE49-F238E27FC236}">
                <a16:creationId xmlns:a16="http://schemas.microsoft.com/office/drawing/2014/main" id="{BAA334D0-AC75-BCC6-5908-1470D60FBCB6}"/>
              </a:ext>
            </a:extLst>
          </p:cNvPr>
          <p:cNvSpPr>
            <a:spLocks noGrp="1"/>
          </p:cNvSpPr>
          <p:nvPr>
            <p:ph type="dt" sz="half" idx="2"/>
          </p:nvPr>
        </p:nvSpPr>
        <p:spPr/>
        <p:txBody>
          <a:bodyPr/>
          <a:lstStyle/>
          <a:p>
            <a:endParaRPr lang="en-US" dirty="0"/>
          </a:p>
        </p:txBody>
      </p:sp>
      <p:sp>
        <p:nvSpPr>
          <p:cNvPr id="11" name="Footer Placeholder 10">
            <a:extLst>
              <a:ext uri="{FF2B5EF4-FFF2-40B4-BE49-F238E27FC236}">
                <a16:creationId xmlns:a16="http://schemas.microsoft.com/office/drawing/2014/main" id="{AF458811-74A8-73EF-29A1-BE1EC339FBF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9CE02FBC-9065-FD5B-CB18-046645EFA5EA}"/>
              </a:ext>
            </a:extLst>
          </p:cNvPr>
          <p:cNvSpPr>
            <a:spLocks noGrp="1"/>
          </p:cNvSpPr>
          <p:nvPr>
            <p:ph type="sldNum" sz="quarter" idx="4"/>
          </p:nvPr>
        </p:nvSpPr>
        <p:spPr/>
        <p:txBody>
          <a:bodyPr/>
          <a:lstStyle/>
          <a:p>
            <a:fld id="{9FD7ECCF-50E7-4327-B945-FA93FF7B2BEF}" type="slidenum">
              <a:rPr lang="en-US" smtClean="0"/>
              <a:pPr/>
              <a:t>57</a:t>
            </a:fld>
            <a:r>
              <a:rPr lang="en-GB"/>
              <a:t>/63</a:t>
            </a:r>
            <a:endParaRPr lang="en-US" dirty="0"/>
          </a:p>
        </p:txBody>
      </p:sp>
    </p:spTree>
    <p:extLst>
      <p:ext uri="{BB962C8B-B14F-4D97-AF65-F5344CB8AC3E}">
        <p14:creationId xmlns:p14="http://schemas.microsoft.com/office/powerpoint/2010/main" val="14695441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A3B1-688F-8778-ADFB-ACDA859EB19D}"/>
              </a:ext>
            </a:extLst>
          </p:cNvPr>
          <p:cNvSpPr>
            <a:spLocks noGrp="1"/>
          </p:cNvSpPr>
          <p:nvPr>
            <p:ph type="title"/>
          </p:nvPr>
        </p:nvSpPr>
        <p:spPr>
          <a:xfrm>
            <a:off x="612648" y="206152"/>
            <a:ext cx="8531352" cy="990600"/>
          </a:xfrm>
        </p:spPr>
        <p:txBody>
          <a:bodyPr>
            <a:normAutofit/>
          </a:bodyPr>
          <a:lstStyle/>
          <a:p>
            <a:r>
              <a:rPr lang="en-GB" dirty="0"/>
              <a:t>Rating scales</a:t>
            </a:r>
          </a:p>
        </p:txBody>
      </p:sp>
      <p:sp>
        <p:nvSpPr>
          <p:cNvPr id="3" name="Content Placeholder 2">
            <a:extLst>
              <a:ext uri="{FF2B5EF4-FFF2-40B4-BE49-F238E27FC236}">
                <a16:creationId xmlns:a16="http://schemas.microsoft.com/office/drawing/2014/main" id="{95F7A085-D733-6019-C49D-1C20A470F84A}"/>
              </a:ext>
            </a:extLst>
          </p:cNvPr>
          <p:cNvSpPr>
            <a:spLocks noGrp="1"/>
          </p:cNvSpPr>
          <p:nvPr>
            <p:ph sz="quarter" idx="1"/>
          </p:nvPr>
        </p:nvSpPr>
        <p:spPr>
          <a:xfrm>
            <a:off x="612648" y="1600200"/>
            <a:ext cx="8153400" cy="4781128"/>
          </a:xfrm>
        </p:spPr>
        <p:txBody>
          <a:bodyPr>
            <a:normAutofit/>
          </a:bodyPr>
          <a:lstStyle/>
          <a:p>
            <a:r>
              <a:rPr lang="en-GB" sz="1600" b="1" dirty="0">
                <a:solidFill>
                  <a:schemeClr val="tx1">
                    <a:lumMod val="85000"/>
                    <a:lumOff val="15000"/>
                  </a:schemeClr>
                </a:solidFill>
              </a:rPr>
              <a:t>Likert scale</a:t>
            </a:r>
          </a:p>
          <a:p>
            <a:pPr marL="320040" lvl="1" indent="0">
              <a:buNone/>
            </a:pPr>
            <a:r>
              <a:rPr lang="en-GB" sz="1600" dirty="0" err="1">
                <a:solidFill>
                  <a:schemeClr val="tx1">
                    <a:lumMod val="85000"/>
                    <a:lumOff val="15000"/>
                  </a:schemeClr>
                </a:solidFill>
              </a:rPr>
              <a:t>Rensis</a:t>
            </a:r>
            <a:r>
              <a:rPr lang="en-GB" sz="1600" dirty="0">
                <a:solidFill>
                  <a:schemeClr val="tx1">
                    <a:lumMod val="85000"/>
                    <a:lumOff val="15000"/>
                  </a:schemeClr>
                </a:solidFill>
              </a:rPr>
              <a:t> Likert, a Psychologist, concluded in 1932 that he needed a mechanism to assess the intensity of people’s emotions. He created a linear scale for psychometrics—the measurement of people’s attitudes, values, internal feelings, and judgments about their own or others’ behaviour in research and therapeutic practice. </a:t>
            </a:r>
          </a:p>
          <a:p>
            <a:endParaRPr lang="en-GB" sz="2000" dirty="0">
              <a:solidFill>
                <a:schemeClr val="tx1">
                  <a:lumMod val="85000"/>
                  <a:lumOff val="15000"/>
                </a:schemeClr>
              </a:solidFill>
              <a:latin typeface="Open Sans" panose="020B0606030504020204" pitchFamily="34" charset="0"/>
            </a:endParaRPr>
          </a:p>
          <a:p>
            <a:endParaRPr lang="en-GB" sz="2000" dirty="0">
              <a:solidFill>
                <a:schemeClr val="tx1">
                  <a:lumMod val="85000"/>
                  <a:lumOff val="15000"/>
                </a:schemeClr>
              </a:solidFill>
              <a:latin typeface="Open Sans" panose="020B0606030504020204" pitchFamily="34" charset="0"/>
            </a:endParaRPr>
          </a:p>
          <a:p>
            <a:endParaRPr lang="en-GB" sz="2000" dirty="0">
              <a:solidFill>
                <a:schemeClr val="tx1">
                  <a:lumMod val="85000"/>
                  <a:lumOff val="15000"/>
                </a:schemeClr>
              </a:solidFill>
              <a:latin typeface="Open Sans" panose="020B0606030504020204" pitchFamily="34" charset="0"/>
            </a:endParaRPr>
          </a:p>
          <a:p>
            <a:endParaRPr lang="en-GB" sz="2000" dirty="0">
              <a:solidFill>
                <a:schemeClr val="tx1">
                  <a:lumMod val="85000"/>
                  <a:lumOff val="15000"/>
                </a:schemeClr>
              </a:solidFill>
              <a:latin typeface="Open Sans" panose="020B0606030504020204" pitchFamily="34" charset="0"/>
            </a:endParaRPr>
          </a:p>
          <a:p>
            <a:endParaRPr lang="en-GB" dirty="0">
              <a:solidFill>
                <a:schemeClr val="tx1">
                  <a:lumMod val="85000"/>
                  <a:lumOff val="15000"/>
                </a:schemeClr>
              </a:solidFill>
            </a:endParaRPr>
          </a:p>
        </p:txBody>
      </p:sp>
      <p:pic>
        <p:nvPicPr>
          <p:cNvPr id="7" name="Picture 6" descr="Likert scale template">
            <a:extLst>
              <a:ext uri="{FF2B5EF4-FFF2-40B4-BE49-F238E27FC236}">
                <a16:creationId xmlns:a16="http://schemas.microsoft.com/office/drawing/2014/main" id="{D67BD43C-A1D8-8098-EE9B-7BC6CFCD7CEA}"/>
              </a:ext>
            </a:extLst>
          </p:cNvPr>
          <p:cNvPicPr>
            <a:picLocks noChangeAspect="1"/>
          </p:cNvPicPr>
          <p:nvPr/>
        </p:nvPicPr>
        <p:blipFill>
          <a:blip r:embed="rId2"/>
          <a:stretch>
            <a:fillRect/>
          </a:stretch>
        </p:blipFill>
        <p:spPr>
          <a:xfrm>
            <a:off x="609600" y="3515147"/>
            <a:ext cx="5040560" cy="2750842"/>
          </a:xfrm>
          <a:prstGeom prst="rect">
            <a:avLst/>
          </a:prstGeom>
        </p:spPr>
      </p:pic>
      <p:sp>
        <p:nvSpPr>
          <p:cNvPr id="8" name="TextBox 7">
            <a:extLst>
              <a:ext uri="{FF2B5EF4-FFF2-40B4-BE49-F238E27FC236}">
                <a16:creationId xmlns:a16="http://schemas.microsoft.com/office/drawing/2014/main" id="{49D30C0C-7D06-C6E6-5791-11ED71F189C2}"/>
              </a:ext>
            </a:extLst>
          </p:cNvPr>
          <p:cNvSpPr txBox="1"/>
          <p:nvPr/>
        </p:nvSpPr>
        <p:spPr>
          <a:xfrm>
            <a:off x="5650160" y="4451967"/>
            <a:ext cx="3115888" cy="1815882"/>
          </a:xfrm>
          <a:prstGeom prst="rect">
            <a:avLst/>
          </a:prstGeom>
          <a:noFill/>
        </p:spPr>
        <p:txBody>
          <a:bodyPr wrap="square" rtlCol="0">
            <a:spAutoFit/>
          </a:bodyPr>
          <a:lstStyle/>
          <a:p>
            <a:pPr marL="320040" lvl="1" indent="0">
              <a:buNone/>
            </a:pPr>
            <a:r>
              <a:rPr lang="en-GB" sz="1600" dirty="0">
                <a:solidFill>
                  <a:srgbClr val="212529"/>
                </a:solidFill>
                <a:latin typeface="Open Sans" panose="020B0606030504020204" pitchFamily="34" charset="0"/>
              </a:rPr>
              <a:t>“</a:t>
            </a:r>
            <a:r>
              <a:rPr lang="en-GB" sz="1200" dirty="0">
                <a:solidFill>
                  <a:srgbClr val="212529"/>
                </a:solidFill>
                <a:latin typeface="Open Sans" panose="020B0606030504020204" pitchFamily="34" charset="0"/>
              </a:rPr>
              <a:t>My suggestion is to use a 5-point scale when you have more than 100 respondents and a 7-point scale for smaller studies (N&lt;100) when you need a better data distribution.”</a:t>
            </a:r>
          </a:p>
          <a:p>
            <a:pPr marL="320040" lvl="1" indent="0">
              <a:buNone/>
            </a:pPr>
            <a:endParaRPr lang="en-GB" sz="1200" dirty="0">
              <a:solidFill>
                <a:srgbClr val="212529"/>
              </a:solidFill>
              <a:latin typeface="Open Sans" panose="020B0606030504020204" pitchFamily="34" charset="0"/>
            </a:endParaRPr>
          </a:p>
          <a:p>
            <a:pPr marL="320040" lvl="1" indent="0" algn="r">
              <a:buNone/>
            </a:pPr>
            <a:r>
              <a:rPr lang="en-GB" sz="1200" dirty="0">
                <a:solidFill>
                  <a:srgbClr val="212529"/>
                </a:solidFill>
                <a:latin typeface="Open Sans" panose="020B0606030504020204" pitchFamily="34" charset="0"/>
              </a:rPr>
              <a:t>Dan Kelly, from </a:t>
            </a:r>
            <a:r>
              <a:rPr lang="en-GB" sz="1200" dirty="0">
                <a:solidFill>
                  <a:srgbClr val="212529"/>
                </a:solidFill>
                <a:latin typeface="Open Sans" panose="020B0606030504020204" pitchFamily="34" charset="0"/>
                <a:hlinkClick r:id="rId3">
                  <a:extLst>
                    <a:ext uri="{A12FA001-AC4F-418D-AE19-62706E023703}">
                      <ahyp:hlinkClr xmlns:ahyp="http://schemas.microsoft.com/office/drawing/2018/hyperlinkcolor" val="tx"/>
                    </a:ext>
                  </a:extLst>
                </a:hlinkClick>
              </a:rPr>
              <a:t>The Negotiator Guru</a:t>
            </a:r>
            <a:r>
              <a:rPr lang="en-GB" sz="1200" dirty="0">
                <a:solidFill>
                  <a:srgbClr val="212529"/>
                </a:solidFill>
                <a:latin typeface="Open Sans" panose="020B0606030504020204" pitchFamily="34" charset="0"/>
              </a:rPr>
              <a:t>, March 2022</a:t>
            </a:r>
          </a:p>
          <a:p>
            <a:endParaRPr lang="en-GB" sz="1200" dirty="0"/>
          </a:p>
        </p:txBody>
      </p:sp>
      <p:pic>
        <p:nvPicPr>
          <p:cNvPr id="9" name="Picture 8" descr="link to article">
            <a:hlinkClick r:id="rId4"/>
            <a:extLst>
              <a:ext uri="{FF2B5EF4-FFF2-40B4-BE49-F238E27FC236}">
                <a16:creationId xmlns:a16="http://schemas.microsoft.com/office/drawing/2014/main" id="{A8B1F9EF-8D8F-7F3D-E25B-12FFBEA51961}"/>
              </a:ext>
            </a:extLst>
          </p:cNvPr>
          <p:cNvPicPr>
            <a:picLocks noChangeAspect="1"/>
          </p:cNvPicPr>
          <p:nvPr/>
        </p:nvPicPr>
        <p:blipFill>
          <a:blip r:embed="rId5"/>
          <a:stretch>
            <a:fillRect/>
          </a:stretch>
        </p:blipFill>
        <p:spPr>
          <a:xfrm>
            <a:off x="7020272" y="3590138"/>
            <a:ext cx="766904" cy="748350"/>
          </a:xfrm>
          <a:prstGeom prst="rect">
            <a:avLst/>
          </a:prstGeom>
        </p:spPr>
      </p:pic>
      <p:sp>
        <p:nvSpPr>
          <p:cNvPr id="11" name="Footer Placeholder 10">
            <a:extLst>
              <a:ext uri="{FF2B5EF4-FFF2-40B4-BE49-F238E27FC236}">
                <a16:creationId xmlns:a16="http://schemas.microsoft.com/office/drawing/2014/main" id="{06D2FB58-6D1A-ACD7-86F7-0E57E42A6C5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231CF29F-FD67-C543-9342-55CC9645F0DE}"/>
              </a:ext>
            </a:extLst>
          </p:cNvPr>
          <p:cNvSpPr>
            <a:spLocks noGrp="1"/>
          </p:cNvSpPr>
          <p:nvPr>
            <p:ph type="sldNum" sz="quarter" idx="4"/>
          </p:nvPr>
        </p:nvSpPr>
        <p:spPr/>
        <p:txBody>
          <a:bodyPr/>
          <a:lstStyle/>
          <a:p>
            <a:fld id="{9FD7ECCF-50E7-4327-B945-FA93FF7B2BEF}" type="slidenum">
              <a:rPr lang="en-US" smtClean="0"/>
              <a:pPr/>
              <a:t>58</a:t>
            </a:fld>
            <a:r>
              <a:rPr lang="en-GB"/>
              <a:t>/63</a:t>
            </a:r>
            <a:endParaRPr lang="en-US" dirty="0"/>
          </a:p>
        </p:txBody>
      </p:sp>
    </p:spTree>
    <p:extLst>
      <p:ext uri="{BB962C8B-B14F-4D97-AF65-F5344CB8AC3E}">
        <p14:creationId xmlns:p14="http://schemas.microsoft.com/office/powerpoint/2010/main" val="10074271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8BC29-3CF8-B9CA-F3D4-ACB2D6F43FFE}"/>
              </a:ext>
            </a:extLst>
          </p:cNvPr>
          <p:cNvSpPr>
            <a:spLocks noGrp="1"/>
          </p:cNvSpPr>
          <p:nvPr>
            <p:ph type="title"/>
          </p:nvPr>
        </p:nvSpPr>
        <p:spPr/>
        <p:txBody>
          <a:bodyPr>
            <a:normAutofit/>
          </a:bodyPr>
          <a:lstStyle/>
          <a:p>
            <a:r>
              <a:rPr lang="en-GB" dirty="0"/>
              <a:t>Post-task rating</a:t>
            </a:r>
          </a:p>
        </p:txBody>
      </p:sp>
      <p:sp>
        <p:nvSpPr>
          <p:cNvPr id="3" name="Content Placeholder 2">
            <a:extLst>
              <a:ext uri="{FF2B5EF4-FFF2-40B4-BE49-F238E27FC236}">
                <a16:creationId xmlns:a16="http://schemas.microsoft.com/office/drawing/2014/main" id="{A0798B8C-12D2-D61E-B305-2191C0A20EF4}"/>
              </a:ext>
            </a:extLst>
          </p:cNvPr>
          <p:cNvSpPr>
            <a:spLocks noGrp="1"/>
          </p:cNvSpPr>
          <p:nvPr>
            <p:ph sz="quarter" idx="1"/>
          </p:nvPr>
        </p:nvSpPr>
        <p:spPr>
          <a:xfrm>
            <a:off x="612647" y="1600200"/>
            <a:ext cx="7775777" cy="4495800"/>
          </a:xfrm>
        </p:spPr>
        <p:txBody>
          <a:bodyPr>
            <a:normAutofit fontScale="77500" lnSpcReduction="20000"/>
          </a:bodyPr>
          <a:lstStyle/>
          <a:p>
            <a:r>
              <a:rPr lang="en-GB" b="0" i="0" dirty="0">
                <a:solidFill>
                  <a:srgbClr val="374151"/>
                </a:solidFill>
                <a:effectLst/>
              </a:rPr>
              <a:t>Gather feedback and evaluate specific aspects of a user's experience immediately after they have completed a task or interaction with a product or system.</a:t>
            </a:r>
          </a:p>
          <a:p>
            <a:r>
              <a:rPr lang="en-GB" b="0" i="0" dirty="0">
                <a:solidFill>
                  <a:srgbClr val="374151"/>
                </a:solidFill>
                <a:effectLst/>
              </a:rPr>
              <a:t>It is a form of self-report data collection that allows participants to share their </a:t>
            </a:r>
            <a:r>
              <a:rPr lang="en-GB" b="1" i="0" dirty="0">
                <a:solidFill>
                  <a:srgbClr val="374151"/>
                </a:solidFill>
                <a:effectLst/>
              </a:rPr>
              <a:t>thoughts</a:t>
            </a:r>
            <a:r>
              <a:rPr lang="en-GB" b="0" i="0" dirty="0">
                <a:solidFill>
                  <a:srgbClr val="374151"/>
                </a:solidFill>
                <a:effectLst/>
              </a:rPr>
              <a:t>, </a:t>
            </a:r>
            <a:r>
              <a:rPr lang="en-GB" b="1" i="0" dirty="0">
                <a:solidFill>
                  <a:srgbClr val="374151"/>
                </a:solidFill>
                <a:effectLst/>
              </a:rPr>
              <a:t>feelings</a:t>
            </a:r>
            <a:r>
              <a:rPr lang="en-GB" b="0" i="0" dirty="0">
                <a:solidFill>
                  <a:srgbClr val="374151"/>
                </a:solidFill>
                <a:effectLst/>
              </a:rPr>
              <a:t>, and </a:t>
            </a:r>
            <a:r>
              <a:rPr lang="en-GB" b="1" i="0" dirty="0">
                <a:solidFill>
                  <a:srgbClr val="374151"/>
                </a:solidFill>
                <a:effectLst/>
              </a:rPr>
              <a:t>perceptions</a:t>
            </a:r>
            <a:r>
              <a:rPr lang="en-GB" b="0" i="0" dirty="0">
                <a:solidFill>
                  <a:srgbClr val="374151"/>
                </a:solidFill>
                <a:effectLst/>
              </a:rPr>
              <a:t> regarding the task they just performed.</a:t>
            </a:r>
          </a:p>
          <a:p>
            <a:r>
              <a:rPr lang="en-GB" b="0" i="0" dirty="0">
                <a:solidFill>
                  <a:srgbClr val="374151"/>
                </a:solidFill>
                <a:effectLst/>
              </a:rPr>
              <a:t>Common questions:</a:t>
            </a:r>
          </a:p>
          <a:p>
            <a:pPr lvl="1"/>
            <a:r>
              <a:rPr lang="en-GB" b="0" i="0" dirty="0">
                <a:solidFill>
                  <a:srgbClr val="374151"/>
                </a:solidFill>
                <a:effectLst/>
                <a:latin typeface="Söhne"/>
              </a:rPr>
              <a:t>How easy or difficult was it to complete the task?</a:t>
            </a:r>
          </a:p>
          <a:p>
            <a:pPr lvl="1"/>
            <a:r>
              <a:rPr lang="en-GB" b="0" i="0" dirty="0">
                <a:solidFill>
                  <a:srgbClr val="374151"/>
                </a:solidFill>
                <a:effectLst/>
                <a:latin typeface="Söhne"/>
              </a:rPr>
              <a:t>How satisfied are you with the process you just went through?</a:t>
            </a:r>
          </a:p>
          <a:p>
            <a:pPr lvl="1"/>
            <a:r>
              <a:rPr lang="en-GB" b="0" i="0" dirty="0">
                <a:solidFill>
                  <a:srgbClr val="374151"/>
                </a:solidFill>
                <a:effectLst/>
                <a:latin typeface="Söhne"/>
              </a:rPr>
              <a:t>How confident are you in the accuracy of the results?</a:t>
            </a:r>
          </a:p>
          <a:p>
            <a:pPr lvl="1"/>
            <a:r>
              <a:rPr lang="en-GB" b="0" i="0" dirty="0">
                <a:solidFill>
                  <a:srgbClr val="374151"/>
                </a:solidFill>
                <a:effectLst/>
                <a:latin typeface="Söhne"/>
              </a:rPr>
              <a:t>How likely are you to use this feature again?</a:t>
            </a:r>
          </a:p>
          <a:p>
            <a:pPr lvl="1"/>
            <a:r>
              <a:rPr lang="en-GB" b="0" i="0" dirty="0">
                <a:solidFill>
                  <a:srgbClr val="374151"/>
                </a:solidFill>
                <a:effectLst/>
                <a:latin typeface="Söhne"/>
              </a:rPr>
              <a:t>Is there anything you found confusing or frustrating during the task?</a:t>
            </a:r>
          </a:p>
        </p:txBody>
      </p:sp>
      <p:sp>
        <p:nvSpPr>
          <p:cNvPr id="6" name="Footer Placeholder 5">
            <a:extLst>
              <a:ext uri="{FF2B5EF4-FFF2-40B4-BE49-F238E27FC236}">
                <a16:creationId xmlns:a16="http://schemas.microsoft.com/office/drawing/2014/main" id="{0F119327-D9FB-43EE-34E4-E6E69220711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63AE80ED-C3E4-FC22-9593-01FE5531F27B}"/>
              </a:ext>
            </a:extLst>
          </p:cNvPr>
          <p:cNvSpPr>
            <a:spLocks noGrp="1"/>
          </p:cNvSpPr>
          <p:nvPr>
            <p:ph type="sldNum" sz="quarter" idx="4"/>
          </p:nvPr>
        </p:nvSpPr>
        <p:spPr/>
        <p:txBody>
          <a:bodyPr/>
          <a:lstStyle/>
          <a:p>
            <a:fld id="{9FD7ECCF-50E7-4327-B945-FA93FF7B2BEF}" type="slidenum">
              <a:rPr lang="en-US" smtClean="0"/>
              <a:pPr/>
              <a:t>59</a:t>
            </a:fld>
            <a:r>
              <a:rPr lang="en-GB"/>
              <a:t>/63</a:t>
            </a:r>
            <a:endParaRPr lang="en-US" dirty="0"/>
          </a:p>
        </p:txBody>
      </p:sp>
    </p:spTree>
    <p:extLst>
      <p:ext uri="{BB962C8B-B14F-4D97-AF65-F5344CB8AC3E}">
        <p14:creationId xmlns:p14="http://schemas.microsoft.com/office/powerpoint/2010/main" val="31001282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8BC29-3CF8-B9CA-F3D4-ACB2D6F43FFE}"/>
              </a:ext>
            </a:extLst>
          </p:cNvPr>
          <p:cNvSpPr>
            <a:spLocks noGrp="1"/>
          </p:cNvSpPr>
          <p:nvPr>
            <p:ph type="title"/>
          </p:nvPr>
        </p:nvSpPr>
        <p:spPr/>
        <p:txBody>
          <a:bodyPr>
            <a:normAutofit/>
          </a:bodyPr>
          <a:lstStyle/>
          <a:p>
            <a:r>
              <a:rPr lang="en-GB" dirty="0"/>
              <a:t>Post-task rating</a:t>
            </a:r>
          </a:p>
        </p:txBody>
      </p:sp>
      <p:pic>
        <p:nvPicPr>
          <p:cNvPr id="7" name="Picture 6">
            <a:extLst>
              <a:ext uri="{FF2B5EF4-FFF2-40B4-BE49-F238E27FC236}">
                <a16:creationId xmlns:a16="http://schemas.microsoft.com/office/drawing/2014/main" id="{C0BD8DE4-0AB8-7C15-D6DC-E234C2EB6069}"/>
              </a:ext>
            </a:extLst>
          </p:cNvPr>
          <p:cNvPicPr>
            <a:picLocks noChangeAspect="1"/>
          </p:cNvPicPr>
          <p:nvPr/>
        </p:nvPicPr>
        <p:blipFill>
          <a:blip r:embed="rId2"/>
          <a:stretch>
            <a:fillRect/>
          </a:stretch>
        </p:blipFill>
        <p:spPr>
          <a:xfrm>
            <a:off x="3958572" y="5930506"/>
            <a:ext cx="4933705" cy="318614"/>
          </a:xfrm>
          <a:prstGeom prst="rect">
            <a:avLst/>
          </a:prstGeom>
        </p:spPr>
      </p:pic>
      <p:pic>
        <p:nvPicPr>
          <p:cNvPr id="8" name="Picture 7" descr="scale">
            <a:extLst>
              <a:ext uri="{FF2B5EF4-FFF2-40B4-BE49-F238E27FC236}">
                <a16:creationId xmlns:a16="http://schemas.microsoft.com/office/drawing/2014/main" id="{38ABF6DD-5477-5440-5A30-3B258E98E74F}"/>
              </a:ext>
            </a:extLst>
          </p:cNvPr>
          <p:cNvPicPr>
            <a:picLocks noChangeAspect="1"/>
          </p:cNvPicPr>
          <p:nvPr/>
        </p:nvPicPr>
        <p:blipFill>
          <a:blip r:embed="rId3"/>
          <a:stretch>
            <a:fillRect/>
          </a:stretch>
        </p:blipFill>
        <p:spPr>
          <a:xfrm>
            <a:off x="5722788" y="5593407"/>
            <a:ext cx="3232139" cy="377083"/>
          </a:xfrm>
          <a:prstGeom prst="rect">
            <a:avLst/>
          </a:prstGeom>
        </p:spPr>
      </p:pic>
      <p:pic>
        <p:nvPicPr>
          <p:cNvPr id="9" name="Picture 8" descr="scale">
            <a:extLst>
              <a:ext uri="{FF2B5EF4-FFF2-40B4-BE49-F238E27FC236}">
                <a16:creationId xmlns:a16="http://schemas.microsoft.com/office/drawing/2014/main" id="{82A3D56D-CFE0-1E6C-7D16-740978571FB1}"/>
              </a:ext>
            </a:extLst>
          </p:cNvPr>
          <p:cNvPicPr>
            <a:picLocks noChangeAspect="1"/>
          </p:cNvPicPr>
          <p:nvPr/>
        </p:nvPicPr>
        <p:blipFill>
          <a:blip r:embed="rId4"/>
          <a:stretch>
            <a:fillRect/>
          </a:stretch>
        </p:blipFill>
        <p:spPr>
          <a:xfrm>
            <a:off x="5754087" y="2329874"/>
            <a:ext cx="2957397" cy="240131"/>
          </a:xfrm>
          <a:prstGeom prst="rect">
            <a:avLst/>
          </a:prstGeom>
        </p:spPr>
      </p:pic>
      <p:pic>
        <p:nvPicPr>
          <p:cNvPr id="10" name="Picture 9" descr="scale">
            <a:extLst>
              <a:ext uri="{FF2B5EF4-FFF2-40B4-BE49-F238E27FC236}">
                <a16:creationId xmlns:a16="http://schemas.microsoft.com/office/drawing/2014/main" id="{3E5C03CB-8276-C4C3-A590-C077709044D7}"/>
              </a:ext>
            </a:extLst>
          </p:cNvPr>
          <p:cNvPicPr>
            <a:picLocks noChangeAspect="1"/>
          </p:cNvPicPr>
          <p:nvPr/>
        </p:nvPicPr>
        <p:blipFill>
          <a:blip r:embed="rId5"/>
          <a:stretch>
            <a:fillRect/>
          </a:stretch>
        </p:blipFill>
        <p:spPr>
          <a:xfrm>
            <a:off x="6766029" y="5378553"/>
            <a:ext cx="2123260" cy="214854"/>
          </a:xfrm>
          <a:prstGeom prst="rect">
            <a:avLst/>
          </a:prstGeom>
        </p:spPr>
      </p:pic>
      <p:sp>
        <p:nvSpPr>
          <p:cNvPr id="12" name="Content Placeholder 11">
            <a:extLst>
              <a:ext uri="{FF2B5EF4-FFF2-40B4-BE49-F238E27FC236}">
                <a16:creationId xmlns:a16="http://schemas.microsoft.com/office/drawing/2014/main" id="{097CDEB1-ED85-D337-1CC8-EF87B487F10C}"/>
              </a:ext>
            </a:extLst>
          </p:cNvPr>
          <p:cNvSpPr>
            <a:spLocks noGrp="1"/>
          </p:cNvSpPr>
          <p:nvPr>
            <p:ph sz="quarter" idx="1"/>
          </p:nvPr>
        </p:nvSpPr>
        <p:spPr>
          <a:xfrm>
            <a:off x="612648" y="1600200"/>
            <a:ext cx="4175376" cy="4781128"/>
          </a:xfrm>
        </p:spPr>
        <p:txBody>
          <a:bodyPr>
            <a:normAutofit fontScale="92500" lnSpcReduction="10000"/>
          </a:bodyPr>
          <a:lstStyle/>
          <a:p>
            <a:pPr algn="l">
              <a:lnSpc>
                <a:spcPct val="120000"/>
              </a:lnSpc>
              <a:spcBef>
                <a:spcPts val="0"/>
              </a:spcBef>
              <a:buFont typeface="Wingdings" panose="05000000000000000000" pitchFamily="2" charset="2"/>
              <a:buChar char="q"/>
            </a:pPr>
            <a:r>
              <a:rPr lang="en-GB" sz="900" b="1" i="0" dirty="0">
                <a:solidFill>
                  <a:srgbClr val="374151"/>
                </a:solidFill>
                <a:effectLst/>
                <a:latin typeface="+mn-lt"/>
              </a:rPr>
              <a:t>Task Difficulty:</a:t>
            </a:r>
            <a:r>
              <a:rPr lang="en-GB" sz="900" b="0" i="0" dirty="0">
                <a:solidFill>
                  <a:srgbClr val="374151"/>
                </a:solidFill>
                <a:effectLst/>
                <a:latin typeface="+mn-lt"/>
              </a:rPr>
              <a:t> Participants rate the perceived difficulty of completing a specific task using the product or system.</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1 = Very Difficult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2 = Difficult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3 = Neutral</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4 = Easy</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5 = Very Easy</a:t>
            </a:r>
          </a:p>
          <a:p>
            <a:pPr algn="l">
              <a:lnSpc>
                <a:spcPct val="120000"/>
              </a:lnSpc>
              <a:spcBef>
                <a:spcPts val="0"/>
              </a:spcBef>
              <a:buFont typeface="Wingdings" panose="05000000000000000000" pitchFamily="2" charset="2"/>
              <a:buChar char="q"/>
            </a:pPr>
            <a:r>
              <a:rPr lang="en-GB" sz="900" b="1" dirty="0">
                <a:solidFill>
                  <a:srgbClr val="374151"/>
                </a:solidFill>
              </a:rPr>
              <a:t>Satisfaction</a:t>
            </a:r>
            <a:r>
              <a:rPr lang="en-GB" sz="900" b="1" i="0" dirty="0">
                <a:solidFill>
                  <a:srgbClr val="374151"/>
                </a:solidFill>
                <a:effectLst/>
                <a:latin typeface="+mn-lt"/>
              </a:rPr>
              <a:t>:</a:t>
            </a:r>
            <a:r>
              <a:rPr lang="en-GB" sz="900" b="0" i="0" dirty="0">
                <a:solidFill>
                  <a:srgbClr val="374151"/>
                </a:solidFill>
                <a:effectLst/>
                <a:latin typeface="+mn-lt"/>
              </a:rPr>
              <a:t> Participants rate their overall satisfaction with their user experience after completing a task.</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1 = Very Dissatisfied</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2 = Dissatisfied</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3 = Neutral</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4 = Satisfied</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5 = Very Satisfied</a:t>
            </a:r>
          </a:p>
          <a:p>
            <a:pPr algn="l">
              <a:lnSpc>
                <a:spcPct val="120000"/>
              </a:lnSpc>
              <a:spcBef>
                <a:spcPts val="0"/>
              </a:spcBef>
              <a:buFont typeface="Wingdings" panose="05000000000000000000" pitchFamily="2" charset="2"/>
              <a:buChar char="q"/>
            </a:pPr>
            <a:r>
              <a:rPr lang="en-GB" sz="900" b="1" i="0" dirty="0">
                <a:solidFill>
                  <a:srgbClr val="374151"/>
                </a:solidFill>
                <a:effectLst/>
                <a:latin typeface="+mn-lt"/>
              </a:rPr>
              <a:t>Efficiency:</a:t>
            </a:r>
            <a:r>
              <a:rPr lang="en-GB" sz="900" b="0" i="0" dirty="0">
                <a:solidFill>
                  <a:srgbClr val="374151"/>
                </a:solidFill>
                <a:effectLst/>
                <a:latin typeface="+mn-lt"/>
              </a:rPr>
              <a:t> Participants rate how efficient the system was in helping them complete a task.</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1 = Very Inefficient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2 = Inefficient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3 = Neutral</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4 = Efficient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5 = Very Efficient</a:t>
            </a:r>
          </a:p>
          <a:p>
            <a:pPr algn="l">
              <a:lnSpc>
                <a:spcPct val="120000"/>
              </a:lnSpc>
              <a:spcBef>
                <a:spcPts val="0"/>
              </a:spcBef>
              <a:buFont typeface="Wingdings" panose="05000000000000000000" pitchFamily="2" charset="2"/>
              <a:buChar char="q"/>
            </a:pPr>
            <a:r>
              <a:rPr lang="en-GB" sz="900" b="1" i="0" dirty="0">
                <a:solidFill>
                  <a:srgbClr val="374151"/>
                </a:solidFill>
                <a:effectLst/>
                <a:latin typeface="+mn-lt"/>
              </a:rPr>
              <a:t>Likelihood to Recommend:</a:t>
            </a:r>
            <a:r>
              <a:rPr lang="en-GB" sz="900" b="0" i="0" dirty="0">
                <a:solidFill>
                  <a:srgbClr val="374151"/>
                </a:solidFill>
                <a:effectLst/>
                <a:latin typeface="+mn-lt"/>
              </a:rPr>
              <a:t> Participants rate how likely they are to recommend the product or system to others.</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1 = Very Unlikely</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2 = Unlikely</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3 = Neutral</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4 = Likely</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5 = Very Likely</a:t>
            </a:r>
          </a:p>
          <a:p>
            <a:pPr>
              <a:lnSpc>
                <a:spcPct val="120000"/>
              </a:lnSpc>
              <a:spcBef>
                <a:spcPts val="0"/>
              </a:spcBef>
              <a:buFont typeface="Wingdings" panose="05000000000000000000" pitchFamily="2" charset="2"/>
              <a:buChar char="q"/>
            </a:pPr>
            <a:r>
              <a:rPr lang="en-GB" sz="900" b="1" i="0" dirty="0">
                <a:solidFill>
                  <a:srgbClr val="374151"/>
                </a:solidFill>
                <a:effectLst/>
                <a:latin typeface="+mn-lt"/>
              </a:rPr>
              <a:t>Confidence in Accuracy:</a:t>
            </a:r>
            <a:r>
              <a:rPr lang="en-GB" sz="900" b="0" i="0" dirty="0">
                <a:solidFill>
                  <a:srgbClr val="374151"/>
                </a:solidFill>
                <a:effectLst/>
                <a:latin typeface="+mn-lt"/>
              </a:rPr>
              <a:t> Participants rate their confidence in the accuracy of the results or outcomes of the task.</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1 = Not at all Confident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2 = Somewhat Unconfident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3 = Neutral</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4 = Somewhat Confident</a:t>
            </a:r>
          </a:p>
          <a:p>
            <a:pPr marL="742950" lvl="1" indent="-285750" algn="l">
              <a:lnSpc>
                <a:spcPct val="120000"/>
              </a:lnSpc>
              <a:spcBef>
                <a:spcPts val="0"/>
              </a:spcBef>
              <a:buFont typeface="+mj-lt"/>
              <a:buAutoNum type="arabicPeriod"/>
            </a:pPr>
            <a:r>
              <a:rPr lang="en-GB" sz="900" b="0" i="0" dirty="0">
                <a:solidFill>
                  <a:srgbClr val="374151"/>
                </a:solidFill>
                <a:effectLst/>
                <a:latin typeface="+mn-lt"/>
              </a:rPr>
              <a:t>5 = Very Confident</a:t>
            </a:r>
            <a:endParaRPr lang="en-GB" sz="900" dirty="0">
              <a:latin typeface="+mn-lt"/>
            </a:endParaRPr>
          </a:p>
          <a:p>
            <a:pPr>
              <a:lnSpc>
                <a:spcPct val="120000"/>
              </a:lnSpc>
              <a:spcBef>
                <a:spcPts val="0"/>
              </a:spcBef>
            </a:pPr>
            <a:endParaRPr lang="en-GB" sz="3600" dirty="0"/>
          </a:p>
        </p:txBody>
      </p:sp>
      <p:sp>
        <p:nvSpPr>
          <p:cNvPr id="13" name="TextBox 12">
            <a:extLst>
              <a:ext uri="{FF2B5EF4-FFF2-40B4-BE49-F238E27FC236}">
                <a16:creationId xmlns:a16="http://schemas.microsoft.com/office/drawing/2014/main" id="{F4402DF5-0C4A-444D-E66F-2D7852804C91}"/>
              </a:ext>
            </a:extLst>
          </p:cNvPr>
          <p:cNvSpPr txBox="1"/>
          <p:nvPr/>
        </p:nvSpPr>
        <p:spPr>
          <a:xfrm>
            <a:off x="7601537" y="1808931"/>
            <a:ext cx="1124026" cy="461665"/>
          </a:xfrm>
          <a:prstGeom prst="rect">
            <a:avLst/>
          </a:prstGeom>
          <a:noFill/>
        </p:spPr>
        <p:txBody>
          <a:bodyPr wrap="none" rtlCol="0">
            <a:spAutoFit/>
          </a:bodyPr>
          <a:lstStyle/>
          <a:p>
            <a:r>
              <a:rPr lang="en-GB" dirty="0">
                <a:solidFill>
                  <a:schemeClr val="accent2">
                    <a:lumMod val="75000"/>
                  </a:schemeClr>
                </a:solidFill>
                <a:latin typeface="+mn-lt"/>
              </a:rPr>
              <a:t>Ordinal</a:t>
            </a:r>
          </a:p>
        </p:txBody>
      </p:sp>
      <p:sp>
        <p:nvSpPr>
          <p:cNvPr id="14" name="TextBox 13">
            <a:extLst>
              <a:ext uri="{FF2B5EF4-FFF2-40B4-BE49-F238E27FC236}">
                <a16:creationId xmlns:a16="http://schemas.microsoft.com/office/drawing/2014/main" id="{7253B4E8-4BA8-1AB8-E0F8-6A9DE2115CD9}"/>
              </a:ext>
            </a:extLst>
          </p:cNvPr>
          <p:cNvSpPr txBox="1"/>
          <p:nvPr/>
        </p:nvSpPr>
        <p:spPr>
          <a:xfrm>
            <a:off x="7771835" y="4868396"/>
            <a:ext cx="1140056" cy="461665"/>
          </a:xfrm>
          <a:prstGeom prst="rect">
            <a:avLst/>
          </a:prstGeom>
          <a:noFill/>
        </p:spPr>
        <p:txBody>
          <a:bodyPr wrap="none" rtlCol="0">
            <a:spAutoFit/>
          </a:bodyPr>
          <a:lstStyle/>
          <a:p>
            <a:r>
              <a:rPr lang="en-GB" dirty="0">
                <a:solidFill>
                  <a:schemeClr val="accent2">
                    <a:lumMod val="75000"/>
                  </a:schemeClr>
                </a:solidFill>
                <a:latin typeface="+mn-lt"/>
              </a:rPr>
              <a:t>Interval</a:t>
            </a:r>
          </a:p>
        </p:txBody>
      </p:sp>
      <p:sp>
        <p:nvSpPr>
          <p:cNvPr id="5" name="Footer Placeholder 4">
            <a:extLst>
              <a:ext uri="{FF2B5EF4-FFF2-40B4-BE49-F238E27FC236}">
                <a16:creationId xmlns:a16="http://schemas.microsoft.com/office/drawing/2014/main" id="{4E8047AE-0B7F-7B72-3D1B-BF38536FEF9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0ED8E1FB-0A33-5E42-9489-E3AE4909BC5C}"/>
              </a:ext>
            </a:extLst>
          </p:cNvPr>
          <p:cNvSpPr>
            <a:spLocks noGrp="1"/>
          </p:cNvSpPr>
          <p:nvPr>
            <p:ph type="sldNum" sz="quarter" idx="4"/>
          </p:nvPr>
        </p:nvSpPr>
        <p:spPr/>
        <p:txBody>
          <a:bodyPr/>
          <a:lstStyle/>
          <a:p>
            <a:fld id="{9FD7ECCF-50E7-4327-B945-FA93FF7B2BEF}" type="slidenum">
              <a:rPr lang="en-US" smtClean="0"/>
              <a:pPr/>
              <a:t>60</a:t>
            </a:fld>
            <a:r>
              <a:rPr lang="en-GB"/>
              <a:t>/63</a:t>
            </a:r>
            <a:endParaRPr lang="en-US" dirty="0"/>
          </a:p>
        </p:txBody>
      </p:sp>
    </p:spTree>
    <p:extLst>
      <p:ext uri="{BB962C8B-B14F-4D97-AF65-F5344CB8AC3E}">
        <p14:creationId xmlns:p14="http://schemas.microsoft.com/office/powerpoint/2010/main" val="1986579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p:txBody>
          <a:bodyPr>
            <a:normAutofit fontScale="85000" lnSpcReduction="20000"/>
          </a:bodyPr>
          <a:lstStyle/>
          <a:p>
            <a:pPr>
              <a:lnSpc>
                <a:spcPct val="110000"/>
              </a:lnSpc>
              <a:spcBef>
                <a:spcPts val="600"/>
              </a:spcBef>
              <a:spcAft>
                <a:spcPts val="600"/>
              </a:spcAft>
            </a:pPr>
            <a:r>
              <a:rPr lang="en-GB" sz="2800" dirty="0"/>
              <a:t>When we conduct Usability testing</a:t>
            </a:r>
          </a:p>
          <a:p>
            <a:pPr>
              <a:lnSpc>
                <a:spcPct val="110000"/>
              </a:lnSpc>
              <a:spcBef>
                <a:spcPts val="600"/>
              </a:spcBef>
              <a:spcAft>
                <a:spcPts val="600"/>
              </a:spcAft>
            </a:pPr>
            <a:r>
              <a:rPr lang="en-GB" sz="2800" dirty="0"/>
              <a:t>Usability testing goals</a:t>
            </a:r>
          </a:p>
          <a:p>
            <a:pPr>
              <a:lnSpc>
                <a:spcPct val="110000"/>
              </a:lnSpc>
              <a:spcBef>
                <a:spcPts val="600"/>
              </a:spcBef>
              <a:spcAft>
                <a:spcPts val="600"/>
              </a:spcAft>
            </a:pPr>
            <a:r>
              <a:rPr lang="en-GB" sz="2800" dirty="0"/>
              <a:t>Types of Research </a:t>
            </a:r>
          </a:p>
          <a:p>
            <a:pPr>
              <a:lnSpc>
                <a:spcPct val="110000"/>
              </a:lnSpc>
              <a:spcBef>
                <a:spcPts val="600"/>
              </a:spcBef>
              <a:spcAft>
                <a:spcPts val="600"/>
              </a:spcAft>
            </a:pPr>
            <a:r>
              <a:rPr lang="en-GB" sz="2800" dirty="0"/>
              <a:t>Variables</a:t>
            </a:r>
          </a:p>
          <a:p>
            <a:pPr>
              <a:lnSpc>
                <a:spcPct val="110000"/>
              </a:lnSpc>
              <a:spcBef>
                <a:spcPts val="600"/>
              </a:spcBef>
              <a:spcAft>
                <a:spcPts val="600"/>
              </a:spcAft>
            </a:pPr>
            <a:r>
              <a:rPr lang="en-GB" sz="2800" dirty="0"/>
              <a:t>Data types</a:t>
            </a:r>
          </a:p>
          <a:p>
            <a:pPr>
              <a:lnSpc>
                <a:spcPct val="110000"/>
              </a:lnSpc>
              <a:spcBef>
                <a:spcPts val="600"/>
              </a:spcBef>
              <a:spcAft>
                <a:spcPts val="600"/>
              </a:spcAft>
            </a:pPr>
            <a:r>
              <a:rPr lang="en-GB" sz="2800" dirty="0"/>
              <a:t>Statistical methods according to data type</a:t>
            </a:r>
          </a:p>
          <a:p>
            <a:pPr>
              <a:lnSpc>
                <a:spcPct val="110000"/>
              </a:lnSpc>
              <a:spcBef>
                <a:spcPts val="600"/>
              </a:spcBef>
              <a:spcAft>
                <a:spcPts val="600"/>
              </a:spcAft>
            </a:pPr>
            <a:r>
              <a:rPr lang="en-GB" sz="2800" dirty="0"/>
              <a:t>Visualisation of different data types </a:t>
            </a:r>
          </a:p>
          <a:p>
            <a:pPr>
              <a:lnSpc>
                <a:spcPct val="110000"/>
              </a:lnSpc>
              <a:spcBef>
                <a:spcPts val="600"/>
              </a:spcBef>
              <a:spcAft>
                <a:spcPts val="600"/>
              </a:spcAft>
            </a:pPr>
            <a:endParaRPr lang="en-GB" sz="2800" dirty="0"/>
          </a:p>
          <a:p>
            <a:pPr>
              <a:lnSpc>
                <a:spcPct val="110000"/>
              </a:lnSpc>
              <a:spcBef>
                <a:spcPts val="600"/>
              </a:spcBef>
              <a:spcAft>
                <a:spcPts val="600"/>
              </a:spcAft>
              <a:tabLst>
                <a:tab pos="1882775" algn="l"/>
              </a:tabLst>
            </a:pPr>
            <a:r>
              <a:rPr lang="en-GB" sz="2800" dirty="0"/>
              <a:t>Next week – Form a research question &amp; hypothesis testing</a:t>
            </a:r>
          </a:p>
        </p:txBody>
      </p:sp>
      <p:sp>
        <p:nvSpPr>
          <p:cNvPr id="5" name="Footer Placeholder 4">
            <a:extLst>
              <a:ext uri="{FF2B5EF4-FFF2-40B4-BE49-F238E27FC236}">
                <a16:creationId xmlns:a16="http://schemas.microsoft.com/office/drawing/2014/main" id="{80A9E92E-F2B0-CE8C-4313-3592D4B1BD2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3C659241-26FD-C5DB-A39E-422ECACB1E18}"/>
              </a:ext>
            </a:extLst>
          </p:cNvPr>
          <p:cNvSpPr>
            <a:spLocks noGrp="1"/>
          </p:cNvSpPr>
          <p:nvPr>
            <p:ph type="sldNum" sz="quarter" idx="4"/>
          </p:nvPr>
        </p:nvSpPr>
        <p:spPr/>
        <p:txBody>
          <a:bodyPr/>
          <a:lstStyle/>
          <a:p>
            <a:fld id="{9FD7ECCF-50E7-4327-B945-FA93FF7B2BEF}" type="slidenum">
              <a:rPr lang="en-US" smtClean="0"/>
              <a:pPr/>
              <a:t>61</a:t>
            </a:fld>
            <a:r>
              <a:rPr lang="en-GB"/>
              <a:t>/63</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p:txBody>
          <a:bodyPr>
            <a:normAutofit fontScale="92500" lnSpcReduction="10000"/>
          </a:bodyPr>
          <a:lstStyle/>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Why having a clear usability testing goal is important?</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Which are the three different types of usability testing research goals you are aware of? And how do they differ?</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What are the variables in usability testing research?</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What type of variables exist in usability testing research?</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 What are the different data types you can collect in usability testing?</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How those types of data differ?</a:t>
            </a:r>
          </a:p>
          <a:p>
            <a:pPr>
              <a:lnSpc>
                <a:spcPct val="120000"/>
              </a:lnSpc>
            </a:pPr>
            <a:r>
              <a:rPr lang="en-GB" sz="1800" dirty="0">
                <a:latin typeface="Calibri" panose="020F0502020204030204" pitchFamily="34" charset="0"/>
                <a:ea typeface="DengXian" panose="020B0503020204020204" pitchFamily="2" charset="-122"/>
                <a:cs typeface="Arial" panose="020B0604020202020204" pitchFamily="34" charset="0"/>
              </a:rPr>
              <a:t>How different type of data is related to usability metrics?</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How different type of data can be collected?</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How dependent data types are related to dependent and independent variables?</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How can you statistically analyse different usability testing data?</a:t>
            </a:r>
          </a:p>
          <a:p>
            <a:pPr>
              <a:lnSpc>
                <a:spcPct val="120000"/>
              </a:lnSpc>
            </a:pPr>
            <a:r>
              <a:rPr lang="en-GB" sz="1800" dirty="0">
                <a:effectLst/>
                <a:latin typeface="Calibri" panose="020F0502020204030204" pitchFamily="34" charset="0"/>
                <a:ea typeface="DengXian" panose="020B0503020204020204" pitchFamily="2" charset="-122"/>
                <a:cs typeface="Arial" panose="020B0604020202020204" pitchFamily="34" charset="0"/>
              </a:rPr>
              <a:t>How can you visualise different usability testing data?</a:t>
            </a:r>
          </a:p>
        </p:txBody>
      </p:sp>
      <p:sp>
        <p:nvSpPr>
          <p:cNvPr id="7" name="Footer Placeholder 6">
            <a:extLst>
              <a:ext uri="{FF2B5EF4-FFF2-40B4-BE49-F238E27FC236}">
                <a16:creationId xmlns:a16="http://schemas.microsoft.com/office/drawing/2014/main" id="{968627EE-4763-5791-8CB8-340981F323E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6E39FEC9-7CB2-973A-7C6F-3EE975D85356}"/>
              </a:ext>
            </a:extLst>
          </p:cNvPr>
          <p:cNvSpPr>
            <a:spLocks noGrp="1"/>
          </p:cNvSpPr>
          <p:nvPr>
            <p:ph type="sldNum" sz="quarter" idx="4"/>
          </p:nvPr>
        </p:nvSpPr>
        <p:spPr/>
        <p:txBody>
          <a:bodyPr/>
          <a:lstStyle/>
          <a:p>
            <a:fld id="{9FD7ECCF-50E7-4327-B945-FA93FF7B2BEF}" type="slidenum">
              <a:rPr lang="en-US" smtClean="0"/>
              <a:pPr/>
              <a:t>62</a:t>
            </a:fld>
            <a:r>
              <a:rPr lang="en-GB"/>
              <a:t>/63</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4449676"/>
          </a:xfrm>
        </p:spPr>
        <p:txBody>
          <a:bodyPr>
            <a:normAutofit/>
          </a:bodyPr>
          <a:lstStyle/>
          <a:p>
            <a:pPr algn="just">
              <a:spcBef>
                <a:spcPts val="0"/>
              </a:spcBef>
            </a:pPr>
            <a:r>
              <a:rPr lang="en-US" sz="1800" dirty="0">
                <a:cs typeface="Times New Roman" pitchFamily="18" charset="0"/>
              </a:rPr>
              <a:t>Albert, B. &amp; Tullis, T. (2013) </a:t>
            </a:r>
            <a:r>
              <a:rPr lang="en-US" sz="1800" i="1" dirty="0">
                <a:cs typeface="Times New Roman" pitchFamily="18" charset="0"/>
              </a:rPr>
              <a:t>Measuring the User Experience,</a:t>
            </a:r>
            <a:r>
              <a:rPr lang="en-US" sz="1800" dirty="0">
                <a:cs typeface="Times New Roman" pitchFamily="18" charset="0"/>
              </a:rPr>
              <a:t> 2nd Edition, Publisher(s): Morgan Kaufmann</a:t>
            </a:r>
          </a:p>
          <a:p>
            <a:pPr lvl="1" algn="just">
              <a:spcBef>
                <a:spcPts val="0"/>
              </a:spcBef>
            </a:pPr>
            <a:r>
              <a:rPr lang="en-GB" sz="1600" i="1" dirty="0">
                <a:solidFill>
                  <a:schemeClr val="accent1">
                    <a:lumMod val="50000"/>
                  </a:schemeClr>
                </a:solidFill>
              </a:rPr>
              <a:t>Chapter 2, Background</a:t>
            </a:r>
          </a:p>
          <a:p>
            <a:pPr lvl="1" algn="just">
              <a:spcBef>
                <a:spcPts val="0"/>
              </a:spcBef>
            </a:pPr>
            <a:endParaRPr lang="en-GB" sz="1600" i="1" dirty="0">
              <a:solidFill>
                <a:schemeClr val="accent1">
                  <a:lumMod val="50000"/>
                </a:schemeClr>
              </a:solidFill>
            </a:endParaRPr>
          </a:p>
          <a:p>
            <a:pPr algn="just">
              <a:spcBef>
                <a:spcPts val="0"/>
              </a:spcBef>
            </a:pPr>
            <a:r>
              <a:rPr lang="en-GB" sz="1800" dirty="0">
                <a:cs typeface="Times New Roman" pitchFamily="18" charset="0"/>
              </a:rPr>
              <a:t>Lazar, J., Feng, J.H. and </a:t>
            </a:r>
            <a:r>
              <a:rPr lang="en-GB" sz="1800" dirty="0" err="1">
                <a:cs typeface="Times New Roman" pitchFamily="18" charset="0"/>
              </a:rPr>
              <a:t>Hochheiser</a:t>
            </a:r>
            <a:r>
              <a:rPr lang="en-GB" sz="1800" dirty="0">
                <a:cs typeface="Times New Roman" pitchFamily="18" charset="0"/>
              </a:rPr>
              <a:t>, H. (2017) Research methods in human-computer interaction. Second edition. Cambridge, Massachusetts: Morgan Kaufmann Publishers.</a:t>
            </a:r>
          </a:p>
          <a:p>
            <a:pPr lvl="1" algn="just">
              <a:spcBef>
                <a:spcPts val="0"/>
              </a:spcBef>
            </a:pPr>
            <a:r>
              <a:rPr lang="en-GB" sz="1800" i="1" dirty="0">
                <a:solidFill>
                  <a:schemeClr val="accent1">
                    <a:lumMod val="50000"/>
                  </a:schemeClr>
                </a:solidFill>
              </a:rPr>
              <a:t>Chapter 2, Experimental Research</a:t>
            </a:r>
          </a:p>
          <a:p>
            <a:pPr algn="just">
              <a:spcBef>
                <a:spcPts val="0"/>
              </a:spcBef>
            </a:pPr>
            <a:endParaRPr lang="en-GB" sz="1600" i="1" dirty="0">
              <a:solidFill>
                <a:srgbClr val="00B0F0"/>
              </a:solidFill>
            </a:endParaRPr>
          </a:p>
          <a:p>
            <a:pPr algn="just">
              <a:spcBef>
                <a:spcPts val="0"/>
              </a:spcBef>
            </a:pPr>
            <a:r>
              <a:rPr lang="en-GB" sz="1800" i="1" dirty="0">
                <a:solidFill>
                  <a:schemeClr val="accent1">
                    <a:lumMod val="50000"/>
                  </a:schemeClr>
                </a:solidFill>
              </a:rPr>
              <a:t>Online Resources</a:t>
            </a:r>
          </a:p>
          <a:p>
            <a:pPr marL="594360" lvl="2" indent="0" algn="just">
              <a:spcBef>
                <a:spcPts val="0"/>
              </a:spcBef>
              <a:buNone/>
            </a:pPr>
            <a:endParaRPr lang="en-GB" sz="1400" i="1" dirty="0">
              <a:solidFill>
                <a:schemeClr val="accent2">
                  <a:lumMod val="75000"/>
                </a:schemeClr>
              </a:solidFill>
              <a:cs typeface="Times New Roman" pitchFamily="18" charset="0"/>
            </a:endParaRPr>
          </a:p>
          <a:p>
            <a:pPr marL="605790" lvl="1" indent="-285750" algn="just">
              <a:spcBef>
                <a:spcPts val="0"/>
              </a:spcBef>
            </a:pPr>
            <a:r>
              <a:rPr lang="en-GB" sz="2100" i="1" dirty="0">
                <a:solidFill>
                  <a:schemeClr val="accent1">
                    <a:lumMod val="50000"/>
                  </a:schemeClr>
                </a:solidFill>
              </a:rPr>
              <a:t>A Beginner's Guide to Usability Testing</a:t>
            </a:r>
          </a:p>
          <a:p>
            <a:pPr marL="880110" lvl="2" indent="-285750" algn="just">
              <a:spcBef>
                <a:spcPts val="0"/>
              </a:spcBef>
            </a:pPr>
            <a:r>
              <a:rPr lang="en-GB" sz="1800" i="1" dirty="0">
                <a:solidFill>
                  <a:schemeClr val="accent2">
                    <a:lumMod val="75000"/>
                  </a:schemeClr>
                </a:solidFill>
                <a:cs typeface="Times New Roman" pitchFamily="18" charset="0"/>
                <a:hlinkClick r:id="rId3"/>
              </a:rPr>
              <a:t>https://maze.co/guides/usability-testing/</a:t>
            </a:r>
            <a:endParaRPr lang="en-GB" sz="1800" i="1" dirty="0">
              <a:solidFill>
                <a:schemeClr val="accent2">
                  <a:lumMod val="75000"/>
                </a:schemeClr>
              </a:solidFill>
              <a:cs typeface="Times New Roman" pitchFamily="18" charset="0"/>
            </a:endParaRPr>
          </a:p>
          <a:p>
            <a:pPr marL="605790" lvl="1" indent="-285750" algn="just">
              <a:spcBef>
                <a:spcPts val="0"/>
              </a:spcBef>
            </a:pPr>
            <a:r>
              <a:rPr lang="en-GB" sz="2100" i="1" dirty="0">
                <a:solidFill>
                  <a:schemeClr val="accent1">
                    <a:lumMod val="50000"/>
                  </a:schemeClr>
                </a:solidFill>
              </a:rPr>
              <a:t>Types of statistical data</a:t>
            </a:r>
          </a:p>
          <a:p>
            <a:pPr marL="880110" lvl="2" indent="-285750" algn="just">
              <a:spcBef>
                <a:spcPts val="0"/>
              </a:spcBef>
            </a:pPr>
            <a:r>
              <a:rPr lang="en-US" sz="1600" i="1" dirty="0">
                <a:solidFill>
                  <a:schemeClr val="accent2">
                    <a:lumMod val="75000"/>
                  </a:schemeClr>
                </a:solidFill>
                <a:cs typeface="Times New Roman" pitchFamily="18" charset="0"/>
                <a:hlinkClick r:id="rId4"/>
              </a:rPr>
              <a:t>https://towardsdatascience.com/data-types-in-statistics-347e152e8bee</a:t>
            </a:r>
            <a:endParaRPr lang="en-US" sz="1600" i="1" dirty="0">
              <a:solidFill>
                <a:schemeClr val="accent2">
                  <a:lumMod val="75000"/>
                </a:schemeClr>
              </a:solidFill>
              <a:cs typeface="Times New Roman" pitchFamily="18" charset="0"/>
            </a:endParaRPr>
          </a:p>
          <a:p>
            <a:pPr marL="880110" lvl="2" indent="-285750" algn="just">
              <a:spcBef>
                <a:spcPts val="0"/>
              </a:spcBef>
            </a:pPr>
            <a:endParaRPr lang="en-US" sz="1600" i="1" dirty="0">
              <a:solidFill>
                <a:schemeClr val="accent2">
                  <a:lumMod val="75000"/>
                </a:schemeClr>
              </a:solidFill>
              <a:cs typeface="Times New Roman" pitchFamily="18" charset="0"/>
            </a:endParaRPr>
          </a:p>
          <a:p>
            <a:pPr marL="594360" lvl="2" indent="0" algn="just">
              <a:spcBef>
                <a:spcPts val="0"/>
              </a:spcBef>
              <a:buNone/>
            </a:pPr>
            <a:endParaRPr lang="en-US" sz="1400" i="1" dirty="0">
              <a:solidFill>
                <a:schemeClr val="accent2">
                  <a:lumMod val="75000"/>
                </a:schemeClr>
              </a:solidFill>
              <a:cs typeface="Times New Roman" pitchFamily="18" charset="0"/>
            </a:endParaRPr>
          </a:p>
          <a:p>
            <a:pPr marL="594360" lvl="2" indent="0" algn="just">
              <a:spcBef>
                <a:spcPts val="0"/>
              </a:spcBef>
              <a:buNone/>
            </a:pPr>
            <a:endParaRPr lang="en-GB" sz="1400" i="1" dirty="0">
              <a:solidFill>
                <a:schemeClr val="accent2">
                  <a:lumMod val="75000"/>
                </a:schemeClr>
              </a:solidFill>
              <a:cs typeface="Times New Roman" pitchFamily="18" charset="0"/>
            </a:endParaRPr>
          </a:p>
          <a:p>
            <a:pPr marL="594360" lvl="2" indent="0" algn="just">
              <a:spcBef>
                <a:spcPts val="0"/>
              </a:spcBef>
              <a:buNone/>
            </a:pPr>
            <a:endParaRPr lang="en-US" sz="1100" b="0" i="0" dirty="0">
              <a:solidFill>
                <a:srgbClr val="333333"/>
              </a:solidFill>
              <a:effectLst/>
              <a:latin typeface="Open Sans" panose="020B0606030504020204" pitchFamily="34" charset="0"/>
            </a:endParaRPr>
          </a:p>
        </p:txBody>
      </p:sp>
      <p:sp>
        <p:nvSpPr>
          <p:cNvPr id="5" name="Footer Placeholder 4">
            <a:extLst>
              <a:ext uri="{FF2B5EF4-FFF2-40B4-BE49-F238E27FC236}">
                <a16:creationId xmlns:a16="http://schemas.microsoft.com/office/drawing/2014/main" id="{DD893736-36F4-17C3-9983-0BB7A90A20C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FF480E3D-7D8F-AB28-56AF-1DAA9C363FEC}"/>
              </a:ext>
            </a:extLst>
          </p:cNvPr>
          <p:cNvSpPr>
            <a:spLocks noGrp="1"/>
          </p:cNvSpPr>
          <p:nvPr>
            <p:ph type="sldNum" sz="quarter" idx="4"/>
          </p:nvPr>
        </p:nvSpPr>
        <p:spPr/>
        <p:txBody>
          <a:bodyPr/>
          <a:lstStyle/>
          <a:p>
            <a:fld id="{9FD7ECCF-50E7-4327-B945-FA93FF7B2BEF}" type="slidenum">
              <a:rPr lang="en-US" smtClean="0"/>
              <a:pPr/>
              <a:t>63</a:t>
            </a:fld>
            <a:r>
              <a:rPr lang="en-GB"/>
              <a:t>/63</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9788</TotalTime>
  <Words>8456</Words>
  <Application>Microsoft Office PowerPoint</Application>
  <PresentationFormat>On-screen Show (4:3)</PresentationFormat>
  <Paragraphs>795</Paragraphs>
  <Slides>63</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63</vt:i4>
      </vt:variant>
    </vt:vector>
  </HeadingPairs>
  <TitlesOfParts>
    <vt:vector size="75" baseType="lpstr">
      <vt:lpstr>KarlaRegular</vt:lpstr>
      <vt:lpstr>Calibri</vt:lpstr>
      <vt:lpstr>Akkurat-Pro-Light</vt:lpstr>
      <vt:lpstr>Söhne</vt:lpstr>
      <vt:lpstr>Times New Roman</vt:lpstr>
      <vt:lpstr>Wingdings</vt:lpstr>
      <vt:lpstr>Wingdings 2</vt:lpstr>
      <vt:lpstr>Open Sans</vt:lpstr>
      <vt:lpstr>source-serif-pro</vt:lpstr>
      <vt:lpstr>Arial</vt:lpstr>
      <vt:lpstr>Tw Cen MT</vt:lpstr>
      <vt:lpstr>Median</vt:lpstr>
      <vt:lpstr>Data (what data &amp; how to collect it</vt:lpstr>
      <vt:lpstr>Recap</vt:lpstr>
      <vt:lpstr>Usability testing process</vt:lpstr>
      <vt:lpstr>Usability testing types of study/research goals</vt:lpstr>
      <vt:lpstr>Descriptive Investigation/Research</vt:lpstr>
      <vt:lpstr>Descriptive Investigation/Research Example</vt:lpstr>
      <vt:lpstr>Relational Investigation/Research</vt:lpstr>
      <vt:lpstr>Relational Investigation/Research Example</vt:lpstr>
      <vt:lpstr>Experimental/Causal Investigation/Research</vt:lpstr>
      <vt:lpstr>PowerPoint Presentation</vt:lpstr>
      <vt:lpstr>Type of Research</vt:lpstr>
      <vt:lpstr>Necessary background information</vt:lpstr>
      <vt:lpstr>Variables</vt:lpstr>
      <vt:lpstr>Variable types</vt:lpstr>
      <vt:lpstr>Tip</vt:lpstr>
      <vt:lpstr>Type of data</vt:lpstr>
      <vt:lpstr>Nominal Data in Usability Testing context</vt:lpstr>
      <vt:lpstr>Nominal Data in Usability Testing context</vt:lpstr>
      <vt:lpstr>Nominal Data - variables</vt:lpstr>
      <vt:lpstr>PowerPoint Presentation</vt:lpstr>
      <vt:lpstr>Ordinal Data in Usability Testing context</vt:lpstr>
      <vt:lpstr>Ordinal Data in Usability Testing context</vt:lpstr>
      <vt:lpstr>Ordinal Data - variables</vt:lpstr>
      <vt:lpstr>Interval Data</vt:lpstr>
      <vt:lpstr>Interval Data in Usability Testing context</vt:lpstr>
      <vt:lpstr>Interval Data - variables</vt:lpstr>
      <vt:lpstr>Are ratings interval data?</vt:lpstr>
      <vt:lpstr>Ratio</vt:lpstr>
      <vt:lpstr>Ratio Data</vt:lpstr>
      <vt:lpstr>Ratio Data - variables</vt:lpstr>
      <vt:lpstr>Summarise typical Usability Testing Data Types</vt:lpstr>
      <vt:lpstr>Summarise type of data</vt:lpstr>
      <vt:lpstr>Summarise typical Usability Testing Data</vt:lpstr>
      <vt:lpstr>Why Data Types are important?</vt:lpstr>
      <vt:lpstr>Typical statistical analysis - Measures of Central Tendency</vt:lpstr>
      <vt:lpstr>Nominal Data Statistical Methods</vt:lpstr>
      <vt:lpstr>Visualization of Nominal Data Statistics</vt:lpstr>
      <vt:lpstr>Ordinal Data Statistical Methods</vt:lpstr>
      <vt:lpstr>Visualization of Ordinal Data Statistics</vt:lpstr>
      <vt:lpstr>Interval/Ratio Data Statistical Methods</vt:lpstr>
      <vt:lpstr>Visualization of Interval/Ratio Data Statistics</vt:lpstr>
      <vt:lpstr>What data do we collect in usability testing studies?</vt:lpstr>
      <vt:lpstr>What data do we collect in usability testing studies?</vt:lpstr>
      <vt:lpstr>How do we collect this data?</vt:lpstr>
      <vt:lpstr>Performance data - task success</vt:lpstr>
      <vt:lpstr>Performance data – level of success</vt:lpstr>
      <vt:lpstr>PowerPoint Presentation</vt:lpstr>
      <vt:lpstr>Performance data – time on task</vt:lpstr>
      <vt:lpstr>Performance data – errors</vt:lpstr>
      <vt:lpstr>Performance data – efficiency</vt:lpstr>
      <vt:lpstr>Performance data – efficiency</vt:lpstr>
      <vt:lpstr>Performance data – learnability</vt:lpstr>
      <vt:lpstr>Preference data</vt:lpstr>
      <vt:lpstr>Self-reported data</vt:lpstr>
      <vt:lpstr>Questionnaires/survey format</vt:lpstr>
      <vt:lpstr>Questionnaires/survey format</vt:lpstr>
      <vt:lpstr>Tips for creating questionnaires/survey</vt:lpstr>
      <vt:lpstr>Rating scales</vt:lpstr>
      <vt:lpstr>Post-task rating</vt:lpstr>
      <vt:lpstr>Post-task rating</vt:lpstr>
      <vt:lpstr>Recap</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749</cp:revision>
  <cp:lastPrinted>1601-01-01T00:00:00Z</cp:lastPrinted>
  <dcterms:created xsi:type="dcterms:W3CDTF">2003-07-23T09:11:55Z</dcterms:created>
  <dcterms:modified xsi:type="dcterms:W3CDTF">2024-10-07T18:05:46Z</dcterms:modified>
</cp:coreProperties>
</file>