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9.xml" ContentType="application/vnd.openxmlformats-officedocument.presentationml.notesSlide+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95.xml" ContentType="application/inkml+xml"/>
  <Override PartName="/ppt/ink/ink9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77"/>
  </p:notesMasterIdLst>
  <p:handoutMasterIdLst>
    <p:handoutMasterId r:id="rId78"/>
  </p:handoutMasterIdLst>
  <p:sldIdLst>
    <p:sldId id="443" r:id="rId2"/>
    <p:sldId id="499" r:id="rId3"/>
    <p:sldId id="849" r:id="rId4"/>
    <p:sldId id="765" r:id="rId5"/>
    <p:sldId id="766" r:id="rId6"/>
    <p:sldId id="768" r:id="rId7"/>
    <p:sldId id="767" r:id="rId8"/>
    <p:sldId id="638" r:id="rId9"/>
    <p:sldId id="706" r:id="rId10"/>
    <p:sldId id="731" r:id="rId11"/>
    <p:sldId id="848" r:id="rId12"/>
    <p:sldId id="732" r:id="rId13"/>
    <p:sldId id="728" r:id="rId14"/>
    <p:sldId id="747" r:id="rId15"/>
    <p:sldId id="752" r:id="rId16"/>
    <p:sldId id="753" r:id="rId17"/>
    <p:sldId id="755" r:id="rId18"/>
    <p:sldId id="867" r:id="rId19"/>
    <p:sldId id="862" r:id="rId20"/>
    <p:sldId id="863" r:id="rId21"/>
    <p:sldId id="866" r:id="rId22"/>
    <p:sldId id="749" r:id="rId23"/>
    <p:sldId id="864" r:id="rId24"/>
    <p:sldId id="865" r:id="rId25"/>
    <p:sldId id="754" r:id="rId26"/>
    <p:sldId id="868" r:id="rId27"/>
    <p:sldId id="853" r:id="rId28"/>
    <p:sldId id="858" r:id="rId29"/>
    <p:sldId id="857" r:id="rId30"/>
    <p:sldId id="859" r:id="rId31"/>
    <p:sldId id="856" r:id="rId32"/>
    <p:sldId id="860" r:id="rId33"/>
    <p:sldId id="842" r:id="rId34"/>
    <p:sldId id="841" r:id="rId35"/>
    <p:sldId id="832" r:id="rId36"/>
    <p:sldId id="861" r:id="rId37"/>
    <p:sldId id="822" r:id="rId38"/>
    <p:sldId id="824" r:id="rId39"/>
    <p:sldId id="850" r:id="rId40"/>
    <p:sldId id="826" r:id="rId41"/>
    <p:sldId id="816" r:id="rId42"/>
    <p:sldId id="813" r:id="rId43"/>
    <p:sldId id="818" r:id="rId44"/>
    <p:sldId id="819" r:id="rId45"/>
    <p:sldId id="815" r:id="rId46"/>
    <p:sldId id="827" r:id="rId47"/>
    <p:sldId id="828" r:id="rId48"/>
    <p:sldId id="769" r:id="rId49"/>
    <p:sldId id="770" r:id="rId50"/>
    <p:sldId id="771" r:id="rId51"/>
    <p:sldId id="829" r:id="rId52"/>
    <p:sldId id="782" r:id="rId53"/>
    <p:sldId id="783" r:id="rId54"/>
    <p:sldId id="831" r:id="rId55"/>
    <p:sldId id="823" r:id="rId56"/>
    <p:sldId id="812" r:id="rId57"/>
    <p:sldId id="776" r:id="rId58"/>
    <p:sldId id="846" r:id="rId59"/>
    <p:sldId id="847" r:id="rId60"/>
    <p:sldId id="786" r:id="rId61"/>
    <p:sldId id="788" r:id="rId62"/>
    <p:sldId id="795" r:id="rId63"/>
    <p:sldId id="794" r:id="rId64"/>
    <p:sldId id="790" r:id="rId65"/>
    <p:sldId id="803" r:id="rId66"/>
    <p:sldId id="792" r:id="rId67"/>
    <p:sldId id="796" r:id="rId68"/>
    <p:sldId id="833" r:id="rId69"/>
    <p:sldId id="799" r:id="rId70"/>
    <p:sldId id="800" r:id="rId71"/>
    <p:sldId id="801" r:id="rId72"/>
    <p:sldId id="775" r:id="rId73"/>
    <p:sldId id="840" r:id="rId74"/>
    <p:sldId id="498" r:id="rId75"/>
    <p:sldId id="358" r:id="rId76"/>
  </p:sldIdLst>
  <p:sldSz cx="9144000" cy="6858000" type="screen4x3"/>
  <p:notesSz cx="6858000" cy="9144000"/>
  <p:embeddedFontLst>
    <p:embeddedFont>
      <p:font typeface="PT Serif" panose="020A0603040505020204" pitchFamily="18" charset="0"/>
      <p:regular r:id="rId79"/>
      <p:bold r:id="rId80"/>
      <p:italic r:id="rId81"/>
      <p:boldItalic r:id="rId82"/>
    </p:embeddedFont>
    <p:embeddedFont>
      <p:font typeface="Roboto" panose="02000000000000000000" pitchFamily="2" charset="0"/>
      <p:regular r:id="rId83"/>
      <p:bold r:id="rId84"/>
      <p:italic r:id="rId85"/>
      <p:boldItalic r:id="rId86"/>
    </p:embeddedFont>
    <p:embeddedFont>
      <p:font typeface="Tw Cen MT" panose="020B0602020104020603" pitchFamily="34" charset="0"/>
      <p:regular r:id="rId87"/>
      <p:bold r:id="rId88"/>
      <p:italic r:id="rId89"/>
      <p:boldItalic r:id="rId90"/>
    </p:embeddedFont>
    <p:embeddedFont>
      <p:font typeface="Wingdings 2" panose="05020102010507070707" pitchFamily="18" charset="2"/>
      <p:regular r:id="rId91"/>
    </p:embeddedFont>
    <p:embeddedFont>
      <p:font typeface="Wingdings 3" panose="05040102010807070707" pitchFamily="18" charset="2"/>
      <p:regular r:id="rId92"/>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CBA3"/>
    <a:srgbClr val="92D050"/>
    <a:srgbClr val="D4FEFD"/>
    <a:srgbClr val="777777"/>
    <a:srgbClr val="292929"/>
    <a:srgbClr val="FFFFFF"/>
    <a:srgbClr val="FED4FB"/>
    <a:srgbClr val="FFFCD3"/>
    <a:srgbClr val="FF00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50E9F-9207-4E3D-8F62-9700A476BA84}" v="17" dt="2024-11-11T21:55:09.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1" autoAdjust="0"/>
    <p:restoredTop sz="96357" autoAdjust="0"/>
  </p:normalViewPr>
  <p:slideViewPr>
    <p:cSldViewPr>
      <p:cViewPr varScale="1">
        <p:scale>
          <a:sx n="104" d="100"/>
          <a:sy n="104" d="100"/>
        </p:scale>
        <p:origin x="954"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font" Target="fonts/font12.fntdata"/><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1178D6E8-EA92-49B0-A115-AE58D47EBDD9}"/>
    <pc:docChg chg="undo redo custSel addSld delSld modSld sldOrd">
      <pc:chgData name="Daphne Economou" userId="d065a339-36cf-4937-af08-41751becbd81" providerId="ADAL" clId="{1178D6E8-EA92-49B0-A115-AE58D47EBDD9}" dt="2022-11-07T08:46:02.409" v="6718" actId="20577"/>
      <pc:docMkLst>
        <pc:docMk/>
      </pc:docMkLst>
      <pc:sldChg chg="modSp mod">
        <pc:chgData name="Daphne Economou" userId="d065a339-36cf-4937-af08-41751becbd81" providerId="ADAL" clId="{1178D6E8-EA92-49B0-A115-AE58D47EBDD9}" dt="2022-11-06T16:37:27.485" v="5253"/>
        <pc:sldMkLst>
          <pc:docMk/>
          <pc:sldMk cId="0" sldId="358"/>
        </pc:sldMkLst>
        <pc:spChg chg="mod">
          <ac:chgData name="Daphne Economou" userId="d065a339-36cf-4937-af08-41751becbd81" providerId="ADAL" clId="{1178D6E8-EA92-49B0-A115-AE58D47EBDD9}" dt="2022-11-06T16:37:27.485" v="5253"/>
          <ac:spMkLst>
            <pc:docMk/>
            <pc:sldMk cId="0" sldId="358"/>
            <ac:spMk id="223235" creationId="{00000000-0000-0000-0000-000000000000}"/>
          </ac:spMkLst>
        </pc:spChg>
      </pc:sldChg>
      <pc:sldChg chg="modSp mod">
        <pc:chgData name="Daphne Economou" userId="d065a339-36cf-4937-af08-41751becbd81" providerId="ADAL" clId="{1178D6E8-EA92-49B0-A115-AE58D47EBDD9}" dt="2022-11-07T08:46:02.409" v="6718" actId="20577"/>
        <pc:sldMkLst>
          <pc:docMk/>
          <pc:sldMk cId="0" sldId="443"/>
        </pc:sldMkLst>
        <pc:spChg chg="mod">
          <ac:chgData name="Daphne Economou" userId="d065a339-36cf-4937-af08-41751becbd81" providerId="ADAL" clId="{1178D6E8-EA92-49B0-A115-AE58D47EBDD9}" dt="2022-11-07T08:46:02.409" v="6718" actId="20577"/>
          <ac:spMkLst>
            <pc:docMk/>
            <pc:sldMk cId="0" sldId="443"/>
            <ac:spMk id="2" creationId="{00000000-0000-0000-0000-000000000000}"/>
          </ac:spMkLst>
        </pc:spChg>
      </pc:sldChg>
      <pc:sldChg chg="modSp mod">
        <pc:chgData name="Daphne Economou" userId="d065a339-36cf-4937-af08-41751becbd81" providerId="ADAL" clId="{1178D6E8-EA92-49B0-A115-AE58D47EBDD9}" dt="2022-11-05T12:44:41.986" v="102" actId="5793"/>
        <pc:sldMkLst>
          <pc:docMk/>
          <pc:sldMk cId="0" sldId="499"/>
        </pc:sldMkLst>
        <pc:spChg chg="mod">
          <ac:chgData name="Daphne Economou" userId="d065a339-36cf-4937-af08-41751becbd81" providerId="ADAL" clId="{1178D6E8-EA92-49B0-A115-AE58D47EBDD9}" dt="2022-11-05T12:44:41.986" v="102" actId="5793"/>
          <ac:spMkLst>
            <pc:docMk/>
            <pc:sldMk cId="0" sldId="499"/>
            <ac:spMk id="157699" creationId="{00000000-0000-0000-0000-000000000000}"/>
          </ac:spMkLst>
        </pc:spChg>
      </pc:sldChg>
      <pc:sldChg chg="del">
        <pc:chgData name="Daphne Economou" userId="d065a339-36cf-4937-af08-41751becbd81" providerId="ADAL" clId="{1178D6E8-EA92-49B0-A115-AE58D47EBDD9}" dt="2022-11-06T10:21:52.301" v="4531" actId="47"/>
        <pc:sldMkLst>
          <pc:docMk/>
          <pc:sldMk cId="1831287417" sldId="598"/>
        </pc:sldMkLst>
      </pc:sldChg>
      <pc:sldChg chg="addSp delSp modSp mod delAnim modAnim">
        <pc:chgData name="Daphne Economou" userId="d065a339-36cf-4937-af08-41751becbd81" providerId="ADAL" clId="{1178D6E8-EA92-49B0-A115-AE58D47EBDD9}" dt="2022-11-06T09:25:32.185" v="4384" actId="1076"/>
        <pc:sldMkLst>
          <pc:docMk/>
          <pc:sldMk cId="3146151642" sldId="638"/>
        </pc:sldMkLst>
        <pc:spChg chg="mod">
          <ac:chgData name="Daphne Economou" userId="d065a339-36cf-4937-af08-41751becbd81" providerId="ADAL" clId="{1178D6E8-EA92-49B0-A115-AE58D47EBDD9}" dt="2022-11-05T12:23:55.843" v="27" actId="20577"/>
          <ac:spMkLst>
            <pc:docMk/>
            <pc:sldMk cId="3146151642" sldId="638"/>
            <ac:spMk id="6" creationId="{1B2497D5-6644-19FE-C744-395480A05FD9}"/>
          </ac:spMkLst>
        </pc:spChg>
        <pc:spChg chg="del mod">
          <ac:chgData name="Daphne Economou" userId="d065a339-36cf-4937-af08-41751becbd81" providerId="ADAL" clId="{1178D6E8-EA92-49B0-A115-AE58D47EBDD9}" dt="2022-11-06T09:06:27.446" v="4283" actId="478"/>
          <ac:spMkLst>
            <pc:docMk/>
            <pc:sldMk cId="3146151642" sldId="638"/>
            <ac:spMk id="7" creationId="{62200CD7-BB12-89C3-D24F-09AE68F139DD}"/>
          </ac:spMkLst>
        </pc:spChg>
        <pc:spChg chg="add del mod">
          <ac:chgData name="Daphne Economou" userId="d065a339-36cf-4937-af08-41751becbd81" providerId="ADAL" clId="{1178D6E8-EA92-49B0-A115-AE58D47EBDD9}" dt="2022-11-06T09:06:25.798" v="4282" actId="478"/>
          <ac:spMkLst>
            <pc:docMk/>
            <pc:sldMk cId="3146151642" sldId="638"/>
            <ac:spMk id="11" creationId="{D3674BEC-ED5B-95EE-ECE6-36899733462A}"/>
          </ac:spMkLst>
        </pc:spChg>
        <pc:spChg chg="add del mod">
          <ac:chgData name="Daphne Economou" userId="d065a339-36cf-4937-af08-41751becbd81" providerId="ADAL" clId="{1178D6E8-EA92-49B0-A115-AE58D47EBDD9}" dt="2022-11-06T09:06:29.291" v="4284" actId="478"/>
          <ac:spMkLst>
            <pc:docMk/>
            <pc:sldMk cId="3146151642" sldId="638"/>
            <ac:spMk id="13" creationId="{D954867A-BA52-365B-E86F-A18531453337}"/>
          </ac:spMkLst>
        </pc:spChg>
        <pc:picChg chg="add del mod">
          <ac:chgData name="Daphne Economou" userId="d065a339-36cf-4937-af08-41751becbd81" providerId="ADAL" clId="{1178D6E8-EA92-49B0-A115-AE58D47EBDD9}" dt="2022-11-06T09:06:31.001" v="4286" actId="478"/>
          <ac:picMkLst>
            <pc:docMk/>
            <pc:sldMk cId="3146151642" sldId="638"/>
            <ac:picMk id="3" creationId="{D6BD867E-57AF-D11D-FE5A-BC973EDEE996}"/>
          </ac:picMkLst>
        </pc:picChg>
        <pc:picChg chg="add del mod">
          <ac:chgData name="Daphne Economou" userId="d065a339-36cf-4937-af08-41751becbd81" providerId="ADAL" clId="{1178D6E8-EA92-49B0-A115-AE58D47EBDD9}" dt="2022-11-06T09:06:29.937" v="4285" actId="478"/>
          <ac:picMkLst>
            <pc:docMk/>
            <pc:sldMk cId="3146151642" sldId="638"/>
            <ac:picMk id="5" creationId="{8CB199DC-F8EC-57A8-559B-E76F6678931A}"/>
          </ac:picMkLst>
        </pc:picChg>
        <pc:picChg chg="add mod">
          <ac:chgData name="Daphne Economou" userId="d065a339-36cf-4937-af08-41751becbd81" providerId="ADAL" clId="{1178D6E8-EA92-49B0-A115-AE58D47EBDD9}" dt="2022-11-06T09:18:05.085" v="4331" actId="1076"/>
          <ac:picMkLst>
            <pc:docMk/>
            <pc:sldMk cId="3146151642" sldId="638"/>
            <ac:picMk id="15" creationId="{FF73FA95-61EF-469E-6DC2-A039A115BE1B}"/>
          </ac:picMkLst>
        </pc:picChg>
        <pc:picChg chg="add mod">
          <ac:chgData name="Daphne Economou" userId="d065a339-36cf-4937-af08-41751becbd81" providerId="ADAL" clId="{1178D6E8-EA92-49B0-A115-AE58D47EBDD9}" dt="2022-11-06T09:23:13.491" v="4370" actId="1076"/>
          <ac:picMkLst>
            <pc:docMk/>
            <pc:sldMk cId="3146151642" sldId="638"/>
            <ac:picMk id="17" creationId="{43D410E8-135D-38CD-CE4F-03B1AA8F5B6C}"/>
          </ac:picMkLst>
        </pc:picChg>
        <pc:picChg chg="add del mod">
          <ac:chgData name="Daphne Economou" userId="d065a339-36cf-4937-af08-41751becbd81" providerId="ADAL" clId="{1178D6E8-EA92-49B0-A115-AE58D47EBDD9}" dt="2022-11-06T09:07:36.930" v="4292" actId="478"/>
          <ac:picMkLst>
            <pc:docMk/>
            <pc:sldMk cId="3146151642" sldId="638"/>
            <ac:picMk id="19" creationId="{13DAB23A-0A27-11D1-CED8-CC60AB7C6041}"/>
          </ac:picMkLst>
        </pc:picChg>
        <pc:picChg chg="add mod">
          <ac:chgData name="Daphne Economou" userId="d065a339-36cf-4937-af08-41751becbd81" providerId="ADAL" clId="{1178D6E8-EA92-49B0-A115-AE58D47EBDD9}" dt="2022-11-06T09:24:03.363" v="4376" actId="1076"/>
          <ac:picMkLst>
            <pc:docMk/>
            <pc:sldMk cId="3146151642" sldId="638"/>
            <ac:picMk id="21" creationId="{21970E99-42F8-620C-0933-AF08449BB641}"/>
          </ac:picMkLst>
        </pc:picChg>
        <pc:picChg chg="add mod ord">
          <ac:chgData name="Daphne Economou" userId="d065a339-36cf-4937-af08-41751becbd81" providerId="ADAL" clId="{1178D6E8-EA92-49B0-A115-AE58D47EBDD9}" dt="2022-11-06T09:25:32.185" v="4384" actId="1076"/>
          <ac:picMkLst>
            <pc:docMk/>
            <pc:sldMk cId="3146151642" sldId="638"/>
            <ac:picMk id="23" creationId="{9DFE0B64-6A85-FE6D-46BC-D72FFB293EF4}"/>
          </ac:picMkLst>
        </pc:picChg>
      </pc:sldChg>
      <pc:sldChg chg="del">
        <pc:chgData name="Daphne Economou" userId="d065a339-36cf-4937-af08-41751becbd81" providerId="ADAL" clId="{1178D6E8-EA92-49B0-A115-AE58D47EBDD9}" dt="2022-11-06T10:21:52.301" v="4531" actId="47"/>
        <pc:sldMkLst>
          <pc:docMk/>
          <pc:sldMk cId="2374539113" sldId="639"/>
        </pc:sldMkLst>
      </pc:sldChg>
      <pc:sldChg chg="del">
        <pc:chgData name="Daphne Economou" userId="d065a339-36cf-4937-af08-41751becbd81" providerId="ADAL" clId="{1178D6E8-EA92-49B0-A115-AE58D47EBDD9}" dt="2022-11-06T10:21:52.301" v="4531" actId="47"/>
        <pc:sldMkLst>
          <pc:docMk/>
          <pc:sldMk cId="2689225707" sldId="640"/>
        </pc:sldMkLst>
      </pc:sldChg>
      <pc:sldChg chg="del">
        <pc:chgData name="Daphne Economou" userId="d065a339-36cf-4937-af08-41751becbd81" providerId="ADAL" clId="{1178D6E8-EA92-49B0-A115-AE58D47EBDD9}" dt="2022-11-06T10:21:52.301" v="4531" actId="47"/>
        <pc:sldMkLst>
          <pc:docMk/>
          <pc:sldMk cId="2666249689" sldId="641"/>
        </pc:sldMkLst>
      </pc:sldChg>
      <pc:sldChg chg="del">
        <pc:chgData name="Daphne Economou" userId="d065a339-36cf-4937-af08-41751becbd81" providerId="ADAL" clId="{1178D6E8-EA92-49B0-A115-AE58D47EBDD9}" dt="2022-11-06T10:21:52.301" v="4531" actId="47"/>
        <pc:sldMkLst>
          <pc:docMk/>
          <pc:sldMk cId="883541173" sldId="642"/>
        </pc:sldMkLst>
      </pc:sldChg>
      <pc:sldChg chg="del">
        <pc:chgData name="Daphne Economou" userId="d065a339-36cf-4937-af08-41751becbd81" providerId="ADAL" clId="{1178D6E8-EA92-49B0-A115-AE58D47EBDD9}" dt="2022-11-06T10:21:52.301" v="4531" actId="47"/>
        <pc:sldMkLst>
          <pc:docMk/>
          <pc:sldMk cId="506191502" sldId="643"/>
        </pc:sldMkLst>
      </pc:sldChg>
      <pc:sldChg chg="del">
        <pc:chgData name="Daphne Economou" userId="d065a339-36cf-4937-af08-41751becbd81" providerId="ADAL" clId="{1178D6E8-EA92-49B0-A115-AE58D47EBDD9}" dt="2022-11-06T10:21:52.301" v="4531" actId="47"/>
        <pc:sldMkLst>
          <pc:docMk/>
          <pc:sldMk cId="1919175559" sldId="644"/>
        </pc:sldMkLst>
      </pc:sldChg>
      <pc:sldChg chg="del">
        <pc:chgData name="Daphne Economou" userId="d065a339-36cf-4937-af08-41751becbd81" providerId="ADAL" clId="{1178D6E8-EA92-49B0-A115-AE58D47EBDD9}" dt="2022-11-06T10:21:52.301" v="4531" actId="47"/>
        <pc:sldMkLst>
          <pc:docMk/>
          <pc:sldMk cId="4088107113" sldId="645"/>
        </pc:sldMkLst>
      </pc:sldChg>
      <pc:sldChg chg="del">
        <pc:chgData name="Daphne Economou" userId="d065a339-36cf-4937-af08-41751becbd81" providerId="ADAL" clId="{1178D6E8-EA92-49B0-A115-AE58D47EBDD9}" dt="2022-11-06T10:21:52.301" v="4531" actId="47"/>
        <pc:sldMkLst>
          <pc:docMk/>
          <pc:sldMk cId="1466085313" sldId="646"/>
        </pc:sldMkLst>
      </pc:sldChg>
      <pc:sldChg chg="del">
        <pc:chgData name="Daphne Economou" userId="d065a339-36cf-4937-af08-41751becbd81" providerId="ADAL" clId="{1178D6E8-EA92-49B0-A115-AE58D47EBDD9}" dt="2022-11-06T10:21:52.301" v="4531" actId="47"/>
        <pc:sldMkLst>
          <pc:docMk/>
          <pc:sldMk cId="1139539221" sldId="647"/>
        </pc:sldMkLst>
      </pc:sldChg>
      <pc:sldChg chg="del">
        <pc:chgData name="Daphne Economou" userId="d065a339-36cf-4937-af08-41751becbd81" providerId="ADAL" clId="{1178D6E8-EA92-49B0-A115-AE58D47EBDD9}" dt="2022-11-06T10:21:52.301" v="4531" actId="47"/>
        <pc:sldMkLst>
          <pc:docMk/>
          <pc:sldMk cId="3526452111" sldId="648"/>
        </pc:sldMkLst>
      </pc:sldChg>
      <pc:sldChg chg="del">
        <pc:chgData name="Daphne Economou" userId="d065a339-36cf-4937-af08-41751becbd81" providerId="ADAL" clId="{1178D6E8-EA92-49B0-A115-AE58D47EBDD9}" dt="2022-11-06T10:21:52.301" v="4531" actId="47"/>
        <pc:sldMkLst>
          <pc:docMk/>
          <pc:sldMk cId="935589118" sldId="649"/>
        </pc:sldMkLst>
      </pc:sldChg>
      <pc:sldChg chg="del">
        <pc:chgData name="Daphne Economou" userId="d065a339-36cf-4937-af08-41751becbd81" providerId="ADAL" clId="{1178D6E8-EA92-49B0-A115-AE58D47EBDD9}" dt="2022-11-06T10:21:52.301" v="4531" actId="47"/>
        <pc:sldMkLst>
          <pc:docMk/>
          <pc:sldMk cId="2133773386" sldId="650"/>
        </pc:sldMkLst>
      </pc:sldChg>
      <pc:sldChg chg="del">
        <pc:chgData name="Daphne Economou" userId="d065a339-36cf-4937-af08-41751becbd81" providerId="ADAL" clId="{1178D6E8-EA92-49B0-A115-AE58D47EBDD9}" dt="2022-11-06T10:21:52.301" v="4531" actId="47"/>
        <pc:sldMkLst>
          <pc:docMk/>
          <pc:sldMk cId="2638013518" sldId="652"/>
        </pc:sldMkLst>
      </pc:sldChg>
      <pc:sldChg chg="del">
        <pc:chgData name="Daphne Economou" userId="d065a339-36cf-4937-af08-41751becbd81" providerId="ADAL" clId="{1178D6E8-EA92-49B0-A115-AE58D47EBDD9}" dt="2022-11-06T10:21:52.301" v="4531" actId="47"/>
        <pc:sldMkLst>
          <pc:docMk/>
          <pc:sldMk cId="1248074938" sldId="653"/>
        </pc:sldMkLst>
      </pc:sldChg>
      <pc:sldChg chg="del">
        <pc:chgData name="Daphne Economou" userId="d065a339-36cf-4937-af08-41751becbd81" providerId="ADAL" clId="{1178D6E8-EA92-49B0-A115-AE58D47EBDD9}" dt="2022-11-06T10:21:52.301" v="4531" actId="47"/>
        <pc:sldMkLst>
          <pc:docMk/>
          <pc:sldMk cId="4120438286" sldId="654"/>
        </pc:sldMkLst>
      </pc:sldChg>
      <pc:sldChg chg="del">
        <pc:chgData name="Daphne Economou" userId="d065a339-36cf-4937-af08-41751becbd81" providerId="ADAL" clId="{1178D6E8-EA92-49B0-A115-AE58D47EBDD9}" dt="2022-11-06T10:21:52.301" v="4531" actId="47"/>
        <pc:sldMkLst>
          <pc:docMk/>
          <pc:sldMk cId="369966135" sldId="655"/>
        </pc:sldMkLst>
      </pc:sldChg>
      <pc:sldChg chg="del">
        <pc:chgData name="Daphne Economou" userId="d065a339-36cf-4937-af08-41751becbd81" providerId="ADAL" clId="{1178D6E8-EA92-49B0-A115-AE58D47EBDD9}" dt="2022-11-06T10:21:52.301" v="4531" actId="47"/>
        <pc:sldMkLst>
          <pc:docMk/>
          <pc:sldMk cId="621352731" sldId="657"/>
        </pc:sldMkLst>
      </pc:sldChg>
      <pc:sldChg chg="del">
        <pc:chgData name="Daphne Economou" userId="d065a339-36cf-4937-af08-41751becbd81" providerId="ADAL" clId="{1178D6E8-EA92-49B0-A115-AE58D47EBDD9}" dt="2022-11-06T10:21:52.301" v="4531" actId="47"/>
        <pc:sldMkLst>
          <pc:docMk/>
          <pc:sldMk cId="1284913496" sldId="659"/>
        </pc:sldMkLst>
      </pc:sldChg>
      <pc:sldChg chg="del">
        <pc:chgData name="Daphne Economou" userId="d065a339-36cf-4937-af08-41751becbd81" providerId="ADAL" clId="{1178D6E8-EA92-49B0-A115-AE58D47EBDD9}" dt="2022-11-06T10:21:52.301" v="4531" actId="47"/>
        <pc:sldMkLst>
          <pc:docMk/>
          <pc:sldMk cId="1888284538" sldId="661"/>
        </pc:sldMkLst>
      </pc:sldChg>
      <pc:sldChg chg="del">
        <pc:chgData name="Daphne Economou" userId="d065a339-36cf-4937-af08-41751becbd81" providerId="ADAL" clId="{1178D6E8-EA92-49B0-A115-AE58D47EBDD9}" dt="2022-11-06T10:21:52.301" v="4531" actId="47"/>
        <pc:sldMkLst>
          <pc:docMk/>
          <pc:sldMk cId="3321785762" sldId="662"/>
        </pc:sldMkLst>
      </pc:sldChg>
      <pc:sldChg chg="del">
        <pc:chgData name="Daphne Economou" userId="d065a339-36cf-4937-af08-41751becbd81" providerId="ADAL" clId="{1178D6E8-EA92-49B0-A115-AE58D47EBDD9}" dt="2022-11-06T10:21:52.301" v="4531" actId="47"/>
        <pc:sldMkLst>
          <pc:docMk/>
          <pc:sldMk cId="4089075956" sldId="663"/>
        </pc:sldMkLst>
      </pc:sldChg>
      <pc:sldChg chg="del">
        <pc:chgData name="Daphne Economou" userId="d065a339-36cf-4937-af08-41751becbd81" providerId="ADAL" clId="{1178D6E8-EA92-49B0-A115-AE58D47EBDD9}" dt="2022-11-06T10:21:52.301" v="4531" actId="47"/>
        <pc:sldMkLst>
          <pc:docMk/>
          <pc:sldMk cId="2678297386" sldId="664"/>
        </pc:sldMkLst>
      </pc:sldChg>
      <pc:sldChg chg="del">
        <pc:chgData name="Daphne Economou" userId="d065a339-36cf-4937-af08-41751becbd81" providerId="ADAL" clId="{1178D6E8-EA92-49B0-A115-AE58D47EBDD9}" dt="2022-11-06T10:21:52.301" v="4531" actId="47"/>
        <pc:sldMkLst>
          <pc:docMk/>
          <pc:sldMk cId="2662178917" sldId="667"/>
        </pc:sldMkLst>
      </pc:sldChg>
      <pc:sldChg chg="del">
        <pc:chgData name="Daphne Economou" userId="d065a339-36cf-4937-af08-41751becbd81" providerId="ADAL" clId="{1178D6E8-EA92-49B0-A115-AE58D47EBDD9}" dt="2022-11-06T10:21:52.301" v="4531" actId="47"/>
        <pc:sldMkLst>
          <pc:docMk/>
          <pc:sldMk cId="2603457445" sldId="668"/>
        </pc:sldMkLst>
      </pc:sldChg>
      <pc:sldChg chg="del">
        <pc:chgData name="Daphne Economou" userId="d065a339-36cf-4937-af08-41751becbd81" providerId="ADAL" clId="{1178D6E8-EA92-49B0-A115-AE58D47EBDD9}" dt="2022-11-06T10:21:52.301" v="4531" actId="47"/>
        <pc:sldMkLst>
          <pc:docMk/>
          <pc:sldMk cId="3453266115" sldId="670"/>
        </pc:sldMkLst>
      </pc:sldChg>
      <pc:sldChg chg="del">
        <pc:chgData name="Daphne Economou" userId="d065a339-36cf-4937-af08-41751becbd81" providerId="ADAL" clId="{1178D6E8-EA92-49B0-A115-AE58D47EBDD9}" dt="2022-11-06T10:21:52.301" v="4531" actId="47"/>
        <pc:sldMkLst>
          <pc:docMk/>
          <pc:sldMk cId="2982566595" sldId="671"/>
        </pc:sldMkLst>
      </pc:sldChg>
      <pc:sldChg chg="del">
        <pc:chgData name="Daphne Economou" userId="d065a339-36cf-4937-af08-41751becbd81" providerId="ADAL" clId="{1178D6E8-EA92-49B0-A115-AE58D47EBDD9}" dt="2022-11-06T10:21:52.301" v="4531" actId="47"/>
        <pc:sldMkLst>
          <pc:docMk/>
          <pc:sldMk cId="3125011592" sldId="672"/>
        </pc:sldMkLst>
      </pc:sldChg>
      <pc:sldChg chg="del">
        <pc:chgData name="Daphne Economou" userId="d065a339-36cf-4937-af08-41751becbd81" providerId="ADAL" clId="{1178D6E8-EA92-49B0-A115-AE58D47EBDD9}" dt="2022-11-06T10:21:52.301" v="4531" actId="47"/>
        <pc:sldMkLst>
          <pc:docMk/>
          <pc:sldMk cId="3158864792" sldId="673"/>
        </pc:sldMkLst>
      </pc:sldChg>
      <pc:sldChg chg="del">
        <pc:chgData name="Daphne Economou" userId="d065a339-36cf-4937-af08-41751becbd81" providerId="ADAL" clId="{1178D6E8-EA92-49B0-A115-AE58D47EBDD9}" dt="2022-11-06T10:21:52.301" v="4531" actId="47"/>
        <pc:sldMkLst>
          <pc:docMk/>
          <pc:sldMk cId="600862974" sldId="674"/>
        </pc:sldMkLst>
      </pc:sldChg>
      <pc:sldChg chg="del">
        <pc:chgData name="Daphne Economou" userId="d065a339-36cf-4937-af08-41751becbd81" providerId="ADAL" clId="{1178D6E8-EA92-49B0-A115-AE58D47EBDD9}" dt="2022-11-06T10:21:52.301" v="4531" actId="47"/>
        <pc:sldMkLst>
          <pc:docMk/>
          <pc:sldMk cId="2365073488" sldId="675"/>
        </pc:sldMkLst>
      </pc:sldChg>
      <pc:sldChg chg="del">
        <pc:chgData name="Daphne Economou" userId="d065a339-36cf-4937-af08-41751becbd81" providerId="ADAL" clId="{1178D6E8-EA92-49B0-A115-AE58D47EBDD9}" dt="2022-11-06T10:21:52.301" v="4531" actId="47"/>
        <pc:sldMkLst>
          <pc:docMk/>
          <pc:sldMk cId="2205690091" sldId="677"/>
        </pc:sldMkLst>
      </pc:sldChg>
      <pc:sldChg chg="del">
        <pc:chgData name="Daphne Economou" userId="d065a339-36cf-4937-af08-41751becbd81" providerId="ADAL" clId="{1178D6E8-EA92-49B0-A115-AE58D47EBDD9}" dt="2022-11-06T10:21:52.301" v="4531" actId="47"/>
        <pc:sldMkLst>
          <pc:docMk/>
          <pc:sldMk cId="1125299543" sldId="679"/>
        </pc:sldMkLst>
      </pc:sldChg>
      <pc:sldChg chg="del">
        <pc:chgData name="Daphne Economou" userId="d065a339-36cf-4937-af08-41751becbd81" providerId="ADAL" clId="{1178D6E8-EA92-49B0-A115-AE58D47EBDD9}" dt="2022-11-06T10:21:52.301" v="4531" actId="47"/>
        <pc:sldMkLst>
          <pc:docMk/>
          <pc:sldMk cId="3955673542" sldId="681"/>
        </pc:sldMkLst>
      </pc:sldChg>
      <pc:sldChg chg="del">
        <pc:chgData name="Daphne Economou" userId="d065a339-36cf-4937-af08-41751becbd81" providerId="ADAL" clId="{1178D6E8-EA92-49B0-A115-AE58D47EBDD9}" dt="2022-11-06T10:21:52.301" v="4531" actId="47"/>
        <pc:sldMkLst>
          <pc:docMk/>
          <pc:sldMk cId="772408030" sldId="682"/>
        </pc:sldMkLst>
      </pc:sldChg>
      <pc:sldChg chg="del">
        <pc:chgData name="Daphne Economou" userId="d065a339-36cf-4937-af08-41751becbd81" providerId="ADAL" clId="{1178D6E8-EA92-49B0-A115-AE58D47EBDD9}" dt="2022-11-06T10:21:52.301" v="4531" actId="47"/>
        <pc:sldMkLst>
          <pc:docMk/>
          <pc:sldMk cId="1754456890" sldId="684"/>
        </pc:sldMkLst>
      </pc:sldChg>
      <pc:sldChg chg="del">
        <pc:chgData name="Daphne Economou" userId="d065a339-36cf-4937-af08-41751becbd81" providerId="ADAL" clId="{1178D6E8-EA92-49B0-A115-AE58D47EBDD9}" dt="2022-11-06T10:21:52.301" v="4531" actId="47"/>
        <pc:sldMkLst>
          <pc:docMk/>
          <pc:sldMk cId="601033246" sldId="685"/>
        </pc:sldMkLst>
      </pc:sldChg>
      <pc:sldChg chg="del">
        <pc:chgData name="Daphne Economou" userId="d065a339-36cf-4937-af08-41751becbd81" providerId="ADAL" clId="{1178D6E8-EA92-49B0-A115-AE58D47EBDD9}" dt="2022-11-06T10:21:52.301" v="4531" actId="47"/>
        <pc:sldMkLst>
          <pc:docMk/>
          <pc:sldMk cId="311864859" sldId="686"/>
        </pc:sldMkLst>
      </pc:sldChg>
      <pc:sldChg chg="del">
        <pc:chgData name="Daphne Economou" userId="d065a339-36cf-4937-af08-41751becbd81" providerId="ADAL" clId="{1178D6E8-EA92-49B0-A115-AE58D47EBDD9}" dt="2022-11-06T10:21:52.301" v="4531" actId="47"/>
        <pc:sldMkLst>
          <pc:docMk/>
          <pc:sldMk cId="2573299379" sldId="687"/>
        </pc:sldMkLst>
      </pc:sldChg>
      <pc:sldChg chg="del">
        <pc:chgData name="Daphne Economou" userId="d065a339-36cf-4937-af08-41751becbd81" providerId="ADAL" clId="{1178D6E8-EA92-49B0-A115-AE58D47EBDD9}" dt="2022-11-06T10:21:52.301" v="4531" actId="47"/>
        <pc:sldMkLst>
          <pc:docMk/>
          <pc:sldMk cId="1268397854" sldId="688"/>
        </pc:sldMkLst>
      </pc:sldChg>
      <pc:sldChg chg="del">
        <pc:chgData name="Daphne Economou" userId="d065a339-36cf-4937-af08-41751becbd81" providerId="ADAL" clId="{1178D6E8-EA92-49B0-A115-AE58D47EBDD9}" dt="2022-11-06T10:21:52.301" v="4531" actId="47"/>
        <pc:sldMkLst>
          <pc:docMk/>
          <pc:sldMk cId="4170147541" sldId="689"/>
        </pc:sldMkLst>
      </pc:sldChg>
      <pc:sldChg chg="del">
        <pc:chgData name="Daphne Economou" userId="d065a339-36cf-4937-af08-41751becbd81" providerId="ADAL" clId="{1178D6E8-EA92-49B0-A115-AE58D47EBDD9}" dt="2022-11-06T10:21:52.301" v="4531" actId="47"/>
        <pc:sldMkLst>
          <pc:docMk/>
          <pc:sldMk cId="2326073187" sldId="690"/>
        </pc:sldMkLst>
      </pc:sldChg>
      <pc:sldChg chg="del">
        <pc:chgData name="Daphne Economou" userId="d065a339-36cf-4937-af08-41751becbd81" providerId="ADAL" clId="{1178D6E8-EA92-49B0-A115-AE58D47EBDD9}" dt="2022-11-06T10:21:52.301" v="4531" actId="47"/>
        <pc:sldMkLst>
          <pc:docMk/>
          <pc:sldMk cId="2589886861" sldId="691"/>
        </pc:sldMkLst>
      </pc:sldChg>
      <pc:sldChg chg="del">
        <pc:chgData name="Daphne Economou" userId="d065a339-36cf-4937-af08-41751becbd81" providerId="ADAL" clId="{1178D6E8-EA92-49B0-A115-AE58D47EBDD9}" dt="2022-11-06T10:21:52.301" v="4531" actId="47"/>
        <pc:sldMkLst>
          <pc:docMk/>
          <pc:sldMk cId="232357518" sldId="692"/>
        </pc:sldMkLst>
      </pc:sldChg>
      <pc:sldChg chg="del">
        <pc:chgData name="Daphne Economou" userId="d065a339-36cf-4937-af08-41751becbd81" providerId="ADAL" clId="{1178D6E8-EA92-49B0-A115-AE58D47EBDD9}" dt="2022-11-06T10:21:52.301" v="4531" actId="47"/>
        <pc:sldMkLst>
          <pc:docMk/>
          <pc:sldMk cId="1149311275" sldId="693"/>
        </pc:sldMkLst>
      </pc:sldChg>
      <pc:sldChg chg="modSp del mod">
        <pc:chgData name="Daphne Economou" userId="d065a339-36cf-4937-af08-41751becbd81" providerId="ADAL" clId="{1178D6E8-EA92-49B0-A115-AE58D47EBDD9}" dt="2022-11-06T10:21:52.301" v="4531" actId="47"/>
        <pc:sldMkLst>
          <pc:docMk/>
          <pc:sldMk cId="190135260" sldId="695"/>
        </pc:sldMkLst>
        <pc:spChg chg="mod">
          <ac:chgData name="Daphne Economou" userId="d065a339-36cf-4937-af08-41751becbd81" providerId="ADAL" clId="{1178D6E8-EA92-49B0-A115-AE58D47EBDD9}" dt="2022-11-05T15:51:36.803" v="3055" actId="207"/>
          <ac:spMkLst>
            <pc:docMk/>
            <pc:sldMk cId="190135260" sldId="695"/>
            <ac:spMk id="3" creationId="{FAE3F511-59E2-FF58-7185-7FD8F9FBD060}"/>
          </ac:spMkLst>
        </pc:spChg>
      </pc:sldChg>
      <pc:sldChg chg="del">
        <pc:chgData name="Daphne Economou" userId="d065a339-36cf-4937-af08-41751becbd81" providerId="ADAL" clId="{1178D6E8-EA92-49B0-A115-AE58D47EBDD9}" dt="2022-11-06T10:21:52.301" v="4531" actId="47"/>
        <pc:sldMkLst>
          <pc:docMk/>
          <pc:sldMk cId="956517098" sldId="696"/>
        </pc:sldMkLst>
      </pc:sldChg>
      <pc:sldChg chg="del">
        <pc:chgData name="Daphne Economou" userId="d065a339-36cf-4937-af08-41751becbd81" providerId="ADAL" clId="{1178D6E8-EA92-49B0-A115-AE58D47EBDD9}" dt="2022-11-06T10:21:52.301" v="4531" actId="47"/>
        <pc:sldMkLst>
          <pc:docMk/>
          <pc:sldMk cId="652799084" sldId="697"/>
        </pc:sldMkLst>
      </pc:sldChg>
      <pc:sldChg chg="del">
        <pc:chgData name="Daphne Economou" userId="d065a339-36cf-4937-af08-41751becbd81" providerId="ADAL" clId="{1178D6E8-EA92-49B0-A115-AE58D47EBDD9}" dt="2022-11-06T10:21:52.301" v="4531" actId="47"/>
        <pc:sldMkLst>
          <pc:docMk/>
          <pc:sldMk cId="1861020392" sldId="698"/>
        </pc:sldMkLst>
      </pc:sldChg>
      <pc:sldChg chg="del">
        <pc:chgData name="Daphne Economou" userId="d065a339-36cf-4937-af08-41751becbd81" providerId="ADAL" clId="{1178D6E8-EA92-49B0-A115-AE58D47EBDD9}" dt="2022-11-06T10:21:52.301" v="4531" actId="47"/>
        <pc:sldMkLst>
          <pc:docMk/>
          <pc:sldMk cId="3593614078" sldId="699"/>
        </pc:sldMkLst>
      </pc:sldChg>
      <pc:sldChg chg="del">
        <pc:chgData name="Daphne Economou" userId="d065a339-36cf-4937-af08-41751becbd81" providerId="ADAL" clId="{1178D6E8-EA92-49B0-A115-AE58D47EBDD9}" dt="2022-11-06T10:21:52.301" v="4531" actId="47"/>
        <pc:sldMkLst>
          <pc:docMk/>
          <pc:sldMk cId="3736631847" sldId="700"/>
        </pc:sldMkLst>
      </pc:sldChg>
      <pc:sldChg chg="add del">
        <pc:chgData name="Daphne Economou" userId="d065a339-36cf-4937-af08-41751becbd81" providerId="ADAL" clId="{1178D6E8-EA92-49B0-A115-AE58D47EBDD9}" dt="2022-11-06T22:26:40.570" v="6108"/>
        <pc:sldMkLst>
          <pc:docMk/>
          <pc:sldMk cId="3660008594" sldId="702"/>
        </pc:sldMkLst>
      </pc:sldChg>
      <pc:sldChg chg="del">
        <pc:chgData name="Daphne Economou" userId="d065a339-36cf-4937-af08-41751becbd81" providerId="ADAL" clId="{1178D6E8-EA92-49B0-A115-AE58D47EBDD9}" dt="2022-11-06T10:21:52.301" v="4531" actId="47"/>
        <pc:sldMkLst>
          <pc:docMk/>
          <pc:sldMk cId="2595989643" sldId="703"/>
        </pc:sldMkLst>
      </pc:sldChg>
      <pc:sldChg chg="del">
        <pc:chgData name="Daphne Economou" userId="d065a339-36cf-4937-af08-41751becbd81" providerId="ADAL" clId="{1178D6E8-EA92-49B0-A115-AE58D47EBDD9}" dt="2022-11-06T10:21:52.301" v="4531" actId="47"/>
        <pc:sldMkLst>
          <pc:docMk/>
          <pc:sldMk cId="43082428" sldId="705"/>
        </pc:sldMkLst>
      </pc:sldChg>
      <pc:sldChg chg="addSp delSp modSp new mod chgLayout">
        <pc:chgData name="Daphne Economou" userId="d065a339-36cf-4937-af08-41751becbd81" providerId="ADAL" clId="{1178D6E8-EA92-49B0-A115-AE58D47EBDD9}" dt="2022-11-06T17:24:38.214" v="5303" actId="20577"/>
        <pc:sldMkLst>
          <pc:docMk/>
          <pc:sldMk cId="2001595692" sldId="706"/>
        </pc:sldMkLst>
        <pc:spChg chg="del mod ord">
          <ac:chgData name="Daphne Economou" userId="d065a339-36cf-4937-af08-41751becbd81" providerId="ADAL" clId="{1178D6E8-EA92-49B0-A115-AE58D47EBDD9}" dt="2022-11-05T12:24:03.490" v="29" actId="700"/>
          <ac:spMkLst>
            <pc:docMk/>
            <pc:sldMk cId="2001595692" sldId="706"/>
            <ac:spMk id="2" creationId="{DCFF7300-C18A-B8CC-4032-55D73864E98B}"/>
          </ac:spMkLst>
        </pc:spChg>
        <pc:spChg chg="del mod ord">
          <ac:chgData name="Daphne Economou" userId="d065a339-36cf-4937-af08-41751becbd81" providerId="ADAL" clId="{1178D6E8-EA92-49B0-A115-AE58D47EBDD9}" dt="2022-11-05T12:24:03.490" v="29" actId="700"/>
          <ac:spMkLst>
            <pc:docMk/>
            <pc:sldMk cId="2001595692" sldId="706"/>
            <ac:spMk id="3" creationId="{927A5FE5-7CF9-BB62-4283-E35E10C9A16A}"/>
          </ac:spMkLst>
        </pc:spChg>
        <pc:spChg chg="mod ord">
          <ac:chgData name="Daphne Economou" userId="d065a339-36cf-4937-af08-41751becbd81" providerId="ADAL" clId="{1178D6E8-EA92-49B0-A115-AE58D47EBDD9}" dt="2022-11-05T12:24:03.490" v="29" actId="700"/>
          <ac:spMkLst>
            <pc:docMk/>
            <pc:sldMk cId="2001595692" sldId="706"/>
            <ac:spMk id="4" creationId="{00660D7F-A96C-0D38-E29F-50AAF92F7A03}"/>
          </ac:spMkLst>
        </pc:spChg>
        <pc:spChg chg="mod ord">
          <ac:chgData name="Daphne Economou" userId="d065a339-36cf-4937-af08-41751becbd81" providerId="ADAL" clId="{1178D6E8-EA92-49B0-A115-AE58D47EBDD9}" dt="2022-11-05T12:24:03.490" v="29" actId="700"/>
          <ac:spMkLst>
            <pc:docMk/>
            <pc:sldMk cId="2001595692" sldId="706"/>
            <ac:spMk id="5" creationId="{BCDA5B46-2768-BA87-A4A2-20FBD253CBD5}"/>
          </ac:spMkLst>
        </pc:spChg>
        <pc:spChg chg="del">
          <ac:chgData name="Daphne Economou" userId="d065a339-36cf-4937-af08-41751becbd81" providerId="ADAL" clId="{1178D6E8-EA92-49B0-A115-AE58D47EBDD9}" dt="2022-11-05T12:24:03.490" v="29" actId="700"/>
          <ac:spMkLst>
            <pc:docMk/>
            <pc:sldMk cId="2001595692" sldId="706"/>
            <ac:spMk id="6" creationId="{CB72AA96-0E8A-4CDB-3538-BFC19B603168}"/>
          </ac:spMkLst>
        </pc:spChg>
        <pc:spChg chg="add mod ord">
          <ac:chgData name="Daphne Economou" userId="d065a339-36cf-4937-af08-41751becbd81" providerId="ADAL" clId="{1178D6E8-EA92-49B0-A115-AE58D47EBDD9}" dt="2022-11-06T09:32:54.445" v="4389"/>
          <ac:spMkLst>
            <pc:docMk/>
            <pc:sldMk cId="2001595692" sldId="706"/>
            <ac:spMk id="7" creationId="{34E3BBB1-2A26-20DD-4C95-F0C29450901E}"/>
          </ac:spMkLst>
        </pc:spChg>
        <pc:spChg chg="add mod ord">
          <ac:chgData name="Daphne Economou" userId="d065a339-36cf-4937-af08-41751becbd81" providerId="ADAL" clId="{1178D6E8-EA92-49B0-A115-AE58D47EBDD9}" dt="2022-11-06T17:24:38.214" v="5303" actId="20577"/>
          <ac:spMkLst>
            <pc:docMk/>
            <pc:sldMk cId="2001595692" sldId="706"/>
            <ac:spMk id="8" creationId="{27F00263-5C3E-D002-4932-8A26B1294B16}"/>
          </ac:spMkLst>
        </pc:spChg>
      </pc:sldChg>
      <pc:sldChg chg="modSp new del mod">
        <pc:chgData name="Daphne Economou" userId="d065a339-36cf-4937-af08-41751becbd81" providerId="ADAL" clId="{1178D6E8-EA92-49B0-A115-AE58D47EBDD9}" dt="2022-11-05T12:45:43.176" v="115" actId="47"/>
        <pc:sldMkLst>
          <pc:docMk/>
          <pc:sldMk cId="2139678576" sldId="707"/>
        </pc:sldMkLst>
        <pc:spChg chg="mod">
          <ac:chgData name="Daphne Economou" userId="d065a339-36cf-4937-af08-41751becbd81" providerId="ADAL" clId="{1178D6E8-EA92-49B0-A115-AE58D47EBDD9}" dt="2022-11-05T12:45:27.814" v="113" actId="20577"/>
          <ac:spMkLst>
            <pc:docMk/>
            <pc:sldMk cId="2139678576" sldId="707"/>
            <ac:spMk id="2" creationId="{6EDFA41E-BF16-DDFC-157F-556F28381B93}"/>
          </ac:spMkLst>
        </pc:spChg>
      </pc:sldChg>
      <pc:sldChg chg="modSp add mod">
        <pc:chgData name="Daphne Economou" userId="d065a339-36cf-4937-af08-41751becbd81" providerId="ADAL" clId="{1178D6E8-EA92-49B0-A115-AE58D47EBDD9}" dt="2022-11-05T12:50:24.426" v="423" actId="1076"/>
        <pc:sldMkLst>
          <pc:docMk/>
          <pc:sldMk cId="823010149" sldId="708"/>
        </pc:sldMkLst>
        <pc:spChg chg="mod">
          <ac:chgData name="Daphne Economou" userId="d065a339-36cf-4937-af08-41751becbd81" providerId="ADAL" clId="{1178D6E8-EA92-49B0-A115-AE58D47EBDD9}" dt="2022-11-05T12:50:24.426" v="423" actId="1076"/>
          <ac:spMkLst>
            <pc:docMk/>
            <pc:sldMk cId="823010149" sldId="708"/>
            <ac:spMk id="2" creationId="{55AC0C24-80DB-B540-1A19-4EC2C19F1FE1}"/>
          </ac:spMkLst>
        </pc:spChg>
        <pc:spChg chg="mod">
          <ac:chgData name="Daphne Economou" userId="d065a339-36cf-4937-af08-41751becbd81" providerId="ADAL" clId="{1178D6E8-EA92-49B0-A115-AE58D47EBDD9}" dt="2022-11-05T12:49:25.681" v="355" actId="14100"/>
          <ac:spMkLst>
            <pc:docMk/>
            <pc:sldMk cId="823010149" sldId="708"/>
            <ac:spMk id="3" creationId="{17DF0B3F-6048-595F-FFEB-E38327B5233B}"/>
          </ac:spMkLst>
        </pc:spChg>
        <pc:spChg chg="mod">
          <ac:chgData name="Daphne Economou" userId="d065a339-36cf-4937-af08-41751becbd81" providerId="ADAL" clId="{1178D6E8-EA92-49B0-A115-AE58D47EBDD9}" dt="2022-11-05T12:49:29.566" v="356" actId="1076"/>
          <ac:spMkLst>
            <pc:docMk/>
            <pc:sldMk cId="823010149" sldId="708"/>
            <ac:spMk id="4" creationId="{76F25CC8-97DA-05BE-7F17-EE97171F0B68}"/>
          </ac:spMkLst>
        </pc:spChg>
        <pc:spChg chg="mod">
          <ac:chgData name="Daphne Economou" userId="d065a339-36cf-4937-af08-41751becbd81" providerId="ADAL" clId="{1178D6E8-EA92-49B0-A115-AE58D47EBDD9}" dt="2022-11-05T12:49:29.566" v="356" actId="1076"/>
          <ac:spMkLst>
            <pc:docMk/>
            <pc:sldMk cId="823010149" sldId="708"/>
            <ac:spMk id="5" creationId="{BE90FFAE-0682-0A44-7520-6D3BAB380542}"/>
          </ac:spMkLst>
        </pc:spChg>
        <pc:spChg chg="mod">
          <ac:chgData name="Daphne Economou" userId="d065a339-36cf-4937-af08-41751becbd81" providerId="ADAL" clId="{1178D6E8-EA92-49B0-A115-AE58D47EBDD9}" dt="2022-11-05T12:49:29.566" v="356" actId="1076"/>
          <ac:spMkLst>
            <pc:docMk/>
            <pc:sldMk cId="823010149" sldId="708"/>
            <ac:spMk id="8" creationId="{4B562238-96DF-21E8-7340-F30FB0E7B0F1}"/>
          </ac:spMkLst>
        </pc:spChg>
        <pc:spChg chg="mod">
          <ac:chgData name="Daphne Economou" userId="d065a339-36cf-4937-af08-41751becbd81" providerId="ADAL" clId="{1178D6E8-EA92-49B0-A115-AE58D47EBDD9}" dt="2022-11-05T12:49:29.566" v="356" actId="1076"/>
          <ac:spMkLst>
            <pc:docMk/>
            <pc:sldMk cId="823010149" sldId="708"/>
            <ac:spMk id="9" creationId="{B846C280-CCEF-8627-A5B6-583823C7ACE6}"/>
          </ac:spMkLst>
        </pc:spChg>
        <pc:spChg chg="mod">
          <ac:chgData name="Daphne Economou" userId="d065a339-36cf-4937-af08-41751becbd81" providerId="ADAL" clId="{1178D6E8-EA92-49B0-A115-AE58D47EBDD9}" dt="2022-11-05T12:49:29.566" v="356" actId="1076"/>
          <ac:spMkLst>
            <pc:docMk/>
            <pc:sldMk cId="823010149" sldId="708"/>
            <ac:spMk id="10" creationId="{9A9A7744-FD39-4F15-6AAC-2328ACBFB8B2}"/>
          </ac:spMkLst>
        </pc:spChg>
        <pc:spChg chg="mod">
          <ac:chgData name="Daphne Economou" userId="d065a339-36cf-4937-af08-41751becbd81" providerId="ADAL" clId="{1178D6E8-EA92-49B0-A115-AE58D47EBDD9}" dt="2022-11-05T12:49:29.566" v="356" actId="1076"/>
          <ac:spMkLst>
            <pc:docMk/>
            <pc:sldMk cId="823010149" sldId="708"/>
            <ac:spMk id="11" creationId="{C9124518-2FA3-B462-351C-12CAB38D7957}"/>
          </ac:spMkLst>
        </pc:spChg>
        <pc:spChg chg="mod">
          <ac:chgData name="Daphne Economou" userId="d065a339-36cf-4937-af08-41751becbd81" providerId="ADAL" clId="{1178D6E8-EA92-49B0-A115-AE58D47EBDD9}" dt="2022-11-05T12:49:29.566" v="356" actId="1076"/>
          <ac:spMkLst>
            <pc:docMk/>
            <pc:sldMk cId="823010149" sldId="708"/>
            <ac:spMk id="18" creationId="{7E2DA74A-9AAC-807B-179F-8F36BBF3D220}"/>
          </ac:spMkLst>
        </pc:spChg>
        <pc:spChg chg="mod">
          <ac:chgData name="Daphne Economou" userId="d065a339-36cf-4937-af08-41751becbd81" providerId="ADAL" clId="{1178D6E8-EA92-49B0-A115-AE58D47EBDD9}" dt="2022-11-05T12:49:29.566" v="356" actId="1076"/>
          <ac:spMkLst>
            <pc:docMk/>
            <pc:sldMk cId="823010149" sldId="708"/>
            <ac:spMk id="19" creationId="{73E2DAE0-5297-4D06-1E9D-8C1F51D5A9DF}"/>
          </ac:spMkLst>
        </pc:spChg>
        <pc:cxnChg chg="mod">
          <ac:chgData name="Daphne Economou" userId="d065a339-36cf-4937-af08-41751becbd81" providerId="ADAL" clId="{1178D6E8-EA92-49B0-A115-AE58D47EBDD9}" dt="2022-11-05T12:49:29.566" v="356" actId="1076"/>
          <ac:cxnSpMkLst>
            <pc:docMk/>
            <pc:sldMk cId="823010149" sldId="708"/>
            <ac:cxnSpMk id="13" creationId="{29A57D01-A5DE-CCAA-C8AF-BA382A1D3D23}"/>
          </ac:cxnSpMkLst>
        </pc:cxnChg>
        <pc:cxnChg chg="mod">
          <ac:chgData name="Daphne Economou" userId="d065a339-36cf-4937-af08-41751becbd81" providerId="ADAL" clId="{1178D6E8-EA92-49B0-A115-AE58D47EBDD9}" dt="2022-11-05T12:49:29.566" v="356" actId="1076"/>
          <ac:cxnSpMkLst>
            <pc:docMk/>
            <pc:sldMk cId="823010149" sldId="708"/>
            <ac:cxnSpMk id="14" creationId="{088334F2-4F02-B2B4-3709-BF5945C6D40C}"/>
          </ac:cxnSpMkLst>
        </pc:cxnChg>
        <pc:cxnChg chg="mod">
          <ac:chgData name="Daphne Economou" userId="d065a339-36cf-4937-af08-41751becbd81" providerId="ADAL" clId="{1178D6E8-EA92-49B0-A115-AE58D47EBDD9}" dt="2022-11-05T12:49:29.566" v="356" actId="1076"/>
          <ac:cxnSpMkLst>
            <pc:docMk/>
            <pc:sldMk cId="823010149" sldId="708"/>
            <ac:cxnSpMk id="15" creationId="{6CCBFEB8-C7FB-8CAE-AF2C-D81CAF9218F5}"/>
          </ac:cxnSpMkLst>
        </pc:cxnChg>
        <pc:cxnChg chg="mod">
          <ac:chgData name="Daphne Economou" userId="d065a339-36cf-4937-af08-41751becbd81" providerId="ADAL" clId="{1178D6E8-EA92-49B0-A115-AE58D47EBDD9}" dt="2022-11-05T12:49:29.566" v="356" actId="1076"/>
          <ac:cxnSpMkLst>
            <pc:docMk/>
            <pc:sldMk cId="823010149" sldId="708"/>
            <ac:cxnSpMk id="17" creationId="{800C7303-7E8E-DCBB-AF2E-299FC4AA7BDC}"/>
          </ac:cxnSpMkLst>
        </pc:cxnChg>
      </pc:sldChg>
      <pc:sldChg chg="addSp delSp modSp add mod">
        <pc:chgData name="Daphne Economou" userId="d065a339-36cf-4937-af08-41751becbd81" providerId="ADAL" clId="{1178D6E8-EA92-49B0-A115-AE58D47EBDD9}" dt="2022-11-05T14:21:16.536" v="1239" actId="1076"/>
        <pc:sldMkLst>
          <pc:docMk/>
          <pc:sldMk cId="1400181624" sldId="709"/>
        </pc:sldMkLst>
        <pc:spChg chg="del">
          <ac:chgData name="Daphne Economou" userId="d065a339-36cf-4937-af08-41751becbd81" providerId="ADAL" clId="{1178D6E8-EA92-49B0-A115-AE58D47EBDD9}" dt="2022-11-05T14:20:42.431" v="1160" actId="478"/>
          <ac:spMkLst>
            <pc:docMk/>
            <pc:sldMk cId="1400181624" sldId="709"/>
            <ac:spMk id="3" creationId="{1E77174E-762D-7461-B230-BF0B327A8730}"/>
          </ac:spMkLst>
        </pc:spChg>
        <pc:spChg chg="add mod">
          <ac:chgData name="Daphne Economou" userId="d065a339-36cf-4937-af08-41751becbd81" providerId="ADAL" clId="{1178D6E8-EA92-49B0-A115-AE58D47EBDD9}" dt="2022-11-05T14:21:13.438" v="1238" actId="14100"/>
          <ac:spMkLst>
            <pc:docMk/>
            <pc:sldMk cId="1400181624" sldId="709"/>
            <ac:spMk id="7" creationId="{8879C8EF-71E0-7971-1D84-26444278FB15}"/>
          </ac:spMkLst>
        </pc:spChg>
        <pc:graphicFrameChg chg="mod">
          <ac:chgData name="Daphne Economou" userId="d065a339-36cf-4937-af08-41751becbd81" providerId="ADAL" clId="{1178D6E8-EA92-49B0-A115-AE58D47EBDD9}" dt="2022-11-05T14:21:16.536" v="1239" actId="1076"/>
          <ac:graphicFrameMkLst>
            <pc:docMk/>
            <pc:sldMk cId="1400181624" sldId="709"/>
            <ac:graphicFrameMk id="6" creationId="{0E679E65-B26B-6464-11A5-0289083DBBF1}"/>
          </ac:graphicFrameMkLst>
        </pc:graphicFrameChg>
        <pc:graphicFrameChg chg="mod">
          <ac:chgData name="Daphne Economou" userId="d065a339-36cf-4937-af08-41751becbd81" providerId="ADAL" clId="{1178D6E8-EA92-49B0-A115-AE58D47EBDD9}" dt="2022-11-05T14:21:16.536" v="1239" actId="1076"/>
          <ac:graphicFrameMkLst>
            <pc:docMk/>
            <pc:sldMk cId="1400181624" sldId="709"/>
            <ac:graphicFrameMk id="8" creationId="{0229B49A-ADF5-B9DA-0B58-1605904226B5}"/>
          </ac:graphicFrameMkLst>
        </pc:graphicFrameChg>
        <pc:graphicFrameChg chg="mod">
          <ac:chgData name="Daphne Economou" userId="d065a339-36cf-4937-af08-41751becbd81" providerId="ADAL" clId="{1178D6E8-EA92-49B0-A115-AE58D47EBDD9}" dt="2022-11-05T14:21:16.536" v="1239" actId="1076"/>
          <ac:graphicFrameMkLst>
            <pc:docMk/>
            <pc:sldMk cId="1400181624" sldId="709"/>
            <ac:graphicFrameMk id="9" creationId="{6E5018DC-34A3-A0FE-4F63-783F90FCFD60}"/>
          </ac:graphicFrameMkLst>
        </pc:graphicFrameChg>
        <pc:graphicFrameChg chg="mod">
          <ac:chgData name="Daphne Economou" userId="d065a339-36cf-4937-af08-41751becbd81" providerId="ADAL" clId="{1178D6E8-EA92-49B0-A115-AE58D47EBDD9}" dt="2022-11-05T14:21:16.536" v="1239" actId="1076"/>
          <ac:graphicFrameMkLst>
            <pc:docMk/>
            <pc:sldMk cId="1400181624" sldId="709"/>
            <ac:graphicFrameMk id="10" creationId="{87D810F7-4F2B-AF08-86D8-141A0ACBCA44}"/>
          </ac:graphicFrameMkLst>
        </pc:graphicFrameChg>
      </pc:sldChg>
      <pc:sldChg chg="addSp delSp modSp add mod">
        <pc:chgData name="Daphne Economou" userId="d065a339-36cf-4937-af08-41751becbd81" providerId="ADAL" clId="{1178D6E8-EA92-49B0-A115-AE58D47EBDD9}" dt="2022-11-05T12:56:20.185" v="585" actId="20577"/>
        <pc:sldMkLst>
          <pc:docMk/>
          <pc:sldMk cId="1246850550" sldId="710"/>
        </pc:sldMkLst>
        <pc:spChg chg="del">
          <ac:chgData name="Daphne Economou" userId="d065a339-36cf-4937-af08-41751becbd81" providerId="ADAL" clId="{1178D6E8-EA92-49B0-A115-AE58D47EBDD9}" dt="2022-11-05T12:52:20.133" v="449" actId="478"/>
          <ac:spMkLst>
            <pc:docMk/>
            <pc:sldMk cId="1246850550" sldId="710"/>
            <ac:spMk id="3" creationId="{1E77174E-762D-7461-B230-BF0B327A8730}"/>
          </ac:spMkLst>
        </pc:spChg>
        <pc:spChg chg="add mod">
          <ac:chgData name="Daphne Economou" userId="d065a339-36cf-4937-af08-41751becbd81" providerId="ADAL" clId="{1178D6E8-EA92-49B0-A115-AE58D47EBDD9}" dt="2022-11-05T12:56:20.185" v="585" actId="20577"/>
          <ac:spMkLst>
            <pc:docMk/>
            <pc:sldMk cId="1246850550" sldId="710"/>
            <ac:spMk id="12" creationId="{DC8B8BC4-7E74-D6F1-60D2-DBABEC788834}"/>
          </ac:spMkLst>
        </pc:spChg>
        <pc:spChg chg="add mod">
          <ac:chgData name="Daphne Economou" userId="d065a339-36cf-4937-af08-41751becbd81" providerId="ADAL" clId="{1178D6E8-EA92-49B0-A115-AE58D47EBDD9}" dt="2022-11-05T12:56:09.891" v="581" actId="14100"/>
          <ac:spMkLst>
            <pc:docMk/>
            <pc:sldMk cId="1246850550" sldId="710"/>
            <ac:spMk id="13" creationId="{355F8B75-59A7-5C4E-4DE0-3D8106D6E30F}"/>
          </ac:spMkLst>
        </pc:spChg>
        <pc:graphicFrameChg chg="mod modGraphic">
          <ac:chgData name="Daphne Economou" userId="d065a339-36cf-4937-af08-41751becbd81" providerId="ADAL" clId="{1178D6E8-EA92-49B0-A115-AE58D47EBDD9}" dt="2022-11-05T12:55:57.289" v="576" actId="1076"/>
          <ac:graphicFrameMkLst>
            <pc:docMk/>
            <pc:sldMk cId="1246850550" sldId="710"/>
            <ac:graphicFrameMk id="6" creationId="{0E679E65-B26B-6464-11A5-0289083DBBF1}"/>
          </ac:graphicFrameMkLst>
        </pc:graphicFrameChg>
        <pc:graphicFrameChg chg="add mod modGraphic">
          <ac:chgData name="Daphne Economou" userId="d065a339-36cf-4937-af08-41751becbd81" providerId="ADAL" clId="{1178D6E8-EA92-49B0-A115-AE58D47EBDD9}" dt="2022-11-05T12:55:57.289" v="576" actId="1076"/>
          <ac:graphicFrameMkLst>
            <pc:docMk/>
            <pc:sldMk cId="1246850550" sldId="710"/>
            <ac:graphicFrameMk id="7" creationId="{77935F4C-24BC-6D1F-D275-5281588C3511}"/>
          </ac:graphicFrameMkLst>
        </pc:graphicFrameChg>
        <pc:graphicFrameChg chg="del">
          <ac:chgData name="Daphne Economou" userId="d065a339-36cf-4937-af08-41751becbd81" providerId="ADAL" clId="{1178D6E8-EA92-49B0-A115-AE58D47EBDD9}" dt="2022-11-05T12:51:40.165" v="428" actId="478"/>
          <ac:graphicFrameMkLst>
            <pc:docMk/>
            <pc:sldMk cId="1246850550" sldId="710"/>
            <ac:graphicFrameMk id="8" creationId="{0229B49A-ADF5-B9DA-0B58-1605904226B5}"/>
          </ac:graphicFrameMkLst>
        </pc:graphicFrameChg>
        <pc:graphicFrameChg chg="del">
          <ac:chgData name="Daphne Economou" userId="d065a339-36cf-4937-af08-41751becbd81" providerId="ADAL" clId="{1178D6E8-EA92-49B0-A115-AE58D47EBDD9}" dt="2022-11-05T12:51:38.317" v="427" actId="478"/>
          <ac:graphicFrameMkLst>
            <pc:docMk/>
            <pc:sldMk cId="1246850550" sldId="710"/>
            <ac:graphicFrameMk id="9" creationId="{6E5018DC-34A3-A0FE-4F63-783F90FCFD60}"/>
          </ac:graphicFrameMkLst>
        </pc:graphicFrameChg>
        <pc:graphicFrameChg chg="del">
          <ac:chgData name="Daphne Economou" userId="d065a339-36cf-4937-af08-41751becbd81" providerId="ADAL" clId="{1178D6E8-EA92-49B0-A115-AE58D47EBDD9}" dt="2022-11-05T12:51:41.654" v="429" actId="478"/>
          <ac:graphicFrameMkLst>
            <pc:docMk/>
            <pc:sldMk cId="1246850550" sldId="710"/>
            <ac:graphicFrameMk id="10" creationId="{87D810F7-4F2B-AF08-86D8-141A0ACBCA44}"/>
          </ac:graphicFrameMkLst>
        </pc:graphicFrameChg>
        <pc:graphicFrameChg chg="add mod modGraphic">
          <ac:chgData name="Daphne Economou" userId="d065a339-36cf-4937-af08-41751becbd81" providerId="ADAL" clId="{1178D6E8-EA92-49B0-A115-AE58D47EBDD9}" dt="2022-11-05T12:55:57.289" v="576" actId="1076"/>
          <ac:graphicFrameMkLst>
            <pc:docMk/>
            <pc:sldMk cId="1246850550" sldId="710"/>
            <ac:graphicFrameMk id="11" creationId="{ACC27DD8-E2E1-00D7-5343-D16F92E2CCF4}"/>
          </ac:graphicFrameMkLst>
        </pc:graphicFrameChg>
      </pc:sldChg>
      <pc:sldChg chg="addSp modSp new mod ord">
        <pc:chgData name="Daphne Economou" userId="d065a339-36cf-4937-af08-41751becbd81" providerId="ADAL" clId="{1178D6E8-EA92-49B0-A115-AE58D47EBDD9}" dt="2022-11-05T14:32:45.065" v="1581" actId="20577"/>
        <pc:sldMkLst>
          <pc:docMk/>
          <pc:sldMk cId="2478527240" sldId="711"/>
        </pc:sldMkLst>
        <pc:spChg chg="mod">
          <ac:chgData name="Daphne Economou" userId="d065a339-36cf-4937-af08-41751becbd81" providerId="ADAL" clId="{1178D6E8-EA92-49B0-A115-AE58D47EBDD9}" dt="2022-11-05T14:32:45.065" v="1581" actId="20577"/>
          <ac:spMkLst>
            <pc:docMk/>
            <pc:sldMk cId="2478527240" sldId="711"/>
            <ac:spMk id="2" creationId="{BE73E254-2EE0-719C-5AE2-BD274F275573}"/>
          </ac:spMkLst>
        </pc:spChg>
        <pc:spChg chg="mod">
          <ac:chgData name="Daphne Economou" userId="d065a339-36cf-4937-af08-41751becbd81" providerId="ADAL" clId="{1178D6E8-EA92-49B0-A115-AE58D47EBDD9}" dt="2022-11-05T14:21:57.101" v="1302" actId="27636"/>
          <ac:spMkLst>
            <pc:docMk/>
            <pc:sldMk cId="2478527240" sldId="711"/>
            <ac:spMk id="3" creationId="{FF57F37C-72D7-4C41-F4BB-433C37563CC3}"/>
          </ac:spMkLst>
        </pc:spChg>
        <pc:spChg chg="add mod">
          <ac:chgData name="Daphne Economou" userId="d065a339-36cf-4937-af08-41751becbd81" providerId="ADAL" clId="{1178D6E8-EA92-49B0-A115-AE58D47EBDD9}" dt="2022-11-05T13:01:20.736" v="782" actId="1076"/>
          <ac:spMkLst>
            <pc:docMk/>
            <pc:sldMk cId="2478527240" sldId="711"/>
            <ac:spMk id="10" creationId="{49145B90-C46A-DA4B-6CAC-74D7BF8118B8}"/>
          </ac:spMkLst>
        </pc:spChg>
        <pc:spChg chg="add mod">
          <ac:chgData name="Daphne Economou" userId="d065a339-36cf-4937-af08-41751becbd81" providerId="ADAL" clId="{1178D6E8-EA92-49B0-A115-AE58D47EBDD9}" dt="2022-11-05T13:01:07.056" v="776" actId="1076"/>
          <ac:spMkLst>
            <pc:docMk/>
            <pc:sldMk cId="2478527240" sldId="711"/>
            <ac:spMk id="11" creationId="{5BC9AD54-EBD3-B78B-B4A3-481AC6949DC2}"/>
          </ac:spMkLst>
        </pc:spChg>
        <pc:graphicFrameChg chg="add mod">
          <ac:chgData name="Daphne Economou" userId="d065a339-36cf-4937-af08-41751becbd81" providerId="ADAL" clId="{1178D6E8-EA92-49B0-A115-AE58D47EBDD9}" dt="2022-11-05T13:01:07.056" v="776" actId="1076"/>
          <ac:graphicFrameMkLst>
            <pc:docMk/>
            <pc:sldMk cId="2478527240" sldId="711"/>
            <ac:graphicFrameMk id="6" creationId="{EA972FBB-0794-A506-A36A-7EDE066FA854}"/>
          </ac:graphicFrameMkLst>
        </pc:graphicFrameChg>
        <pc:graphicFrameChg chg="add mod">
          <ac:chgData name="Daphne Economou" userId="d065a339-36cf-4937-af08-41751becbd81" providerId="ADAL" clId="{1178D6E8-EA92-49B0-A115-AE58D47EBDD9}" dt="2022-11-05T13:01:07.056" v="776" actId="1076"/>
          <ac:graphicFrameMkLst>
            <pc:docMk/>
            <pc:sldMk cId="2478527240" sldId="711"/>
            <ac:graphicFrameMk id="7" creationId="{2A6A4EA2-D517-9191-A19F-49EA02CE7476}"/>
          </ac:graphicFrameMkLst>
        </pc:graphicFrameChg>
        <pc:graphicFrameChg chg="add mod">
          <ac:chgData name="Daphne Economou" userId="d065a339-36cf-4937-af08-41751becbd81" providerId="ADAL" clId="{1178D6E8-EA92-49B0-A115-AE58D47EBDD9}" dt="2022-11-05T13:01:07.056" v="776" actId="1076"/>
          <ac:graphicFrameMkLst>
            <pc:docMk/>
            <pc:sldMk cId="2478527240" sldId="711"/>
            <ac:graphicFrameMk id="8" creationId="{8902BCC3-99E7-EBB5-0BD6-3496C27214F2}"/>
          </ac:graphicFrameMkLst>
        </pc:graphicFrameChg>
        <pc:graphicFrameChg chg="add mod">
          <ac:chgData name="Daphne Economou" userId="d065a339-36cf-4937-af08-41751becbd81" providerId="ADAL" clId="{1178D6E8-EA92-49B0-A115-AE58D47EBDD9}" dt="2022-11-05T13:01:07.056" v="776" actId="1076"/>
          <ac:graphicFrameMkLst>
            <pc:docMk/>
            <pc:sldMk cId="2478527240" sldId="711"/>
            <ac:graphicFrameMk id="9" creationId="{63239445-D2C6-7A00-DBA6-FCBE746A938D}"/>
          </ac:graphicFrameMkLst>
        </pc:graphicFrameChg>
      </pc:sldChg>
      <pc:sldChg chg="addSp delSp modSp add del mod">
        <pc:chgData name="Daphne Economou" userId="d065a339-36cf-4937-af08-41751becbd81" providerId="ADAL" clId="{1178D6E8-EA92-49B0-A115-AE58D47EBDD9}" dt="2022-11-05T14:31:11.913" v="1559" actId="47"/>
        <pc:sldMkLst>
          <pc:docMk/>
          <pc:sldMk cId="2431631444" sldId="712"/>
        </pc:sldMkLst>
        <pc:spChg chg="mod">
          <ac:chgData name="Daphne Economou" userId="d065a339-36cf-4937-af08-41751becbd81" providerId="ADAL" clId="{1178D6E8-EA92-49B0-A115-AE58D47EBDD9}" dt="2022-11-05T14:23:49.730" v="1468" actId="6549"/>
          <ac:spMkLst>
            <pc:docMk/>
            <pc:sldMk cId="2431631444" sldId="712"/>
            <ac:spMk id="3" creationId="{1E77174E-762D-7461-B230-BF0B327A8730}"/>
          </ac:spMkLst>
        </pc:spChg>
        <pc:spChg chg="del">
          <ac:chgData name="Daphne Economou" userId="d065a339-36cf-4937-af08-41751becbd81" providerId="ADAL" clId="{1178D6E8-EA92-49B0-A115-AE58D47EBDD9}" dt="2022-11-05T13:01:00.652" v="774" actId="21"/>
          <ac:spMkLst>
            <pc:docMk/>
            <pc:sldMk cId="2431631444" sldId="712"/>
            <ac:spMk id="7" creationId="{23A83D04-F5B6-E5FD-AE72-11D24E6F90A1}"/>
          </ac:spMkLst>
        </pc:spChg>
        <pc:spChg chg="del">
          <ac:chgData name="Daphne Economou" userId="d065a339-36cf-4937-af08-41751becbd81" providerId="ADAL" clId="{1178D6E8-EA92-49B0-A115-AE58D47EBDD9}" dt="2022-11-05T13:01:00.652" v="774" actId="21"/>
          <ac:spMkLst>
            <pc:docMk/>
            <pc:sldMk cId="2431631444" sldId="712"/>
            <ac:spMk id="11" creationId="{6A7966C4-3A7C-71F0-6EA7-45D660C34629}"/>
          </ac:spMkLst>
        </pc:spChg>
        <pc:graphicFrameChg chg="del">
          <ac:chgData name="Daphne Economou" userId="d065a339-36cf-4937-af08-41751becbd81" providerId="ADAL" clId="{1178D6E8-EA92-49B0-A115-AE58D47EBDD9}" dt="2022-11-05T13:01:00.652" v="774" actId="21"/>
          <ac:graphicFrameMkLst>
            <pc:docMk/>
            <pc:sldMk cId="2431631444" sldId="712"/>
            <ac:graphicFrameMk id="6" creationId="{0E679E65-B26B-6464-11A5-0289083DBBF1}"/>
          </ac:graphicFrameMkLst>
        </pc:graphicFrameChg>
        <pc:graphicFrameChg chg="del">
          <ac:chgData name="Daphne Economou" userId="d065a339-36cf-4937-af08-41751becbd81" providerId="ADAL" clId="{1178D6E8-EA92-49B0-A115-AE58D47EBDD9}" dt="2022-11-05T13:01:00.652" v="774" actId="21"/>
          <ac:graphicFrameMkLst>
            <pc:docMk/>
            <pc:sldMk cId="2431631444" sldId="712"/>
            <ac:graphicFrameMk id="8" creationId="{0229B49A-ADF5-B9DA-0B58-1605904226B5}"/>
          </ac:graphicFrameMkLst>
        </pc:graphicFrameChg>
        <pc:graphicFrameChg chg="del">
          <ac:chgData name="Daphne Economou" userId="d065a339-36cf-4937-af08-41751becbd81" providerId="ADAL" clId="{1178D6E8-EA92-49B0-A115-AE58D47EBDD9}" dt="2022-11-05T13:01:00.652" v="774" actId="21"/>
          <ac:graphicFrameMkLst>
            <pc:docMk/>
            <pc:sldMk cId="2431631444" sldId="712"/>
            <ac:graphicFrameMk id="9" creationId="{6E5018DC-34A3-A0FE-4F63-783F90FCFD60}"/>
          </ac:graphicFrameMkLst>
        </pc:graphicFrameChg>
        <pc:graphicFrameChg chg="del">
          <ac:chgData name="Daphne Economou" userId="d065a339-36cf-4937-af08-41751becbd81" providerId="ADAL" clId="{1178D6E8-EA92-49B0-A115-AE58D47EBDD9}" dt="2022-11-05T13:01:00.652" v="774" actId="21"/>
          <ac:graphicFrameMkLst>
            <pc:docMk/>
            <pc:sldMk cId="2431631444" sldId="712"/>
            <ac:graphicFrameMk id="10" creationId="{87D810F7-4F2B-AF08-86D8-141A0ACBCA44}"/>
          </ac:graphicFrameMkLst>
        </pc:graphicFrameChg>
        <pc:graphicFrameChg chg="add mod modGraphic">
          <ac:chgData name="Daphne Economou" userId="d065a339-36cf-4937-af08-41751becbd81" providerId="ADAL" clId="{1178D6E8-EA92-49B0-A115-AE58D47EBDD9}" dt="2022-11-05T14:22:39.042" v="1370" actId="20577"/>
          <ac:graphicFrameMkLst>
            <pc:docMk/>
            <pc:sldMk cId="2431631444" sldId="712"/>
            <ac:graphicFrameMk id="12" creationId="{51624A5C-16D3-D8A3-ABAB-0D6F58FC522D}"/>
          </ac:graphicFrameMkLst>
        </pc:graphicFrameChg>
      </pc:sldChg>
      <pc:sldChg chg="addSp delSp modSp new mod modNotesTx">
        <pc:chgData name="Daphne Economou" userId="d065a339-36cf-4937-af08-41751becbd81" providerId="ADAL" clId="{1178D6E8-EA92-49B0-A115-AE58D47EBDD9}" dt="2022-11-05T16:41:09.351" v="3873"/>
        <pc:sldMkLst>
          <pc:docMk/>
          <pc:sldMk cId="3792762052" sldId="713"/>
        </pc:sldMkLst>
        <pc:spChg chg="mod">
          <ac:chgData name="Daphne Economou" userId="d065a339-36cf-4937-af08-41751becbd81" providerId="ADAL" clId="{1178D6E8-EA92-49B0-A115-AE58D47EBDD9}" dt="2022-11-05T16:41:09.351" v="3873"/>
          <ac:spMkLst>
            <pc:docMk/>
            <pc:sldMk cId="3792762052" sldId="713"/>
            <ac:spMk id="2" creationId="{7C847009-9886-5260-860B-958A2CAF9D63}"/>
          </ac:spMkLst>
        </pc:spChg>
        <pc:spChg chg="del">
          <ac:chgData name="Daphne Economou" userId="d065a339-36cf-4937-af08-41751becbd81" providerId="ADAL" clId="{1178D6E8-EA92-49B0-A115-AE58D47EBDD9}" dt="2022-11-05T13:13:31.604" v="919" actId="478"/>
          <ac:spMkLst>
            <pc:docMk/>
            <pc:sldMk cId="3792762052" sldId="713"/>
            <ac:spMk id="3" creationId="{977E2995-E4C3-0860-0D87-EDA2D91314C1}"/>
          </ac:spMkLst>
        </pc:spChg>
        <pc:spChg chg="add mod ord">
          <ac:chgData name="Daphne Economou" userId="d065a339-36cf-4937-af08-41751becbd81" providerId="ADAL" clId="{1178D6E8-EA92-49B0-A115-AE58D47EBDD9}" dt="2022-11-05T16:40:45.539" v="3872" actId="1076"/>
          <ac:spMkLst>
            <pc:docMk/>
            <pc:sldMk cId="3792762052" sldId="713"/>
            <ac:spMk id="8" creationId="{B22326FE-F16C-329B-3E2F-D3B5C2C0F484}"/>
          </ac:spMkLst>
        </pc:spChg>
        <pc:spChg chg="add mod">
          <ac:chgData name="Daphne Economou" userId="d065a339-36cf-4937-af08-41751becbd81" providerId="ADAL" clId="{1178D6E8-EA92-49B0-A115-AE58D47EBDD9}" dt="2022-11-05T16:40:40.783" v="3871" actId="1076"/>
          <ac:spMkLst>
            <pc:docMk/>
            <pc:sldMk cId="3792762052" sldId="713"/>
            <ac:spMk id="9" creationId="{7F423DA4-6B9B-1168-9EC4-10CBF906A2D4}"/>
          </ac:spMkLst>
        </pc:spChg>
        <pc:graphicFrameChg chg="add del mod modGraphic">
          <ac:chgData name="Daphne Economou" userId="d065a339-36cf-4937-af08-41751becbd81" providerId="ADAL" clId="{1178D6E8-EA92-49B0-A115-AE58D47EBDD9}" dt="2022-11-05T14:25:02.787" v="1473" actId="478"/>
          <ac:graphicFrameMkLst>
            <pc:docMk/>
            <pc:sldMk cId="3792762052" sldId="713"/>
            <ac:graphicFrameMk id="10" creationId="{C7099836-E45F-AD03-1F21-64262283DBF2}"/>
          </ac:graphicFrameMkLst>
        </pc:graphicFrameChg>
        <pc:graphicFrameChg chg="add del mod modGraphic">
          <ac:chgData name="Daphne Economou" userId="d065a339-36cf-4937-af08-41751becbd81" providerId="ADAL" clId="{1178D6E8-EA92-49B0-A115-AE58D47EBDD9}" dt="2022-11-05T14:26:17.926" v="1515" actId="478"/>
          <ac:graphicFrameMkLst>
            <pc:docMk/>
            <pc:sldMk cId="3792762052" sldId="713"/>
            <ac:graphicFrameMk id="11" creationId="{AE7F19FE-D374-AC6C-8AC8-3ED1A34604D2}"/>
          </ac:graphicFrameMkLst>
        </pc:graphicFrameChg>
        <pc:graphicFrameChg chg="add del">
          <ac:chgData name="Daphne Economou" userId="d065a339-36cf-4937-af08-41751becbd81" providerId="ADAL" clId="{1178D6E8-EA92-49B0-A115-AE58D47EBDD9}" dt="2022-11-05T14:26:36.468" v="1517" actId="3680"/>
          <ac:graphicFrameMkLst>
            <pc:docMk/>
            <pc:sldMk cId="3792762052" sldId="713"/>
            <ac:graphicFrameMk id="12" creationId="{B80DE2C2-C010-D484-0D32-290674B67E99}"/>
          </ac:graphicFrameMkLst>
        </pc:graphicFrameChg>
        <pc:graphicFrameChg chg="add mod modGraphic">
          <ac:chgData name="Daphne Economou" userId="d065a339-36cf-4937-af08-41751becbd81" providerId="ADAL" clId="{1178D6E8-EA92-49B0-A115-AE58D47EBDD9}" dt="2022-11-05T15:11:05.944" v="2459" actId="12385"/>
          <ac:graphicFrameMkLst>
            <pc:docMk/>
            <pc:sldMk cId="3792762052" sldId="713"/>
            <ac:graphicFrameMk id="13" creationId="{2FD163AA-3FD8-5907-FF56-1F32F54B655A}"/>
          </ac:graphicFrameMkLst>
        </pc:graphicFrameChg>
        <pc:picChg chg="add mod ord">
          <ac:chgData name="Daphne Economou" userId="d065a339-36cf-4937-af08-41751becbd81" providerId="ADAL" clId="{1178D6E8-EA92-49B0-A115-AE58D47EBDD9}" dt="2022-11-05T16:40:45.539" v="3872" actId="1076"/>
          <ac:picMkLst>
            <pc:docMk/>
            <pc:sldMk cId="3792762052" sldId="713"/>
            <ac:picMk id="7" creationId="{E7302681-2B00-707F-308C-4AEF6D2EDC6F}"/>
          </ac:picMkLst>
        </pc:picChg>
      </pc:sldChg>
      <pc:sldChg chg="addSp modSp new mod">
        <pc:chgData name="Daphne Economou" userId="d065a339-36cf-4937-af08-41751becbd81" providerId="ADAL" clId="{1178D6E8-EA92-49B0-A115-AE58D47EBDD9}" dt="2022-11-05T16:42:41.499" v="3885" actId="20577"/>
        <pc:sldMkLst>
          <pc:docMk/>
          <pc:sldMk cId="1900327024" sldId="714"/>
        </pc:sldMkLst>
        <pc:spChg chg="mod">
          <ac:chgData name="Daphne Economou" userId="d065a339-36cf-4937-af08-41751becbd81" providerId="ADAL" clId="{1178D6E8-EA92-49B0-A115-AE58D47EBDD9}" dt="2022-11-05T14:32:59.419" v="1601" actId="20577"/>
          <ac:spMkLst>
            <pc:docMk/>
            <pc:sldMk cId="1900327024" sldId="714"/>
            <ac:spMk id="2" creationId="{7EDDEB4D-650F-F159-DF72-13EE67D13FDD}"/>
          </ac:spMkLst>
        </pc:spChg>
        <pc:spChg chg="mod">
          <ac:chgData name="Daphne Economou" userId="d065a339-36cf-4937-af08-41751becbd81" providerId="ADAL" clId="{1178D6E8-EA92-49B0-A115-AE58D47EBDD9}" dt="2022-11-05T16:42:41.499" v="3885" actId="20577"/>
          <ac:spMkLst>
            <pc:docMk/>
            <pc:sldMk cId="1900327024" sldId="714"/>
            <ac:spMk id="3" creationId="{5A63FEF0-0AA7-4CEC-CDA9-7798526211B7}"/>
          </ac:spMkLst>
        </pc:spChg>
        <pc:graphicFrameChg chg="add mod modGraphic">
          <ac:chgData name="Daphne Economou" userId="d065a339-36cf-4937-af08-41751becbd81" providerId="ADAL" clId="{1178D6E8-EA92-49B0-A115-AE58D47EBDD9}" dt="2022-11-05T16:41:56.516" v="3878" actId="207"/>
          <ac:graphicFrameMkLst>
            <pc:docMk/>
            <pc:sldMk cId="1900327024" sldId="714"/>
            <ac:graphicFrameMk id="6" creationId="{03F95A97-59DF-0103-AD15-150A0C1FFA26}"/>
          </ac:graphicFrameMkLst>
        </pc:graphicFrameChg>
        <pc:graphicFrameChg chg="add mod modGraphic">
          <ac:chgData name="Daphne Economou" userId="d065a339-36cf-4937-af08-41751becbd81" providerId="ADAL" clId="{1178D6E8-EA92-49B0-A115-AE58D47EBDD9}" dt="2022-11-05T15:12:02.813" v="2464" actId="207"/>
          <ac:graphicFrameMkLst>
            <pc:docMk/>
            <pc:sldMk cId="1900327024" sldId="714"/>
            <ac:graphicFrameMk id="7" creationId="{F122E0E4-23AF-DC39-F4C8-530235E5D601}"/>
          </ac:graphicFrameMkLst>
        </pc:graphicFrameChg>
        <pc:cxnChg chg="add mod">
          <ac:chgData name="Daphne Economou" userId="d065a339-36cf-4937-af08-41751becbd81" providerId="ADAL" clId="{1178D6E8-EA92-49B0-A115-AE58D47EBDD9}" dt="2022-11-05T16:41:33.709" v="3875" actId="14100"/>
          <ac:cxnSpMkLst>
            <pc:docMk/>
            <pc:sldMk cId="1900327024" sldId="714"/>
            <ac:cxnSpMk id="9" creationId="{1F773055-ADC8-9534-953F-93731451D678}"/>
          </ac:cxnSpMkLst>
        </pc:cxnChg>
      </pc:sldChg>
      <pc:sldChg chg="addSp delSp modSp new mod">
        <pc:chgData name="Daphne Economou" userId="d065a339-36cf-4937-af08-41751becbd81" providerId="ADAL" clId="{1178D6E8-EA92-49B0-A115-AE58D47EBDD9}" dt="2022-11-05T16:38:24.047" v="3837" actId="14100"/>
        <pc:sldMkLst>
          <pc:docMk/>
          <pc:sldMk cId="3702809697" sldId="715"/>
        </pc:sldMkLst>
        <pc:spChg chg="mod">
          <ac:chgData name="Daphne Economou" userId="d065a339-36cf-4937-af08-41751becbd81" providerId="ADAL" clId="{1178D6E8-EA92-49B0-A115-AE58D47EBDD9}" dt="2022-11-05T15:06:26.157" v="2421" actId="20577"/>
          <ac:spMkLst>
            <pc:docMk/>
            <pc:sldMk cId="3702809697" sldId="715"/>
            <ac:spMk id="2" creationId="{D4E7BF70-F53D-C980-71F8-B6106F88F461}"/>
          </ac:spMkLst>
        </pc:spChg>
        <pc:spChg chg="mod">
          <ac:chgData name="Daphne Economou" userId="d065a339-36cf-4937-af08-41751becbd81" providerId="ADAL" clId="{1178D6E8-EA92-49B0-A115-AE58D47EBDD9}" dt="2022-11-05T16:38:20.096" v="3835" actId="14100"/>
          <ac:spMkLst>
            <pc:docMk/>
            <pc:sldMk cId="3702809697" sldId="715"/>
            <ac:spMk id="3" creationId="{DCC268C5-BB10-353D-056A-CAC12F57191A}"/>
          </ac:spMkLst>
        </pc:spChg>
        <pc:spChg chg="add mod">
          <ac:chgData name="Daphne Economou" userId="d065a339-36cf-4937-af08-41751becbd81" providerId="ADAL" clId="{1178D6E8-EA92-49B0-A115-AE58D47EBDD9}" dt="2022-11-05T15:09:09.833" v="2441" actId="207"/>
          <ac:spMkLst>
            <pc:docMk/>
            <pc:sldMk cId="3702809697" sldId="715"/>
            <ac:spMk id="10" creationId="{A4411C33-36FE-23D2-C939-0DE24A770289}"/>
          </ac:spMkLst>
        </pc:spChg>
        <pc:spChg chg="add mod">
          <ac:chgData name="Daphne Economou" userId="d065a339-36cf-4937-af08-41751becbd81" providerId="ADAL" clId="{1178D6E8-EA92-49B0-A115-AE58D47EBDD9}" dt="2022-11-05T15:09:09.833" v="2441" actId="207"/>
          <ac:spMkLst>
            <pc:docMk/>
            <pc:sldMk cId="3702809697" sldId="715"/>
            <ac:spMk id="11" creationId="{B831B476-3A46-2BBD-01E0-0F2F10C3EBD5}"/>
          </ac:spMkLst>
        </pc:spChg>
        <pc:spChg chg="add mod">
          <ac:chgData name="Daphne Economou" userId="d065a339-36cf-4937-af08-41751becbd81" providerId="ADAL" clId="{1178D6E8-EA92-49B0-A115-AE58D47EBDD9}" dt="2022-11-05T15:09:09.833" v="2441" actId="207"/>
          <ac:spMkLst>
            <pc:docMk/>
            <pc:sldMk cId="3702809697" sldId="715"/>
            <ac:spMk id="12" creationId="{4F4BD6B4-C498-5C29-A0EB-6A8320580A5A}"/>
          </ac:spMkLst>
        </pc:spChg>
        <pc:spChg chg="add del mod">
          <ac:chgData name="Daphne Economou" userId="d065a339-36cf-4937-af08-41751becbd81" providerId="ADAL" clId="{1178D6E8-EA92-49B0-A115-AE58D47EBDD9}" dt="2022-11-05T16:38:10.073" v="3831" actId="478"/>
          <ac:spMkLst>
            <pc:docMk/>
            <pc:sldMk cId="3702809697" sldId="715"/>
            <ac:spMk id="18" creationId="{43A8E0F0-2288-41A9-C79D-7C1958CDA3D6}"/>
          </ac:spMkLst>
        </pc:spChg>
        <pc:spChg chg="mod">
          <ac:chgData name="Daphne Economou" userId="d065a339-36cf-4937-af08-41751becbd81" providerId="ADAL" clId="{1178D6E8-EA92-49B0-A115-AE58D47EBDD9}" dt="2022-11-05T15:04:18.866" v="2383" actId="20577"/>
          <ac:spMkLst>
            <pc:docMk/>
            <pc:sldMk cId="3702809697" sldId="715"/>
            <ac:spMk id="21" creationId="{936DFE41-BCA4-8B89-11CA-24CB01D48C64}"/>
          </ac:spMkLst>
        </pc:spChg>
        <pc:spChg chg="mod">
          <ac:chgData name="Daphne Economou" userId="d065a339-36cf-4937-af08-41751becbd81" providerId="ADAL" clId="{1178D6E8-EA92-49B0-A115-AE58D47EBDD9}" dt="2022-11-05T15:04:31.893" v="2389" actId="20577"/>
          <ac:spMkLst>
            <pc:docMk/>
            <pc:sldMk cId="3702809697" sldId="715"/>
            <ac:spMk id="22" creationId="{31CAE2AD-2125-2D77-E8CB-015441CDF8A5}"/>
          </ac:spMkLst>
        </pc:spChg>
        <pc:spChg chg="mod">
          <ac:chgData name="Daphne Economou" userId="d065a339-36cf-4937-af08-41751becbd81" providerId="ADAL" clId="{1178D6E8-EA92-49B0-A115-AE58D47EBDD9}" dt="2022-11-05T15:05:02.943" v="2396" actId="1076"/>
          <ac:spMkLst>
            <pc:docMk/>
            <pc:sldMk cId="3702809697" sldId="715"/>
            <ac:spMk id="23" creationId="{F5E26401-A9B3-51EF-16C6-FBA0B2B2063F}"/>
          </ac:spMkLst>
        </pc:spChg>
        <pc:grpChg chg="add del mod">
          <ac:chgData name="Daphne Economou" userId="d065a339-36cf-4937-af08-41751becbd81" providerId="ADAL" clId="{1178D6E8-EA92-49B0-A115-AE58D47EBDD9}" dt="2022-11-05T16:38:08.742" v="3830" actId="478"/>
          <ac:grpSpMkLst>
            <pc:docMk/>
            <pc:sldMk cId="3702809697" sldId="715"/>
            <ac:grpSpMk id="17" creationId="{D7A5FCFF-0D94-048B-5B62-EB082249E112}"/>
          </ac:grpSpMkLst>
        </pc:grpChg>
        <pc:grpChg chg="add del mod">
          <ac:chgData name="Daphne Economou" userId="d065a339-36cf-4937-af08-41751becbd81" providerId="ADAL" clId="{1178D6E8-EA92-49B0-A115-AE58D47EBDD9}" dt="2022-11-05T15:05:35.127" v="2401" actId="478"/>
          <ac:grpSpMkLst>
            <pc:docMk/>
            <pc:sldMk cId="3702809697" sldId="715"/>
            <ac:grpSpMk id="20" creationId="{41F90D6B-B495-018A-F978-6F01898A9BE7}"/>
          </ac:grpSpMkLst>
        </pc:grpChg>
        <pc:graphicFrameChg chg="add del mod">
          <ac:chgData name="Daphne Economou" userId="d065a339-36cf-4937-af08-41751becbd81" providerId="ADAL" clId="{1178D6E8-EA92-49B0-A115-AE58D47EBDD9}" dt="2022-11-05T15:05:31.855" v="2399" actId="478"/>
          <ac:graphicFrameMkLst>
            <pc:docMk/>
            <pc:sldMk cId="3702809697" sldId="715"/>
            <ac:graphicFrameMk id="26" creationId="{5D0B3674-9382-CC09-AFA2-8DAC95EB13BA}"/>
          </ac:graphicFrameMkLst>
        </pc:graphicFrameChg>
        <pc:graphicFrameChg chg="add del mod">
          <ac:chgData name="Daphne Economou" userId="d065a339-36cf-4937-af08-41751becbd81" providerId="ADAL" clId="{1178D6E8-EA92-49B0-A115-AE58D47EBDD9}" dt="2022-11-05T15:05:33.336" v="2400" actId="478"/>
          <ac:graphicFrameMkLst>
            <pc:docMk/>
            <pc:sldMk cId="3702809697" sldId="715"/>
            <ac:graphicFrameMk id="27" creationId="{F1A496E7-3A67-933A-C1DB-83744524C174}"/>
          </ac:graphicFrameMkLst>
        </pc:graphicFrameChg>
        <pc:picChg chg="add del mod">
          <ac:chgData name="Daphne Economou" userId="d065a339-36cf-4937-af08-41751becbd81" providerId="ADAL" clId="{1178D6E8-EA92-49B0-A115-AE58D47EBDD9}" dt="2022-11-05T14:59:12.292" v="2253" actId="478"/>
          <ac:picMkLst>
            <pc:docMk/>
            <pc:sldMk cId="3702809697" sldId="715"/>
            <ac:picMk id="7" creationId="{363BCA8A-24C1-3619-46AA-4E44ADDE1FA0}"/>
          </ac:picMkLst>
        </pc:picChg>
        <pc:picChg chg="add del mod">
          <ac:chgData name="Daphne Economou" userId="d065a339-36cf-4937-af08-41751becbd81" providerId="ADAL" clId="{1178D6E8-EA92-49B0-A115-AE58D47EBDD9}" dt="2022-11-05T14:59:13.025" v="2254" actId="478"/>
          <ac:picMkLst>
            <pc:docMk/>
            <pc:sldMk cId="3702809697" sldId="715"/>
            <ac:picMk id="9" creationId="{C6431308-5CCC-A50E-49F0-C07732A33D88}"/>
          </ac:picMkLst>
        </pc:picChg>
        <pc:picChg chg="add mod">
          <ac:chgData name="Daphne Economou" userId="d065a339-36cf-4937-af08-41751becbd81" providerId="ADAL" clId="{1178D6E8-EA92-49B0-A115-AE58D47EBDD9}" dt="2022-11-05T16:38:24.047" v="3837" actId="14100"/>
          <ac:picMkLst>
            <pc:docMk/>
            <pc:sldMk cId="3702809697" sldId="715"/>
            <ac:picMk id="30" creationId="{ED1F8B81-4888-7C68-3326-C200A87F2F83}"/>
          </ac:picMkLst>
        </pc:picChg>
        <pc:cxnChg chg="add mod">
          <ac:chgData name="Daphne Economou" userId="d065a339-36cf-4937-af08-41751becbd81" providerId="ADAL" clId="{1178D6E8-EA92-49B0-A115-AE58D47EBDD9}" dt="2022-11-05T15:01:57.884" v="2312" actId="164"/>
          <ac:cxnSpMkLst>
            <pc:docMk/>
            <pc:sldMk cId="3702809697" sldId="715"/>
            <ac:cxnSpMk id="14" creationId="{392CDBF8-641F-E2BC-846D-D527F74DC664}"/>
          </ac:cxnSpMkLst>
        </pc:cxnChg>
        <pc:cxnChg chg="add del mod">
          <ac:chgData name="Daphne Economou" userId="d065a339-36cf-4937-af08-41751becbd81" providerId="ADAL" clId="{1178D6E8-EA92-49B0-A115-AE58D47EBDD9}" dt="2022-11-05T15:07:07.965" v="2427" actId="478"/>
          <ac:cxnSpMkLst>
            <pc:docMk/>
            <pc:sldMk cId="3702809697" sldId="715"/>
            <ac:cxnSpMk id="16" creationId="{EEF1F815-978C-4196-544F-35298502F29F}"/>
          </ac:cxnSpMkLst>
        </pc:cxnChg>
        <pc:cxnChg chg="add del mod">
          <ac:chgData name="Daphne Economou" userId="d065a339-36cf-4937-af08-41751becbd81" providerId="ADAL" clId="{1178D6E8-EA92-49B0-A115-AE58D47EBDD9}" dt="2022-11-05T15:07:16.426" v="2430" actId="478"/>
          <ac:cxnSpMkLst>
            <pc:docMk/>
            <pc:sldMk cId="3702809697" sldId="715"/>
            <ac:cxnSpMk id="19" creationId="{89028EFA-C080-42B9-7D54-4DF517633D47}"/>
          </ac:cxnSpMkLst>
        </pc:cxnChg>
        <pc:cxnChg chg="mod">
          <ac:chgData name="Daphne Economou" userId="d065a339-36cf-4937-af08-41751becbd81" providerId="ADAL" clId="{1178D6E8-EA92-49B0-A115-AE58D47EBDD9}" dt="2022-11-05T15:04:57.850" v="2395" actId="14100"/>
          <ac:cxnSpMkLst>
            <pc:docMk/>
            <pc:sldMk cId="3702809697" sldId="715"/>
            <ac:cxnSpMk id="24" creationId="{ED390B8A-E5F9-D03D-9B3E-6DB88E47F044}"/>
          </ac:cxnSpMkLst>
        </pc:cxnChg>
        <pc:cxnChg chg="del mod">
          <ac:chgData name="Daphne Economou" userId="d065a339-36cf-4937-af08-41751becbd81" providerId="ADAL" clId="{1178D6E8-EA92-49B0-A115-AE58D47EBDD9}" dt="2022-11-05T15:04:33.815" v="2390" actId="478"/>
          <ac:cxnSpMkLst>
            <pc:docMk/>
            <pc:sldMk cId="3702809697" sldId="715"/>
            <ac:cxnSpMk id="25" creationId="{E52778DD-9DA0-4808-FCBE-81752EEB8550}"/>
          </ac:cxnSpMkLst>
        </pc:cxnChg>
      </pc:sldChg>
      <pc:sldChg chg="addSp delSp modSp add mod">
        <pc:chgData name="Daphne Economou" userId="d065a339-36cf-4937-af08-41751becbd81" providerId="ADAL" clId="{1178D6E8-EA92-49B0-A115-AE58D47EBDD9}" dt="2022-11-05T16:43:00.850" v="3886" actId="1076"/>
        <pc:sldMkLst>
          <pc:docMk/>
          <pc:sldMk cId="2531365598" sldId="716"/>
        </pc:sldMkLst>
        <pc:spChg chg="mod">
          <ac:chgData name="Daphne Economou" userId="d065a339-36cf-4937-af08-41751becbd81" providerId="ADAL" clId="{1178D6E8-EA92-49B0-A115-AE58D47EBDD9}" dt="2022-11-05T15:17:25.320" v="2546" actId="20577"/>
          <ac:spMkLst>
            <pc:docMk/>
            <pc:sldMk cId="2531365598" sldId="716"/>
            <ac:spMk id="2" creationId="{D4E7BF70-F53D-C980-71F8-B6106F88F461}"/>
          </ac:spMkLst>
        </pc:spChg>
        <pc:spChg chg="del">
          <ac:chgData name="Daphne Economou" userId="d065a339-36cf-4937-af08-41751becbd81" providerId="ADAL" clId="{1178D6E8-EA92-49B0-A115-AE58D47EBDD9}" dt="2022-11-05T15:10:10.168" v="2453" actId="478"/>
          <ac:spMkLst>
            <pc:docMk/>
            <pc:sldMk cId="2531365598" sldId="716"/>
            <ac:spMk id="3" creationId="{DCC268C5-BB10-353D-056A-CAC12F57191A}"/>
          </ac:spMkLst>
        </pc:spChg>
        <pc:spChg chg="mod">
          <ac:chgData name="Daphne Economou" userId="d065a339-36cf-4937-af08-41751becbd81" providerId="ADAL" clId="{1178D6E8-EA92-49B0-A115-AE58D47EBDD9}" dt="2022-11-05T15:10:03.108" v="2451"/>
          <ac:spMkLst>
            <pc:docMk/>
            <pc:sldMk cId="2531365598" sldId="716"/>
            <ac:spMk id="7" creationId="{CE9102D2-8F20-E742-08EA-41F4984B2C2B}"/>
          </ac:spMkLst>
        </pc:spChg>
        <pc:spChg chg="mod">
          <ac:chgData name="Daphne Economou" userId="d065a339-36cf-4937-af08-41751becbd81" providerId="ADAL" clId="{1178D6E8-EA92-49B0-A115-AE58D47EBDD9}" dt="2022-11-05T15:10:03.108" v="2451"/>
          <ac:spMkLst>
            <pc:docMk/>
            <pc:sldMk cId="2531365598" sldId="716"/>
            <ac:spMk id="8" creationId="{071589F4-15B9-C951-1C6E-83F1C10E3802}"/>
          </ac:spMkLst>
        </pc:spChg>
        <pc:spChg chg="mod">
          <ac:chgData name="Daphne Economou" userId="d065a339-36cf-4937-af08-41751becbd81" providerId="ADAL" clId="{1178D6E8-EA92-49B0-A115-AE58D47EBDD9}" dt="2022-11-05T15:10:03.108" v="2451"/>
          <ac:spMkLst>
            <pc:docMk/>
            <pc:sldMk cId="2531365598" sldId="716"/>
            <ac:spMk id="9" creationId="{5BDC63DE-DA40-E378-30AE-44E7EF019510}"/>
          </ac:spMkLst>
        </pc:spChg>
        <pc:spChg chg="add del mod">
          <ac:chgData name="Daphne Economou" userId="d065a339-36cf-4937-af08-41751becbd81" providerId="ADAL" clId="{1178D6E8-EA92-49B0-A115-AE58D47EBDD9}" dt="2022-11-05T16:38:32.810" v="3838" actId="478"/>
          <ac:spMkLst>
            <pc:docMk/>
            <pc:sldMk cId="2531365598" sldId="716"/>
            <ac:spMk id="15" creationId="{CFB8F76E-F778-0A4D-7805-B41BD28296D1}"/>
          </ac:spMkLst>
        </pc:spChg>
        <pc:spChg chg="del">
          <ac:chgData name="Daphne Economou" userId="d065a339-36cf-4937-af08-41751becbd81" providerId="ADAL" clId="{1178D6E8-EA92-49B0-A115-AE58D47EBDD9}" dt="2022-11-05T15:10:00.464" v="2449" actId="478"/>
          <ac:spMkLst>
            <pc:docMk/>
            <pc:sldMk cId="2531365598" sldId="716"/>
            <ac:spMk id="18" creationId="{43A8E0F0-2288-41A9-C79D-7C1958CDA3D6}"/>
          </ac:spMkLst>
        </pc:spChg>
        <pc:spChg chg="mod">
          <ac:chgData name="Daphne Economou" userId="d065a339-36cf-4937-af08-41751becbd81" providerId="ADAL" clId="{1178D6E8-EA92-49B0-A115-AE58D47EBDD9}" dt="2022-11-05T15:16:39.672" v="2511" actId="20577"/>
          <ac:spMkLst>
            <pc:docMk/>
            <pc:sldMk cId="2531365598" sldId="716"/>
            <ac:spMk id="22" creationId="{31CAE2AD-2125-2D77-E8CB-015441CDF8A5}"/>
          </ac:spMkLst>
        </pc:spChg>
        <pc:grpChg chg="add del mod">
          <ac:chgData name="Daphne Economou" userId="d065a339-36cf-4937-af08-41751becbd81" providerId="ADAL" clId="{1178D6E8-EA92-49B0-A115-AE58D47EBDD9}" dt="2022-11-05T16:38:32.810" v="3838" actId="478"/>
          <ac:grpSpMkLst>
            <pc:docMk/>
            <pc:sldMk cId="2531365598" sldId="716"/>
            <ac:grpSpMk id="6" creationId="{185B76B2-DE9A-6D3A-7FC0-9B181C458140}"/>
          </ac:grpSpMkLst>
        </pc:grpChg>
        <pc:grpChg chg="del">
          <ac:chgData name="Daphne Economou" userId="d065a339-36cf-4937-af08-41751becbd81" providerId="ADAL" clId="{1178D6E8-EA92-49B0-A115-AE58D47EBDD9}" dt="2022-11-05T15:09:58.849" v="2448" actId="478"/>
          <ac:grpSpMkLst>
            <pc:docMk/>
            <pc:sldMk cId="2531365598" sldId="716"/>
            <ac:grpSpMk id="17" creationId="{D7A5FCFF-0D94-048B-5B62-EB082249E112}"/>
          </ac:grpSpMkLst>
        </pc:grpChg>
        <pc:grpChg chg="mod">
          <ac:chgData name="Daphne Economou" userId="d065a339-36cf-4937-af08-41751becbd81" providerId="ADAL" clId="{1178D6E8-EA92-49B0-A115-AE58D47EBDD9}" dt="2022-11-05T16:43:00.850" v="3886" actId="1076"/>
          <ac:grpSpMkLst>
            <pc:docMk/>
            <pc:sldMk cId="2531365598" sldId="716"/>
            <ac:grpSpMk id="20" creationId="{41F90D6B-B495-018A-F978-6F01898A9BE7}"/>
          </ac:grpSpMkLst>
        </pc:grpChg>
        <pc:graphicFrameChg chg="add del mod">
          <ac:chgData name="Daphne Economou" userId="d065a339-36cf-4937-af08-41751becbd81" providerId="ADAL" clId="{1178D6E8-EA92-49B0-A115-AE58D47EBDD9}" dt="2022-11-05T15:15:19.423" v="2499" actId="478"/>
          <ac:graphicFrameMkLst>
            <pc:docMk/>
            <pc:sldMk cId="2531365598" sldId="716"/>
            <ac:graphicFrameMk id="25" creationId="{B1A7D88B-EFBF-EBE6-F250-36354C3F14A7}"/>
          </ac:graphicFrameMkLst>
        </pc:graphicFrameChg>
        <pc:graphicFrameChg chg="del mod">
          <ac:chgData name="Daphne Economou" userId="d065a339-36cf-4937-af08-41751becbd81" providerId="ADAL" clId="{1178D6E8-EA92-49B0-A115-AE58D47EBDD9}" dt="2022-11-05T15:12:18.539" v="2465" actId="478"/>
          <ac:graphicFrameMkLst>
            <pc:docMk/>
            <pc:sldMk cId="2531365598" sldId="716"/>
            <ac:graphicFrameMk id="26" creationId="{5D0B3674-9382-CC09-AFA2-8DAC95EB13BA}"/>
          </ac:graphicFrameMkLst>
        </pc:graphicFrameChg>
        <pc:graphicFrameChg chg="del mod">
          <ac:chgData name="Daphne Economou" userId="d065a339-36cf-4937-af08-41751becbd81" providerId="ADAL" clId="{1178D6E8-EA92-49B0-A115-AE58D47EBDD9}" dt="2022-11-05T15:12:18.539" v="2465" actId="478"/>
          <ac:graphicFrameMkLst>
            <pc:docMk/>
            <pc:sldMk cId="2531365598" sldId="716"/>
            <ac:graphicFrameMk id="27" creationId="{F1A496E7-3A67-933A-C1DB-83744524C174}"/>
          </ac:graphicFrameMkLst>
        </pc:graphicFrameChg>
        <pc:graphicFrameChg chg="add del mod">
          <ac:chgData name="Daphne Economou" userId="d065a339-36cf-4937-af08-41751becbd81" providerId="ADAL" clId="{1178D6E8-EA92-49B0-A115-AE58D47EBDD9}" dt="2022-11-05T15:15:18.272" v="2498" actId="478"/>
          <ac:graphicFrameMkLst>
            <pc:docMk/>
            <pc:sldMk cId="2531365598" sldId="716"/>
            <ac:graphicFrameMk id="28" creationId="{85601406-595B-8F6D-C5BF-2EB1F835C16A}"/>
          </ac:graphicFrameMkLst>
        </pc:graphicFrameChg>
        <pc:graphicFrameChg chg="add mod modGraphic">
          <ac:chgData name="Daphne Economou" userId="d065a339-36cf-4937-af08-41751becbd81" providerId="ADAL" clId="{1178D6E8-EA92-49B0-A115-AE58D47EBDD9}" dt="2022-11-05T15:16:10.659" v="2506" actId="207"/>
          <ac:graphicFrameMkLst>
            <pc:docMk/>
            <pc:sldMk cId="2531365598" sldId="716"/>
            <ac:graphicFrameMk id="29" creationId="{74212E0E-4EBA-F4C4-CC39-118C125A2925}"/>
          </ac:graphicFrameMkLst>
        </pc:graphicFrameChg>
        <pc:graphicFrameChg chg="add mod">
          <ac:chgData name="Daphne Economou" userId="d065a339-36cf-4937-af08-41751becbd81" providerId="ADAL" clId="{1178D6E8-EA92-49B0-A115-AE58D47EBDD9}" dt="2022-11-05T15:15:37.823" v="2503"/>
          <ac:graphicFrameMkLst>
            <pc:docMk/>
            <pc:sldMk cId="2531365598" sldId="716"/>
            <ac:graphicFrameMk id="30" creationId="{EF1145F1-F310-212D-C24F-527C831FDED1}"/>
          </ac:graphicFrameMkLst>
        </pc:graphicFrameChg>
        <pc:picChg chg="add mod">
          <ac:chgData name="Daphne Economou" userId="d065a339-36cf-4937-af08-41751becbd81" providerId="ADAL" clId="{1178D6E8-EA92-49B0-A115-AE58D47EBDD9}" dt="2022-11-05T16:38:44.372" v="3844" actId="14100"/>
          <ac:picMkLst>
            <pc:docMk/>
            <pc:sldMk cId="2531365598" sldId="716"/>
            <ac:picMk id="32" creationId="{AD95D739-8C10-D57D-F64B-46EEBF707243}"/>
          </ac:picMkLst>
        </pc:picChg>
        <pc:cxnChg chg="mod">
          <ac:chgData name="Daphne Economou" userId="d065a339-36cf-4937-af08-41751becbd81" providerId="ADAL" clId="{1178D6E8-EA92-49B0-A115-AE58D47EBDD9}" dt="2022-11-05T15:10:03.108" v="2451"/>
          <ac:cxnSpMkLst>
            <pc:docMk/>
            <pc:sldMk cId="2531365598" sldId="716"/>
            <ac:cxnSpMk id="13" creationId="{FDDBF572-D71A-26A6-2DDB-256D9B01526A}"/>
          </ac:cxnSpMkLst>
        </pc:cxnChg>
        <pc:cxnChg chg="del">
          <ac:chgData name="Daphne Economou" userId="d065a339-36cf-4937-af08-41751becbd81" providerId="ADAL" clId="{1178D6E8-EA92-49B0-A115-AE58D47EBDD9}" dt="2022-11-05T15:10:02.128" v="2450" actId="478"/>
          <ac:cxnSpMkLst>
            <pc:docMk/>
            <pc:sldMk cId="2531365598" sldId="716"/>
            <ac:cxnSpMk id="19" creationId="{89028EFA-C080-42B9-7D54-4DF517633D47}"/>
          </ac:cxnSpMkLst>
        </pc:cxnChg>
      </pc:sldChg>
      <pc:sldChg chg="modSp new mod">
        <pc:chgData name="Daphne Economou" userId="d065a339-36cf-4937-af08-41751becbd81" providerId="ADAL" clId="{1178D6E8-EA92-49B0-A115-AE58D47EBDD9}" dt="2022-11-05T16:44:09.973" v="3897" actId="20577"/>
        <pc:sldMkLst>
          <pc:docMk/>
          <pc:sldMk cId="2641285923" sldId="717"/>
        </pc:sldMkLst>
        <pc:spChg chg="mod">
          <ac:chgData name="Daphne Economou" userId="d065a339-36cf-4937-af08-41751becbd81" providerId="ADAL" clId="{1178D6E8-EA92-49B0-A115-AE58D47EBDD9}" dt="2022-11-05T15:26:46.216" v="2742" actId="108"/>
          <ac:spMkLst>
            <pc:docMk/>
            <pc:sldMk cId="2641285923" sldId="717"/>
            <ac:spMk id="2" creationId="{E5B3985E-6294-790F-DD31-939C7B228700}"/>
          </ac:spMkLst>
        </pc:spChg>
        <pc:spChg chg="mod">
          <ac:chgData name="Daphne Economou" userId="d065a339-36cf-4937-af08-41751becbd81" providerId="ADAL" clId="{1178D6E8-EA92-49B0-A115-AE58D47EBDD9}" dt="2022-11-05T16:44:09.973" v="3897" actId="20577"/>
          <ac:spMkLst>
            <pc:docMk/>
            <pc:sldMk cId="2641285923" sldId="717"/>
            <ac:spMk id="3" creationId="{ACB75693-BAB2-7C8B-FAF7-ACA0E3127817}"/>
          </ac:spMkLst>
        </pc:spChg>
      </pc:sldChg>
      <pc:sldChg chg="add del">
        <pc:chgData name="Daphne Economou" userId="d065a339-36cf-4937-af08-41751becbd81" providerId="ADAL" clId="{1178D6E8-EA92-49B0-A115-AE58D47EBDD9}" dt="2022-11-05T15:12:49.616" v="2470" actId="47"/>
        <pc:sldMkLst>
          <pc:docMk/>
          <pc:sldMk cId="3996395515" sldId="717"/>
        </pc:sldMkLst>
      </pc:sldChg>
      <pc:sldChg chg="addSp delSp modSp add mod">
        <pc:chgData name="Daphne Economou" userId="d065a339-36cf-4937-af08-41751becbd81" providerId="ADAL" clId="{1178D6E8-EA92-49B0-A115-AE58D47EBDD9}" dt="2022-11-05T16:43:11.486" v="3887" actId="1076"/>
        <pc:sldMkLst>
          <pc:docMk/>
          <pc:sldMk cId="2097631564" sldId="718"/>
        </pc:sldMkLst>
        <pc:spChg chg="mod">
          <ac:chgData name="Daphne Economou" userId="d065a339-36cf-4937-af08-41751becbd81" providerId="ADAL" clId="{1178D6E8-EA92-49B0-A115-AE58D47EBDD9}" dt="2022-11-05T15:17:34.644" v="2559" actId="20577"/>
          <ac:spMkLst>
            <pc:docMk/>
            <pc:sldMk cId="2097631564" sldId="718"/>
            <ac:spMk id="2" creationId="{D4E7BF70-F53D-C980-71F8-B6106F88F461}"/>
          </ac:spMkLst>
        </pc:spChg>
        <pc:spChg chg="del mod">
          <ac:chgData name="Daphne Economou" userId="d065a339-36cf-4937-af08-41751becbd81" providerId="ADAL" clId="{1178D6E8-EA92-49B0-A115-AE58D47EBDD9}" dt="2022-11-05T15:18:06.708" v="2562" actId="478"/>
          <ac:spMkLst>
            <pc:docMk/>
            <pc:sldMk cId="2097631564" sldId="718"/>
            <ac:spMk id="10" creationId="{37257E8C-DE3F-5368-5386-C2F4AE87DC73}"/>
          </ac:spMkLst>
        </pc:spChg>
        <pc:spChg chg="mod topLvl">
          <ac:chgData name="Daphne Economou" userId="d065a339-36cf-4937-af08-41751becbd81" providerId="ADAL" clId="{1178D6E8-EA92-49B0-A115-AE58D47EBDD9}" dt="2022-11-05T16:43:11.486" v="3887" actId="1076"/>
          <ac:spMkLst>
            <pc:docMk/>
            <pc:sldMk cId="2097631564" sldId="718"/>
            <ac:spMk id="11" creationId="{72D5A9E5-C435-5E25-071E-6D5AE0486503}"/>
          </ac:spMkLst>
        </pc:spChg>
        <pc:spChg chg="del mod">
          <ac:chgData name="Daphne Economou" userId="d065a339-36cf-4937-af08-41751becbd81" providerId="ADAL" clId="{1178D6E8-EA92-49B0-A115-AE58D47EBDD9}" dt="2022-11-05T15:18:09.020" v="2563" actId="478"/>
          <ac:spMkLst>
            <pc:docMk/>
            <pc:sldMk cId="2097631564" sldId="718"/>
            <ac:spMk id="12" creationId="{4FFE6A4D-37AA-EB53-C678-78CA4F8705FB}"/>
          </ac:spMkLst>
        </pc:spChg>
        <pc:spChg chg="del">
          <ac:chgData name="Daphne Economou" userId="d065a339-36cf-4937-af08-41751becbd81" providerId="ADAL" clId="{1178D6E8-EA92-49B0-A115-AE58D47EBDD9}" dt="2022-11-05T16:38:48.897" v="3845" actId="478"/>
          <ac:spMkLst>
            <pc:docMk/>
            <pc:sldMk cId="2097631564" sldId="718"/>
            <ac:spMk id="15" creationId="{CFB8F76E-F778-0A4D-7805-B41BD28296D1}"/>
          </ac:spMkLst>
        </pc:spChg>
        <pc:spChg chg="mod">
          <ac:chgData name="Daphne Economou" userId="d065a339-36cf-4937-af08-41751becbd81" providerId="ADAL" clId="{1178D6E8-EA92-49B0-A115-AE58D47EBDD9}" dt="2022-11-05T15:17:01.500" v="2519" actId="20577"/>
          <ac:spMkLst>
            <pc:docMk/>
            <pc:sldMk cId="2097631564" sldId="718"/>
            <ac:spMk id="21" creationId="{936DFE41-BCA4-8B89-11CA-24CB01D48C64}"/>
          </ac:spMkLst>
        </pc:spChg>
        <pc:spChg chg="mod">
          <ac:chgData name="Daphne Economou" userId="d065a339-36cf-4937-af08-41751becbd81" providerId="ADAL" clId="{1178D6E8-EA92-49B0-A115-AE58D47EBDD9}" dt="2022-11-05T15:16:53.832" v="2514" actId="20577"/>
          <ac:spMkLst>
            <pc:docMk/>
            <pc:sldMk cId="2097631564" sldId="718"/>
            <ac:spMk id="22" creationId="{31CAE2AD-2125-2D77-E8CB-015441CDF8A5}"/>
          </ac:spMkLst>
        </pc:spChg>
        <pc:grpChg chg="add del mod">
          <ac:chgData name="Daphne Economou" userId="d065a339-36cf-4937-af08-41751becbd81" providerId="ADAL" clId="{1178D6E8-EA92-49B0-A115-AE58D47EBDD9}" dt="2022-11-05T15:18:11.099" v="2564" actId="478"/>
          <ac:grpSpMkLst>
            <pc:docMk/>
            <pc:sldMk cId="2097631564" sldId="718"/>
            <ac:grpSpMk id="3" creationId="{6ABF6A3B-E9CF-E1CA-EB70-1EEE1407FABA}"/>
          </ac:grpSpMkLst>
        </pc:grpChg>
        <pc:grpChg chg="del">
          <ac:chgData name="Daphne Economou" userId="d065a339-36cf-4937-af08-41751becbd81" providerId="ADAL" clId="{1178D6E8-EA92-49B0-A115-AE58D47EBDD9}" dt="2022-11-05T16:38:48.897" v="3845" actId="478"/>
          <ac:grpSpMkLst>
            <pc:docMk/>
            <pc:sldMk cId="2097631564" sldId="718"/>
            <ac:grpSpMk id="6" creationId="{185B76B2-DE9A-6D3A-7FC0-9B181C458140}"/>
          </ac:grpSpMkLst>
        </pc:grpChg>
        <pc:grpChg chg="mod">
          <ac:chgData name="Daphne Economou" userId="d065a339-36cf-4937-af08-41751becbd81" providerId="ADAL" clId="{1178D6E8-EA92-49B0-A115-AE58D47EBDD9}" dt="2022-11-05T16:43:11.486" v="3887" actId="1076"/>
          <ac:grpSpMkLst>
            <pc:docMk/>
            <pc:sldMk cId="2097631564" sldId="718"/>
            <ac:grpSpMk id="20" creationId="{41F90D6B-B495-018A-F978-6F01898A9BE7}"/>
          </ac:grpSpMkLst>
        </pc:grpChg>
        <pc:graphicFrameChg chg="modGraphic">
          <ac:chgData name="Daphne Economou" userId="d065a339-36cf-4937-af08-41751becbd81" providerId="ADAL" clId="{1178D6E8-EA92-49B0-A115-AE58D47EBDD9}" dt="2022-11-05T15:16:27.568" v="2508" actId="207"/>
          <ac:graphicFrameMkLst>
            <pc:docMk/>
            <pc:sldMk cId="2097631564" sldId="718"/>
            <ac:graphicFrameMk id="25" creationId="{B1A7D88B-EFBF-EBE6-F250-36354C3F14A7}"/>
          </ac:graphicFrameMkLst>
        </pc:graphicFrameChg>
        <pc:picChg chg="add mod">
          <ac:chgData name="Daphne Economou" userId="d065a339-36cf-4937-af08-41751becbd81" providerId="ADAL" clId="{1178D6E8-EA92-49B0-A115-AE58D47EBDD9}" dt="2022-11-05T16:38:49.194" v="3846"/>
          <ac:picMkLst>
            <pc:docMk/>
            <pc:sldMk cId="2097631564" sldId="718"/>
            <ac:picMk id="29" creationId="{2A4EFF82-658E-CDA7-0C2C-E75EDC992A7F}"/>
          </ac:picMkLst>
        </pc:picChg>
        <pc:cxnChg chg="del mod topLvl">
          <ac:chgData name="Daphne Economou" userId="d065a339-36cf-4937-af08-41751becbd81" providerId="ADAL" clId="{1178D6E8-EA92-49B0-A115-AE58D47EBDD9}" dt="2022-11-05T15:18:11.099" v="2564" actId="478"/>
          <ac:cxnSpMkLst>
            <pc:docMk/>
            <pc:sldMk cId="2097631564" sldId="718"/>
            <ac:cxnSpMk id="14" creationId="{5D8E5009-1D5A-F7FD-BC5C-EE6D0986C21F}"/>
          </ac:cxnSpMkLst>
        </pc:cxnChg>
        <pc:cxnChg chg="add mod">
          <ac:chgData name="Daphne Economou" userId="d065a339-36cf-4937-af08-41751becbd81" providerId="ADAL" clId="{1178D6E8-EA92-49B0-A115-AE58D47EBDD9}" dt="2022-11-05T16:43:11.486" v="3887" actId="1076"/>
          <ac:cxnSpMkLst>
            <pc:docMk/>
            <pc:sldMk cId="2097631564" sldId="718"/>
            <ac:cxnSpMk id="17" creationId="{9DD6FF5D-1F78-0FC4-5208-D839355B2C6D}"/>
          </ac:cxnSpMkLst>
        </pc:cxnChg>
        <pc:cxnChg chg="add mod">
          <ac:chgData name="Daphne Economou" userId="d065a339-36cf-4937-af08-41751becbd81" providerId="ADAL" clId="{1178D6E8-EA92-49B0-A115-AE58D47EBDD9}" dt="2022-11-05T16:43:11.486" v="3887" actId="1076"/>
          <ac:cxnSpMkLst>
            <pc:docMk/>
            <pc:sldMk cId="2097631564" sldId="718"/>
            <ac:cxnSpMk id="19" creationId="{5797B5AF-1E4A-AF69-027E-788D927D6249}"/>
          </ac:cxnSpMkLst>
        </pc:cxnChg>
      </pc:sldChg>
      <pc:sldChg chg="addSp delSp modSp add mod">
        <pc:chgData name="Daphne Economou" userId="d065a339-36cf-4937-af08-41751becbd81" providerId="ADAL" clId="{1178D6E8-EA92-49B0-A115-AE58D47EBDD9}" dt="2022-11-05T16:43:21.619" v="3888" actId="1076"/>
        <pc:sldMkLst>
          <pc:docMk/>
          <pc:sldMk cId="2191163319" sldId="719"/>
        </pc:sldMkLst>
        <pc:spChg chg="mod">
          <ac:chgData name="Daphne Economou" userId="d065a339-36cf-4937-af08-41751becbd81" providerId="ADAL" clId="{1178D6E8-EA92-49B0-A115-AE58D47EBDD9}" dt="2022-11-05T16:39:05.027" v="3853" actId="113"/>
          <ac:spMkLst>
            <pc:docMk/>
            <pc:sldMk cId="2191163319" sldId="719"/>
            <ac:spMk id="10" creationId="{D909BB12-789A-4D67-0FD9-B72FC8E6048B}"/>
          </ac:spMkLst>
        </pc:spChg>
        <pc:spChg chg="mod">
          <ac:chgData name="Daphne Economou" userId="d065a339-36cf-4937-af08-41751becbd81" providerId="ADAL" clId="{1178D6E8-EA92-49B0-A115-AE58D47EBDD9}" dt="2022-11-05T16:43:21.619" v="3888" actId="1076"/>
          <ac:spMkLst>
            <pc:docMk/>
            <pc:sldMk cId="2191163319" sldId="719"/>
            <ac:spMk id="11" creationId="{72D5A9E5-C435-5E25-071E-6D5AE0486503}"/>
          </ac:spMkLst>
        </pc:spChg>
        <pc:spChg chg="mod">
          <ac:chgData name="Daphne Economou" userId="d065a339-36cf-4937-af08-41751becbd81" providerId="ADAL" clId="{1178D6E8-EA92-49B0-A115-AE58D47EBDD9}" dt="2022-11-05T16:39:05.027" v="3853" actId="113"/>
          <ac:spMkLst>
            <pc:docMk/>
            <pc:sldMk cId="2191163319" sldId="719"/>
            <ac:spMk id="12" creationId="{F628BF72-D859-234C-83E4-7E4D8A50B648}"/>
          </ac:spMkLst>
        </pc:spChg>
        <pc:spChg chg="mod">
          <ac:chgData name="Daphne Economou" userId="d065a339-36cf-4937-af08-41751becbd81" providerId="ADAL" clId="{1178D6E8-EA92-49B0-A115-AE58D47EBDD9}" dt="2022-11-05T16:39:05.027" v="3853" actId="113"/>
          <ac:spMkLst>
            <pc:docMk/>
            <pc:sldMk cId="2191163319" sldId="719"/>
            <ac:spMk id="14" creationId="{1BE5340B-0E02-537A-579D-8D480066B3D4}"/>
          </ac:spMkLst>
        </pc:spChg>
        <pc:spChg chg="del">
          <ac:chgData name="Daphne Economou" userId="d065a339-36cf-4937-af08-41751becbd81" providerId="ADAL" clId="{1178D6E8-EA92-49B0-A115-AE58D47EBDD9}" dt="2022-11-05T15:21:04.701" v="2615" actId="478"/>
          <ac:spMkLst>
            <pc:docMk/>
            <pc:sldMk cId="2191163319" sldId="719"/>
            <ac:spMk id="15" creationId="{CFB8F76E-F778-0A4D-7805-B41BD28296D1}"/>
          </ac:spMkLst>
        </pc:spChg>
        <pc:spChg chg="mod">
          <ac:chgData name="Daphne Economou" userId="d065a339-36cf-4937-af08-41751becbd81" providerId="ADAL" clId="{1178D6E8-EA92-49B0-A115-AE58D47EBDD9}" dt="2022-11-05T16:39:05.027" v="3853" actId="113"/>
          <ac:spMkLst>
            <pc:docMk/>
            <pc:sldMk cId="2191163319" sldId="719"/>
            <ac:spMk id="21" creationId="{936DFE41-BCA4-8B89-11CA-24CB01D48C64}"/>
          </ac:spMkLst>
        </pc:spChg>
        <pc:spChg chg="mod">
          <ac:chgData name="Daphne Economou" userId="d065a339-36cf-4937-af08-41751becbd81" providerId="ADAL" clId="{1178D6E8-EA92-49B0-A115-AE58D47EBDD9}" dt="2022-11-05T16:39:05.027" v="3853" actId="113"/>
          <ac:spMkLst>
            <pc:docMk/>
            <pc:sldMk cId="2191163319" sldId="719"/>
            <ac:spMk id="22" creationId="{31CAE2AD-2125-2D77-E8CB-015441CDF8A5}"/>
          </ac:spMkLst>
        </pc:spChg>
        <pc:spChg chg="mod">
          <ac:chgData name="Daphne Economou" userId="d065a339-36cf-4937-af08-41751becbd81" providerId="ADAL" clId="{1178D6E8-EA92-49B0-A115-AE58D47EBDD9}" dt="2022-11-05T16:39:05.027" v="3853" actId="113"/>
          <ac:spMkLst>
            <pc:docMk/>
            <pc:sldMk cId="2191163319" sldId="719"/>
            <ac:spMk id="23" creationId="{F5E26401-A9B3-51EF-16C6-FBA0B2B2063F}"/>
          </ac:spMkLst>
        </pc:spChg>
        <pc:spChg chg="add mod">
          <ac:chgData name="Daphne Economou" userId="d065a339-36cf-4937-af08-41751becbd81" providerId="ADAL" clId="{1178D6E8-EA92-49B0-A115-AE58D47EBDD9}" dt="2022-11-05T16:43:21.619" v="3888" actId="1076"/>
          <ac:spMkLst>
            <pc:docMk/>
            <pc:sldMk cId="2191163319" sldId="719"/>
            <ac:spMk id="38" creationId="{AE82A6B8-57FB-91E6-DA28-FD99D7A7D577}"/>
          </ac:spMkLst>
        </pc:spChg>
        <pc:spChg chg="add mod">
          <ac:chgData name="Daphne Economou" userId="d065a339-36cf-4937-af08-41751becbd81" providerId="ADAL" clId="{1178D6E8-EA92-49B0-A115-AE58D47EBDD9}" dt="2022-11-05T16:43:21.619" v="3888" actId="1076"/>
          <ac:spMkLst>
            <pc:docMk/>
            <pc:sldMk cId="2191163319" sldId="719"/>
            <ac:spMk id="39" creationId="{C76A6500-C464-C259-F1BB-928C0E988A9D}"/>
          </ac:spMkLst>
        </pc:spChg>
        <pc:spChg chg="add mod">
          <ac:chgData name="Daphne Economou" userId="d065a339-36cf-4937-af08-41751becbd81" providerId="ADAL" clId="{1178D6E8-EA92-49B0-A115-AE58D47EBDD9}" dt="2022-11-05T16:43:21.619" v="3888" actId="1076"/>
          <ac:spMkLst>
            <pc:docMk/>
            <pc:sldMk cId="2191163319" sldId="719"/>
            <ac:spMk id="40" creationId="{CADBB5B8-F7D9-B06A-F98D-63589DFDEBB2}"/>
          </ac:spMkLst>
        </pc:spChg>
        <pc:grpChg chg="add mod">
          <ac:chgData name="Daphne Economou" userId="d065a339-36cf-4937-af08-41751becbd81" providerId="ADAL" clId="{1178D6E8-EA92-49B0-A115-AE58D47EBDD9}" dt="2022-11-05T16:39:09.955" v="3855" actId="1076"/>
          <ac:grpSpMkLst>
            <pc:docMk/>
            <pc:sldMk cId="2191163319" sldId="719"/>
            <ac:grpSpMk id="3" creationId="{CAF3ED06-2DE1-9E35-FB67-A37D4243B0DB}"/>
          </ac:grpSpMkLst>
        </pc:grpChg>
        <pc:grpChg chg="del">
          <ac:chgData name="Daphne Economou" userId="d065a339-36cf-4937-af08-41751becbd81" providerId="ADAL" clId="{1178D6E8-EA92-49B0-A115-AE58D47EBDD9}" dt="2022-11-05T15:21:06.432" v="2616" actId="478"/>
          <ac:grpSpMkLst>
            <pc:docMk/>
            <pc:sldMk cId="2191163319" sldId="719"/>
            <ac:grpSpMk id="6" creationId="{185B76B2-DE9A-6D3A-7FC0-9B181C458140}"/>
          </ac:grpSpMkLst>
        </pc:grpChg>
        <pc:grpChg chg="mod">
          <ac:chgData name="Daphne Economou" userId="d065a339-36cf-4937-af08-41751becbd81" providerId="ADAL" clId="{1178D6E8-EA92-49B0-A115-AE58D47EBDD9}" dt="2022-11-05T16:39:09.955" v="3855" actId="1076"/>
          <ac:grpSpMkLst>
            <pc:docMk/>
            <pc:sldMk cId="2191163319" sldId="719"/>
            <ac:grpSpMk id="20" creationId="{41F90D6B-B495-018A-F978-6F01898A9BE7}"/>
          </ac:grpSpMkLst>
        </pc:grpChg>
        <pc:graphicFrameChg chg="modGraphic">
          <ac:chgData name="Daphne Economou" userId="d065a339-36cf-4937-af08-41751becbd81" providerId="ADAL" clId="{1178D6E8-EA92-49B0-A115-AE58D47EBDD9}" dt="2022-11-05T15:25:27.739" v="2736" actId="207"/>
          <ac:graphicFrameMkLst>
            <pc:docMk/>
            <pc:sldMk cId="2191163319" sldId="719"/>
            <ac:graphicFrameMk id="25" creationId="{B1A7D88B-EFBF-EBE6-F250-36354C3F14A7}"/>
          </ac:graphicFrameMkLst>
        </pc:graphicFrameChg>
        <pc:picChg chg="add del mod">
          <ac:chgData name="Daphne Economou" userId="d065a339-36cf-4937-af08-41751becbd81" providerId="ADAL" clId="{1178D6E8-EA92-49B0-A115-AE58D47EBDD9}" dt="2022-11-05T16:38:59.682" v="3850" actId="478"/>
          <ac:picMkLst>
            <pc:docMk/>
            <pc:sldMk cId="2191163319" sldId="719"/>
            <ac:picMk id="41" creationId="{F8D84930-2EE0-FF16-3E0E-31C7970C1873}"/>
          </ac:picMkLst>
        </pc:picChg>
        <pc:picChg chg="add mod">
          <ac:chgData name="Daphne Economou" userId="d065a339-36cf-4937-af08-41751becbd81" providerId="ADAL" clId="{1178D6E8-EA92-49B0-A115-AE58D47EBDD9}" dt="2022-11-05T16:39:05.843" v="3854"/>
          <ac:picMkLst>
            <pc:docMk/>
            <pc:sldMk cId="2191163319" sldId="719"/>
            <ac:picMk id="42" creationId="{F2738CFE-E282-D73F-1DBC-8E775DC1C784}"/>
          </ac:picMkLst>
        </pc:picChg>
        <pc:cxnChg chg="del mod">
          <ac:chgData name="Daphne Economou" userId="d065a339-36cf-4937-af08-41751becbd81" providerId="ADAL" clId="{1178D6E8-EA92-49B0-A115-AE58D47EBDD9}" dt="2022-11-05T15:22:16.249" v="2636" actId="478"/>
          <ac:cxnSpMkLst>
            <pc:docMk/>
            <pc:sldMk cId="2191163319" sldId="719"/>
            <ac:cxnSpMk id="16" creationId="{FBC109D2-E757-FFE6-FA85-04F19F9D2D79}"/>
          </ac:cxnSpMkLst>
        </pc:cxnChg>
        <pc:cxnChg chg="del">
          <ac:chgData name="Daphne Economou" userId="d065a339-36cf-4937-af08-41751becbd81" providerId="ADAL" clId="{1178D6E8-EA92-49B0-A115-AE58D47EBDD9}" dt="2022-11-05T15:21:12.999" v="2620" actId="478"/>
          <ac:cxnSpMkLst>
            <pc:docMk/>
            <pc:sldMk cId="2191163319" sldId="719"/>
            <ac:cxnSpMk id="17" creationId="{9DD6FF5D-1F78-0FC4-5208-D839355B2C6D}"/>
          </ac:cxnSpMkLst>
        </pc:cxnChg>
        <pc:cxnChg chg="del mod">
          <ac:chgData name="Daphne Economou" userId="d065a339-36cf-4937-af08-41751becbd81" providerId="ADAL" clId="{1178D6E8-EA92-49B0-A115-AE58D47EBDD9}" dt="2022-11-05T15:22:26.230" v="2639" actId="478"/>
          <ac:cxnSpMkLst>
            <pc:docMk/>
            <pc:sldMk cId="2191163319" sldId="719"/>
            <ac:cxnSpMk id="19" creationId="{5797B5AF-1E4A-AF69-027E-788D927D6249}"/>
          </ac:cxnSpMkLst>
        </pc:cxnChg>
        <pc:cxnChg chg="del mod">
          <ac:chgData name="Daphne Economou" userId="d065a339-36cf-4937-af08-41751becbd81" providerId="ADAL" clId="{1178D6E8-EA92-49B0-A115-AE58D47EBDD9}" dt="2022-11-05T15:22:13.594" v="2635" actId="478"/>
          <ac:cxnSpMkLst>
            <pc:docMk/>
            <pc:sldMk cId="2191163319" sldId="719"/>
            <ac:cxnSpMk id="24" creationId="{ED390B8A-E5F9-D03D-9B3E-6DB88E47F044}"/>
          </ac:cxnSpMkLst>
        </pc:cxnChg>
        <pc:cxnChg chg="add del mod">
          <ac:chgData name="Daphne Economou" userId="d065a339-36cf-4937-af08-41751becbd81" providerId="ADAL" clId="{1178D6E8-EA92-49B0-A115-AE58D47EBDD9}" dt="2022-11-05T15:22:57.919" v="2646" actId="478"/>
          <ac:cxnSpMkLst>
            <pc:docMk/>
            <pc:sldMk cId="2191163319" sldId="719"/>
            <ac:cxnSpMk id="33" creationId="{5DFC56D8-5A99-7621-806D-C2FA981C1BC4}"/>
          </ac:cxnSpMkLst>
        </pc:cxnChg>
        <pc:cxnChg chg="add mod">
          <ac:chgData name="Daphne Economou" userId="d065a339-36cf-4937-af08-41751becbd81" providerId="ADAL" clId="{1178D6E8-EA92-49B0-A115-AE58D47EBDD9}" dt="2022-11-05T16:39:09.955" v="3855" actId="1076"/>
          <ac:cxnSpMkLst>
            <pc:docMk/>
            <pc:sldMk cId="2191163319" sldId="719"/>
            <ac:cxnSpMk id="35" creationId="{E51F7689-0E19-1E05-E3CD-DAB2D0ED37F3}"/>
          </ac:cxnSpMkLst>
        </pc:cxnChg>
        <pc:cxnChg chg="add mod">
          <ac:chgData name="Daphne Economou" userId="d065a339-36cf-4937-af08-41751becbd81" providerId="ADAL" clId="{1178D6E8-EA92-49B0-A115-AE58D47EBDD9}" dt="2022-11-05T16:39:09.955" v="3855" actId="1076"/>
          <ac:cxnSpMkLst>
            <pc:docMk/>
            <pc:sldMk cId="2191163319" sldId="719"/>
            <ac:cxnSpMk id="37" creationId="{75F0B491-C6EC-D174-5E82-14F0FFAEF3B2}"/>
          </ac:cxnSpMkLst>
        </pc:cxnChg>
      </pc:sldChg>
      <pc:sldChg chg="addSp delSp modSp new del mod">
        <pc:chgData name="Daphne Economou" userId="d065a339-36cf-4937-af08-41751becbd81" providerId="ADAL" clId="{1178D6E8-EA92-49B0-A115-AE58D47EBDD9}" dt="2022-11-05T15:51:07.998" v="3047" actId="47"/>
        <pc:sldMkLst>
          <pc:docMk/>
          <pc:sldMk cId="3131448529" sldId="720"/>
        </pc:sldMkLst>
        <pc:spChg chg="mod">
          <ac:chgData name="Daphne Economou" userId="d065a339-36cf-4937-af08-41751becbd81" providerId="ADAL" clId="{1178D6E8-EA92-49B0-A115-AE58D47EBDD9}" dt="2022-11-05T15:49:07.407" v="2979" actId="20577"/>
          <ac:spMkLst>
            <pc:docMk/>
            <pc:sldMk cId="3131448529" sldId="720"/>
            <ac:spMk id="2" creationId="{B05F5C4A-116A-216E-511B-EEAF60934EF3}"/>
          </ac:spMkLst>
        </pc:spChg>
        <pc:spChg chg="del">
          <ac:chgData name="Daphne Economou" userId="d065a339-36cf-4937-af08-41751becbd81" providerId="ADAL" clId="{1178D6E8-EA92-49B0-A115-AE58D47EBDD9}" dt="2022-11-05T15:47:49.935" v="2960" actId="478"/>
          <ac:spMkLst>
            <pc:docMk/>
            <pc:sldMk cId="3131448529" sldId="720"/>
            <ac:spMk id="3" creationId="{D5B87319-CB3C-90C4-D1A6-1486849961B0}"/>
          </ac:spMkLst>
        </pc:spChg>
        <pc:picChg chg="add mod">
          <ac:chgData name="Daphne Economou" userId="d065a339-36cf-4937-af08-41751becbd81" providerId="ADAL" clId="{1178D6E8-EA92-49B0-A115-AE58D47EBDD9}" dt="2022-11-05T15:47:52.428" v="2961" actId="1076"/>
          <ac:picMkLst>
            <pc:docMk/>
            <pc:sldMk cId="3131448529" sldId="720"/>
            <ac:picMk id="6" creationId="{54D547A5-3DCA-4589-A59C-88732E0678D7}"/>
          </ac:picMkLst>
        </pc:picChg>
      </pc:sldChg>
      <pc:sldChg chg="addSp modSp new mod modAnim modNotesTx">
        <pc:chgData name="Daphne Economou" userId="d065a339-36cf-4937-af08-41751becbd81" providerId="ADAL" clId="{1178D6E8-EA92-49B0-A115-AE58D47EBDD9}" dt="2022-11-05T15:56:20.546" v="3125" actId="20577"/>
        <pc:sldMkLst>
          <pc:docMk/>
          <pc:sldMk cId="489467532" sldId="721"/>
        </pc:sldMkLst>
        <pc:spChg chg="mod">
          <ac:chgData name="Daphne Economou" userId="d065a339-36cf-4937-af08-41751becbd81" providerId="ADAL" clId="{1178D6E8-EA92-49B0-A115-AE58D47EBDD9}" dt="2022-11-05T15:56:20.546" v="3125" actId="20577"/>
          <ac:spMkLst>
            <pc:docMk/>
            <pc:sldMk cId="489467532" sldId="721"/>
            <ac:spMk id="2" creationId="{3DEC23BB-4144-4D27-3313-1FE2BB418922}"/>
          </ac:spMkLst>
        </pc:spChg>
        <pc:spChg chg="mod">
          <ac:chgData name="Daphne Economou" userId="d065a339-36cf-4937-af08-41751becbd81" providerId="ADAL" clId="{1178D6E8-EA92-49B0-A115-AE58D47EBDD9}" dt="2022-11-05T15:54:56.496" v="3077" actId="27636"/>
          <ac:spMkLst>
            <pc:docMk/>
            <pc:sldMk cId="489467532" sldId="721"/>
            <ac:spMk id="3" creationId="{93DE2CC8-2635-97EF-DE80-8A73515AB3ED}"/>
          </ac:spMkLst>
        </pc:spChg>
        <pc:picChg chg="add mod ord">
          <ac:chgData name="Daphne Economou" userId="d065a339-36cf-4937-af08-41751becbd81" providerId="ADAL" clId="{1178D6E8-EA92-49B0-A115-AE58D47EBDD9}" dt="2022-11-05T15:55:01.935" v="3079" actId="1076"/>
          <ac:picMkLst>
            <pc:docMk/>
            <pc:sldMk cId="489467532" sldId="721"/>
            <ac:picMk id="6" creationId="{FD760739-4430-3B51-E576-C0C10F793FE8}"/>
          </ac:picMkLst>
        </pc:picChg>
      </pc:sldChg>
      <pc:sldChg chg="addSp delSp modSp add mod delAnim">
        <pc:chgData name="Daphne Economou" userId="d065a339-36cf-4937-af08-41751becbd81" providerId="ADAL" clId="{1178D6E8-EA92-49B0-A115-AE58D47EBDD9}" dt="2022-11-05T16:04:40.698" v="3163" actId="1076"/>
        <pc:sldMkLst>
          <pc:docMk/>
          <pc:sldMk cId="273916979" sldId="722"/>
        </pc:sldMkLst>
        <pc:spChg chg="mod">
          <ac:chgData name="Daphne Economou" userId="d065a339-36cf-4937-af08-41751becbd81" providerId="ADAL" clId="{1178D6E8-EA92-49B0-A115-AE58D47EBDD9}" dt="2022-11-05T15:58:10.909" v="3151" actId="1076"/>
          <ac:spMkLst>
            <pc:docMk/>
            <pc:sldMk cId="273916979" sldId="722"/>
            <ac:spMk id="3" creationId="{93DE2CC8-2635-97EF-DE80-8A73515AB3ED}"/>
          </ac:spMkLst>
        </pc:spChg>
        <pc:picChg chg="del">
          <ac:chgData name="Daphne Economou" userId="d065a339-36cf-4937-af08-41751becbd81" providerId="ADAL" clId="{1178D6E8-EA92-49B0-A115-AE58D47EBDD9}" dt="2022-11-05T15:56:43.204" v="3126" actId="478"/>
          <ac:picMkLst>
            <pc:docMk/>
            <pc:sldMk cId="273916979" sldId="722"/>
            <ac:picMk id="6" creationId="{FD760739-4430-3B51-E576-C0C10F793FE8}"/>
          </ac:picMkLst>
        </pc:picChg>
        <pc:picChg chg="add del mod ord">
          <ac:chgData name="Daphne Economou" userId="d065a339-36cf-4937-af08-41751becbd81" providerId="ADAL" clId="{1178D6E8-EA92-49B0-A115-AE58D47EBDD9}" dt="2022-11-05T16:00:52.652" v="3152" actId="478"/>
          <ac:picMkLst>
            <pc:docMk/>
            <pc:sldMk cId="273916979" sldId="722"/>
            <ac:picMk id="8" creationId="{DB28E010-F508-CE8A-75A6-ECAA580E3667}"/>
          </ac:picMkLst>
        </pc:picChg>
        <pc:picChg chg="add del mod">
          <ac:chgData name="Daphne Economou" userId="d065a339-36cf-4937-af08-41751becbd81" providerId="ADAL" clId="{1178D6E8-EA92-49B0-A115-AE58D47EBDD9}" dt="2022-11-05T16:01:05.630" v="3155" actId="478"/>
          <ac:picMkLst>
            <pc:docMk/>
            <pc:sldMk cId="273916979" sldId="722"/>
            <ac:picMk id="10" creationId="{1DBA88E2-FB1F-CA18-7B43-7CD0B5BA2A58}"/>
          </ac:picMkLst>
        </pc:picChg>
        <pc:picChg chg="add del mod">
          <ac:chgData name="Daphne Economou" userId="d065a339-36cf-4937-af08-41751becbd81" providerId="ADAL" clId="{1178D6E8-EA92-49B0-A115-AE58D47EBDD9}" dt="2022-11-05T16:04:23.845" v="3158" actId="478"/>
          <ac:picMkLst>
            <pc:docMk/>
            <pc:sldMk cId="273916979" sldId="722"/>
            <ac:picMk id="12" creationId="{531CBA01-EB8A-173E-C1E9-7E9D0E2B5C9F}"/>
          </ac:picMkLst>
        </pc:picChg>
        <pc:picChg chg="add mod ord">
          <ac:chgData name="Daphne Economou" userId="d065a339-36cf-4937-af08-41751becbd81" providerId="ADAL" clId="{1178D6E8-EA92-49B0-A115-AE58D47EBDD9}" dt="2022-11-05T16:04:40.698" v="3163" actId="1076"/>
          <ac:picMkLst>
            <pc:docMk/>
            <pc:sldMk cId="273916979" sldId="722"/>
            <ac:picMk id="14" creationId="{5E61BB1E-172F-8E71-80CB-64CC98015B41}"/>
          </ac:picMkLst>
        </pc:picChg>
      </pc:sldChg>
      <pc:sldChg chg="addSp modSp new mod">
        <pc:chgData name="Daphne Economou" userId="d065a339-36cf-4937-af08-41751becbd81" providerId="ADAL" clId="{1178D6E8-EA92-49B0-A115-AE58D47EBDD9}" dt="2022-11-06T21:07:09.332" v="5612" actId="20577"/>
        <pc:sldMkLst>
          <pc:docMk/>
          <pc:sldMk cId="2184811476" sldId="723"/>
        </pc:sldMkLst>
        <pc:spChg chg="mod">
          <ac:chgData name="Daphne Economou" userId="d065a339-36cf-4937-af08-41751becbd81" providerId="ADAL" clId="{1178D6E8-EA92-49B0-A115-AE58D47EBDD9}" dt="2022-11-05T16:06:18.450" v="3183" actId="20577"/>
          <ac:spMkLst>
            <pc:docMk/>
            <pc:sldMk cId="2184811476" sldId="723"/>
            <ac:spMk id="2" creationId="{C2973C99-BD9B-6353-024D-A6BDB1C51B91}"/>
          </ac:spMkLst>
        </pc:spChg>
        <pc:spChg chg="mod">
          <ac:chgData name="Daphne Economou" userId="d065a339-36cf-4937-af08-41751becbd81" providerId="ADAL" clId="{1178D6E8-EA92-49B0-A115-AE58D47EBDD9}" dt="2022-11-06T21:07:09.332" v="5612" actId="20577"/>
          <ac:spMkLst>
            <pc:docMk/>
            <pc:sldMk cId="2184811476" sldId="723"/>
            <ac:spMk id="3" creationId="{F3D0CB27-BB99-6F28-5F62-06A26F4EB134}"/>
          </ac:spMkLst>
        </pc:spChg>
        <pc:picChg chg="add mod">
          <ac:chgData name="Daphne Economou" userId="d065a339-36cf-4937-af08-41751becbd81" providerId="ADAL" clId="{1178D6E8-EA92-49B0-A115-AE58D47EBDD9}" dt="2022-11-05T16:05:59.272" v="3167" actId="1076"/>
          <ac:picMkLst>
            <pc:docMk/>
            <pc:sldMk cId="2184811476" sldId="723"/>
            <ac:picMk id="7" creationId="{9B0A0949-2498-BAD0-FF80-03151AB4FEDA}"/>
          </ac:picMkLst>
        </pc:picChg>
      </pc:sldChg>
      <pc:sldChg chg="addSp new del mod">
        <pc:chgData name="Daphne Economou" userId="d065a339-36cf-4937-af08-41751becbd81" providerId="ADAL" clId="{1178D6E8-EA92-49B0-A115-AE58D47EBDD9}" dt="2022-11-05T16:10:59.351" v="3412" actId="47"/>
        <pc:sldMkLst>
          <pc:docMk/>
          <pc:sldMk cId="1769893003" sldId="724"/>
        </pc:sldMkLst>
        <pc:picChg chg="add">
          <ac:chgData name="Daphne Economou" userId="d065a339-36cf-4937-af08-41751becbd81" providerId="ADAL" clId="{1178D6E8-EA92-49B0-A115-AE58D47EBDD9}" dt="2022-11-05T16:10:14.088" v="3392" actId="22"/>
          <ac:picMkLst>
            <pc:docMk/>
            <pc:sldMk cId="1769893003" sldId="724"/>
            <ac:picMk id="7" creationId="{2FB5A28C-EB14-F0EE-505D-8BC6AC0CD5EC}"/>
          </ac:picMkLst>
        </pc:picChg>
      </pc:sldChg>
      <pc:sldChg chg="addSp delSp modSp add mod">
        <pc:chgData name="Daphne Economou" userId="d065a339-36cf-4937-af08-41751becbd81" providerId="ADAL" clId="{1178D6E8-EA92-49B0-A115-AE58D47EBDD9}" dt="2022-11-05T16:13:02.468" v="3518" actId="20577"/>
        <pc:sldMkLst>
          <pc:docMk/>
          <pc:sldMk cId="2067512439" sldId="725"/>
        </pc:sldMkLst>
        <pc:spChg chg="mod">
          <ac:chgData name="Daphne Economou" userId="d065a339-36cf-4937-af08-41751becbd81" providerId="ADAL" clId="{1178D6E8-EA92-49B0-A115-AE58D47EBDD9}" dt="2022-11-05T16:13:02.468" v="3518" actId="20577"/>
          <ac:spMkLst>
            <pc:docMk/>
            <pc:sldMk cId="2067512439" sldId="725"/>
            <ac:spMk id="3" creationId="{F3D0CB27-BB99-6F28-5F62-06A26F4EB134}"/>
          </ac:spMkLst>
        </pc:spChg>
        <pc:picChg chg="add del mod">
          <ac:chgData name="Daphne Economou" userId="d065a339-36cf-4937-af08-41751becbd81" providerId="ADAL" clId="{1178D6E8-EA92-49B0-A115-AE58D47EBDD9}" dt="2022-11-05T16:10:27.944" v="3400"/>
          <ac:picMkLst>
            <pc:docMk/>
            <pc:sldMk cId="2067512439" sldId="725"/>
            <ac:picMk id="6" creationId="{3BC8AEE0-ABFC-6C1A-1A76-E4EEECC44CFC}"/>
          </ac:picMkLst>
        </pc:picChg>
        <pc:picChg chg="add del">
          <ac:chgData name="Daphne Economou" userId="d065a339-36cf-4937-af08-41751becbd81" providerId="ADAL" clId="{1178D6E8-EA92-49B0-A115-AE58D47EBDD9}" dt="2022-11-05T16:10:49.294" v="3409" actId="478"/>
          <ac:picMkLst>
            <pc:docMk/>
            <pc:sldMk cId="2067512439" sldId="725"/>
            <ac:picMk id="7" creationId="{9B0A0949-2498-BAD0-FF80-03151AB4FEDA}"/>
          </ac:picMkLst>
        </pc:picChg>
        <pc:picChg chg="add mod ord">
          <ac:chgData name="Daphne Economou" userId="d065a339-36cf-4937-af08-41751becbd81" providerId="ADAL" clId="{1178D6E8-EA92-49B0-A115-AE58D47EBDD9}" dt="2022-11-05T16:10:50.769" v="3411" actId="1038"/>
          <ac:picMkLst>
            <pc:docMk/>
            <pc:sldMk cId="2067512439" sldId="725"/>
            <ac:picMk id="8" creationId="{D09FDC4A-F7D9-CE3E-1AD9-57EFBFD3594F}"/>
          </ac:picMkLst>
        </pc:picChg>
      </pc:sldChg>
      <pc:sldChg chg="modSp new mod">
        <pc:chgData name="Daphne Economou" userId="d065a339-36cf-4937-af08-41751becbd81" providerId="ADAL" clId="{1178D6E8-EA92-49B0-A115-AE58D47EBDD9}" dt="2022-11-06T21:08:13.882" v="5613" actId="20577"/>
        <pc:sldMkLst>
          <pc:docMk/>
          <pc:sldMk cId="1939836253" sldId="726"/>
        </pc:sldMkLst>
        <pc:spChg chg="mod">
          <ac:chgData name="Daphne Economou" userId="d065a339-36cf-4937-af08-41751becbd81" providerId="ADAL" clId="{1178D6E8-EA92-49B0-A115-AE58D47EBDD9}" dt="2022-11-05T16:14:16.452" v="3544" actId="20577"/>
          <ac:spMkLst>
            <pc:docMk/>
            <pc:sldMk cId="1939836253" sldId="726"/>
            <ac:spMk id="2" creationId="{4011F5B8-B073-234E-2D85-1DEB1FB94E5A}"/>
          </ac:spMkLst>
        </pc:spChg>
        <pc:spChg chg="mod">
          <ac:chgData name="Daphne Economou" userId="d065a339-36cf-4937-af08-41751becbd81" providerId="ADAL" clId="{1178D6E8-EA92-49B0-A115-AE58D47EBDD9}" dt="2022-11-06T21:08:13.882" v="5613" actId="20577"/>
          <ac:spMkLst>
            <pc:docMk/>
            <pc:sldMk cId="1939836253" sldId="726"/>
            <ac:spMk id="3" creationId="{923D640D-FF92-CAEE-64DE-68DD4C80141B}"/>
          </ac:spMkLst>
        </pc:spChg>
      </pc:sldChg>
      <pc:sldChg chg="addSp delSp modSp new mod">
        <pc:chgData name="Daphne Economou" userId="d065a339-36cf-4937-af08-41751becbd81" providerId="ADAL" clId="{1178D6E8-EA92-49B0-A115-AE58D47EBDD9}" dt="2022-11-05T17:04:43.720" v="4130" actId="948"/>
        <pc:sldMkLst>
          <pc:docMk/>
          <pc:sldMk cId="2321251037" sldId="727"/>
        </pc:sldMkLst>
        <pc:spChg chg="mod">
          <ac:chgData name="Daphne Economou" userId="d065a339-36cf-4937-af08-41751becbd81" providerId="ADAL" clId="{1178D6E8-EA92-49B0-A115-AE58D47EBDD9}" dt="2022-11-05T16:46:59.603" v="3905" actId="20577"/>
          <ac:spMkLst>
            <pc:docMk/>
            <pc:sldMk cId="2321251037" sldId="727"/>
            <ac:spMk id="2" creationId="{675F6576-2594-F316-3FAF-F3318C3972CB}"/>
          </ac:spMkLst>
        </pc:spChg>
        <pc:spChg chg="mod">
          <ac:chgData name="Daphne Economou" userId="d065a339-36cf-4937-af08-41751becbd81" providerId="ADAL" clId="{1178D6E8-EA92-49B0-A115-AE58D47EBDD9}" dt="2022-11-05T17:04:43.720" v="4130" actId="948"/>
          <ac:spMkLst>
            <pc:docMk/>
            <pc:sldMk cId="2321251037" sldId="727"/>
            <ac:spMk id="3" creationId="{B8E3A806-0C87-4BA5-96D5-5AFDC442B305}"/>
          </ac:spMkLst>
        </pc:spChg>
        <pc:picChg chg="add del mod">
          <ac:chgData name="Daphne Economou" userId="d065a339-36cf-4937-af08-41751becbd81" providerId="ADAL" clId="{1178D6E8-EA92-49B0-A115-AE58D47EBDD9}" dt="2022-11-05T16:59:23.792" v="4068" actId="478"/>
          <ac:picMkLst>
            <pc:docMk/>
            <pc:sldMk cId="2321251037" sldId="727"/>
            <ac:picMk id="7" creationId="{80F4D0F3-C19D-244D-7C4B-217E34F3ABBB}"/>
          </ac:picMkLst>
        </pc:picChg>
        <pc:picChg chg="add mod">
          <ac:chgData name="Daphne Economou" userId="d065a339-36cf-4937-af08-41751becbd81" providerId="ADAL" clId="{1178D6E8-EA92-49B0-A115-AE58D47EBDD9}" dt="2022-11-05T17:02:27.424" v="4082" actId="1076"/>
          <ac:picMkLst>
            <pc:docMk/>
            <pc:sldMk cId="2321251037" sldId="727"/>
            <ac:picMk id="9" creationId="{E974B2C7-F2F5-748C-3144-577D2D6754FB}"/>
          </ac:picMkLst>
        </pc:picChg>
        <pc:picChg chg="add mod ord">
          <ac:chgData name="Daphne Economou" userId="d065a339-36cf-4937-af08-41751becbd81" providerId="ADAL" clId="{1178D6E8-EA92-49B0-A115-AE58D47EBDD9}" dt="2022-11-05T17:02:31.951" v="4083" actId="167"/>
          <ac:picMkLst>
            <pc:docMk/>
            <pc:sldMk cId="2321251037" sldId="727"/>
            <ac:picMk id="11" creationId="{4F52630D-AA53-F923-A054-8539B0F052FD}"/>
          </ac:picMkLst>
        </pc:picChg>
      </pc:sldChg>
      <pc:sldChg chg="addSp delSp modSp add mod modNotesTx">
        <pc:chgData name="Daphne Economou" userId="d065a339-36cf-4937-af08-41751becbd81" providerId="ADAL" clId="{1178D6E8-EA92-49B0-A115-AE58D47EBDD9}" dt="2022-11-06T10:32:16.150" v="4536"/>
        <pc:sldMkLst>
          <pc:docMk/>
          <pc:sldMk cId="1914240590" sldId="728"/>
        </pc:sldMkLst>
        <pc:spChg chg="mod">
          <ac:chgData name="Daphne Economou" userId="d065a339-36cf-4937-af08-41751becbd81" providerId="ADAL" clId="{1178D6E8-EA92-49B0-A115-AE58D47EBDD9}" dt="2022-11-05T17:24:54.942" v="4154" actId="20577"/>
          <ac:spMkLst>
            <pc:docMk/>
            <pc:sldMk cId="1914240590" sldId="728"/>
            <ac:spMk id="6" creationId="{1B2497D5-6644-19FE-C744-395480A05FD9}"/>
          </ac:spMkLst>
        </pc:spChg>
        <pc:spChg chg="del">
          <ac:chgData name="Daphne Economou" userId="d065a339-36cf-4937-af08-41751becbd81" providerId="ADAL" clId="{1178D6E8-EA92-49B0-A115-AE58D47EBDD9}" dt="2022-11-06T10:32:09.281" v="4534" actId="478"/>
          <ac:spMkLst>
            <pc:docMk/>
            <pc:sldMk cId="1914240590" sldId="728"/>
            <ac:spMk id="7" creationId="{62200CD7-BB12-89C3-D24F-09AE68F139DD}"/>
          </ac:spMkLst>
        </pc:spChg>
        <pc:picChg chg="add mod">
          <ac:chgData name="Daphne Economou" userId="d065a339-36cf-4937-af08-41751becbd81" providerId="ADAL" clId="{1178D6E8-EA92-49B0-A115-AE58D47EBDD9}" dt="2022-11-06T10:32:11.854" v="4535" actId="1076"/>
          <ac:picMkLst>
            <pc:docMk/>
            <pc:sldMk cId="1914240590" sldId="728"/>
            <ac:picMk id="3" creationId="{A0D65585-D22C-6AF6-ED87-75B3DE93B03C}"/>
          </ac:picMkLst>
        </pc:picChg>
      </pc:sldChg>
      <pc:sldChg chg="addSp delSp modSp add del mod">
        <pc:chgData name="Daphne Economou" userId="d065a339-36cf-4937-af08-41751becbd81" providerId="ADAL" clId="{1178D6E8-EA92-49B0-A115-AE58D47EBDD9}" dt="2022-11-07T08:38:56.832" v="6679" actId="47"/>
        <pc:sldMkLst>
          <pc:docMk/>
          <pc:sldMk cId="1154986891" sldId="729"/>
        </pc:sldMkLst>
        <pc:spChg chg="mod">
          <ac:chgData name="Daphne Economou" userId="d065a339-36cf-4937-af08-41751becbd81" providerId="ADAL" clId="{1178D6E8-EA92-49B0-A115-AE58D47EBDD9}" dt="2022-11-05T17:25:11.386" v="4172" actId="20577"/>
          <ac:spMkLst>
            <pc:docMk/>
            <pc:sldMk cId="1154986891" sldId="729"/>
            <ac:spMk id="6" creationId="{1B2497D5-6644-19FE-C744-395480A05FD9}"/>
          </ac:spMkLst>
        </pc:spChg>
        <pc:spChg chg="mod">
          <ac:chgData name="Daphne Economou" userId="d065a339-36cf-4937-af08-41751becbd81" providerId="ADAL" clId="{1178D6E8-EA92-49B0-A115-AE58D47EBDD9}" dt="2022-11-05T17:27:35.379" v="4218" actId="20577"/>
          <ac:spMkLst>
            <pc:docMk/>
            <pc:sldMk cId="1154986891" sldId="729"/>
            <ac:spMk id="7" creationId="{62200CD7-BB12-89C3-D24F-09AE68F139DD}"/>
          </ac:spMkLst>
        </pc:spChg>
        <pc:picChg chg="add del mod">
          <ac:chgData name="Daphne Economou" userId="d065a339-36cf-4937-af08-41751becbd81" providerId="ADAL" clId="{1178D6E8-EA92-49B0-A115-AE58D47EBDD9}" dt="2022-11-05T17:26:51.430" v="4177" actId="21"/>
          <ac:picMkLst>
            <pc:docMk/>
            <pc:sldMk cId="1154986891" sldId="729"/>
            <ac:picMk id="3" creationId="{42380F4A-5F04-9A3F-6BC0-2B03D416BB1B}"/>
          </ac:picMkLst>
        </pc:picChg>
      </pc:sldChg>
      <pc:sldChg chg="addSp delSp modSp new del mod modClrScheme chgLayout">
        <pc:chgData name="Daphne Economou" userId="d065a339-36cf-4937-af08-41751becbd81" providerId="ADAL" clId="{1178D6E8-EA92-49B0-A115-AE58D47EBDD9}" dt="2022-11-07T08:38:56.832" v="6679" actId="47"/>
        <pc:sldMkLst>
          <pc:docMk/>
          <pc:sldMk cId="29802753" sldId="730"/>
        </pc:sldMkLst>
        <pc:spChg chg="del">
          <ac:chgData name="Daphne Economou" userId="d065a339-36cf-4937-af08-41751becbd81" providerId="ADAL" clId="{1178D6E8-EA92-49B0-A115-AE58D47EBDD9}" dt="2022-11-05T17:26:49.017" v="4176" actId="700"/>
          <ac:spMkLst>
            <pc:docMk/>
            <pc:sldMk cId="29802753" sldId="730"/>
            <ac:spMk id="2" creationId="{B8AF708C-3D8B-5994-6C04-F19E2FD4D5D1}"/>
          </ac:spMkLst>
        </pc:spChg>
        <pc:spChg chg="del mod ord">
          <ac:chgData name="Daphne Economou" userId="d065a339-36cf-4937-af08-41751becbd81" providerId="ADAL" clId="{1178D6E8-EA92-49B0-A115-AE58D47EBDD9}" dt="2022-11-05T17:26:49.017" v="4176" actId="700"/>
          <ac:spMkLst>
            <pc:docMk/>
            <pc:sldMk cId="29802753" sldId="730"/>
            <ac:spMk id="3" creationId="{A41F5269-BF00-E4D3-08E4-7E8DF5D29BF7}"/>
          </ac:spMkLst>
        </pc:spChg>
        <pc:spChg chg="mod ord">
          <ac:chgData name="Daphne Economou" userId="d065a339-36cf-4937-af08-41751becbd81" providerId="ADAL" clId="{1178D6E8-EA92-49B0-A115-AE58D47EBDD9}" dt="2022-11-05T17:26:58.233" v="4180" actId="700"/>
          <ac:spMkLst>
            <pc:docMk/>
            <pc:sldMk cId="29802753" sldId="730"/>
            <ac:spMk id="4" creationId="{812F1C8C-F050-64A3-F030-29009C93EB3F}"/>
          </ac:spMkLst>
        </pc:spChg>
        <pc:spChg chg="mod ord">
          <ac:chgData name="Daphne Economou" userId="d065a339-36cf-4937-af08-41751becbd81" providerId="ADAL" clId="{1178D6E8-EA92-49B0-A115-AE58D47EBDD9}" dt="2022-11-05T17:26:58.233" v="4180" actId="700"/>
          <ac:spMkLst>
            <pc:docMk/>
            <pc:sldMk cId="29802753" sldId="730"/>
            <ac:spMk id="5" creationId="{F2C40544-125A-F95B-2CDF-28E3B7AAC2ED}"/>
          </ac:spMkLst>
        </pc:spChg>
        <pc:spChg chg="mod ord">
          <ac:chgData name="Daphne Economou" userId="d065a339-36cf-4937-af08-41751becbd81" providerId="ADAL" clId="{1178D6E8-EA92-49B0-A115-AE58D47EBDD9}" dt="2022-11-05T17:26:58.233" v="4180" actId="700"/>
          <ac:spMkLst>
            <pc:docMk/>
            <pc:sldMk cId="29802753" sldId="730"/>
            <ac:spMk id="6" creationId="{6B6588A4-586E-8943-3DED-AB0C863CF264}"/>
          </ac:spMkLst>
        </pc:spChg>
        <pc:spChg chg="add del mod ord">
          <ac:chgData name="Daphne Economou" userId="d065a339-36cf-4937-af08-41751becbd81" providerId="ADAL" clId="{1178D6E8-EA92-49B0-A115-AE58D47EBDD9}" dt="2022-11-05T17:26:58.233" v="4180" actId="700"/>
          <ac:spMkLst>
            <pc:docMk/>
            <pc:sldMk cId="29802753" sldId="730"/>
            <ac:spMk id="7" creationId="{D7F14195-FD30-D786-CEEB-6563C3985B84}"/>
          </ac:spMkLst>
        </pc:spChg>
        <pc:picChg chg="add mod ord">
          <ac:chgData name="Daphne Economou" userId="d065a339-36cf-4937-af08-41751becbd81" providerId="ADAL" clId="{1178D6E8-EA92-49B0-A115-AE58D47EBDD9}" dt="2022-11-05T17:27:05.060" v="4182" actId="167"/>
          <ac:picMkLst>
            <pc:docMk/>
            <pc:sldMk cId="29802753" sldId="730"/>
            <ac:picMk id="8" creationId="{7DBFCBCE-42B2-1C1D-4C03-7C69F1E903C3}"/>
          </ac:picMkLst>
        </pc:picChg>
      </pc:sldChg>
      <pc:sldChg chg="modSp new mod">
        <pc:chgData name="Daphne Economou" userId="d065a339-36cf-4937-af08-41751becbd81" providerId="ADAL" clId="{1178D6E8-EA92-49B0-A115-AE58D47EBDD9}" dt="2022-11-06T17:26:15.619" v="5306" actId="13926"/>
        <pc:sldMkLst>
          <pc:docMk/>
          <pc:sldMk cId="389116885" sldId="731"/>
        </pc:sldMkLst>
        <pc:spChg chg="mod">
          <ac:chgData name="Daphne Economou" userId="d065a339-36cf-4937-af08-41751becbd81" providerId="ADAL" clId="{1178D6E8-EA92-49B0-A115-AE58D47EBDD9}" dt="2022-11-06T09:42:54.334" v="4415"/>
          <ac:spMkLst>
            <pc:docMk/>
            <pc:sldMk cId="389116885" sldId="731"/>
            <ac:spMk id="2" creationId="{7F3BC535-6FEF-03F3-DABD-47E724076AE8}"/>
          </ac:spMkLst>
        </pc:spChg>
        <pc:spChg chg="mod">
          <ac:chgData name="Daphne Economou" userId="d065a339-36cf-4937-af08-41751becbd81" providerId="ADAL" clId="{1178D6E8-EA92-49B0-A115-AE58D47EBDD9}" dt="2022-11-06T17:26:15.619" v="5306" actId="13926"/>
          <ac:spMkLst>
            <pc:docMk/>
            <pc:sldMk cId="389116885" sldId="731"/>
            <ac:spMk id="3" creationId="{075B464B-F948-A132-787C-B970A26DF0DF}"/>
          </ac:spMkLst>
        </pc:spChg>
      </pc:sldChg>
      <pc:sldChg chg="modSp new mod">
        <pc:chgData name="Daphne Economou" userId="d065a339-36cf-4937-af08-41751becbd81" providerId="ADAL" clId="{1178D6E8-EA92-49B0-A115-AE58D47EBDD9}" dt="2022-11-06T09:58:04.087" v="4530" actId="15"/>
        <pc:sldMkLst>
          <pc:docMk/>
          <pc:sldMk cId="293861980" sldId="732"/>
        </pc:sldMkLst>
        <pc:spChg chg="mod">
          <ac:chgData name="Daphne Economou" userId="d065a339-36cf-4937-af08-41751becbd81" providerId="ADAL" clId="{1178D6E8-EA92-49B0-A115-AE58D47EBDD9}" dt="2022-11-06T09:53:42.709" v="4444" actId="108"/>
          <ac:spMkLst>
            <pc:docMk/>
            <pc:sldMk cId="293861980" sldId="732"/>
            <ac:spMk id="2" creationId="{118CCAB8-53EF-F494-B04D-12B1F9878270}"/>
          </ac:spMkLst>
        </pc:spChg>
        <pc:spChg chg="mod">
          <ac:chgData name="Daphne Economou" userId="d065a339-36cf-4937-af08-41751becbd81" providerId="ADAL" clId="{1178D6E8-EA92-49B0-A115-AE58D47EBDD9}" dt="2022-11-06T09:58:04.087" v="4530" actId="15"/>
          <ac:spMkLst>
            <pc:docMk/>
            <pc:sldMk cId="293861980" sldId="732"/>
            <ac:spMk id="3" creationId="{CEE5F7B3-C88E-1EE3-6D3F-E87169BF0BE0}"/>
          </ac:spMkLst>
        </pc:spChg>
      </pc:sldChg>
      <pc:sldChg chg="addSp modSp new mod">
        <pc:chgData name="Daphne Economou" userId="d065a339-36cf-4937-af08-41751becbd81" providerId="ADAL" clId="{1178D6E8-EA92-49B0-A115-AE58D47EBDD9}" dt="2022-11-06T10:43:01.204" v="4577" actId="27636"/>
        <pc:sldMkLst>
          <pc:docMk/>
          <pc:sldMk cId="976159794" sldId="733"/>
        </pc:sldMkLst>
        <pc:spChg chg="mod">
          <ac:chgData name="Daphne Economou" userId="d065a339-36cf-4937-af08-41751becbd81" providerId="ADAL" clId="{1178D6E8-EA92-49B0-A115-AE58D47EBDD9}" dt="2022-11-06T10:42:01.263" v="4563" actId="20577"/>
          <ac:spMkLst>
            <pc:docMk/>
            <pc:sldMk cId="976159794" sldId="733"/>
            <ac:spMk id="2" creationId="{DC8B6CF8-9206-1AFD-AA9A-4CE64F2001DA}"/>
          </ac:spMkLst>
        </pc:spChg>
        <pc:spChg chg="mod">
          <ac:chgData name="Daphne Economou" userId="d065a339-36cf-4937-af08-41751becbd81" providerId="ADAL" clId="{1178D6E8-EA92-49B0-A115-AE58D47EBDD9}" dt="2022-11-06T10:43:01.204" v="4577" actId="27636"/>
          <ac:spMkLst>
            <pc:docMk/>
            <pc:sldMk cId="976159794" sldId="733"/>
            <ac:spMk id="3" creationId="{1CDCD0D6-D8D7-3CAE-49CE-30172CBA3760}"/>
          </ac:spMkLst>
        </pc:spChg>
        <pc:picChg chg="add mod">
          <ac:chgData name="Daphne Economou" userId="d065a339-36cf-4937-af08-41751becbd81" providerId="ADAL" clId="{1178D6E8-EA92-49B0-A115-AE58D47EBDD9}" dt="2022-11-06T10:42:59.235" v="4575" actId="1076"/>
          <ac:picMkLst>
            <pc:docMk/>
            <pc:sldMk cId="976159794" sldId="733"/>
            <ac:picMk id="7" creationId="{DE56A7C9-F68C-D8D0-69B2-0E4C39FAED36}"/>
          </ac:picMkLst>
        </pc:picChg>
      </pc:sldChg>
      <pc:sldChg chg="addSp delSp modSp new mod">
        <pc:chgData name="Daphne Economou" userId="d065a339-36cf-4937-af08-41751becbd81" providerId="ADAL" clId="{1178D6E8-EA92-49B0-A115-AE58D47EBDD9}" dt="2022-11-06T11:03:08.724" v="4799" actId="27636"/>
        <pc:sldMkLst>
          <pc:docMk/>
          <pc:sldMk cId="3128684745" sldId="734"/>
        </pc:sldMkLst>
        <pc:spChg chg="mod">
          <ac:chgData name="Daphne Economou" userId="d065a339-36cf-4937-af08-41751becbd81" providerId="ADAL" clId="{1178D6E8-EA92-49B0-A115-AE58D47EBDD9}" dt="2022-11-06T10:44:32.133" v="4592" actId="20577"/>
          <ac:spMkLst>
            <pc:docMk/>
            <pc:sldMk cId="3128684745" sldId="734"/>
            <ac:spMk id="2" creationId="{B00C7305-C538-E31E-8B4D-B5527714EC6F}"/>
          </ac:spMkLst>
        </pc:spChg>
        <pc:spChg chg="mod">
          <ac:chgData name="Daphne Economou" userId="d065a339-36cf-4937-af08-41751becbd81" providerId="ADAL" clId="{1178D6E8-EA92-49B0-A115-AE58D47EBDD9}" dt="2022-11-06T11:03:08.724" v="4799" actId="27636"/>
          <ac:spMkLst>
            <pc:docMk/>
            <pc:sldMk cId="3128684745" sldId="734"/>
            <ac:spMk id="3" creationId="{118BE061-C1D3-7531-9B2E-1765E02D280B}"/>
          </ac:spMkLst>
        </pc:spChg>
        <pc:picChg chg="add del">
          <ac:chgData name="Daphne Economou" userId="d065a339-36cf-4937-af08-41751becbd81" providerId="ADAL" clId="{1178D6E8-EA92-49B0-A115-AE58D47EBDD9}" dt="2022-11-06T10:44:14.300" v="4580" actId="478"/>
          <ac:picMkLst>
            <pc:docMk/>
            <pc:sldMk cId="3128684745" sldId="734"/>
            <ac:picMk id="7" creationId="{1A75D0A0-20CE-3816-542D-9D2A1223DC77}"/>
          </ac:picMkLst>
        </pc:picChg>
        <pc:picChg chg="add mod ord">
          <ac:chgData name="Daphne Economou" userId="d065a339-36cf-4937-af08-41751becbd81" providerId="ADAL" clId="{1178D6E8-EA92-49B0-A115-AE58D47EBDD9}" dt="2022-11-06T10:47:47.642" v="4637" actId="1076"/>
          <ac:picMkLst>
            <pc:docMk/>
            <pc:sldMk cId="3128684745" sldId="734"/>
            <ac:picMk id="9" creationId="{F0D8425E-15EE-FDB3-66B9-12AD9E628D0A}"/>
          </ac:picMkLst>
        </pc:picChg>
        <pc:picChg chg="add del mod">
          <ac:chgData name="Daphne Economou" userId="d065a339-36cf-4937-af08-41751becbd81" providerId="ADAL" clId="{1178D6E8-EA92-49B0-A115-AE58D47EBDD9}" dt="2022-11-06T10:47:45.780" v="4636" actId="478"/>
          <ac:picMkLst>
            <pc:docMk/>
            <pc:sldMk cId="3128684745" sldId="734"/>
            <ac:picMk id="10" creationId="{CF909763-E898-26ED-96B0-EB4018129983}"/>
          </ac:picMkLst>
        </pc:picChg>
      </pc:sldChg>
      <pc:sldChg chg="addSp modSp new mod ord">
        <pc:chgData name="Daphne Economou" userId="d065a339-36cf-4937-af08-41751becbd81" providerId="ADAL" clId="{1178D6E8-EA92-49B0-A115-AE58D47EBDD9}" dt="2022-11-06T11:02:39.911" v="4791"/>
        <pc:sldMkLst>
          <pc:docMk/>
          <pc:sldMk cId="803765718" sldId="735"/>
        </pc:sldMkLst>
        <pc:spChg chg="mod">
          <ac:chgData name="Daphne Economou" userId="d065a339-36cf-4937-af08-41751becbd81" providerId="ADAL" clId="{1178D6E8-EA92-49B0-A115-AE58D47EBDD9}" dt="2022-11-06T10:51:03.897" v="4655" actId="20577"/>
          <ac:spMkLst>
            <pc:docMk/>
            <pc:sldMk cId="803765718" sldId="735"/>
            <ac:spMk id="2" creationId="{146D63BD-7B59-0E93-376E-653883AB388C}"/>
          </ac:spMkLst>
        </pc:spChg>
        <pc:spChg chg="mod">
          <ac:chgData name="Daphne Economou" userId="d065a339-36cf-4937-af08-41751becbd81" providerId="ADAL" clId="{1178D6E8-EA92-49B0-A115-AE58D47EBDD9}" dt="2022-11-06T10:56:36.739" v="4778" actId="27636"/>
          <ac:spMkLst>
            <pc:docMk/>
            <pc:sldMk cId="803765718" sldId="735"/>
            <ac:spMk id="3" creationId="{2270ADCB-39C1-CDE4-F43F-8A4C7039CDEF}"/>
          </ac:spMkLst>
        </pc:spChg>
        <pc:spChg chg="add mod">
          <ac:chgData name="Daphne Economou" userId="d065a339-36cf-4937-af08-41751becbd81" providerId="ADAL" clId="{1178D6E8-EA92-49B0-A115-AE58D47EBDD9}" dt="2022-11-06T10:57:07.263" v="4789" actId="1076"/>
          <ac:spMkLst>
            <pc:docMk/>
            <pc:sldMk cId="803765718" sldId="735"/>
            <ac:spMk id="6" creationId="{347631E9-F1A8-210F-20D6-550CE5035302}"/>
          </ac:spMkLst>
        </pc:spChg>
        <pc:spChg chg="add mod">
          <ac:chgData name="Daphne Economou" userId="d065a339-36cf-4937-af08-41751becbd81" providerId="ADAL" clId="{1178D6E8-EA92-49B0-A115-AE58D47EBDD9}" dt="2022-11-06T10:57:07.263" v="4789" actId="1076"/>
          <ac:spMkLst>
            <pc:docMk/>
            <pc:sldMk cId="803765718" sldId="735"/>
            <ac:spMk id="7" creationId="{49D8F7EC-2958-755B-DF21-8A6DB833012D}"/>
          </ac:spMkLst>
        </pc:spChg>
        <pc:spChg chg="add mod">
          <ac:chgData name="Daphne Economou" userId="d065a339-36cf-4937-af08-41751becbd81" providerId="ADAL" clId="{1178D6E8-EA92-49B0-A115-AE58D47EBDD9}" dt="2022-11-06T10:57:07.263" v="4789" actId="1076"/>
          <ac:spMkLst>
            <pc:docMk/>
            <pc:sldMk cId="803765718" sldId="735"/>
            <ac:spMk id="8" creationId="{51C82760-A870-7CD3-AAD7-F5E8A63D1EBD}"/>
          </ac:spMkLst>
        </pc:spChg>
      </pc:sldChg>
      <pc:sldChg chg="addSp modSp new mod">
        <pc:chgData name="Daphne Economou" userId="d065a339-36cf-4937-af08-41751becbd81" providerId="ADAL" clId="{1178D6E8-EA92-49B0-A115-AE58D47EBDD9}" dt="2022-11-06T11:11:02.864" v="4994" actId="403"/>
        <pc:sldMkLst>
          <pc:docMk/>
          <pc:sldMk cId="274419531" sldId="736"/>
        </pc:sldMkLst>
        <pc:spChg chg="mod">
          <ac:chgData name="Daphne Economou" userId="d065a339-36cf-4937-af08-41751becbd81" providerId="ADAL" clId="{1178D6E8-EA92-49B0-A115-AE58D47EBDD9}" dt="2022-11-06T11:04:45.148" v="4807" actId="20577"/>
          <ac:spMkLst>
            <pc:docMk/>
            <pc:sldMk cId="274419531" sldId="736"/>
            <ac:spMk id="2" creationId="{3A5720A2-914F-543B-0FDE-3989903D70EF}"/>
          </ac:spMkLst>
        </pc:spChg>
        <pc:spChg chg="mod">
          <ac:chgData name="Daphne Economou" userId="d065a339-36cf-4937-af08-41751becbd81" providerId="ADAL" clId="{1178D6E8-EA92-49B0-A115-AE58D47EBDD9}" dt="2022-11-06T11:11:02.864" v="4994" actId="403"/>
          <ac:spMkLst>
            <pc:docMk/>
            <pc:sldMk cId="274419531" sldId="736"/>
            <ac:spMk id="3" creationId="{6E9E9E24-B84E-02B0-5010-A2BCE80AD857}"/>
          </ac:spMkLst>
        </pc:spChg>
        <pc:graphicFrameChg chg="add mod modGraphic">
          <ac:chgData name="Daphne Economou" userId="d065a339-36cf-4937-af08-41751becbd81" providerId="ADAL" clId="{1178D6E8-EA92-49B0-A115-AE58D47EBDD9}" dt="2022-11-06T11:10:10.040" v="4980" actId="1076"/>
          <ac:graphicFrameMkLst>
            <pc:docMk/>
            <pc:sldMk cId="274419531" sldId="736"/>
            <ac:graphicFrameMk id="6" creationId="{1FF5654A-1886-C888-99C4-2576C8BCB8FF}"/>
          </ac:graphicFrameMkLst>
        </pc:graphicFrameChg>
      </pc:sldChg>
      <pc:sldChg chg="modSp add mod">
        <pc:chgData name="Daphne Economou" userId="d065a339-36cf-4937-af08-41751becbd81" providerId="ADAL" clId="{1178D6E8-EA92-49B0-A115-AE58D47EBDD9}" dt="2022-11-06T11:11:10.919" v="4997" actId="403"/>
        <pc:sldMkLst>
          <pc:docMk/>
          <pc:sldMk cId="2141959207" sldId="737"/>
        </pc:sldMkLst>
        <pc:spChg chg="mod">
          <ac:chgData name="Daphne Economou" userId="d065a339-36cf-4937-af08-41751becbd81" providerId="ADAL" clId="{1178D6E8-EA92-49B0-A115-AE58D47EBDD9}" dt="2022-11-06T11:11:10.919" v="4997" actId="403"/>
          <ac:spMkLst>
            <pc:docMk/>
            <pc:sldMk cId="2141959207" sldId="737"/>
            <ac:spMk id="3" creationId="{6E9E9E24-B84E-02B0-5010-A2BCE80AD857}"/>
          </ac:spMkLst>
        </pc:spChg>
      </pc:sldChg>
      <pc:sldChg chg="add del">
        <pc:chgData name="Daphne Economou" userId="d065a339-36cf-4937-af08-41751becbd81" providerId="ADAL" clId="{1178D6E8-EA92-49B0-A115-AE58D47EBDD9}" dt="2022-11-06T11:10:28.571" v="4988" actId="47"/>
        <pc:sldMkLst>
          <pc:docMk/>
          <pc:sldMk cId="2866675810" sldId="737"/>
        </pc:sldMkLst>
      </pc:sldChg>
      <pc:sldChg chg="modSp add mod">
        <pc:chgData name="Daphne Economou" userId="d065a339-36cf-4937-af08-41751becbd81" providerId="ADAL" clId="{1178D6E8-EA92-49B0-A115-AE58D47EBDD9}" dt="2022-11-06T11:19:27.593" v="5139" actId="207"/>
        <pc:sldMkLst>
          <pc:docMk/>
          <pc:sldMk cId="2094439085" sldId="738"/>
        </pc:sldMkLst>
        <pc:spChg chg="mod">
          <ac:chgData name="Daphne Economou" userId="d065a339-36cf-4937-af08-41751becbd81" providerId="ADAL" clId="{1178D6E8-EA92-49B0-A115-AE58D47EBDD9}" dt="2022-11-06T11:19:27.593" v="5139" actId="207"/>
          <ac:spMkLst>
            <pc:docMk/>
            <pc:sldMk cId="2094439085" sldId="738"/>
            <ac:spMk id="3" creationId="{6E9E9E24-B84E-02B0-5010-A2BCE80AD857}"/>
          </ac:spMkLst>
        </pc:spChg>
      </pc:sldChg>
      <pc:sldChg chg="modSp add mod">
        <pc:chgData name="Daphne Economou" userId="d065a339-36cf-4937-af08-41751becbd81" providerId="ADAL" clId="{1178D6E8-EA92-49B0-A115-AE58D47EBDD9}" dt="2022-11-06T11:19:23.511" v="5137" actId="113"/>
        <pc:sldMkLst>
          <pc:docMk/>
          <pc:sldMk cId="2951064161" sldId="739"/>
        </pc:sldMkLst>
        <pc:spChg chg="mod">
          <ac:chgData name="Daphne Economou" userId="d065a339-36cf-4937-af08-41751becbd81" providerId="ADAL" clId="{1178D6E8-EA92-49B0-A115-AE58D47EBDD9}" dt="2022-11-06T11:19:23.511" v="5137" actId="113"/>
          <ac:spMkLst>
            <pc:docMk/>
            <pc:sldMk cId="2951064161" sldId="739"/>
            <ac:spMk id="3" creationId="{6E9E9E24-B84E-02B0-5010-A2BCE80AD857}"/>
          </ac:spMkLst>
        </pc:spChg>
      </pc:sldChg>
      <pc:sldChg chg="modSp add mod">
        <pc:chgData name="Daphne Economou" userId="d065a339-36cf-4937-af08-41751becbd81" providerId="ADAL" clId="{1178D6E8-EA92-49B0-A115-AE58D47EBDD9}" dt="2022-11-06T11:19:13.823" v="5134" actId="207"/>
        <pc:sldMkLst>
          <pc:docMk/>
          <pc:sldMk cId="4280025407" sldId="740"/>
        </pc:sldMkLst>
        <pc:spChg chg="mod">
          <ac:chgData name="Daphne Economou" userId="d065a339-36cf-4937-af08-41751becbd81" providerId="ADAL" clId="{1178D6E8-EA92-49B0-A115-AE58D47EBDD9}" dt="2022-11-06T11:19:13.823" v="5134" actId="207"/>
          <ac:spMkLst>
            <pc:docMk/>
            <pc:sldMk cId="4280025407" sldId="740"/>
            <ac:spMk id="3" creationId="{6E9E9E24-B84E-02B0-5010-A2BCE80AD857}"/>
          </ac:spMkLst>
        </pc:spChg>
      </pc:sldChg>
      <pc:sldChg chg="addSp delSp modSp new mod">
        <pc:chgData name="Daphne Economou" userId="d065a339-36cf-4937-af08-41751becbd81" providerId="ADAL" clId="{1178D6E8-EA92-49B0-A115-AE58D47EBDD9}" dt="2022-11-06T11:20:06.132" v="5146" actId="1076"/>
        <pc:sldMkLst>
          <pc:docMk/>
          <pc:sldMk cId="3088668591" sldId="741"/>
        </pc:sldMkLst>
        <pc:spChg chg="mod">
          <ac:chgData name="Daphne Economou" userId="d065a339-36cf-4937-af08-41751becbd81" providerId="ADAL" clId="{1178D6E8-EA92-49B0-A115-AE58D47EBDD9}" dt="2022-11-06T11:13:49.105" v="5087" actId="20577"/>
          <ac:spMkLst>
            <pc:docMk/>
            <pc:sldMk cId="3088668591" sldId="741"/>
            <ac:spMk id="2" creationId="{C87B2A73-558E-0E69-5ABC-6375286F1539}"/>
          </ac:spMkLst>
        </pc:spChg>
        <pc:spChg chg="mod">
          <ac:chgData name="Daphne Economou" userId="d065a339-36cf-4937-af08-41751becbd81" providerId="ADAL" clId="{1178D6E8-EA92-49B0-A115-AE58D47EBDD9}" dt="2022-11-06T11:17:07.915" v="5125" actId="14100"/>
          <ac:spMkLst>
            <pc:docMk/>
            <pc:sldMk cId="3088668591" sldId="741"/>
            <ac:spMk id="3" creationId="{312E6CF7-4835-624A-0061-A3A06488745A}"/>
          </ac:spMkLst>
        </pc:spChg>
        <pc:graphicFrameChg chg="add del mod">
          <ac:chgData name="Daphne Economou" userId="d065a339-36cf-4937-af08-41751becbd81" providerId="ADAL" clId="{1178D6E8-EA92-49B0-A115-AE58D47EBDD9}" dt="2022-11-06T11:20:01.938" v="5144" actId="478"/>
          <ac:graphicFrameMkLst>
            <pc:docMk/>
            <pc:sldMk cId="3088668591" sldId="741"/>
            <ac:graphicFrameMk id="10" creationId="{CD0704ED-D9D2-D115-A42B-3B799261A855}"/>
          </ac:graphicFrameMkLst>
        </pc:graphicFrameChg>
        <pc:picChg chg="add mod">
          <ac:chgData name="Daphne Economou" userId="d065a339-36cf-4937-af08-41751becbd81" providerId="ADAL" clId="{1178D6E8-EA92-49B0-A115-AE58D47EBDD9}" dt="2022-11-06T11:20:06.132" v="5146" actId="1076"/>
          <ac:picMkLst>
            <pc:docMk/>
            <pc:sldMk cId="3088668591" sldId="741"/>
            <ac:picMk id="7" creationId="{FCB1076A-15F9-3FCC-57FE-661B9FE521DD}"/>
          </ac:picMkLst>
        </pc:picChg>
        <pc:picChg chg="add del mod">
          <ac:chgData name="Daphne Economou" userId="d065a339-36cf-4937-af08-41751becbd81" providerId="ADAL" clId="{1178D6E8-EA92-49B0-A115-AE58D47EBDD9}" dt="2022-11-06T11:20:03.115" v="5145" actId="478"/>
          <ac:picMkLst>
            <pc:docMk/>
            <pc:sldMk cId="3088668591" sldId="741"/>
            <ac:picMk id="9" creationId="{59AA28C0-5B81-A2D0-38FA-26C6E11EE040}"/>
          </ac:picMkLst>
        </pc:picChg>
      </pc:sldChg>
      <pc:sldChg chg="modSp add mod">
        <pc:chgData name="Daphne Economou" userId="d065a339-36cf-4937-af08-41751becbd81" providerId="ADAL" clId="{1178D6E8-EA92-49B0-A115-AE58D47EBDD9}" dt="2022-11-06T11:21:45.198" v="5205" actId="1076"/>
        <pc:sldMkLst>
          <pc:docMk/>
          <pc:sldMk cId="1024736533" sldId="742"/>
        </pc:sldMkLst>
        <pc:spChg chg="mod">
          <ac:chgData name="Daphne Economou" userId="d065a339-36cf-4937-af08-41751becbd81" providerId="ADAL" clId="{1178D6E8-EA92-49B0-A115-AE58D47EBDD9}" dt="2022-11-06T11:21:14.946" v="5201" actId="15"/>
          <ac:spMkLst>
            <pc:docMk/>
            <pc:sldMk cId="1024736533" sldId="742"/>
            <ac:spMk id="3" creationId="{312E6CF7-4835-624A-0061-A3A06488745A}"/>
          </ac:spMkLst>
        </pc:spChg>
        <pc:graphicFrameChg chg="mod modGraphic">
          <ac:chgData name="Daphne Economou" userId="d065a339-36cf-4937-af08-41751becbd81" providerId="ADAL" clId="{1178D6E8-EA92-49B0-A115-AE58D47EBDD9}" dt="2022-11-06T11:21:39.746" v="5203" actId="1076"/>
          <ac:graphicFrameMkLst>
            <pc:docMk/>
            <pc:sldMk cId="1024736533" sldId="742"/>
            <ac:graphicFrameMk id="10" creationId="{CD0704ED-D9D2-D115-A42B-3B799261A855}"/>
          </ac:graphicFrameMkLst>
        </pc:graphicFrameChg>
        <pc:picChg chg="mod">
          <ac:chgData name="Daphne Economou" userId="d065a339-36cf-4937-af08-41751becbd81" providerId="ADAL" clId="{1178D6E8-EA92-49B0-A115-AE58D47EBDD9}" dt="2022-11-06T11:21:41.987" v="5204" actId="1076"/>
          <ac:picMkLst>
            <pc:docMk/>
            <pc:sldMk cId="1024736533" sldId="742"/>
            <ac:picMk id="7" creationId="{FCB1076A-15F9-3FCC-57FE-661B9FE521DD}"/>
          </ac:picMkLst>
        </pc:picChg>
        <pc:picChg chg="mod">
          <ac:chgData name="Daphne Economou" userId="d065a339-36cf-4937-af08-41751becbd81" providerId="ADAL" clId="{1178D6E8-EA92-49B0-A115-AE58D47EBDD9}" dt="2022-11-06T11:21:45.198" v="5205" actId="1076"/>
          <ac:picMkLst>
            <pc:docMk/>
            <pc:sldMk cId="1024736533" sldId="742"/>
            <ac:picMk id="9" creationId="{59AA28C0-5B81-A2D0-38FA-26C6E11EE040}"/>
          </ac:picMkLst>
        </pc:picChg>
      </pc:sldChg>
      <pc:sldChg chg="addSp modSp new mod">
        <pc:chgData name="Daphne Economou" userId="d065a339-36cf-4937-af08-41751becbd81" providerId="ADAL" clId="{1178D6E8-EA92-49B0-A115-AE58D47EBDD9}" dt="2022-11-06T16:34:45.312" v="5252" actId="27636"/>
        <pc:sldMkLst>
          <pc:docMk/>
          <pc:sldMk cId="202851359" sldId="743"/>
        </pc:sldMkLst>
        <pc:spChg chg="mod">
          <ac:chgData name="Daphne Economou" userId="d065a339-36cf-4937-af08-41751becbd81" providerId="ADAL" clId="{1178D6E8-EA92-49B0-A115-AE58D47EBDD9}" dt="2022-11-06T16:31:43.295" v="5211" actId="20577"/>
          <ac:spMkLst>
            <pc:docMk/>
            <pc:sldMk cId="202851359" sldId="743"/>
            <ac:spMk id="2" creationId="{5502D6AF-7286-1DBD-D69F-FA5C231F4B72}"/>
          </ac:spMkLst>
        </pc:spChg>
        <pc:spChg chg="mod">
          <ac:chgData name="Daphne Economou" userId="d065a339-36cf-4937-af08-41751becbd81" providerId="ADAL" clId="{1178D6E8-EA92-49B0-A115-AE58D47EBDD9}" dt="2022-11-06T16:34:45.312" v="5252" actId="27636"/>
          <ac:spMkLst>
            <pc:docMk/>
            <pc:sldMk cId="202851359" sldId="743"/>
            <ac:spMk id="3" creationId="{55536F76-7744-7C06-8E0B-BCA1EA9A7E17}"/>
          </ac:spMkLst>
        </pc:spChg>
        <pc:picChg chg="add mod ord">
          <ac:chgData name="Daphne Economou" userId="d065a339-36cf-4937-af08-41751becbd81" providerId="ADAL" clId="{1178D6E8-EA92-49B0-A115-AE58D47EBDD9}" dt="2022-11-06T16:33:53.992" v="5238" actId="1076"/>
          <ac:picMkLst>
            <pc:docMk/>
            <pc:sldMk cId="202851359" sldId="743"/>
            <ac:picMk id="7" creationId="{47D708DC-9047-1E0E-B1E1-642993A7605C}"/>
          </ac:picMkLst>
        </pc:picChg>
      </pc:sldChg>
      <pc:sldChg chg="modSp new mod">
        <pc:chgData name="Daphne Economou" userId="d065a339-36cf-4937-af08-41751becbd81" providerId="ADAL" clId="{1178D6E8-EA92-49B0-A115-AE58D47EBDD9}" dt="2022-11-06T16:38:40.598" v="5267" actId="27636"/>
        <pc:sldMkLst>
          <pc:docMk/>
          <pc:sldMk cId="1559641226" sldId="744"/>
        </pc:sldMkLst>
        <pc:spChg chg="mod">
          <ac:chgData name="Daphne Economou" userId="d065a339-36cf-4937-af08-41751becbd81" providerId="ADAL" clId="{1178D6E8-EA92-49B0-A115-AE58D47EBDD9}" dt="2022-11-06T16:38:08.523" v="5259" actId="20577"/>
          <ac:spMkLst>
            <pc:docMk/>
            <pc:sldMk cId="1559641226" sldId="744"/>
            <ac:spMk id="2" creationId="{C76985D0-0CD5-5855-F639-DE7DEAC48BAD}"/>
          </ac:spMkLst>
        </pc:spChg>
        <pc:spChg chg="mod">
          <ac:chgData name="Daphne Economou" userId="d065a339-36cf-4937-af08-41751becbd81" providerId="ADAL" clId="{1178D6E8-EA92-49B0-A115-AE58D47EBDD9}" dt="2022-11-06T16:38:40.598" v="5267" actId="27636"/>
          <ac:spMkLst>
            <pc:docMk/>
            <pc:sldMk cId="1559641226" sldId="744"/>
            <ac:spMk id="3" creationId="{2C19E057-9217-E7A2-B53B-3C65A9828D07}"/>
          </ac:spMkLst>
        </pc:spChg>
      </pc:sldChg>
      <pc:sldChg chg="modSp new mod">
        <pc:chgData name="Daphne Economou" userId="d065a339-36cf-4937-af08-41751becbd81" providerId="ADAL" clId="{1178D6E8-EA92-49B0-A115-AE58D47EBDD9}" dt="2022-11-06T16:40:40.797" v="5300" actId="113"/>
        <pc:sldMkLst>
          <pc:docMk/>
          <pc:sldMk cId="2447655805" sldId="745"/>
        </pc:sldMkLst>
        <pc:spChg chg="mod">
          <ac:chgData name="Daphne Economou" userId="d065a339-36cf-4937-af08-41751becbd81" providerId="ADAL" clId="{1178D6E8-EA92-49B0-A115-AE58D47EBDD9}" dt="2022-11-06T16:39:24.564" v="5274" actId="27636"/>
          <ac:spMkLst>
            <pc:docMk/>
            <pc:sldMk cId="2447655805" sldId="745"/>
            <ac:spMk id="2" creationId="{48849A59-17E9-336F-3B84-325E2646ED2A}"/>
          </ac:spMkLst>
        </pc:spChg>
        <pc:spChg chg="mod">
          <ac:chgData name="Daphne Economou" userId="d065a339-36cf-4937-af08-41751becbd81" providerId="ADAL" clId="{1178D6E8-EA92-49B0-A115-AE58D47EBDD9}" dt="2022-11-06T16:40:40.797" v="5300" actId="113"/>
          <ac:spMkLst>
            <pc:docMk/>
            <pc:sldMk cId="2447655805" sldId="745"/>
            <ac:spMk id="3" creationId="{3CEB445C-4CD7-DA25-596B-0D0580AD1A04}"/>
          </ac:spMkLst>
        </pc:spChg>
      </pc:sldChg>
      <pc:sldChg chg="addSp delSp modSp new del mod chgLayout">
        <pc:chgData name="Daphne Economou" userId="d065a339-36cf-4937-af08-41751becbd81" providerId="ADAL" clId="{1178D6E8-EA92-49B0-A115-AE58D47EBDD9}" dt="2022-11-06T20:10:01.163" v="5311" actId="47"/>
        <pc:sldMkLst>
          <pc:docMk/>
          <pc:sldMk cId="1376470904" sldId="746"/>
        </pc:sldMkLst>
        <pc:spChg chg="del mod ord">
          <ac:chgData name="Daphne Economou" userId="d065a339-36cf-4937-af08-41751becbd81" providerId="ADAL" clId="{1178D6E8-EA92-49B0-A115-AE58D47EBDD9}" dt="2022-11-06T16:41:06.196" v="5302" actId="700"/>
          <ac:spMkLst>
            <pc:docMk/>
            <pc:sldMk cId="1376470904" sldId="746"/>
            <ac:spMk id="2" creationId="{4D327130-755B-B43F-444A-71D78516E401}"/>
          </ac:spMkLst>
        </pc:spChg>
        <pc:spChg chg="del mod ord">
          <ac:chgData name="Daphne Economou" userId="d065a339-36cf-4937-af08-41751becbd81" providerId="ADAL" clId="{1178D6E8-EA92-49B0-A115-AE58D47EBDD9}" dt="2022-11-06T16:41:06.196" v="5302" actId="700"/>
          <ac:spMkLst>
            <pc:docMk/>
            <pc:sldMk cId="1376470904" sldId="746"/>
            <ac:spMk id="3" creationId="{3AF669F0-4CE0-FE05-276F-EE2D06EF4531}"/>
          </ac:spMkLst>
        </pc:spChg>
        <pc:spChg chg="mod ord">
          <ac:chgData name="Daphne Economou" userId="d065a339-36cf-4937-af08-41751becbd81" providerId="ADAL" clId="{1178D6E8-EA92-49B0-A115-AE58D47EBDD9}" dt="2022-11-06T16:41:06.196" v="5302" actId="700"/>
          <ac:spMkLst>
            <pc:docMk/>
            <pc:sldMk cId="1376470904" sldId="746"/>
            <ac:spMk id="4" creationId="{C90D314E-108E-05AA-09EA-E6FFC52B8D1C}"/>
          </ac:spMkLst>
        </pc:spChg>
        <pc:spChg chg="mod ord">
          <ac:chgData name="Daphne Economou" userId="d065a339-36cf-4937-af08-41751becbd81" providerId="ADAL" clId="{1178D6E8-EA92-49B0-A115-AE58D47EBDD9}" dt="2022-11-06T16:41:06.196" v="5302" actId="700"/>
          <ac:spMkLst>
            <pc:docMk/>
            <pc:sldMk cId="1376470904" sldId="746"/>
            <ac:spMk id="5" creationId="{36C25B9D-3FE1-6B29-0495-20EDD3F95366}"/>
          </ac:spMkLst>
        </pc:spChg>
        <pc:spChg chg="add mod ord">
          <ac:chgData name="Daphne Economou" userId="d065a339-36cf-4937-af08-41751becbd81" providerId="ADAL" clId="{1178D6E8-EA92-49B0-A115-AE58D47EBDD9}" dt="2022-11-06T16:41:06.196" v="5302" actId="700"/>
          <ac:spMkLst>
            <pc:docMk/>
            <pc:sldMk cId="1376470904" sldId="746"/>
            <ac:spMk id="6" creationId="{22EEAF1F-5969-B61D-2AF6-0AA20A04761A}"/>
          </ac:spMkLst>
        </pc:spChg>
        <pc:spChg chg="add mod ord">
          <ac:chgData name="Daphne Economou" userId="d065a339-36cf-4937-af08-41751becbd81" providerId="ADAL" clId="{1178D6E8-EA92-49B0-A115-AE58D47EBDD9}" dt="2022-11-06T16:41:06.196" v="5302" actId="700"/>
          <ac:spMkLst>
            <pc:docMk/>
            <pc:sldMk cId="1376470904" sldId="746"/>
            <ac:spMk id="7" creationId="{0138C4E6-4D4C-52F7-078E-D10A2ADE998D}"/>
          </ac:spMkLst>
        </pc:spChg>
      </pc:sldChg>
      <pc:sldChg chg="addSp delSp modSp new mod chgLayout">
        <pc:chgData name="Daphne Economou" userId="d065a339-36cf-4937-af08-41751becbd81" providerId="ADAL" clId="{1178D6E8-EA92-49B0-A115-AE58D47EBDD9}" dt="2022-11-06T21:15:36.189" v="5642" actId="20577"/>
        <pc:sldMkLst>
          <pc:docMk/>
          <pc:sldMk cId="2671251983" sldId="747"/>
        </pc:sldMkLst>
        <pc:spChg chg="del mod ord">
          <ac:chgData name="Daphne Economou" userId="d065a339-36cf-4937-af08-41751becbd81" providerId="ADAL" clId="{1178D6E8-EA92-49B0-A115-AE58D47EBDD9}" dt="2022-11-06T20:08:13.570" v="5310" actId="700"/>
          <ac:spMkLst>
            <pc:docMk/>
            <pc:sldMk cId="2671251983" sldId="747"/>
            <ac:spMk id="2" creationId="{CE3C585B-7907-5ACE-E7FE-E9D2A4ADFF5E}"/>
          </ac:spMkLst>
        </pc:spChg>
        <pc:spChg chg="del mod ord">
          <ac:chgData name="Daphne Economou" userId="d065a339-36cf-4937-af08-41751becbd81" providerId="ADAL" clId="{1178D6E8-EA92-49B0-A115-AE58D47EBDD9}" dt="2022-11-06T20:08:13.570" v="5310" actId="700"/>
          <ac:spMkLst>
            <pc:docMk/>
            <pc:sldMk cId="2671251983" sldId="747"/>
            <ac:spMk id="3" creationId="{8DE0CE31-0F09-649A-FCFB-1FDC456B1D7C}"/>
          </ac:spMkLst>
        </pc:spChg>
        <pc:spChg chg="mod ord">
          <ac:chgData name="Daphne Economou" userId="d065a339-36cf-4937-af08-41751becbd81" providerId="ADAL" clId="{1178D6E8-EA92-49B0-A115-AE58D47EBDD9}" dt="2022-11-06T20:08:13.570" v="5310" actId="700"/>
          <ac:spMkLst>
            <pc:docMk/>
            <pc:sldMk cId="2671251983" sldId="747"/>
            <ac:spMk id="4" creationId="{5F69290F-84DA-0A87-A18A-B28EA46D1089}"/>
          </ac:spMkLst>
        </pc:spChg>
        <pc:spChg chg="mod ord">
          <ac:chgData name="Daphne Economou" userId="d065a339-36cf-4937-af08-41751becbd81" providerId="ADAL" clId="{1178D6E8-EA92-49B0-A115-AE58D47EBDD9}" dt="2022-11-06T20:08:13.570" v="5310" actId="700"/>
          <ac:spMkLst>
            <pc:docMk/>
            <pc:sldMk cId="2671251983" sldId="747"/>
            <ac:spMk id="5" creationId="{9803A9EF-5EA4-0E37-7CE0-CF28167EFBB0}"/>
          </ac:spMkLst>
        </pc:spChg>
        <pc:spChg chg="del">
          <ac:chgData name="Daphne Economou" userId="d065a339-36cf-4937-af08-41751becbd81" providerId="ADAL" clId="{1178D6E8-EA92-49B0-A115-AE58D47EBDD9}" dt="2022-11-06T20:08:13.570" v="5310" actId="700"/>
          <ac:spMkLst>
            <pc:docMk/>
            <pc:sldMk cId="2671251983" sldId="747"/>
            <ac:spMk id="6" creationId="{7BB2F8E6-1B10-D872-DD2A-6E90D0209BBB}"/>
          </ac:spMkLst>
        </pc:spChg>
        <pc:spChg chg="add mod ord">
          <ac:chgData name="Daphne Economou" userId="d065a339-36cf-4937-af08-41751becbd81" providerId="ADAL" clId="{1178D6E8-EA92-49B0-A115-AE58D47EBDD9}" dt="2022-11-06T21:11:57.468" v="5632"/>
          <ac:spMkLst>
            <pc:docMk/>
            <pc:sldMk cId="2671251983" sldId="747"/>
            <ac:spMk id="7" creationId="{D0B4451C-4C04-356A-2F37-96F2F758360B}"/>
          </ac:spMkLst>
        </pc:spChg>
        <pc:spChg chg="add mod ord">
          <ac:chgData name="Daphne Economou" userId="d065a339-36cf-4937-af08-41751becbd81" providerId="ADAL" clId="{1178D6E8-EA92-49B0-A115-AE58D47EBDD9}" dt="2022-11-06T21:15:36.189" v="5642" actId="20577"/>
          <ac:spMkLst>
            <pc:docMk/>
            <pc:sldMk cId="2671251983" sldId="747"/>
            <ac:spMk id="8" creationId="{DA9DDF3A-8736-4F0C-E1C0-7C9B85CC251A}"/>
          </ac:spMkLst>
        </pc:spChg>
      </pc:sldChg>
      <pc:sldChg chg="new del">
        <pc:chgData name="Daphne Economou" userId="d065a339-36cf-4937-af08-41751becbd81" providerId="ADAL" clId="{1178D6E8-EA92-49B0-A115-AE58D47EBDD9}" dt="2022-11-06T17:37:52.834" v="5308" actId="47"/>
        <pc:sldMkLst>
          <pc:docMk/>
          <pc:sldMk cId="4185107582" sldId="747"/>
        </pc:sldMkLst>
      </pc:sldChg>
      <pc:sldChg chg="modSp add mod chgLayout">
        <pc:chgData name="Daphne Economou" userId="d065a339-36cf-4937-af08-41751becbd81" providerId="ADAL" clId="{1178D6E8-EA92-49B0-A115-AE58D47EBDD9}" dt="2022-11-06T21:16:03.572" v="5645" actId="1076"/>
        <pc:sldMkLst>
          <pc:docMk/>
          <pc:sldMk cId="423206798" sldId="748"/>
        </pc:sldMkLst>
        <pc:spChg chg="mod ord">
          <ac:chgData name="Daphne Economou" userId="d065a339-36cf-4937-af08-41751becbd81" providerId="ADAL" clId="{1178D6E8-EA92-49B0-A115-AE58D47EBDD9}" dt="2022-11-06T21:15:57.183" v="5643" actId="700"/>
          <ac:spMkLst>
            <pc:docMk/>
            <pc:sldMk cId="423206798" sldId="748"/>
            <ac:spMk id="4" creationId="{7B10C4DA-8EDD-88B5-A5B6-C5A2E8592305}"/>
          </ac:spMkLst>
        </pc:spChg>
        <pc:spChg chg="mod ord">
          <ac:chgData name="Daphne Economou" userId="d065a339-36cf-4937-af08-41751becbd81" providerId="ADAL" clId="{1178D6E8-EA92-49B0-A115-AE58D47EBDD9}" dt="2022-11-06T21:15:57.183" v="5643" actId="700"/>
          <ac:spMkLst>
            <pc:docMk/>
            <pc:sldMk cId="423206798" sldId="748"/>
            <ac:spMk id="5" creationId="{B35B101A-5BF6-D7EE-3836-738B8B096A95}"/>
          </ac:spMkLst>
        </pc:spChg>
        <pc:spChg chg="mod ord">
          <ac:chgData name="Daphne Economou" userId="d065a339-36cf-4937-af08-41751becbd81" providerId="ADAL" clId="{1178D6E8-EA92-49B0-A115-AE58D47EBDD9}" dt="2022-11-06T21:15:57.183" v="5643" actId="700"/>
          <ac:spMkLst>
            <pc:docMk/>
            <pc:sldMk cId="423206798" sldId="748"/>
            <ac:spMk id="6" creationId="{85435DDD-E21C-8F5C-4C4F-7693B7F067E3}"/>
          </ac:spMkLst>
        </pc:spChg>
        <pc:spChg chg="mod ord">
          <ac:chgData name="Daphne Economou" userId="d065a339-36cf-4937-af08-41751becbd81" providerId="ADAL" clId="{1178D6E8-EA92-49B0-A115-AE58D47EBDD9}" dt="2022-11-06T21:15:57.183" v="5643" actId="700"/>
          <ac:spMkLst>
            <pc:docMk/>
            <pc:sldMk cId="423206798" sldId="748"/>
            <ac:spMk id="7" creationId="{B55F0CA0-0344-7381-FF9B-97E34745773C}"/>
          </ac:spMkLst>
        </pc:spChg>
        <pc:picChg chg="mod">
          <ac:chgData name="Daphne Economou" userId="d065a339-36cf-4937-af08-41751becbd81" providerId="ADAL" clId="{1178D6E8-EA92-49B0-A115-AE58D47EBDD9}" dt="2022-11-06T21:16:03.572" v="5645" actId="1076"/>
          <ac:picMkLst>
            <pc:docMk/>
            <pc:sldMk cId="423206798" sldId="748"/>
            <ac:picMk id="9" creationId="{89F124CA-5B8B-27A1-A3D2-A81001F2EAB8}"/>
          </ac:picMkLst>
        </pc:picChg>
      </pc:sldChg>
      <pc:sldChg chg="addSp delSp modSp new del mod chgLayout">
        <pc:chgData name="Daphne Economou" userId="d065a339-36cf-4937-af08-41751becbd81" providerId="ADAL" clId="{1178D6E8-EA92-49B0-A115-AE58D47EBDD9}" dt="2022-11-06T21:12:40.645" v="5633" actId="2696"/>
        <pc:sldMkLst>
          <pc:docMk/>
          <pc:sldMk cId="3463522534" sldId="748"/>
        </pc:sldMkLst>
        <pc:spChg chg="del mod ord">
          <ac:chgData name="Daphne Economou" userId="d065a339-36cf-4937-af08-41751becbd81" providerId="ADAL" clId="{1178D6E8-EA92-49B0-A115-AE58D47EBDD9}" dt="2022-11-06T20:16:13.721" v="5313" actId="700"/>
          <ac:spMkLst>
            <pc:docMk/>
            <pc:sldMk cId="3463522534" sldId="748"/>
            <ac:spMk id="2" creationId="{0E8B08DF-3C46-14FC-7791-EDDEEF01EE40}"/>
          </ac:spMkLst>
        </pc:spChg>
        <pc:spChg chg="del mod ord">
          <ac:chgData name="Daphne Economou" userId="d065a339-36cf-4937-af08-41751becbd81" providerId="ADAL" clId="{1178D6E8-EA92-49B0-A115-AE58D47EBDD9}" dt="2022-11-06T20:16:13.721" v="5313" actId="700"/>
          <ac:spMkLst>
            <pc:docMk/>
            <pc:sldMk cId="3463522534" sldId="748"/>
            <ac:spMk id="3" creationId="{603C60EC-607D-461F-1615-951EB714AC33}"/>
          </ac:spMkLst>
        </pc:spChg>
        <pc:spChg chg="mod ord">
          <ac:chgData name="Daphne Economou" userId="d065a339-36cf-4937-af08-41751becbd81" providerId="ADAL" clId="{1178D6E8-EA92-49B0-A115-AE58D47EBDD9}" dt="2022-11-06T20:16:13.721" v="5313" actId="700"/>
          <ac:spMkLst>
            <pc:docMk/>
            <pc:sldMk cId="3463522534" sldId="748"/>
            <ac:spMk id="4" creationId="{7B10C4DA-8EDD-88B5-A5B6-C5A2E8592305}"/>
          </ac:spMkLst>
        </pc:spChg>
        <pc:spChg chg="mod ord">
          <ac:chgData name="Daphne Economou" userId="d065a339-36cf-4937-af08-41751becbd81" providerId="ADAL" clId="{1178D6E8-EA92-49B0-A115-AE58D47EBDD9}" dt="2022-11-06T20:16:13.721" v="5313" actId="700"/>
          <ac:spMkLst>
            <pc:docMk/>
            <pc:sldMk cId="3463522534" sldId="748"/>
            <ac:spMk id="5" creationId="{B35B101A-5BF6-D7EE-3836-738B8B096A95}"/>
          </ac:spMkLst>
        </pc:spChg>
        <pc:spChg chg="add mod ord">
          <ac:chgData name="Daphne Economou" userId="d065a339-36cf-4937-af08-41751becbd81" providerId="ADAL" clId="{1178D6E8-EA92-49B0-A115-AE58D47EBDD9}" dt="2022-11-06T20:16:17.346" v="5324" actId="20577"/>
          <ac:spMkLst>
            <pc:docMk/>
            <pc:sldMk cId="3463522534" sldId="748"/>
            <ac:spMk id="6" creationId="{85435DDD-E21C-8F5C-4C4F-7693B7F067E3}"/>
          </ac:spMkLst>
        </pc:spChg>
        <pc:spChg chg="add mod ord">
          <ac:chgData name="Daphne Economou" userId="d065a339-36cf-4937-af08-41751becbd81" providerId="ADAL" clId="{1178D6E8-EA92-49B0-A115-AE58D47EBDD9}" dt="2022-11-06T20:30:05.815" v="5521" actId="20577"/>
          <ac:spMkLst>
            <pc:docMk/>
            <pc:sldMk cId="3463522534" sldId="748"/>
            <ac:spMk id="7" creationId="{B55F0CA0-0344-7381-FF9B-97E34745773C}"/>
          </ac:spMkLst>
        </pc:spChg>
        <pc:picChg chg="add mod">
          <ac:chgData name="Daphne Economou" userId="d065a339-36cf-4937-af08-41751becbd81" providerId="ADAL" clId="{1178D6E8-EA92-49B0-A115-AE58D47EBDD9}" dt="2022-11-06T20:21:49.502" v="5510" actId="1076"/>
          <ac:picMkLst>
            <pc:docMk/>
            <pc:sldMk cId="3463522534" sldId="748"/>
            <ac:picMk id="9" creationId="{89F124CA-5B8B-27A1-A3D2-A81001F2EAB8}"/>
          </ac:picMkLst>
        </pc:picChg>
      </pc:sldChg>
      <pc:sldChg chg="add">
        <pc:chgData name="Daphne Economou" userId="d065a339-36cf-4937-af08-41751becbd81" providerId="ADAL" clId="{1178D6E8-EA92-49B0-A115-AE58D47EBDD9}" dt="2022-11-06T21:12:46.297" v="5634"/>
        <pc:sldMkLst>
          <pc:docMk/>
          <pc:sldMk cId="2984855881" sldId="749"/>
        </pc:sldMkLst>
      </pc:sldChg>
      <pc:sldChg chg="addSp delSp modSp new del mod chgLayout">
        <pc:chgData name="Daphne Economou" userId="d065a339-36cf-4937-af08-41751becbd81" providerId="ADAL" clId="{1178D6E8-EA92-49B0-A115-AE58D47EBDD9}" dt="2022-11-06T21:12:40.645" v="5633" actId="2696"/>
        <pc:sldMkLst>
          <pc:docMk/>
          <pc:sldMk cId="4141784042" sldId="749"/>
        </pc:sldMkLst>
        <pc:spChg chg="del mod ord">
          <ac:chgData name="Daphne Economou" userId="d065a339-36cf-4937-af08-41751becbd81" providerId="ADAL" clId="{1178D6E8-EA92-49B0-A115-AE58D47EBDD9}" dt="2022-11-06T20:16:24.114" v="5326" actId="700"/>
          <ac:spMkLst>
            <pc:docMk/>
            <pc:sldMk cId="4141784042" sldId="749"/>
            <ac:spMk id="2" creationId="{1E23956F-5C92-C37B-05C8-50310A652565}"/>
          </ac:spMkLst>
        </pc:spChg>
        <pc:spChg chg="del mod ord">
          <ac:chgData name="Daphne Economou" userId="d065a339-36cf-4937-af08-41751becbd81" providerId="ADAL" clId="{1178D6E8-EA92-49B0-A115-AE58D47EBDD9}" dt="2022-11-06T20:16:24.114" v="5326" actId="700"/>
          <ac:spMkLst>
            <pc:docMk/>
            <pc:sldMk cId="4141784042" sldId="749"/>
            <ac:spMk id="3" creationId="{6254303B-0D2A-6CDA-9E43-2BD2BA51EB12}"/>
          </ac:spMkLst>
        </pc:spChg>
        <pc:spChg chg="mod ord">
          <ac:chgData name="Daphne Economou" userId="d065a339-36cf-4937-af08-41751becbd81" providerId="ADAL" clId="{1178D6E8-EA92-49B0-A115-AE58D47EBDD9}" dt="2022-11-06T20:16:24.114" v="5326" actId="700"/>
          <ac:spMkLst>
            <pc:docMk/>
            <pc:sldMk cId="4141784042" sldId="749"/>
            <ac:spMk id="4" creationId="{C6C6CDFC-1EA2-7B28-5472-5080986C78CA}"/>
          </ac:spMkLst>
        </pc:spChg>
        <pc:spChg chg="mod ord">
          <ac:chgData name="Daphne Economou" userId="d065a339-36cf-4937-af08-41751becbd81" providerId="ADAL" clId="{1178D6E8-EA92-49B0-A115-AE58D47EBDD9}" dt="2022-11-06T20:16:24.114" v="5326" actId="700"/>
          <ac:spMkLst>
            <pc:docMk/>
            <pc:sldMk cId="4141784042" sldId="749"/>
            <ac:spMk id="5" creationId="{1D3A6DE2-61E4-85A9-7878-2FCE81D3435E}"/>
          </ac:spMkLst>
        </pc:spChg>
        <pc:spChg chg="del">
          <ac:chgData name="Daphne Economou" userId="d065a339-36cf-4937-af08-41751becbd81" providerId="ADAL" clId="{1178D6E8-EA92-49B0-A115-AE58D47EBDD9}" dt="2022-11-06T20:16:24.114" v="5326" actId="700"/>
          <ac:spMkLst>
            <pc:docMk/>
            <pc:sldMk cId="4141784042" sldId="749"/>
            <ac:spMk id="6" creationId="{D1F23800-F169-877F-966E-D571C796CEB1}"/>
          </ac:spMkLst>
        </pc:spChg>
        <pc:spChg chg="add mod ord">
          <ac:chgData name="Daphne Economou" userId="d065a339-36cf-4937-af08-41751becbd81" providerId="ADAL" clId="{1178D6E8-EA92-49B0-A115-AE58D47EBDD9}" dt="2022-11-06T20:17:18.831" v="5408" actId="20577"/>
          <ac:spMkLst>
            <pc:docMk/>
            <pc:sldMk cId="4141784042" sldId="749"/>
            <ac:spMk id="7" creationId="{5FEDCB8F-02D2-8F36-F02D-D680665847C6}"/>
          </ac:spMkLst>
        </pc:spChg>
        <pc:spChg chg="add mod ord">
          <ac:chgData name="Daphne Economou" userId="d065a339-36cf-4937-af08-41751becbd81" providerId="ADAL" clId="{1178D6E8-EA92-49B0-A115-AE58D47EBDD9}" dt="2022-11-06T20:50:58.912" v="5574" actId="20577"/>
          <ac:spMkLst>
            <pc:docMk/>
            <pc:sldMk cId="4141784042" sldId="749"/>
            <ac:spMk id="8" creationId="{72AE1558-E348-8CF3-D959-073C74EA0683}"/>
          </ac:spMkLst>
        </pc:spChg>
        <pc:spChg chg="add del mod">
          <ac:chgData name="Daphne Economou" userId="d065a339-36cf-4937-af08-41751becbd81" providerId="ADAL" clId="{1178D6E8-EA92-49B0-A115-AE58D47EBDD9}" dt="2022-11-06T20:47:34.658" v="5534" actId="478"/>
          <ac:spMkLst>
            <pc:docMk/>
            <pc:sldMk cId="4141784042" sldId="749"/>
            <ac:spMk id="9" creationId="{2EAE7DED-6E5B-45E2-F7F9-02902B91A972}"/>
          </ac:spMkLst>
        </pc:spChg>
        <pc:spChg chg="add mod">
          <ac:chgData name="Daphne Economou" userId="d065a339-36cf-4937-af08-41751becbd81" providerId="ADAL" clId="{1178D6E8-EA92-49B0-A115-AE58D47EBDD9}" dt="2022-11-06T20:50:06.857" v="5569" actId="20577"/>
          <ac:spMkLst>
            <pc:docMk/>
            <pc:sldMk cId="4141784042" sldId="749"/>
            <ac:spMk id="11" creationId="{9583143C-83AD-F7C2-208E-F2239D8F6AE7}"/>
          </ac:spMkLst>
        </pc:spChg>
        <pc:spChg chg="add mod">
          <ac:chgData name="Daphne Economou" userId="d065a339-36cf-4937-af08-41751becbd81" providerId="ADAL" clId="{1178D6E8-EA92-49B0-A115-AE58D47EBDD9}" dt="2022-11-06T20:51:22.260" v="5583" actId="1076"/>
          <ac:spMkLst>
            <pc:docMk/>
            <pc:sldMk cId="4141784042" sldId="749"/>
            <ac:spMk id="13" creationId="{7E1A6098-846D-7544-AD3C-F2893284D15B}"/>
          </ac:spMkLst>
        </pc:spChg>
        <pc:picChg chg="add del mod">
          <ac:chgData name="Daphne Economou" userId="d065a339-36cf-4937-af08-41751becbd81" providerId="ADAL" clId="{1178D6E8-EA92-49B0-A115-AE58D47EBDD9}" dt="2022-11-06T20:47:34.658" v="5534" actId="478"/>
          <ac:picMkLst>
            <pc:docMk/>
            <pc:sldMk cId="4141784042" sldId="749"/>
            <ac:picMk id="10" creationId="{89A4A6F2-5D78-21B5-E530-58FC01D84E69}"/>
          </ac:picMkLst>
        </pc:picChg>
        <pc:picChg chg="add mod">
          <ac:chgData name="Daphne Economou" userId="d065a339-36cf-4937-af08-41751becbd81" providerId="ADAL" clId="{1178D6E8-EA92-49B0-A115-AE58D47EBDD9}" dt="2022-11-06T20:49:14.479" v="5549" actId="1076"/>
          <ac:picMkLst>
            <pc:docMk/>
            <pc:sldMk cId="4141784042" sldId="749"/>
            <ac:picMk id="12" creationId="{9D29E337-79FD-6238-A565-E94BBF104780}"/>
          </ac:picMkLst>
        </pc:picChg>
      </pc:sldChg>
      <pc:sldChg chg="add">
        <pc:chgData name="Daphne Economou" userId="d065a339-36cf-4937-af08-41751becbd81" providerId="ADAL" clId="{1178D6E8-EA92-49B0-A115-AE58D47EBDD9}" dt="2022-11-06T21:12:46.297" v="5634"/>
        <pc:sldMkLst>
          <pc:docMk/>
          <pc:sldMk cId="3086098409" sldId="750"/>
        </pc:sldMkLst>
      </pc:sldChg>
      <pc:sldChg chg="addSp delSp modSp new del mod chgLayout">
        <pc:chgData name="Daphne Economou" userId="d065a339-36cf-4937-af08-41751becbd81" providerId="ADAL" clId="{1178D6E8-EA92-49B0-A115-AE58D47EBDD9}" dt="2022-11-06T21:12:40.645" v="5633" actId="2696"/>
        <pc:sldMkLst>
          <pc:docMk/>
          <pc:sldMk cId="4052014149" sldId="750"/>
        </pc:sldMkLst>
        <pc:spChg chg="del mod ord">
          <ac:chgData name="Daphne Economou" userId="d065a339-36cf-4937-af08-41751becbd81" providerId="ADAL" clId="{1178D6E8-EA92-49B0-A115-AE58D47EBDD9}" dt="2022-11-06T20:53:55.704" v="5585" actId="700"/>
          <ac:spMkLst>
            <pc:docMk/>
            <pc:sldMk cId="4052014149" sldId="750"/>
            <ac:spMk id="2" creationId="{6B6C25C5-DB2D-6D58-DB6C-E732FB99A6F7}"/>
          </ac:spMkLst>
        </pc:spChg>
        <pc:spChg chg="del mod ord">
          <ac:chgData name="Daphne Economou" userId="d065a339-36cf-4937-af08-41751becbd81" providerId="ADAL" clId="{1178D6E8-EA92-49B0-A115-AE58D47EBDD9}" dt="2022-11-06T20:53:55.704" v="5585" actId="700"/>
          <ac:spMkLst>
            <pc:docMk/>
            <pc:sldMk cId="4052014149" sldId="750"/>
            <ac:spMk id="3" creationId="{BA6E3F4E-8A11-6EF2-4FD9-A43834602909}"/>
          </ac:spMkLst>
        </pc:spChg>
        <pc:spChg chg="mod ord">
          <ac:chgData name="Daphne Economou" userId="d065a339-36cf-4937-af08-41751becbd81" providerId="ADAL" clId="{1178D6E8-EA92-49B0-A115-AE58D47EBDD9}" dt="2022-11-06T20:53:55.704" v="5585" actId="700"/>
          <ac:spMkLst>
            <pc:docMk/>
            <pc:sldMk cId="4052014149" sldId="750"/>
            <ac:spMk id="4" creationId="{C9FF5200-DCB5-F311-FA47-C5A51AFB6465}"/>
          </ac:spMkLst>
        </pc:spChg>
        <pc:spChg chg="mod ord">
          <ac:chgData name="Daphne Economou" userId="d065a339-36cf-4937-af08-41751becbd81" providerId="ADAL" clId="{1178D6E8-EA92-49B0-A115-AE58D47EBDD9}" dt="2022-11-06T20:53:55.704" v="5585" actId="700"/>
          <ac:spMkLst>
            <pc:docMk/>
            <pc:sldMk cId="4052014149" sldId="750"/>
            <ac:spMk id="5" creationId="{5E976E7B-0A62-DAAB-3114-7FEB8EF60088}"/>
          </ac:spMkLst>
        </pc:spChg>
        <pc:spChg chg="add mod ord">
          <ac:chgData name="Daphne Economou" userId="d065a339-36cf-4937-af08-41751becbd81" providerId="ADAL" clId="{1178D6E8-EA92-49B0-A115-AE58D47EBDD9}" dt="2022-11-06T20:54:08.598" v="5606" actId="20577"/>
          <ac:spMkLst>
            <pc:docMk/>
            <pc:sldMk cId="4052014149" sldId="750"/>
            <ac:spMk id="6" creationId="{2E0BDE5B-B340-7D11-1F4E-7E25A2F04259}"/>
          </ac:spMkLst>
        </pc:spChg>
        <pc:spChg chg="add mod ord">
          <ac:chgData name="Daphne Economou" userId="d065a339-36cf-4937-af08-41751becbd81" providerId="ADAL" clId="{1178D6E8-EA92-49B0-A115-AE58D47EBDD9}" dt="2022-11-06T20:53:55.704" v="5585" actId="700"/>
          <ac:spMkLst>
            <pc:docMk/>
            <pc:sldMk cId="4052014149" sldId="750"/>
            <ac:spMk id="7" creationId="{B73A12AE-35EA-ECBD-986D-46B52AC092CC}"/>
          </ac:spMkLst>
        </pc:spChg>
      </pc:sldChg>
      <pc:sldChg chg="addSp delSp modSp new del mod chgLayout">
        <pc:chgData name="Daphne Economou" userId="d065a339-36cf-4937-af08-41751becbd81" providerId="ADAL" clId="{1178D6E8-EA92-49B0-A115-AE58D47EBDD9}" dt="2022-11-06T21:12:40.645" v="5633" actId="2696"/>
        <pc:sldMkLst>
          <pc:docMk/>
          <pc:sldMk cId="156258017" sldId="751"/>
        </pc:sldMkLst>
        <pc:spChg chg="del mod ord">
          <ac:chgData name="Daphne Economou" userId="d065a339-36cf-4937-af08-41751becbd81" providerId="ADAL" clId="{1178D6E8-EA92-49B0-A115-AE58D47EBDD9}" dt="2022-11-06T20:54:14.898" v="5608" actId="700"/>
          <ac:spMkLst>
            <pc:docMk/>
            <pc:sldMk cId="156258017" sldId="751"/>
            <ac:spMk id="2" creationId="{EF5412F0-E799-1237-D88A-24F6FEC94D50}"/>
          </ac:spMkLst>
        </pc:spChg>
        <pc:spChg chg="del mod ord">
          <ac:chgData name="Daphne Economou" userId="d065a339-36cf-4937-af08-41751becbd81" providerId="ADAL" clId="{1178D6E8-EA92-49B0-A115-AE58D47EBDD9}" dt="2022-11-06T20:54:14.898" v="5608" actId="700"/>
          <ac:spMkLst>
            <pc:docMk/>
            <pc:sldMk cId="156258017" sldId="751"/>
            <ac:spMk id="3" creationId="{81F4D0C4-CAB3-C4ED-C6FE-E86E19F4DEF7}"/>
          </ac:spMkLst>
        </pc:spChg>
        <pc:spChg chg="mod ord">
          <ac:chgData name="Daphne Economou" userId="d065a339-36cf-4937-af08-41751becbd81" providerId="ADAL" clId="{1178D6E8-EA92-49B0-A115-AE58D47EBDD9}" dt="2022-11-06T20:54:14.898" v="5608" actId="700"/>
          <ac:spMkLst>
            <pc:docMk/>
            <pc:sldMk cId="156258017" sldId="751"/>
            <ac:spMk id="4" creationId="{6A34698E-79AB-A73E-B589-0C0D94B2ED7D}"/>
          </ac:spMkLst>
        </pc:spChg>
        <pc:spChg chg="mod ord">
          <ac:chgData name="Daphne Economou" userId="d065a339-36cf-4937-af08-41751becbd81" providerId="ADAL" clId="{1178D6E8-EA92-49B0-A115-AE58D47EBDD9}" dt="2022-11-06T20:54:14.898" v="5608" actId="700"/>
          <ac:spMkLst>
            <pc:docMk/>
            <pc:sldMk cId="156258017" sldId="751"/>
            <ac:spMk id="5" creationId="{A1388BF9-51BC-E153-BC83-0BBFFD11ED58}"/>
          </ac:spMkLst>
        </pc:spChg>
        <pc:spChg chg="del">
          <ac:chgData name="Daphne Economou" userId="d065a339-36cf-4937-af08-41751becbd81" providerId="ADAL" clId="{1178D6E8-EA92-49B0-A115-AE58D47EBDD9}" dt="2022-11-06T20:54:14.898" v="5608" actId="700"/>
          <ac:spMkLst>
            <pc:docMk/>
            <pc:sldMk cId="156258017" sldId="751"/>
            <ac:spMk id="6" creationId="{BA6CBD8D-04DC-3BEB-5CE9-041A068D95C8}"/>
          </ac:spMkLst>
        </pc:spChg>
        <pc:spChg chg="add mod ord">
          <ac:chgData name="Daphne Economou" userId="d065a339-36cf-4937-af08-41751becbd81" providerId="ADAL" clId="{1178D6E8-EA92-49B0-A115-AE58D47EBDD9}" dt="2022-11-06T20:54:20.276" v="5609"/>
          <ac:spMkLst>
            <pc:docMk/>
            <pc:sldMk cId="156258017" sldId="751"/>
            <ac:spMk id="7" creationId="{ED215147-CF88-0824-81A4-11206C39F26C}"/>
          </ac:spMkLst>
        </pc:spChg>
        <pc:spChg chg="add mod ord">
          <ac:chgData name="Daphne Economou" userId="d065a339-36cf-4937-af08-41751becbd81" providerId="ADAL" clId="{1178D6E8-EA92-49B0-A115-AE58D47EBDD9}" dt="2022-11-06T20:54:14.898" v="5608" actId="700"/>
          <ac:spMkLst>
            <pc:docMk/>
            <pc:sldMk cId="156258017" sldId="751"/>
            <ac:spMk id="8" creationId="{E2A1093B-3448-1E1B-9813-B2563C1F10BA}"/>
          </ac:spMkLst>
        </pc:spChg>
      </pc:sldChg>
      <pc:sldChg chg="addSp modSp add mod">
        <pc:chgData name="Daphne Economou" userId="d065a339-36cf-4937-af08-41751becbd81" providerId="ADAL" clId="{1178D6E8-EA92-49B0-A115-AE58D47EBDD9}" dt="2022-11-06T21:49:12.476" v="6067" actId="1076"/>
        <pc:sldMkLst>
          <pc:docMk/>
          <pc:sldMk cId="984266610" sldId="751"/>
        </pc:sldMkLst>
        <pc:spChg chg="mod">
          <ac:chgData name="Daphne Economou" userId="d065a339-36cf-4937-af08-41751becbd81" providerId="ADAL" clId="{1178D6E8-EA92-49B0-A115-AE58D47EBDD9}" dt="2022-11-06T21:48:46.062" v="6060" actId="27636"/>
          <ac:spMkLst>
            <pc:docMk/>
            <pc:sldMk cId="984266610" sldId="751"/>
            <ac:spMk id="8" creationId="{E2A1093B-3448-1E1B-9813-B2563C1F10BA}"/>
          </ac:spMkLst>
        </pc:spChg>
        <pc:picChg chg="add mod ord">
          <ac:chgData name="Daphne Economou" userId="d065a339-36cf-4937-af08-41751becbd81" providerId="ADAL" clId="{1178D6E8-EA92-49B0-A115-AE58D47EBDD9}" dt="2022-11-06T21:49:12.476" v="6067" actId="1076"/>
          <ac:picMkLst>
            <pc:docMk/>
            <pc:sldMk cId="984266610" sldId="751"/>
            <ac:picMk id="3" creationId="{254E8F6A-E56F-D27B-C10C-DC657D0C6C90}"/>
          </ac:picMkLst>
        </pc:picChg>
      </pc:sldChg>
      <pc:sldChg chg="new del">
        <pc:chgData name="Daphne Economou" userId="d065a339-36cf-4937-af08-41751becbd81" providerId="ADAL" clId="{1178D6E8-EA92-49B0-A115-AE58D47EBDD9}" dt="2022-11-06T21:15:59.245" v="5644" actId="47"/>
        <pc:sldMkLst>
          <pc:docMk/>
          <pc:sldMk cId="2238998674" sldId="752"/>
        </pc:sldMkLst>
      </pc:sldChg>
      <pc:sldChg chg="addSp modSp new mod">
        <pc:chgData name="Daphne Economou" userId="d065a339-36cf-4937-af08-41751becbd81" providerId="ADAL" clId="{1178D6E8-EA92-49B0-A115-AE58D47EBDD9}" dt="2022-11-06T21:17:35.783" v="5682" actId="1076"/>
        <pc:sldMkLst>
          <pc:docMk/>
          <pc:sldMk cId="2284973423" sldId="752"/>
        </pc:sldMkLst>
        <pc:spChg chg="mod">
          <ac:chgData name="Daphne Economou" userId="d065a339-36cf-4937-af08-41751becbd81" providerId="ADAL" clId="{1178D6E8-EA92-49B0-A115-AE58D47EBDD9}" dt="2022-11-06T21:16:50.122" v="5673" actId="20577"/>
          <ac:spMkLst>
            <pc:docMk/>
            <pc:sldMk cId="2284973423" sldId="752"/>
            <ac:spMk id="2" creationId="{77774E4F-4F20-E1EC-2FF9-0557FD3F42EC}"/>
          </ac:spMkLst>
        </pc:spChg>
        <pc:spChg chg="mod">
          <ac:chgData name="Daphne Economou" userId="d065a339-36cf-4937-af08-41751becbd81" providerId="ADAL" clId="{1178D6E8-EA92-49B0-A115-AE58D47EBDD9}" dt="2022-11-06T21:17:31.848" v="5681" actId="113"/>
          <ac:spMkLst>
            <pc:docMk/>
            <pc:sldMk cId="2284973423" sldId="752"/>
            <ac:spMk id="3" creationId="{D9B5D154-F602-7490-5E53-77EEA3B378F8}"/>
          </ac:spMkLst>
        </pc:spChg>
        <pc:picChg chg="add mod">
          <ac:chgData name="Daphne Economou" userId="d065a339-36cf-4937-af08-41751becbd81" providerId="ADAL" clId="{1178D6E8-EA92-49B0-A115-AE58D47EBDD9}" dt="2022-11-06T21:17:35.783" v="5682" actId="1076"/>
          <ac:picMkLst>
            <pc:docMk/>
            <pc:sldMk cId="2284973423" sldId="752"/>
            <ac:picMk id="6" creationId="{9728D5B1-7984-2980-D415-5151B48F0AD5}"/>
          </ac:picMkLst>
        </pc:picChg>
      </pc:sldChg>
      <pc:sldChg chg="modSp new mod">
        <pc:chgData name="Daphne Economou" userId="d065a339-36cf-4937-af08-41751becbd81" providerId="ADAL" clId="{1178D6E8-EA92-49B0-A115-AE58D47EBDD9}" dt="2022-11-06T21:23:44.176" v="5719" actId="207"/>
        <pc:sldMkLst>
          <pc:docMk/>
          <pc:sldMk cId="1556593594" sldId="753"/>
        </pc:sldMkLst>
        <pc:spChg chg="mod">
          <ac:chgData name="Daphne Economou" userId="d065a339-36cf-4937-af08-41751becbd81" providerId="ADAL" clId="{1178D6E8-EA92-49B0-A115-AE58D47EBDD9}" dt="2022-11-06T21:21:35.216" v="5697" actId="14100"/>
          <ac:spMkLst>
            <pc:docMk/>
            <pc:sldMk cId="1556593594" sldId="753"/>
            <ac:spMk id="2" creationId="{A98417D7-9C02-4ECD-8385-F53215141BDB}"/>
          </ac:spMkLst>
        </pc:spChg>
        <pc:spChg chg="mod">
          <ac:chgData name="Daphne Economou" userId="d065a339-36cf-4937-af08-41751becbd81" providerId="ADAL" clId="{1178D6E8-EA92-49B0-A115-AE58D47EBDD9}" dt="2022-11-06T21:23:44.176" v="5719" actId="207"/>
          <ac:spMkLst>
            <pc:docMk/>
            <pc:sldMk cId="1556593594" sldId="753"/>
            <ac:spMk id="3" creationId="{BC5C6374-FE78-D549-40C5-649BDB7F7D45}"/>
          </ac:spMkLst>
        </pc:spChg>
      </pc:sldChg>
      <pc:sldChg chg="modSp add mod">
        <pc:chgData name="Daphne Economou" userId="d065a339-36cf-4937-af08-41751becbd81" providerId="ADAL" clId="{1178D6E8-EA92-49B0-A115-AE58D47EBDD9}" dt="2022-11-06T21:25:21.905" v="5726" actId="207"/>
        <pc:sldMkLst>
          <pc:docMk/>
          <pc:sldMk cId="1042472923" sldId="754"/>
        </pc:sldMkLst>
        <pc:spChg chg="mod">
          <ac:chgData name="Daphne Economou" userId="d065a339-36cf-4937-af08-41751becbd81" providerId="ADAL" clId="{1178D6E8-EA92-49B0-A115-AE58D47EBDD9}" dt="2022-11-06T21:25:21.905" v="5726" actId="207"/>
          <ac:spMkLst>
            <pc:docMk/>
            <pc:sldMk cId="1042472923" sldId="754"/>
            <ac:spMk id="3" creationId="{BC5C6374-FE78-D549-40C5-649BDB7F7D45}"/>
          </ac:spMkLst>
        </pc:spChg>
      </pc:sldChg>
      <pc:sldChg chg="modSp new mod">
        <pc:chgData name="Daphne Economou" userId="d065a339-36cf-4937-af08-41751becbd81" providerId="ADAL" clId="{1178D6E8-EA92-49B0-A115-AE58D47EBDD9}" dt="2022-11-06T21:30:12.424" v="5757" actId="207"/>
        <pc:sldMkLst>
          <pc:docMk/>
          <pc:sldMk cId="720969330" sldId="755"/>
        </pc:sldMkLst>
        <pc:spChg chg="mod">
          <ac:chgData name="Daphne Economou" userId="d065a339-36cf-4937-af08-41751becbd81" providerId="ADAL" clId="{1178D6E8-EA92-49B0-A115-AE58D47EBDD9}" dt="2022-11-06T21:27:14.505" v="5747" actId="20577"/>
          <ac:spMkLst>
            <pc:docMk/>
            <pc:sldMk cId="720969330" sldId="755"/>
            <ac:spMk id="2" creationId="{B71B78C5-9CED-4530-1C32-1F9557E81A76}"/>
          </ac:spMkLst>
        </pc:spChg>
        <pc:spChg chg="mod">
          <ac:chgData name="Daphne Economou" userId="d065a339-36cf-4937-af08-41751becbd81" providerId="ADAL" clId="{1178D6E8-EA92-49B0-A115-AE58D47EBDD9}" dt="2022-11-06T21:30:12.424" v="5757" actId="207"/>
          <ac:spMkLst>
            <pc:docMk/>
            <pc:sldMk cId="720969330" sldId="755"/>
            <ac:spMk id="3" creationId="{691CC5AC-F9F5-F6BB-950B-687795A17FEC}"/>
          </ac:spMkLst>
        </pc:spChg>
      </pc:sldChg>
      <pc:sldChg chg="modSp add mod">
        <pc:chgData name="Daphne Economou" userId="d065a339-36cf-4937-af08-41751becbd81" providerId="ADAL" clId="{1178D6E8-EA92-49B0-A115-AE58D47EBDD9}" dt="2022-11-06T21:34:49.761" v="5803" actId="20577"/>
        <pc:sldMkLst>
          <pc:docMk/>
          <pc:sldMk cId="2978921401" sldId="756"/>
        </pc:sldMkLst>
        <pc:spChg chg="mod">
          <ac:chgData name="Daphne Economou" userId="d065a339-36cf-4937-af08-41751becbd81" providerId="ADAL" clId="{1178D6E8-EA92-49B0-A115-AE58D47EBDD9}" dt="2022-11-06T21:31:49.414" v="5770" actId="20577"/>
          <ac:spMkLst>
            <pc:docMk/>
            <pc:sldMk cId="2978921401" sldId="756"/>
            <ac:spMk id="2" creationId="{B71B78C5-9CED-4530-1C32-1F9557E81A76}"/>
          </ac:spMkLst>
        </pc:spChg>
        <pc:spChg chg="mod">
          <ac:chgData name="Daphne Economou" userId="d065a339-36cf-4937-af08-41751becbd81" providerId="ADAL" clId="{1178D6E8-EA92-49B0-A115-AE58D47EBDD9}" dt="2022-11-06T21:34:49.761" v="5803" actId="20577"/>
          <ac:spMkLst>
            <pc:docMk/>
            <pc:sldMk cId="2978921401" sldId="756"/>
            <ac:spMk id="3" creationId="{691CC5AC-F9F5-F6BB-950B-687795A17FEC}"/>
          </ac:spMkLst>
        </pc:spChg>
      </pc:sldChg>
      <pc:sldChg chg="modSp new mod">
        <pc:chgData name="Daphne Economou" userId="d065a339-36cf-4937-af08-41751becbd81" providerId="ADAL" clId="{1178D6E8-EA92-49B0-A115-AE58D47EBDD9}" dt="2022-11-06T21:40:33.797" v="6046" actId="113"/>
        <pc:sldMkLst>
          <pc:docMk/>
          <pc:sldMk cId="937485832" sldId="757"/>
        </pc:sldMkLst>
        <pc:spChg chg="mod">
          <ac:chgData name="Daphne Economou" userId="d065a339-36cf-4937-af08-41751becbd81" providerId="ADAL" clId="{1178D6E8-EA92-49B0-A115-AE58D47EBDD9}" dt="2022-11-06T21:36:10.806" v="5811" actId="20577"/>
          <ac:spMkLst>
            <pc:docMk/>
            <pc:sldMk cId="937485832" sldId="757"/>
            <ac:spMk id="2" creationId="{B37385F5-EBD7-1EA8-9FC3-362436F398EC}"/>
          </ac:spMkLst>
        </pc:spChg>
        <pc:spChg chg="mod">
          <ac:chgData name="Daphne Economou" userId="d065a339-36cf-4937-af08-41751becbd81" providerId="ADAL" clId="{1178D6E8-EA92-49B0-A115-AE58D47EBDD9}" dt="2022-11-06T21:40:33.797" v="6046" actId="113"/>
          <ac:spMkLst>
            <pc:docMk/>
            <pc:sldMk cId="937485832" sldId="757"/>
            <ac:spMk id="3" creationId="{B712885E-3DD8-16CB-6D67-C7E4675D654C}"/>
          </ac:spMkLst>
        </pc:spChg>
      </pc:sldChg>
      <pc:sldChg chg="addSp delSp modSp new mod">
        <pc:chgData name="Daphne Economou" userId="d065a339-36cf-4937-af08-41751becbd81" providerId="ADAL" clId="{1178D6E8-EA92-49B0-A115-AE58D47EBDD9}" dt="2022-11-06T22:01:20.475" v="6107" actId="14100"/>
        <pc:sldMkLst>
          <pc:docMk/>
          <pc:sldMk cId="2242013555" sldId="758"/>
        </pc:sldMkLst>
        <pc:spChg chg="mod">
          <ac:chgData name="Daphne Economou" userId="d065a339-36cf-4937-af08-41751becbd81" providerId="ADAL" clId="{1178D6E8-EA92-49B0-A115-AE58D47EBDD9}" dt="2022-11-06T21:57:36.453" v="6074"/>
          <ac:spMkLst>
            <pc:docMk/>
            <pc:sldMk cId="2242013555" sldId="758"/>
            <ac:spMk id="2" creationId="{570F3882-DFB4-E94F-E079-01ECF129F97C}"/>
          </ac:spMkLst>
        </pc:spChg>
        <pc:spChg chg="mod">
          <ac:chgData name="Daphne Economou" userId="d065a339-36cf-4937-af08-41751becbd81" providerId="ADAL" clId="{1178D6E8-EA92-49B0-A115-AE58D47EBDD9}" dt="2022-11-06T21:59:16.817" v="6101"/>
          <ac:spMkLst>
            <pc:docMk/>
            <pc:sldMk cId="2242013555" sldId="758"/>
            <ac:spMk id="3" creationId="{C7FF82AA-5FE9-841E-3060-EC78D62E9506}"/>
          </ac:spMkLst>
        </pc:spChg>
        <pc:picChg chg="add del mod">
          <ac:chgData name="Daphne Economou" userId="d065a339-36cf-4937-af08-41751becbd81" providerId="ADAL" clId="{1178D6E8-EA92-49B0-A115-AE58D47EBDD9}" dt="2022-11-06T21:57:21.259" v="6071" actId="478"/>
          <ac:picMkLst>
            <pc:docMk/>
            <pc:sldMk cId="2242013555" sldId="758"/>
            <ac:picMk id="7" creationId="{81A9CFEE-2A10-2359-B16A-1F1AB28E53F0}"/>
          </ac:picMkLst>
        </pc:picChg>
        <pc:cxnChg chg="add mod">
          <ac:chgData name="Daphne Economou" userId="d065a339-36cf-4937-af08-41751becbd81" providerId="ADAL" clId="{1178D6E8-EA92-49B0-A115-AE58D47EBDD9}" dt="2022-11-06T22:01:04.879" v="6103" actId="13822"/>
          <ac:cxnSpMkLst>
            <pc:docMk/>
            <pc:sldMk cId="2242013555" sldId="758"/>
            <ac:cxnSpMk id="9" creationId="{F14C8173-3FAA-461B-E670-E9DC2CD3E932}"/>
          </ac:cxnSpMkLst>
        </pc:cxnChg>
        <pc:cxnChg chg="add mod">
          <ac:chgData name="Daphne Economou" userId="d065a339-36cf-4937-af08-41751becbd81" providerId="ADAL" clId="{1178D6E8-EA92-49B0-A115-AE58D47EBDD9}" dt="2022-11-06T22:01:20.475" v="6107" actId="14100"/>
          <ac:cxnSpMkLst>
            <pc:docMk/>
            <pc:sldMk cId="2242013555" sldId="758"/>
            <ac:cxnSpMk id="10" creationId="{D409FBF2-635F-187A-D68D-3D479AD99C7B}"/>
          </ac:cxnSpMkLst>
        </pc:cxnChg>
      </pc:sldChg>
      <pc:sldChg chg="addSp delSp modSp new mod ord chgLayout">
        <pc:chgData name="Daphne Economou" userId="d065a339-36cf-4937-af08-41751becbd81" providerId="ADAL" clId="{1178D6E8-EA92-49B0-A115-AE58D47EBDD9}" dt="2022-11-06T22:30:00.478" v="6247" actId="27636"/>
        <pc:sldMkLst>
          <pc:docMk/>
          <pc:sldMk cId="2299253496" sldId="759"/>
        </pc:sldMkLst>
        <pc:spChg chg="del mod ord">
          <ac:chgData name="Daphne Economou" userId="d065a339-36cf-4937-af08-41751becbd81" providerId="ADAL" clId="{1178D6E8-EA92-49B0-A115-AE58D47EBDD9}" dt="2022-11-06T22:26:55.321" v="6112" actId="700"/>
          <ac:spMkLst>
            <pc:docMk/>
            <pc:sldMk cId="2299253496" sldId="759"/>
            <ac:spMk id="2" creationId="{8E727D82-8758-47CA-400B-D8F663AA269A}"/>
          </ac:spMkLst>
        </pc:spChg>
        <pc:spChg chg="del mod ord">
          <ac:chgData name="Daphne Economou" userId="d065a339-36cf-4937-af08-41751becbd81" providerId="ADAL" clId="{1178D6E8-EA92-49B0-A115-AE58D47EBDD9}" dt="2022-11-06T22:26:55.321" v="6112" actId="700"/>
          <ac:spMkLst>
            <pc:docMk/>
            <pc:sldMk cId="2299253496" sldId="759"/>
            <ac:spMk id="3" creationId="{E65A74D8-0ABA-4A5E-E680-A48D3EDDCAB5}"/>
          </ac:spMkLst>
        </pc:spChg>
        <pc:spChg chg="mod ord">
          <ac:chgData name="Daphne Economou" userId="d065a339-36cf-4937-af08-41751becbd81" providerId="ADAL" clId="{1178D6E8-EA92-49B0-A115-AE58D47EBDD9}" dt="2022-11-06T22:26:55.321" v="6112" actId="700"/>
          <ac:spMkLst>
            <pc:docMk/>
            <pc:sldMk cId="2299253496" sldId="759"/>
            <ac:spMk id="4" creationId="{0EE43DB6-8627-2E4F-A0B2-8DC7C21F5D8E}"/>
          </ac:spMkLst>
        </pc:spChg>
        <pc:spChg chg="mod ord">
          <ac:chgData name="Daphne Economou" userId="d065a339-36cf-4937-af08-41751becbd81" providerId="ADAL" clId="{1178D6E8-EA92-49B0-A115-AE58D47EBDD9}" dt="2022-11-06T22:26:55.321" v="6112" actId="700"/>
          <ac:spMkLst>
            <pc:docMk/>
            <pc:sldMk cId="2299253496" sldId="759"/>
            <ac:spMk id="5" creationId="{53D41E06-0027-6026-9065-E2B67DFB8D42}"/>
          </ac:spMkLst>
        </pc:spChg>
        <pc:spChg chg="add mod ord">
          <ac:chgData name="Daphne Economou" userId="d065a339-36cf-4937-af08-41751becbd81" providerId="ADAL" clId="{1178D6E8-EA92-49B0-A115-AE58D47EBDD9}" dt="2022-11-06T22:29:08.354" v="6156" actId="20577"/>
          <ac:spMkLst>
            <pc:docMk/>
            <pc:sldMk cId="2299253496" sldId="759"/>
            <ac:spMk id="6" creationId="{8348F42B-4FFB-BE09-4E3C-BCE42BF2B9C1}"/>
          </ac:spMkLst>
        </pc:spChg>
        <pc:spChg chg="add mod ord">
          <ac:chgData name="Daphne Economou" userId="d065a339-36cf-4937-af08-41751becbd81" providerId="ADAL" clId="{1178D6E8-EA92-49B0-A115-AE58D47EBDD9}" dt="2022-11-06T22:30:00.478" v="6247" actId="27636"/>
          <ac:spMkLst>
            <pc:docMk/>
            <pc:sldMk cId="2299253496" sldId="759"/>
            <ac:spMk id="7" creationId="{4BC0055C-10C2-E32C-4DCB-CAA53E45291A}"/>
          </ac:spMkLst>
        </pc:spChg>
      </pc:sldChg>
      <pc:sldChg chg="addSp delSp modSp new mod chgLayout">
        <pc:chgData name="Daphne Economou" userId="d065a339-36cf-4937-af08-41751becbd81" providerId="ADAL" clId="{1178D6E8-EA92-49B0-A115-AE58D47EBDD9}" dt="2022-11-07T08:15:50.220" v="6494" actId="14100"/>
        <pc:sldMkLst>
          <pc:docMk/>
          <pc:sldMk cId="3662977337" sldId="760"/>
        </pc:sldMkLst>
        <pc:spChg chg="del mod ord">
          <ac:chgData name="Daphne Economou" userId="d065a339-36cf-4937-af08-41751becbd81" providerId="ADAL" clId="{1178D6E8-EA92-49B0-A115-AE58D47EBDD9}" dt="2022-11-06T22:30:12.801" v="6249" actId="700"/>
          <ac:spMkLst>
            <pc:docMk/>
            <pc:sldMk cId="3662977337" sldId="760"/>
            <ac:spMk id="2" creationId="{69C76E0A-3D02-03FE-6FDE-2669E0A050A5}"/>
          </ac:spMkLst>
        </pc:spChg>
        <pc:spChg chg="add mod">
          <ac:chgData name="Daphne Economou" userId="d065a339-36cf-4937-af08-41751becbd81" providerId="ADAL" clId="{1178D6E8-EA92-49B0-A115-AE58D47EBDD9}" dt="2022-11-07T08:15:50.220" v="6494" actId="14100"/>
          <ac:spMkLst>
            <pc:docMk/>
            <pc:sldMk cId="3662977337" sldId="760"/>
            <ac:spMk id="2" creationId="{8E3AB81A-0D92-63D1-49E0-7113D27DCB8E}"/>
          </ac:spMkLst>
        </pc:spChg>
        <pc:spChg chg="del mod ord">
          <ac:chgData name="Daphne Economou" userId="d065a339-36cf-4937-af08-41751becbd81" providerId="ADAL" clId="{1178D6E8-EA92-49B0-A115-AE58D47EBDD9}" dt="2022-11-06T22:30:12.801" v="6249" actId="700"/>
          <ac:spMkLst>
            <pc:docMk/>
            <pc:sldMk cId="3662977337" sldId="760"/>
            <ac:spMk id="3" creationId="{6CC861E1-7866-C1A7-DF0F-B154D8B5B610}"/>
          </ac:spMkLst>
        </pc:spChg>
        <pc:spChg chg="mod ord">
          <ac:chgData name="Daphne Economou" userId="d065a339-36cf-4937-af08-41751becbd81" providerId="ADAL" clId="{1178D6E8-EA92-49B0-A115-AE58D47EBDD9}" dt="2022-11-06T22:30:12.801" v="6249" actId="700"/>
          <ac:spMkLst>
            <pc:docMk/>
            <pc:sldMk cId="3662977337" sldId="760"/>
            <ac:spMk id="4" creationId="{96FC2BD0-EAE2-64C8-F05B-A17FA028F73C}"/>
          </ac:spMkLst>
        </pc:spChg>
        <pc:spChg chg="mod ord">
          <ac:chgData name="Daphne Economou" userId="d065a339-36cf-4937-af08-41751becbd81" providerId="ADAL" clId="{1178D6E8-EA92-49B0-A115-AE58D47EBDD9}" dt="2022-11-06T22:30:12.801" v="6249" actId="700"/>
          <ac:spMkLst>
            <pc:docMk/>
            <pc:sldMk cId="3662977337" sldId="760"/>
            <ac:spMk id="5" creationId="{8EF4F65C-4B88-B7DA-1C3A-70AA9C80F639}"/>
          </ac:spMkLst>
        </pc:spChg>
        <pc:spChg chg="del">
          <ac:chgData name="Daphne Economou" userId="d065a339-36cf-4937-af08-41751becbd81" providerId="ADAL" clId="{1178D6E8-EA92-49B0-A115-AE58D47EBDD9}" dt="2022-11-06T22:30:12.801" v="6249" actId="700"/>
          <ac:spMkLst>
            <pc:docMk/>
            <pc:sldMk cId="3662977337" sldId="760"/>
            <ac:spMk id="6" creationId="{0128DA18-57D7-7C19-2003-1B984E730271}"/>
          </ac:spMkLst>
        </pc:spChg>
        <pc:spChg chg="add mod ord">
          <ac:chgData name="Daphne Economou" userId="d065a339-36cf-4937-af08-41751becbd81" providerId="ADAL" clId="{1178D6E8-EA92-49B0-A115-AE58D47EBDD9}" dt="2022-11-06T22:40:10.164" v="6287" actId="20577"/>
          <ac:spMkLst>
            <pc:docMk/>
            <pc:sldMk cId="3662977337" sldId="760"/>
            <ac:spMk id="7" creationId="{ABBE3B61-51DE-AC6D-737A-56D4B8D451AF}"/>
          </ac:spMkLst>
        </pc:spChg>
        <pc:spChg chg="add mod ord">
          <ac:chgData name="Daphne Economou" userId="d065a339-36cf-4937-af08-41751becbd81" providerId="ADAL" clId="{1178D6E8-EA92-49B0-A115-AE58D47EBDD9}" dt="2022-11-06T22:43:09.841" v="6324" actId="27636"/>
          <ac:spMkLst>
            <pc:docMk/>
            <pc:sldMk cId="3662977337" sldId="760"/>
            <ac:spMk id="8" creationId="{7C8CFAED-F9E1-7151-CEF5-A531FA8DE207}"/>
          </ac:spMkLst>
        </pc:spChg>
        <pc:picChg chg="add mod ord">
          <ac:chgData name="Daphne Economou" userId="d065a339-36cf-4937-af08-41751becbd81" providerId="ADAL" clId="{1178D6E8-EA92-49B0-A115-AE58D47EBDD9}" dt="2022-11-07T07:58:06.330" v="6411" actId="1076"/>
          <ac:picMkLst>
            <pc:docMk/>
            <pc:sldMk cId="3662977337" sldId="760"/>
            <ac:picMk id="10" creationId="{A86D4722-7D8C-6FE4-8940-EBFCB692D919}"/>
          </ac:picMkLst>
        </pc:picChg>
      </pc:sldChg>
      <pc:sldChg chg="addSp modSp new mod">
        <pc:chgData name="Daphne Economou" userId="d065a339-36cf-4937-af08-41751becbd81" providerId="ADAL" clId="{1178D6E8-EA92-49B0-A115-AE58D47EBDD9}" dt="2022-11-07T08:17:37.661" v="6505" actId="207"/>
        <pc:sldMkLst>
          <pc:docMk/>
          <pc:sldMk cId="4281151377" sldId="761"/>
        </pc:sldMkLst>
        <pc:spChg chg="mod">
          <ac:chgData name="Daphne Economou" userId="d065a339-36cf-4937-af08-41751becbd81" providerId="ADAL" clId="{1178D6E8-EA92-49B0-A115-AE58D47EBDD9}" dt="2022-11-06T22:46:22.810" v="6329" actId="27636"/>
          <ac:spMkLst>
            <pc:docMk/>
            <pc:sldMk cId="4281151377" sldId="761"/>
            <ac:spMk id="2" creationId="{ABDD705A-FCB4-B3C2-20B3-216F8C925622}"/>
          </ac:spMkLst>
        </pc:spChg>
        <pc:spChg chg="mod">
          <ac:chgData name="Daphne Economou" userId="d065a339-36cf-4937-af08-41751becbd81" providerId="ADAL" clId="{1178D6E8-EA92-49B0-A115-AE58D47EBDD9}" dt="2022-11-07T08:17:37.661" v="6505" actId="207"/>
          <ac:spMkLst>
            <pc:docMk/>
            <pc:sldMk cId="4281151377" sldId="761"/>
            <ac:spMk id="3" creationId="{72C6A147-9DFB-51CE-CCFC-D0421B26DD60}"/>
          </ac:spMkLst>
        </pc:spChg>
        <pc:spChg chg="add mod">
          <ac:chgData name="Daphne Economou" userId="d065a339-36cf-4937-af08-41751becbd81" providerId="ADAL" clId="{1178D6E8-EA92-49B0-A115-AE58D47EBDD9}" dt="2022-11-07T08:15:45.328" v="6493" actId="14100"/>
          <ac:spMkLst>
            <pc:docMk/>
            <pc:sldMk cId="4281151377" sldId="761"/>
            <ac:spMk id="8" creationId="{915CFBB3-C756-39F5-439F-7C78CC8F756A}"/>
          </ac:spMkLst>
        </pc:spChg>
        <pc:picChg chg="add mod ord">
          <ac:chgData name="Daphne Economou" userId="d065a339-36cf-4937-af08-41751becbd81" providerId="ADAL" clId="{1178D6E8-EA92-49B0-A115-AE58D47EBDD9}" dt="2022-11-07T07:53:48.126" v="6352" actId="1076"/>
          <ac:picMkLst>
            <pc:docMk/>
            <pc:sldMk cId="4281151377" sldId="761"/>
            <ac:picMk id="7" creationId="{924D0E4A-6B23-CB44-3F3E-DC69645C20CF}"/>
          </ac:picMkLst>
        </pc:picChg>
      </pc:sldChg>
      <pc:sldChg chg="addSp modSp new mod">
        <pc:chgData name="Daphne Economou" userId="d065a339-36cf-4937-af08-41751becbd81" providerId="ADAL" clId="{1178D6E8-EA92-49B0-A115-AE58D47EBDD9}" dt="2022-11-07T08:17:32.190" v="6504" actId="207"/>
        <pc:sldMkLst>
          <pc:docMk/>
          <pc:sldMk cId="4157103803" sldId="762"/>
        </pc:sldMkLst>
        <pc:spChg chg="mod">
          <ac:chgData name="Daphne Economou" userId="d065a339-36cf-4937-af08-41751becbd81" providerId="ADAL" clId="{1178D6E8-EA92-49B0-A115-AE58D47EBDD9}" dt="2022-11-06T22:46:30.706" v="6331"/>
          <ac:spMkLst>
            <pc:docMk/>
            <pc:sldMk cId="4157103803" sldId="762"/>
            <ac:spMk id="2" creationId="{336734FA-85C3-5DC7-E66E-4A6E7169731E}"/>
          </ac:spMkLst>
        </pc:spChg>
        <pc:spChg chg="mod">
          <ac:chgData name="Daphne Economou" userId="d065a339-36cf-4937-af08-41751becbd81" providerId="ADAL" clId="{1178D6E8-EA92-49B0-A115-AE58D47EBDD9}" dt="2022-11-07T08:17:32.190" v="6504" actId="207"/>
          <ac:spMkLst>
            <pc:docMk/>
            <pc:sldMk cId="4157103803" sldId="762"/>
            <ac:spMk id="3" creationId="{A144CD61-C64C-66A8-B6BD-8717C88956BD}"/>
          </ac:spMkLst>
        </pc:spChg>
        <pc:spChg chg="add mod">
          <ac:chgData name="Daphne Economou" userId="d065a339-36cf-4937-af08-41751becbd81" providerId="ADAL" clId="{1178D6E8-EA92-49B0-A115-AE58D47EBDD9}" dt="2022-11-07T08:15:41.278" v="6492" actId="14100"/>
          <ac:spMkLst>
            <pc:docMk/>
            <pc:sldMk cId="4157103803" sldId="762"/>
            <ac:spMk id="8" creationId="{329D0643-93F2-7B58-7577-5FF85E41711F}"/>
          </ac:spMkLst>
        </pc:spChg>
        <pc:picChg chg="add mod">
          <ac:chgData name="Daphne Economou" userId="d065a339-36cf-4937-af08-41751becbd81" providerId="ADAL" clId="{1178D6E8-EA92-49B0-A115-AE58D47EBDD9}" dt="2022-11-07T07:58:28.437" v="6419" actId="1076"/>
          <ac:picMkLst>
            <pc:docMk/>
            <pc:sldMk cId="4157103803" sldId="762"/>
            <ac:picMk id="7" creationId="{4CBAE606-7CF1-0053-7E5B-5C5292EB2659}"/>
          </ac:picMkLst>
        </pc:picChg>
      </pc:sldChg>
      <pc:sldChg chg="addSp delSp modSp new mod">
        <pc:chgData name="Daphne Economou" userId="d065a339-36cf-4937-af08-41751becbd81" providerId="ADAL" clId="{1178D6E8-EA92-49B0-A115-AE58D47EBDD9}" dt="2022-11-07T08:22:26.054" v="6625" actId="6549"/>
        <pc:sldMkLst>
          <pc:docMk/>
          <pc:sldMk cId="1251497682" sldId="763"/>
        </pc:sldMkLst>
        <pc:spChg chg="mod">
          <ac:chgData name="Daphne Economou" userId="d065a339-36cf-4937-af08-41751becbd81" providerId="ADAL" clId="{1178D6E8-EA92-49B0-A115-AE58D47EBDD9}" dt="2022-11-06T22:46:39.003" v="6336" actId="27636"/>
          <ac:spMkLst>
            <pc:docMk/>
            <pc:sldMk cId="1251497682" sldId="763"/>
            <ac:spMk id="2" creationId="{7A538E5A-A65A-88DC-68DB-26504DA435CA}"/>
          </ac:spMkLst>
        </pc:spChg>
        <pc:spChg chg="mod">
          <ac:chgData name="Daphne Economou" userId="d065a339-36cf-4937-af08-41751becbd81" providerId="ADAL" clId="{1178D6E8-EA92-49B0-A115-AE58D47EBDD9}" dt="2022-11-07T08:22:26.054" v="6625" actId="6549"/>
          <ac:spMkLst>
            <pc:docMk/>
            <pc:sldMk cId="1251497682" sldId="763"/>
            <ac:spMk id="3" creationId="{543F94C6-952C-BCCC-E4CA-738CFF597F84}"/>
          </ac:spMkLst>
        </pc:spChg>
        <pc:spChg chg="add mod">
          <ac:chgData name="Daphne Economou" userId="d065a339-36cf-4937-af08-41751becbd81" providerId="ADAL" clId="{1178D6E8-EA92-49B0-A115-AE58D47EBDD9}" dt="2022-11-07T08:18:29.582" v="6519" actId="14100"/>
          <ac:spMkLst>
            <pc:docMk/>
            <pc:sldMk cId="1251497682" sldId="763"/>
            <ac:spMk id="8" creationId="{21C2043E-00F6-5A2E-D2EB-06D4E60939AA}"/>
          </ac:spMkLst>
        </pc:spChg>
        <pc:picChg chg="add del mod ord">
          <ac:chgData name="Daphne Economou" userId="d065a339-36cf-4937-af08-41751becbd81" providerId="ADAL" clId="{1178D6E8-EA92-49B0-A115-AE58D47EBDD9}" dt="2022-11-07T08:21:17.826" v="6612" actId="478"/>
          <ac:picMkLst>
            <pc:docMk/>
            <pc:sldMk cId="1251497682" sldId="763"/>
            <ac:picMk id="7" creationId="{90A6CF20-D404-11A3-314E-39FEDD7DB61B}"/>
          </ac:picMkLst>
        </pc:picChg>
        <pc:picChg chg="add mod">
          <ac:chgData name="Daphne Economou" userId="d065a339-36cf-4937-af08-41751becbd81" providerId="ADAL" clId="{1178D6E8-EA92-49B0-A115-AE58D47EBDD9}" dt="2022-11-07T08:21:23.989" v="6614" actId="1076"/>
          <ac:picMkLst>
            <pc:docMk/>
            <pc:sldMk cId="1251497682" sldId="763"/>
            <ac:picMk id="10" creationId="{A5772303-0A94-449F-7DC2-FFC778C4F6F8}"/>
          </ac:picMkLst>
        </pc:picChg>
      </pc:sldChg>
      <pc:sldChg chg="addSp modSp new mod">
        <pc:chgData name="Daphne Economou" userId="d065a339-36cf-4937-af08-41751becbd81" providerId="ADAL" clId="{1178D6E8-EA92-49B0-A115-AE58D47EBDD9}" dt="2022-11-07T08:37:47.712" v="6678" actId="27636"/>
        <pc:sldMkLst>
          <pc:docMk/>
          <pc:sldMk cId="3154447907" sldId="764"/>
        </pc:sldMkLst>
        <pc:spChg chg="mod">
          <ac:chgData name="Daphne Economou" userId="d065a339-36cf-4937-af08-41751becbd81" providerId="ADAL" clId="{1178D6E8-EA92-49B0-A115-AE58D47EBDD9}" dt="2022-11-06T22:46:47.307" v="6341" actId="27636"/>
          <ac:spMkLst>
            <pc:docMk/>
            <pc:sldMk cId="3154447907" sldId="764"/>
            <ac:spMk id="2" creationId="{B1AEFCA5-7721-5E0B-E287-F8514F635088}"/>
          </ac:spMkLst>
        </pc:spChg>
        <pc:spChg chg="mod">
          <ac:chgData name="Daphne Economou" userId="d065a339-36cf-4937-af08-41751becbd81" providerId="ADAL" clId="{1178D6E8-EA92-49B0-A115-AE58D47EBDD9}" dt="2022-11-07T08:37:47.712" v="6678" actId="27636"/>
          <ac:spMkLst>
            <pc:docMk/>
            <pc:sldMk cId="3154447907" sldId="764"/>
            <ac:spMk id="3" creationId="{D94D5A6E-8738-58BE-919D-55D3C7458ADC}"/>
          </ac:spMkLst>
        </pc:spChg>
        <pc:spChg chg="add mod">
          <ac:chgData name="Daphne Economou" userId="d065a339-36cf-4937-af08-41751becbd81" providerId="ADAL" clId="{1178D6E8-EA92-49B0-A115-AE58D47EBDD9}" dt="2022-11-07T08:36:42.396" v="6670" actId="14100"/>
          <ac:spMkLst>
            <pc:docMk/>
            <pc:sldMk cId="3154447907" sldId="764"/>
            <ac:spMk id="8" creationId="{F8A2D9AD-4DAF-0AED-9A10-0A0110ADE68A}"/>
          </ac:spMkLst>
        </pc:spChg>
        <pc:picChg chg="add mod ord">
          <ac:chgData name="Daphne Economou" userId="d065a339-36cf-4937-af08-41751becbd81" providerId="ADAL" clId="{1178D6E8-EA92-49B0-A115-AE58D47EBDD9}" dt="2022-11-07T08:25:14.409" v="6633" actId="167"/>
          <ac:picMkLst>
            <pc:docMk/>
            <pc:sldMk cId="3154447907" sldId="764"/>
            <ac:picMk id="7" creationId="{6E02AC3C-DB06-0CB1-CB3E-80F49B59796F}"/>
          </ac:picMkLst>
        </pc:picChg>
      </pc:sldChg>
    </pc:docChg>
  </pc:docChgLst>
  <pc:docChgLst>
    <pc:chgData name="Daphne Economou" userId="d065a339-36cf-4937-af08-41751becbd81" providerId="ADAL" clId="{B7E510B3-3542-42AA-B9D6-5D7D6CB8B562}"/>
    <pc:docChg chg="undo custSel addSld delSld modSld sldOrd modMainMaster">
      <pc:chgData name="Daphne Economou" userId="d065a339-36cf-4937-af08-41751becbd81" providerId="ADAL" clId="{B7E510B3-3542-42AA-B9D6-5D7D6CB8B562}" dt="2023-12-01T09:38:13.700" v="6158" actId="478"/>
      <pc:docMkLst>
        <pc:docMk/>
      </pc:docMkLst>
      <pc:sldChg chg="delSp modSp mod">
        <pc:chgData name="Daphne Economou" userId="d065a339-36cf-4937-af08-41751becbd81" providerId="ADAL" clId="{B7E510B3-3542-42AA-B9D6-5D7D6CB8B562}" dt="2023-11-12T19:52:51.868" v="5859" actId="478"/>
        <pc:sldMkLst>
          <pc:docMk/>
          <pc:sldMk cId="0" sldId="358"/>
        </pc:sldMkLst>
        <pc:spChg chg="del">
          <ac:chgData name="Daphne Economou" userId="d065a339-36cf-4937-af08-41751becbd81" providerId="ADAL" clId="{B7E510B3-3542-42AA-B9D6-5D7D6CB8B562}" dt="2023-11-12T19:52:51.868" v="5859" actId="478"/>
          <ac:spMkLst>
            <pc:docMk/>
            <pc:sldMk cId="0" sldId="358"/>
            <ac:spMk id="3" creationId="{D9977F8C-3D86-547D-7F7B-DAF6EA219D82}"/>
          </ac:spMkLst>
        </pc:spChg>
        <pc:spChg chg="mod">
          <ac:chgData name="Daphne Economou" userId="d065a339-36cf-4937-af08-41751becbd81" providerId="ADAL" clId="{B7E510B3-3542-42AA-B9D6-5D7D6CB8B562}" dt="2023-11-12T19:50:50.194" v="5842" actId="179"/>
          <ac:spMkLst>
            <pc:docMk/>
            <pc:sldMk cId="0" sldId="358"/>
            <ac:spMk id="223235" creationId="{00000000-0000-0000-0000-000000000000}"/>
          </ac:spMkLst>
        </pc:spChg>
      </pc:sldChg>
      <pc:sldChg chg="addSp modSp mod">
        <pc:chgData name="Daphne Economou" userId="d065a339-36cf-4937-af08-41751becbd81" providerId="ADAL" clId="{B7E510B3-3542-42AA-B9D6-5D7D6CB8B562}" dt="2023-11-12T19:44:56.676" v="5819" actId="6549"/>
        <pc:sldMkLst>
          <pc:docMk/>
          <pc:sldMk cId="1393113354" sldId="498"/>
        </pc:sldMkLst>
        <pc:spChg chg="mod">
          <ac:chgData name="Daphne Economou" userId="d065a339-36cf-4937-af08-41751becbd81" providerId="ADAL" clId="{B7E510B3-3542-42AA-B9D6-5D7D6CB8B562}" dt="2023-11-12T19:42:55.014" v="5719" actId="27636"/>
          <ac:spMkLst>
            <pc:docMk/>
            <pc:sldMk cId="1393113354" sldId="498"/>
            <ac:spMk id="3" creationId="{2C69F99F-A699-D3F6-AAD3-A9DBE9A177F1}"/>
          </ac:spMkLst>
        </pc:spChg>
        <pc:spChg chg="add mod">
          <ac:chgData name="Daphne Economou" userId="d065a339-36cf-4937-af08-41751becbd81" providerId="ADAL" clId="{B7E510B3-3542-42AA-B9D6-5D7D6CB8B562}" dt="2023-11-12T19:44:56.676" v="5819" actId="6549"/>
          <ac:spMkLst>
            <pc:docMk/>
            <pc:sldMk cId="1393113354" sldId="498"/>
            <ac:spMk id="4" creationId="{C3846FBC-6271-2AE2-D5E9-5354BA5022E1}"/>
          </ac:spMkLst>
        </pc:spChg>
      </pc:sldChg>
      <pc:sldChg chg="modSp mod">
        <pc:chgData name="Daphne Economou" userId="d065a339-36cf-4937-af08-41751becbd81" providerId="ADAL" clId="{B7E510B3-3542-42AA-B9D6-5D7D6CB8B562}" dt="2023-11-17T17:50:18.636" v="6112" actId="27636"/>
        <pc:sldMkLst>
          <pc:docMk/>
          <pc:sldMk cId="0" sldId="499"/>
        </pc:sldMkLst>
        <pc:spChg chg="mod">
          <ac:chgData name="Daphne Economou" userId="d065a339-36cf-4937-af08-41751becbd81" providerId="ADAL" clId="{B7E510B3-3542-42AA-B9D6-5D7D6CB8B562}" dt="2023-11-17T17:50:18.636" v="6112" actId="27636"/>
          <ac:spMkLst>
            <pc:docMk/>
            <pc:sldMk cId="0" sldId="499"/>
            <ac:spMk id="157699" creationId="{00000000-0000-0000-0000-000000000000}"/>
          </ac:spMkLst>
        </pc:spChg>
      </pc:sldChg>
      <pc:sldChg chg="modSp add mod">
        <pc:chgData name="Daphne Economou" userId="d065a339-36cf-4937-af08-41751becbd81" providerId="ADAL" clId="{B7E510B3-3542-42AA-B9D6-5D7D6CB8B562}" dt="2023-11-12T20:01:09.918" v="6107" actId="962"/>
        <pc:sldMkLst>
          <pc:docMk/>
          <pc:sldMk cId="3146151642" sldId="638"/>
        </pc:sldMkLst>
        <pc:picChg chg="mod">
          <ac:chgData name="Daphne Economou" userId="d065a339-36cf-4937-af08-41751becbd81" providerId="ADAL" clId="{B7E510B3-3542-42AA-B9D6-5D7D6CB8B562}" dt="2023-11-11T12:15:21.974" v="158" actId="1076"/>
          <ac:picMkLst>
            <pc:docMk/>
            <pc:sldMk cId="3146151642" sldId="638"/>
            <ac:picMk id="17" creationId="{43D410E8-135D-38CD-CE4F-03B1AA8F5B6C}"/>
          </ac:picMkLst>
        </pc:picChg>
        <pc:picChg chg="mod">
          <ac:chgData name="Daphne Economou" userId="d065a339-36cf-4937-af08-41751becbd81" providerId="ADAL" clId="{B7E510B3-3542-42AA-B9D6-5D7D6CB8B562}" dt="2023-11-12T20:01:09.918" v="6107" actId="962"/>
          <ac:picMkLst>
            <pc:docMk/>
            <pc:sldMk cId="3146151642" sldId="638"/>
            <ac:picMk id="21" creationId="{21970E99-42F8-620C-0933-AF08449BB641}"/>
          </ac:picMkLst>
        </pc:picChg>
      </pc:sldChg>
      <pc:sldChg chg="addSp delSp modSp add del mod ord setBg modClrScheme chgLayout">
        <pc:chgData name="Daphne Economou" userId="d065a339-36cf-4937-af08-41751becbd81" providerId="ADAL" clId="{B7E510B3-3542-42AA-B9D6-5D7D6CB8B562}" dt="2023-11-11T18:49:51.848" v="603" actId="47"/>
        <pc:sldMkLst>
          <pc:docMk/>
          <pc:sldMk cId="2595989643" sldId="703"/>
        </pc:sldMkLst>
        <pc:spChg chg="mod ord">
          <ac:chgData name="Daphne Economou" userId="d065a339-36cf-4937-af08-41751becbd81" providerId="ADAL" clId="{B7E510B3-3542-42AA-B9D6-5D7D6CB8B562}" dt="2023-11-11T18:41:13.363" v="544" actId="700"/>
          <ac:spMkLst>
            <pc:docMk/>
            <pc:sldMk cId="2595989643" sldId="703"/>
            <ac:spMk id="2" creationId="{75037AD0-7AF4-DF90-82A8-6C83E621DF83}"/>
          </ac:spMkLst>
        </pc:spChg>
        <pc:spChg chg="mod ord">
          <ac:chgData name="Daphne Economou" userId="d065a339-36cf-4937-af08-41751becbd81" providerId="ADAL" clId="{B7E510B3-3542-42AA-B9D6-5D7D6CB8B562}" dt="2023-11-11T18:41:13.363" v="544" actId="700"/>
          <ac:spMkLst>
            <pc:docMk/>
            <pc:sldMk cId="2595989643" sldId="703"/>
            <ac:spMk id="3" creationId="{F64009E1-EA03-20CC-30B9-8EF380D76491}"/>
          </ac:spMkLst>
        </pc:spChg>
        <pc:spChg chg="add del mod ord">
          <ac:chgData name="Daphne Economou" userId="d065a339-36cf-4937-af08-41751becbd81" providerId="ADAL" clId="{B7E510B3-3542-42AA-B9D6-5D7D6CB8B562}" dt="2023-11-11T18:41:13.363" v="544" actId="700"/>
          <ac:spMkLst>
            <pc:docMk/>
            <pc:sldMk cId="2595989643" sldId="703"/>
            <ac:spMk id="4" creationId="{9D5E056B-C425-E67F-F24B-80D89698816A}"/>
          </ac:spMkLst>
        </pc:spChg>
        <pc:spChg chg="add del mod ord">
          <ac:chgData name="Daphne Economou" userId="d065a339-36cf-4937-af08-41751becbd81" providerId="ADAL" clId="{B7E510B3-3542-42AA-B9D6-5D7D6CB8B562}" dt="2023-11-11T18:41:12.810" v="543" actId="700"/>
          <ac:spMkLst>
            <pc:docMk/>
            <pc:sldMk cId="2595989643" sldId="703"/>
            <ac:spMk id="5" creationId="{A322BC95-AD17-E35A-7D26-B2D18F9F5464}"/>
          </ac:spMkLst>
        </pc:spChg>
        <pc:spChg chg="mod ord">
          <ac:chgData name="Daphne Economou" userId="d065a339-36cf-4937-af08-41751becbd81" providerId="ADAL" clId="{B7E510B3-3542-42AA-B9D6-5D7D6CB8B562}" dt="2023-11-11T18:41:13.363" v="544" actId="700"/>
          <ac:spMkLst>
            <pc:docMk/>
            <pc:sldMk cId="2595989643" sldId="703"/>
            <ac:spMk id="7" creationId="{2C742533-EEA4-B3EB-6E5C-57B7404292F9}"/>
          </ac:spMkLst>
        </pc:spChg>
        <pc:graphicFrameChg chg="mod ord modGraphic">
          <ac:chgData name="Daphne Economou" userId="d065a339-36cf-4937-af08-41751becbd81" providerId="ADAL" clId="{B7E510B3-3542-42AA-B9D6-5D7D6CB8B562}" dt="2023-11-11T18:41:13.363" v="544" actId="700"/>
          <ac:graphicFrameMkLst>
            <pc:docMk/>
            <pc:sldMk cId="2595989643" sldId="703"/>
            <ac:graphicFrameMk id="9" creationId="{F9AD3E0D-E5E4-4B90-E57E-EC64618E9A22}"/>
          </ac:graphicFrameMkLst>
        </pc:graphicFrameChg>
      </pc:sldChg>
      <pc:sldChg chg="add">
        <pc:chgData name="Daphne Economou" userId="d065a339-36cf-4937-af08-41751becbd81" providerId="ADAL" clId="{B7E510B3-3542-42AA-B9D6-5D7D6CB8B562}" dt="2023-11-11T12:01:45.320" v="47"/>
        <pc:sldMkLst>
          <pc:docMk/>
          <pc:sldMk cId="2001595692" sldId="706"/>
        </pc:sldMkLst>
      </pc:sldChg>
      <pc:sldChg chg="modSp add mod">
        <pc:chgData name="Daphne Economou" userId="d065a339-36cf-4937-af08-41751becbd81" providerId="ADAL" clId="{B7E510B3-3542-42AA-B9D6-5D7D6CB8B562}" dt="2023-11-12T20:00:53.803" v="6065" actId="962"/>
        <pc:sldMkLst>
          <pc:docMk/>
          <pc:sldMk cId="1914240590" sldId="728"/>
        </pc:sldMkLst>
        <pc:picChg chg="mod">
          <ac:chgData name="Daphne Economou" userId="d065a339-36cf-4937-af08-41751becbd81" providerId="ADAL" clId="{B7E510B3-3542-42AA-B9D6-5D7D6CB8B562}" dt="2023-11-12T20:00:53.803" v="6065" actId="962"/>
          <ac:picMkLst>
            <pc:docMk/>
            <pc:sldMk cId="1914240590" sldId="728"/>
            <ac:picMk id="3" creationId="{A0D65585-D22C-6AF6-ED87-75B3DE93B03C}"/>
          </ac:picMkLst>
        </pc:picChg>
      </pc:sldChg>
      <pc:sldChg chg="add">
        <pc:chgData name="Daphne Economou" userId="d065a339-36cf-4937-af08-41751becbd81" providerId="ADAL" clId="{B7E510B3-3542-42AA-B9D6-5D7D6CB8B562}" dt="2023-11-11T12:01:45.320" v="47"/>
        <pc:sldMkLst>
          <pc:docMk/>
          <pc:sldMk cId="389116885" sldId="731"/>
        </pc:sldMkLst>
      </pc:sldChg>
      <pc:sldChg chg="add">
        <pc:chgData name="Daphne Economou" userId="d065a339-36cf-4937-af08-41751becbd81" providerId="ADAL" clId="{B7E510B3-3542-42AA-B9D6-5D7D6CB8B562}" dt="2023-11-11T12:01:45.320" v="47"/>
        <pc:sldMkLst>
          <pc:docMk/>
          <pc:sldMk cId="293861980" sldId="732"/>
        </pc:sldMkLst>
      </pc:sldChg>
      <pc:sldChg chg="add">
        <pc:chgData name="Daphne Economou" userId="d065a339-36cf-4937-af08-41751becbd81" providerId="ADAL" clId="{B7E510B3-3542-42AA-B9D6-5D7D6CB8B562}" dt="2023-11-11T12:01:45.320" v="47"/>
        <pc:sldMkLst>
          <pc:docMk/>
          <pc:sldMk cId="2671251983" sldId="747"/>
        </pc:sldMkLst>
      </pc:sldChg>
      <pc:sldChg chg="add del">
        <pc:chgData name="Daphne Economou" userId="d065a339-36cf-4937-af08-41751becbd81" providerId="ADAL" clId="{B7E510B3-3542-42AA-B9D6-5D7D6CB8B562}" dt="2023-11-11T18:58:15.604" v="639" actId="47"/>
        <pc:sldMkLst>
          <pc:docMk/>
          <pc:sldMk cId="423206798" sldId="748"/>
        </pc:sldMkLst>
      </pc:sldChg>
      <pc:sldChg chg="add">
        <pc:chgData name="Daphne Economou" userId="d065a339-36cf-4937-af08-41751becbd81" providerId="ADAL" clId="{B7E510B3-3542-42AA-B9D6-5D7D6CB8B562}" dt="2023-11-11T12:01:45.320" v="47"/>
        <pc:sldMkLst>
          <pc:docMk/>
          <pc:sldMk cId="2984855881" sldId="749"/>
        </pc:sldMkLst>
      </pc:sldChg>
      <pc:sldChg chg="addSp modSp add mod">
        <pc:chgData name="Daphne Economou" userId="d065a339-36cf-4937-af08-41751becbd81" providerId="ADAL" clId="{B7E510B3-3542-42AA-B9D6-5D7D6CB8B562}" dt="2023-11-12T20:00:49.591" v="6064" actId="962"/>
        <pc:sldMkLst>
          <pc:docMk/>
          <pc:sldMk cId="2284973423" sldId="752"/>
        </pc:sldMkLst>
        <pc:spChg chg="add mod">
          <ac:chgData name="Daphne Economou" userId="d065a339-36cf-4937-af08-41751becbd81" providerId="ADAL" clId="{B7E510B3-3542-42AA-B9D6-5D7D6CB8B562}" dt="2023-11-11T18:58:04.310" v="635" actId="1076"/>
          <ac:spMkLst>
            <pc:docMk/>
            <pc:sldMk cId="2284973423" sldId="752"/>
            <ac:spMk id="4" creationId="{4A81F4D3-D409-23CA-9360-F87A8EA39E1C}"/>
          </ac:spMkLst>
        </pc:spChg>
        <pc:grpChg chg="mod">
          <ac:chgData name="Daphne Economou" userId="d065a339-36cf-4937-af08-41751becbd81" providerId="ADAL" clId="{B7E510B3-3542-42AA-B9D6-5D7D6CB8B562}" dt="2023-11-11T18:58:13.078" v="638"/>
          <ac:grpSpMkLst>
            <pc:docMk/>
            <pc:sldMk cId="2284973423" sldId="752"/>
            <ac:grpSpMk id="10" creationId="{60803DAA-4B16-8253-6BB9-5E2F01A99D5E}"/>
          </ac:grpSpMkLst>
        </pc:grpChg>
        <pc:picChg chg="mod">
          <ac:chgData name="Daphne Economou" userId="d065a339-36cf-4937-af08-41751becbd81" providerId="ADAL" clId="{B7E510B3-3542-42AA-B9D6-5D7D6CB8B562}" dt="2023-11-12T20:00:49.591" v="6064" actId="962"/>
          <ac:picMkLst>
            <pc:docMk/>
            <pc:sldMk cId="2284973423" sldId="752"/>
            <ac:picMk id="6" creationId="{9728D5B1-7984-2980-D415-5151B48F0AD5}"/>
          </ac:picMkLst>
        </pc:picChg>
        <pc:inkChg chg="add mod">
          <ac:chgData name="Daphne Economou" userId="d065a339-36cf-4937-af08-41751becbd81" providerId="ADAL" clId="{B7E510B3-3542-42AA-B9D6-5D7D6CB8B562}" dt="2023-11-11T18:58:13.078" v="638"/>
          <ac:inkMkLst>
            <pc:docMk/>
            <pc:sldMk cId="2284973423" sldId="752"/>
            <ac:inkMk id="5" creationId="{CA8DD0C9-4B13-44BD-8D61-7FC3915C149A}"/>
          </ac:inkMkLst>
        </pc:inkChg>
        <pc:inkChg chg="add mod">
          <ac:chgData name="Daphne Economou" userId="d065a339-36cf-4937-af08-41751becbd81" providerId="ADAL" clId="{B7E510B3-3542-42AA-B9D6-5D7D6CB8B562}" dt="2023-11-11T18:58:13.078" v="638"/>
          <ac:inkMkLst>
            <pc:docMk/>
            <pc:sldMk cId="2284973423" sldId="752"/>
            <ac:inkMk id="9" creationId="{6314240F-4BD6-6D98-CFCA-5F502E9E0407}"/>
          </ac:inkMkLst>
        </pc:inkChg>
      </pc:sldChg>
      <pc:sldChg chg="modSp add mod modNotesTx">
        <pc:chgData name="Daphne Economou" userId="d065a339-36cf-4937-af08-41751becbd81" providerId="ADAL" clId="{B7E510B3-3542-42AA-B9D6-5D7D6CB8B562}" dt="2023-11-11T19:11:45.425" v="647" actId="207"/>
        <pc:sldMkLst>
          <pc:docMk/>
          <pc:sldMk cId="1556593594" sldId="753"/>
        </pc:sldMkLst>
        <pc:spChg chg="mod">
          <ac:chgData name="Daphne Economou" userId="d065a339-36cf-4937-af08-41751becbd81" providerId="ADAL" clId="{B7E510B3-3542-42AA-B9D6-5D7D6CB8B562}" dt="2023-11-11T19:11:45.425" v="647" actId="207"/>
          <ac:spMkLst>
            <pc:docMk/>
            <pc:sldMk cId="1556593594" sldId="753"/>
            <ac:spMk id="3" creationId="{BC5C6374-FE78-D549-40C5-649BDB7F7D45}"/>
          </ac:spMkLst>
        </pc:spChg>
      </pc:sldChg>
      <pc:sldChg chg="modSp add mod">
        <pc:chgData name="Daphne Economou" userId="d065a339-36cf-4937-af08-41751becbd81" providerId="ADAL" clId="{B7E510B3-3542-42AA-B9D6-5D7D6CB8B562}" dt="2023-11-11T18:26:33.845" v="405" actId="113"/>
        <pc:sldMkLst>
          <pc:docMk/>
          <pc:sldMk cId="1042472923" sldId="754"/>
        </pc:sldMkLst>
        <pc:spChg chg="mod">
          <ac:chgData name="Daphne Economou" userId="d065a339-36cf-4937-af08-41751becbd81" providerId="ADAL" clId="{B7E510B3-3542-42AA-B9D6-5D7D6CB8B562}" dt="2023-11-11T18:26:33.845" v="405" actId="113"/>
          <ac:spMkLst>
            <pc:docMk/>
            <pc:sldMk cId="1042472923" sldId="754"/>
            <ac:spMk id="3" creationId="{BC5C6374-FE78-D549-40C5-649BDB7F7D45}"/>
          </ac:spMkLst>
        </pc:spChg>
      </pc:sldChg>
      <pc:sldChg chg="modSp add mod modNotesTx">
        <pc:chgData name="Daphne Economou" userId="d065a339-36cf-4937-af08-41751becbd81" providerId="ADAL" clId="{B7E510B3-3542-42AA-B9D6-5D7D6CB8B562}" dt="2023-11-12T12:56:12.668" v="3607" actId="27636"/>
        <pc:sldMkLst>
          <pc:docMk/>
          <pc:sldMk cId="720969330" sldId="755"/>
        </pc:sldMkLst>
        <pc:spChg chg="mod">
          <ac:chgData name="Daphne Economou" userId="d065a339-36cf-4937-af08-41751becbd81" providerId="ADAL" clId="{B7E510B3-3542-42AA-B9D6-5D7D6CB8B562}" dt="2023-11-12T12:56:12.668" v="3607" actId="27636"/>
          <ac:spMkLst>
            <pc:docMk/>
            <pc:sldMk cId="720969330" sldId="755"/>
            <ac:spMk id="3" creationId="{691CC5AC-F9F5-F6BB-950B-687795A17FEC}"/>
          </ac:spMkLst>
        </pc:spChg>
      </pc:sldChg>
      <pc:sldChg chg="modSp add mod">
        <pc:chgData name="Daphne Economou" userId="d065a339-36cf-4937-af08-41751becbd81" providerId="ADAL" clId="{B7E510B3-3542-42AA-B9D6-5D7D6CB8B562}" dt="2023-11-11T19:13:54.103" v="649" actId="113"/>
        <pc:sldMkLst>
          <pc:docMk/>
          <pc:sldMk cId="2978921401" sldId="756"/>
        </pc:sldMkLst>
        <pc:spChg chg="mod">
          <ac:chgData name="Daphne Economou" userId="d065a339-36cf-4937-af08-41751becbd81" providerId="ADAL" clId="{B7E510B3-3542-42AA-B9D6-5D7D6CB8B562}" dt="2023-11-11T19:13:54.103" v="649" actId="113"/>
          <ac:spMkLst>
            <pc:docMk/>
            <pc:sldMk cId="2978921401" sldId="756"/>
            <ac:spMk id="3" creationId="{691CC5AC-F9F5-F6BB-950B-687795A17FEC}"/>
          </ac:spMkLst>
        </pc:spChg>
      </pc:sldChg>
      <pc:sldChg chg="add">
        <pc:chgData name="Daphne Economou" userId="d065a339-36cf-4937-af08-41751becbd81" providerId="ADAL" clId="{B7E510B3-3542-42AA-B9D6-5D7D6CB8B562}" dt="2023-11-11T12:01:45.320" v="47"/>
        <pc:sldMkLst>
          <pc:docMk/>
          <pc:sldMk cId="937485832" sldId="757"/>
        </pc:sldMkLst>
      </pc:sldChg>
      <pc:sldChg chg="add">
        <pc:chgData name="Daphne Economou" userId="d065a339-36cf-4937-af08-41751becbd81" providerId="ADAL" clId="{B7E510B3-3542-42AA-B9D6-5D7D6CB8B562}" dt="2023-11-11T12:02:22.235" v="48"/>
        <pc:sldMkLst>
          <pc:docMk/>
          <pc:sldMk cId="1519969412" sldId="765"/>
        </pc:sldMkLst>
      </pc:sldChg>
      <pc:sldChg chg="modSp add mod">
        <pc:chgData name="Daphne Economou" userId="d065a339-36cf-4937-af08-41751becbd81" providerId="ADAL" clId="{B7E510B3-3542-42AA-B9D6-5D7D6CB8B562}" dt="2023-11-11T12:26:55.562" v="224" actId="207"/>
        <pc:sldMkLst>
          <pc:docMk/>
          <pc:sldMk cId="79546177" sldId="766"/>
        </pc:sldMkLst>
        <pc:spChg chg="mod">
          <ac:chgData name="Daphne Economou" userId="d065a339-36cf-4937-af08-41751becbd81" providerId="ADAL" clId="{B7E510B3-3542-42AA-B9D6-5D7D6CB8B562}" dt="2023-11-11T12:26:55.562" v="224" actId="207"/>
          <ac:spMkLst>
            <pc:docMk/>
            <pc:sldMk cId="79546177" sldId="766"/>
            <ac:spMk id="8" creationId="{B75F5062-52D1-FF23-0A71-02CA9C41F40A}"/>
          </ac:spMkLst>
        </pc:spChg>
      </pc:sldChg>
      <pc:sldChg chg="addSp modSp add mod ord modAnim modNotesTx">
        <pc:chgData name="Daphne Economou" userId="d065a339-36cf-4937-af08-41751becbd81" providerId="ADAL" clId="{B7E510B3-3542-42AA-B9D6-5D7D6CB8B562}" dt="2023-11-11T12:43:04.905" v="360" actId="1076"/>
        <pc:sldMkLst>
          <pc:docMk/>
          <pc:sldMk cId="364108417" sldId="767"/>
        </pc:sldMkLst>
        <pc:spChg chg="mod">
          <ac:chgData name="Daphne Economou" userId="d065a339-36cf-4937-af08-41751becbd81" providerId="ADAL" clId="{B7E510B3-3542-42AA-B9D6-5D7D6CB8B562}" dt="2023-11-11T12:31:50.160" v="239" actId="27636"/>
          <ac:spMkLst>
            <pc:docMk/>
            <pc:sldMk cId="364108417" sldId="767"/>
            <ac:spMk id="3" creationId="{DE39F746-2FF1-3DE1-58A4-6F1799388B8F}"/>
          </ac:spMkLst>
        </pc:spChg>
        <pc:spChg chg="add mod">
          <ac:chgData name="Daphne Economou" userId="d065a339-36cf-4937-af08-41751becbd81" providerId="ADAL" clId="{B7E510B3-3542-42AA-B9D6-5D7D6CB8B562}" dt="2023-11-11T12:43:00.404" v="359" actId="1076"/>
          <ac:spMkLst>
            <pc:docMk/>
            <pc:sldMk cId="364108417" sldId="767"/>
            <ac:spMk id="4" creationId="{9C92979B-2969-C1CF-569A-9E019E006889}"/>
          </ac:spMkLst>
        </pc:spChg>
        <pc:spChg chg="add mod">
          <ac:chgData name="Daphne Economou" userId="d065a339-36cf-4937-af08-41751becbd81" providerId="ADAL" clId="{B7E510B3-3542-42AA-B9D6-5D7D6CB8B562}" dt="2023-11-11T12:42:55.446" v="358" actId="1076"/>
          <ac:spMkLst>
            <pc:docMk/>
            <pc:sldMk cId="364108417" sldId="767"/>
            <ac:spMk id="5" creationId="{8300C832-E5C7-F884-4806-B141CC80E8FF}"/>
          </ac:spMkLst>
        </pc:spChg>
        <pc:spChg chg="add mod">
          <ac:chgData name="Daphne Economou" userId="d065a339-36cf-4937-af08-41751becbd81" providerId="ADAL" clId="{B7E510B3-3542-42AA-B9D6-5D7D6CB8B562}" dt="2023-11-11T12:43:04.905" v="360" actId="1076"/>
          <ac:spMkLst>
            <pc:docMk/>
            <pc:sldMk cId="364108417" sldId="767"/>
            <ac:spMk id="8" creationId="{38CC6DAF-2153-C9AA-5486-27D6F198991C}"/>
          </ac:spMkLst>
        </pc:spChg>
      </pc:sldChg>
      <pc:sldChg chg="addSp modSp add mod">
        <pc:chgData name="Daphne Economou" userId="d065a339-36cf-4937-af08-41751becbd81" providerId="ADAL" clId="{B7E510B3-3542-42AA-B9D6-5D7D6CB8B562}" dt="2023-11-11T12:27:05.376" v="227" actId="113"/>
        <pc:sldMkLst>
          <pc:docMk/>
          <pc:sldMk cId="2427372555" sldId="768"/>
        </pc:sldMkLst>
        <pc:spChg chg="mod">
          <ac:chgData name="Daphne Economou" userId="d065a339-36cf-4937-af08-41751becbd81" providerId="ADAL" clId="{B7E510B3-3542-42AA-B9D6-5D7D6CB8B562}" dt="2023-11-11T12:27:05.376" v="227" actId="113"/>
          <ac:spMkLst>
            <pc:docMk/>
            <pc:sldMk cId="2427372555" sldId="768"/>
            <ac:spMk id="3" creationId="{015FE568-5B8B-D42B-6A7F-E4C161F346E8}"/>
          </ac:spMkLst>
        </pc:spChg>
        <pc:graphicFrameChg chg="add mod modGraphic">
          <ac:chgData name="Daphne Economou" userId="d065a339-36cf-4937-af08-41751becbd81" providerId="ADAL" clId="{B7E510B3-3542-42AA-B9D6-5D7D6CB8B562}" dt="2023-11-11T12:12:10.111" v="137" actId="20577"/>
          <ac:graphicFrameMkLst>
            <pc:docMk/>
            <pc:sldMk cId="2427372555" sldId="768"/>
            <ac:graphicFrameMk id="4" creationId="{14204856-77FF-4E16-3339-B260570869FC}"/>
          </ac:graphicFrameMkLst>
        </pc:graphicFrameChg>
      </pc:sldChg>
      <pc:sldChg chg="modSp mod">
        <pc:chgData name="Daphne Economou" userId="d065a339-36cf-4937-af08-41751becbd81" providerId="ADAL" clId="{B7E510B3-3542-42AA-B9D6-5D7D6CB8B562}" dt="2023-11-11T18:48:25.199" v="587" actId="5793"/>
        <pc:sldMkLst>
          <pc:docMk/>
          <pc:sldMk cId="1471520964" sldId="769"/>
        </pc:sldMkLst>
        <pc:spChg chg="mod">
          <ac:chgData name="Daphne Economou" userId="d065a339-36cf-4937-af08-41751becbd81" providerId="ADAL" clId="{B7E510B3-3542-42AA-B9D6-5D7D6CB8B562}" dt="2023-11-11T18:48:25.199" v="587" actId="5793"/>
          <ac:spMkLst>
            <pc:docMk/>
            <pc:sldMk cId="1471520964" sldId="769"/>
            <ac:spMk id="3" creationId="{94C5461E-F751-60C4-CA3A-A5845CE935E4}"/>
          </ac:spMkLst>
        </pc:spChg>
      </pc:sldChg>
      <pc:sldChg chg="addSp modSp mod">
        <pc:chgData name="Daphne Economou" userId="d065a339-36cf-4937-af08-41751becbd81" providerId="ADAL" clId="{B7E510B3-3542-42AA-B9D6-5D7D6CB8B562}" dt="2023-11-11T18:48:47.181" v="598" actId="1076"/>
        <pc:sldMkLst>
          <pc:docMk/>
          <pc:sldMk cId="803048522" sldId="770"/>
        </pc:sldMkLst>
        <pc:spChg chg="add mod">
          <ac:chgData name="Daphne Economou" userId="d065a339-36cf-4937-af08-41751becbd81" providerId="ADAL" clId="{B7E510B3-3542-42AA-B9D6-5D7D6CB8B562}" dt="2023-11-11T18:48:47.181" v="598" actId="1076"/>
          <ac:spMkLst>
            <pc:docMk/>
            <pc:sldMk cId="803048522" sldId="770"/>
            <ac:spMk id="9" creationId="{1840FAF8-786E-5C15-DCFE-1FA9B8BC39A7}"/>
          </ac:spMkLst>
        </pc:spChg>
      </pc:sldChg>
      <pc:sldChg chg="addSp modSp mod">
        <pc:chgData name="Daphne Economou" userId="d065a339-36cf-4937-af08-41751becbd81" providerId="ADAL" clId="{B7E510B3-3542-42AA-B9D6-5D7D6CB8B562}" dt="2023-11-11T18:49:00.162" v="600" actId="1076"/>
        <pc:sldMkLst>
          <pc:docMk/>
          <pc:sldMk cId="1237955685" sldId="771"/>
        </pc:sldMkLst>
        <pc:spChg chg="add mod">
          <ac:chgData name="Daphne Economou" userId="d065a339-36cf-4937-af08-41751becbd81" providerId="ADAL" clId="{B7E510B3-3542-42AA-B9D6-5D7D6CB8B562}" dt="2023-11-11T18:49:00.162" v="600" actId="1076"/>
          <ac:spMkLst>
            <pc:docMk/>
            <pc:sldMk cId="1237955685" sldId="771"/>
            <ac:spMk id="10" creationId="{F0584990-92C8-363C-517B-57D3499B1B66}"/>
          </ac:spMkLst>
        </pc:spChg>
      </pc:sldChg>
      <pc:sldChg chg="modSp mod">
        <pc:chgData name="Daphne Economou" userId="d065a339-36cf-4937-af08-41751becbd81" providerId="ADAL" clId="{B7E510B3-3542-42AA-B9D6-5D7D6CB8B562}" dt="2023-11-12T19:59:15.144" v="6023" actId="962"/>
        <pc:sldMkLst>
          <pc:docMk/>
          <pc:sldMk cId="683266113" sldId="773"/>
        </pc:sldMkLst>
        <pc:picChg chg="mod">
          <ac:chgData name="Daphne Economou" userId="d065a339-36cf-4937-af08-41751becbd81" providerId="ADAL" clId="{B7E510B3-3542-42AA-B9D6-5D7D6CB8B562}" dt="2023-11-12T19:59:15.144" v="6023" actId="962"/>
          <ac:picMkLst>
            <pc:docMk/>
            <pc:sldMk cId="683266113" sldId="773"/>
            <ac:picMk id="7" creationId="{786D385D-4A25-0D09-5CF3-992B618D24D8}"/>
          </ac:picMkLst>
        </pc:picChg>
      </pc:sldChg>
      <pc:sldChg chg="modSp mod">
        <pc:chgData name="Daphne Economou" userId="d065a339-36cf-4937-af08-41751becbd81" providerId="ADAL" clId="{B7E510B3-3542-42AA-B9D6-5D7D6CB8B562}" dt="2023-11-11T19:17:35.120" v="655" actId="113"/>
        <pc:sldMkLst>
          <pc:docMk/>
          <pc:sldMk cId="3586037334" sldId="782"/>
        </pc:sldMkLst>
        <pc:spChg chg="mod">
          <ac:chgData name="Daphne Economou" userId="d065a339-36cf-4937-af08-41751becbd81" providerId="ADAL" clId="{B7E510B3-3542-42AA-B9D6-5D7D6CB8B562}" dt="2023-11-11T19:17:35.120" v="655" actId="113"/>
          <ac:spMkLst>
            <pc:docMk/>
            <pc:sldMk cId="3586037334" sldId="782"/>
            <ac:spMk id="8" creationId="{C4BE55E1-35A7-0BC0-E920-808D7D97D173}"/>
          </ac:spMkLst>
        </pc:spChg>
      </pc:sldChg>
      <pc:sldChg chg="modSp modAnim">
        <pc:chgData name="Daphne Economou" userId="d065a339-36cf-4937-af08-41751becbd81" providerId="ADAL" clId="{B7E510B3-3542-42AA-B9D6-5D7D6CB8B562}" dt="2023-11-12T18:33:04.285" v="5377" actId="20577"/>
        <pc:sldMkLst>
          <pc:docMk/>
          <pc:sldMk cId="1956307733" sldId="786"/>
        </pc:sldMkLst>
        <pc:spChg chg="mod">
          <ac:chgData name="Daphne Economou" userId="d065a339-36cf-4937-af08-41751becbd81" providerId="ADAL" clId="{B7E510B3-3542-42AA-B9D6-5D7D6CB8B562}" dt="2023-11-12T18:33:02.517" v="5376" actId="20577"/>
          <ac:spMkLst>
            <pc:docMk/>
            <pc:sldMk cId="1956307733" sldId="786"/>
            <ac:spMk id="3" creationId="{11F7E884-41DF-5256-0894-9A3491A348BC}"/>
          </ac:spMkLst>
        </pc:spChg>
      </pc:sldChg>
      <pc:sldChg chg="delSp modSp mod">
        <pc:chgData name="Daphne Economou" userId="d065a339-36cf-4937-af08-41751becbd81" providerId="ADAL" clId="{B7E510B3-3542-42AA-B9D6-5D7D6CB8B562}" dt="2023-11-12T19:53:45.491" v="5863" actId="478"/>
        <pc:sldMkLst>
          <pc:docMk/>
          <pc:sldMk cId="344236507" sldId="788"/>
        </pc:sldMkLst>
        <pc:spChg chg="del">
          <ac:chgData name="Daphne Economou" userId="d065a339-36cf-4937-af08-41751becbd81" providerId="ADAL" clId="{B7E510B3-3542-42AA-B9D6-5D7D6CB8B562}" dt="2023-11-12T19:53:45.491" v="5863" actId="478"/>
          <ac:spMkLst>
            <pc:docMk/>
            <pc:sldMk cId="344236507" sldId="788"/>
            <ac:spMk id="3" creationId="{B37E0487-EB10-60B8-3F0A-40D39B1803FA}"/>
          </ac:spMkLst>
        </pc:spChg>
        <pc:spChg chg="del">
          <ac:chgData name="Daphne Economou" userId="d065a339-36cf-4937-af08-41751becbd81" providerId="ADAL" clId="{B7E510B3-3542-42AA-B9D6-5D7D6CB8B562}" dt="2023-11-12T02:01:25.456" v="3083" actId="478"/>
          <ac:spMkLst>
            <pc:docMk/>
            <pc:sldMk cId="344236507" sldId="788"/>
            <ac:spMk id="7" creationId="{28862C6D-2096-AFEC-EB6A-959B2334EBBB}"/>
          </ac:spMkLst>
        </pc:spChg>
        <pc:graphicFrameChg chg="mod">
          <ac:chgData name="Daphne Economou" userId="d065a339-36cf-4937-af08-41751becbd81" providerId="ADAL" clId="{B7E510B3-3542-42AA-B9D6-5D7D6CB8B562}" dt="2023-11-12T01:58:45.213" v="3079" actId="1076"/>
          <ac:graphicFrameMkLst>
            <pc:docMk/>
            <pc:sldMk cId="344236507" sldId="788"/>
            <ac:graphicFrameMk id="10" creationId="{10A786FF-7589-C329-96B0-073943FD01C2}"/>
          </ac:graphicFrameMkLst>
        </pc:graphicFrameChg>
      </pc:sldChg>
      <pc:sldChg chg="addSp modSp del mod">
        <pc:chgData name="Daphne Economou" userId="d065a339-36cf-4937-af08-41751becbd81" providerId="ADAL" clId="{B7E510B3-3542-42AA-B9D6-5D7D6CB8B562}" dt="2023-11-12T19:24:35.057" v="5707" actId="47"/>
        <pc:sldMkLst>
          <pc:docMk/>
          <pc:sldMk cId="1036457150" sldId="789"/>
        </pc:sldMkLst>
        <pc:spChg chg="mod">
          <ac:chgData name="Daphne Economou" userId="d065a339-36cf-4937-af08-41751becbd81" providerId="ADAL" clId="{B7E510B3-3542-42AA-B9D6-5D7D6CB8B562}" dt="2023-11-12T19:24:28.527" v="5706" actId="12"/>
          <ac:spMkLst>
            <pc:docMk/>
            <pc:sldMk cId="1036457150" sldId="789"/>
            <ac:spMk id="3" creationId="{3074302A-0F08-522D-A139-2E297E8E965D}"/>
          </ac:spMkLst>
        </pc:spChg>
        <pc:picChg chg="add mod">
          <ac:chgData name="Daphne Economou" userId="d065a339-36cf-4937-af08-41751becbd81" providerId="ADAL" clId="{B7E510B3-3542-42AA-B9D6-5D7D6CB8B562}" dt="2023-11-12T19:23:47.315" v="5701" actId="1076"/>
          <ac:picMkLst>
            <pc:docMk/>
            <pc:sldMk cId="1036457150" sldId="789"/>
            <ac:picMk id="5" creationId="{47D42D52-D132-A918-111D-3A8D9C61091B}"/>
          </ac:picMkLst>
        </pc:picChg>
      </pc:sldChg>
      <pc:sldChg chg="modSp mod">
        <pc:chgData name="Daphne Economou" userId="d065a339-36cf-4937-af08-41751becbd81" providerId="ADAL" clId="{B7E510B3-3542-42AA-B9D6-5D7D6CB8B562}" dt="2023-11-12T18:56:39.068" v="5680" actId="27636"/>
        <pc:sldMkLst>
          <pc:docMk/>
          <pc:sldMk cId="2273154039" sldId="790"/>
        </pc:sldMkLst>
        <pc:spChg chg="mod">
          <ac:chgData name="Daphne Economou" userId="d065a339-36cf-4937-af08-41751becbd81" providerId="ADAL" clId="{B7E510B3-3542-42AA-B9D6-5D7D6CB8B562}" dt="2023-11-12T18:56:39.068" v="5680" actId="27636"/>
          <ac:spMkLst>
            <pc:docMk/>
            <pc:sldMk cId="2273154039" sldId="790"/>
            <ac:spMk id="3" creationId="{FCF8641A-579C-B3FA-F637-F09F64D20528}"/>
          </ac:spMkLst>
        </pc:spChg>
      </pc:sldChg>
      <pc:sldChg chg="modSp mod">
        <pc:chgData name="Daphne Economou" userId="d065a339-36cf-4937-af08-41751becbd81" providerId="ADAL" clId="{B7E510B3-3542-42AA-B9D6-5D7D6CB8B562}" dt="2023-11-12T19:58:00.753" v="5931" actId="962"/>
        <pc:sldMkLst>
          <pc:docMk/>
          <pc:sldMk cId="2995728383" sldId="792"/>
        </pc:sldMkLst>
        <pc:picChg chg="mod">
          <ac:chgData name="Daphne Economou" userId="d065a339-36cf-4937-af08-41751becbd81" providerId="ADAL" clId="{B7E510B3-3542-42AA-B9D6-5D7D6CB8B562}" dt="2023-11-12T19:58:00.753" v="5931" actId="962"/>
          <ac:picMkLst>
            <pc:docMk/>
            <pc:sldMk cId="2995728383" sldId="792"/>
            <ac:picMk id="8" creationId="{F7F6A9EE-6CF9-6D46-3436-BC6AF335B874}"/>
          </ac:picMkLst>
        </pc:picChg>
        <pc:picChg chg="mod">
          <ac:chgData name="Daphne Economou" userId="d065a339-36cf-4937-af08-41751becbd81" providerId="ADAL" clId="{B7E510B3-3542-42AA-B9D6-5D7D6CB8B562}" dt="2023-11-12T19:57:59.260" v="5929" actId="962"/>
          <ac:picMkLst>
            <pc:docMk/>
            <pc:sldMk cId="2995728383" sldId="792"/>
            <ac:picMk id="11" creationId="{FAE066FF-59F5-6088-B928-F28D5F74C5E4}"/>
          </ac:picMkLst>
        </pc:picChg>
        <pc:picChg chg="mod">
          <ac:chgData name="Daphne Economou" userId="d065a339-36cf-4937-af08-41751becbd81" providerId="ADAL" clId="{B7E510B3-3542-42AA-B9D6-5D7D6CB8B562}" dt="2023-11-12T19:57:56.921" v="5927" actId="962"/>
          <ac:picMkLst>
            <pc:docMk/>
            <pc:sldMk cId="2995728383" sldId="792"/>
            <ac:picMk id="13" creationId="{236541B7-4FCA-670D-1D39-A6CDCDCD1796}"/>
          </ac:picMkLst>
        </pc:picChg>
      </pc:sldChg>
      <pc:sldChg chg="delSp modSp mod">
        <pc:chgData name="Daphne Economou" userId="d065a339-36cf-4937-af08-41751becbd81" providerId="ADAL" clId="{B7E510B3-3542-42AA-B9D6-5D7D6CB8B562}" dt="2023-11-12T19:58:14.351" v="5965" actId="962"/>
        <pc:sldMkLst>
          <pc:docMk/>
          <pc:sldMk cId="566709019" sldId="794"/>
        </pc:sldMkLst>
        <pc:spChg chg="del">
          <ac:chgData name="Daphne Economou" userId="d065a339-36cf-4937-af08-41751becbd81" providerId="ADAL" clId="{B7E510B3-3542-42AA-B9D6-5D7D6CB8B562}" dt="2023-11-12T19:53:54.452" v="5865" actId="478"/>
          <ac:spMkLst>
            <pc:docMk/>
            <pc:sldMk cId="566709019" sldId="794"/>
            <ac:spMk id="4" creationId="{58443677-E86F-C9D1-3140-9CE0B61316D9}"/>
          </ac:spMkLst>
        </pc:spChg>
        <pc:spChg chg="del">
          <ac:chgData name="Daphne Economou" userId="d065a339-36cf-4937-af08-41751becbd81" providerId="ADAL" clId="{B7E510B3-3542-42AA-B9D6-5D7D6CB8B562}" dt="2023-11-12T02:01:14.178" v="3081" actId="478"/>
          <ac:spMkLst>
            <pc:docMk/>
            <pc:sldMk cId="566709019" sldId="794"/>
            <ac:spMk id="5" creationId="{3ECB8FA6-D835-7F1A-D7B8-88451857BC91}"/>
          </ac:spMkLst>
        </pc:spChg>
        <pc:spChg chg="del">
          <ac:chgData name="Daphne Economou" userId="d065a339-36cf-4937-af08-41751becbd81" providerId="ADAL" clId="{B7E510B3-3542-42AA-B9D6-5D7D6CB8B562}" dt="2023-11-12T02:09:48.492" v="3230" actId="478"/>
          <ac:spMkLst>
            <pc:docMk/>
            <pc:sldMk cId="566709019" sldId="794"/>
            <ac:spMk id="10" creationId="{0F816F2A-C6EA-DFDD-4669-6ABA5D292720}"/>
          </ac:spMkLst>
        </pc:spChg>
        <pc:picChg chg="mod">
          <ac:chgData name="Daphne Economou" userId="d065a339-36cf-4937-af08-41751becbd81" providerId="ADAL" clId="{B7E510B3-3542-42AA-B9D6-5D7D6CB8B562}" dt="2023-11-12T19:58:14.351" v="5965" actId="962"/>
          <ac:picMkLst>
            <pc:docMk/>
            <pc:sldMk cId="566709019" sldId="794"/>
            <ac:picMk id="6146" creationId="{97165D03-F4CA-BE1A-087D-1293C23D28FD}"/>
          </ac:picMkLst>
        </pc:picChg>
      </pc:sldChg>
      <pc:sldChg chg="delSp modSp mod">
        <pc:chgData name="Daphne Economou" userId="d065a339-36cf-4937-af08-41751becbd81" providerId="ADAL" clId="{B7E510B3-3542-42AA-B9D6-5D7D6CB8B562}" dt="2023-11-12T19:58:22.652" v="5971" actId="962"/>
        <pc:sldMkLst>
          <pc:docMk/>
          <pc:sldMk cId="3449679418" sldId="795"/>
        </pc:sldMkLst>
        <pc:spChg chg="del">
          <ac:chgData name="Daphne Economou" userId="d065a339-36cf-4937-af08-41751becbd81" providerId="ADAL" clId="{B7E510B3-3542-42AA-B9D6-5D7D6CB8B562}" dt="2023-11-12T19:53:51.529" v="5864" actId="478"/>
          <ac:spMkLst>
            <pc:docMk/>
            <pc:sldMk cId="3449679418" sldId="795"/>
            <ac:spMk id="4" creationId="{DD69FC83-AB43-A820-C5D6-4257165B0CF9}"/>
          </ac:spMkLst>
        </pc:spChg>
        <pc:spChg chg="del">
          <ac:chgData name="Daphne Economou" userId="d065a339-36cf-4937-af08-41751becbd81" providerId="ADAL" clId="{B7E510B3-3542-42AA-B9D6-5D7D6CB8B562}" dt="2023-11-12T02:01:19.273" v="3082" actId="478"/>
          <ac:spMkLst>
            <pc:docMk/>
            <pc:sldMk cId="3449679418" sldId="795"/>
            <ac:spMk id="5" creationId="{A72E89B3-DC2B-05DA-A861-BFDE9031D424}"/>
          </ac:spMkLst>
        </pc:spChg>
        <pc:spChg chg="del">
          <ac:chgData name="Daphne Economou" userId="d065a339-36cf-4937-af08-41751becbd81" providerId="ADAL" clId="{B7E510B3-3542-42AA-B9D6-5D7D6CB8B562}" dt="2023-11-12T02:09:54.598" v="3231" actId="478"/>
          <ac:spMkLst>
            <pc:docMk/>
            <pc:sldMk cId="3449679418" sldId="795"/>
            <ac:spMk id="8" creationId="{BD9E11C3-2F95-CFAF-8E81-20E1B4DE1729}"/>
          </ac:spMkLst>
        </pc:spChg>
        <pc:spChg chg="mod">
          <ac:chgData name="Daphne Economou" userId="d065a339-36cf-4937-af08-41751becbd81" providerId="ADAL" clId="{B7E510B3-3542-42AA-B9D6-5D7D6CB8B562}" dt="2023-11-12T18:58:34.129" v="5682" actId="20578"/>
          <ac:spMkLst>
            <pc:docMk/>
            <pc:sldMk cId="3449679418" sldId="795"/>
            <ac:spMk id="23" creationId="{64088693-3885-7916-7294-2A7A4A24CEC8}"/>
          </ac:spMkLst>
        </pc:spChg>
        <pc:picChg chg="mod">
          <ac:chgData name="Daphne Economou" userId="d065a339-36cf-4937-af08-41751becbd81" providerId="ADAL" clId="{B7E510B3-3542-42AA-B9D6-5D7D6CB8B562}" dt="2023-11-12T19:58:22.652" v="5971" actId="962"/>
          <ac:picMkLst>
            <pc:docMk/>
            <pc:sldMk cId="3449679418" sldId="795"/>
            <ac:picMk id="9" creationId="{488B8B0B-56D6-8C9D-F284-465901AF4D48}"/>
          </ac:picMkLst>
        </pc:picChg>
        <pc:picChg chg="mod">
          <ac:chgData name="Daphne Economou" userId="d065a339-36cf-4937-af08-41751becbd81" providerId="ADAL" clId="{B7E510B3-3542-42AA-B9D6-5D7D6CB8B562}" dt="2023-11-12T19:58:21.202" v="5969" actId="962"/>
          <ac:picMkLst>
            <pc:docMk/>
            <pc:sldMk cId="3449679418" sldId="795"/>
            <ac:picMk id="12" creationId="{F7858E6D-755D-2027-31FE-C009B64BE1BA}"/>
          </ac:picMkLst>
        </pc:picChg>
        <pc:picChg chg="mod">
          <ac:chgData name="Daphne Economou" userId="d065a339-36cf-4937-af08-41751becbd81" providerId="ADAL" clId="{B7E510B3-3542-42AA-B9D6-5D7D6CB8B562}" dt="2023-11-12T19:58:19.361" v="5967" actId="962"/>
          <ac:picMkLst>
            <pc:docMk/>
            <pc:sldMk cId="3449679418" sldId="795"/>
            <ac:picMk id="17" creationId="{285AFA98-2222-8D3A-A60C-A085826B1A8E}"/>
          </ac:picMkLst>
        </pc:picChg>
      </pc:sldChg>
      <pc:sldChg chg="delSp modSp mod">
        <pc:chgData name="Daphne Economou" userId="d065a339-36cf-4937-af08-41751becbd81" providerId="ADAL" clId="{B7E510B3-3542-42AA-B9D6-5D7D6CB8B562}" dt="2023-11-12T19:57:51.721" v="5925" actId="962"/>
        <pc:sldMkLst>
          <pc:docMk/>
          <pc:sldMk cId="3570810448" sldId="796"/>
        </pc:sldMkLst>
        <pc:spChg chg="del">
          <ac:chgData name="Daphne Economou" userId="d065a339-36cf-4937-af08-41751becbd81" providerId="ADAL" clId="{B7E510B3-3542-42AA-B9D6-5D7D6CB8B562}" dt="2023-11-12T19:54:02.935" v="5867" actId="478"/>
          <ac:spMkLst>
            <pc:docMk/>
            <pc:sldMk cId="3570810448" sldId="796"/>
            <ac:spMk id="5" creationId="{1B22A5BB-2944-1BCB-73E4-3B2C39A77BBA}"/>
          </ac:spMkLst>
        </pc:spChg>
        <pc:spChg chg="del">
          <ac:chgData name="Daphne Economou" userId="d065a339-36cf-4937-af08-41751becbd81" providerId="ADAL" clId="{B7E510B3-3542-42AA-B9D6-5D7D6CB8B562}" dt="2023-11-12T02:01:36.216" v="3084" actId="478"/>
          <ac:spMkLst>
            <pc:docMk/>
            <pc:sldMk cId="3570810448" sldId="796"/>
            <ac:spMk id="10" creationId="{CADB02A1-7671-9AED-2FAE-56335F265AF9}"/>
          </ac:spMkLst>
        </pc:spChg>
        <pc:spChg chg="del">
          <ac:chgData name="Daphne Economou" userId="d065a339-36cf-4937-af08-41751becbd81" providerId="ADAL" clId="{B7E510B3-3542-42AA-B9D6-5D7D6CB8B562}" dt="2023-11-12T02:09:38.202" v="3228" actId="478"/>
          <ac:spMkLst>
            <pc:docMk/>
            <pc:sldMk cId="3570810448" sldId="796"/>
            <ac:spMk id="12" creationId="{D38E5456-3AE3-6AFA-1605-DD7E7903EA6A}"/>
          </ac:spMkLst>
        </pc:spChg>
        <pc:picChg chg="mod">
          <ac:chgData name="Daphne Economou" userId="d065a339-36cf-4937-af08-41751becbd81" providerId="ADAL" clId="{B7E510B3-3542-42AA-B9D6-5D7D6CB8B562}" dt="2023-11-12T19:57:51.721" v="5925" actId="962"/>
          <ac:picMkLst>
            <pc:docMk/>
            <pc:sldMk cId="3570810448" sldId="796"/>
            <ac:picMk id="6146" creationId="{97165D03-F4CA-BE1A-087D-1293C23D28FD}"/>
          </ac:picMkLst>
        </pc:picChg>
      </pc:sldChg>
      <pc:sldChg chg="modSp mod">
        <pc:chgData name="Daphne Economou" userId="d065a339-36cf-4937-af08-41751becbd81" providerId="ADAL" clId="{B7E510B3-3542-42AA-B9D6-5D7D6CB8B562}" dt="2023-11-12T19:57:21.007" v="5869" actId="962"/>
        <pc:sldMkLst>
          <pc:docMk/>
          <pc:sldMk cId="3713941413" sldId="800"/>
        </pc:sldMkLst>
        <pc:picChg chg="mod">
          <ac:chgData name="Daphne Economou" userId="d065a339-36cf-4937-af08-41751becbd81" providerId="ADAL" clId="{B7E510B3-3542-42AA-B9D6-5D7D6CB8B562}" dt="2023-11-12T19:57:21.007" v="5869" actId="962"/>
          <ac:picMkLst>
            <pc:docMk/>
            <pc:sldMk cId="3713941413" sldId="800"/>
            <ac:picMk id="7" creationId="{DFE40064-397A-94DC-8A4E-A7141DEBAC14}"/>
          </ac:picMkLst>
        </pc:picChg>
      </pc:sldChg>
      <pc:sldChg chg="modSp mod">
        <pc:chgData name="Daphne Economou" userId="d065a339-36cf-4937-af08-41751becbd81" providerId="ADAL" clId="{B7E510B3-3542-42AA-B9D6-5D7D6CB8B562}" dt="2023-11-12T19:57:15.576" v="5868" actId="962"/>
        <pc:sldMkLst>
          <pc:docMk/>
          <pc:sldMk cId="2240223413" sldId="801"/>
        </pc:sldMkLst>
        <pc:picChg chg="mod">
          <ac:chgData name="Daphne Economou" userId="d065a339-36cf-4937-af08-41751becbd81" providerId="ADAL" clId="{B7E510B3-3542-42AA-B9D6-5D7D6CB8B562}" dt="2023-11-12T19:57:15.576" v="5868" actId="962"/>
          <ac:picMkLst>
            <pc:docMk/>
            <pc:sldMk cId="2240223413" sldId="801"/>
            <ac:picMk id="8" creationId="{EB1BF560-3B27-5234-83F9-E4B4BA578E27}"/>
          </ac:picMkLst>
        </pc:picChg>
      </pc:sldChg>
      <pc:sldChg chg="delSp modSp mod">
        <pc:chgData name="Daphne Economou" userId="d065a339-36cf-4937-af08-41751becbd81" providerId="ADAL" clId="{B7E510B3-3542-42AA-B9D6-5D7D6CB8B562}" dt="2023-11-12T19:58:06.896" v="5937" actId="962"/>
        <pc:sldMkLst>
          <pc:docMk/>
          <pc:sldMk cId="1867162890" sldId="803"/>
        </pc:sldMkLst>
        <pc:spChg chg="del">
          <ac:chgData name="Daphne Economou" userId="d065a339-36cf-4937-af08-41751becbd81" providerId="ADAL" clId="{B7E510B3-3542-42AA-B9D6-5D7D6CB8B562}" dt="2023-11-12T02:01:07.823" v="3080" actId="478"/>
          <ac:spMkLst>
            <pc:docMk/>
            <pc:sldMk cId="1867162890" sldId="803"/>
            <ac:spMk id="3" creationId="{20CC1C46-AE20-320D-16A7-51580936C54D}"/>
          </ac:spMkLst>
        </pc:spChg>
        <pc:spChg chg="del">
          <ac:chgData name="Daphne Economou" userId="d065a339-36cf-4937-af08-41751becbd81" providerId="ADAL" clId="{B7E510B3-3542-42AA-B9D6-5D7D6CB8B562}" dt="2023-11-12T19:53:59.159" v="5866" actId="478"/>
          <ac:spMkLst>
            <pc:docMk/>
            <pc:sldMk cId="1867162890" sldId="803"/>
            <ac:spMk id="4" creationId="{621C6258-F9C9-816E-34C4-E81EEEC43E0E}"/>
          </ac:spMkLst>
        </pc:spChg>
        <pc:spChg chg="del">
          <ac:chgData name="Daphne Economou" userId="d065a339-36cf-4937-af08-41751becbd81" providerId="ADAL" clId="{B7E510B3-3542-42AA-B9D6-5D7D6CB8B562}" dt="2023-11-12T02:09:44.386" v="3229" actId="478"/>
          <ac:spMkLst>
            <pc:docMk/>
            <pc:sldMk cId="1867162890" sldId="803"/>
            <ac:spMk id="8" creationId="{CF561ECB-1D9A-1027-8148-423C6EFE4D4F}"/>
          </ac:spMkLst>
        </pc:spChg>
        <pc:spChg chg="mod">
          <ac:chgData name="Daphne Economou" userId="d065a339-36cf-4937-af08-41751becbd81" providerId="ADAL" clId="{B7E510B3-3542-42AA-B9D6-5D7D6CB8B562}" dt="2023-11-12T18:56:57.976" v="5681" actId="207"/>
          <ac:spMkLst>
            <pc:docMk/>
            <pc:sldMk cId="1867162890" sldId="803"/>
            <ac:spMk id="25" creationId="{E753F29C-1220-F8B6-4A21-4023307CBDC6}"/>
          </ac:spMkLst>
        </pc:spChg>
        <pc:picChg chg="mod">
          <ac:chgData name="Daphne Economou" userId="d065a339-36cf-4937-af08-41751becbd81" providerId="ADAL" clId="{B7E510B3-3542-42AA-B9D6-5D7D6CB8B562}" dt="2023-11-12T19:58:06.896" v="5937" actId="962"/>
          <ac:picMkLst>
            <pc:docMk/>
            <pc:sldMk cId="1867162890" sldId="803"/>
            <ac:picMk id="9" creationId="{488B8B0B-56D6-8C9D-F284-465901AF4D48}"/>
          </ac:picMkLst>
        </pc:picChg>
        <pc:picChg chg="mod">
          <ac:chgData name="Daphne Economou" userId="d065a339-36cf-4937-af08-41751becbd81" providerId="ADAL" clId="{B7E510B3-3542-42AA-B9D6-5D7D6CB8B562}" dt="2023-11-12T19:58:05.552" v="5935" actId="962"/>
          <ac:picMkLst>
            <pc:docMk/>
            <pc:sldMk cId="1867162890" sldId="803"/>
            <ac:picMk id="12" creationId="{F7858E6D-755D-2027-31FE-C009B64BE1BA}"/>
          </ac:picMkLst>
        </pc:picChg>
        <pc:picChg chg="mod">
          <ac:chgData name="Daphne Economou" userId="d065a339-36cf-4937-af08-41751becbd81" providerId="ADAL" clId="{B7E510B3-3542-42AA-B9D6-5D7D6CB8B562}" dt="2023-11-12T19:58:04.094" v="5933" actId="962"/>
          <ac:picMkLst>
            <pc:docMk/>
            <pc:sldMk cId="1867162890" sldId="803"/>
            <ac:picMk id="17" creationId="{285AFA98-2222-8D3A-A60C-A085826B1A8E}"/>
          </ac:picMkLst>
        </pc:picChg>
        <pc:inkChg chg="del">
          <ac:chgData name="Daphne Economou" userId="d065a339-36cf-4937-af08-41751becbd81" providerId="ADAL" clId="{B7E510B3-3542-42AA-B9D6-5D7D6CB8B562}" dt="2023-11-12T02:06:26.740" v="3086" actId="478"/>
          <ac:inkMkLst>
            <pc:docMk/>
            <pc:sldMk cId="1867162890" sldId="803"/>
            <ac:inkMk id="31" creationId="{2A68E4A4-4C61-47E6-DA31-2BA7398CA02F}"/>
          </ac:inkMkLst>
        </pc:inkChg>
      </pc:sldChg>
      <pc:sldChg chg="modSp mod">
        <pc:chgData name="Daphne Economou" userId="d065a339-36cf-4937-af08-41751becbd81" providerId="ADAL" clId="{B7E510B3-3542-42AA-B9D6-5D7D6CB8B562}" dt="2023-11-12T01:33:31.513" v="3043" actId="14100"/>
        <pc:sldMkLst>
          <pc:docMk/>
          <pc:sldMk cId="3662298324" sldId="812"/>
        </pc:sldMkLst>
        <pc:inkChg chg="mod">
          <ac:chgData name="Daphne Economou" userId="d065a339-36cf-4937-af08-41751becbd81" providerId="ADAL" clId="{B7E510B3-3542-42AA-B9D6-5D7D6CB8B562}" dt="2023-11-12T01:33:31.513" v="3043" actId="14100"/>
          <ac:inkMkLst>
            <pc:docMk/>
            <pc:sldMk cId="3662298324" sldId="812"/>
            <ac:inkMk id="14" creationId="{BB94C8BE-775E-DEF8-47A9-FAEBB1ABCBA1}"/>
          </ac:inkMkLst>
        </pc:inkChg>
      </pc:sldChg>
      <pc:sldChg chg="modSp mod">
        <pc:chgData name="Daphne Economou" userId="d065a339-36cf-4937-af08-41751becbd81" providerId="ADAL" clId="{B7E510B3-3542-42AA-B9D6-5D7D6CB8B562}" dt="2023-11-12T18:00:47.909" v="5329" actId="6549"/>
        <pc:sldMkLst>
          <pc:docMk/>
          <pc:sldMk cId="3606339061" sldId="813"/>
        </pc:sldMkLst>
        <pc:spChg chg="mod">
          <ac:chgData name="Daphne Economou" userId="d065a339-36cf-4937-af08-41751becbd81" providerId="ADAL" clId="{B7E510B3-3542-42AA-B9D6-5D7D6CB8B562}" dt="2023-11-12T18:00:47.909" v="5329" actId="6549"/>
          <ac:spMkLst>
            <pc:docMk/>
            <pc:sldMk cId="3606339061" sldId="813"/>
            <ac:spMk id="9" creationId="{E1B3B1E3-8F01-805F-DEF2-EE52A8A56D13}"/>
          </ac:spMkLst>
        </pc:spChg>
      </pc:sldChg>
      <pc:sldChg chg="addSp delSp modSp mod modAnim">
        <pc:chgData name="Daphne Economou" userId="d065a339-36cf-4937-af08-41751becbd81" providerId="ADAL" clId="{B7E510B3-3542-42AA-B9D6-5D7D6CB8B562}" dt="2023-11-12T19:53:22.521" v="5860" actId="478"/>
        <pc:sldMkLst>
          <pc:docMk/>
          <pc:sldMk cId="3677492865" sldId="815"/>
        </pc:sldMkLst>
        <pc:spChg chg="del">
          <ac:chgData name="Daphne Economou" userId="d065a339-36cf-4937-af08-41751becbd81" providerId="ADAL" clId="{B7E510B3-3542-42AA-B9D6-5D7D6CB8B562}" dt="2023-11-12T19:53:22.521" v="5860" actId="478"/>
          <ac:spMkLst>
            <pc:docMk/>
            <pc:sldMk cId="3677492865" sldId="815"/>
            <ac:spMk id="2" creationId="{D4BD66BE-A860-46B4-E81F-C7F1549A5695}"/>
          </ac:spMkLst>
        </pc:spChg>
        <pc:spChg chg="mod">
          <ac:chgData name="Daphne Economou" userId="d065a339-36cf-4937-af08-41751becbd81" providerId="ADAL" clId="{B7E510B3-3542-42AA-B9D6-5D7D6CB8B562}" dt="2023-11-11T18:44:11.182" v="549" actId="113"/>
          <ac:spMkLst>
            <pc:docMk/>
            <pc:sldMk cId="3677492865" sldId="815"/>
            <ac:spMk id="8" creationId="{06D5A9AB-29B0-AC51-09B8-599A610BDD8B}"/>
          </ac:spMkLst>
        </pc:spChg>
        <pc:spChg chg="mod">
          <ac:chgData name="Daphne Economou" userId="d065a339-36cf-4937-af08-41751becbd81" providerId="ADAL" clId="{B7E510B3-3542-42AA-B9D6-5D7D6CB8B562}" dt="2023-11-11T18:44:11.182" v="549" actId="113"/>
          <ac:spMkLst>
            <pc:docMk/>
            <pc:sldMk cId="3677492865" sldId="815"/>
            <ac:spMk id="9" creationId="{445FDA1C-2EDE-DB97-8687-165F017A6A58}"/>
          </ac:spMkLst>
        </pc:spChg>
        <pc:grpChg chg="del mod">
          <ac:chgData name="Daphne Economou" userId="d065a339-36cf-4937-af08-41751becbd81" providerId="ADAL" clId="{B7E510B3-3542-42AA-B9D6-5D7D6CB8B562}" dt="2023-11-11T18:46:15.769" v="574" actId="478"/>
          <ac:grpSpMkLst>
            <pc:docMk/>
            <pc:sldMk cId="3677492865" sldId="815"/>
            <ac:grpSpMk id="20" creationId="{78372A1E-A023-7289-ED70-30D283B13216}"/>
          </ac:grpSpMkLst>
        </pc:grpChg>
        <pc:graphicFrameChg chg="del modGraphic">
          <ac:chgData name="Daphne Economou" userId="d065a339-36cf-4937-af08-41751becbd81" providerId="ADAL" clId="{B7E510B3-3542-42AA-B9D6-5D7D6CB8B562}" dt="2023-11-11T18:45:08.798" v="563" actId="478"/>
          <ac:graphicFrameMkLst>
            <pc:docMk/>
            <pc:sldMk cId="3677492865" sldId="815"/>
            <ac:graphicFrameMk id="7" creationId="{6260B433-FE1F-91DB-F680-1F995BE74ABC}"/>
          </ac:graphicFrameMkLst>
        </pc:graphicFrameChg>
        <pc:graphicFrameChg chg="add mod">
          <ac:chgData name="Daphne Economou" userId="d065a339-36cf-4937-af08-41751becbd81" providerId="ADAL" clId="{B7E510B3-3542-42AA-B9D6-5D7D6CB8B562}" dt="2023-11-11T18:45:16.170" v="564"/>
          <ac:graphicFrameMkLst>
            <pc:docMk/>
            <pc:sldMk cId="3677492865" sldId="815"/>
            <ac:graphicFrameMk id="17" creationId="{0A9E56E7-1F2B-091E-ABA4-8EB523DFF742}"/>
          </ac:graphicFrameMkLst>
        </pc:graphicFrameChg>
        <pc:inkChg chg="add del">
          <ac:chgData name="Daphne Economou" userId="d065a339-36cf-4937-af08-41751becbd81" providerId="ADAL" clId="{B7E510B3-3542-42AA-B9D6-5D7D6CB8B562}" dt="2023-11-11T18:44:49.017" v="561" actId="478"/>
          <ac:inkMkLst>
            <pc:docMk/>
            <pc:sldMk cId="3677492865" sldId="815"/>
            <ac:inkMk id="2" creationId="{D643135D-AC88-DD89-DDA1-92869A06AA39}"/>
          </ac:inkMkLst>
        </pc:inkChg>
        <pc:inkChg chg="add del">
          <ac:chgData name="Daphne Economou" userId="d065a339-36cf-4937-af08-41751becbd81" providerId="ADAL" clId="{B7E510B3-3542-42AA-B9D6-5D7D6CB8B562}" dt="2023-11-11T18:44:30.779" v="555" actId="9405"/>
          <ac:inkMkLst>
            <pc:docMk/>
            <pc:sldMk cId="3677492865" sldId="815"/>
            <ac:inkMk id="5" creationId="{E8B3B366-52BE-C012-59C6-0B5316226479}"/>
          </ac:inkMkLst>
        </pc:inkChg>
        <pc:inkChg chg="add del">
          <ac:chgData name="Daphne Economou" userId="d065a339-36cf-4937-af08-41751becbd81" providerId="ADAL" clId="{B7E510B3-3542-42AA-B9D6-5D7D6CB8B562}" dt="2023-11-11T18:44:34.426" v="557" actId="9405"/>
          <ac:inkMkLst>
            <pc:docMk/>
            <pc:sldMk cId="3677492865" sldId="815"/>
            <ac:inkMk id="12" creationId="{343E748B-8C1D-8003-F46F-C4E4983820E7}"/>
          </ac:inkMkLst>
        </pc:inkChg>
        <pc:inkChg chg="add del">
          <ac:chgData name="Daphne Economou" userId="d065a339-36cf-4937-af08-41751becbd81" providerId="ADAL" clId="{B7E510B3-3542-42AA-B9D6-5D7D6CB8B562}" dt="2023-11-11T18:44:48.357" v="560" actId="478"/>
          <ac:inkMkLst>
            <pc:docMk/>
            <pc:sldMk cId="3677492865" sldId="815"/>
            <ac:inkMk id="13" creationId="{2129C78F-4F5E-4DA8-0203-14DFED24154D}"/>
          </ac:inkMkLst>
        </pc:inkChg>
        <pc:inkChg chg="add mod">
          <ac:chgData name="Daphne Economou" userId="d065a339-36cf-4937-af08-41751becbd81" providerId="ADAL" clId="{B7E510B3-3542-42AA-B9D6-5D7D6CB8B562}" dt="2023-11-11T18:45:49.668" v="571"/>
          <ac:inkMkLst>
            <pc:docMk/>
            <pc:sldMk cId="3677492865" sldId="815"/>
            <ac:inkMk id="18" creationId="{272F7697-78F5-C06D-BD4D-D474997D5762}"/>
          </ac:inkMkLst>
        </pc:inkChg>
        <pc:inkChg chg="add mod">
          <ac:chgData name="Daphne Economou" userId="d065a339-36cf-4937-af08-41751becbd81" providerId="ADAL" clId="{B7E510B3-3542-42AA-B9D6-5D7D6CB8B562}" dt="2023-11-11T18:45:49.668" v="571"/>
          <ac:inkMkLst>
            <pc:docMk/>
            <pc:sldMk cId="3677492865" sldId="815"/>
            <ac:inkMk id="19" creationId="{7C381488-3BEC-74E1-B0D3-5A00F502A0A1}"/>
          </ac:inkMkLst>
        </pc:inkChg>
        <pc:inkChg chg="add">
          <ac:chgData name="Daphne Economou" userId="d065a339-36cf-4937-af08-41751becbd81" providerId="ADAL" clId="{B7E510B3-3542-42AA-B9D6-5D7D6CB8B562}" dt="2023-11-11T18:46:21.848" v="575" actId="9405"/>
          <ac:inkMkLst>
            <pc:docMk/>
            <pc:sldMk cId="3677492865" sldId="815"/>
            <ac:inkMk id="21" creationId="{DEB18BAD-010D-3878-0942-9EC84403BD3B}"/>
          </ac:inkMkLst>
        </pc:inkChg>
        <pc:inkChg chg="add">
          <ac:chgData name="Daphne Economou" userId="d065a339-36cf-4937-af08-41751becbd81" providerId="ADAL" clId="{B7E510B3-3542-42AA-B9D6-5D7D6CB8B562}" dt="2023-11-11T18:46:32.341" v="577" actId="9405"/>
          <ac:inkMkLst>
            <pc:docMk/>
            <pc:sldMk cId="3677492865" sldId="815"/>
            <ac:inkMk id="22" creationId="{045EB6B4-74A4-D1E1-59A8-A1DEFC4978C2}"/>
          </ac:inkMkLst>
        </pc:inkChg>
      </pc:sldChg>
      <pc:sldChg chg="modSp mod">
        <pc:chgData name="Daphne Economou" userId="d065a339-36cf-4937-af08-41751becbd81" providerId="ADAL" clId="{B7E510B3-3542-42AA-B9D6-5D7D6CB8B562}" dt="2023-11-12T18:04:50.795" v="5350" actId="12"/>
        <pc:sldMkLst>
          <pc:docMk/>
          <pc:sldMk cId="3061312612" sldId="818"/>
        </pc:sldMkLst>
        <pc:spChg chg="mod">
          <ac:chgData name="Daphne Economou" userId="d065a339-36cf-4937-af08-41751becbd81" providerId="ADAL" clId="{B7E510B3-3542-42AA-B9D6-5D7D6CB8B562}" dt="2023-11-12T18:04:50.795" v="5350" actId="12"/>
          <ac:spMkLst>
            <pc:docMk/>
            <pc:sldMk cId="3061312612" sldId="818"/>
            <ac:spMk id="7" creationId="{CB4328A7-AA98-BB7C-39DF-C42040AE0C58}"/>
          </ac:spMkLst>
        </pc:spChg>
        <pc:spChg chg="mod">
          <ac:chgData name="Daphne Economou" userId="d065a339-36cf-4937-af08-41751becbd81" providerId="ADAL" clId="{B7E510B3-3542-42AA-B9D6-5D7D6CB8B562}" dt="2023-11-12T18:02:32.642" v="5332" actId="6549"/>
          <ac:spMkLst>
            <pc:docMk/>
            <pc:sldMk cId="3061312612" sldId="818"/>
            <ac:spMk id="9" creationId="{E1B3B1E3-8F01-805F-DEF2-EE52A8A56D13}"/>
          </ac:spMkLst>
        </pc:spChg>
      </pc:sldChg>
      <pc:sldChg chg="addSp delSp modSp mod modAnim">
        <pc:chgData name="Daphne Economou" userId="d065a339-36cf-4937-af08-41751becbd81" providerId="ADAL" clId="{B7E510B3-3542-42AA-B9D6-5D7D6CB8B562}" dt="2023-12-01T09:38:13.700" v="6158" actId="478"/>
        <pc:sldMkLst>
          <pc:docMk/>
          <pc:sldMk cId="1617129251" sldId="819"/>
        </pc:sldMkLst>
        <pc:spChg chg="del">
          <ac:chgData name="Daphne Economou" userId="d065a339-36cf-4937-af08-41751becbd81" providerId="ADAL" clId="{B7E510B3-3542-42AA-B9D6-5D7D6CB8B562}" dt="2023-12-01T09:38:13.700" v="6158" actId="478"/>
          <ac:spMkLst>
            <pc:docMk/>
            <pc:sldMk cId="1617129251" sldId="819"/>
            <ac:spMk id="2" creationId="{CEFC9651-D0BE-66D0-5556-BC1BAC2AF2C2}"/>
          </ac:spMkLst>
        </pc:spChg>
        <pc:spChg chg="mod">
          <ac:chgData name="Daphne Economou" userId="d065a339-36cf-4937-af08-41751becbd81" providerId="ADAL" clId="{B7E510B3-3542-42AA-B9D6-5D7D6CB8B562}" dt="2023-12-01T09:38:07.466" v="6157" actId="27636"/>
          <ac:spMkLst>
            <pc:docMk/>
            <pc:sldMk cId="1617129251" sldId="819"/>
            <ac:spMk id="6" creationId="{EFCEAA2B-231D-5672-6A39-C37C3F014DA4}"/>
          </ac:spMkLst>
        </pc:spChg>
        <pc:spChg chg="mod">
          <ac:chgData name="Daphne Economou" userId="d065a339-36cf-4937-af08-41751becbd81" providerId="ADAL" clId="{B7E510B3-3542-42AA-B9D6-5D7D6CB8B562}" dt="2023-11-11T18:45:33.305" v="566" actId="1036"/>
          <ac:spMkLst>
            <pc:docMk/>
            <pc:sldMk cId="1617129251" sldId="819"/>
            <ac:spMk id="8" creationId="{06D5A9AB-29B0-AC51-09B8-599A610BDD8B}"/>
          </ac:spMkLst>
        </pc:spChg>
        <pc:spChg chg="mod">
          <ac:chgData name="Daphne Economou" userId="d065a339-36cf-4937-af08-41751becbd81" providerId="ADAL" clId="{B7E510B3-3542-42AA-B9D6-5D7D6CB8B562}" dt="2023-11-11T18:45:33.305" v="566" actId="1036"/>
          <ac:spMkLst>
            <pc:docMk/>
            <pc:sldMk cId="1617129251" sldId="819"/>
            <ac:spMk id="9" creationId="{445FDA1C-2EDE-DB97-8687-165F017A6A58}"/>
          </ac:spMkLst>
        </pc:spChg>
        <pc:spChg chg="mod">
          <ac:chgData name="Daphne Economou" userId="d065a339-36cf-4937-af08-41751becbd81" providerId="ADAL" clId="{B7E510B3-3542-42AA-B9D6-5D7D6CB8B562}" dt="2023-11-11T18:45:28.181" v="565" actId="1036"/>
          <ac:spMkLst>
            <pc:docMk/>
            <pc:sldMk cId="1617129251" sldId="819"/>
            <ac:spMk id="10" creationId="{40D12B10-ADA2-0CEE-89E6-24BF6CA523C9}"/>
          </ac:spMkLst>
        </pc:spChg>
        <pc:spChg chg="mod">
          <ac:chgData name="Daphne Economou" userId="d065a339-36cf-4937-af08-41751becbd81" providerId="ADAL" clId="{B7E510B3-3542-42AA-B9D6-5D7D6CB8B562}" dt="2023-11-11T18:45:28.181" v="565" actId="1036"/>
          <ac:spMkLst>
            <pc:docMk/>
            <pc:sldMk cId="1617129251" sldId="819"/>
            <ac:spMk id="11" creationId="{E17611D9-51AA-AF7B-5F87-D2CF61FDD2BF}"/>
          </ac:spMkLst>
        </pc:spChg>
        <pc:grpChg chg="del mod">
          <ac:chgData name="Daphne Economou" userId="d065a339-36cf-4937-af08-41751becbd81" providerId="ADAL" clId="{B7E510B3-3542-42AA-B9D6-5D7D6CB8B562}" dt="2023-11-11T18:44:44.653" v="559" actId="478"/>
          <ac:grpSpMkLst>
            <pc:docMk/>
            <pc:sldMk cId="1617129251" sldId="819"/>
            <ac:grpSpMk id="12" creationId="{08FCFCBB-2D5C-B9F5-F874-6021053402F1}"/>
          </ac:grpSpMkLst>
        </pc:grpChg>
        <pc:inkChg chg="add mod">
          <ac:chgData name="Daphne Economou" userId="d065a339-36cf-4937-af08-41751becbd81" providerId="ADAL" clId="{B7E510B3-3542-42AA-B9D6-5D7D6CB8B562}" dt="2023-11-11T18:44:24.863" v="552"/>
          <ac:inkMkLst>
            <pc:docMk/>
            <pc:sldMk cId="1617129251" sldId="819"/>
            <ac:inkMk id="2" creationId="{0A872FE4-3DC8-D854-F723-19AD2CDCFB31}"/>
          </ac:inkMkLst>
        </pc:inkChg>
        <pc:inkChg chg="add mod">
          <ac:chgData name="Daphne Economou" userId="d065a339-36cf-4937-af08-41751becbd81" providerId="ADAL" clId="{B7E510B3-3542-42AA-B9D6-5D7D6CB8B562}" dt="2023-11-11T18:44:24.863" v="552"/>
          <ac:inkMkLst>
            <pc:docMk/>
            <pc:sldMk cId="1617129251" sldId="819"/>
            <ac:inkMk id="5" creationId="{FE348505-38F9-A558-E66D-EA6050AB6447}"/>
          </ac:inkMkLst>
        </pc:inkChg>
        <pc:inkChg chg="add">
          <ac:chgData name="Daphne Economou" userId="d065a339-36cf-4937-af08-41751becbd81" providerId="ADAL" clId="{B7E510B3-3542-42AA-B9D6-5D7D6CB8B562}" dt="2023-11-11T18:45:41.314" v="567" actId="9405"/>
          <ac:inkMkLst>
            <pc:docMk/>
            <pc:sldMk cId="1617129251" sldId="819"/>
            <ac:inkMk id="13" creationId="{70A2EE2C-E1ED-A73F-A538-9EEF745C30BF}"/>
          </ac:inkMkLst>
        </pc:inkChg>
        <pc:inkChg chg="add">
          <ac:chgData name="Daphne Economou" userId="d065a339-36cf-4937-af08-41751becbd81" providerId="ADAL" clId="{B7E510B3-3542-42AA-B9D6-5D7D6CB8B562}" dt="2023-11-11T18:45:43.163" v="568" actId="9405"/>
          <ac:inkMkLst>
            <pc:docMk/>
            <pc:sldMk cId="1617129251" sldId="819"/>
            <ac:inkMk id="17" creationId="{98F6E746-3974-EA18-6C6D-4C6C5A6A1A3F}"/>
          </ac:inkMkLst>
        </pc:inkChg>
      </pc:sldChg>
      <pc:sldChg chg="del">
        <pc:chgData name="Daphne Economou" userId="d065a339-36cf-4937-af08-41751becbd81" providerId="ADAL" clId="{B7E510B3-3542-42AA-B9D6-5D7D6CB8B562}" dt="2023-11-12T01:36:50.573" v="3064" actId="2696"/>
        <pc:sldMkLst>
          <pc:docMk/>
          <pc:sldMk cId="529394915" sldId="820"/>
        </pc:sldMkLst>
      </pc:sldChg>
      <pc:sldChg chg="add del ord setBg">
        <pc:chgData name="Daphne Economou" userId="d065a339-36cf-4937-af08-41751becbd81" providerId="ADAL" clId="{B7E510B3-3542-42AA-B9D6-5D7D6CB8B562}" dt="2023-11-12T18:28:54.938" v="5372" actId="47"/>
        <pc:sldMkLst>
          <pc:docMk/>
          <pc:sldMk cId="4090399992" sldId="820"/>
        </pc:sldMkLst>
      </pc:sldChg>
      <pc:sldChg chg="modSp add del mod ord setBg">
        <pc:chgData name="Daphne Economou" userId="d065a339-36cf-4937-af08-41751becbd81" providerId="ADAL" clId="{B7E510B3-3542-42AA-B9D6-5D7D6CB8B562}" dt="2023-11-12T18:28:22.711" v="5371" actId="47"/>
        <pc:sldMkLst>
          <pc:docMk/>
          <pc:sldMk cId="235901938" sldId="821"/>
        </pc:sldMkLst>
        <pc:spChg chg="mod">
          <ac:chgData name="Daphne Economou" userId="d065a339-36cf-4937-af08-41751becbd81" providerId="ADAL" clId="{B7E510B3-3542-42AA-B9D6-5D7D6CB8B562}" dt="2023-11-12T11:21:19.851" v="3233" actId="27636"/>
          <ac:spMkLst>
            <pc:docMk/>
            <pc:sldMk cId="235901938" sldId="821"/>
            <ac:spMk id="3" creationId="{57E5B1D4-09C7-5A4A-68DD-65F0EDF5B93E}"/>
          </ac:spMkLst>
        </pc:spChg>
      </pc:sldChg>
      <pc:sldChg chg="del">
        <pc:chgData name="Daphne Economou" userId="d065a339-36cf-4937-af08-41751becbd81" providerId="ADAL" clId="{B7E510B3-3542-42AA-B9D6-5D7D6CB8B562}" dt="2023-11-12T01:36:50.573" v="3064" actId="2696"/>
        <pc:sldMkLst>
          <pc:docMk/>
          <pc:sldMk cId="2858165457" sldId="821"/>
        </pc:sldMkLst>
      </pc:sldChg>
      <pc:sldChg chg="addSp delSp modSp add mod ord setBg delAnim modAnim">
        <pc:chgData name="Daphne Economou" userId="d065a339-36cf-4937-af08-41751becbd81" providerId="ADAL" clId="{B7E510B3-3542-42AA-B9D6-5D7D6CB8B562}" dt="2023-11-12T18:26:00.722" v="5370" actId="20577"/>
        <pc:sldMkLst>
          <pc:docMk/>
          <pc:sldMk cId="3623314047" sldId="822"/>
        </pc:sldMkLst>
        <pc:spChg chg="mod">
          <ac:chgData name="Daphne Economou" userId="d065a339-36cf-4937-af08-41751becbd81" providerId="ADAL" clId="{B7E510B3-3542-42AA-B9D6-5D7D6CB8B562}" dt="2023-11-12T18:26:00.722" v="5370" actId="20577"/>
          <ac:spMkLst>
            <pc:docMk/>
            <pc:sldMk cId="3623314047" sldId="822"/>
            <ac:spMk id="3" creationId="{57E5B1D4-09C7-5A4A-68DD-65F0EDF5B93E}"/>
          </ac:spMkLst>
        </pc:spChg>
        <pc:spChg chg="mod">
          <ac:chgData name="Daphne Economou" userId="d065a339-36cf-4937-af08-41751becbd81" providerId="ADAL" clId="{B7E510B3-3542-42AA-B9D6-5D7D6CB8B562}" dt="2023-11-12T17:30:38.696" v="4685" actId="1076"/>
          <ac:spMkLst>
            <pc:docMk/>
            <pc:sldMk cId="3623314047" sldId="822"/>
            <ac:spMk id="6" creationId="{1D685024-54EA-4FEB-85B4-0B0F2540587F}"/>
          </ac:spMkLst>
        </pc:spChg>
        <pc:spChg chg="add del mod">
          <ac:chgData name="Daphne Economou" userId="d065a339-36cf-4937-af08-41751becbd81" providerId="ADAL" clId="{B7E510B3-3542-42AA-B9D6-5D7D6CB8B562}" dt="2023-11-12T14:55:53.779" v="4504" actId="478"/>
          <ac:spMkLst>
            <pc:docMk/>
            <pc:sldMk cId="3623314047" sldId="822"/>
            <ac:spMk id="25" creationId="{BCF4A739-A0D8-3B3B-61A5-D0E3F879C05E}"/>
          </ac:spMkLst>
        </pc:spChg>
        <pc:grpChg chg="add del mod">
          <ac:chgData name="Daphne Economou" userId="d065a339-36cf-4937-af08-41751becbd81" providerId="ADAL" clId="{B7E510B3-3542-42AA-B9D6-5D7D6CB8B562}" dt="2023-11-12T14:55:57.478" v="4509" actId="478"/>
          <ac:grpSpMkLst>
            <pc:docMk/>
            <pc:sldMk cId="3623314047" sldId="822"/>
            <ac:grpSpMk id="11" creationId="{3E5F8700-28F7-39A7-79E4-F4A23F4A9743}"/>
          </ac:grpSpMkLst>
        </pc:grpChg>
        <pc:grpChg chg="mod">
          <ac:chgData name="Daphne Economou" userId="d065a339-36cf-4937-af08-41751becbd81" providerId="ADAL" clId="{B7E510B3-3542-42AA-B9D6-5D7D6CB8B562}" dt="2023-11-12T14:48:20.209" v="4242"/>
          <ac:grpSpMkLst>
            <pc:docMk/>
            <pc:sldMk cId="3623314047" sldId="822"/>
            <ac:grpSpMk id="15" creationId="{5C34249B-5581-B09B-9FD9-570C3B9EA623}"/>
          </ac:grpSpMkLst>
        </pc:grpChg>
        <pc:grpChg chg="del mod">
          <ac:chgData name="Daphne Economou" userId="d065a339-36cf-4937-af08-41751becbd81" providerId="ADAL" clId="{B7E510B3-3542-42AA-B9D6-5D7D6CB8B562}" dt="2023-11-12T14:49:13.404" v="4252"/>
          <ac:grpSpMkLst>
            <pc:docMk/>
            <pc:sldMk cId="3623314047" sldId="822"/>
            <ac:grpSpMk id="22" creationId="{71BF49BD-2BAA-B6A0-6943-A1109A77DECF}"/>
          </ac:grpSpMkLst>
        </pc:grpChg>
        <pc:grpChg chg="del mod">
          <ac:chgData name="Daphne Economou" userId="d065a339-36cf-4937-af08-41751becbd81" providerId="ADAL" clId="{B7E510B3-3542-42AA-B9D6-5D7D6CB8B562}" dt="2023-11-12T14:55:56.199" v="4507" actId="478"/>
          <ac:grpSpMkLst>
            <pc:docMk/>
            <pc:sldMk cId="3623314047" sldId="822"/>
            <ac:grpSpMk id="24" creationId="{DF9CA5E8-C734-2D01-D90D-8310D787312A}"/>
          </ac:grpSpMkLst>
        </pc:grpChg>
        <pc:inkChg chg="add del">
          <ac:chgData name="Daphne Economou" userId="d065a339-36cf-4937-af08-41751becbd81" providerId="ADAL" clId="{B7E510B3-3542-42AA-B9D6-5D7D6CB8B562}" dt="2023-11-12T14:47:41.027" v="4231" actId="9405"/>
          <ac:inkMkLst>
            <pc:docMk/>
            <pc:sldMk cId="3623314047" sldId="822"/>
            <ac:inkMk id="2" creationId="{F5E581D6-E1AB-DD05-7C86-5DC9B1761984}"/>
          </ac:inkMkLst>
        </pc:inkChg>
        <pc:inkChg chg="add mod">
          <ac:chgData name="Daphne Economou" userId="d065a339-36cf-4937-af08-41751becbd81" providerId="ADAL" clId="{B7E510B3-3542-42AA-B9D6-5D7D6CB8B562}" dt="2023-11-12T14:48:20.209" v="4242"/>
          <ac:inkMkLst>
            <pc:docMk/>
            <pc:sldMk cId="3623314047" sldId="822"/>
            <ac:inkMk id="4" creationId="{8B607171-F4AA-4EC3-02A6-2026F9FFF274}"/>
          </ac:inkMkLst>
        </pc:inkChg>
        <pc:inkChg chg="add mod">
          <ac:chgData name="Daphne Economou" userId="d065a339-36cf-4937-af08-41751becbd81" providerId="ADAL" clId="{B7E510B3-3542-42AA-B9D6-5D7D6CB8B562}" dt="2023-11-12T14:48:20.209" v="4242"/>
          <ac:inkMkLst>
            <pc:docMk/>
            <pc:sldMk cId="3623314047" sldId="822"/>
            <ac:inkMk id="9" creationId="{5C9E0358-4AF5-D9C4-4526-929F8E3EEB17}"/>
          </ac:inkMkLst>
        </pc:inkChg>
        <pc:inkChg chg="add mod">
          <ac:chgData name="Daphne Economou" userId="d065a339-36cf-4937-af08-41751becbd81" providerId="ADAL" clId="{B7E510B3-3542-42AA-B9D6-5D7D6CB8B562}" dt="2023-11-12T14:48:20.209" v="4242"/>
          <ac:inkMkLst>
            <pc:docMk/>
            <pc:sldMk cId="3623314047" sldId="822"/>
            <ac:inkMk id="10" creationId="{90060AFD-8284-73A7-E7C9-110C8E4776B4}"/>
          </ac:inkMkLst>
        </pc:inkChg>
        <pc:inkChg chg="add del mod">
          <ac:chgData name="Daphne Economou" userId="d065a339-36cf-4937-af08-41751becbd81" providerId="ADAL" clId="{B7E510B3-3542-42AA-B9D6-5D7D6CB8B562}" dt="2023-11-12T14:55:56.905" v="4508" actId="478"/>
          <ac:inkMkLst>
            <pc:docMk/>
            <pc:sldMk cId="3623314047" sldId="822"/>
            <ac:inkMk id="12" creationId="{ECD9B226-CC0A-D308-F185-C7439B08B647}"/>
          </ac:inkMkLst>
        </pc:inkChg>
        <pc:inkChg chg="add del">
          <ac:chgData name="Daphne Economou" userId="d065a339-36cf-4937-af08-41751becbd81" providerId="ADAL" clId="{B7E510B3-3542-42AA-B9D6-5D7D6CB8B562}" dt="2023-11-12T14:47:50.705" v="4238" actId="9405"/>
          <ac:inkMkLst>
            <pc:docMk/>
            <pc:sldMk cId="3623314047" sldId="822"/>
            <ac:inkMk id="13" creationId="{A178B42B-B5A0-1C2E-9705-D83CE0AEA0B0}"/>
          </ac:inkMkLst>
        </pc:inkChg>
        <pc:inkChg chg="add del mod">
          <ac:chgData name="Daphne Economou" userId="d065a339-36cf-4937-af08-41751becbd81" providerId="ADAL" clId="{B7E510B3-3542-42AA-B9D6-5D7D6CB8B562}" dt="2023-11-12T14:48:20.209" v="4242"/>
          <ac:inkMkLst>
            <pc:docMk/>
            <pc:sldMk cId="3623314047" sldId="822"/>
            <ac:inkMk id="14" creationId="{3DA6AC65-EF91-E11B-EFA7-D3F31B8DCBFA}"/>
          </ac:inkMkLst>
        </pc:inkChg>
        <pc:inkChg chg="add del">
          <ac:chgData name="Daphne Economou" userId="d065a339-36cf-4937-af08-41751becbd81" providerId="ADAL" clId="{B7E510B3-3542-42AA-B9D6-5D7D6CB8B562}" dt="2023-11-12T14:48:25.654" v="4244" actId="9405"/>
          <ac:inkMkLst>
            <pc:docMk/>
            <pc:sldMk cId="3623314047" sldId="822"/>
            <ac:inkMk id="16" creationId="{B3028B68-7035-2CD6-FA11-81A25CEA9A75}"/>
          </ac:inkMkLst>
        </pc:inkChg>
        <pc:inkChg chg="add del">
          <ac:chgData name="Daphne Economou" userId="d065a339-36cf-4937-af08-41751becbd81" providerId="ADAL" clId="{B7E510B3-3542-42AA-B9D6-5D7D6CB8B562}" dt="2023-11-12T14:55:55.730" v="4506" actId="478"/>
          <ac:inkMkLst>
            <pc:docMk/>
            <pc:sldMk cId="3623314047" sldId="822"/>
            <ac:inkMk id="17" creationId="{C0EEBC4B-A7C8-AA09-F897-5087097A94DF}"/>
          </ac:inkMkLst>
        </pc:inkChg>
        <pc:inkChg chg="add mod">
          <ac:chgData name="Daphne Economou" userId="d065a339-36cf-4937-af08-41751becbd81" providerId="ADAL" clId="{B7E510B3-3542-42AA-B9D6-5D7D6CB8B562}" dt="2023-11-12T14:49:13.404" v="4252"/>
          <ac:inkMkLst>
            <pc:docMk/>
            <pc:sldMk cId="3623314047" sldId="822"/>
            <ac:inkMk id="18" creationId="{5037DDD9-71E9-153B-BC8E-AADDEB6CB088}"/>
          </ac:inkMkLst>
        </pc:inkChg>
        <pc:inkChg chg="add mod">
          <ac:chgData name="Daphne Economou" userId="d065a339-36cf-4937-af08-41751becbd81" providerId="ADAL" clId="{B7E510B3-3542-42AA-B9D6-5D7D6CB8B562}" dt="2023-11-12T14:49:13.404" v="4252"/>
          <ac:inkMkLst>
            <pc:docMk/>
            <pc:sldMk cId="3623314047" sldId="822"/>
            <ac:inkMk id="19" creationId="{0A41A9EF-991E-2721-3DAA-EEC9F7A60050}"/>
          </ac:inkMkLst>
        </pc:inkChg>
        <pc:inkChg chg="add mod">
          <ac:chgData name="Daphne Economou" userId="d065a339-36cf-4937-af08-41751becbd81" providerId="ADAL" clId="{B7E510B3-3542-42AA-B9D6-5D7D6CB8B562}" dt="2023-11-12T14:49:13.404" v="4252"/>
          <ac:inkMkLst>
            <pc:docMk/>
            <pc:sldMk cId="3623314047" sldId="822"/>
            <ac:inkMk id="20" creationId="{0E56409E-28A5-67C7-4E8E-164422A38E5D}"/>
          </ac:inkMkLst>
        </pc:inkChg>
        <pc:inkChg chg="add mod">
          <ac:chgData name="Daphne Economou" userId="d065a339-36cf-4937-af08-41751becbd81" providerId="ADAL" clId="{B7E510B3-3542-42AA-B9D6-5D7D6CB8B562}" dt="2023-11-12T14:49:13.404" v="4252"/>
          <ac:inkMkLst>
            <pc:docMk/>
            <pc:sldMk cId="3623314047" sldId="822"/>
            <ac:inkMk id="21" creationId="{D559A788-3071-334D-E54F-6B535735DA02}"/>
          </ac:inkMkLst>
        </pc:inkChg>
        <pc:inkChg chg="add mod">
          <ac:chgData name="Daphne Economou" userId="d065a339-36cf-4937-af08-41751becbd81" providerId="ADAL" clId="{B7E510B3-3542-42AA-B9D6-5D7D6CB8B562}" dt="2023-11-12T14:49:13.404" v="4252"/>
          <ac:inkMkLst>
            <pc:docMk/>
            <pc:sldMk cId="3623314047" sldId="822"/>
            <ac:inkMk id="23" creationId="{11CA4D02-DECF-FA86-7029-B1C18AE259F3}"/>
          </ac:inkMkLst>
        </pc:inkChg>
        <pc:inkChg chg="add del">
          <ac:chgData name="Daphne Economou" userId="d065a339-36cf-4937-af08-41751becbd81" providerId="ADAL" clId="{B7E510B3-3542-42AA-B9D6-5D7D6CB8B562}" dt="2023-11-12T14:55:55.132" v="4505" actId="478"/>
          <ac:inkMkLst>
            <pc:docMk/>
            <pc:sldMk cId="3623314047" sldId="822"/>
            <ac:inkMk id="26" creationId="{D36571AC-3A42-453A-8679-2C13C2130BD6}"/>
          </ac:inkMkLst>
        </pc:inkChg>
      </pc:sldChg>
      <pc:sldChg chg="del">
        <pc:chgData name="Daphne Economou" userId="d065a339-36cf-4937-af08-41751becbd81" providerId="ADAL" clId="{B7E510B3-3542-42AA-B9D6-5D7D6CB8B562}" dt="2023-11-12T01:36:50.573" v="3064" actId="2696"/>
        <pc:sldMkLst>
          <pc:docMk/>
          <pc:sldMk cId="3804222639" sldId="822"/>
        </pc:sldMkLst>
      </pc:sldChg>
      <pc:sldChg chg="modSp mod">
        <pc:chgData name="Daphne Economou" userId="d065a339-36cf-4937-af08-41751becbd81" providerId="ADAL" clId="{B7E510B3-3542-42AA-B9D6-5D7D6CB8B562}" dt="2023-11-11T18:51:25.241" v="622" actId="20577"/>
        <pc:sldMkLst>
          <pc:docMk/>
          <pc:sldMk cId="987531917" sldId="823"/>
        </pc:sldMkLst>
        <pc:spChg chg="mod">
          <ac:chgData name="Daphne Economou" userId="d065a339-36cf-4937-af08-41751becbd81" providerId="ADAL" clId="{B7E510B3-3542-42AA-B9D6-5D7D6CB8B562}" dt="2023-11-11T18:51:06.992" v="615" actId="113"/>
          <ac:spMkLst>
            <pc:docMk/>
            <pc:sldMk cId="987531917" sldId="823"/>
            <ac:spMk id="3" creationId="{57E5B1D4-09C7-5A4A-68DD-65F0EDF5B93E}"/>
          </ac:spMkLst>
        </pc:spChg>
        <pc:graphicFrameChg chg="mod">
          <ac:chgData name="Daphne Economou" userId="d065a339-36cf-4937-af08-41751becbd81" providerId="ADAL" clId="{B7E510B3-3542-42AA-B9D6-5D7D6CB8B562}" dt="2023-11-11T18:51:25.241" v="622" actId="20577"/>
          <ac:graphicFrameMkLst>
            <pc:docMk/>
            <pc:sldMk cId="987531917" sldId="823"/>
            <ac:graphicFrameMk id="11" creationId="{E9957522-42F0-E41B-5E8F-9B619496AEF0}"/>
          </ac:graphicFrameMkLst>
        </pc:graphicFrameChg>
      </pc:sldChg>
      <pc:sldChg chg="addSp modSp add mod setBg">
        <pc:chgData name="Daphne Economou" userId="d065a339-36cf-4937-af08-41751becbd81" providerId="ADAL" clId="{B7E510B3-3542-42AA-B9D6-5D7D6CB8B562}" dt="2023-11-12T17:46:53.457" v="5323" actId="12385"/>
        <pc:sldMkLst>
          <pc:docMk/>
          <pc:sldMk cId="348445882" sldId="824"/>
        </pc:sldMkLst>
        <pc:spChg chg="mod">
          <ac:chgData name="Daphne Economou" userId="d065a339-36cf-4937-af08-41751becbd81" providerId="ADAL" clId="{B7E510B3-3542-42AA-B9D6-5D7D6CB8B562}" dt="2023-11-12T17:43:54.310" v="5161" actId="27636"/>
          <ac:spMkLst>
            <pc:docMk/>
            <pc:sldMk cId="348445882" sldId="824"/>
            <ac:spMk id="3" creationId="{77FBED8A-DD52-E466-0ECB-8FEF83EC0F8D}"/>
          </ac:spMkLst>
        </pc:spChg>
        <pc:graphicFrameChg chg="add mod modGraphic">
          <ac:chgData name="Daphne Economou" userId="d065a339-36cf-4937-af08-41751becbd81" providerId="ADAL" clId="{B7E510B3-3542-42AA-B9D6-5D7D6CB8B562}" dt="2023-11-12T17:46:53.457" v="5323" actId="12385"/>
          <ac:graphicFrameMkLst>
            <pc:docMk/>
            <pc:sldMk cId="348445882" sldId="824"/>
            <ac:graphicFrameMk id="4" creationId="{9D5CD8F0-B1BF-0419-A482-1F0EF7A95D1C}"/>
          </ac:graphicFrameMkLst>
        </pc:graphicFrameChg>
      </pc:sldChg>
      <pc:sldChg chg="del">
        <pc:chgData name="Daphne Economou" userId="d065a339-36cf-4937-af08-41751becbd81" providerId="ADAL" clId="{B7E510B3-3542-42AA-B9D6-5D7D6CB8B562}" dt="2023-11-12T01:36:50.573" v="3064" actId="2696"/>
        <pc:sldMkLst>
          <pc:docMk/>
          <pc:sldMk cId="4122856582" sldId="824"/>
        </pc:sldMkLst>
      </pc:sldChg>
      <pc:sldChg chg="addSp delSp modSp mod">
        <pc:chgData name="Daphne Economou" userId="d065a339-36cf-4937-af08-41751becbd81" providerId="ADAL" clId="{B7E510B3-3542-42AA-B9D6-5D7D6CB8B562}" dt="2023-11-12T19:59:37.705" v="6027" actId="962"/>
        <pc:sldMkLst>
          <pc:docMk/>
          <pc:sldMk cId="2479329136" sldId="827"/>
        </pc:sldMkLst>
        <pc:spChg chg="mod">
          <ac:chgData name="Daphne Economou" userId="d065a339-36cf-4937-af08-41751becbd81" providerId="ADAL" clId="{B7E510B3-3542-42AA-B9D6-5D7D6CB8B562}" dt="2023-11-11T18:47:32.748" v="579" actId="20577"/>
          <ac:spMkLst>
            <pc:docMk/>
            <pc:sldMk cId="2479329136" sldId="827"/>
            <ac:spMk id="3" creationId="{773DA289-8072-CAF8-084D-A0C863C75689}"/>
          </ac:spMkLst>
        </pc:spChg>
        <pc:spChg chg="add del">
          <ac:chgData name="Daphne Economou" userId="d065a339-36cf-4937-af08-41751becbd81" providerId="ADAL" clId="{B7E510B3-3542-42AA-B9D6-5D7D6CB8B562}" dt="2023-11-12T19:53:27.062" v="5862" actId="478"/>
          <ac:spMkLst>
            <pc:docMk/>
            <pc:sldMk cId="2479329136" sldId="827"/>
            <ac:spMk id="4" creationId="{F6A198BC-3EDB-386B-965A-E2C433EFB348}"/>
          </ac:spMkLst>
        </pc:spChg>
        <pc:picChg chg="mod">
          <ac:chgData name="Daphne Economou" userId="d065a339-36cf-4937-af08-41751becbd81" providerId="ADAL" clId="{B7E510B3-3542-42AA-B9D6-5D7D6CB8B562}" dt="2023-11-12T19:59:37.705" v="6027" actId="962"/>
          <ac:picMkLst>
            <pc:docMk/>
            <pc:sldMk cId="2479329136" sldId="827"/>
            <ac:picMk id="11" creationId="{361F2840-9557-9972-8E6C-4C63BAA74E06}"/>
          </ac:picMkLst>
        </pc:picChg>
        <pc:picChg chg="mod">
          <ac:chgData name="Daphne Economou" userId="d065a339-36cf-4937-af08-41751becbd81" providerId="ADAL" clId="{B7E510B3-3542-42AA-B9D6-5D7D6CB8B562}" dt="2023-11-12T19:59:32.197" v="6025" actId="962"/>
          <ac:picMkLst>
            <pc:docMk/>
            <pc:sldMk cId="2479329136" sldId="827"/>
            <ac:picMk id="13" creationId="{CDA4358F-0283-1867-28E0-1C431C2B9E83}"/>
          </ac:picMkLst>
        </pc:picChg>
      </pc:sldChg>
      <pc:sldChg chg="modSp mod">
        <pc:chgData name="Daphne Economou" userId="d065a339-36cf-4937-af08-41751becbd81" providerId="ADAL" clId="{B7E510B3-3542-42AA-B9D6-5D7D6CB8B562}" dt="2023-11-11T18:48:02.669" v="582" actId="20577"/>
        <pc:sldMkLst>
          <pc:docMk/>
          <pc:sldMk cId="3329391144" sldId="828"/>
        </pc:sldMkLst>
        <pc:spChg chg="mod">
          <ac:chgData name="Daphne Economou" userId="d065a339-36cf-4937-af08-41751becbd81" providerId="ADAL" clId="{B7E510B3-3542-42AA-B9D6-5D7D6CB8B562}" dt="2023-11-11T18:48:02.669" v="582" actId="20577"/>
          <ac:spMkLst>
            <pc:docMk/>
            <pc:sldMk cId="3329391144" sldId="828"/>
            <ac:spMk id="3" creationId="{319ABD63-D3BC-5756-A276-1A16F1518969}"/>
          </ac:spMkLst>
        </pc:spChg>
      </pc:sldChg>
      <pc:sldChg chg="add del setBg">
        <pc:chgData name="Daphne Economou" userId="d065a339-36cf-4937-af08-41751becbd81" providerId="ADAL" clId="{B7E510B3-3542-42AA-B9D6-5D7D6CB8B562}" dt="2023-11-12T01:37:50.173" v="3066" actId="47"/>
        <pc:sldMkLst>
          <pc:docMk/>
          <pc:sldMk cId="925864570" sldId="830"/>
        </pc:sldMkLst>
      </pc:sldChg>
      <pc:sldChg chg="del">
        <pc:chgData name="Daphne Economou" userId="d065a339-36cf-4937-af08-41751becbd81" providerId="ADAL" clId="{B7E510B3-3542-42AA-B9D6-5D7D6CB8B562}" dt="2023-11-12T01:36:50.573" v="3064" actId="2696"/>
        <pc:sldMkLst>
          <pc:docMk/>
          <pc:sldMk cId="1174083493" sldId="830"/>
        </pc:sldMkLst>
      </pc:sldChg>
      <pc:sldChg chg="modSp mod">
        <pc:chgData name="Daphne Economou" userId="d065a339-36cf-4937-af08-41751becbd81" providerId="ADAL" clId="{B7E510B3-3542-42AA-B9D6-5D7D6CB8B562}" dt="2023-11-11T18:50:51.739" v="614" actId="122"/>
        <pc:sldMkLst>
          <pc:docMk/>
          <pc:sldMk cId="1874153522" sldId="831"/>
        </pc:sldMkLst>
        <pc:graphicFrameChg chg="mod modGraphic">
          <ac:chgData name="Daphne Economou" userId="d065a339-36cf-4937-af08-41751becbd81" providerId="ADAL" clId="{B7E510B3-3542-42AA-B9D6-5D7D6CB8B562}" dt="2023-11-11T18:50:51.739" v="614" actId="122"/>
          <ac:graphicFrameMkLst>
            <pc:docMk/>
            <pc:sldMk cId="1874153522" sldId="831"/>
            <ac:graphicFrameMk id="4" creationId="{C9A722A0-CFAB-52EE-2528-2D94F33C1FB5}"/>
          </ac:graphicFrameMkLst>
        </pc:graphicFrameChg>
      </pc:sldChg>
      <pc:sldChg chg="del">
        <pc:chgData name="Daphne Economou" userId="d065a339-36cf-4937-af08-41751becbd81" providerId="ADAL" clId="{B7E510B3-3542-42AA-B9D6-5D7D6CB8B562}" dt="2023-11-12T01:36:50.573" v="3064" actId="2696"/>
        <pc:sldMkLst>
          <pc:docMk/>
          <pc:sldMk cId="3524455703" sldId="832"/>
        </pc:sldMkLst>
      </pc:sldChg>
      <pc:sldChg chg="addSp delSp modSp add mod ord setBg">
        <pc:chgData name="Daphne Economou" userId="d065a339-36cf-4937-af08-41751becbd81" providerId="ADAL" clId="{B7E510B3-3542-42AA-B9D6-5D7D6CB8B562}" dt="2023-11-12T19:59:58.901" v="6041" actId="962"/>
        <pc:sldMkLst>
          <pc:docMk/>
          <pc:sldMk cId="3816859805" sldId="832"/>
        </pc:sldMkLst>
        <pc:spChg chg="mod">
          <ac:chgData name="Daphne Economou" userId="d065a339-36cf-4937-af08-41751becbd81" providerId="ADAL" clId="{B7E510B3-3542-42AA-B9D6-5D7D6CB8B562}" dt="2023-11-12T15:07:58.981" v="4667" actId="14100"/>
          <ac:spMkLst>
            <pc:docMk/>
            <pc:sldMk cId="3816859805" sldId="832"/>
            <ac:spMk id="3" creationId="{57E5B1D4-09C7-5A4A-68DD-65F0EDF5B93E}"/>
          </ac:spMkLst>
        </pc:spChg>
        <pc:spChg chg="add del">
          <ac:chgData name="Daphne Economou" userId="d065a339-36cf-4937-af08-41751becbd81" providerId="ADAL" clId="{B7E510B3-3542-42AA-B9D6-5D7D6CB8B562}" dt="2023-11-12T15:04:24.611" v="4625" actId="478"/>
          <ac:spMkLst>
            <pc:docMk/>
            <pc:sldMk cId="3816859805" sldId="832"/>
            <ac:spMk id="7" creationId="{2F1C4535-3044-DFAE-959B-A3C75A2731B5}"/>
          </ac:spMkLst>
        </pc:spChg>
        <pc:picChg chg="mod">
          <ac:chgData name="Daphne Economou" userId="d065a339-36cf-4937-af08-41751becbd81" providerId="ADAL" clId="{B7E510B3-3542-42AA-B9D6-5D7D6CB8B562}" dt="2023-11-12T19:59:58.901" v="6041" actId="962"/>
          <ac:picMkLst>
            <pc:docMk/>
            <pc:sldMk cId="3816859805" sldId="832"/>
            <ac:picMk id="4" creationId="{8BA52589-FE3B-DE40-DDAF-3B5E6268C574}"/>
          </ac:picMkLst>
        </pc:picChg>
      </pc:sldChg>
      <pc:sldChg chg="delSp modSp mod">
        <pc:chgData name="Daphne Economou" userId="d065a339-36cf-4937-af08-41751becbd81" providerId="ADAL" clId="{B7E510B3-3542-42AA-B9D6-5D7D6CB8B562}" dt="2023-11-12T19:57:42.230" v="5897" actId="962"/>
        <pc:sldMkLst>
          <pc:docMk/>
          <pc:sldMk cId="3982688279" sldId="833"/>
        </pc:sldMkLst>
        <pc:spChg chg="mod">
          <ac:chgData name="Daphne Economou" userId="d065a339-36cf-4937-af08-41751becbd81" providerId="ADAL" clId="{B7E510B3-3542-42AA-B9D6-5D7D6CB8B562}" dt="2023-11-12T19:16:42.938" v="5683" actId="207"/>
          <ac:spMkLst>
            <pc:docMk/>
            <pc:sldMk cId="3982688279" sldId="833"/>
            <ac:spMk id="3" creationId="{4B154E46-BDC4-5150-157C-F9CF76262949}"/>
          </ac:spMkLst>
        </pc:spChg>
        <pc:spChg chg="del">
          <ac:chgData name="Daphne Economou" userId="d065a339-36cf-4937-af08-41751becbd81" providerId="ADAL" clId="{B7E510B3-3542-42AA-B9D6-5D7D6CB8B562}" dt="2023-11-12T02:02:01.150" v="3085" actId="478"/>
          <ac:spMkLst>
            <pc:docMk/>
            <pc:sldMk cId="3982688279" sldId="833"/>
            <ac:spMk id="6" creationId="{29642076-CBF7-180C-77DC-3248E7638DFF}"/>
          </ac:spMkLst>
        </pc:spChg>
        <pc:spChg chg="del">
          <ac:chgData name="Daphne Economou" userId="d065a339-36cf-4937-af08-41751becbd81" providerId="ADAL" clId="{B7E510B3-3542-42AA-B9D6-5D7D6CB8B562}" dt="2023-11-12T02:09:34.802" v="3227" actId="478"/>
          <ac:spMkLst>
            <pc:docMk/>
            <pc:sldMk cId="3982688279" sldId="833"/>
            <ac:spMk id="10" creationId="{D5D66ECE-EDEA-3A86-EF0B-910A07079E91}"/>
          </ac:spMkLst>
        </pc:spChg>
        <pc:picChg chg="mod">
          <ac:chgData name="Daphne Economou" userId="d065a339-36cf-4937-af08-41751becbd81" providerId="ADAL" clId="{B7E510B3-3542-42AA-B9D6-5D7D6CB8B562}" dt="2023-11-12T19:57:35.870" v="5893" actId="962"/>
          <ac:picMkLst>
            <pc:docMk/>
            <pc:sldMk cId="3982688279" sldId="833"/>
            <ac:picMk id="8" creationId="{F7F6A9EE-6CF9-6D46-3436-BC6AF335B874}"/>
          </ac:picMkLst>
        </pc:picChg>
        <pc:picChg chg="mod">
          <ac:chgData name="Daphne Economou" userId="d065a339-36cf-4937-af08-41751becbd81" providerId="ADAL" clId="{B7E510B3-3542-42AA-B9D6-5D7D6CB8B562}" dt="2023-11-12T19:57:40.288" v="5895" actId="962"/>
          <ac:picMkLst>
            <pc:docMk/>
            <pc:sldMk cId="3982688279" sldId="833"/>
            <ac:picMk id="11" creationId="{FAE066FF-59F5-6088-B928-F28D5F74C5E4}"/>
          </ac:picMkLst>
        </pc:picChg>
        <pc:picChg chg="mod">
          <ac:chgData name="Daphne Economou" userId="d065a339-36cf-4937-af08-41751becbd81" providerId="ADAL" clId="{B7E510B3-3542-42AA-B9D6-5D7D6CB8B562}" dt="2023-11-12T19:57:42.230" v="5897" actId="962"/>
          <ac:picMkLst>
            <pc:docMk/>
            <pc:sldMk cId="3982688279" sldId="833"/>
            <ac:picMk id="13" creationId="{236541B7-4FCA-670D-1D39-A6CDCDCD1796}"/>
          </ac:picMkLst>
        </pc:picChg>
      </pc:sldChg>
      <pc:sldChg chg="modSp mod">
        <pc:chgData name="Daphne Economou" userId="d065a339-36cf-4937-af08-41751becbd81" providerId="ADAL" clId="{B7E510B3-3542-42AA-B9D6-5D7D6CB8B562}" dt="2023-11-12T02:07:51.420" v="3204" actId="27636"/>
        <pc:sldMkLst>
          <pc:docMk/>
          <pc:sldMk cId="2620268039" sldId="840"/>
        </pc:sldMkLst>
        <pc:spChg chg="mod">
          <ac:chgData name="Daphne Economou" userId="d065a339-36cf-4937-af08-41751becbd81" providerId="ADAL" clId="{B7E510B3-3542-42AA-B9D6-5D7D6CB8B562}" dt="2023-11-12T02:07:51.420" v="3204" actId="27636"/>
          <ac:spMkLst>
            <pc:docMk/>
            <pc:sldMk cId="2620268039" sldId="840"/>
            <ac:spMk id="3" creationId="{9C60971D-0E78-D66A-0330-66933B0DA207}"/>
          </ac:spMkLst>
        </pc:spChg>
      </pc:sldChg>
      <pc:sldChg chg="addSp delSp modSp add mod ord">
        <pc:chgData name="Daphne Economou" userId="d065a339-36cf-4937-af08-41751becbd81" providerId="ADAL" clId="{B7E510B3-3542-42AA-B9D6-5D7D6CB8B562}" dt="2023-11-12T20:00:10.332" v="6055" actId="962"/>
        <pc:sldMkLst>
          <pc:docMk/>
          <pc:sldMk cId="929187110" sldId="841"/>
        </pc:sldMkLst>
        <pc:spChg chg="mod">
          <ac:chgData name="Daphne Economou" userId="d065a339-36cf-4937-af08-41751becbd81" providerId="ADAL" clId="{B7E510B3-3542-42AA-B9D6-5D7D6CB8B562}" dt="2023-11-12T15:08:20.813" v="4670" actId="14100"/>
          <ac:spMkLst>
            <pc:docMk/>
            <pc:sldMk cId="929187110" sldId="841"/>
            <ac:spMk id="3" creationId="{015388B9-0D27-9570-B3F0-401472B48B05}"/>
          </ac:spMkLst>
        </pc:spChg>
        <pc:spChg chg="add mod">
          <ac:chgData name="Daphne Economou" userId="d065a339-36cf-4937-af08-41751becbd81" providerId="ADAL" clId="{B7E510B3-3542-42AA-B9D6-5D7D6CB8B562}" dt="2023-11-12T14:18:54.974" v="4034" actId="20577"/>
          <ac:spMkLst>
            <pc:docMk/>
            <pc:sldMk cId="929187110" sldId="841"/>
            <ac:spMk id="6" creationId="{A7EA5194-90E5-5D76-3F6E-5AC1247F9791}"/>
          </ac:spMkLst>
        </pc:spChg>
        <pc:spChg chg="add mod">
          <ac:chgData name="Daphne Economou" userId="d065a339-36cf-4937-af08-41751becbd81" providerId="ADAL" clId="{B7E510B3-3542-42AA-B9D6-5D7D6CB8B562}" dt="2023-11-12T14:19:17.200" v="4043" actId="1076"/>
          <ac:spMkLst>
            <pc:docMk/>
            <pc:sldMk cId="929187110" sldId="841"/>
            <ac:spMk id="7" creationId="{F9AD44D8-63AE-8DA7-7723-23DB31425922}"/>
          </ac:spMkLst>
        </pc:spChg>
        <pc:spChg chg="add mod">
          <ac:chgData name="Daphne Economou" userId="d065a339-36cf-4937-af08-41751becbd81" providerId="ADAL" clId="{B7E510B3-3542-42AA-B9D6-5D7D6CB8B562}" dt="2023-11-12T14:19:13.195" v="4042" actId="1076"/>
          <ac:spMkLst>
            <pc:docMk/>
            <pc:sldMk cId="929187110" sldId="841"/>
            <ac:spMk id="8" creationId="{091D290F-7402-1152-1E60-83FEB17D321D}"/>
          </ac:spMkLst>
        </pc:spChg>
        <pc:spChg chg="add del mod">
          <ac:chgData name="Daphne Economou" userId="d065a339-36cf-4937-af08-41751becbd81" providerId="ADAL" clId="{B7E510B3-3542-42AA-B9D6-5D7D6CB8B562}" dt="2023-11-12T14:19:42.851" v="4054" actId="1076"/>
          <ac:spMkLst>
            <pc:docMk/>
            <pc:sldMk cId="929187110" sldId="841"/>
            <ac:spMk id="9" creationId="{A09037B6-0DF2-24F3-3C70-40100396E448}"/>
          </ac:spMkLst>
        </pc:spChg>
        <pc:spChg chg="add mod">
          <ac:chgData name="Daphne Economou" userId="d065a339-36cf-4937-af08-41751becbd81" providerId="ADAL" clId="{B7E510B3-3542-42AA-B9D6-5D7D6CB8B562}" dt="2023-11-12T14:19:49.729" v="4057" actId="20577"/>
          <ac:spMkLst>
            <pc:docMk/>
            <pc:sldMk cId="929187110" sldId="841"/>
            <ac:spMk id="10" creationId="{81AC0903-3C2D-8CAD-55E3-5913415DA316}"/>
          </ac:spMkLst>
        </pc:spChg>
        <pc:spChg chg="add mod">
          <ac:chgData name="Daphne Economou" userId="d065a339-36cf-4937-af08-41751becbd81" providerId="ADAL" clId="{B7E510B3-3542-42AA-B9D6-5D7D6CB8B562}" dt="2023-11-12T14:20:19.636" v="4071" actId="20577"/>
          <ac:spMkLst>
            <pc:docMk/>
            <pc:sldMk cId="929187110" sldId="841"/>
            <ac:spMk id="11" creationId="{2AD4C887-AB31-DC13-A3CA-DB3124C5AB76}"/>
          </ac:spMkLst>
        </pc:spChg>
        <pc:grpChg chg="del mod">
          <ac:chgData name="Daphne Economou" userId="d065a339-36cf-4937-af08-41751becbd81" providerId="ADAL" clId="{B7E510B3-3542-42AA-B9D6-5D7D6CB8B562}" dt="2023-11-12T14:21:17.497" v="4078"/>
          <ac:grpSpMkLst>
            <pc:docMk/>
            <pc:sldMk cId="929187110" sldId="841"/>
            <ac:grpSpMk id="14" creationId="{DD592B5A-3D08-06AB-DEE4-77BB0BADFBEA}"/>
          </ac:grpSpMkLst>
        </pc:grpChg>
        <pc:grpChg chg="mod">
          <ac:chgData name="Daphne Economou" userId="d065a339-36cf-4937-af08-41751becbd81" providerId="ADAL" clId="{B7E510B3-3542-42AA-B9D6-5D7D6CB8B562}" dt="2023-11-12T14:21:17.497" v="4078"/>
          <ac:grpSpMkLst>
            <pc:docMk/>
            <pc:sldMk cId="929187110" sldId="841"/>
            <ac:grpSpMk id="18" creationId="{4DDC789B-E525-2BA6-1ECE-EAEE2ADBA5AF}"/>
          </ac:grpSpMkLst>
        </pc:grpChg>
        <pc:grpChg chg="mod">
          <ac:chgData name="Daphne Economou" userId="d065a339-36cf-4937-af08-41751becbd81" providerId="ADAL" clId="{B7E510B3-3542-42AA-B9D6-5D7D6CB8B562}" dt="2023-11-12T15:08:29.429" v="4674" actId="1076"/>
          <ac:grpSpMkLst>
            <pc:docMk/>
            <pc:sldMk cId="929187110" sldId="841"/>
            <ac:grpSpMk id="22" creationId="{13C2107D-370F-F66E-7652-DF331877977F}"/>
          </ac:grpSpMkLst>
        </pc:grpChg>
        <pc:picChg chg="mod">
          <ac:chgData name="Daphne Economou" userId="d065a339-36cf-4937-af08-41751becbd81" providerId="ADAL" clId="{B7E510B3-3542-42AA-B9D6-5D7D6CB8B562}" dt="2023-11-12T20:00:10.332" v="6055" actId="962"/>
          <ac:picMkLst>
            <pc:docMk/>
            <pc:sldMk cId="929187110" sldId="841"/>
            <ac:picMk id="2050" creationId="{AFBA7B06-3727-9E8D-83B8-1F9B36D702BE}"/>
          </ac:picMkLst>
        </pc:picChg>
        <pc:inkChg chg="add mod">
          <ac:chgData name="Daphne Economou" userId="d065a339-36cf-4937-af08-41751becbd81" providerId="ADAL" clId="{B7E510B3-3542-42AA-B9D6-5D7D6CB8B562}" dt="2023-11-12T14:21:17.497" v="4078"/>
          <ac:inkMkLst>
            <pc:docMk/>
            <pc:sldMk cId="929187110" sldId="841"/>
            <ac:inkMk id="12" creationId="{77D1FAA2-F31A-CBA1-69FD-CAF2F01930A1}"/>
          </ac:inkMkLst>
        </pc:inkChg>
        <pc:inkChg chg="add mod">
          <ac:chgData name="Daphne Economou" userId="d065a339-36cf-4937-af08-41751becbd81" providerId="ADAL" clId="{B7E510B3-3542-42AA-B9D6-5D7D6CB8B562}" dt="2023-11-12T14:21:17.497" v="4078"/>
          <ac:inkMkLst>
            <pc:docMk/>
            <pc:sldMk cId="929187110" sldId="841"/>
            <ac:inkMk id="13" creationId="{FCF245EC-1FB7-A02C-35FD-556938139E29}"/>
          </ac:inkMkLst>
        </pc:inkChg>
        <pc:inkChg chg="add mod">
          <ac:chgData name="Daphne Economou" userId="d065a339-36cf-4937-af08-41751becbd81" providerId="ADAL" clId="{B7E510B3-3542-42AA-B9D6-5D7D6CB8B562}" dt="2023-11-12T14:21:17.497" v="4078"/>
          <ac:inkMkLst>
            <pc:docMk/>
            <pc:sldMk cId="929187110" sldId="841"/>
            <ac:inkMk id="15" creationId="{A86E4E0B-BC2B-AD0C-64CA-AE1C84C791A5}"/>
          </ac:inkMkLst>
        </pc:inkChg>
        <pc:inkChg chg="add mod">
          <ac:chgData name="Daphne Economou" userId="d065a339-36cf-4937-af08-41751becbd81" providerId="ADAL" clId="{B7E510B3-3542-42AA-B9D6-5D7D6CB8B562}" dt="2023-11-12T14:21:17.497" v="4078"/>
          <ac:inkMkLst>
            <pc:docMk/>
            <pc:sldMk cId="929187110" sldId="841"/>
            <ac:inkMk id="16" creationId="{4EC30DC9-E7CA-6C49-4152-F78B95A4EF41}"/>
          </ac:inkMkLst>
        </pc:inkChg>
        <pc:inkChg chg="add mod">
          <ac:chgData name="Daphne Economou" userId="d065a339-36cf-4937-af08-41751becbd81" providerId="ADAL" clId="{B7E510B3-3542-42AA-B9D6-5D7D6CB8B562}" dt="2023-11-12T14:21:17.497" v="4078"/>
          <ac:inkMkLst>
            <pc:docMk/>
            <pc:sldMk cId="929187110" sldId="841"/>
            <ac:inkMk id="17" creationId="{E3FC4C83-D402-6582-696C-AF6F821C77E6}"/>
          </ac:inkMkLst>
        </pc:inkChg>
        <pc:inkChg chg="add mod">
          <ac:chgData name="Daphne Economou" userId="d065a339-36cf-4937-af08-41751becbd81" providerId="ADAL" clId="{B7E510B3-3542-42AA-B9D6-5D7D6CB8B562}" dt="2023-11-12T15:08:23.781" v="4671" actId="1076"/>
          <ac:inkMkLst>
            <pc:docMk/>
            <pc:sldMk cId="929187110" sldId="841"/>
            <ac:inkMk id="19" creationId="{8033C5D0-3B59-61D9-27A2-48CD7E2AE0A1}"/>
          </ac:inkMkLst>
        </pc:inkChg>
        <pc:inkChg chg="add mod">
          <ac:chgData name="Daphne Economou" userId="d065a339-36cf-4937-af08-41751becbd81" providerId="ADAL" clId="{B7E510B3-3542-42AA-B9D6-5D7D6CB8B562}" dt="2023-11-12T14:22:03.609" v="4082"/>
          <ac:inkMkLst>
            <pc:docMk/>
            <pc:sldMk cId="929187110" sldId="841"/>
            <ac:inkMk id="20" creationId="{87A8BAEB-A23A-ECFA-77C9-1C8FA1682513}"/>
          </ac:inkMkLst>
        </pc:inkChg>
        <pc:inkChg chg="add mod">
          <ac:chgData name="Daphne Economou" userId="d065a339-36cf-4937-af08-41751becbd81" providerId="ADAL" clId="{B7E510B3-3542-42AA-B9D6-5D7D6CB8B562}" dt="2023-11-12T14:22:03.609" v="4082"/>
          <ac:inkMkLst>
            <pc:docMk/>
            <pc:sldMk cId="929187110" sldId="841"/>
            <ac:inkMk id="21" creationId="{ACF0C208-8438-D0B6-41C1-FFE16087C431}"/>
          </ac:inkMkLst>
        </pc:inkChg>
      </pc:sldChg>
      <pc:sldChg chg="del">
        <pc:chgData name="Daphne Economou" userId="d065a339-36cf-4937-af08-41751becbd81" providerId="ADAL" clId="{B7E510B3-3542-42AA-B9D6-5D7D6CB8B562}" dt="2023-11-12T01:36:50.573" v="3064" actId="2696"/>
        <pc:sldMkLst>
          <pc:docMk/>
          <pc:sldMk cId="2532049213" sldId="841"/>
        </pc:sldMkLst>
      </pc:sldChg>
      <pc:sldChg chg="del">
        <pc:chgData name="Daphne Economou" userId="d065a339-36cf-4937-af08-41751becbd81" providerId="ADAL" clId="{B7E510B3-3542-42AA-B9D6-5D7D6CB8B562}" dt="2023-11-12T01:36:50.573" v="3064" actId="2696"/>
        <pc:sldMkLst>
          <pc:docMk/>
          <pc:sldMk cId="400854103" sldId="842"/>
        </pc:sldMkLst>
      </pc:sldChg>
      <pc:sldChg chg="modSp add mod">
        <pc:chgData name="Daphne Economou" userId="d065a339-36cf-4937-af08-41751becbd81" providerId="ADAL" clId="{B7E510B3-3542-42AA-B9D6-5D7D6CB8B562}" dt="2023-11-12T14:08:42.061" v="4014" actId="14100"/>
        <pc:sldMkLst>
          <pc:docMk/>
          <pc:sldMk cId="2860133864" sldId="842"/>
        </pc:sldMkLst>
        <pc:spChg chg="mod">
          <ac:chgData name="Daphne Economou" userId="d065a339-36cf-4937-af08-41751becbd81" providerId="ADAL" clId="{B7E510B3-3542-42AA-B9D6-5D7D6CB8B562}" dt="2023-11-12T14:08:42.061" v="4014" actId="14100"/>
          <ac:spMkLst>
            <pc:docMk/>
            <pc:sldMk cId="2860133864" sldId="842"/>
            <ac:spMk id="8" creationId="{C7A9F5CB-9DBD-E6BB-9A28-E5D10DD337C7}"/>
          </ac:spMkLst>
        </pc:spChg>
      </pc:sldChg>
      <pc:sldChg chg="del">
        <pc:chgData name="Daphne Economou" userId="d065a339-36cf-4937-af08-41751becbd81" providerId="ADAL" clId="{B7E510B3-3542-42AA-B9D6-5D7D6CB8B562}" dt="2023-11-12T01:36:50.573" v="3064" actId="2696"/>
        <pc:sldMkLst>
          <pc:docMk/>
          <pc:sldMk cId="1698127553" sldId="844"/>
        </pc:sldMkLst>
      </pc:sldChg>
      <pc:sldChg chg="modSp add del mod">
        <pc:chgData name="Daphne Economou" userId="d065a339-36cf-4937-af08-41751becbd81" providerId="ADAL" clId="{B7E510B3-3542-42AA-B9D6-5D7D6CB8B562}" dt="2023-11-12T13:22:08.970" v="4001" actId="47"/>
        <pc:sldMkLst>
          <pc:docMk/>
          <pc:sldMk cId="1786419805" sldId="844"/>
        </pc:sldMkLst>
        <pc:spChg chg="mod">
          <ac:chgData name="Daphne Economou" userId="d065a339-36cf-4937-af08-41751becbd81" providerId="ADAL" clId="{B7E510B3-3542-42AA-B9D6-5D7D6CB8B562}" dt="2023-11-12T01:43:03.824" v="3072" actId="27636"/>
          <ac:spMkLst>
            <pc:docMk/>
            <pc:sldMk cId="1786419805" sldId="844"/>
            <ac:spMk id="8" creationId="{C7A9F5CB-9DBD-E6BB-9A28-E5D10DD337C7}"/>
          </ac:spMkLst>
        </pc:spChg>
      </pc:sldChg>
      <pc:sldChg chg="del">
        <pc:chgData name="Daphne Economou" userId="d065a339-36cf-4937-af08-41751becbd81" providerId="ADAL" clId="{B7E510B3-3542-42AA-B9D6-5D7D6CB8B562}" dt="2023-11-12T01:36:50.573" v="3064" actId="2696"/>
        <pc:sldMkLst>
          <pc:docMk/>
          <pc:sldMk cId="1480465851" sldId="845"/>
        </pc:sldMkLst>
      </pc:sldChg>
      <pc:sldChg chg="add del">
        <pc:chgData name="Daphne Economou" userId="d065a339-36cf-4937-af08-41751becbd81" providerId="ADAL" clId="{B7E510B3-3542-42AA-B9D6-5D7D6CB8B562}" dt="2023-11-12T13:22:08.970" v="4001" actId="47"/>
        <pc:sldMkLst>
          <pc:docMk/>
          <pc:sldMk cId="3201547871" sldId="845"/>
        </pc:sldMkLst>
      </pc:sldChg>
      <pc:sldChg chg="modSp mod">
        <pc:chgData name="Daphne Economou" userId="d065a339-36cf-4937-af08-41751becbd81" providerId="ADAL" clId="{B7E510B3-3542-42AA-B9D6-5D7D6CB8B562}" dt="2023-11-12T19:59:01.245" v="5997" actId="962"/>
        <pc:sldMkLst>
          <pc:docMk/>
          <pc:sldMk cId="2483141864" sldId="846"/>
        </pc:sldMkLst>
        <pc:spChg chg="mod">
          <ac:chgData name="Daphne Economou" userId="d065a339-36cf-4937-af08-41751becbd81" providerId="ADAL" clId="{B7E510B3-3542-42AA-B9D6-5D7D6CB8B562}" dt="2023-11-12T18:30:41.099" v="5373" actId="114"/>
          <ac:spMkLst>
            <pc:docMk/>
            <pc:sldMk cId="2483141864" sldId="846"/>
            <ac:spMk id="2" creationId="{568E9508-1DB3-4738-19C6-0BDCBA2D2F04}"/>
          </ac:spMkLst>
        </pc:spChg>
        <pc:spChg chg="mod">
          <ac:chgData name="Daphne Economou" userId="d065a339-36cf-4937-af08-41751becbd81" providerId="ADAL" clId="{B7E510B3-3542-42AA-B9D6-5D7D6CB8B562}" dt="2023-11-12T18:31:03.403" v="5375" actId="114"/>
          <ac:spMkLst>
            <pc:docMk/>
            <pc:sldMk cId="2483141864" sldId="846"/>
            <ac:spMk id="3" creationId="{05F2D2DD-33DF-8521-AD63-776D77E2E3D0}"/>
          </ac:spMkLst>
        </pc:spChg>
        <pc:picChg chg="mod">
          <ac:chgData name="Daphne Economou" userId="d065a339-36cf-4937-af08-41751becbd81" providerId="ADAL" clId="{B7E510B3-3542-42AA-B9D6-5D7D6CB8B562}" dt="2023-11-12T19:58:56.999" v="5991" actId="962"/>
          <ac:picMkLst>
            <pc:docMk/>
            <pc:sldMk cId="2483141864" sldId="846"/>
            <ac:picMk id="6154" creationId="{84666BB8-16DD-23DD-E6E3-22EF1A85B4A4}"/>
          </ac:picMkLst>
        </pc:picChg>
        <pc:picChg chg="mod">
          <ac:chgData name="Daphne Economou" userId="d065a339-36cf-4937-af08-41751becbd81" providerId="ADAL" clId="{B7E510B3-3542-42AA-B9D6-5D7D6CB8B562}" dt="2023-11-12T19:58:58.532" v="5993" actId="962"/>
          <ac:picMkLst>
            <pc:docMk/>
            <pc:sldMk cId="2483141864" sldId="846"/>
            <ac:picMk id="6155" creationId="{DAFA99DA-FC2C-25D2-EE90-5808BCE0C257}"/>
          </ac:picMkLst>
        </pc:picChg>
        <pc:picChg chg="mod">
          <ac:chgData name="Daphne Economou" userId="d065a339-36cf-4937-af08-41751becbd81" providerId="ADAL" clId="{B7E510B3-3542-42AA-B9D6-5D7D6CB8B562}" dt="2023-11-12T19:58:59.868" v="5995" actId="962"/>
          <ac:picMkLst>
            <pc:docMk/>
            <pc:sldMk cId="2483141864" sldId="846"/>
            <ac:picMk id="6156" creationId="{050C1B38-88C1-3C41-5063-B3866E6451A7}"/>
          </ac:picMkLst>
        </pc:picChg>
        <pc:picChg chg="mod">
          <ac:chgData name="Daphne Economou" userId="d065a339-36cf-4937-af08-41751becbd81" providerId="ADAL" clId="{B7E510B3-3542-42AA-B9D6-5D7D6CB8B562}" dt="2023-11-12T19:59:01.245" v="5997" actId="962"/>
          <ac:picMkLst>
            <pc:docMk/>
            <pc:sldMk cId="2483141864" sldId="846"/>
            <ac:picMk id="6157" creationId="{49B18CCE-7692-D0DD-7899-A9888B4175BB}"/>
          </ac:picMkLst>
        </pc:picChg>
      </pc:sldChg>
      <pc:sldChg chg="modSp mod">
        <pc:chgData name="Daphne Economou" userId="d065a339-36cf-4937-af08-41751becbd81" providerId="ADAL" clId="{B7E510B3-3542-42AA-B9D6-5D7D6CB8B562}" dt="2023-11-12T19:58:34.552" v="5989" actId="962"/>
        <pc:sldMkLst>
          <pc:docMk/>
          <pc:sldMk cId="3533554196" sldId="847"/>
        </pc:sldMkLst>
        <pc:spChg chg="mod">
          <ac:chgData name="Daphne Economou" userId="d065a339-36cf-4937-af08-41751becbd81" providerId="ADAL" clId="{B7E510B3-3542-42AA-B9D6-5D7D6CB8B562}" dt="2023-11-12T19:58:34.552" v="5989" actId="962"/>
          <ac:spMkLst>
            <pc:docMk/>
            <pc:sldMk cId="3533554196" sldId="847"/>
            <ac:spMk id="3" creationId="{F16038A4-DBEB-BAF0-10EC-8AA6D4371A84}"/>
          </ac:spMkLst>
        </pc:spChg>
      </pc:sldChg>
      <pc:sldChg chg="modSp add mod">
        <pc:chgData name="Daphne Economou" userId="d065a339-36cf-4937-af08-41751becbd81" providerId="ADAL" clId="{B7E510B3-3542-42AA-B9D6-5D7D6CB8B562}" dt="2023-11-11T18:18:44.152" v="378" actId="27636"/>
        <pc:sldMkLst>
          <pc:docMk/>
          <pc:sldMk cId="2640239737" sldId="848"/>
        </pc:sldMkLst>
        <pc:spChg chg="mod">
          <ac:chgData name="Daphne Economou" userId="d065a339-36cf-4937-af08-41751becbd81" providerId="ADAL" clId="{B7E510B3-3542-42AA-B9D6-5D7D6CB8B562}" dt="2023-11-11T18:18:44.152" v="378" actId="27636"/>
          <ac:spMkLst>
            <pc:docMk/>
            <pc:sldMk cId="2640239737" sldId="848"/>
            <ac:spMk id="3" creationId="{06A1F32A-84E0-F295-6B2B-11561AE6C0BF}"/>
          </ac:spMkLst>
        </pc:spChg>
      </pc:sldChg>
      <pc:sldChg chg="addSp delSp modSp new mod chgLayout">
        <pc:chgData name="Daphne Economou" userId="d065a339-36cf-4937-af08-41751becbd81" providerId="ADAL" clId="{B7E510B3-3542-42AA-B9D6-5D7D6CB8B562}" dt="2023-11-12T20:01:18.194" v="6108" actId="962"/>
        <pc:sldMkLst>
          <pc:docMk/>
          <pc:sldMk cId="2803745514" sldId="849"/>
        </pc:sldMkLst>
        <pc:spChg chg="del mod ord">
          <ac:chgData name="Daphne Economou" userId="d065a339-36cf-4937-af08-41751becbd81" providerId="ADAL" clId="{B7E510B3-3542-42AA-B9D6-5D7D6CB8B562}" dt="2023-11-11T12:23:43.661" v="167" actId="700"/>
          <ac:spMkLst>
            <pc:docMk/>
            <pc:sldMk cId="2803745514" sldId="849"/>
            <ac:spMk id="2" creationId="{12B40E3A-CCC1-DEA7-4A72-7D0049382DBE}"/>
          </ac:spMkLst>
        </pc:spChg>
        <pc:spChg chg="del mod ord">
          <ac:chgData name="Daphne Economou" userId="d065a339-36cf-4937-af08-41751becbd81" providerId="ADAL" clId="{B7E510B3-3542-42AA-B9D6-5D7D6CB8B562}" dt="2023-11-11T12:23:43.661" v="167" actId="700"/>
          <ac:spMkLst>
            <pc:docMk/>
            <pc:sldMk cId="2803745514" sldId="849"/>
            <ac:spMk id="3" creationId="{95CA079C-3D06-9E21-B41E-0BE1F77A6C5D}"/>
          </ac:spMkLst>
        </pc:spChg>
        <pc:spChg chg="mod ord">
          <ac:chgData name="Daphne Economou" userId="d065a339-36cf-4937-af08-41751becbd81" providerId="ADAL" clId="{B7E510B3-3542-42AA-B9D6-5D7D6CB8B562}" dt="2023-11-11T12:23:43.661" v="167" actId="700"/>
          <ac:spMkLst>
            <pc:docMk/>
            <pc:sldMk cId="2803745514" sldId="849"/>
            <ac:spMk id="4" creationId="{BC454930-0C02-CCA0-9BB0-87815B89415C}"/>
          </ac:spMkLst>
        </pc:spChg>
        <pc:spChg chg="mod ord">
          <ac:chgData name="Daphne Economou" userId="d065a339-36cf-4937-af08-41751becbd81" providerId="ADAL" clId="{B7E510B3-3542-42AA-B9D6-5D7D6CB8B562}" dt="2023-11-11T12:23:43.661" v="167" actId="700"/>
          <ac:spMkLst>
            <pc:docMk/>
            <pc:sldMk cId="2803745514" sldId="849"/>
            <ac:spMk id="5" creationId="{A13A4004-9B2B-CF78-ED96-C6F6611704FD}"/>
          </ac:spMkLst>
        </pc:spChg>
        <pc:spChg chg="add mod ord">
          <ac:chgData name="Daphne Economou" userId="d065a339-36cf-4937-af08-41751becbd81" providerId="ADAL" clId="{B7E510B3-3542-42AA-B9D6-5D7D6CB8B562}" dt="2023-11-11T12:24:53.892" v="217" actId="20577"/>
          <ac:spMkLst>
            <pc:docMk/>
            <pc:sldMk cId="2803745514" sldId="849"/>
            <ac:spMk id="6" creationId="{598F9E58-82D7-2B06-7F0F-33BBF6FC74AD}"/>
          </ac:spMkLst>
        </pc:spChg>
        <pc:spChg chg="add mod ord">
          <ac:chgData name="Daphne Economou" userId="d065a339-36cf-4937-af08-41751becbd81" providerId="ADAL" clId="{B7E510B3-3542-42AA-B9D6-5D7D6CB8B562}" dt="2023-11-11T12:23:43.661" v="167" actId="700"/>
          <ac:spMkLst>
            <pc:docMk/>
            <pc:sldMk cId="2803745514" sldId="849"/>
            <ac:spMk id="7" creationId="{116E557E-CFA3-9A70-937A-F76C24A79886}"/>
          </ac:spMkLst>
        </pc:spChg>
        <pc:picChg chg="add mod">
          <ac:chgData name="Daphne Economou" userId="d065a339-36cf-4937-af08-41751becbd81" providerId="ADAL" clId="{B7E510B3-3542-42AA-B9D6-5D7D6CB8B562}" dt="2023-11-12T20:01:18.194" v="6108" actId="962"/>
          <ac:picMkLst>
            <pc:docMk/>
            <pc:sldMk cId="2803745514" sldId="849"/>
            <ac:picMk id="9" creationId="{F5D5ECAE-FAA2-A604-D3F5-A8A819EEF50F}"/>
          </ac:picMkLst>
        </pc:picChg>
      </pc:sldChg>
      <pc:sldChg chg="addSp delSp modSp new del mod modClrScheme chgLayout">
        <pc:chgData name="Daphne Economou" userId="d065a339-36cf-4937-af08-41751becbd81" providerId="ADAL" clId="{B7E510B3-3542-42AA-B9D6-5D7D6CB8B562}" dt="2023-11-11T12:13:17.525" v="155" actId="47"/>
        <pc:sldMkLst>
          <pc:docMk/>
          <pc:sldMk cId="3152221668" sldId="849"/>
        </pc:sldMkLst>
        <pc:spChg chg="del mod ord">
          <ac:chgData name="Daphne Economou" userId="d065a339-36cf-4937-af08-41751becbd81" providerId="ADAL" clId="{B7E510B3-3542-42AA-B9D6-5D7D6CB8B562}" dt="2023-11-11T12:12:48.353" v="141" actId="700"/>
          <ac:spMkLst>
            <pc:docMk/>
            <pc:sldMk cId="3152221668" sldId="849"/>
            <ac:spMk id="2" creationId="{70F361E3-2448-B364-FAF7-8E0F89EAB807}"/>
          </ac:spMkLst>
        </pc:spChg>
        <pc:spChg chg="del mod ord">
          <ac:chgData name="Daphne Economou" userId="d065a339-36cf-4937-af08-41751becbd81" providerId="ADAL" clId="{B7E510B3-3542-42AA-B9D6-5D7D6CB8B562}" dt="2023-11-11T12:12:48.353" v="141" actId="700"/>
          <ac:spMkLst>
            <pc:docMk/>
            <pc:sldMk cId="3152221668" sldId="849"/>
            <ac:spMk id="3" creationId="{FC222D22-D966-E316-9AF7-E7F9E8925D9C}"/>
          </ac:spMkLst>
        </pc:spChg>
        <pc:spChg chg="mod ord">
          <ac:chgData name="Daphne Economou" userId="d065a339-36cf-4937-af08-41751becbd81" providerId="ADAL" clId="{B7E510B3-3542-42AA-B9D6-5D7D6CB8B562}" dt="2023-11-11T12:12:52.288" v="142" actId="700"/>
          <ac:spMkLst>
            <pc:docMk/>
            <pc:sldMk cId="3152221668" sldId="849"/>
            <ac:spMk id="4" creationId="{0CDA8E4C-6268-41DF-8FE5-D7BBB0C01E68}"/>
          </ac:spMkLst>
        </pc:spChg>
        <pc:spChg chg="mod ord">
          <ac:chgData name="Daphne Economou" userId="d065a339-36cf-4937-af08-41751becbd81" providerId="ADAL" clId="{B7E510B3-3542-42AA-B9D6-5D7D6CB8B562}" dt="2023-11-11T12:12:52.288" v="142" actId="700"/>
          <ac:spMkLst>
            <pc:docMk/>
            <pc:sldMk cId="3152221668" sldId="849"/>
            <ac:spMk id="5" creationId="{89BF3939-BD00-1E92-C2EE-36C44EB43C92}"/>
          </ac:spMkLst>
        </pc:spChg>
        <pc:spChg chg="add del mod ord">
          <ac:chgData name="Daphne Economou" userId="d065a339-36cf-4937-af08-41751becbd81" providerId="ADAL" clId="{B7E510B3-3542-42AA-B9D6-5D7D6CB8B562}" dt="2023-11-11T12:12:52.288" v="142" actId="700"/>
          <ac:spMkLst>
            <pc:docMk/>
            <pc:sldMk cId="3152221668" sldId="849"/>
            <ac:spMk id="6" creationId="{1614FE41-27C1-6297-483D-D851317C9E49}"/>
          </ac:spMkLst>
        </pc:spChg>
        <pc:spChg chg="add del mod ord">
          <ac:chgData name="Daphne Economou" userId="d065a339-36cf-4937-af08-41751becbd81" providerId="ADAL" clId="{B7E510B3-3542-42AA-B9D6-5D7D6CB8B562}" dt="2023-11-11T12:12:52.288" v="142" actId="700"/>
          <ac:spMkLst>
            <pc:docMk/>
            <pc:sldMk cId="3152221668" sldId="849"/>
            <ac:spMk id="7" creationId="{5505EC5C-CAB2-20C3-6B33-8B6C0C08033A}"/>
          </ac:spMkLst>
        </pc:spChg>
        <pc:spChg chg="add del mod ord">
          <ac:chgData name="Daphne Economou" userId="d065a339-36cf-4937-af08-41751becbd81" providerId="ADAL" clId="{B7E510B3-3542-42AA-B9D6-5D7D6CB8B562}" dt="2023-11-11T12:12:52.288" v="142" actId="700"/>
          <ac:spMkLst>
            <pc:docMk/>
            <pc:sldMk cId="3152221668" sldId="849"/>
            <ac:spMk id="8" creationId="{FD1F9BEA-A06D-1B23-22FD-80EA27CC5379}"/>
          </ac:spMkLst>
        </pc:spChg>
        <pc:spChg chg="add mod ord">
          <ac:chgData name="Daphne Economou" userId="d065a339-36cf-4937-af08-41751becbd81" providerId="ADAL" clId="{B7E510B3-3542-42AA-B9D6-5D7D6CB8B562}" dt="2023-11-11T12:12:56.752" v="154" actId="20577"/>
          <ac:spMkLst>
            <pc:docMk/>
            <pc:sldMk cId="3152221668" sldId="849"/>
            <ac:spMk id="9" creationId="{925F886F-F3F5-4741-AD9E-87CA8CCC543B}"/>
          </ac:spMkLst>
        </pc:spChg>
        <pc:spChg chg="add mod ord">
          <ac:chgData name="Daphne Economou" userId="d065a339-36cf-4937-af08-41751becbd81" providerId="ADAL" clId="{B7E510B3-3542-42AA-B9D6-5D7D6CB8B562}" dt="2023-11-11T12:12:52.288" v="142" actId="700"/>
          <ac:spMkLst>
            <pc:docMk/>
            <pc:sldMk cId="3152221668" sldId="849"/>
            <ac:spMk id="10" creationId="{ED622BF2-6BBD-60DC-B22A-7389225EE470}"/>
          </ac:spMkLst>
        </pc:spChg>
      </pc:sldChg>
      <pc:sldChg chg="add del">
        <pc:chgData name="Daphne Economou" userId="d065a339-36cf-4937-af08-41751becbd81" providerId="ADAL" clId="{B7E510B3-3542-42AA-B9D6-5D7D6CB8B562}" dt="2023-11-11T12:23:36.719" v="165"/>
        <pc:sldMkLst>
          <pc:docMk/>
          <pc:sldMk cId="3659536910" sldId="849"/>
        </pc:sldMkLst>
      </pc:sldChg>
      <pc:sldChg chg="new del">
        <pc:chgData name="Daphne Economou" userId="d065a339-36cf-4937-af08-41751becbd81" providerId="ADAL" clId="{B7E510B3-3542-42AA-B9D6-5D7D6CB8B562}" dt="2023-11-11T12:23:33.127" v="164" actId="680"/>
        <pc:sldMkLst>
          <pc:docMk/>
          <pc:sldMk cId="478507051" sldId="850"/>
        </pc:sldMkLst>
      </pc:sldChg>
      <pc:sldChg chg="addSp delSp modSp new mod chgLayout">
        <pc:chgData name="Daphne Economou" userId="d065a339-36cf-4937-af08-41751becbd81" providerId="ADAL" clId="{B7E510B3-3542-42AA-B9D6-5D7D6CB8B562}" dt="2023-11-11T19:14:47.926" v="654" actId="948"/>
        <pc:sldMkLst>
          <pc:docMk/>
          <pc:sldMk cId="3204659644" sldId="850"/>
        </pc:sldMkLst>
        <pc:spChg chg="del mod ord">
          <ac:chgData name="Daphne Economou" userId="d065a339-36cf-4937-af08-41751becbd81" providerId="ADAL" clId="{B7E510B3-3542-42AA-B9D6-5D7D6CB8B562}" dt="2023-11-11T18:31:07.598" v="409" actId="700"/>
          <ac:spMkLst>
            <pc:docMk/>
            <pc:sldMk cId="3204659644" sldId="850"/>
            <ac:spMk id="2" creationId="{2C61540B-D0BD-C6F9-E6AA-E7F895C9D508}"/>
          </ac:spMkLst>
        </pc:spChg>
        <pc:spChg chg="del mod ord">
          <ac:chgData name="Daphne Economou" userId="d065a339-36cf-4937-af08-41751becbd81" providerId="ADAL" clId="{B7E510B3-3542-42AA-B9D6-5D7D6CB8B562}" dt="2023-11-11T18:31:07.598" v="409" actId="700"/>
          <ac:spMkLst>
            <pc:docMk/>
            <pc:sldMk cId="3204659644" sldId="850"/>
            <ac:spMk id="3" creationId="{A2B06D63-7C7D-017A-C6E0-CC8B56763433}"/>
          </ac:spMkLst>
        </pc:spChg>
        <pc:spChg chg="mod ord">
          <ac:chgData name="Daphne Economou" userId="d065a339-36cf-4937-af08-41751becbd81" providerId="ADAL" clId="{B7E510B3-3542-42AA-B9D6-5D7D6CB8B562}" dt="2023-11-11T18:31:07.598" v="409" actId="700"/>
          <ac:spMkLst>
            <pc:docMk/>
            <pc:sldMk cId="3204659644" sldId="850"/>
            <ac:spMk id="4" creationId="{7E5BC2F3-26C3-B63E-32A8-338E77116654}"/>
          </ac:spMkLst>
        </pc:spChg>
        <pc:spChg chg="mod ord">
          <ac:chgData name="Daphne Economou" userId="d065a339-36cf-4937-af08-41751becbd81" providerId="ADAL" clId="{B7E510B3-3542-42AA-B9D6-5D7D6CB8B562}" dt="2023-11-11T18:31:07.598" v="409" actId="700"/>
          <ac:spMkLst>
            <pc:docMk/>
            <pc:sldMk cId="3204659644" sldId="850"/>
            <ac:spMk id="5" creationId="{2D1D2128-4569-A9DC-AA44-70FC5F766F00}"/>
          </ac:spMkLst>
        </pc:spChg>
        <pc:spChg chg="add mod ord">
          <ac:chgData name="Daphne Economou" userId="d065a339-36cf-4937-af08-41751becbd81" providerId="ADAL" clId="{B7E510B3-3542-42AA-B9D6-5D7D6CB8B562}" dt="2023-11-11T18:31:14.267" v="428" actId="20577"/>
          <ac:spMkLst>
            <pc:docMk/>
            <pc:sldMk cId="3204659644" sldId="850"/>
            <ac:spMk id="6" creationId="{724E4732-C5C3-2BBA-C531-8C20CA73F4E3}"/>
          </ac:spMkLst>
        </pc:spChg>
        <pc:spChg chg="add mod ord">
          <ac:chgData name="Daphne Economou" userId="d065a339-36cf-4937-af08-41751becbd81" providerId="ADAL" clId="{B7E510B3-3542-42AA-B9D6-5D7D6CB8B562}" dt="2023-11-11T19:14:27.405" v="652" actId="108"/>
          <ac:spMkLst>
            <pc:docMk/>
            <pc:sldMk cId="3204659644" sldId="850"/>
            <ac:spMk id="7" creationId="{636CF7F7-3995-8CF3-A317-EAD96AD8B948}"/>
          </ac:spMkLst>
        </pc:spChg>
        <pc:spChg chg="add mod">
          <ac:chgData name="Daphne Economou" userId="d065a339-36cf-4937-af08-41751becbd81" providerId="ADAL" clId="{B7E510B3-3542-42AA-B9D6-5D7D6CB8B562}" dt="2023-11-11T19:14:47.926" v="654" actId="948"/>
          <ac:spMkLst>
            <pc:docMk/>
            <pc:sldMk cId="3204659644" sldId="850"/>
            <ac:spMk id="8" creationId="{D5F8F537-A2BE-5619-95D7-1AA2BD0E29C0}"/>
          </ac:spMkLst>
        </pc:spChg>
      </pc:sldChg>
      <pc:sldChg chg="addSp delSp modSp new del mod">
        <pc:chgData name="Daphne Economou" userId="d065a339-36cf-4937-af08-41751becbd81" providerId="ADAL" clId="{B7E510B3-3542-42AA-B9D6-5D7D6CB8B562}" dt="2023-11-11T22:36:20.185" v="1410" actId="47"/>
        <pc:sldMkLst>
          <pc:docMk/>
          <pc:sldMk cId="41655854" sldId="851"/>
        </pc:sldMkLst>
        <pc:spChg chg="mod">
          <ac:chgData name="Daphne Economou" userId="d065a339-36cf-4937-af08-41751becbd81" providerId="ADAL" clId="{B7E510B3-3542-42AA-B9D6-5D7D6CB8B562}" dt="2023-11-11T22:35:22.792" v="1402" actId="6549"/>
          <ac:spMkLst>
            <pc:docMk/>
            <pc:sldMk cId="41655854" sldId="851"/>
            <ac:spMk id="2" creationId="{91A8A7E9-272D-19FB-EFF5-843B64838F7D}"/>
          </ac:spMkLst>
        </pc:spChg>
        <pc:spChg chg="mod">
          <ac:chgData name="Daphne Economou" userId="d065a339-36cf-4937-af08-41751becbd81" providerId="ADAL" clId="{B7E510B3-3542-42AA-B9D6-5D7D6CB8B562}" dt="2023-11-11T22:22:09.534" v="1289" actId="27636"/>
          <ac:spMkLst>
            <pc:docMk/>
            <pc:sldMk cId="41655854" sldId="851"/>
            <ac:spMk id="3" creationId="{CBF79E0C-36CD-D0BA-F68B-A528F5588918}"/>
          </ac:spMkLst>
        </pc:spChg>
        <pc:spChg chg="add del">
          <ac:chgData name="Daphne Economou" userId="d065a339-36cf-4937-af08-41751becbd81" providerId="ADAL" clId="{B7E510B3-3542-42AA-B9D6-5D7D6CB8B562}" dt="2023-11-11T22:15:10.931" v="1186" actId="22"/>
          <ac:spMkLst>
            <pc:docMk/>
            <pc:sldMk cId="41655854" sldId="851"/>
            <ac:spMk id="9" creationId="{236000DA-1792-8536-1293-7760890476C0}"/>
          </ac:spMkLst>
        </pc:spChg>
        <pc:spChg chg="add mod">
          <ac:chgData name="Daphne Economou" userId="d065a339-36cf-4937-af08-41751becbd81" providerId="ADAL" clId="{B7E510B3-3542-42AA-B9D6-5D7D6CB8B562}" dt="2023-11-11T22:19:43.623" v="1265" actId="164"/>
          <ac:spMkLst>
            <pc:docMk/>
            <pc:sldMk cId="41655854" sldId="851"/>
            <ac:spMk id="12" creationId="{E1214856-B533-813C-C7B3-CFB33CE44270}"/>
          </ac:spMkLst>
        </pc:spChg>
        <pc:spChg chg="add mod">
          <ac:chgData name="Daphne Economou" userId="d065a339-36cf-4937-af08-41751becbd81" providerId="ADAL" clId="{B7E510B3-3542-42AA-B9D6-5D7D6CB8B562}" dt="2023-11-11T22:19:43.623" v="1265" actId="164"/>
          <ac:spMkLst>
            <pc:docMk/>
            <pc:sldMk cId="41655854" sldId="851"/>
            <ac:spMk id="13" creationId="{40B47936-1824-E053-FBE8-C905C675D658}"/>
          </ac:spMkLst>
        </pc:spChg>
        <pc:grpChg chg="add mod">
          <ac:chgData name="Daphne Economou" userId="d065a339-36cf-4937-af08-41751becbd81" providerId="ADAL" clId="{B7E510B3-3542-42AA-B9D6-5D7D6CB8B562}" dt="2023-11-11T22:22:14.909" v="1290" actId="1076"/>
          <ac:grpSpMkLst>
            <pc:docMk/>
            <pc:sldMk cId="41655854" sldId="851"/>
            <ac:grpSpMk id="16" creationId="{58794A7E-542D-26B4-5705-E850586D5AF2}"/>
          </ac:grpSpMkLst>
        </pc:grpChg>
        <pc:picChg chg="add del mod">
          <ac:chgData name="Daphne Economou" userId="d065a339-36cf-4937-af08-41751becbd81" providerId="ADAL" clId="{B7E510B3-3542-42AA-B9D6-5D7D6CB8B562}" dt="2023-11-11T22:15:16.606" v="1188" actId="478"/>
          <ac:picMkLst>
            <pc:docMk/>
            <pc:sldMk cId="41655854" sldId="851"/>
            <ac:picMk id="7" creationId="{DC60988C-5941-184F-14E1-5089C9FA519F}"/>
          </ac:picMkLst>
        </pc:picChg>
        <pc:picChg chg="add mod">
          <ac:chgData name="Daphne Economou" userId="d065a339-36cf-4937-af08-41751becbd81" providerId="ADAL" clId="{B7E510B3-3542-42AA-B9D6-5D7D6CB8B562}" dt="2023-11-11T22:19:43.623" v="1265" actId="164"/>
          <ac:picMkLst>
            <pc:docMk/>
            <pc:sldMk cId="41655854" sldId="851"/>
            <ac:picMk id="11" creationId="{1A3A28E9-A839-0CB0-9EAE-58DAF99936D8}"/>
          </ac:picMkLst>
        </pc:picChg>
        <pc:picChg chg="add del mod">
          <ac:chgData name="Daphne Economou" userId="d065a339-36cf-4937-af08-41751becbd81" providerId="ADAL" clId="{B7E510B3-3542-42AA-B9D6-5D7D6CB8B562}" dt="2023-11-11T22:21:11.366" v="1272" actId="478"/>
          <ac:picMkLst>
            <pc:docMk/>
            <pc:sldMk cId="41655854" sldId="851"/>
            <ac:picMk id="15" creationId="{E3438DFE-D2E6-DCEC-9091-25DAEA59D005}"/>
          </ac:picMkLst>
        </pc:picChg>
        <pc:picChg chg="add mod">
          <ac:chgData name="Daphne Economou" userId="d065a339-36cf-4937-af08-41751becbd81" providerId="ADAL" clId="{B7E510B3-3542-42AA-B9D6-5D7D6CB8B562}" dt="2023-11-11T22:22:14.909" v="1290" actId="1076"/>
          <ac:picMkLst>
            <pc:docMk/>
            <pc:sldMk cId="41655854" sldId="851"/>
            <ac:picMk id="18" creationId="{3EEC682B-6F36-2BC7-34EC-88499EA49893}"/>
          </ac:picMkLst>
        </pc:picChg>
      </pc:sldChg>
      <pc:sldChg chg="add del">
        <pc:chgData name="Daphne Economou" userId="d065a339-36cf-4937-af08-41751becbd81" providerId="ADAL" clId="{B7E510B3-3542-42AA-B9D6-5D7D6CB8B562}" dt="2023-11-11T12:23:32.578" v="163"/>
        <pc:sldMkLst>
          <pc:docMk/>
          <pc:sldMk cId="2901187579" sldId="851"/>
        </pc:sldMkLst>
      </pc:sldChg>
      <pc:sldChg chg="new del">
        <pc:chgData name="Daphne Economou" userId="d065a339-36cf-4937-af08-41751becbd81" providerId="ADAL" clId="{B7E510B3-3542-42AA-B9D6-5D7D6CB8B562}" dt="2023-11-11T18:38:47.083" v="520" actId="47"/>
        <pc:sldMkLst>
          <pc:docMk/>
          <pc:sldMk cId="3894535776" sldId="851"/>
        </pc:sldMkLst>
      </pc:sldChg>
      <pc:sldChg chg="addSp delSp modSp new del mod ord">
        <pc:chgData name="Daphne Economou" userId="d065a339-36cf-4937-af08-41751becbd81" providerId="ADAL" clId="{B7E510B3-3542-42AA-B9D6-5D7D6CB8B562}" dt="2023-11-11T22:55:59.717" v="1917" actId="47"/>
        <pc:sldMkLst>
          <pc:docMk/>
          <pc:sldMk cId="368634989" sldId="852"/>
        </pc:sldMkLst>
        <pc:spChg chg="mod">
          <ac:chgData name="Daphne Economou" userId="d065a339-36cf-4937-af08-41751becbd81" providerId="ADAL" clId="{B7E510B3-3542-42AA-B9D6-5D7D6CB8B562}" dt="2023-11-11T19:37:58.698" v="710"/>
          <ac:spMkLst>
            <pc:docMk/>
            <pc:sldMk cId="368634989" sldId="852"/>
            <ac:spMk id="2" creationId="{CF0C76C2-AC02-47DF-638E-84792E777D24}"/>
          </ac:spMkLst>
        </pc:spChg>
        <pc:spChg chg="del">
          <ac:chgData name="Daphne Economou" userId="d065a339-36cf-4937-af08-41751becbd81" providerId="ADAL" clId="{B7E510B3-3542-42AA-B9D6-5D7D6CB8B562}" dt="2023-11-11T19:39:07.419" v="723" actId="478"/>
          <ac:spMkLst>
            <pc:docMk/>
            <pc:sldMk cId="368634989" sldId="852"/>
            <ac:spMk id="3" creationId="{0E3ECD03-3AED-2309-1FD3-E1695EE40008}"/>
          </ac:spMkLst>
        </pc:spChg>
        <pc:spChg chg="add mod">
          <ac:chgData name="Daphne Economou" userId="d065a339-36cf-4937-af08-41751becbd81" providerId="ADAL" clId="{B7E510B3-3542-42AA-B9D6-5D7D6CB8B562}" dt="2023-11-11T19:47:12.887" v="801" actId="1076"/>
          <ac:spMkLst>
            <pc:docMk/>
            <pc:sldMk cId="368634989" sldId="852"/>
            <ac:spMk id="8" creationId="{C353D28A-1CDF-6BCC-4825-B2AA1460DB72}"/>
          </ac:spMkLst>
        </pc:spChg>
        <pc:spChg chg="add mod">
          <ac:chgData name="Daphne Economou" userId="d065a339-36cf-4937-af08-41751becbd81" providerId="ADAL" clId="{B7E510B3-3542-42AA-B9D6-5D7D6CB8B562}" dt="2023-11-11T22:23:55.027" v="1304" actId="27636"/>
          <ac:spMkLst>
            <pc:docMk/>
            <pc:sldMk cId="368634989" sldId="852"/>
            <ac:spMk id="9" creationId="{595D36CB-09B1-3AEF-9E0E-CB82E8DDCB82}"/>
          </ac:spMkLst>
        </pc:spChg>
        <pc:picChg chg="add mod">
          <ac:chgData name="Daphne Economou" userId="d065a339-36cf-4937-af08-41751becbd81" providerId="ADAL" clId="{B7E510B3-3542-42AA-B9D6-5D7D6CB8B562}" dt="2023-11-11T22:23:57.823" v="1305" actId="1076"/>
          <ac:picMkLst>
            <pc:docMk/>
            <pc:sldMk cId="368634989" sldId="852"/>
            <ac:picMk id="7" creationId="{159B44E1-F972-C332-FA29-73B82B01B5C3}"/>
          </ac:picMkLst>
        </pc:picChg>
      </pc:sldChg>
      <pc:sldChg chg="new del">
        <pc:chgData name="Daphne Economou" userId="d065a339-36cf-4937-af08-41751becbd81" providerId="ADAL" clId="{B7E510B3-3542-42AA-B9D6-5D7D6CB8B562}" dt="2023-11-11T18:38:45.611" v="519" actId="47"/>
        <pc:sldMkLst>
          <pc:docMk/>
          <pc:sldMk cId="3016633458" sldId="852"/>
        </pc:sldMkLst>
      </pc:sldChg>
      <pc:sldChg chg="modSp new mod ord">
        <pc:chgData name="Daphne Economou" userId="d065a339-36cf-4937-af08-41751becbd81" providerId="ADAL" clId="{B7E510B3-3542-42AA-B9D6-5D7D6CB8B562}" dt="2023-11-11T22:29:32.529" v="1310"/>
        <pc:sldMkLst>
          <pc:docMk/>
          <pc:sldMk cId="2919068180" sldId="853"/>
        </pc:sldMkLst>
        <pc:spChg chg="mod">
          <ac:chgData name="Daphne Economou" userId="d065a339-36cf-4937-af08-41751becbd81" providerId="ADAL" clId="{B7E510B3-3542-42AA-B9D6-5D7D6CB8B562}" dt="2023-11-11T19:40:02.979" v="733" actId="20577"/>
          <ac:spMkLst>
            <pc:docMk/>
            <pc:sldMk cId="2919068180" sldId="853"/>
            <ac:spMk id="2" creationId="{80D69DDA-79EA-A7E5-0094-9B51FACB5D65}"/>
          </ac:spMkLst>
        </pc:spChg>
        <pc:spChg chg="mod">
          <ac:chgData name="Daphne Economou" userId="d065a339-36cf-4937-af08-41751becbd81" providerId="ADAL" clId="{B7E510B3-3542-42AA-B9D6-5D7D6CB8B562}" dt="2023-11-11T19:47:25.931" v="806" actId="403"/>
          <ac:spMkLst>
            <pc:docMk/>
            <pc:sldMk cId="2919068180" sldId="853"/>
            <ac:spMk id="3" creationId="{37D81C90-F346-D4FA-69FB-D67E2576F098}"/>
          </ac:spMkLst>
        </pc:spChg>
      </pc:sldChg>
      <pc:sldChg chg="addSp modSp new del mod">
        <pc:chgData name="Daphne Economou" userId="d065a339-36cf-4937-af08-41751becbd81" providerId="ADAL" clId="{B7E510B3-3542-42AA-B9D6-5D7D6CB8B562}" dt="2023-11-11T22:38:23.690" v="1428" actId="47"/>
        <pc:sldMkLst>
          <pc:docMk/>
          <pc:sldMk cId="2444374289" sldId="854"/>
        </pc:sldMkLst>
        <pc:spChg chg="mod">
          <ac:chgData name="Daphne Economou" userId="d065a339-36cf-4937-af08-41751becbd81" providerId="ADAL" clId="{B7E510B3-3542-42AA-B9D6-5D7D6CB8B562}" dt="2023-11-11T19:55:23.551" v="870" actId="1036"/>
          <ac:spMkLst>
            <pc:docMk/>
            <pc:sldMk cId="2444374289" sldId="854"/>
            <ac:spMk id="2" creationId="{FA3E4F39-1D1C-D940-E95A-CB647318AC5D}"/>
          </ac:spMkLst>
        </pc:spChg>
        <pc:spChg chg="mod">
          <ac:chgData name="Daphne Economou" userId="d065a339-36cf-4937-af08-41751becbd81" providerId="ADAL" clId="{B7E510B3-3542-42AA-B9D6-5D7D6CB8B562}" dt="2023-11-11T19:54:32.465" v="868" actId="113"/>
          <ac:spMkLst>
            <pc:docMk/>
            <pc:sldMk cId="2444374289" sldId="854"/>
            <ac:spMk id="3" creationId="{6C4E3C16-95E2-E39F-85B3-DC4105BCD7F7}"/>
          </ac:spMkLst>
        </pc:spChg>
        <pc:picChg chg="add mod">
          <ac:chgData name="Daphne Economou" userId="d065a339-36cf-4937-af08-41751becbd81" providerId="ADAL" clId="{B7E510B3-3542-42AA-B9D6-5D7D6CB8B562}" dt="2023-11-11T19:52:52.246" v="863" actId="1076"/>
          <ac:picMkLst>
            <pc:docMk/>
            <pc:sldMk cId="2444374289" sldId="854"/>
            <ac:picMk id="7" creationId="{AA0B91E5-C4AE-C624-03AA-C3AF46B8FB62}"/>
          </ac:picMkLst>
        </pc:picChg>
      </pc:sldChg>
      <pc:sldChg chg="modSp add del mod">
        <pc:chgData name="Daphne Economou" userId="d065a339-36cf-4937-af08-41751becbd81" providerId="ADAL" clId="{B7E510B3-3542-42AA-B9D6-5D7D6CB8B562}" dt="2023-11-11T19:49:06.096" v="819" actId="47"/>
        <pc:sldMkLst>
          <pc:docMk/>
          <pc:sldMk cId="631672052" sldId="855"/>
        </pc:sldMkLst>
        <pc:spChg chg="mod">
          <ac:chgData name="Daphne Economou" userId="d065a339-36cf-4937-af08-41751becbd81" providerId="ADAL" clId="{B7E510B3-3542-42AA-B9D6-5D7D6CB8B562}" dt="2023-11-11T19:43:15.682" v="782" actId="20577"/>
          <ac:spMkLst>
            <pc:docMk/>
            <pc:sldMk cId="631672052" sldId="855"/>
            <ac:spMk id="2" creationId="{FA3E4F39-1D1C-D940-E95A-CB647318AC5D}"/>
          </ac:spMkLst>
        </pc:spChg>
      </pc:sldChg>
      <pc:sldChg chg="modSp add del mod ord">
        <pc:chgData name="Daphne Economou" userId="d065a339-36cf-4937-af08-41751becbd81" providerId="ADAL" clId="{B7E510B3-3542-42AA-B9D6-5D7D6CB8B562}" dt="2023-11-11T22:38:35.342" v="1429" actId="47"/>
        <pc:sldMkLst>
          <pc:docMk/>
          <pc:sldMk cId="2498635000" sldId="855"/>
        </pc:sldMkLst>
        <pc:spChg chg="mod">
          <ac:chgData name="Daphne Economou" userId="d065a339-36cf-4937-af08-41751becbd81" providerId="ADAL" clId="{B7E510B3-3542-42AA-B9D6-5D7D6CB8B562}" dt="2023-11-11T19:55:18.729" v="869" actId="1036"/>
          <ac:spMkLst>
            <pc:docMk/>
            <pc:sldMk cId="2498635000" sldId="855"/>
            <ac:spMk id="2" creationId="{FA3E4F39-1D1C-D940-E95A-CB647318AC5D}"/>
          </ac:spMkLst>
        </pc:spChg>
        <pc:spChg chg="mod">
          <ac:chgData name="Daphne Economou" userId="d065a339-36cf-4937-af08-41751becbd81" providerId="ADAL" clId="{B7E510B3-3542-42AA-B9D6-5D7D6CB8B562}" dt="2023-11-11T19:51:17.412" v="852" actId="27636"/>
          <ac:spMkLst>
            <pc:docMk/>
            <pc:sldMk cId="2498635000" sldId="855"/>
            <ac:spMk id="3" creationId="{6C4E3C16-95E2-E39F-85B3-DC4105BCD7F7}"/>
          </ac:spMkLst>
        </pc:spChg>
      </pc:sldChg>
      <pc:sldChg chg="modSp new del mod">
        <pc:chgData name="Daphne Economou" userId="d065a339-36cf-4937-af08-41751becbd81" providerId="ADAL" clId="{B7E510B3-3542-42AA-B9D6-5D7D6CB8B562}" dt="2023-11-11T19:59:02.599" v="944" actId="47"/>
        <pc:sldMkLst>
          <pc:docMk/>
          <pc:sldMk cId="187270291" sldId="856"/>
        </pc:sldMkLst>
        <pc:spChg chg="mod">
          <ac:chgData name="Daphne Economou" userId="d065a339-36cf-4937-af08-41751becbd81" providerId="ADAL" clId="{B7E510B3-3542-42AA-B9D6-5D7D6CB8B562}" dt="2023-11-11T19:57:19.398" v="943" actId="20577"/>
          <ac:spMkLst>
            <pc:docMk/>
            <pc:sldMk cId="187270291" sldId="856"/>
            <ac:spMk id="2" creationId="{1B7675AF-A685-83A7-7274-079ED5EB1358}"/>
          </ac:spMkLst>
        </pc:spChg>
      </pc:sldChg>
      <pc:sldChg chg="modSp new mod">
        <pc:chgData name="Daphne Economou" userId="d065a339-36cf-4937-af08-41751becbd81" providerId="ADAL" clId="{B7E510B3-3542-42AA-B9D6-5D7D6CB8B562}" dt="2023-11-12T01:24:06.877" v="3020" actId="20577"/>
        <pc:sldMkLst>
          <pc:docMk/>
          <pc:sldMk cId="3550954408" sldId="856"/>
        </pc:sldMkLst>
        <pc:spChg chg="mod">
          <ac:chgData name="Daphne Economou" userId="d065a339-36cf-4937-af08-41751becbd81" providerId="ADAL" clId="{B7E510B3-3542-42AA-B9D6-5D7D6CB8B562}" dt="2023-11-11T21:49:57.727" v="1074" actId="20577"/>
          <ac:spMkLst>
            <pc:docMk/>
            <pc:sldMk cId="3550954408" sldId="856"/>
            <ac:spMk id="2" creationId="{9D280F82-92B3-B3C5-AD72-A7B2151228FC}"/>
          </ac:spMkLst>
        </pc:spChg>
        <pc:spChg chg="mod">
          <ac:chgData name="Daphne Economou" userId="d065a339-36cf-4937-af08-41751becbd81" providerId="ADAL" clId="{B7E510B3-3542-42AA-B9D6-5D7D6CB8B562}" dt="2023-11-12T01:24:06.877" v="3020" actId="20577"/>
          <ac:spMkLst>
            <pc:docMk/>
            <pc:sldMk cId="3550954408" sldId="856"/>
            <ac:spMk id="3" creationId="{719B64C7-F1D5-A2F8-5704-B15939C2EDE0}"/>
          </ac:spMkLst>
        </pc:spChg>
      </pc:sldChg>
      <pc:sldChg chg="modSp add del mod">
        <pc:chgData name="Daphne Economou" userId="d065a339-36cf-4937-af08-41751becbd81" providerId="ADAL" clId="{B7E510B3-3542-42AA-B9D6-5D7D6CB8B562}" dt="2023-11-11T22:28:30.859" v="1306" actId="47"/>
        <pc:sldMkLst>
          <pc:docMk/>
          <pc:sldMk cId="192134215" sldId="857"/>
        </pc:sldMkLst>
        <pc:spChg chg="mod">
          <ac:chgData name="Daphne Economou" userId="d065a339-36cf-4937-af08-41751becbd81" providerId="ADAL" clId="{B7E510B3-3542-42AA-B9D6-5D7D6CB8B562}" dt="2023-11-11T22:22:28.908" v="1296" actId="27636"/>
          <ac:spMkLst>
            <pc:docMk/>
            <pc:sldMk cId="192134215" sldId="857"/>
            <ac:spMk id="3" creationId="{CBF79E0C-36CD-D0BA-F68B-A528F5588918}"/>
          </ac:spMkLst>
        </pc:spChg>
        <pc:picChg chg="mod">
          <ac:chgData name="Daphne Economou" userId="d065a339-36cf-4937-af08-41751becbd81" providerId="ADAL" clId="{B7E510B3-3542-42AA-B9D6-5D7D6CB8B562}" dt="2023-11-11T22:22:30.344" v="1297" actId="1076"/>
          <ac:picMkLst>
            <pc:docMk/>
            <pc:sldMk cId="192134215" sldId="857"/>
            <ac:picMk id="7" creationId="{DC60988C-5941-184F-14E1-5089C9FA519F}"/>
          </ac:picMkLst>
        </pc:picChg>
      </pc:sldChg>
      <pc:sldChg chg="addSp delSp modSp new mod modNotesTx">
        <pc:chgData name="Daphne Economou" userId="d065a339-36cf-4937-af08-41751becbd81" providerId="ADAL" clId="{B7E510B3-3542-42AA-B9D6-5D7D6CB8B562}" dt="2023-11-12T20:00:29.738" v="6059" actId="962"/>
        <pc:sldMkLst>
          <pc:docMk/>
          <pc:sldMk cId="2448265458" sldId="857"/>
        </pc:sldMkLst>
        <pc:spChg chg="del mod">
          <ac:chgData name="Daphne Economou" userId="d065a339-36cf-4937-af08-41751becbd81" providerId="ADAL" clId="{B7E510B3-3542-42AA-B9D6-5D7D6CB8B562}" dt="2023-11-11T22:35:03.442" v="1382" actId="478"/>
          <ac:spMkLst>
            <pc:docMk/>
            <pc:sldMk cId="2448265458" sldId="857"/>
            <ac:spMk id="2" creationId="{997CD337-6802-8F86-8943-E2ECAF21AE6B}"/>
          </ac:spMkLst>
        </pc:spChg>
        <pc:spChg chg="mod">
          <ac:chgData name="Daphne Economou" userId="d065a339-36cf-4937-af08-41751becbd81" providerId="ADAL" clId="{B7E510B3-3542-42AA-B9D6-5D7D6CB8B562}" dt="2023-11-11T22:52:15.747" v="1893" actId="122"/>
          <ac:spMkLst>
            <pc:docMk/>
            <pc:sldMk cId="2448265458" sldId="857"/>
            <ac:spMk id="3" creationId="{DFA90E73-6A0E-DBAC-7055-9E537388AE2E}"/>
          </ac:spMkLst>
        </pc:spChg>
        <pc:spChg chg="add del mod">
          <ac:chgData name="Daphne Economou" userId="d065a339-36cf-4937-af08-41751becbd81" providerId="ADAL" clId="{B7E510B3-3542-42AA-B9D6-5D7D6CB8B562}" dt="2023-11-11T22:35:10.544" v="1390" actId="478"/>
          <ac:spMkLst>
            <pc:docMk/>
            <pc:sldMk cId="2448265458" sldId="857"/>
            <ac:spMk id="7" creationId="{2F971C74-FDA0-4E1A-7A3F-DC33843D4DB1}"/>
          </ac:spMkLst>
        </pc:spChg>
        <pc:spChg chg="add del mod">
          <ac:chgData name="Daphne Economou" userId="d065a339-36cf-4937-af08-41751becbd81" providerId="ADAL" clId="{B7E510B3-3542-42AA-B9D6-5D7D6CB8B562}" dt="2023-11-11T22:35:09.437" v="1389" actId="478"/>
          <ac:spMkLst>
            <pc:docMk/>
            <pc:sldMk cId="2448265458" sldId="857"/>
            <ac:spMk id="8" creationId="{FF7CB564-5CE4-EFE9-83E5-6A83B67F23A8}"/>
          </ac:spMkLst>
        </pc:spChg>
        <pc:spChg chg="add del mod">
          <ac:chgData name="Daphne Economou" userId="d065a339-36cf-4937-af08-41751becbd81" providerId="ADAL" clId="{B7E510B3-3542-42AA-B9D6-5D7D6CB8B562}" dt="2023-11-11T22:35:07.247" v="1387" actId="478"/>
          <ac:spMkLst>
            <pc:docMk/>
            <pc:sldMk cId="2448265458" sldId="857"/>
            <ac:spMk id="9" creationId="{918D8A58-DD42-2C44-155E-046ED95D61C3}"/>
          </ac:spMkLst>
        </pc:spChg>
        <pc:spChg chg="add mod">
          <ac:chgData name="Daphne Economou" userId="d065a339-36cf-4937-af08-41751becbd81" providerId="ADAL" clId="{B7E510B3-3542-42AA-B9D6-5D7D6CB8B562}" dt="2023-11-11T22:35:16.789" v="1397" actId="6549"/>
          <ac:spMkLst>
            <pc:docMk/>
            <pc:sldMk cId="2448265458" sldId="857"/>
            <ac:spMk id="10" creationId="{5F170EF7-E15A-5ADC-4A06-A8E1542AEEB9}"/>
          </ac:spMkLst>
        </pc:spChg>
        <pc:picChg chg="add mod">
          <ac:chgData name="Daphne Economou" userId="d065a339-36cf-4937-af08-41751becbd81" providerId="ADAL" clId="{B7E510B3-3542-42AA-B9D6-5D7D6CB8B562}" dt="2023-11-12T20:00:29.738" v="6059" actId="962"/>
          <ac:picMkLst>
            <pc:docMk/>
            <pc:sldMk cId="2448265458" sldId="857"/>
            <ac:picMk id="11" creationId="{960F0BBB-3A5B-0E4C-CE28-0CB75D4A76D3}"/>
          </ac:picMkLst>
        </pc:picChg>
      </pc:sldChg>
      <pc:sldChg chg="addSp delSp modSp add del mod ord modNotesTx">
        <pc:chgData name="Daphne Economou" userId="d065a339-36cf-4937-af08-41751becbd81" providerId="ADAL" clId="{B7E510B3-3542-42AA-B9D6-5D7D6CB8B562}" dt="2023-11-12T20:00:39.345" v="6063" actId="962"/>
        <pc:sldMkLst>
          <pc:docMk/>
          <pc:sldMk cId="2814955759" sldId="858"/>
        </pc:sldMkLst>
        <pc:spChg chg="del">
          <ac:chgData name="Daphne Economou" userId="d065a339-36cf-4937-af08-41751becbd81" providerId="ADAL" clId="{B7E510B3-3542-42AA-B9D6-5D7D6CB8B562}" dt="2023-11-11T22:36:13.729" v="1407" actId="478"/>
          <ac:spMkLst>
            <pc:docMk/>
            <pc:sldMk cId="2814955759" sldId="858"/>
            <ac:spMk id="2" creationId="{91A8A7E9-272D-19FB-EFF5-843B64838F7D}"/>
          </ac:spMkLst>
        </pc:spChg>
        <pc:spChg chg="add del mod">
          <ac:chgData name="Daphne Economou" userId="d065a339-36cf-4937-af08-41751becbd81" providerId="ADAL" clId="{B7E510B3-3542-42AA-B9D6-5D7D6CB8B562}" dt="2023-11-11T22:36:16.871" v="1408" actId="478"/>
          <ac:spMkLst>
            <pc:docMk/>
            <pc:sldMk cId="2814955759" sldId="858"/>
            <ac:spMk id="34" creationId="{B2BBD9BC-FBC6-FD03-9722-6C7BF708AB28}"/>
          </ac:spMkLst>
        </pc:spChg>
        <pc:spChg chg="add mod">
          <ac:chgData name="Daphne Economou" userId="d065a339-36cf-4937-af08-41751becbd81" providerId="ADAL" clId="{B7E510B3-3542-42AA-B9D6-5D7D6CB8B562}" dt="2023-11-11T22:36:17.308" v="1409"/>
          <ac:spMkLst>
            <pc:docMk/>
            <pc:sldMk cId="2814955759" sldId="858"/>
            <ac:spMk id="35" creationId="{BDA9CA8C-7157-12C9-14AB-826E5B4ED7F0}"/>
          </ac:spMkLst>
        </pc:spChg>
        <pc:grpChg chg="mod">
          <ac:chgData name="Daphne Economou" userId="d065a339-36cf-4937-af08-41751becbd81" providerId="ADAL" clId="{B7E510B3-3542-42AA-B9D6-5D7D6CB8B562}" dt="2023-11-12T20:00:34.266" v="6061" actId="962"/>
          <ac:grpSpMkLst>
            <pc:docMk/>
            <pc:sldMk cId="2814955759" sldId="858"/>
            <ac:grpSpMk id="16" creationId="{58794A7E-542D-26B4-5705-E850586D5AF2}"/>
          </ac:grpSpMkLst>
        </pc:grpChg>
        <pc:grpChg chg="add del mod">
          <ac:chgData name="Daphne Economou" userId="d065a339-36cf-4937-af08-41751becbd81" providerId="ADAL" clId="{B7E510B3-3542-42AA-B9D6-5D7D6CB8B562}" dt="2023-11-11T22:31:54.157" v="1333"/>
          <ac:grpSpMkLst>
            <pc:docMk/>
            <pc:sldMk cId="2814955759" sldId="858"/>
            <ac:grpSpMk id="19" creationId="{C278265F-6145-8444-24B9-E01A6B8520DC}"/>
          </ac:grpSpMkLst>
        </pc:grpChg>
        <pc:grpChg chg="add del mod">
          <ac:chgData name="Daphne Economou" userId="d065a339-36cf-4937-af08-41751becbd81" providerId="ADAL" clId="{B7E510B3-3542-42AA-B9D6-5D7D6CB8B562}" dt="2023-11-11T22:31:53.795" v="1331"/>
          <ac:grpSpMkLst>
            <pc:docMk/>
            <pc:sldMk cId="2814955759" sldId="858"/>
            <ac:grpSpMk id="21" creationId="{F6402BC4-2597-6625-AB98-21AA0FAC7AFB}"/>
          </ac:grpSpMkLst>
        </pc:grpChg>
        <pc:grpChg chg="mod">
          <ac:chgData name="Daphne Economou" userId="d065a339-36cf-4937-af08-41751becbd81" providerId="ADAL" clId="{B7E510B3-3542-42AA-B9D6-5D7D6CB8B562}" dt="2023-11-11T22:31:52.790" v="1328"/>
          <ac:grpSpMkLst>
            <pc:docMk/>
            <pc:sldMk cId="2814955759" sldId="858"/>
            <ac:grpSpMk id="24" creationId="{7A2D240F-F563-9042-F4E6-62A3AB76C945}"/>
          </ac:grpSpMkLst>
        </pc:grpChg>
        <pc:grpChg chg="mod">
          <ac:chgData name="Daphne Economou" userId="d065a339-36cf-4937-af08-41751becbd81" providerId="ADAL" clId="{B7E510B3-3542-42AA-B9D6-5D7D6CB8B562}" dt="2023-11-11T22:32:07.588" v="1339"/>
          <ac:grpSpMkLst>
            <pc:docMk/>
            <pc:sldMk cId="2814955759" sldId="858"/>
            <ac:grpSpMk id="28" creationId="{98A0227E-5BA3-AB8A-1218-552839C5C788}"/>
          </ac:grpSpMkLst>
        </pc:grpChg>
        <pc:grpChg chg="mod">
          <ac:chgData name="Daphne Economou" userId="d065a339-36cf-4937-af08-41751becbd81" providerId="ADAL" clId="{B7E510B3-3542-42AA-B9D6-5D7D6CB8B562}" dt="2023-11-11T22:32:13.278" v="1343"/>
          <ac:grpSpMkLst>
            <pc:docMk/>
            <pc:sldMk cId="2814955759" sldId="858"/>
            <ac:grpSpMk id="32" creationId="{157F68B4-E1E6-C25F-C08F-6BB0034A31B9}"/>
          </ac:grpSpMkLst>
        </pc:grpChg>
        <pc:picChg chg="mod">
          <ac:chgData name="Daphne Economou" userId="d065a339-36cf-4937-af08-41751becbd81" providerId="ADAL" clId="{B7E510B3-3542-42AA-B9D6-5D7D6CB8B562}" dt="2023-11-12T20:00:39.345" v="6063" actId="962"/>
          <ac:picMkLst>
            <pc:docMk/>
            <pc:sldMk cId="2814955759" sldId="858"/>
            <ac:picMk id="18" creationId="{3EEC682B-6F36-2BC7-34EC-88499EA49893}"/>
          </ac:picMkLst>
        </pc:picChg>
        <pc:inkChg chg="add del mod">
          <ac:chgData name="Daphne Economou" userId="d065a339-36cf-4937-af08-41751becbd81" providerId="ADAL" clId="{B7E510B3-3542-42AA-B9D6-5D7D6CB8B562}" dt="2023-11-11T22:31:55.041" v="1335" actId="9405"/>
          <ac:inkMkLst>
            <pc:docMk/>
            <pc:sldMk cId="2814955759" sldId="858"/>
            <ac:inkMk id="14" creationId="{A5F390A5-EF1D-28B6-962D-C383F8D4E8CB}"/>
          </ac:inkMkLst>
        </pc:inkChg>
        <pc:inkChg chg="add del mod">
          <ac:chgData name="Daphne Economou" userId="d065a339-36cf-4937-af08-41751becbd81" providerId="ADAL" clId="{B7E510B3-3542-42AA-B9D6-5D7D6CB8B562}" dt="2023-11-11T22:31:54.667" v="1334" actId="9405"/>
          <ac:inkMkLst>
            <pc:docMk/>
            <pc:sldMk cId="2814955759" sldId="858"/>
            <ac:inkMk id="15" creationId="{5EB108EC-8266-8B2E-7089-6713FBF8F6D1}"/>
          </ac:inkMkLst>
        </pc:inkChg>
        <pc:inkChg chg="add del mod">
          <ac:chgData name="Daphne Economou" userId="d065a339-36cf-4937-af08-41751becbd81" providerId="ADAL" clId="{B7E510B3-3542-42AA-B9D6-5D7D6CB8B562}" dt="2023-11-11T22:31:54.157" v="1333"/>
          <ac:inkMkLst>
            <pc:docMk/>
            <pc:sldMk cId="2814955759" sldId="858"/>
            <ac:inkMk id="17" creationId="{DC5E5787-6AAB-8E9D-430E-234EFED75762}"/>
          </ac:inkMkLst>
        </pc:inkChg>
        <pc:inkChg chg="add del mod">
          <ac:chgData name="Daphne Economou" userId="d065a339-36cf-4937-af08-41751becbd81" providerId="ADAL" clId="{B7E510B3-3542-42AA-B9D6-5D7D6CB8B562}" dt="2023-11-11T22:31:53.795" v="1331"/>
          <ac:inkMkLst>
            <pc:docMk/>
            <pc:sldMk cId="2814955759" sldId="858"/>
            <ac:inkMk id="20" creationId="{C9BA12ED-E003-2DAA-01A8-A8469DB074C4}"/>
          </ac:inkMkLst>
        </pc:inkChg>
        <pc:inkChg chg="add del mod">
          <ac:chgData name="Daphne Economou" userId="d065a339-36cf-4937-af08-41751becbd81" providerId="ADAL" clId="{B7E510B3-3542-42AA-B9D6-5D7D6CB8B562}" dt="2023-11-11T22:31:53.189" v="1329" actId="9405"/>
          <ac:inkMkLst>
            <pc:docMk/>
            <pc:sldMk cId="2814955759" sldId="858"/>
            <ac:inkMk id="22" creationId="{13C728FA-25D2-A9E3-05C1-B370F9BB4A47}"/>
          </ac:inkMkLst>
        </pc:inkChg>
        <pc:inkChg chg="add del mod">
          <ac:chgData name="Daphne Economou" userId="d065a339-36cf-4937-af08-41751becbd81" providerId="ADAL" clId="{B7E510B3-3542-42AA-B9D6-5D7D6CB8B562}" dt="2023-11-11T22:31:52.790" v="1328"/>
          <ac:inkMkLst>
            <pc:docMk/>
            <pc:sldMk cId="2814955759" sldId="858"/>
            <ac:inkMk id="23" creationId="{2E8E4C81-FFCB-1B99-5EEA-F820918DBAFC}"/>
          </ac:inkMkLst>
        </pc:inkChg>
        <pc:inkChg chg="add">
          <ac:chgData name="Daphne Economou" userId="d065a339-36cf-4937-af08-41751becbd81" providerId="ADAL" clId="{B7E510B3-3542-42AA-B9D6-5D7D6CB8B562}" dt="2023-11-11T22:32:02.572" v="1336" actId="9405"/>
          <ac:inkMkLst>
            <pc:docMk/>
            <pc:sldMk cId="2814955759" sldId="858"/>
            <ac:inkMk id="25" creationId="{996FE5E1-2EBE-C12C-AF58-E5B511448FD9}"/>
          </ac:inkMkLst>
        </pc:inkChg>
        <pc:inkChg chg="add mod">
          <ac:chgData name="Daphne Economou" userId="d065a339-36cf-4937-af08-41751becbd81" providerId="ADAL" clId="{B7E510B3-3542-42AA-B9D6-5D7D6CB8B562}" dt="2023-11-11T22:32:07.588" v="1339"/>
          <ac:inkMkLst>
            <pc:docMk/>
            <pc:sldMk cId="2814955759" sldId="858"/>
            <ac:inkMk id="26" creationId="{94BA69B1-0150-7EC1-D15C-496E34C80DA1}"/>
          </ac:inkMkLst>
        </pc:inkChg>
        <pc:inkChg chg="add mod">
          <ac:chgData name="Daphne Economou" userId="d065a339-36cf-4937-af08-41751becbd81" providerId="ADAL" clId="{B7E510B3-3542-42AA-B9D6-5D7D6CB8B562}" dt="2023-11-11T22:32:07.588" v="1339"/>
          <ac:inkMkLst>
            <pc:docMk/>
            <pc:sldMk cId="2814955759" sldId="858"/>
            <ac:inkMk id="27" creationId="{AE8FBBE6-FB5A-9457-1244-F926785F869D}"/>
          </ac:inkMkLst>
        </pc:inkChg>
        <pc:inkChg chg="add mod">
          <ac:chgData name="Daphne Economou" userId="d065a339-36cf-4937-af08-41751becbd81" providerId="ADAL" clId="{B7E510B3-3542-42AA-B9D6-5D7D6CB8B562}" dt="2023-11-11T22:32:13.278" v="1343"/>
          <ac:inkMkLst>
            <pc:docMk/>
            <pc:sldMk cId="2814955759" sldId="858"/>
            <ac:inkMk id="29" creationId="{9D789C9A-E95C-98FC-D7C1-1A76178483DE}"/>
          </ac:inkMkLst>
        </pc:inkChg>
        <pc:inkChg chg="add mod">
          <ac:chgData name="Daphne Economou" userId="d065a339-36cf-4937-af08-41751becbd81" providerId="ADAL" clId="{B7E510B3-3542-42AA-B9D6-5D7D6CB8B562}" dt="2023-11-11T22:32:13.278" v="1343"/>
          <ac:inkMkLst>
            <pc:docMk/>
            <pc:sldMk cId="2814955759" sldId="858"/>
            <ac:inkMk id="30" creationId="{45871985-3A61-2A0D-30B7-F587224DEACF}"/>
          </ac:inkMkLst>
        </pc:inkChg>
        <pc:inkChg chg="add mod">
          <ac:chgData name="Daphne Economou" userId="d065a339-36cf-4937-af08-41751becbd81" providerId="ADAL" clId="{B7E510B3-3542-42AA-B9D6-5D7D6CB8B562}" dt="2023-11-11T22:32:13.278" v="1343"/>
          <ac:inkMkLst>
            <pc:docMk/>
            <pc:sldMk cId="2814955759" sldId="858"/>
            <ac:inkMk id="31" creationId="{CC381A9A-E9D5-514B-C31B-FCAC8FBFD29D}"/>
          </ac:inkMkLst>
        </pc:inkChg>
        <pc:cxnChg chg="add del mod">
          <ac:chgData name="Daphne Economou" userId="d065a339-36cf-4937-af08-41751becbd81" providerId="ADAL" clId="{B7E510B3-3542-42AA-B9D6-5D7D6CB8B562}" dt="2023-11-11T22:31:35.555" v="1317" actId="478"/>
          <ac:cxnSpMkLst>
            <pc:docMk/>
            <pc:sldMk cId="2814955759" sldId="858"/>
            <ac:cxnSpMk id="7" creationId="{29263F67-96BB-16A0-DD78-80ED7F128541}"/>
          </ac:cxnSpMkLst>
        </pc:cxnChg>
        <pc:cxnChg chg="add del mod">
          <ac:chgData name="Daphne Economou" userId="d065a339-36cf-4937-af08-41751becbd81" providerId="ADAL" clId="{B7E510B3-3542-42AA-B9D6-5D7D6CB8B562}" dt="2023-11-11T22:31:34.361" v="1316" actId="478"/>
          <ac:cxnSpMkLst>
            <pc:docMk/>
            <pc:sldMk cId="2814955759" sldId="858"/>
            <ac:cxnSpMk id="10" creationId="{D00E712F-DB14-40D0-3950-0E73BE432FF4}"/>
          </ac:cxnSpMkLst>
        </pc:cxnChg>
      </pc:sldChg>
      <pc:sldChg chg="addSp delSp modSp add mod modAnim">
        <pc:chgData name="Daphne Economou" userId="d065a339-36cf-4937-af08-41751becbd81" providerId="ADAL" clId="{B7E510B3-3542-42AA-B9D6-5D7D6CB8B562}" dt="2023-11-12T20:00:25.121" v="6057" actId="962"/>
        <pc:sldMkLst>
          <pc:docMk/>
          <pc:sldMk cId="856291454" sldId="859"/>
        </pc:sldMkLst>
        <pc:spChg chg="mod">
          <ac:chgData name="Daphne Economou" userId="d065a339-36cf-4937-af08-41751becbd81" providerId="ADAL" clId="{B7E510B3-3542-42AA-B9D6-5D7D6CB8B562}" dt="2023-11-11T22:55:46.641" v="1915" actId="20577"/>
          <ac:spMkLst>
            <pc:docMk/>
            <pc:sldMk cId="856291454" sldId="859"/>
            <ac:spMk id="3" creationId="{DFA90E73-6A0E-DBAC-7055-9E537388AE2E}"/>
          </ac:spMkLst>
        </pc:spChg>
        <pc:spChg chg="add mod">
          <ac:chgData name="Daphne Economou" userId="d065a339-36cf-4937-af08-41751becbd81" providerId="ADAL" clId="{B7E510B3-3542-42AA-B9D6-5D7D6CB8B562}" dt="2023-11-11T23:08:19.922" v="2169" actId="164"/>
          <ac:spMkLst>
            <pc:docMk/>
            <pc:sldMk cId="856291454" sldId="859"/>
            <ac:spMk id="6" creationId="{580E8E76-1559-B675-664F-C90886FD62B8}"/>
          </ac:spMkLst>
        </pc:spChg>
        <pc:spChg chg="add del mod">
          <ac:chgData name="Daphne Economou" userId="d065a339-36cf-4937-af08-41751becbd81" providerId="ADAL" clId="{B7E510B3-3542-42AA-B9D6-5D7D6CB8B562}" dt="2023-11-11T23:06:26.343" v="2145"/>
          <ac:spMkLst>
            <pc:docMk/>
            <pc:sldMk cId="856291454" sldId="859"/>
            <ac:spMk id="7" creationId="{3576D0A0-C700-6464-6290-23D17CDD5428}"/>
          </ac:spMkLst>
        </pc:spChg>
        <pc:spChg chg="add mod">
          <ac:chgData name="Daphne Economou" userId="d065a339-36cf-4937-af08-41751becbd81" providerId="ADAL" clId="{B7E510B3-3542-42AA-B9D6-5D7D6CB8B562}" dt="2023-11-11T23:08:19.922" v="2169" actId="164"/>
          <ac:spMkLst>
            <pc:docMk/>
            <pc:sldMk cId="856291454" sldId="859"/>
            <ac:spMk id="8" creationId="{01BB052F-AF65-9CCB-FD84-CDAB9C5E75D6}"/>
          </ac:spMkLst>
        </pc:spChg>
        <pc:spChg chg="add mod ord">
          <ac:chgData name="Daphne Economou" userId="d065a339-36cf-4937-af08-41751becbd81" providerId="ADAL" clId="{B7E510B3-3542-42AA-B9D6-5D7D6CB8B562}" dt="2023-11-11T23:12:37.914" v="2177" actId="1076"/>
          <ac:spMkLst>
            <pc:docMk/>
            <pc:sldMk cId="856291454" sldId="859"/>
            <ac:spMk id="9" creationId="{68F45E40-E0A8-F2C2-B8D3-39BD66DFF836}"/>
          </ac:spMkLst>
        </pc:spChg>
        <pc:spChg chg="mod">
          <ac:chgData name="Daphne Economou" userId="d065a339-36cf-4937-af08-41751becbd81" providerId="ADAL" clId="{B7E510B3-3542-42AA-B9D6-5D7D6CB8B562}" dt="2023-11-11T22:56:21.664" v="1928" actId="20577"/>
          <ac:spMkLst>
            <pc:docMk/>
            <pc:sldMk cId="856291454" sldId="859"/>
            <ac:spMk id="10" creationId="{5F170EF7-E15A-5ADC-4A06-A8E1542AEEB9}"/>
          </ac:spMkLst>
        </pc:spChg>
        <pc:grpChg chg="mod">
          <ac:chgData name="Daphne Economou" userId="d065a339-36cf-4937-af08-41751becbd81" providerId="ADAL" clId="{B7E510B3-3542-42AA-B9D6-5D7D6CB8B562}" dt="2023-11-11T23:08:19.922" v="2169" actId="164"/>
          <ac:grpSpMkLst>
            <pc:docMk/>
            <pc:sldMk cId="856291454" sldId="859"/>
            <ac:grpSpMk id="14" creationId="{74A1E2B5-A30C-D59F-2FA9-3DFCE5D8585E}"/>
          </ac:grpSpMkLst>
        </pc:grpChg>
        <pc:grpChg chg="add mod">
          <ac:chgData name="Daphne Economou" userId="d065a339-36cf-4937-af08-41751becbd81" providerId="ADAL" clId="{B7E510B3-3542-42AA-B9D6-5D7D6CB8B562}" dt="2023-11-12T20:00:25.121" v="6057" actId="962"/>
          <ac:grpSpMkLst>
            <pc:docMk/>
            <pc:sldMk cId="856291454" sldId="859"/>
            <ac:grpSpMk id="15" creationId="{55BF7460-7386-E9F0-50BC-A85639C62CB9}"/>
          </ac:grpSpMkLst>
        </pc:grpChg>
        <pc:picChg chg="add mod">
          <ac:chgData name="Daphne Economou" userId="d065a339-36cf-4937-af08-41751becbd81" providerId="ADAL" clId="{B7E510B3-3542-42AA-B9D6-5D7D6CB8B562}" dt="2023-11-11T23:08:19.922" v="2169" actId="164"/>
          <ac:picMkLst>
            <pc:docMk/>
            <pc:sldMk cId="856291454" sldId="859"/>
            <ac:picMk id="2" creationId="{E427B049-ABC3-A279-610B-BD90EF0972E6}"/>
          </ac:picMkLst>
        </pc:picChg>
        <pc:picChg chg="del">
          <ac:chgData name="Daphne Economou" userId="d065a339-36cf-4937-af08-41751becbd81" providerId="ADAL" clId="{B7E510B3-3542-42AA-B9D6-5D7D6CB8B562}" dt="2023-11-11T22:45:28.843" v="1688" actId="478"/>
          <ac:picMkLst>
            <pc:docMk/>
            <pc:sldMk cId="856291454" sldId="859"/>
            <ac:picMk id="11" creationId="{960F0BBB-3A5B-0E4C-CE28-0CB75D4A76D3}"/>
          </ac:picMkLst>
        </pc:picChg>
        <pc:inkChg chg="add mod">
          <ac:chgData name="Daphne Economou" userId="d065a339-36cf-4937-af08-41751becbd81" providerId="ADAL" clId="{B7E510B3-3542-42AA-B9D6-5D7D6CB8B562}" dt="2023-11-11T23:05:21.438" v="2132"/>
          <ac:inkMkLst>
            <pc:docMk/>
            <pc:sldMk cId="856291454" sldId="859"/>
            <ac:inkMk id="12" creationId="{A3363DE7-601E-1A4B-1CD2-B4DF84DF8195}"/>
          </ac:inkMkLst>
        </pc:inkChg>
        <pc:inkChg chg="add mod">
          <ac:chgData name="Daphne Economou" userId="d065a339-36cf-4937-af08-41751becbd81" providerId="ADAL" clId="{B7E510B3-3542-42AA-B9D6-5D7D6CB8B562}" dt="2023-11-11T23:05:21.438" v="2132"/>
          <ac:inkMkLst>
            <pc:docMk/>
            <pc:sldMk cId="856291454" sldId="859"/>
            <ac:inkMk id="13" creationId="{88C5BDB0-54B5-0C4B-C3A4-C7CAA6EE6648}"/>
          </ac:inkMkLst>
        </pc:inkChg>
      </pc:sldChg>
      <pc:sldChg chg="addSp delSp modSp new mod">
        <pc:chgData name="Daphne Economou" userId="d065a339-36cf-4937-af08-41751becbd81" providerId="ADAL" clId="{B7E510B3-3542-42AA-B9D6-5D7D6CB8B562}" dt="2023-11-12T12:12:10.660" v="3324"/>
        <pc:sldMkLst>
          <pc:docMk/>
          <pc:sldMk cId="1600690727" sldId="860"/>
        </pc:sldMkLst>
        <pc:spChg chg="mod">
          <ac:chgData name="Daphne Economou" userId="d065a339-36cf-4937-af08-41751becbd81" providerId="ADAL" clId="{B7E510B3-3542-42AA-B9D6-5D7D6CB8B562}" dt="2023-11-12T00:23:56.412" v="2208" actId="20577"/>
          <ac:spMkLst>
            <pc:docMk/>
            <pc:sldMk cId="1600690727" sldId="860"/>
            <ac:spMk id="2" creationId="{F70CB0B6-B1DC-9E75-9C53-39027D3E16DE}"/>
          </ac:spMkLst>
        </pc:spChg>
        <pc:spChg chg="mod">
          <ac:chgData name="Daphne Economou" userId="d065a339-36cf-4937-af08-41751becbd81" providerId="ADAL" clId="{B7E510B3-3542-42AA-B9D6-5D7D6CB8B562}" dt="2023-11-12T01:16:00.477" v="2762" actId="27636"/>
          <ac:spMkLst>
            <pc:docMk/>
            <pc:sldMk cId="1600690727" sldId="860"/>
            <ac:spMk id="3" creationId="{038E0C87-22CC-5C82-348C-2F930E5F5ECD}"/>
          </ac:spMkLst>
        </pc:spChg>
        <pc:spChg chg="add mod">
          <ac:chgData name="Daphne Economou" userId="d065a339-36cf-4937-af08-41751becbd81" providerId="ADAL" clId="{B7E510B3-3542-42AA-B9D6-5D7D6CB8B562}" dt="2023-11-12T11:26:01.338" v="3237" actId="1076"/>
          <ac:spMkLst>
            <pc:docMk/>
            <pc:sldMk cId="1600690727" sldId="860"/>
            <ac:spMk id="4" creationId="{ED26C179-3543-048E-8225-2479727E3E87}"/>
          </ac:spMkLst>
        </pc:spChg>
        <pc:spChg chg="add mod">
          <ac:chgData name="Daphne Economou" userId="d065a339-36cf-4937-af08-41751becbd81" providerId="ADAL" clId="{B7E510B3-3542-42AA-B9D6-5D7D6CB8B562}" dt="2023-11-12T11:26:16.840" v="3239" actId="1076"/>
          <ac:spMkLst>
            <pc:docMk/>
            <pc:sldMk cId="1600690727" sldId="860"/>
            <ac:spMk id="5" creationId="{7FA08523-3CBA-30B8-280C-D4DD70D28003}"/>
          </ac:spMkLst>
        </pc:spChg>
        <pc:spChg chg="add mod">
          <ac:chgData name="Daphne Economou" userId="d065a339-36cf-4937-af08-41751becbd81" providerId="ADAL" clId="{B7E510B3-3542-42AA-B9D6-5D7D6CB8B562}" dt="2023-11-12T01:23:05.107" v="3007" actId="1076"/>
          <ac:spMkLst>
            <pc:docMk/>
            <pc:sldMk cId="1600690727" sldId="860"/>
            <ac:spMk id="12" creationId="{7F975CA6-BEE1-40EF-1609-C9E1BDAA7A2C}"/>
          </ac:spMkLst>
        </pc:spChg>
        <pc:spChg chg="add del mod">
          <ac:chgData name="Daphne Economou" userId="d065a339-36cf-4937-af08-41751becbd81" providerId="ADAL" clId="{B7E510B3-3542-42AA-B9D6-5D7D6CB8B562}" dt="2023-11-12T00:29:44.386" v="2290" actId="478"/>
          <ac:spMkLst>
            <pc:docMk/>
            <pc:sldMk cId="1600690727" sldId="860"/>
            <ac:spMk id="13" creationId="{D18586F7-9BAA-DF48-7482-423D3328F1FE}"/>
          </ac:spMkLst>
        </pc:spChg>
        <pc:spChg chg="add mod">
          <ac:chgData name="Daphne Economou" userId="d065a339-36cf-4937-af08-41751becbd81" providerId="ADAL" clId="{B7E510B3-3542-42AA-B9D6-5D7D6CB8B562}" dt="2023-11-12T12:09:34.027" v="3259" actId="1076"/>
          <ac:spMkLst>
            <pc:docMk/>
            <pc:sldMk cId="1600690727" sldId="860"/>
            <ac:spMk id="14" creationId="{ECAAA48C-DD02-A5C9-4323-6DD2DB17A632}"/>
          </ac:spMkLst>
        </pc:spChg>
        <pc:spChg chg="add mod">
          <ac:chgData name="Daphne Economou" userId="d065a339-36cf-4937-af08-41751becbd81" providerId="ADAL" clId="{B7E510B3-3542-42AA-B9D6-5D7D6CB8B562}" dt="2023-11-12T12:09:24.720" v="3257" actId="1076"/>
          <ac:spMkLst>
            <pc:docMk/>
            <pc:sldMk cId="1600690727" sldId="860"/>
            <ac:spMk id="15" creationId="{855487CA-18A6-404A-95BE-7FA43E91F167}"/>
          </ac:spMkLst>
        </pc:spChg>
        <pc:spChg chg="add del mod">
          <ac:chgData name="Daphne Economou" userId="d065a339-36cf-4937-af08-41751becbd81" providerId="ADAL" clId="{B7E510B3-3542-42AA-B9D6-5D7D6CB8B562}" dt="2023-11-12T12:09:34.027" v="3259" actId="1076"/>
          <ac:spMkLst>
            <pc:docMk/>
            <pc:sldMk cId="1600690727" sldId="860"/>
            <ac:spMk id="16" creationId="{CDA99387-B055-BF89-116B-D005B1508108}"/>
          </ac:spMkLst>
        </pc:spChg>
        <pc:spChg chg="add mod">
          <ac:chgData name="Daphne Economou" userId="d065a339-36cf-4937-af08-41751becbd81" providerId="ADAL" clId="{B7E510B3-3542-42AA-B9D6-5D7D6CB8B562}" dt="2023-11-12T12:09:34.027" v="3259" actId="1076"/>
          <ac:spMkLst>
            <pc:docMk/>
            <pc:sldMk cId="1600690727" sldId="860"/>
            <ac:spMk id="17" creationId="{6C18C1B8-F025-78CC-7CDE-5A701EEE4CC8}"/>
          </ac:spMkLst>
        </pc:spChg>
        <pc:spChg chg="add mod">
          <ac:chgData name="Daphne Economou" userId="d065a339-36cf-4937-af08-41751becbd81" providerId="ADAL" clId="{B7E510B3-3542-42AA-B9D6-5D7D6CB8B562}" dt="2023-11-12T12:09:34.027" v="3259" actId="1076"/>
          <ac:spMkLst>
            <pc:docMk/>
            <pc:sldMk cId="1600690727" sldId="860"/>
            <ac:spMk id="18" creationId="{AED48307-FF24-6532-9B87-AECAE08A0F6F}"/>
          </ac:spMkLst>
        </pc:spChg>
        <pc:spChg chg="add mod">
          <ac:chgData name="Daphne Economou" userId="d065a339-36cf-4937-af08-41751becbd81" providerId="ADAL" clId="{B7E510B3-3542-42AA-B9D6-5D7D6CB8B562}" dt="2023-11-12T00:37:04.408" v="2391" actId="164"/>
          <ac:spMkLst>
            <pc:docMk/>
            <pc:sldMk cId="1600690727" sldId="860"/>
            <ac:spMk id="36" creationId="{B3C12747-0565-B4C6-36A5-4ED49364C46B}"/>
          </ac:spMkLst>
        </pc:spChg>
        <pc:spChg chg="add del mod">
          <ac:chgData name="Daphne Economou" userId="d065a339-36cf-4937-af08-41751becbd81" providerId="ADAL" clId="{B7E510B3-3542-42AA-B9D6-5D7D6CB8B562}" dt="2023-11-12T00:34:00.174" v="2358" actId="478"/>
          <ac:spMkLst>
            <pc:docMk/>
            <pc:sldMk cId="1600690727" sldId="860"/>
            <ac:spMk id="37" creationId="{670379A0-29E5-95D5-AAD1-495BB189394D}"/>
          </ac:spMkLst>
        </pc:spChg>
        <pc:spChg chg="add mod">
          <ac:chgData name="Daphne Economou" userId="d065a339-36cf-4937-af08-41751becbd81" providerId="ADAL" clId="{B7E510B3-3542-42AA-B9D6-5D7D6CB8B562}" dt="2023-11-12T00:37:04.408" v="2391" actId="164"/>
          <ac:spMkLst>
            <pc:docMk/>
            <pc:sldMk cId="1600690727" sldId="860"/>
            <ac:spMk id="38" creationId="{8BDF098F-6345-F5A3-3121-AA4940A2AD8F}"/>
          </ac:spMkLst>
        </pc:spChg>
        <pc:spChg chg="add mod">
          <ac:chgData name="Daphne Economou" userId="d065a339-36cf-4937-af08-41751becbd81" providerId="ADAL" clId="{B7E510B3-3542-42AA-B9D6-5D7D6CB8B562}" dt="2023-11-12T00:37:04.408" v="2391" actId="164"/>
          <ac:spMkLst>
            <pc:docMk/>
            <pc:sldMk cId="1600690727" sldId="860"/>
            <ac:spMk id="39" creationId="{20ADF87D-DBB6-254E-137D-938CC26A7895}"/>
          </ac:spMkLst>
        </pc:spChg>
        <pc:spChg chg="add del mod">
          <ac:chgData name="Daphne Economou" userId="d065a339-36cf-4937-af08-41751becbd81" providerId="ADAL" clId="{B7E510B3-3542-42AA-B9D6-5D7D6CB8B562}" dt="2023-11-12T00:34:47.090" v="2371"/>
          <ac:spMkLst>
            <pc:docMk/>
            <pc:sldMk cId="1600690727" sldId="860"/>
            <ac:spMk id="40" creationId="{CEFBD447-35AA-7A30-71F1-3C4A7F564883}"/>
          </ac:spMkLst>
        </pc:spChg>
        <pc:spChg chg="add del mod">
          <ac:chgData name="Daphne Economou" userId="d065a339-36cf-4937-af08-41751becbd81" providerId="ADAL" clId="{B7E510B3-3542-42AA-B9D6-5D7D6CB8B562}" dt="2023-11-12T00:34:47.090" v="2371"/>
          <ac:spMkLst>
            <pc:docMk/>
            <pc:sldMk cId="1600690727" sldId="860"/>
            <ac:spMk id="41" creationId="{3D960A34-68AF-F176-D577-4D62F6D1F9EE}"/>
          </ac:spMkLst>
        </pc:spChg>
        <pc:spChg chg="add mod">
          <ac:chgData name="Daphne Economou" userId="d065a339-36cf-4937-af08-41751becbd81" providerId="ADAL" clId="{B7E510B3-3542-42AA-B9D6-5D7D6CB8B562}" dt="2023-11-12T00:37:04.408" v="2391" actId="164"/>
          <ac:spMkLst>
            <pc:docMk/>
            <pc:sldMk cId="1600690727" sldId="860"/>
            <ac:spMk id="42" creationId="{1B39C582-DE91-920B-2C94-F345001B5CB7}"/>
          </ac:spMkLst>
        </pc:spChg>
        <pc:spChg chg="add mod">
          <ac:chgData name="Daphne Economou" userId="d065a339-36cf-4937-af08-41751becbd81" providerId="ADAL" clId="{B7E510B3-3542-42AA-B9D6-5D7D6CB8B562}" dt="2023-11-12T00:37:04.408" v="2391" actId="164"/>
          <ac:spMkLst>
            <pc:docMk/>
            <pc:sldMk cId="1600690727" sldId="860"/>
            <ac:spMk id="43" creationId="{59FE726D-3F96-7B14-8DB1-7EC5E0B3C901}"/>
          </ac:spMkLst>
        </pc:spChg>
        <pc:spChg chg="add mod">
          <ac:chgData name="Daphne Economou" userId="d065a339-36cf-4937-af08-41751becbd81" providerId="ADAL" clId="{B7E510B3-3542-42AA-B9D6-5D7D6CB8B562}" dt="2023-11-12T00:37:04.408" v="2391" actId="164"/>
          <ac:spMkLst>
            <pc:docMk/>
            <pc:sldMk cId="1600690727" sldId="860"/>
            <ac:spMk id="44" creationId="{7125933C-7BE7-4112-1D2B-7B4ADF87E82A}"/>
          </ac:spMkLst>
        </pc:spChg>
        <pc:spChg chg="add mod">
          <ac:chgData name="Daphne Economou" userId="d065a339-36cf-4937-af08-41751becbd81" providerId="ADAL" clId="{B7E510B3-3542-42AA-B9D6-5D7D6CB8B562}" dt="2023-11-12T12:09:34.027" v="3259" actId="1076"/>
          <ac:spMkLst>
            <pc:docMk/>
            <pc:sldMk cId="1600690727" sldId="860"/>
            <ac:spMk id="46" creationId="{61374698-64C3-F977-89F2-8899C76230F6}"/>
          </ac:spMkLst>
        </pc:spChg>
        <pc:spChg chg="add mod">
          <ac:chgData name="Daphne Economou" userId="d065a339-36cf-4937-af08-41751becbd81" providerId="ADAL" clId="{B7E510B3-3542-42AA-B9D6-5D7D6CB8B562}" dt="2023-11-12T12:09:34.027" v="3259" actId="1076"/>
          <ac:spMkLst>
            <pc:docMk/>
            <pc:sldMk cId="1600690727" sldId="860"/>
            <ac:spMk id="47" creationId="{C6339CE7-0A13-842B-4512-7FA24C35F5A6}"/>
          </ac:spMkLst>
        </pc:spChg>
        <pc:spChg chg="add mod">
          <ac:chgData name="Daphne Economou" userId="d065a339-36cf-4937-af08-41751becbd81" providerId="ADAL" clId="{B7E510B3-3542-42AA-B9D6-5D7D6CB8B562}" dt="2023-11-12T12:09:34.027" v="3259" actId="1076"/>
          <ac:spMkLst>
            <pc:docMk/>
            <pc:sldMk cId="1600690727" sldId="860"/>
            <ac:spMk id="48" creationId="{DD3AA5C3-C594-62A1-52A6-C8967367584F}"/>
          </ac:spMkLst>
        </pc:spChg>
        <pc:spChg chg="add mod">
          <ac:chgData name="Daphne Economou" userId="d065a339-36cf-4937-af08-41751becbd81" providerId="ADAL" clId="{B7E510B3-3542-42AA-B9D6-5D7D6CB8B562}" dt="2023-11-12T12:09:34.027" v="3259" actId="1076"/>
          <ac:spMkLst>
            <pc:docMk/>
            <pc:sldMk cId="1600690727" sldId="860"/>
            <ac:spMk id="49" creationId="{600C72A3-287F-DFB2-02B0-277723596BC2}"/>
          </ac:spMkLst>
        </pc:spChg>
        <pc:spChg chg="add mod">
          <ac:chgData name="Daphne Economou" userId="d065a339-36cf-4937-af08-41751becbd81" providerId="ADAL" clId="{B7E510B3-3542-42AA-B9D6-5D7D6CB8B562}" dt="2023-11-12T12:09:34.027" v="3259" actId="1076"/>
          <ac:spMkLst>
            <pc:docMk/>
            <pc:sldMk cId="1600690727" sldId="860"/>
            <ac:spMk id="50" creationId="{F9FD20F2-88F5-8582-1EC6-946457CBE49E}"/>
          </ac:spMkLst>
        </pc:spChg>
        <pc:spChg chg="add mod">
          <ac:chgData name="Daphne Economou" userId="d065a339-36cf-4937-af08-41751becbd81" providerId="ADAL" clId="{B7E510B3-3542-42AA-B9D6-5D7D6CB8B562}" dt="2023-11-12T12:09:34.027" v="3259" actId="1076"/>
          <ac:spMkLst>
            <pc:docMk/>
            <pc:sldMk cId="1600690727" sldId="860"/>
            <ac:spMk id="51" creationId="{42F346F0-93BE-851C-8860-15ECD6DCE0E8}"/>
          </ac:spMkLst>
        </pc:spChg>
        <pc:spChg chg="add del mod">
          <ac:chgData name="Daphne Economou" userId="d065a339-36cf-4937-af08-41751becbd81" providerId="ADAL" clId="{B7E510B3-3542-42AA-B9D6-5D7D6CB8B562}" dt="2023-11-12T12:08:42.194" v="3249" actId="478"/>
          <ac:spMkLst>
            <pc:docMk/>
            <pc:sldMk cId="1600690727" sldId="860"/>
            <ac:spMk id="73" creationId="{756FCA40-25B2-EF09-A6E0-C6A4A07A7B56}"/>
          </ac:spMkLst>
        </pc:spChg>
        <pc:spChg chg="add mod">
          <ac:chgData name="Daphne Economou" userId="d065a339-36cf-4937-af08-41751becbd81" providerId="ADAL" clId="{B7E510B3-3542-42AA-B9D6-5D7D6CB8B562}" dt="2023-11-12T12:10:52.324" v="3290" actId="1076"/>
          <ac:spMkLst>
            <pc:docMk/>
            <pc:sldMk cId="1600690727" sldId="860"/>
            <ac:spMk id="74" creationId="{7AB773AC-2536-8C50-CE77-8529EC43B0CA}"/>
          </ac:spMkLst>
        </pc:spChg>
        <pc:spChg chg="add mod">
          <ac:chgData name="Daphne Economou" userId="d065a339-36cf-4937-af08-41751becbd81" providerId="ADAL" clId="{B7E510B3-3542-42AA-B9D6-5D7D6CB8B562}" dt="2023-11-12T12:10:54.446" v="3291" actId="1076"/>
          <ac:spMkLst>
            <pc:docMk/>
            <pc:sldMk cId="1600690727" sldId="860"/>
            <ac:spMk id="75" creationId="{9E854AE8-46A3-232F-7D13-2B54F749BC18}"/>
          </ac:spMkLst>
        </pc:spChg>
        <pc:spChg chg="add mod topLvl">
          <ac:chgData name="Daphne Economou" userId="d065a339-36cf-4937-af08-41751becbd81" providerId="ADAL" clId="{B7E510B3-3542-42AA-B9D6-5D7D6CB8B562}" dt="2023-11-12T01:20:41.429" v="2978" actId="404"/>
          <ac:spMkLst>
            <pc:docMk/>
            <pc:sldMk cId="1600690727" sldId="860"/>
            <ac:spMk id="82" creationId="{D93C4B6D-6288-26D2-585E-DDD9259C8F26}"/>
          </ac:spMkLst>
        </pc:spChg>
        <pc:spChg chg="add del mod">
          <ac:chgData name="Daphne Economou" userId="d065a339-36cf-4937-af08-41751becbd81" providerId="ADAL" clId="{B7E510B3-3542-42AA-B9D6-5D7D6CB8B562}" dt="2023-11-12T00:44:49.879" v="2498" actId="478"/>
          <ac:spMkLst>
            <pc:docMk/>
            <pc:sldMk cId="1600690727" sldId="860"/>
            <ac:spMk id="83" creationId="{5427D75D-4F72-93E8-C839-2EEF1EEBCEB3}"/>
          </ac:spMkLst>
        </pc:spChg>
        <pc:spChg chg="add mod topLvl">
          <ac:chgData name="Daphne Economou" userId="d065a339-36cf-4937-af08-41751becbd81" providerId="ADAL" clId="{B7E510B3-3542-42AA-B9D6-5D7D6CB8B562}" dt="2023-11-12T01:20:41.429" v="2978" actId="404"/>
          <ac:spMkLst>
            <pc:docMk/>
            <pc:sldMk cId="1600690727" sldId="860"/>
            <ac:spMk id="84" creationId="{709E603B-3208-505F-FF4C-B440092F0F1A}"/>
          </ac:spMkLst>
        </pc:spChg>
        <pc:spChg chg="add mod topLvl">
          <ac:chgData name="Daphne Economou" userId="d065a339-36cf-4937-af08-41751becbd81" providerId="ADAL" clId="{B7E510B3-3542-42AA-B9D6-5D7D6CB8B562}" dt="2023-11-12T11:24:37.971" v="3234" actId="207"/>
          <ac:spMkLst>
            <pc:docMk/>
            <pc:sldMk cId="1600690727" sldId="860"/>
            <ac:spMk id="87" creationId="{C539864E-4597-EE1B-8406-2B6C61003098}"/>
          </ac:spMkLst>
        </pc:spChg>
        <pc:spChg chg="add mod">
          <ac:chgData name="Daphne Economou" userId="d065a339-36cf-4937-af08-41751becbd81" providerId="ADAL" clId="{B7E510B3-3542-42AA-B9D6-5D7D6CB8B562}" dt="2023-11-12T01:16:08.875" v="2763" actId="1076"/>
          <ac:spMkLst>
            <pc:docMk/>
            <pc:sldMk cId="1600690727" sldId="860"/>
            <ac:spMk id="95" creationId="{C9C00607-70D0-0EB5-2734-F43E8FD9C4EF}"/>
          </ac:spMkLst>
        </pc:spChg>
        <pc:spChg chg="add mod">
          <ac:chgData name="Daphne Economou" userId="d065a339-36cf-4937-af08-41751becbd81" providerId="ADAL" clId="{B7E510B3-3542-42AA-B9D6-5D7D6CB8B562}" dt="2023-11-12T01:21:07.121" v="2984" actId="1076"/>
          <ac:spMkLst>
            <pc:docMk/>
            <pc:sldMk cId="1600690727" sldId="860"/>
            <ac:spMk id="96" creationId="{66CE9581-0C96-B69A-A3D9-4F81E692F420}"/>
          </ac:spMkLst>
        </pc:spChg>
        <pc:spChg chg="add del mod">
          <ac:chgData name="Daphne Economou" userId="d065a339-36cf-4937-af08-41751becbd81" providerId="ADAL" clId="{B7E510B3-3542-42AA-B9D6-5D7D6CB8B562}" dt="2023-11-12T00:53:34.304" v="2624"/>
          <ac:spMkLst>
            <pc:docMk/>
            <pc:sldMk cId="1600690727" sldId="860"/>
            <ac:spMk id="101" creationId="{D9793B44-2007-66EB-5141-E6B12192DB0D}"/>
          </ac:spMkLst>
        </pc:spChg>
        <pc:spChg chg="mod">
          <ac:chgData name="Daphne Economou" userId="d065a339-36cf-4937-af08-41751becbd81" providerId="ADAL" clId="{B7E510B3-3542-42AA-B9D6-5D7D6CB8B562}" dt="2023-11-12T01:20:33.632" v="2977" actId="404"/>
          <ac:spMkLst>
            <pc:docMk/>
            <pc:sldMk cId="1600690727" sldId="860"/>
            <ac:spMk id="107" creationId="{6E90094C-384F-2B42-4613-3AAEE790E5AF}"/>
          </ac:spMkLst>
        </pc:spChg>
        <pc:spChg chg="mod">
          <ac:chgData name="Daphne Economou" userId="d065a339-36cf-4937-af08-41751becbd81" providerId="ADAL" clId="{B7E510B3-3542-42AA-B9D6-5D7D6CB8B562}" dt="2023-11-12T01:20:33.632" v="2977" actId="404"/>
          <ac:spMkLst>
            <pc:docMk/>
            <pc:sldMk cId="1600690727" sldId="860"/>
            <ac:spMk id="108" creationId="{4325E27E-BC17-A543-808C-4A86F0F98447}"/>
          </ac:spMkLst>
        </pc:spChg>
        <pc:spChg chg="mod">
          <ac:chgData name="Daphne Economou" userId="d065a339-36cf-4937-af08-41751becbd81" providerId="ADAL" clId="{B7E510B3-3542-42AA-B9D6-5D7D6CB8B562}" dt="2023-11-12T01:20:33.632" v="2977" actId="404"/>
          <ac:spMkLst>
            <pc:docMk/>
            <pc:sldMk cId="1600690727" sldId="860"/>
            <ac:spMk id="110" creationId="{2C2A4DDB-6B42-E19E-6A25-79B7E68803A0}"/>
          </ac:spMkLst>
        </pc:spChg>
        <pc:spChg chg="add mod">
          <ac:chgData name="Daphne Economou" userId="d065a339-36cf-4937-af08-41751becbd81" providerId="ADAL" clId="{B7E510B3-3542-42AA-B9D6-5D7D6CB8B562}" dt="2023-11-12T01:21:03.326" v="2983" actId="1076"/>
          <ac:spMkLst>
            <pc:docMk/>
            <pc:sldMk cId="1600690727" sldId="860"/>
            <ac:spMk id="111" creationId="{40E4EB8F-6EB3-56AB-8D60-2B6FCD2691FE}"/>
          </ac:spMkLst>
        </pc:spChg>
        <pc:spChg chg="mod">
          <ac:chgData name="Daphne Economou" userId="d065a339-36cf-4937-af08-41751becbd81" providerId="ADAL" clId="{B7E510B3-3542-42AA-B9D6-5D7D6CB8B562}" dt="2023-11-12T01:20:33.632" v="2977" actId="404"/>
          <ac:spMkLst>
            <pc:docMk/>
            <pc:sldMk cId="1600690727" sldId="860"/>
            <ac:spMk id="113" creationId="{5324BAFB-EE46-EF96-390D-86718D481C8E}"/>
          </ac:spMkLst>
        </pc:spChg>
        <pc:spChg chg="mod">
          <ac:chgData name="Daphne Economou" userId="d065a339-36cf-4937-af08-41751becbd81" providerId="ADAL" clId="{B7E510B3-3542-42AA-B9D6-5D7D6CB8B562}" dt="2023-11-12T01:20:33.632" v="2977" actId="404"/>
          <ac:spMkLst>
            <pc:docMk/>
            <pc:sldMk cId="1600690727" sldId="860"/>
            <ac:spMk id="114" creationId="{4E383536-15A7-F941-D357-15B39E82A721}"/>
          </ac:spMkLst>
        </pc:spChg>
        <pc:spChg chg="mod">
          <ac:chgData name="Daphne Economou" userId="d065a339-36cf-4937-af08-41751becbd81" providerId="ADAL" clId="{B7E510B3-3542-42AA-B9D6-5D7D6CB8B562}" dt="2023-11-12T01:20:33.632" v="2977" actId="404"/>
          <ac:spMkLst>
            <pc:docMk/>
            <pc:sldMk cId="1600690727" sldId="860"/>
            <ac:spMk id="116" creationId="{7139AA6E-4B86-65EC-8286-FFDF67DEEE0A}"/>
          </ac:spMkLst>
        </pc:spChg>
        <pc:spChg chg="add mod">
          <ac:chgData name="Daphne Economou" userId="d065a339-36cf-4937-af08-41751becbd81" providerId="ADAL" clId="{B7E510B3-3542-42AA-B9D6-5D7D6CB8B562}" dt="2023-11-12T01:21:10.052" v="2985" actId="1076"/>
          <ac:spMkLst>
            <pc:docMk/>
            <pc:sldMk cId="1600690727" sldId="860"/>
            <ac:spMk id="131" creationId="{D1F00311-A7D3-A424-8DF3-5615ED96215F}"/>
          </ac:spMkLst>
        </pc:spChg>
        <pc:spChg chg="add mod">
          <ac:chgData name="Daphne Economou" userId="d065a339-36cf-4937-af08-41751becbd81" providerId="ADAL" clId="{B7E510B3-3542-42AA-B9D6-5D7D6CB8B562}" dt="2023-11-12T01:21:37.460" v="2991" actId="1076"/>
          <ac:spMkLst>
            <pc:docMk/>
            <pc:sldMk cId="1600690727" sldId="860"/>
            <ac:spMk id="132" creationId="{55DF9E10-E1FB-2AE2-0143-4922B5DFB4BF}"/>
          </ac:spMkLst>
        </pc:spChg>
        <pc:spChg chg="add mod">
          <ac:chgData name="Daphne Economou" userId="d065a339-36cf-4937-af08-41751becbd81" providerId="ADAL" clId="{B7E510B3-3542-42AA-B9D6-5D7D6CB8B562}" dt="2023-11-12T01:22:05.178" v="2998" actId="403"/>
          <ac:spMkLst>
            <pc:docMk/>
            <pc:sldMk cId="1600690727" sldId="860"/>
            <ac:spMk id="133" creationId="{40D3175F-2044-0992-97E7-D4A43FF14959}"/>
          </ac:spMkLst>
        </pc:spChg>
        <pc:grpChg chg="del mod">
          <ac:chgData name="Daphne Economou" userId="d065a339-36cf-4937-af08-41751becbd81" providerId="ADAL" clId="{B7E510B3-3542-42AA-B9D6-5D7D6CB8B562}" dt="2023-11-12T12:10:01.428" v="3267"/>
          <ac:grpSpMkLst>
            <pc:docMk/>
            <pc:sldMk cId="1600690727" sldId="860"/>
            <ac:grpSpMk id="19" creationId="{82BDAC9B-42BE-B7A6-6A71-EAAAF6D87F5F}"/>
          </ac:grpSpMkLst>
        </pc:grpChg>
        <pc:grpChg chg="del mod">
          <ac:chgData name="Daphne Economou" userId="d065a339-36cf-4937-af08-41751becbd81" providerId="ADAL" clId="{B7E510B3-3542-42AA-B9D6-5D7D6CB8B562}" dt="2023-11-12T00:40:47.130" v="2442" actId="478"/>
          <ac:grpSpMkLst>
            <pc:docMk/>
            <pc:sldMk cId="1600690727" sldId="860"/>
            <ac:grpSpMk id="21" creationId="{61D64D0C-2323-C2EF-5B47-C0F7AD586BB4}"/>
          </ac:grpSpMkLst>
        </pc:grpChg>
        <pc:grpChg chg="del mod">
          <ac:chgData name="Daphne Economou" userId="d065a339-36cf-4937-af08-41751becbd81" providerId="ADAL" clId="{B7E510B3-3542-42AA-B9D6-5D7D6CB8B562}" dt="2023-11-12T12:10:56.617" v="3292" actId="478"/>
          <ac:grpSpMkLst>
            <pc:docMk/>
            <pc:sldMk cId="1600690727" sldId="860"/>
            <ac:grpSpMk id="22" creationId="{406126B5-604C-E9A1-BF1F-6FAF5D265F5C}"/>
          </ac:grpSpMkLst>
        </pc:grpChg>
        <pc:grpChg chg="add del mod">
          <ac:chgData name="Daphne Economou" userId="d065a339-36cf-4937-af08-41751becbd81" providerId="ADAL" clId="{B7E510B3-3542-42AA-B9D6-5D7D6CB8B562}" dt="2023-11-12T12:10:25.701" v="3284"/>
          <ac:grpSpMkLst>
            <pc:docMk/>
            <pc:sldMk cId="1600690727" sldId="860"/>
            <ac:grpSpMk id="31" creationId="{EDDED71C-21DF-B606-D4DB-74D2F275E978}"/>
          </ac:grpSpMkLst>
        </pc:grpChg>
        <pc:grpChg chg="add del mod">
          <ac:chgData name="Daphne Economou" userId="d065a339-36cf-4937-af08-41751becbd81" providerId="ADAL" clId="{B7E510B3-3542-42AA-B9D6-5D7D6CB8B562}" dt="2023-11-12T12:10:24.980" v="3281"/>
          <ac:grpSpMkLst>
            <pc:docMk/>
            <pc:sldMk cId="1600690727" sldId="860"/>
            <ac:grpSpMk id="34" creationId="{EB3DC0A8-2C96-0B10-C2E3-3B6E36219620}"/>
          </ac:grpSpMkLst>
        </pc:grpChg>
        <pc:grpChg chg="add mod">
          <ac:chgData name="Daphne Economou" userId="d065a339-36cf-4937-af08-41751becbd81" providerId="ADAL" clId="{B7E510B3-3542-42AA-B9D6-5D7D6CB8B562}" dt="2023-11-12T00:37:04.408" v="2391" actId="164"/>
          <ac:grpSpMkLst>
            <pc:docMk/>
            <pc:sldMk cId="1600690727" sldId="860"/>
            <ac:grpSpMk id="35" creationId="{03E48795-D4A0-61F4-B264-6B35E8FC98CE}"/>
          </ac:grpSpMkLst>
        </pc:grpChg>
        <pc:grpChg chg="mod">
          <ac:chgData name="Daphne Economou" userId="d065a339-36cf-4937-af08-41751becbd81" providerId="ADAL" clId="{B7E510B3-3542-42AA-B9D6-5D7D6CB8B562}" dt="2023-11-12T12:10:24.281" v="3278"/>
          <ac:grpSpMkLst>
            <pc:docMk/>
            <pc:sldMk cId="1600690727" sldId="860"/>
            <ac:grpSpMk id="41" creationId="{EBAFD346-EAC7-C244-63FF-7F410295F9EF}"/>
          </ac:grpSpMkLst>
        </pc:grpChg>
        <pc:grpChg chg="add mod">
          <ac:chgData name="Daphne Economou" userId="d065a339-36cf-4937-af08-41751becbd81" providerId="ADAL" clId="{B7E510B3-3542-42AA-B9D6-5D7D6CB8B562}" dt="2023-11-12T00:37:09.002" v="2393" actId="1076"/>
          <ac:grpSpMkLst>
            <pc:docMk/>
            <pc:sldMk cId="1600690727" sldId="860"/>
            <ac:grpSpMk id="45" creationId="{747427DC-E430-8E67-F471-CA592BD500D7}"/>
          </ac:grpSpMkLst>
        </pc:grpChg>
        <pc:grpChg chg="del mod">
          <ac:chgData name="Daphne Economou" userId="d065a339-36cf-4937-af08-41751becbd81" providerId="ADAL" clId="{B7E510B3-3542-42AA-B9D6-5D7D6CB8B562}" dt="2023-11-12T00:40:25.735" v="2439"/>
          <ac:grpSpMkLst>
            <pc:docMk/>
            <pc:sldMk cId="1600690727" sldId="860"/>
            <ac:grpSpMk id="56" creationId="{3C8D4926-8A7C-FC63-7CDE-CC6C646DF4C1}"/>
          </ac:grpSpMkLst>
        </pc:grpChg>
        <pc:grpChg chg="mod">
          <ac:chgData name="Daphne Economou" userId="d065a339-36cf-4937-af08-41751becbd81" providerId="ADAL" clId="{B7E510B3-3542-42AA-B9D6-5D7D6CB8B562}" dt="2023-11-12T00:40:25.735" v="2439"/>
          <ac:grpSpMkLst>
            <pc:docMk/>
            <pc:sldMk cId="1600690727" sldId="860"/>
            <ac:grpSpMk id="61" creationId="{74963408-F3B1-ADC2-8681-77A53B342F23}"/>
          </ac:grpSpMkLst>
        </pc:grpChg>
        <pc:grpChg chg="del mod">
          <ac:chgData name="Daphne Economou" userId="d065a339-36cf-4937-af08-41751becbd81" providerId="ADAL" clId="{B7E510B3-3542-42AA-B9D6-5D7D6CB8B562}" dt="2023-11-12T12:11:14.156" v="3304"/>
          <ac:grpSpMkLst>
            <pc:docMk/>
            <pc:sldMk cId="1600690727" sldId="860"/>
            <ac:grpSpMk id="64" creationId="{54AE0974-630C-8529-1E7F-D5DA13A2560E}"/>
          </ac:grpSpMkLst>
        </pc:grpChg>
        <pc:grpChg chg="del mod">
          <ac:chgData name="Daphne Economou" userId="d065a339-36cf-4937-af08-41751becbd81" providerId="ADAL" clId="{B7E510B3-3542-42AA-B9D6-5D7D6CB8B562}" dt="2023-11-12T00:42:01.314" v="2455"/>
          <ac:grpSpMkLst>
            <pc:docMk/>
            <pc:sldMk cId="1600690727" sldId="860"/>
            <ac:grpSpMk id="64" creationId="{E4B682F4-4AE6-D4FD-A4A9-E6BFC8A57F6B}"/>
          </ac:grpSpMkLst>
        </pc:grpChg>
        <pc:grpChg chg="del mod">
          <ac:chgData name="Daphne Economou" userId="d065a339-36cf-4937-af08-41751becbd81" providerId="ADAL" clId="{B7E510B3-3542-42AA-B9D6-5D7D6CB8B562}" dt="2023-11-12T00:42:03.494" v="2457"/>
          <ac:grpSpMkLst>
            <pc:docMk/>
            <pc:sldMk cId="1600690727" sldId="860"/>
            <ac:grpSpMk id="66" creationId="{6339A64D-E3CD-E61D-66FB-3A6704A3BE9A}"/>
          </ac:grpSpMkLst>
        </pc:grpChg>
        <pc:grpChg chg="mod">
          <ac:chgData name="Daphne Economou" userId="d065a339-36cf-4937-af08-41751becbd81" providerId="ADAL" clId="{B7E510B3-3542-42AA-B9D6-5D7D6CB8B562}" dt="2023-11-12T12:11:08.043" v="3300"/>
          <ac:grpSpMkLst>
            <pc:docMk/>
            <pc:sldMk cId="1600690727" sldId="860"/>
            <ac:grpSpMk id="67" creationId="{C4DBC80D-08B3-D550-4671-448BAA4C4C8C}"/>
          </ac:grpSpMkLst>
        </pc:grpChg>
        <pc:grpChg chg="del mod">
          <ac:chgData name="Daphne Economou" userId="d065a339-36cf-4937-af08-41751becbd81" providerId="ADAL" clId="{B7E510B3-3542-42AA-B9D6-5D7D6CB8B562}" dt="2023-11-12T00:42:10.627" v="2462"/>
          <ac:grpSpMkLst>
            <pc:docMk/>
            <pc:sldMk cId="1600690727" sldId="860"/>
            <ac:grpSpMk id="68" creationId="{76F7CA25-63AA-4995-3C77-433BA3C3C798}"/>
          </ac:grpSpMkLst>
        </pc:grpChg>
        <pc:grpChg chg="mod">
          <ac:chgData name="Daphne Economou" userId="d065a339-36cf-4937-af08-41751becbd81" providerId="ADAL" clId="{B7E510B3-3542-42AA-B9D6-5D7D6CB8B562}" dt="2023-11-12T12:11:14.156" v="3304"/>
          <ac:grpSpMkLst>
            <pc:docMk/>
            <pc:sldMk cId="1600690727" sldId="860"/>
            <ac:grpSpMk id="71" creationId="{643DC4FE-5FDF-93DC-17F2-76ED1ABED207}"/>
          </ac:grpSpMkLst>
        </pc:grpChg>
        <pc:grpChg chg="del mod">
          <ac:chgData name="Daphne Economou" userId="d065a339-36cf-4937-af08-41751becbd81" providerId="ADAL" clId="{B7E510B3-3542-42AA-B9D6-5D7D6CB8B562}" dt="2023-11-12T00:52:53.419" v="2617"/>
          <ac:grpSpMkLst>
            <pc:docMk/>
            <pc:sldMk cId="1600690727" sldId="860"/>
            <ac:grpSpMk id="72" creationId="{159A402D-9EB4-79E2-5656-211545C42FF3}"/>
          </ac:grpSpMkLst>
        </pc:grpChg>
        <pc:grpChg chg="mod">
          <ac:chgData name="Daphne Economou" userId="d065a339-36cf-4937-af08-41751becbd81" providerId="ADAL" clId="{B7E510B3-3542-42AA-B9D6-5D7D6CB8B562}" dt="2023-11-12T12:11:44.700" v="3307"/>
          <ac:grpSpMkLst>
            <pc:docMk/>
            <pc:sldMk cId="1600690727" sldId="860"/>
            <ac:grpSpMk id="77" creationId="{029D8340-8DEE-F057-A59B-264040DA931E}"/>
          </ac:grpSpMkLst>
        </pc:grpChg>
        <pc:grpChg chg="del mod">
          <ac:chgData name="Daphne Economou" userId="d065a339-36cf-4937-af08-41751becbd81" providerId="ADAL" clId="{B7E510B3-3542-42AA-B9D6-5D7D6CB8B562}" dt="2023-11-12T00:52:53.419" v="2617"/>
          <ac:grpSpMkLst>
            <pc:docMk/>
            <pc:sldMk cId="1600690727" sldId="860"/>
            <ac:grpSpMk id="78" creationId="{2B234B96-2319-EEE8-CBF3-24B2CCFBEEE6}"/>
          </ac:grpSpMkLst>
        </pc:grpChg>
        <pc:grpChg chg="del mod">
          <ac:chgData name="Daphne Economou" userId="d065a339-36cf-4937-af08-41751becbd81" providerId="ADAL" clId="{B7E510B3-3542-42AA-B9D6-5D7D6CB8B562}" dt="2023-11-12T00:52:53.419" v="2617"/>
          <ac:grpSpMkLst>
            <pc:docMk/>
            <pc:sldMk cId="1600690727" sldId="860"/>
            <ac:grpSpMk id="81" creationId="{4FBF6D8B-38D3-4E1E-5536-1152FB606DE8}"/>
          </ac:grpSpMkLst>
        </pc:grpChg>
        <pc:grpChg chg="mod">
          <ac:chgData name="Daphne Economou" userId="d065a339-36cf-4937-af08-41751becbd81" providerId="ADAL" clId="{B7E510B3-3542-42AA-B9D6-5D7D6CB8B562}" dt="2023-11-12T12:11:58.256" v="3314"/>
          <ac:grpSpMkLst>
            <pc:docMk/>
            <pc:sldMk cId="1600690727" sldId="860"/>
            <ac:grpSpMk id="83" creationId="{90A2AD60-52EA-0030-D0E7-0EC3D898F65C}"/>
          </ac:grpSpMkLst>
        </pc:grpChg>
        <pc:grpChg chg="add del mod">
          <ac:chgData name="Daphne Economou" userId="d065a339-36cf-4937-af08-41751becbd81" providerId="ADAL" clId="{B7E510B3-3542-42AA-B9D6-5D7D6CB8B562}" dt="2023-11-12T00:48:05.409" v="2541" actId="165"/>
          <ac:grpSpMkLst>
            <pc:docMk/>
            <pc:sldMk cId="1600690727" sldId="860"/>
            <ac:grpSpMk id="88" creationId="{D9007E99-8119-9178-517E-DAB13BDEB2AA}"/>
          </ac:grpSpMkLst>
        </pc:grpChg>
        <pc:grpChg chg="mod">
          <ac:chgData name="Daphne Economou" userId="d065a339-36cf-4937-af08-41751becbd81" providerId="ADAL" clId="{B7E510B3-3542-42AA-B9D6-5D7D6CB8B562}" dt="2023-11-12T12:12:05.238" v="3321"/>
          <ac:grpSpMkLst>
            <pc:docMk/>
            <pc:sldMk cId="1600690727" sldId="860"/>
            <ac:grpSpMk id="89" creationId="{551C7BFE-7126-7D7D-E36F-AD9AF27A93C7}"/>
          </ac:grpSpMkLst>
        </pc:grpChg>
        <pc:grpChg chg="mod">
          <ac:chgData name="Daphne Economou" userId="d065a339-36cf-4937-af08-41751becbd81" providerId="ADAL" clId="{B7E510B3-3542-42AA-B9D6-5D7D6CB8B562}" dt="2023-11-12T00:47:49.141" v="2533"/>
          <ac:grpSpMkLst>
            <pc:docMk/>
            <pc:sldMk cId="1600690727" sldId="860"/>
            <ac:grpSpMk id="91" creationId="{22F38AE3-BFDF-1986-1ADF-6FB9481F6CA0}"/>
          </ac:grpSpMkLst>
        </pc:grpChg>
        <pc:grpChg chg="mod">
          <ac:chgData name="Daphne Economou" userId="d065a339-36cf-4937-af08-41751becbd81" providerId="ADAL" clId="{B7E510B3-3542-42AA-B9D6-5D7D6CB8B562}" dt="2023-11-12T12:12:10.660" v="3324"/>
          <ac:grpSpMkLst>
            <pc:docMk/>
            <pc:sldMk cId="1600690727" sldId="860"/>
            <ac:grpSpMk id="92" creationId="{5A9CB331-4D16-65AA-9B1F-568A7D0A8484}"/>
          </ac:grpSpMkLst>
        </pc:grpChg>
        <pc:grpChg chg="del mod">
          <ac:chgData name="Daphne Economou" userId="d065a339-36cf-4937-af08-41751becbd81" providerId="ADAL" clId="{B7E510B3-3542-42AA-B9D6-5D7D6CB8B562}" dt="2023-11-12T00:53:03.358" v="2619" actId="478"/>
          <ac:grpSpMkLst>
            <pc:docMk/>
            <pc:sldMk cId="1600690727" sldId="860"/>
            <ac:grpSpMk id="100" creationId="{6636CA5D-BC7E-9A79-A3FE-84BF853E4060}"/>
          </ac:grpSpMkLst>
        </pc:grpChg>
        <pc:grpChg chg="add mod">
          <ac:chgData name="Daphne Economou" userId="d065a339-36cf-4937-af08-41751becbd81" providerId="ADAL" clId="{B7E510B3-3542-42AA-B9D6-5D7D6CB8B562}" dt="2023-11-12T01:16:08.875" v="2763" actId="1076"/>
          <ac:grpSpMkLst>
            <pc:docMk/>
            <pc:sldMk cId="1600690727" sldId="860"/>
            <ac:grpSpMk id="102" creationId="{56DE09BF-061D-2CA8-3828-2DADD89679C0}"/>
          </ac:grpSpMkLst>
        </pc:grpChg>
        <pc:grpChg chg="mod">
          <ac:chgData name="Daphne Economou" userId="d065a339-36cf-4937-af08-41751becbd81" providerId="ADAL" clId="{B7E510B3-3542-42AA-B9D6-5D7D6CB8B562}" dt="2023-11-12T01:20:49.324" v="2980" actId="1076"/>
          <ac:grpSpMkLst>
            <pc:docMk/>
            <pc:sldMk cId="1600690727" sldId="860"/>
            <ac:grpSpMk id="105" creationId="{6577E674-7678-B792-6D16-DFCBCDA80899}"/>
          </ac:grpSpMkLst>
        </pc:grpChg>
        <pc:grpChg chg="add mod">
          <ac:chgData name="Daphne Economou" userId="d065a339-36cf-4937-af08-41751becbd81" providerId="ADAL" clId="{B7E510B3-3542-42AA-B9D6-5D7D6CB8B562}" dt="2023-11-12T01:20:54.094" v="2981" actId="1076"/>
          <ac:grpSpMkLst>
            <pc:docMk/>
            <pc:sldMk cId="1600690727" sldId="860"/>
            <ac:grpSpMk id="106" creationId="{D8806CA4-7B63-37FE-36AB-CE32C439DE9B}"/>
          </ac:grpSpMkLst>
        </pc:grpChg>
        <pc:grpChg chg="add mod">
          <ac:chgData name="Daphne Economou" userId="d065a339-36cf-4937-af08-41751becbd81" providerId="ADAL" clId="{B7E510B3-3542-42AA-B9D6-5D7D6CB8B562}" dt="2023-11-12T01:21:00.731" v="2982" actId="1076"/>
          <ac:grpSpMkLst>
            <pc:docMk/>
            <pc:sldMk cId="1600690727" sldId="860"/>
            <ac:grpSpMk id="112" creationId="{536600EC-29C9-DD17-CEC3-656CDC26FAFF}"/>
          </ac:grpSpMkLst>
        </pc:grpChg>
        <pc:grpChg chg="del mod">
          <ac:chgData name="Daphne Economou" userId="d065a339-36cf-4937-af08-41751becbd81" providerId="ADAL" clId="{B7E510B3-3542-42AA-B9D6-5D7D6CB8B562}" dt="2023-11-12T00:55:45.355" v="2666"/>
          <ac:grpSpMkLst>
            <pc:docMk/>
            <pc:sldMk cId="1600690727" sldId="860"/>
            <ac:grpSpMk id="120" creationId="{4D0AE350-A0B8-1CF8-5E03-0783789B8E9F}"/>
          </ac:grpSpMkLst>
        </pc:grpChg>
        <pc:grpChg chg="del mod">
          <ac:chgData name="Daphne Economou" userId="d065a339-36cf-4937-af08-41751becbd81" providerId="ADAL" clId="{B7E510B3-3542-42AA-B9D6-5D7D6CB8B562}" dt="2023-11-12T01:16:18.204" v="2765" actId="478"/>
          <ac:grpSpMkLst>
            <pc:docMk/>
            <pc:sldMk cId="1600690727" sldId="860"/>
            <ac:grpSpMk id="124" creationId="{F0584E13-2380-C86F-BBEE-9881980650F0}"/>
          </ac:grpSpMkLst>
        </pc:grpChg>
        <pc:grpChg chg="del mod">
          <ac:chgData name="Daphne Economou" userId="d065a339-36cf-4937-af08-41751becbd81" providerId="ADAL" clId="{B7E510B3-3542-42AA-B9D6-5D7D6CB8B562}" dt="2023-11-12T00:57:45.035" v="2696"/>
          <ac:grpSpMkLst>
            <pc:docMk/>
            <pc:sldMk cId="1600690727" sldId="860"/>
            <ac:grpSpMk id="128" creationId="{797731E5-0866-1F56-1345-7BF924089AE0}"/>
          </ac:grpSpMkLst>
        </pc:grpChg>
        <pc:grpChg chg="del mod">
          <ac:chgData name="Daphne Economou" userId="d065a339-36cf-4937-af08-41751becbd81" providerId="ADAL" clId="{B7E510B3-3542-42AA-B9D6-5D7D6CB8B562}" dt="2023-11-12T12:07:46.873" v="3243" actId="478"/>
          <ac:grpSpMkLst>
            <pc:docMk/>
            <pc:sldMk cId="1600690727" sldId="860"/>
            <ac:grpSpMk id="130" creationId="{0E4B355A-898C-A371-B3BD-D82A6AB6FA18}"/>
          </ac:grpSpMkLst>
        </pc:grpChg>
        <pc:grpChg chg="mod">
          <ac:chgData name="Daphne Economou" userId="d065a339-36cf-4937-af08-41751becbd81" providerId="ADAL" clId="{B7E510B3-3542-42AA-B9D6-5D7D6CB8B562}" dt="2023-11-12T01:21:26.904" v="2989"/>
          <ac:grpSpMkLst>
            <pc:docMk/>
            <pc:sldMk cId="1600690727" sldId="860"/>
            <ac:grpSpMk id="137" creationId="{6D3FF694-142E-E404-A426-0001281A3DBA}"/>
          </ac:grpSpMkLst>
        </pc:grpChg>
        <pc:grpChg chg="del mod">
          <ac:chgData name="Daphne Economou" userId="d065a339-36cf-4937-af08-41751becbd81" providerId="ADAL" clId="{B7E510B3-3542-42AA-B9D6-5D7D6CB8B562}" dt="2023-11-12T01:23:32.700" v="3017"/>
          <ac:grpSpMkLst>
            <pc:docMk/>
            <pc:sldMk cId="1600690727" sldId="860"/>
            <ac:grpSpMk id="140" creationId="{2B4B47A8-F659-9543-6841-53FCB5D9F7BD}"/>
          </ac:grpSpMkLst>
        </pc:grpChg>
        <pc:grpChg chg="del mod">
          <ac:chgData name="Daphne Economou" userId="d065a339-36cf-4937-af08-41751becbd81" providerId="ADAL" clId="{B7E510B3-3542-42AA-B9D6-5D7D6CB8B562}" dt="2023-11-12T12:08:00.438" v="3247" actId="478"/>
          <ac:grpSpMkLst>
            <pc:docMk/>
            <pc:sldMk cId="1600690727" sldId="860"/>
            <ac:grpSpMk id="143" creationId="{789EBABE-7938-C002-87F3-F4AB01919CAF}"/>
          </ac:grpSpMkLst>
        </pc:grpChg>
        <pc:grpChg chg="del mod">
          <ac:chgData name="Daphne Economou" userId="d065a339-36cf-4937-af08-41751becbd81" providerId="ADAL" clId="{B7E510B3-3542-42AA-B9D6-5D7D6CB8B562}" dt="2023-11-12T01:23:32.700" v="3017"/>
          <ac:grpSpMkLst>
            <pc:docMk/>
            <pc:sldMk cId="1600690727" sldId="860"/>
            <ac:grpSpMk id="146" creationId="{863878FA-59CE-15FB-1F90-688CE8FE6BF4}"/>
          </ac:grpSpMkLst>
        </pc:grpChg>
        <pc:grpChg chg="del mod">
          <ac:chgData name="Daphne Economou" userId="d065a339-36cf-4937-af08-41751becbd81" providerId="ADAL" clId="{B7E510B3-3542-42AA-B9D6-5D7D6CB8B562}" dt="2023-11-12T12:07:55.118" v="3244" actId="478"/>
          <ac:grpSpMkLst>
            <pc:docMk/>
            <pc:sldMk cId="1600690727" sldId="860"/>
            <ac:grpSpMk id="149" creationId="{FDB07E78-7CB2-4586-00DF-444ADF773B20}"/>
          </ac:grpSpMkLst>
        </pc:grpChg>
        <pc:inkChg chg="add mod">
          <ac:chgData name="Daphne Economou" userId="d065a339-36cf-4937-af08-41751becbd81" providerId="ADAL" clId="{B7E510B3-3542-42AA-B9D6-5D7D6CB8B562}" dt="2023-11-12T00:37:04.408" v="2391" actId="164"/>
          <ac:inkMkLst>
            <pc:docMk/>
            <pc:sldMk cId="1600690727" sldId="860"/>
            <ac:inkMk id="6" creationId="{662592E7-6774-F5CB-5177-6A7B3347AB15}"/>
          </ac:inkMkLst>
        </pc:inkChg>
        <pc:inkChg chg="add del">
          <ac:chgData name="Daphne Economou" userId="d065a339-36cf-4937-af08-41751becbd81" providerId="ADAL" clId="{B7E510B3-3542-42AA-B9D6-5D7D6CB8B562}" dt="2023-11-12T12:09:51.336" v="3261" actId="9405"/>
          <ac:inkMkLst>
            <pc:docMk/>
            <pc:sldMk cId="1600690727" sldId="860"/>
            <ac:inkMk id="7" creationId="{765567FA-ABAA-E1C7-982C-0DDB6A7C8EF1}"/>
          </ac:inkMkLst>
        </pc:inkChg>
        <pc:inkChg chg="add del">
          <ac:chgData name="Daphne Economou" userId="d065a339-36cf-4937-af08-41751becbd81" providerId="ADAL" clId="{B7E510B3-3542-42AA-B9D6-5D7D6CB8B562}" dt="2023-11-12T00:25:03.727" v="2237" actId="9405"/>
          <ac:inkMkLst>
            <pc:docMk/>
            <pc:sldMk cId="1600690727" sldId="860"/>
            <ac:inkMk id="7" creationId="{E65FF2ED-047F-C6AE-D28C-C9124C7AA2B6}"/>
          </ac:inkMkLst>
        </pc:inkChg>
        <pc:inkChg chg="add mod">
          <ac:chgData name="Daphne Economou" userId="d065a339-36cf-4937-af08-41751becbd81" providerId="ADAL" clId="{B7E510B3-3542-42AA-B9D6-5D7D6CB8B562}" dt="2023-11-12T12:10:01.428" v="3267"/>
          <ac:inkMkLst>
            <pc:docMk/>
            <pc:sldMk cId="1600690727" sldId="860"/>
            <ac:inkMk id="8" creationId="{0861EBD5-4299-D749-E283-D086D35189A3}"/>
          </ac:inkMkLst>
        </pc:inkChg>
        <pc:inkChg chg="add del">
          <ac:chgData name="Daphne Economou" userId="d065a339-36cf-4937-af08-41751becbd81" providerId="ADAL" clId="{B7E510B3-3542-42AA-B9D6-5D7D6CB8B562}" dt="2023-11-12T00:25:55.126" v="2247" actId="478"/>
          <ac:inkMkLst>
            <pc:docMk/>
            <pc:sldMk cId="1600690727" sldId="860"/>
            <ac:inkMk id="8" creationId="{C1434C4B-CEC3-80A6-BB2F-DC6C7EBDAFE8}"/>
          </ac:inkMkLst>
        </pc:inkChg>
        <pc:inkChg chg="add mod">
          <ac:chgData name="Daphne Economou" userId="d065a339-36cf-4937-af08-41751becbd81" providerId="ADAL" clId="{B7E510B3-3542-42AA-B9D6-5D7D6CB8B562}" dt="2023-11-12T00:37:04.408" v="2391" actId="164"/>
          <ac:inkMkLst>
            <pc:docMk/>
            <pc:sldMk cId="1600690727" sldId="860"/>
            <ac:inkMk id="9" creationId="{88CD5ED9-E946-6DA3-2DAF-18C1B8B15B65}"/>
          </ac:inkMkLst>
        </pc:inkChg>
        <pc:inkChg chg="add mod">
          <ac:chgData name="Daphne Economou" userId="d065a339-36cf-4937-af08-41751becbd81" providerId="ADAL" clId="{B7E510B3-3542-42AA-B9D6-5D7D6CB8B562}" dt="2023-11-12T00:37:04.408" v="2391" actId="164"/>
          <ac:inkMkLst>
            <pc:docMk/>
            <pc:sldMk cId="1600690727" sldId="860"/>
            <ac:inkMk id="10" creationId="{3AABDC9D-DF58-C48B-CF2D-79CBE061CC24}"/>
          </ac:inkMkLst>
        </pc:inkChg>
        <pc:inkChg chg="add mod">
          <ac:chgData name="Daphne Economou" userId="d065a339-36cf-4937-af08-41751becbd81" providerId="ADAL" clId="{B7E510B3-3542-42AA-B9D6-5D7D6CB8B562}" dt="2023-11-12T00:37:04.408" v="2391" actId="164"/>
          <ac:inkMkLst>
            <pc:docMk/>
            <pc:sldMk cId="1600690727" sldId="860"/>
            <ac:inkMk id="11" creationId="{F01BDAC3-8822-633F-5A25-4097840B57C1}"/>
          </ac:inkMkLst>
        </pc:inkChg>
        <pc:inkChg chg="add mod">
          <ac:chgData name="Daphne Economou" userId="d065a339-36cf-4937-af08-41751becbd81" providerId="ADAL" clId="{B7E510B3-3542-42AA-B9D6-5D7D6CB8B562}" dt="2023-11-12T12:10:01.428" v="3267"/>
          <ac:inkMkLst>
            <pc:docMk/>
            <pc:sldMk cId="1600690727" sldId="860"/>
            <ac:inkMk id="13" creationId="{13B18971-72D3-7E4A-85B2-E15B043CC3A2}"/>
          </ac:inkMkLst>
        </pc:inkChg>
        <pc:inkChg chg="add mod">
          <ac:chgData name="Daphne Economou" userId="d065a339-36cf-4937-af08-41751becbd81" providerId="ADAL" clId="{B7E510B3-3542-42AA-B9D6-5D7D6CB8B562}" dt="2023-11-12T00:31:59.117" v="2325"/>
          <ac:inkMkLst>
            <pc:docMk/>
            <pc:sldMk cId="1600690727" sldId="860"/>
            <ac:inkMk id="19" creationId="{1C7D6E24-63D3-6C4F-EFC6-389203E83594}"/>
          </ac:inkMkLst>
        </pc:inkChg>
        <pc:inkChg chg="add mod">
          <ac:chgData name="Daphne Economou" userId="d065a339-36cf-4937-af08-41751becbd81" providerId="ADAL" clId="{B7E510B3-3542-42AA-B9D6-5D7D6CB8B562}" dt="2023-11-12T12:10:01.428" v="3267"/>
          <ac:inkMkLst>
            <pc:docMk/>
            <pc:sldMk cId="1600690727" sldId="860"/>
            <ac:inkMk id="20" creationId="{09CC1C13-AC57-7715-2C26-399C27D6928D}"/>
          </ac:inkMkLst>
        </pc:inkChg>
        <pc:inkChg chg="add mod">
          <ac:chgData name="Daphne Economou" userId="d065a339-36cf-4937-af08-41751becbd81" providerId="ADAL" clId="{B7E510B3-3542-42AA-B9D6-5D7D6CB8B562}" dt="2023-11-12T00:31:59.117" v="2325"/>
          <ac:inkMkLst>
            <pc:docMk/>
            <pc:sldMk cId="1600690727" sldId="860"/>
            <ac:inkMk id="20" creationId="{67A55270-00A2-626F-7706-E08BB7C8012D}"/>
          </ac:inkMkLst>
        </pc:inkChg>
        <pc:inkChg chg="add mod">
          <ac:chgData name="Daphne Economou" userId="d065a339-36cf-4937-af08-41751becbd81" providerId="ADAL" clId="{B7E510B3-3542-42AA-B9D6-5D7D6CB8B562}" dt="2023-11-12T12:10:01.428" v="3267"/>
          <ac:inkMkLst>
            <pc:docMk/>
            <pc:sldMk cId="1600690727" sldId="860"/>
            <ac:inkMk id="21" creationId="{D6FA413D-6930-9E8C-454D-897C94955BD3}"/>
          </ac:inkMkLst>
        </pc:inkChg>
        <pc:inkChg chg="add del mod">
          <ac:chgData name="Daphne Economou" userId="d065a339-36cf-4937-af08-41751becbd81" providerId="ADAL" clId="{B7E510B3-3542-42AA-B9D6-5D7D6CB8B562}" dt="2023-11-12T12:10:26.131" v="3285" actId="9405"/>
          <ac:inkMkLst>
            <pc:docMk/>
            <pc:sldMk cId="1600690727" sldId="860"/>
            <ac:inkMk id="29" creationId="{CF43EA9B-FAB6-4EAD-7102-90A9AA7B0A72}"/>
          </ac:inkMkLst>
        </pc:inkChg>
        <pc:inkChg chg="add del mod">
          <ac:chgData name="Daphne Economou" userId="d065a339-36cf-4937-af08-41751becbd81" providerId="ADAL" clId="{B7E510B3-3542-42AA-B9D6-5D7D6CB8B562}" dt="2023-11-12T12:10:25.701" v="3284"/>
          <ac:inkMkLst>
            <pc:docMk/>
            <pc:sldMk cId="1600690727" sldId="860"/>
            <ac:inkMk id="30" creationId="{05B770A5-1CD2-2324-CA2D-9B249CDA84D8}"/>
          </ac:inkMkLst>
        </pc:inkChg>
        <pc:inkChg chg="add del mod">
          <ac:chgData name="Daphne Economou" userId="d065a339-36cf-4937-af08-41751becbd81" providerId="ADAL" clId="{B7E510B3-3542-42AA-B9D6-5D7D6CB8B562}" dt="2023-11-12T12:10:25.363" v="3282" actId="9405"/>
          <ac:inkMkLst>
            <pc:docMk/>
            <pc:sldMk cId="1600690727" sldId="860"/>
            <ac:inkMk id="32" creationId="{1E50FDAC-FFAB-22F3-D80A-D152E0D00525}"/>
          </ac:inkMkLst>
        </pc:inkChg>
        <pc:inkChg chg="add del mod">
          <ac:chgData name="Daphne Economou" userId="d065a339-36cf-4937-af08-41751becbd81" providerId="ADAL" clId="{B7E510B3-3542-42AA-B9D6-5D7D6CB8B562}" dt="2023-11-12T12:10:24.980" v="3281"/>
          <ac:inkMkLst>
            <pc:docMk/>
            <pc:sldMk cId="1600690727" sldId="860"/>
            <ac:inkMk id="33" creationId="{3C49BC01-26D1-DA25-6CAD-5738BE07E010}"/>
          </ac:inkMkLst>
        </pc:inkChg>
        <pc:inkChg chg="add del mod">
          <ac:chgData name="Daphne Economou" userId="d065a339-36cf-4937-af08-41751becbd81" providerId="ADAL" clId="{B7E510B3-3542-42AA-B9D6-5D7D6CB8B562}" dt="2023-11-12T12:10:24.642" v="3279" actId="9405"/>
          <ac:inkMkLst>
            <pc:docMk/>
            <pc:sldMk cId="1600690727" sldId="860"/>
            <ac:inkMk id="37" creationId="{28ADC1DF-1F65-2E84-25A6-871E85E5DFC2}"/>
          </ac:inkMkLst>
        </pc:inkChg>
        <pc:inkChg chg="add del mod">
          <ac:chgData name="Daphne Economou" userId="d065a339-36cf-4937-af08-41751becbd81" providerId="ADAL" clId="{B7E510B3-3542-42AA-B9D6-5D7D6CB8B562}" dt="2023-11-12T12:10:24.281" v="3278"/>
          <ac:inkMkLst>
            <pc:docMk/>
            <pc:sldMk cId="1600690727" sldId="860"/>
            <ac:inkMk id="40" creationId="{8F74E71C-0A49-7B8E-AAAA-0F293EFACC5C}"/>
          </ac:inkMkLst>
        </pc:inkChg>
        <pc:inkChg chg="add">
          <ac:chgData name="Daphne Economou" userId="d065a339-36cf-4937-af08-41751becbd81" providerId="ADAL" clId="{B7E510B3-3542-42AA-B9D6-5D7D6CB8B562}" dt="2023-11-12T00:40:13.984" v="2430" actId="9405"/>
          <ac:inkMkLst>
            <pc:docMk/>
            <pc:sldMk cId="1600690727" sldId="860"/>
            <ac:inkMk id="52" creationId="{A8519253-41A9-4D05-D2ED-2049718B9558}"/>
          </ac:inkMkLst>
        </pc:inkChg>
        <pc:inkChg chg="add mod">
          <ac:chgData name="Daphne Economou" userId="d065a339-36cf-4937-af08-41751becbd81" providerId="ADAL" clId="{B7E510B3-3542-42AA-B9D6-5D7D6CB8B562}" dt="2023-11-12T00:40:25.735" v="2439"/>
          <ac:inkMkLst>
            <pc:docMk/>
            <pc:sldMk cId="1600690727" sldId="860"/>
            <ac:inkMk id="53" creationId="{E301735F-C13D-64BA-4E98-9EDA87337539}"/>
          </ac:inkMkLst>
        </pc:inkChg>
        <pc:inkChg chg="add mod">
          <ac:chgData name="Daphne Economou" userId="d065a339-36cf-4937-af08-41751becbd81" providerId="ADAL" clId="{B7E510B3-3542-42AA-B9D6-5D7D6CB8B562}" dt="2023-11-12T00:40:25.735" v="2439"/>
          <ac:inkMkLst>
            <pc:docMk/>
            <pc:sldMk cId="1600690727" sldId="860"/>
            <ac:inkMk id="54" creationId="{D9B8FC8D-DB5C-12D4-D8D3-95498A7B9516}"/>
          </ac:inkMkLst>
        </pc:inkChg>
        <pc:inkChg chg="add mod">
          <ac:chgData name="Daphne Economou" userId="d065a339-36cf-4937-af08-41751becbd81" providerId="ADAL" clId="{B7E510B3-3542-42AA-B9D6-5D7D6CB8B562}" dt="2023-11-12T00:40:25.735" v="2439"/>
          <ac:inkMkLst>
            <pc:docMk/>
            <pc:sldMk cId="1600690727" sldId="860"/>
            <ac:inkMk id="55" creationId="{E87A2160-1224-CD23-FEF3-309BD706F3F0}"/>
          </ac:inkMkLst>
        </pc:inkChg>
        <pc:inkChg chg="add del">
          <ac:chgData name="Daphne Economou" userId="d065a339-36cf-4937-af08-41751becbd81" providerId="ADAL" clId="{B7E510B3-3542-42AA-B9D6-5D7D6CB8B562}" dt="2023-11-12T12:10:44.034" v="3287" actId="9405"/>
          <ac:inkMkLst>
            <pc:docMk/>
            <pc:sldMk cId="1600690727" sldId="860"/>
            <ac:inkMk id="56" creationId="{88CA1693-E30A-F05F-E5B5-5F967F7C7B5B}"/>
          </ac:inkMkLst>
        </pc:inkChg>
        <pc:inkChg chg="add mod">
          <ac:chgData name="Daphne Economou" userId="d065a339-36cf-4937-af08-41751becbd81" providerId="ADAL" clId="{B7E510B3-3542-42AA-B9D6-5D7D6CB8B562}" dt="2023-11-12T00:40:25.735" v="2439"/>
          <ac:inkMkLst>
            <pc:docMk/>
            <pc:sldMk cId="1600690727" sldId="860"/>
            <ac:inkMk id="57" creationId="{A48E06D3-6AED-B4FD-6B6E-2FF26585F54F}"/>
          </ac:inkMkLst>
        </pc:inkChg>
        <pc:inkChg chg="add mod">
          <ac:chgData name="Daphne Economou" userId="d065a339-36cf-4937-af08-41751becbd81" providerId="ADAL" clId="{B7E510B3-3542-42AA-B9D6-5D7D6CB8B562}" dt="2023-11-12T00:40:25.735" v="2439"/>
          <ac:inkMkLst>
            <pc:docMk/>
            <pc:sldMk cId="1600690727" sldId="860"/>
            <ac:inkMk id="58" creationId="{E27ABC00-311F-1EC3-170D-419BA686C8CF}"/>
          </ac:inkMkLst>
        </pc:inkChg>
        <pc:inkChg chg="add mod">
          <ac:chgData name="Daphne Economou" userId="d065a339-36cf-4937-af08-41751becbd81" providerId="ADAL" clId="{B7E510B3-3542-42AA-B9D6-5D7D6CB8B562}" dt="2023-11-12T00:40:25.735" v="2439"/>
          <ac:inkMkLst>
            <pc:docMk/>
            <pc:sldMk cId="1600690727" sldId="860"/>
            <ac:inkMk id="59" creationId="{F57D40A2-2ECF-3370-0A9F-5FCEB53B8678}"/>
          </ac:inkMkLst>
        </pc:inkChg>
        <pc:inkChg chg="add mod">
          <ac:chgData name="Daphne Economou" userId="d065a339-36cf-4937-af08-41751becbd81" providerId="ADAL" clId="{B7E510B3-3542-42AA-B9D6-5D7D6CB8B562}" dt="2023-11-12T00:40:25.735" v="2439"/>
          <ac:inkMkLst>
            <pc:docMk/>
            <pc:sldMk cId="1600690727" sldId="860"/>
            <ac:inkMk id="60" creationId="{8AF1B12C-10D8-32B0-8F7D-1AB5F4F7A85A}"/>
          </ac:inkMkLst>
        </pc:inkChg>
        <pc:inkChg chg="add mod">
          <ac:chgData name="Daphne Economou" userId="d065a339-36cf-4937-af08-41751becbd81" providerId="ADAL" clId="{B7E510B3-3542-42AA-B9D6-5D7D6CB8B562}" dt="2023-11-12T12:11:14.156" v="3304"/>
          <ac:inkMkLst>
            <pc:docMk/>
            <pc:sldMk cId="1600690727" sldId="860"/>
            <ac:inkMk id="62" creationId="{884B949B-B703-2AF4-D4BC-20BECA090898}"/>
          </ac:inkMkLst>
        </pc:inkChg>
        <pc:inkChg chg="add mod">
          <ac:chgData name="Daphne Economou" userId="d065a339-36cf-4937-af08-41751becbd81" providerId="ADAL" clId="{B7E510B3-3542-42AA-B9D6-5D7D6CB8B562}" dt="2023-11-12T00:52:53.419" v="2617"/>
          <ac:inkMkLst>
            <pc:docMk/>
            <pc:sldMk cId="1600690727" sldId="860"/>
            <ac:inkMk id="62" creationId="{C1D7FE77-08D0-E96A-26A8-A23A0B69BFC5}"/>
          </ac:inkMkLst>
        </pc:inkChg>
        <pc:inkChg chg="add mod">
          <ac:chgData name="Daphne Economou" userId="d065a339-36cf-4937-af08-41751becbd81" providerId="ADAL" clId="{B7E510B3-3542-42AA-B9D6-5D7D6CB8B562}" dt="2023-11-12T00:52:53.419" v="2617"/>
          <ac:inkMkLst>
            <pc:docMk/>
            <pc:sldMk cId="1600690727" sldId="860"/>
            <ac:inkMk id="63" creationId="{3A141216-1557-B910-2A9D-6C9ED24C5D67}"/>
          </ac:inkMkLst>
        </pc:inkChg>
        <pc:inkChg chg="add mod">
          <ac:chgData name="Daphne Economou" userId="d065a339-36cf-4937-af08-41751becbd81" providerId="ADAL" clId="{B7E510B3-3542-42AA-B9D6-5D7D6CB8B562}" dt="2023-11-12T12:11:14.156" v="3304"/>
          <ac:inkMkLst>
            <pc:docMk/>
            <pc:sldMk cId="1600690727" sldId="860"/>
            <ac:inkMk id="63" creationId="{C69951C3-DA73-4872-9D50-08CF6A2BFCDF}"/>
          </ac:inkMkLst>
        </pc:inkChg>
        <pc:inkChg chg="add mod">
          <ac:chgData name="Daphne Economou" userId="d065a339-36cf-4937-af08-41751becbd81" providerId="ADAL" clId="{B7E510B3-3542-42AA-B9D6-5D7D6CB8B562}" dt="2023-11-12T00:52:53.419" v="2617"/>
          <ac:inkMkLst>
            <pc:docMk/>
            <pc:sldMk cId="1600690727" sldId="860"/>
            <ac:inkMk id="65" creationId="{185AB7C0-08BB-E896-D11A-D9DA6FC3FC3D}"/>
          </ac:inkMkLst>
        </pc:inkChg>
        <pc:inkChg chg="add mod">
          <ac:chgData name="Daphne Economou" userId="d065a339-36cf-4937-af08-41751becbd81" providerId="ADAL" clId="{B7E510B3-3542-42AA-B9D6-5D7D6CB8B562}" dt="2023-11-12T12:11:14.156" v="3304"/>
          <ac:inkMkLst>
            <pc:docMk/>
            <pc:sldMk cId="1600690727" sldId="860"/>
            <ac:inkMk id="65" creationId="{4A52C853-A276-85D4-ACE3-C1D9BB26E5E6}"/>
          </ac:inkMkLst>
        </pc:inkChg>
        <pc:inkChg chg="add del mod">
          <ac:chgData name="Daphne Economou" userId="d065a339-36cf-4937-af08-41751becbd81" providerId="ADAL" clId="{B7E510B3-3542-42AA-B9D6-5D7D6CB8B562}" dt="2023-11-12T12:11:08.043" v="3300"/>
          <ac:inkMkLst>
            <pc:docMk/>
            <pc:sldMk cId="1600690727" sldId="860"/>
            <ac:inkMk id="66" creationId="{98122814-6B75-9FF5-51E3-D9CF993A45C5}"/>
          </ac:inkMkLst>
        </pc:inkChg>
        <pc:inkChg chg="add mod">
          <ac:chgData name="Daphne Economou" userId="d065a339-36cf-4937-af08-41751becbd81" providerId="ADAL" clId="{B7E510B3-3542-42AA-B9D6-5D7D6CB8B562}" dt="2023-11-12T00:52:53.419" v="2617"/>
          <ac:inkMkLst>
            <pc:docMk/>
            <pc:sldMk cId="1600690727" sldId="860"/>
            <ac:inkMk id="67" creationId="{9F322DEB-DFDA-677F-0723-7F0450365F48}"/>
          </ac:inkMkLst>
        </pc:inkChg>
        <pc:inkChg chg="add mod">
          <ac:chgData name="Daphne Economou" userId="d065a339-36cf-4937-af08-41751becbd81" providerId="ADAL" clId="{B7E510B3-3542-42AA-B9D6-5D7D6CB8B562}" dt="2023-11-12T12:11:14.156" v="3304"/>
          <ac:inkMkLst>
            <pc:docMk/>
            <pc:sldMk cId="1600690727" sldId="860"/>
            <ac:inkMk id="68" creationId="{BB8BB4F4-7BBC-2249-83FE-47C7E4F17B70}"/>
          </ac:inkMkLst>
        </pc:inkChg>
        <pc:inkChg chg="add del">
          <ac:chgData name="Daphne Economou" userId="d065a339-36cf-4937-af08-41751becbd81" providerId="ADAL" clId="{B7E510B3-3542-42AA-B9D6-5D7D6CB8B562}" dt="2023-11-12T00:42:06.074" v="2459" actId="9405"/>
          <ac:inkMkLst>
            <pc:docMk/>
            <pc:sldMk cId="1600690727" sldId="860"/>
            <ac:inkMk id="69" creationId="{58B50EEC-3D42-912B-94BF-005759289871}"/>
          </ac:inkMkLst>
        </pc:inkChg>
        <pc:inkChg chg="add mod">
          <ac:chgData name="Daphne Economou" userId="d065a339-36cf-4937-af08-41751becbd81" providerId="ADAL" clId="{B7E510B3-3542-42AA-B9D6-5D7D6CB8B562}" dt="2023-11-12T12:11:14.156" v="3304"/>
          <ac:inkMkLst>
            <pc:docMk/>
            <pc:sldMk cId="1600690727" sldId="860"/>
            <ac:inkMk id="69" creationId="{CBB17785-AB70-5416-254B-33D06E512C15}"/>
          </ac:inkMkLst>
        </pc:inkChg>
        <pc:inkChg chg="add mod">
          <ac:chgData name="Daphne Economou" userId="d065a339-36cf-4937-af08-41751becbd81" providerId="ADAL" clId="{B7E510B3-3542-42AA-B9D6-5D7D6CB8B562}" dt="2023-11-12T12:11:14.156" v="3304"/>
          <ac:inkMkLst>
            <pc:docMk/>
            <pc:sldMk cId="1600690727" sldId="860"/>
            <ac:inkMk id="70" creationId="{20323D5A-C705-8B1E-8A0C-8987D149D870}"/>
          </ac:inkMkLst>
        </pc:inkChg>
        <pc:inkChg chg="add mod">
          <ac:chgData name="Daphne Economou" userId="d065a339-36cf-4937-af08-41751becbd81" providerId="ADAL" clId="{B7E510B3-3542-42AA-B9D6-5D7D6CB8B562}" dt="2023-11-12T00:52:53.419" v="2617"/>
          <ac:inkMkLst>
            <pc:docMk/>
            <pc:sldMk cId="1600690727" sldId="860"/>
            <ac:inkMk id="70" creationId="{39479153-DD4F-ADA7-21B8-53682645C26D}"/>
          </ac:inkMkLst>
        </pc:inkChg>
        <pc:inkChg chg="add mod">
          <ac:chgData name="Daphne Economou" userId="d065a339-36cf-4937-af08-41751becbd81" providerId="ADAL" clId="{B7E510B3-3542-42AA-B9D6-5D7D6CB8B562}" dt="2023-11-12T00:52:53.419" v="2617"/>
          <ac:inkMkLst>
            <pc:docMk/>
            <pc:sldMk cId="1600690727" sldId="860"/>
            <ac:inkMk id="71" creationId="{4B129AEA-D123-28A9-9F6F-878B263920D3}"/>
          </ac:inkMkLst>
        </pc:inkChg>
        <pc:inkChg chg="add mod">
          <ac:chgData name="Daphne Economou" userId="d065a339-36cf-4937-af08-41751becbd81" providerId="ADAL" clId="{B7E510B3-3542-42AA-B9D6-5D7D6CB8B562}" dt="2023-11-12T12:11:44.700" v="3307"/>
          <ac:inkMkLst>
            <pc:docMk/>
            <pc:sldMk cId="1600690727" sldId="860"/>
            <ac:inkMk id="72" creationId="{BD8A31B2-9D0E-F187-07CB-CF3CBBCF4908}"/>
          </ac:inkMkLst>
        </pc:inkChg>
        <pc:inkChg chg="add mod">
          <ac:chgData name="Daphne Economou" userId="d065a339-36cf-4937-af08-41751becbd81" providerId="ADAL" clId="{B7E510B3-3542-42AA-B9D6-5D7D6CB8B562}" dt="2023-11-12T00:52:53.419" v="2617"/>
          <ac:inkMkLst>
            <pc:docMk/>
            <pc:sldMk cId="1600690727" sldId="860"/>
            <ac:inkMk id="76" creationId="{5F72B969-B0CF-66FE-6671-C3E649B642AC}"/>
          </ac:inkMkLst>
        </pc:inkChg>
        <pc:inkChg chg="add mod">
          <ac:chgData name="Daphne Economou" userId="d065a339-36cf-4937-af08-41751becbd81" providerId="ADAL" clId="{B7E510B3-3542-42AA-B9D6-5D7D6CB8B562}" dt="2023-11-12T12:11:44.700" v="3307"/>
          <ac:inkMkLst>
            <pc:docMk/>
            <pc:sldMk cId="1600690727" sldId="860"/>
            <ac:inkMk id="76" creationId="{EFD0BD6F-080B-F9D3-20B7-CB9B83EBAF20}"/>
          </ac:inkMkLst>
        </pc:inkChg>
        <pc:inkChg chg="add mod">
          <ac:chgData name="Daphne Economou" userId="d065a339-36cf-4937-af08-41751becbd81" providerId="ADAL" clId="{B7E510B3-3542-42AA-B9D6-5D7D6CB8B562}" dt="2023-11-12T00:52:53.419" v="2617"/>
          <ac:inkMkLst>
            <pc:docMk/>
            <pc:sldMk cId="1600690727" sldId="860"/>
            <ac:inkMk id="77" creationId="{2C6E2DA3-48E2-F570-E256-7BF4000B47D0}"/>
          </ac:inkMkLst>
        </pc:inkChg>
        <pc:inkChg chg="add mod">
          <ac:chgData name="Daphne Economou" userId="d065a339-36cf-4937-af08-41751becbd81" providerId="ADAL" clId="{B7E510B3-3542-42AA-B9D6-5D7D6CB8B562}" dt="2023-11-12T12:11:58.256" v="3314"/>
          <ac:inkMkLst>
            <pc:docMk/>
            <pc:sldMk cId="1600690727" sldId="860"/>
            <ac:inkMk id="78" creationId="{2258741D-0715-50EF-2945-1485ABCDEC95}"/>
          </ac:inkMkLst>
        </pc:inkChg>
        <pc:inkChg chg="add del mod">
          <ac:chgData name="Daphne Economou" userId="d065a339-36cf-4937-af08-41751becbd81" providerId="ADAL" clId="{B7E510B3-3542-42AA-B9D6-5D7D6CB8B562}" dt="2023-11-12T12:11:59.682" v="3316" actId="9405"/>
          <ac:inkMkLst>
            <pc:docMk/>
            <pc:sldMk cId="1600690727" sldId="860"/>
            <ac:inkMk id="79" creationId="{5352278C-A195-AD85-93B1-2F3138FBE1F5}"/>
          </ac:inkMkLst>
        </pc:inkChg>
        <pc:inkChg chg="add mod">
          <ac:chgData name="Daphne Economou" userId="d065a339-36cf-4937-af08-41751becbd81" providerId="ADAL" clId="{B7E510B3-3542-42AA-B9D6-5D7D6CB8B562}" dt="2023-11-12T00:52:53.419" v="2617"/>
          <ac:inkMkLst>
            <pc:docMk/>
            <pc:sldMk cId="1600690727" sldId="860"/>
            <ac:inkMk id="79" creationId="{AC397F86-28DF-A080-9A43-094DD89A06C5}"/>
          </ac:inkMkLst>
        </pc:inkChg>
        <pc:inkChg chg="add del mod">
          <ac:chgData name="Daphne Economou" userId="d065a339-36cf-4937-af08-41751becbd81" providerId="ADAL" clId="{B7E510B3-3542-42AA-B9D6-5D7D6CB8B562}" dt="2023-11-12T12:11:58.766" v="3315" actId="9405"/>
          <ac:inkMkLst>
            <pc:docMk/>
            <pc:sldMk cId="1600690727" sldId="860"/>
            <ac:inkMk id="80" creationId="{87D252D0-7210-F3BB-247D-88BD377C95D0}"/>
          </ac:inkMkLst>
        </pc:inkChg>
        <pc:inkChg chg="add mod">
          <ac:chgData name="Daphne Economou" userId="d065a339-36cf-4937-af08-41751becbd81" providerId="ADAL" clId="{B7E510B3-3542-42AA-B9D6-5D7D6CB8B562}" dt="2023-11-12T00:52:53.419" v="2617"/>
          <ac:inkMkLst>
            <pc:docMk/>
            <pc:sldMk cId="1600690727" sldId="860"/>
            <ac:inkMk id="80" creationId="{9E441118-BBC6-8026-E335-5923AD9D1BFD}"/>
          </ac:inkMkLst>
        </pc:inkChg>
        <pc:inkChg chg="add del mod">
          <ac:chgData name="Daphne Economou" userId="d065a339-36cf-4937-af08-41751becbd81" providerId="ADAL" clId="{B7E510B3-3542-42AA-B9D6-5D7D6CB8B562}" dt="2023-11-12T12:11:58.256" v="3314"/>
          <ac:inkMkLst>
            <pc:docMk/>
            <pc:sldMk cId="1600690727" sldId="860"/>
            <ac:inkMk id="81" creationId="{4FF45808-4E81-0F7C-EBAA-B13089E04763}"/>
          </ac:inkMkLst>
        </pc:inkChg>
        <pc:inkChg chg="add mod">
          <ac:chgData name="Daphne Economou" userId="d065a339-36cf-4937-af08-41751becbd81" providerId="ADAL" clId="{B7E510B3-3542-42AA-B9D6-5D7D6CB8B562}" dt="2023-11-12T12:12:05.238" v="3321"/>
          <ac:inkMkLst>
            <pc:docMk/>
            <pc:sldMk cId="1600690727" sldId="860"/>
            <ac:inkMk id="85" creationId="{187BCA4D-3A96-BA7C-943E-4C1E26E5DEED}"/>
          </ac:inkMkLst>
        </pc:inkChg>
        <pc:inkChg chg="add del mod">
          <ac:chgData name="Daphne Economou" userId="d065a339-36cf-4937-af08-41751becbd81" providerId="ADAL" clId="{B7E510B3-3542-42AA-B9D6-5D7D6CB8B562}" dt="2023-11-12T12:12:05.238" v="3321"/>
          <ac:inkMkLst>
            <pc:docMk/>
            <pc:sldMk cId="1600690727" sldId="860"/>
            <ac:inkMk id="88" creationId="{5D2E60C7-BC4C-FBE4-3788-42A7C9EF9559}"/>
          </ac:inkMkLst>
        </pc:inkChg>
        <pc:inkChg chg="add del mod">
          <ac:chgData name="Daphne Economou" userId="d065a339-36cf-4937-af08-41751becbd81" providerId="ADAL" clId="{B7E510B3-3542-42AA-B9D6-5D7D6CB8B562}" dt="2023-11-12T00:47:50.170" v="2534" actId="9405"/>
          <ac:inkMkLst>
            <pc:docMk/>
            <pc:sldMk cId="1600690727" sldId="860"/>
            <ac:inkMk id="89" creationId="{6DC044BD-D4B5-40EF-9FC4-BEB4C06F3898}"/>
          </ac:inkMkLst>
        </pc:inkChg>
        <pc:inkChg chg="add del mod">
          <ac:chgData name="Daphne Economou" userId="d065a339-36cf-4937-af08-41751becbd81" providerId="ADAL" clId="{B7E510B3-3542-42AA-B9D6-5D7D6CB8B562}" dt="2023-11-12T00:47:49.141" v="2533"/>
          <ac:inkMkLst>
            <pc:docMk/>
            <pc:sldMk cId="1600690727" sldId="860"/>
            <ac:inkMk id="90" creationId="{192E6B47-C7AA-FE1B-E715-C24A5CB71698}"/>
          </ac:inkMkLst>
        </pc:inkChg>
        <pc:inkChg chg="add mod">
          <ac:chgData name="Daphne Economou" userId="d065a339-36cf-4937-af08-41751becbd81" providerId="ADAL" clId="{B7E510B3-3542-42AA-B9D6-5D7D6CB8B562}" dt="2023-11-12T12:12:10.660" v="3324"/>
          <ac:inkMkLst>
            <pc:docMk/>
            <pc:sldMk cId="1600690727" sldId="860"/>
            <ac:inkMk id="90" creationId="{4960E261-992D-C99B-4326-2191210DDC93}"/>
          </ac:inkMkLst>
        </pc:inkChg>
        <pc:inkChg chg="add mod">
          <ac:chgData name="Daphne Economou" userId="d065a339-36cf-4937-af08-41751becbd81" providerId="ADAL" clId="{B7E510B3-3542-42AA-B9D6-5D7D6CB8B562}" dt="2023-11-12T12:12:10.660" v="3324"/>
          <ac:inkMkLst>
            <pc:docMk/>
            <pc:sldMk cId="1600690727" sldId="860"/>
            <ac:inkMk id="91" creationId="{28110803-3455-F3A0-9A82-8668FACBC2F3}"/>
          </ac:inkMkLst>
        </pc:inkChg>
        <pc:inkChg chg="add del">
          <ac:chgData name="Daphne Economou" userId="d065a339-36cf-4937-af08-41751becbd81" providerId="ADAL" clId="{B7E510B3-3542-42AA-B9D6-5D7D6CB8B562}" dt="2023-11-12T00:47:53.280" v="2536" actId="9405"/>
          <ac:inkMkLst>
            <pc:docMk/>
            <pc:sldMk cId="1600690727" sldId="860"/>
            <ac:inkMk id="92" creationId="{074EE6A6-7E99-B765-4B23-53C82617A310}"/>
          </ac:inkMkLst>
        </pc:inkChg>
        <pc:inkChg chg="add mod">
          <ac:chgData name="Daphne Economou" userId="d065a339-36cf-4937-af08-41751becbd81" providerId="ADAL" clId="{B7E510B3-3542-42AA-B9D6-5D7D6CB8B562}" dt="2023-11-12T01:20:46.503" v="2979" actId="14100"/>
          <ac:inkMkLst>
            <pc:docMk/>
            <pc:sldMk cId="1600690727" sldId="860"/>
            <ac:inkMk id="94" creationId="{59C05AB3-5A72-C8B2-AF0C-EE65D2DB2F50}"/>
          </ac:inkMkLst>
        </pc:inkChg>
        <pc:inkChg chg="add del">
          <ac:chgData name="Daphne Economou" userId="d065a339-36cf-4937-af08-41751becbd81" providerId="ADAL" clId="{B7E510B3-3542-42AA-B9D6-5D7D6CB8B562}" dt="2023-11-12T00:53:02.683" v="2618" actId="478"/>
          <ac:inkMkLst>
            <pc:docMk/>
            <pc:sldMk cId="1600690727" sldId="860"/>
            <ac:inkMk id="97" creationId="{CD669DBA-FFEB-72A0-AF53-0F3E4084611F}"/>
          </ac:inkMkLst>
        </pc:inkChg>
        <pc:inkChg chg="add mod">
          <ac:chgData name="Daphne Economou" userId="d065a339-36cf-4937-af08-41751becbd81" providerId="ADAL" clId="{B7E510B3-3542-42AA-B9D6-5D7D6CB8B562}" dt="2023-11-12T00:52:53.419" v="2617"/>
          <ac:inkMkLst>
            <pc:docMk/>
            <pc:sldMk cId="1600690727" sldId="860"/>
            <ac:inkMk id="98" creationId="{16CAA4F6-806E-E470-D62B-8A2691AA90AF}"/>
          </ac:inkMkLst>
        </pc:inkChg>
        <pc:inkChg chg="add mod">
          <ac:chgData name="Daphne Economou" userId="d065a339-36cf-4937-af08-41751becbd81" providerId="ADAL" clId="{B7E510B3-3542-42AA-B9D6-5D7D6CB8B562}" dt="2023-11-12T00:52:53.419" v="2617"/>
          <ac:inkMkLst>
            <pc:docMk/>
            <pc:sldMk cId="1600690727" sldId="860"/>
            <ac:inkMk id="99" creationId="{9A203840-74E0-BF38-16B6-68C6EEFF5B59}"/>
          </ac:inkMkLst>
        </pc:inkChg>
        <pc:inkChg chg="add mod">
          <ac:chgData name="Daphne Economou" userId="d065a339-36cf-4937-af08-41751becbd81" providerId="ADAL" clId="{B7E510B3-3542-42AA-B9D6-5D7D6CB8B562}" dt="2023-11-12T00:54:05.313" v="2634"/>
          <ac:inkMkLst>
            <pc:docMk/>
            <pc:sldMk cId="1600690727" sldId="860"/>
            <ac:inkMk id="103" creationId="{4268FBF0-5D6A-AB92-558E-DF2E425AA3B6}"/>
          </ac:inkMkLst>
        </pc:inkChg>
        <pc:inkChg chg="add mod">
          <ac:chgData name="Daphne Economou" userId="d065a339-36cf-4937-af08-41751becbd81" providerId="ADAL" clId="{B7E510B3-3542-42AA-B9D6-5D7D6CB8B562}" dt="2023-11-12T00:54:05.313" v="2634"/>
          <ac:inkMkLst>
            <pc:docMk/>
            <pc:sldMk cId="1600690727" sldId="860"/>
            <ac:inkMk id="104" creationId="{F9AB7B33-5DE2-34C0-8849-3EA1661E7759}"/>
          </ac:inkMkLst>
        </pc:inkChg>
        <pc:inkChg chg="add del">
          <ac:chgData name="Daphne Economou" userId="d065a339-36cf-4937-af08-41751becbd81" providerId="ADAL" clId="{B7E510B3-3542-42AA-B9D6-5D7D6CB8B562}" dt="2023-11-12T01:16:19.262" v="2766" actId="478"/>
          <ac:inkMkLst>
            <pc:docMk/>
            <pc:sldMk cId="1600690727" sldId="860"/>
            <ac:inkMk id="117" creationId="{A48F7F60-E0FB-A36B-F978-965747A9128A}"/>
          </ac:inkMkLst>
        </pc:inkChg>
        <pc:inkChg chg="add mod">
          <ac:chgData name="Daphne Economou" userId="d065a339-36cf-4937-af08-41751becbd81" providerId="ADAL" clId="{B7E510B3-3542-42AA-B9D6-5D7D6CB8B562}" dt="2023-11-12T00:55:45.355" v="2666"/>
          <ac:inkMkLst>
            <pc:docMk/>
            <pc:sldMk cId="1600690727" sldId="860"/>
            <ac:inkMk id="118" creationId="{0D0E7E4A-322D-8487-AC9F-C871B021264C}"/>
          </ac:inkMkLst>
        </pc:inkChg>
        <pc:inkChg chg="add mod">
          <ac:chgData name="Daphne Economou" userId="d065a339-36cf-4937-af08-41751becbd81" providerId="ADAL" clId="{B7E510B3-3542-42AA-B9D6-5D7D6CB8B562}" dt="2023-11-12T00:55:45.355" v="2666"/>
          <ac:inkMkLst>
            <pc:docMk/>
            <pc:sldMk cId="1600690727" sldId="860"/>
            <ac:inkMk id="119" creationId="{079B741D-D145-069C-5B90-CCEC14EEE9EA}"/>
          </ac:inkMkLst>
        </pc:inkChg>
        <pc:inkChg chg="add mod">
          <ac:chgData name="Daphne Economou" userId="d065a339-36cf-4937-af08-41751becbd81" providerId="ADAL" clId="{B7E510B3-3542-42AA-B9D6-5D7D6CB8B562}" dt="2023-11-12T00:55:45.355" v="2666"/>
          <ac:inkMkLst>
            <pc:docMk/>
            <pc:sldMk cId="1600690727" sldId="860"/>
            <ac:inkMk id="121" creationId="{302A18CC-9E11-D3D8-0765-44D34F9B6A9D}"/>
          </ac:inkMkLst>
        </pc:inkChg>
        <pc:inkChg chg="add mod">
          <ac:chgData name="Daphne Economou" userId="d065a339-36cf-4937-af08-41751becbd81" providerId="ADAL" clId="{B7E510B3-3542-42AA-B9D6-5D7D6CB8B562}" dt="2023-11-12T00:55:45.355" v="2666"/>
          <ac:inkMkLst>
            <pc:docMk/>
            <pc:sldMk cId="1600690727" sldId="860"/>
            <ac:inkMk id="122" creationId="{C13B2BFE-C3A4-92A1-C7E8-FF92DD7CFA53}"/>
          </ac:inkMkLst>
        </pc:inkChg>
        <pc:inkChg chg="add mod">
          <ac:chgData name="Daphne Economou" userId="d065a339-36cf-4937-af08-41751becbd81" providerId="ADAL" clId="{B7E510B3-3542-42AA-B9D6-5D7D6CB8B562}" dt="2023-11-12T00:55:45.355" v="2666"/>
          <ac:inkMkLst>
            <pc:docMk/>
            <pc:sldMk cId="1600690727" sldId="860"/>
            <ac:inkMk id="123" creationId="{7DDECE16-772F-BC19-68E2-9CDA19C6BBDB}"/>
          </ac:inkMkLst>
        </pc:inkChg>
        <pc:inkChg chg="add mod">
          <ac:chgData name="Daphne Economou" userId="d065a339-36cf-4937-af08-41751becbd81" providerId="ADAL" clId="{B7E510B3-3542-42AA-B9D6-5D7D6CB8B562}" dt="2023-11-12T00:57:45.035" v="2696"/>
          <ac:inkMkLst>
            <pc:docMk/>
            <pc:sldMk cId="1600690727" sldId="860"/>
            <ac:inkMk id="125" creationId="{88C273DA-AFC5-DD4E-085F-764592AA4E39}"/>
          </ac:inkMkLst>
        </pc:inkChg>
        <pc:inkChg chg="add mod">
          <ac:chgData name="Daphne Economou" userId="d065a339-36cf-4937-af08-41751becbd81" providerId="ADAL" clId="{B7E510B3-3542-42AA-B9D6-5D7D6CB8B562}" dt="2023-11-12T00:57:45.035" v="2696"/>
          <ac:inkMkLst>
            <pc:docMk/>
            <pc:sldMk cId="1600690727" sldId="860"/>
            <ac:inkMk id="126" creationId="{60A709ED-4D43-3901-B090-C8CFF7788762}"/>
          </ac:inkMkLst>
        </pc:inkChg>
        <pc:inkChg chg="add mod">
          <ac:chgData name="Daphne Economou" userId="d065a339-36cf-4937-af08-41751becbd81" providerId="ADAL" clId="{B7E510B3-3542-42AA-B9D6-5D7D6CB8B562}" dt="2023-11-12T00:57:45.035" v="2696"/>
          <ac:inkMkLst>
            <pc:docMk/>
            <pc:sldMk cId="1600690727" sldId="860"/>
            <ac:inkMk id="127" creationId="{D8B2B7BC-0EA4-A185-6F46-8C347BDE6F38}"/>
          </ac:inkMkLst>
        </pc:inkChg>
        <pc:inkChg chg="add mod">
          <ac:chgData name="Daphne Economou" userId="d065a339-36cf-4937-af08-41751becbd81" providerId="ADAL" clId="{B7E510B3-3542-42AA-B9D6-5D7D6CB8B562}" dt="2023-11-12T00:57:45.035" v="2696"/>
          <ac:inkMkLst>
            <pc:docMk/>
            <pc:sldMk cId="1600690727" sldId="860"/>
            <ac:inkMk id="129" creationId="{E701F4FD-2F0A-B736-620B-480E334810EA}"/>
          </ac:inkMkLst>
        </pc:inkChg>
        <pc:inkChg chg="add mod">
          <ac:chgData name="Daphne Economou" userId="d065a339-36cf-4937-af08-41751becbd81" providerId="ADAL" clId="{B7E510B3-3542-42AA-B9D6-5D7D6CB8B562}" dt="2023-11-12T01:21:26.904" v="2989"/>
          <ac:inkMkLst>
            <pc:docMk/>
            <pc:sldMk cId="1600690727" sldId="860"/>
            <ac:inkMk id="134" creationId="{5EB60697-D4FB-743B-FAB7-5ACE2B454DFB}"/>
          </ac:inkMkLst>
        </pc:inkChg>
        <pc:inkChg chg="add mod">
          <ac:chgData name="Daphne Economou" userId="d065a339-36cf-4937-af08-41751becbd81" providerId="ADAL" clId="{B7E510B3-3542-42AA-B9D6-5D7D6CB8B562}" dt="2023-11-12T01:21:26.904" v="2989"/>
          <ac:inkMkLst>
            <pc:docMk/>
            <pc:sldMk cId="1600690727" sldId="860"/>
            <ac:inkMk id="135" creationId="{3AC123F5-4D07-36FB-C59D-823DE24AFCDD}"/>
          </ac:inkMkLst>
        </pc:inkChg>
        <pc:inkChg chg="add mod">
          <ac:chgData name="Daphne Economou" userId="d065a339-36cf-4937-af08-41751becbd81" providerId="ADAL" clId="{B7E510B3-3542-42AA-B9D6-5D7D6CB8B562}" dt="2023-11-12T01:21:26.904" v="2989"/>
          <ac:inkMkLst>
            <pc:docMk/>
            <pc:sldMk cId="1600690727" sldId="860"/>
            <ac:inkMk id="136" creationId="{B01DA625-22A9-AFFE-460F-E6C9B2A18EE8}"/>
          </ac:inkMkLst>
        </pc:inkChg>
        <pc:inkChg chg="add mod">
          <ac:chgData name="Daphne Economou" userId="d065a339-36cf-4937-af08-41751becbd81" providerId="ADAL" clId="{B7E510B3-3542-42AA-B9D6-5D7D6CB8B562}" dt="2023-11-12T01:23:32.700" v="3017"/>
          <ac:inkMkLst>
            <pc:docMk/>
            <pc:sldMk cId="1600690727" sldId="860"/>
            <ac:inkMk id="138" creationId="{B17C4F19-FC4A-A31A-1D58-85606786F96B}"/>
          </ac:inkMkLst>
        </pc:inkChg>
        <pc:inkChg chg="add mod">
          <ac:chgData name="Daphne Economou" userId="d065a339-36cf-4937-af08-41751becbd81" providerId="ADAL" clId="{B7E510B3-3542-42AA-B9D6-5D7D6CB8B562}" dt="2023-11-12T01:23:32.700" v="3017"/>
          <ac:inkMkLst>
            <pc:docMk/>
            <pc:sldMk cId="1600690727" sldId="860"/>
            <ac:inkMk id="139" creationId="{9DEF2C91-DC63-09CD-422B-982CEE4F0668}"/>
          </ac:inkMkLst>
        </pc:inkChg>
        <pc:inkChg chg="add mod">
          <ac:chgData name="Daphne Economou" userId="d065a339-36cf-4937-af08-41751becbd81" providerId="ADAL" clId="{B7E510B3-3542-42AA-B9D6-5D7D6CB8B562}" dt="2023-11-12T01:23:20.323" v="3011"/>
          <ac:inkMkLst>
            <pc:docMk/>
            <pc:sldMk cId="1600690727" sldId="860"/>
            <ac:inkMk id="141" creationId="{AA40CC77-08FF-B505-E83A-B69435C53865}"/>
          </ac:inkMkLst>
        </pc:inkChg>
        <pc:inkChg chg="add mod">
          <ac:chgData name="Daphne Economou" userId="d065a339-36cf-4937-af08-41751becbd81" providerId="ADAL" clId="{B7E510B3-3542-42AA-B9D6-5D7D6CB8B562}" dt="2023-11-12T01:23:20.323" v="3011"/>
          <ac:inkMkLst>
            <pc:docMk/>
            <pc:sldMk cId="1600690727" sldId="860"/>
            <ac:inkMk id="142" creationId="{FC5B149E-C60D-B738-C9F7-032F6CD912B4}"/>
          </ac:inkMkLst>
        </pc:inkChg>
        <pc:inkChg chg="add mod">
          <ac:chgData name="Daphne Economou" userId="d065a339-36cf-4937-af08-41751becbd81" providerId="ADAL" clId="{B7E510B3-3542-42AA-B9D6-5D7D6CB8B562}" dt="2023-11-12T01:23:32.700" v="3017"/>
          <ac:inkMkLst>
            <pc:docMk/>
            <pc:sldMk cId="1600690727" sldId="860"/>
            <ac:inkMk id="144" creationId="{110F31F7-69BB-8E8D-3A9C-8FE90E5D202A}"/>
          </ac:inkMkLst>
        </pc:inkChg>
        <pc:inkChg chg="add mod">
          <ac:chgData name="Daphne Economou" userId="d065a339-36cf-4937-af08-41751becbd81" providerId="ADAL" clId="{B7E510B3-3542-42AA-B9D6-5D7D6CB8B562}" dt="2023-11-12T01:23:32.700" v="3017"/>
          <ac:inkMkLst>
            <pc:docMk/>
            <pc:sldMk cId="1600690727" sldId="860"/>
            <ac:inkMk id="145" creationId="{BBD1F75A-9782-06B7-A864-FE49E0D64498}"/>
          </ac:inkMkLst>
        </pc:inkChg>
        <pc:inkChg chg="add mod">
          <ac:chgData name="Daphne Economou" userId="d065a339-36cf-4937-af08-41751becbd81" providerId="ADAL" clId="{B7E510B3-3542-42AA-B9D6-5D7D6CB8B562}" dt="2023-11-12T01:23:32.700" v="3017"/>
          <ac:inkMkLst>
            <pc:docMk/>
            <pc:sldMk cId="1600690727" sldId="860"/>
            <ac:inkMk id="147" creationId="{DE104B0E-9A56-AAB5-B474-EBD05A056DF2}"/>
          </ac:inkMkLst>
        </pc:inkChg>
        <pc:inkChg chg="add mod">
          <ac:chgData name="Daphne Economou" userId="d065a339-36cf-4937-af08-41751becbd81" providerId="ADAL" clId="{B7E510B3-3542-42AA-B9D6-5D7D6CB8B562}" dt="2023-11-12T01:23:32.700" v="3017"/>
          <ac:inkMkLst>
            <pc:docMk/>
            <pc:sldMk cId="1600690727" sldId="860"/>
            <ac:inkMk id="148" creationId="{6F488F50-A495-BB1B-5098-BADF1C55F3EE}"/>
          </ac:inkMkLst>
        </pc:inkChg>
        <pc:cxnChg chg="add mod">
          <ac:chgData name="Daphne Economou" userId="d065a339-36cf-4937-af08-41751becbd81" providerId="ADAL" clId="{B7E510B3-3542-42AA-B9D6-5D7D6CB8B562}" dt="2023-11-12T00:33:17.261" v="2341" actId="164"/>
          <ac:cxnSpMkLst>
            <pc:docMk/>
            <pc:sldMk cId="1600690727" sldId="860"/>
            <ac:cxnSpMk id="23" creationId="{36A84DB0-391E-4372-F51A-D671D1622699}"/>
          </ac:cxnSpMkLst>
        </pc:cxnChg>
        <pc:cxnChg chg="add mod">
          <ac:chgData name="Daphne Economou" userId="d065a339-36cf-4937-af08-41751becbd81" providerId="ADAL" clId="{B7E510B3-3542-42AA-B9D6-5D7D6CB8B562}" dt="2023-11-12T00:33:17.261" v="2341" actId="164"/>
          <ac:cxnSpMkLst>
            <pc:docMk/>
            <pc:sldMk cId="1600690727" sldId="860"/>
            <ac:cxnSpMk id="24" creationId="{110375B2-1AA7-0E61-AE31-25922F63B263}"/>
          </ac:cxnSpMkLst>
        </pc:cxnChg>
        <pc:cxnChg chg="add mod">
          <ac:chgData name="Daphne Economou" userId="d065a339-36cf-4937-af08-41751becbd81" providerId="ADAL" clId="{B7E510B3-3542-42AA-B9D6-5D7D6CB8B562}" dt="2023-11-12T00:33:17.261" v="2341" actId="164"/>
          <ac:cxnSpMkLst>
            <pc:docMk/>
            <pc:sldMk cId="1600690727" sldId="860"/>
            <ac:cxnSpMk id="25" creationId="{DEB8524C-CC3D-6F97-7A65-E84D615C35ED}"/>
          </ac:cxnSpMkLst>
        </pc:cxnChg>
        <pc:cxnChg chg="add mod">
          <ac:chgData name="Daphne Economou" userId="d065a339-36cf-4937-af08-41751becbd81" providerId="ADAL" clId="{B7E510B3-3542-42AA-B9D6-5D7D6CB8B562}" dt="2023-11-12T00:33:17.261" v="2341" actId="164"/>
          <ac:cxnSpMkLst>
            <pc:docMk/>
            <pc:sldMk cId="1600690727" sldId="860"/>
            <ac:cxnSpMk id="26" creationId="{A824C8AC-3EE0-A220-B555-1104AF232D73}"/>
          </ac:cxnSpMkLst>
        </pc:cxnChg>
        <pc:cxnChg chg="add mod">
          <ac:chgData name="Daphne Economou" userId="d065a339-36cf-4937-af08-41751becbd81" providerId="ADAL" clId="{B7E510B3-3542-42AA-B9D6-5D7D6CB8B562}" dt="2023-11-12T00:33:17.261" v="2341" actId="164"/>
          <ac:cxnSpMkLst>
            <pc:docMk/>
            <pc:sldMk cId="1600690727" sldId="860"/>
            <ac:cxnSpMk id="27" creationId="{701AB46A-B5E6-0F12-A209-76B8E6B44C93}"/>
          </ac:cxnSpMkLst>
        </pc:cxnChg>
        <pc:cxnChg chg="add mod">
          <ac:chgData name="Daphne Economou" userId="d065a339-36cf-4937-af08-41751becbd81" providerId="ADAL" clId="{B7E510B3-3542-42AA-B9D6-5D7D6CB8B562}" dt="2023-11-12T00:33:17.261" v="2341" actId="164"/>
          <ac:cxnSpMkLst>
            <pc:docMk/>
            <pc:sldMk cId="1600690727" sldId="860"/>
            <ac:cxnSpMk id="28" creationId="{9D080D99-D39D-2C7D-94A9-09A15B83FE3B}"/>
          </ac:cxnSpMkLst>
        </pc:cxnChg>
        <pc:cxnChg chg="add mod topLvl">
          <ac:chgData name="Daphne Economou" userId="d065a339-36cf-4937-af08-41751becbd81" providerId="ADAL" clId="{B7E510B3-3542-42AA-B9D6-5D7D6CB8B562}" dt="2023-11-12T00:53:47.073" v="2627" actId="164"/>
          <ac:cxnSpMkLst>
            <pc:docMk/>
            <pc:sldMk cId="1600690727" sldId="860"/>
            <ac:cxnSpMk id="86" creationId="{61822F57-354D-A886-486C-A08CD5802D3F}"/>
          </ac:cxnSpMkLst>
        </pc:cxnChg>
        <pc:cxnChg chg="mod">
          <ac:chgData name="Daphne Economou" userId="d065a339-36cf-4937-af08-41751becbd81" providerId="ADAL" clId="{B7E510B3-3542-42AA-B9D6-5D7D6CB8B562}" dt="2023-11-12T00:54:10.325" v="2635"/>
          <ac:cxnSpMkLst>
            <pc:docMk/>
            <pc:sldMk cId="1600690727" sldId="860"/>
            <ac:cxnSpMk id="109" creationId="{6A2932CA-6DB5-E8D1-068B-3AED102B47E7}"/>
          </ac:cxnSpMkLst>
        </pc:cxnChg>
        <pc:cxnChg chg="mod">
          <ac:chgData name="Daphne Economou" userId="d065a339-36cf-4937-af08-41751becbd81" providerId="ADAL" clId="{B7E510B3-3542-42AA-B9D6-5D7D6CB8B562}" dt="2023-11-12T00:54:37.482" v="2647"/>
          <ac:cxnSpMkLst>
            <pc:docMk/>
            <pc:sldMk cId="1600690727" sldId="860"/>
            <ac:cxnSpMk id="115" creationId="{EE7859FB-A0B0-4831-AE0E-25E4A03FFEE0}"/>
          </ac:cxnSpMkLst>
        </pc:cxnChg>
      </pc:sldChg>
      <pc:sldChg chg="new del">
        <pc:chgData name="Daphne Economou" userId="d065a339-36cf-4937-af08-41751becbd81" providerId="ADAL" clId="{B7E510B3-3542-42AA-B9D6-5D7D6CB8B562}" dt="2023-11-11T23:09:06.725" v="2176" actId="47"/>
        <pc:sldMkLst>
          <pc:docMk/>
          <pc:sldMk cId="1848960267" sldId="860"/>
        </pc:sldMkLst>
      </pc:sldChg>
      <pc:sldChg chg="add del">
        <pc:chgData name="Daphne Economou" userId="d065a339-36cf-4937-af08-41751becbd81" providerId="ADAL" clId="{B7E510B3-3542-42AA-B9D6-5D7D6CB8B562}" dt="2023-11-11T22:56:05.725" v="1918" actId="47"/>
        <pc:sldMkLst>
          <pc:docMk/>
          <pc:sldMk cId="2085735423" sldId="860"/>
        </pc:sldMkLst>
      </pc:sldChg>
      <pc:sldChg chg="addSp delSp modSp new mod ord addAnim delAnim modAnim">
        <pc:chgData name="Daphne Economou" userId="d065a339-36cf-4937-af08-41751becbd81" providerId="ADAL" clId="{B7E510B3-3542-42AA-B9D6-5D7D6CB8B562}" dt="2023-11-12T18:25:06.003" v="5362" actId="27636"/>
        <pc:sldMkLst>
          <pc:docMk/>
          <pc:sldMk cId="759078318" sldId="861"/>
        </pc:sldMkLst>
        <pc:spChg chg="mod">
          <ac:chgData name="Daphne Economou" userId="d065a339-36cf-4937-af08-41751becbd81" providerId="ADAL" clId="{B7E510B3-3542-42AA-B9D6-5D7D6CB8B562}" dt="2023-11-12T14:37:40.957" v="4095" actId="20577"/>
          <ac:spMkLst>
            <pc:docMk/>
            <pc:sldMk cId="759078318" sldId="861"/>
            <ac:spMk id="2" creationId="{6176972D-1993-75DD-A0A9-3B98BAB38529}"/>
          </ac:spMkLst>
        </pc:spChg>
        <pc:spChg chg="add del mod">
          <ac:chgData name="Daphne Economou" userId="d065a339-36cf-4937-af08-41751becbd81" providerId="ADAL" clId="{B7E510B3-3542-42AA-B9D6-5D7D6CB8B562}" dt="2023-11-12T18:25:06.003" v="5362" actId="27636"/>
          <ac:spMkLst>
            <pc:docMk/>
            <pc:sldMk cId="759078318" sldId="861"/>
            <ac:spMk id="3" creationId="{FF734C3D-40C6-7FDD-CAE2-AC56D547EFC7}"/>
          </ac:spMkLst>
        </pc:spChg>
        <pc:spChg chg="add del mod">
          <ac:chgData name="Daphne Economou" userId="d065a339-36cf-4937-af08-41751becbd81" providerId="ADAL" clId="{B7E510B3-3542-42AA-B9D6-5D7D6CB8B562}" dt="2023-11-12T12:45:39.683" v="3433" actId="478"/>
          <ac:spMkLst>
            <pc:docMk/>
            <pc:sldMk cId="759078318" sldId="861"/>
            <ac:spMk id="6" creationId="{A86350E9-8526-6A10-ED56-A663672AB4F2}"/>
          </ac:spMkLst>
        </pc:spChg>
        <pc:spChg chg="add mod">
          <ac:chgData name="Daphne Economou" userId="d065a339-36cf-4937-af08-41751becbd81" providerId="ADAL" clId="{B7E510B3-3542-42AA-B9D6-5D7D6CB8B562}" dt="2023-11-12T12:44:42.160" v="3421" actId="1076"/>
          <ac:spMkLst>
            <pc:docMk/>
            <pc:sldMk cId="759078318" sldId="861"/>
            <ac:spMk id="7" creationId="{455EF61F-637F-BB81-C145-39E15B1EB3E8}"/>
          </ac:spMkLst>
        </pc:spChg>
        <pc:spChg chg="mod topLvl">
          <ac:chgData name="Daphne Economou" userId="d065a339-36cf-4937-af08-41751becbd81" providerId="ADAL" clId="{B7E510B3-3542-42AA-B9D6-5D7D6CB8B562}" dt="2023-11-12T13:01:11.380" v="3686" actId="947"/>
          <ac:spMkLst>
            <pc:docMk/>
            <pc:sldMk cId="759078318" sldId="861"/>
            <ac:spMk id="14" creationId="{EE3E336A-D98E-1FAD-1910-45548B666430}"/>
          </ac:spMkLst>
        </pc:spChg>
        <pc:spChg chg="del mod">
          <ac:chgData name="Daphne Economou" userId="d065a339-36cf-4937-af08-41751becbd81" providerId="ADAL" clId="{B7E510B3-3542-42AA-B9D6-5D7D6CB8B562}" dt="2023-11-12T12:45:06.257" v="3426" actId="478"/>
          <ac:spMkLst>
            <pc:docMk/>
            <pc:sldMk cId="759078318" sldId="861"/>
            <ac:spMk id="15" creationId="{3284725D-3B2A-8E85-D561-9F088D2D1DB9}"/>
          </ac:spMkLst>
        </pc:spChg>
        <pc:spChg chg="del mod">
          <ac:chgData name="Daphne Economou" userId="d065a339-36cf-4937-af08-41751becbd81" providerId="ADAL" clId="{B7E510B3-3542-42AA-B9D6-5D7D6CB8B562}" dt="2023-11-12T12:45:04.626" v="3425" actId="478"/>
          <ac:spMkLst>
            <pc:docMk/>
            <pc:sldMk cId="759078318" sldId="861"/>
            <ac:spMk id="16" creationId="{CEC60A2C-3987-0A4E-31B4-3F5274D33434}"/>
          </ac:spMkLst>
        </pc:spChg>
        <pc:spChg chg="del mod topLvl">
          <ac:chgData name="Daphne Economou" userId="d065a339-36cf-4937-af08-41751becbd81" providerId="ADAL" clId="{B7E510B3-3542-42AA-B9D6-5D7D6CB8B562}" dt="2023-11-12T12:45:34.620" v="3431" actId="478"/>
          <ac:spMkLst>
            <pc:docMk/>
            <pc:sldMk cId="759078318" sldId="861"/>
            <ac:spMk id="17" creationId="{B1C8E4D4-10A0-6402-7F5D-D6E172971DB4}"/>
          </ac:spMkLst>
        </pc:spChg>
        <pc:spChg chg="del mod topLvl">
          <ac:chgData name="Daphne Economou" userId="d065a339-36cf-4937-af08-41751becbd81" providerId="ADAL" clId="{B7E510B3-3542-42AA-B9D6-5D7D6CB8B562}" dt="2023-11-12T12:45:29.144" v="3429" actId="478"/>
          <ac:spMkLst>
            <pc:docMk/>
            <pc:sldMk cId="759078318" sldId="861"/>
            <ac:spMk id="18" creationId="{E304D5DB-6406-FADE-86A9-17B86C782398}"/>
          </ac:spMkLst>
        </pc:spChg>
        <pc:spChg chg="del mod topLvl">
          <ac:chgData name="Daphne Economou" userId="d065a339-36cf-4937-af08-41751becbd81" providerId="ADAL" clId="{B7E510B3-3542-42AA-B9D6-5D7D6CB8B562}" dt="2023-11-12T12:45:32.516" v="3430" actId="478"/>
          <ac:spMkLst>
            <pc:docMk/>
            <pc:sldMk cId="759078318" sldId="861"/>
            <ac:spMk id="19" creationId="{207C635B-9B2A-8C0C-0BEE-D1096A3497A5}"/>
          </ac:spMkLst>
        </pc:spChg>
        <pc:spChg chg="add del mod">
          <ac:chgData name="Daphne Economou" userId="d065a339-36cf-4937-af08-41751becbd81" providerId="ADAL" clId="{B7E510B3-3542-42AA-B9D6-5D7D6CB8B562}" dt="2023-11-12T12:45:35.997" v="3432" actId="478"/>
          <ac:spMkLst>
            <pc:docMk/>
            <pc:sldMk cId="759078318" sldId="861"/>
            <ac:spMk id="35" creationId="{9628101D-AC2F-28C8-A2C1-FE2B5C058873}"/>
          </ac:spMkLst>
        </pc:spChg>
        <pc:spChg chg="add del mod">
          <ac:chgData name="Daphne Economou" userId="d065a339-36cf-4937-af08-41751becbd81" providerId="ADAL" clId="{B7E510B3-3542-42AA-B9D6-5D7D6CB8B562}" dt="2023-11-12T12:55:54.635" v="3602" actId="478"/>
          <ac:spMkLst>
            <pc:docMk/>
            <pc:sldMk cId="759078318" sldId="861"/>
            <ac:spMk id="36" creationId="{F5BF3FBA-9C94-7832-26A2-5E5606E23140}"/>
          </ac:spMkLst>
        </pc:spChg>
        <pc:spChg chg="add mod">
          <ac:chgData name="Daphne Economou" userId="d065a339-36cf-4937-af08-41751becbd81" providerId="ADAL" clId="{B7E510B3-3542-42AA-B9D6-5D7D6CB8B562}" dt="2023-11-12T12:44:34.409" v="3418" actId="1076"/>
          <ac:spMkLst>
            <pc:docMk/>
            <pc:sldMk cId="759078318" sldId="861"/>
            <ac:spMk id="37" creationId="{7ABD23DC-FF88-5751-DE50-A8A91E55D01C}"/>
          </ac:spMkLst>
        </pc:spChg>
        <pc:spChg chg="add mod">
          <ac:chgData name="Daphne Economou" userId="d065a339-36cf-4937-af08-41751becbd81" providerId="ADAL" clId="{B7E510B3-3542-42AA-B9D6-5D7D6CB8B562}" dt="2023-11-12T12:49:24.679" v="3598" actId="1076"/>
          <ac:spMkLst>
            <pc:docMk/>
            <pc:sldMk cId="759078318" sldId="861"/>
            <ac:spMk id="54" creationId="{543ED33B-403D-F344-F84F-C35FED0AA681}"/>
          </ac:spMkLst>
        </pc:spChg>
        <pc:spChg chg="add mod">
          <ac:chgData name="Daphne Economou" userId="d065a339-36cf-4937-af08-41751becbd81" providerId="ADAL" clId="{B7E510B3-3542-42AA-B9D6-5D7D6CB8B562}" dt="2023-11-12T13:17:03.683" v="3842" actId="20577"/>
          <ac:spMkLst>
            <pc:docMk/>
            <pc:sldMk cId="759078318" sldId="861"/>
            <ac:spMk id="58" creationId="{737FBD2D-37EA-9997-2153-9E84766AC7A3}"/>
          </ac:spMkLst>
        </pc:spChg>
        <pc:spChg chg="add mod">
          <ac:chgData name="Daphne Economou" userId="d065a339-36cf-4937-af08-41751becbd81" providerId="ADAL" clId="{B7E510B3-3542-42AA-B9D6-5D7D6CB8B562}" dt="2023-11-12T13:03:27.369" v="3709" actId="164"/>
          <ac:spMkLst>
            <pc:docMk/>
            <pc:sldMk cId="759078318" sldId="861"/>
            <ac:spMk id="77" creationId="{A45F6D4F-375C-65C8-E51D-5C8BEEB8A877}"/>
          </ac:spMkLst>
        </pc:spChg>
        <pc:spChg chg="add mod topLvl">
          <ac:chgData name="Daphne Economou" userId="d065a339-36cf-4937-af08-41751becbd81" providerId="ADAL" clId="{B7E510B3-3542-42AA-B9D6-5D7D6CB8B562}" dt="2023-11-12T13:20:15.826" v="3990" actId="164"/>
          <ac:spMkLst>
            <pc:docMk/>
            <pc:sldMk cId="759078318" sldId="861"/>
            <ac:spMk id="114" creationId="{3FBAD42D-23C1-BD58-AEE1-C9B02C63FC25}"/>
          </ac:spMkLst>
        </pc:spChg>
        <pc:spChg chg="add mod">
          <ac:chgData name="Daphne Economou" userId="d065a339-36cf-4937-af08-41751becbd81" providerId="ADAL" clId="{B7E510B3-3542-42AA-B9D6-5D7D6CB8B562}" dt="2023-11-12T14:53:38.877" v="4499" actId="20577"/>
          <ac:spMkLst>
            <pc:docMk/>
            <pc:sldMk cId="759078318" sldId="861"/>
            <ac:spMk id="120" creationId="{043D391C-7BD8-C0EB-640B-4475FB17ECD8}"/>
          </ac:spMkLst>
        </pc:spChg>
        <pc:spChg chg="add del mod">
          <ac:chgData name="Daphne Economou" userId="d065a339-36cf-4937-af08-41751becbd81" providerId="ADAL" clId="{B7E510B3-3542-42AA-B9D6-5D7D6CB8B562}" dt="2023-11-12T18:24:36.764" v="5352" actId="21"/>
          <ac:spMkLst>
            <pc:docMk/>
            <pc:sldMk cId="759078318" sldId="861"/>
            <ac:spMk id="127" creationId="{D7CCB1AA-61B8-4CE9-8DF6-9E674EE82D55}"/>
          </ac:spMkLst>
        </pc:spChg>
        <pc:grpChg chg="add del mod">
          <ac:chgData name="Daphne Economou" userId="d065a339-36cf-4937-af08-41751becbd81" providerId="ADAL" clId="{B7E510B3-3542-42AA-B9D6-5D7D6CB8B562}" dt="2023-11-12T12:45:12.676" v="3427" actId="165"/>
          <ac:grpSpMkLst>
            <pc:docMk/>
            <pc:sldMk cId="759078318" sldId="861"/>
            <ac:grpSpMk id="8" creationId="{618DDBB4-48BB-4013-9489-2CABDA04E6B9}"/>
          </ac:grpSpMkLst>
        </pc:grpChg>
        <pc:grpChg chg="del mod">
          <ac:chgData name="Daphne Economou" userId="d065a339-36cf-4937-af08-41751becbd81" providerId="ADAL" clId="{B7E510B3-3542-42AA-B9D6-5D7D6CB8B562}" dt="2023-11-12T12:45:01.066" v="3424" actId="478"/>
          <ac:grpSpMkLst>
            <pc:docMk/>
            <pc:sldMk cId="759078318" sldId="861"/>
            <ac:grpSpMk id="13" creationId="{0F28A570-262F-7521-7AB1-D022D076B263}"/>
          </ac:grpSpMkLst>
        </pc:grpChg>
        <pc:grpChg chg="add del mod">
          <ac:chgData name="Daphne Economou" userId="d065a339-36cf-4937-af08-41751becbd81" providerId="ADAL" clId="{B7E510B3-3542-42AA-B9D6-5D7D6CB8B562}" dt="2023-11-12T12:44:43.370" v="3422" actId="478"/>
          <ac:grpSpMkLst>
            <pc:docMk/>
            <pc:sldMk cId="759078318" sldId="861"/>
            <ac:grpSpMk id="27" creationId="{105050E2-B95C-C029-F713-88C040D5CAEC}"/>
          </ac:grpSpMkLst>
        </pc:grpChg>
        <pc:grpChg chg="add del mod">
          <ac:chgData name="Daphne Economou" userId="d065a339-36cf-4937-af08-41751becbd81" providerId="ADAL" clId="{B7E510B3-3542-42AA-B9D6-5D7D6CB8B562}" dt="2023-11-12T12:44:37.464" v="3419" actId="478"/>
          <ac:grpSpMkLst>
            <pc:docMk/>
            <pc:sldMk cId="759078318" sldId="861"/>
            <ac:grpSpMk id="39" creationId="{0C4A0945-ED7F-8066-7C39-F391B91AC2D7}"/>
          </ac:grpSpMkLst>
        </pc:grpChg>
        <pc:grpChg chg="mod">
          <ac:chgData name="Daphne Economou" userId="d065a339-36cf-4937-af08-41751becbd81" providerId="ADAL" clId="{B7E510B3-3542-42AA-B9D6-5D7D6CB8B562}" dt="2023-11-12T12:46:16.955" v="3445"/>
          <ac:grpSpMkLst>
            <pc:docMk/>
            <pc:sldMk cId="759078318" sldId="861"/>
            <ac:grpSpMk id="48" creationId="{8DB7724A-FC35-0C75-E58A-D826815870F1}"/>
          </ac:grpSpMkLst>
        </pc:grpChg>
        <pc:grpChg chg="del mod">
          <ac:chgData name="Daphne Economou" userId="d065a339-36cf-4937-af08-41751becbd81" providerId="ADAL" clId="{B7E510B3-3542-42AA-B9D6-5D7D6CB8B562}" dt="2023-11-12T12:48:37.127" v="3571" actId="478"/>
          <ac:grpSpMkLst>
            <pc:docMk/>
            <pc:sldMk cId="759078318" sldId="861"/>
            <ac:grpSpMk id="53" creationId="{5CCCC3F6-ACA1-53C2-06CE-138B4BCBF02B}"/>
          </ac:grpSpMkLst>
        </pc:grpChg>
        <pc:grpChg chg="del mod">
          <ac:chgData name="Daphne Economou" userId="d065a339-36cf-4937-af08-41751becbd81" providerId="ADAL" clId="{B7E510B3-3542-42AA-B9D6-5D7D6CB8B562}" dt="2023-11-12T12:59:54.478" v="3660"/>
          <ac:grpSpMkLst>
            <pc:docMk/>
            <pc:sldMk cId="759078318" sldId="861"/>
            <ac:grpSpMk id="57" creationId="{06A0B9BE-3606-0522-24BE-C0B2CC86B025}"/>
          </ac:grpSpMkLst>
        </pc:grpChg>
        <pc:grpChg chg="mod">
          <ac:chgData name="Daphne Economou" userId="d065a339-36cf-4937-af08-41751becbd81" providerId="ADAL" clId="{B7E510B3-3542-42AA-B9D6-5D7D6CB8B562}" dt="2023-11-12T12:48:58.758" v="3581"/>
          <ac:grpSpMkLst>
            <pc:docMk/>
            <pc:sldMk cId="759078318" sldId="861"/>
            <ac:grpSpMk id="64" creationId="{780EFA82-5593-87C6-45BF-783E45A2088F}"/>
          </ac:grpSpMkLst>
        </pc:grpChg>
        <pc:grpChg chg="del mod">
          <ac:chgData name="Daphne Economou" userId="d065a339-36cf-4937-af08-41751becbd81" providerId="ADAL" clId="{B7E510B3-3542-42AA-B9D6-5D7D6CB8B562}" dt="2023-11-12T12:49:11.111" v="3591"/>
          <ac:grpSpMkLst>
            <pc:docMk/>
            <pc:sldMk cId="759078318" sldId="861"/>
            <ac:grpSpMk id="68" creationId="{24B06E0C-F32C-5F8A-AE9A-F5B921488565}"/>
          </ac:grpSpMkLst>
        </pc:grpChg>
        <pc:grpChg chg="del mod">
          <ac:chgData name="Daphne Economou" userId="d065a339-36cf-4937-af08-41751becbd81" providerId="ADAL" clId="{B7E510B3-3542-42AA-B9D6-5D7D6CB8B562}" dt="2023-11-12T12:49:14.430" v="3595"/>
          <ac:grpSpMkLst>
            <pc:docMk/>
            <pc:sldMk cId="759078318" sldId="861"/>
            <ac:grpSpMk id="72" creationId="{772CF2F8-B078-873C-04B3-A50FF2E0ED90}"/>
          </ac:grpSpMkLst>
        </pc:grpChg>
        <pc:grpChg chg="mod">
          <ac:chgData name="Daphne Economou" userId="d065a339-36cf-4937-af08-41751becbd81" providerId="ADAL" clId="{B7E510B3-3542-42AA-B9D6-5D7D6CB8B562}" dt="2023-11-12T12:49:14.430" v="3595"/>
          <ac:grpSpMkLst>
            <pc:docMk/>
            <pc:sldMk cId="759078318" sldId="861"/>
            <ac:grpSpMk id="76" creationId="{5659F6C0-D7EC-6FD1-99BA-7149B0344445}"/>
          </ac:grpSpMkLst>
        </pc:grpChg>
        <pc:grpChg chg="mod">
          <ac:chgData name="Daphne Economou" userId="d065a339-36cf-4937-af08-41751becbd81" providerId="ADAL" clId="{B7E510B3-3542-42AA-B9D6-5D7D6CB8B562}" dt="2023-11-12T12:57:38.502" v="3632"/>
          <ac:grpSpMkLst>
            <pc:docMk/>
            <pc:sldMk cId="759078318" sldId="861"/>
            <ac:grpSpMk id="80" creationId="{B85FCEE5-FBE7-FB1B-5BC3-690CB68313CD}"/>
          </ac:grpSpMkLst>
        </pc:grpChg>
        <pc:grpChg chg="mod">
          <ac:chgData name="Daphne Economou" userId="d065a339-36cf-4937-af08-41751becbd81" providerId="ADAL" clId="{B7E510B3-3542-42AA-B9D6-5D7D6CB8B562}" dt="2023-11-12T13:02:21.108" v="3699" actId="164"/>
          <ac:grpSpMkLst>
            <pc:docMk/>
            <pc:sldMk cId="759078318" sldId="861"/>
            <ac:grpSpMk id="85" creationId="{0338C1E4-064A-32F7-1CCC-5111DA33076F}"/>
          </ac:grpSpMkLst>
        </pc:grpChg>
        <pc:grpChg chg="mod">
          <ac:chgData name="Daphne Economou" userId="d065a339-36cf-4937-af08-41751becbd81" providerId="ADAL" clId="{B7E510B3-3542-42AA-B9D6-5D7D6CB8B562}" dt="2023-11-12T12:58:21.721" v="3645"/>
          <ac:grpSpMkLst>
            <pc:docMk/>
            <pc:sldMk cId="759078318" sldId="861"/>
            <ac:grpSpMk id="89" creationId="{AB5950CE-829A-4599-32DB-A0461EEFD40A}"/>
          </ac:grpSpMkLst>
        </pc:grpChg>
        <pc:grpChg chg="mod">
          <ac:chgData name="Daphne Economou" userId="d065a339-36cf-4937-af08-41751becbd81" providerId="ADAL" clId="{B7E510B3-3542-42AA-B9D6-5D7D6CB8B562}" dt="2023-11-12T13:02:21.108" v="3699" actId="164"/>
          <ac:grpSpMkLst>
            <pc:docMk/>
            <pc:sldMk cId="759078318" sldId="861"/>
            <ac:grpSpMk id="97" creationId="{B37CFCF5-D387-D407-8498-73B71A0EAEC6}"/>
          </ac:grpSpMkLst>
        </pc:grpChg>
        <pc:grpChg chg="mod">
          <ac:chgData name="Daphne Economou" userId="d065a339-36cf-4937-af08-41751becbd81" providerId="ADAL" clId="{B7E510B3-3542-42AA-B9D6-5D7D6CB8B562}" dt="2023-11-12T13:03:27.369" v="3709" actId="164"/>
          <ac:grpSpMkLst>
            <pc:docMk/>
            <pc:sldMk cId="759078318" sldId="861"/>
            <ac:grpSpMk id="101" creationId="{D544CAE3-241C-5EEA-F3AD-F9840B387143}"/>
          </ac:grpSpMkLst>
        </pc:grpChg>
        <pc:grpChg chg="mod">
          <ac:chgData name="Daphne Economou" userId="d065a339-36cf-4937-af08-41751becbd81" providerId="ADAL" clId="{B7E510B3-3542-42AA-B9D6-5D7D6CB8B562}" dt="2023-11-12T13:19:51.301" v="3984" actId="165"/>
          <ac:grpSpMkLst>
            <pc:docMk/>
            <pc:sldMk cId="759078318" sldId="861"/>
            <ac:grpSpMk id="104" creationId="{6A60F7B8-2E46-F46A-80E3-13CCBDB2AD50}"/>
          </ac:grpSpMkLst>
        </pc:grpChg>
        <pc:grpChg chg="mod">
          <ac:chgData name="Daphne Economou" userId="d065a339-36cf-4937-af08-41751becbd81" providerId="ADAL" clId="{B7E510B3-3542-42AA-B9D6-5D7D6CB8B562}" dt="2023-11-12T13:19:51.301" v="3984" actId="165"/>
          <ac:grpSpMkLst>
            <pc:docMk/>
            <pc:sldMk cId="759078318" sldId="861"/>
            <ac:grpSpMk id="111" creationId="{E6A6ADEB-D016-A39C-EF4F-F91FC84FA936}"/>
          </ac:grpSpMkLst>
        </pc:grpChg>
        <pc:grpChg chg="add mod topLvl">
          <ac:chgData name="Daphne Economou" userId="d065a339-36cf-4937-af08-41751becbd81" providerId="ADAL" clId="{B7E510B3-3542-42AA-B9D6-5D7D6CB8B562}" dt="2023-11-12T13:20:15.826" v="3990" actId="164"/>
          <ac:grpSpMkLst>
            <pc:docMk/>
            <pc:sldMk cId="759078318" sldId="861"/>
            <ac:grpSpMk id="112" creationId="{8755C9A9-06AE-1435-4668-A576C78998E7}"/>
          </ac:grpSpMkLst>
        </pc:grpChg>
        <pc:grpChg chg="add mod">
          <ac:chgData name="Daphne Economou" userId="d065a339-36cf-4937-af08-41751becbd81" providerId="ADAL" clId="{B7E510B3-3542-42AA-B9D6-5D7D6CB8B562}" dt="2023-11-12T13:03:27.369" v="3709" actId="164"/>
          <ac:grpSpMkLst>
            <pc:docMk/>
            <pc:sldMk cId="759078318" sldId="861"/>
            <ac:grpSpMk id="113" creationId="{C8D6B4BC-544E-B4B4-B2C4-585ACE069CF4}"/>
          </ac:grpSpMkLst>
        </pc:grpChg>
        <pc:grpChg chg="del mod topLvl">
          <ac:chgData name="Daphne Economou" userId="d065a339-36cf-4937-af08-41751becbd81" providerId="ADAL" clId="{B7E510B3-3542-42AA-B9D6-5D7D6CB8B562}" dt="2023-11-12T13:19:53.841" v="3985" actId="478"/>
          <ac:grpSpMkLst>
            <pc:docMk/>
            <pc:sldMk cId="759078318" sldId="861"/>
            <ac:grpSpMk id="117" creationId="{FCA6485B-DB47-9BDA-7F43-9327C78FC3DB}"/>
          </ac:grpSpMkLst>
        </pc:grpChg>
        <pc:grpChg chg="add del mod">
          <ac:chgData name="Daphne Economou" userId="d065a339-36cf-4937-af08-41751becbd81" providerId="ADAL" clId="{B7E510B3-3542-42AA-B9D6-5D7D6CB8B562}" dt="2023-11-12T13:19:51.301" v="3984" actId="165"/>
          <ac:grpSpMkLst>
            <pc:docMk/>
            <pc:sldMk cId="759078318" sldId="861"/>
            <ac:grpSpMk id="118" creationId="{47F5F368-F71E-89F2-274F-A4D124181EAF}"/>
          </ac:grpSpMkLst>
        </pc:grpChg>
        <pc:grpChg chg="add del mod">
          <ac:chgData name="Daphne Economou" userId="d065a339-36cf-4937-af08-41751becbd81" providerId="ADAL" clId="{B7E510B3-3542-42AA-B9D6-5D7D6CB8B562}" dt="2023-11-12T18:25:03.188" v="5360" actId="1076"/>
          <ac:grpSpMkLst>
            <pc:docMk/>
            <pc:sldMk cId="759078318" sldId="861"/>
            <ac:grpSpMk id="119" creationId="{27AC0DF4-5A93-EAC2-C844-EF3DB062A810}"/>
          </ac:grpSpMkLst>
        </pc:grpChg>
        <pc:grpChg chg="mod">
          <ac:chgData name="Daphne Economou" userId="d065a339-36cf-4937-af08-41751becbd81" providerId="ADAL" clId="{B7E510B3-3542-42AA-B9D6-5D7D6CB8B562}" dt="2023-11-12T13:20:15.826" v="3990" actId="164"/>
          <ac:grpSpMkLst>
            <pc:docMk/>
            <pc:sldMk cId="759078318" sldId="861"/>
            <ac:grpSpMk id="124" creationId="{8B44B66C-970E-DC51-FBBD-C739EF4A7124}"/>
          </ac:grpSpMkLst>
        </pc:grpChg>
        <pc:grpChg chg="add mod">
          <ac:chgData name="Daphne Economou" userId="d065a339-36cf-4937-af08-41751becbd81" providerId="ADAL" clId="{B7E510B3-3542-42AA-B9D6-5D7D6CB8B562}" dt="2023-11-12T13:20:15.826" v="3990" actId="164"/>
          <ac:grpSpMkLst>
            <pc:docMk/>
            <pc:sldMk cId="759078318" sldId="861"/>
            <ac:grpSpMk id="125" creationId="{CF0EB8DC-8860-0333-7BA4-AC84FD63B21E}"/>
          </ac:grpSpMkLst>
        </pc:grpChg>
        <pc:inkChg chg="mod topLvl">
          <ac:chgData name="Daphne Economou" userId="d065a339-36cf-4937-af08-41751becbd81" providerId="ADAL" clId="{B7E510B3-3542-42AA-B9D6-5D7D6CB8B562}" dt="2023-11-12T12:45:12.676" v="3427" actId="165"/>
          <ac:inkMkLst>
            <pc:docMk/>
            <pc:sldMk cId="759078318" sldId="861"/>
            <ac:inkMk id="9" creationId="{F963C340-A08B-508C-23E0-52AF0B433623}"/>
          </ac:inkMkLst>
        </pc:inkChg>
        <pc:inkChg chg="mod topLvl">
          <ac:chgData name="Daphne Economou" userId="d065a339-36cf-4937-af08-41751becbd81" providerId="ADAL" clId="{B7E510B3-3542-42AA-B9D6-5D7D6CB8B562}" dt="2023-11-12T12:45:12.676" v="3427" actId="165"/>
          <ac:inkMkLst>
            <pc:docMk/>
            <pc:sldMk cId="759078318" sldId="861"/>
            <ac:inkMk id="10" creationId="{8F66C148-336C-9BC5-4FFF-03FE84B869F2}"/>
          </ac:inkMkLst>
        </pc:inkChg>
        <pc:inkChg chg="mod topLvl">
          <ac:chgData name="Daphne Economou" userId="d065a339-36cf-4937-af08-41751becbd81" providerId="ADAL" clId="{B7E510B3-3542-42AA-B9D6-5D7D6CB8B562}" dt="2023-11-12T12:45:12.676" v="3427" actId="165"/>
          <ac:inkMkLst>
            <pc:docMk/>
            <pc:sldMk cId="759078318" sldId="861"/>
            <ac:inkMk id="11" creationId="{7E190811-8A70-8CC3-2306-718D94F83DC4}"/>
          </ac:inkMkLst>
        </pc:inkChg>
        <pc:inkChg chg="mod topLvl">
          <ac:chgData name="Daphne Economou" userId="d065a339-36cf-4937-af08-41751becbd81" providerId="ADAL" clId="{B7E510B3-3542-42AA-B9D6-5D7D6CB8B562}" dt="2023-11-12T12:45:12.676" v="3427" actId="165"/>
          <ac:inkMkLst>
            <pc:docMk/>
            <pc:sldMk cId="759078318" sldId="861"/>
            <ac:inkMk id="12" creationId="{C2BE1B55-FF66-2014-4C94-C9BC8856D10F}"/>
          </ac:inkMkLst>
        </pc:inkChg>
        <pc:inkChg chg="add del mod">
          <ac:chgData name="Daphne Economou" userId="d065a339-36cf-4937-af08-41751becbd81" providerId="ADAL" clId="{B7E510B3-3542-42AA-B9D6-5D7D6CB8B562}" dt="2023-11-12T12:44:45.049" v="3423" actId="478"/>
          <ac:inkMkLst>
            <pc:docMk/>
            <pc:sldMk cId="759078318" sldId="861"/>
            <ac:inkMk id="26" creationId="{C935F08D-1F52-DD3C-8E86-8D37B591F7DD}"/>
          </ac:inkMkLst>
        </pc:inkChg>
        <pc:inkChg chg="mod">
          <ac:chgData name="Daphne Economou" userId="d065a339-36cf-4937-af08-41751becbd81" providerId="ADAL" clId="{B7E510B3-3542-42AA-B9D6-5D7D6CB8B562}" dt="2023-11-12T12:44:31.443" v="3417"/>
          <ac:inkMkLst>
            <pc:docMk/>
            <pc:sldMk cId="759078318" sldId="861"/>
            <ac:inkMk id="28" creationId="{C8772F4B-B48A-5323-F1B1-C7C6C97CE5E5}"/>
          </ac:inkMkLst>
        </pc:inkChg>
        <pc:inkChg chg="mod">
          <ac:chgData name="Daphne Economou" userId="d065a339-36cf-4937-af08-41751becbd81" providerId="ADAL" clId="{B7E510B3-3542-42AA-B9D6-5D7D6CB8B562}" dt="2023-11-12T12:44:31.443" v="3417"/>
          <ac:inkMkLst>
            <pc:docMk/>
            <pc:sldMk cId="759078318" sldId="861"/>
            <ac:inkMk id="29" creationId="{F610ACDE-8005-3DCF-42B5-EA2338A988D4}"/>
          </ac:inkMkLst>
        </pc:inkChg>
        <pc:inkChg chg="mod">
          <ac:chgData name="Daphne Economou" userId="d065a339-36cf-4937-af08-41751becbd81" providerId="ADAL" clId="{B7E510B3-3542-42AA-B9D6-5D7D6CB8B562}" dt="2023-11-12T12:44:31.443" v="3417"/>
          <ac:inkMkLst>
            <pc:docMk/>
            <pc:sldMk cId="759078318" sldId="861"/>
            <ac:inkMk id="30" creationId="{63136A3D-60FA-60CD-E355-2CC80FD2ED06}"/>
          </ac:inkMkLst>
        </pc:inkChg>
        <pc:inkChg chg="mod">
          <ac:chgData name="Daphne Economou" userId="d065a339-36cf-4937-af08-41751becbd81" providerId="ADAL" clId="{B7E510B3-3542-42AA-B9D6-5D7D6CB8B562}" dt="2023-11-12T12:44:31.443" v="3417"/>
          <ac:inkMkLst>
            <pc:docMk/>
            <pc:sldMk cId="759078318" sldId="861"/>
            <ac:inkMk id="31" creationId="{45E649FD-26D2-5408-69C8-6C33CB7F0003}"/>
          </ac:inkMkLst>
        </pc:inkChg>
        <pc:inkChg chg="mod">
          <ac:chgData name="Daphne Economou" userId="d065a339-36cf-4937-af08-41751becbd81" providerId="ADAL" clId="{B7E510B3-3542-42AA-B9D6-5D7D6CB8B562}" dt="2023-11-12T12:44:31.443" v="3417"/>
          <ac:inkMkLst>
            <pc:docMk/>
            <pc:sldMk cId="759078318" sldId="861"/>
            <ac:inkMk id="32" creationId="{A790EE91-D3E0-B446-60E1-B60DA38BCB3C}"/>
          </ac:inkMkLst>
        </pc:inkChg>
        <pc:inkChg chg="mod">
          <ac:chgData name="Daphne Economou" userId="d065a339-36cf-4937-af08-41751becbd81" providerId="ADAL" clId="{B7E510B3-3542-42AA-B9D6-5D7D6CB8B562}" dt="2023-11-12T12:44:31.443" v="3417"/>
          <ac:inkMkLst>
            <pc:docMk/>
            <pc:sldMk cId="759078318" sldId="861"/>
            <ac:inkMk id="33" creationId="{CA56E00F-A1AC-A629-5A4E-E40AAF2852FD}"/>
          </ac:inkMkLst>
        </pc:inkChg>
        <pc:inkChg chg="mod">
          <ac:chgData name="Daphne Economou" userId="d065a339-36cf-4937-af08-41751becbd81" providerId="ADAL" clId="{B7E510B3-3542-42AA-B9D6-5D7D6CB8B562}" dt="2023-11-12T12:44:31.443" v="3417"/>
          <ac:inkMkLst>
            <pc:docMk/>
            <pc:sldMk cId="759078318" sldId="861"/>
            <ac:inkMk id="34" creationId="{CDE8D2AF-BBBD-490F-0397-1CD427FA2BC9}"/>
          </ac:inkMkLst>
        </pc:inkChg>
        <pc:inkChg chg="add del mod">
          <ac:chgData name="Daphne Economou" userId="d065a339-36cf-4937-af08-41751becbd81" providerId="ADAL" clId="{B7E510B3-3542-42AA-B9D6-5D7D6CB8B562}" dt="2023-11-12T12:44:39.097" v="3420" actId="478"/>
          <ac:inkMkLst>
            <pc:docMk/>
            <pc:sldMk cId="759078318" sldId="861"/>
            <ac:inkMk id="38" creationId="{3E02477E-1C5D-826C-B8F7-33878976C2E7}"/>
          </ac:inkMkLst>
        </pc:inkChg>
        <pc:inkChg chg="mod">
          <ac:chgData name="Daphne Economou" userId="d065a339-36cf-4937-af08-41751becbd81" providerId="ADAL" clId="{B7E510B3-3542-42AA-B9D6-5D7D6CB8B562}" dt="2023-11-12T12:44:31.443" v="3417"/>
          <ac:inkMkLst>
            <pc:docMk/>
            <pc:sldMk cId="759078318" sldId="861"/>
            <ac:inkMk id="40" creationId="{91DD1A01-CDF3-BB3F-BB27-973004884D10}"/>
          </ac:inkMkLst>
        </pc:inkChg>
        <pc:inkChg chg="mod">
          <ac:chgData name="Daphne Economou" userId="d065a339-36cf-4937-af08-41751becbd81" providerId="ADAL" clId="{B7E510B3-3542-42AA-B9D6-5D7D6CB8B562}" dt="2023-11-12T12:44:31.443" v="3417"/>
          <ac:inkMkLst>
            <pc:docMk/>
            <pc:sldMk cId="759078318" sldId="861"/>
            <ac:inkMk id="41" creationId="{608E12C6-C47B-17EB-52F8-AB66E54F935E}"/>
          </ac:inkMkLst>
        </pc:inkChg>
        <pc:inkChg chg="add del">
          <ac:chgData name="Daphne Economou" userId="d065a339-36cf-4937-af08-41751becbd81" providerId="ADAL" clId="{B7E510B3-3542-42AA-B9D6-5D7D6CB8B562}" dt="2023-11-12T12:45:59.026" v="3435" actId="9405"/>
          <ac:inkMkLst>
            <pc:docMk/>
            <pc:sldMk cId="759078318" sldId="861"/>
            <ac:inkMk id="42" creationId="{E5F9CCEF-8A4E-262C-883F-81A2230BEB41}"/>
          </ac:inkMkLst>
        </pc:inkChg>
        <pc:inkChg chg="add del">
          <ac:chgData name="Daphne Economou" userId="d065a339-36cf-4937-af08-41751becbd81" providerId="ADAL" clId="{B7E510B3-3542-42AA-B9D6-5D7D6CB8B562}" dt="2023-11-12T12:46:05.868" v="3437" actId="9405"/>
          <ac:inkMkLst>
            <pc:docMk/>
            <pc:sldMk cId="759078318" sldId="861"/>
            <ac:inkMk id="43" creationId="{A3455269-402C-6910-E2D3-0705E97BA928}"/>
          </ac:inkMkLst>
        </pc:inkChg>
        <pc:inkChg chg="add del">
          <ac:chgData name="Daphne Economou" userId="d065a339-36cf-4937-af08-41751becbd81" providerId="ADAL" clId="{B7E510B3-3542-42AA-B9D6-5D7D6CB8B562}" dt="2023-11-12T12:48:47.356" v="3573" actId="478"/>
          <ac:inkMkLst>
            <pc:docMk/>
            <pc:sldMk cId="759078318" sldId="861"/>
            <ac:inkMk id="44" creationId="{9D90D92F-D531-350C-2071-12DF605A48EA}"/>
          </ac:inkMkLst>
        </pc:inkChg>
        <pc:inkChg chg="add del">
          <ac:chgData name="Daphne Economou" userId="d065a339-36cf-4937-af08-41751becbd81" providerId="ADAL" clId="{B7E510B3-3542-42AA-B9D6-5D7D6CB8B562}" dt="2023-11-12T12:46:13.420" v="3440" actId="9405"/>
          <ac:inkMkLst>
            <pc:docMk/>
            <pc:sldMk cId="759078318" sldId="861"/>
            <ac:inkMk id="45" creationId="{4D59C15A-5613-6957-818A-7AE809CFFA35}"/>
          </ac:inkMkLst>
        </pc:inkChg>
        <pc:inkChg chg="add del mod">
          <ac:chgData name="Daphne Economou" userId="d065a339-36cf-4937-af08-41751becbd81" providerId="ADAL" clId="{B7E510B3-3542-42AA-B9D6-5D7D6CB8B562}" dt="2023-11-12T12:48:38.363" v="3572" actId="478"/>
          <ac:inkMkLst>
            <pc:docMk/>
            <pc:sldMk cId="759078318" sldId="861"/>
            <ac:inkMk id="46" creationId="{C0851E65-E85E-3AEA-A60D-9533CDF771AA}"/>
          </ac:inkMkLst>
        </pc:inkChg>
        <pc:inkChg chg="add del mod">
          <ac:chgData name="Daphne Economou" userId="d065a339-36cf-4937-af08-41751becbd81" providerId="ADAL" clId="{B7E510B3-3542-42AA-B9D6-5D7D6CB8B562}" dt="2023-11-12T12:46:16.955" v="3445"/>
          <ac:inkMkLst>
            <pc:docMk/>
            <pc:sldMk cId="759078318" sldId="861"/>
            <ac:inkMk id="47" creationId="{C52B010C-A811-A19D-EA94-49852E90E88F}"/>
          </ac:inkMkLst>
        </pc:inkChg>
        <pc:inkChg chg="add mod">
          <ac:chgData name="Daphne Economou" userId="d065a339-36cf-4937-af08-41751becbd81" providerId="ADAL" clId="{B7E510B3-3542-42AA-B9D6-5D7D6CB8B562}" dt="2023-11-12T12:46:21.661" v="3450"/>
          <ac:inkMkLst>
            <pc:docMk/>
            <pc:sldMk cId="759078318" sldId="861"/>
            <ac:inkMk id="49" creationId="{BC098E6B-3CCF-AF89-9394-08575AC18BD8}"/>
          </ac:inkMkLst>
        </pc:inkChg>
        <pc:inkChg chg="add mod">
          <ac:chgData name="Daphne Economou" userId="d065a339-36cf-4937-af08-41751becbd81" providerId="ADAL" clId="{B7E510B3-3542-42AA-B9D6-5D7D6CB8B562}" dt="2023-11-12T12:46:21.661" v="3450"/>
          <ac:inkMkLst>
            <pc:docMk/>
            <pc:sldMk cId="759078318" sldId="861"/>
            <ac:inkMk id="50" creationId="{624ADA27-53D2-75C3-76CB-533E48EBDA25}"/>
          </ac:inkMkLst>
        </pc:inkChg>
        <pc:inkChg chg="add mod">
          <ac:chgData name="Daphne Economou" userId="d065a339-36cf-4937-af08-41751becbd81" providerId="ADAL" clId="{B7E510B3-3542-42AA-B9D6-5D7D6CB8B562}" dt="2023-11-12T12:46:21.661" v="3450"/>
          <ac:inkMkLst>
            <pc:docMk/>
            <pc:sldMk cId="759078318" sldId="861"/>
            <ac:inkMk id="51" creationId="{56804C5A-D640-E4AA-194A-002AA34EFEC5}"/>
          </ac:inkMkLst>
        </pc:inkChg>
        <pc:inkChg chg="add mod">
          <ac:chgData name="Daphne Economou" userId="d065a339-36cf-4937-af08-41751becbd81" providerId="ADAL" clId="{B7E510B3-3542-42AA-B9D6-5D7D6CB8B562}" dt="2023-11-12T12:46:21.661" v="3450"/>
          <ac:inkMkLst>
            <pc:docMk/>
            <pc:sldMk cId="759078318" sldId="861"/>
            <ac:inkMk id="52" creationId="{D349DAE0-A71C-0DA2-98DF-267BE26A019E}"/>
          </ac:inkMkLst>
        </pc:inkChg>
        <pc:inkChg chg="add mod">
          <ac:chgData name="Daphne Economou" userId="d065a339-36cf-4937-af08-41751becbd81" providerId="ADAL" clId="{B7E510B3-3542-42AA-B9D6-5D7D6CB8B562}" dt="2023-11-12T12:59:54.478" v="3660"/>
          <ac:inkMkLst>
            <pc:docMk/>
            <pc:sldMk cId="759078318" sldId="861"/>
            <ac:inkMk id="55" creationId="{7B88C261-D4C8-DEB1-83AB-DA6097351EFB}"/>
          </ac:inkMkLst>
        </pc:inkChg>
        <pc:inkChg chg="add mod">
          <ac:chgData name="Daphne Economou" userId="d065a339-36cf-4937-af08-41751becbd81" providerId="ADAL" clId="{B7E510B3-3542-42AA-B9D6-5D7D6CB8B562}" dt="2023-11-12T12:59:54.478" v="3660"/>
          <ac:inkMkLst>
            <pc:docMk/>
            <pc:sldMk cId="759078318" sldId="861"/>
            <ac:inkMk id="56" creationId="{F350406B-0009-A217-0FEE-A861BE26528D}"/>
          </ac:inkMkLst>
        </pc:inkChg>
        <pc:inkChg chg="add mod">
          <ac:chgData name="Daphne Economou" userId="d065a339-36cf-4937-af08-41751becbd81" providerId="ADAL" clId="{B7E510B3-3542-42AA-B9D6-5D7D6CB8B562}" dt="2023-11-12T12:49:14.430" v="3595"/>
          <ac:inkMkLst>
            <pc:docMk/>
            <pc:sldMk cId="759078318" sldId="861"/>
            <ac:inkMk id="59" creationId="{E99F3A51-C1F7-E2E8-2563-A0182EFC39B0}"/>
          </ac:inkMkLst>
        </pc:inkChg>
        <pc:inkChg chg="add mod">
          <ac:chgData name="Daphne Economou" userId="d065a339-36cf-4937-af08-41751becbd81" providerId="ADAL" clId="{B7E510B3-3542-42AA-B9D6-5D7D6CB8B562}" dt="2023-11-12T12:49:14.430" v="3595"/>
          <ac:inkMkLst>
            <pc:docMk/>
            <pc:sldMk cId="759078318" sldId="861"/>
            <ac:inkMk id="60" creationId="{D3D15E0F-4E32-846C-3154-7B911B306FA6}"/>
          </ac:inkMkLst>
        </pc:inkChg>
        <pc:inkChg chg="add mod">
          <ac:chgData name="Daphne Economou" userId="d065a339-36cf-4937-af08-41751becbd81" providerId="ADAL" clId="{B7E510B3-3542-42AA-B9D6-5D7D6CB8B562}" dt="2023-11-12T12:49:14.430" v="3595"/>
          <ac:inkMkLst>
            <pc:docMk/>
            <pc:sldMk cId="759078318" sldId="861"/>
            <ac:inkMk id="61" creationId="{4C59353E-F5C7-C732-FD7A-4E550C811DD6}"/>
          </ac:inkMkLst>
        </pc:inkChg>
        <pc:inkChg chg="add mod">
          <ac:chgData name="Daphne Economou" userId="d065a339-36cf-4937-af08-41751becbd81" providerId="ADAL" clId="{B7E510B3-3542-42AA-B9D6-5D7D6CB8B562}" dt="2023-11-12T12:49:14.430" v="3595"/>
          <ac:inkMkLst>
            <pc:docMk/>
            <pc:sldMk cId="759078318" sldId="861"/>
            <ac:inkMk id="62" creationId="{E45727AB-897A-13E5-8DBF-B053629E049C}"/>
          </ac:inkMkLst>
        </pc:inkChg>
        <pc:inkChg chg="add del mod">
          <ac:chgData name="Daphne Economou" userId="d065a339-36cf-4937-af08-41751becbd81" providerId="ADAL" clId="{B7E510B3-3542-42AA-B9D6-5D7D6CB8B562}" dt="2023-11-12T12:48:58.758" v="3581"/>
          <ac:inkMkLst>
            <pc:docMk/>
            <pc:sldMk cId="759078318" sldId="861"/>
            <ac:inkMk id="63" creationId="{306BEF6E-7AD8-F876-1E74-94038012AC5B}"/>
          </ac:inkMkLst>
        </pc:inkChg>
        <pc:inkChg chg="add del">
          <ac:chgData name="Daphne Economou" userId="d065a339-36cf-4937-af08-41751becbd81" providerId="ADAL" clId="{B7E510B3-3542-42AA-B9D6-5D7D6CB8B562}" dt="2023-11-12T12:49:02.284" v="3583" actId="9405"/>
          <ac:inkMkLst>
            <pc:docMk/>
            <pc:sldMk cId="759078318" sldId="861"/>
            <ac:inkMk id="65" creationId="{0C4676A4-EDE7-E677-7A4F-D6082CDCDE7D}"/>
          </ac:inkMkLst>
        </pc:inkChg>
        <pc:inkChg chg="add del">
          <ac:chgData name="Daphne Economou" userId="d065a339-36cf-4937-af08-41751becbd81" providerId="ADAL" clId="{B7E510B3-3542-42AA-B9D6-5D7D6CB8B562}" dt="2023-11-12T12:49:04.342" v="3585" actId="9405"/>
          <ac:inkMkLst>
            <pc:docMk/>
            <pc:sldMk cId="759078318" sldId="861"/>
            <ac:inkMk id="66" creationId="{1752A42A-FEAC-AC74-2770-22A1752B711A}"/>
          </ac:inkMkLst>
        </pc:inkChg>
        <pc:inkChg chg="add mod">
          <ac:chgData name="Daphne Economou" userId="d065a339-36cf-4937-af08-41751becbd81" providerId="ADAL" clId="{B7E510B3-3542-42AA-B9D6-5D7D6CB8B562}" dt="2023-11-12T12:49:14.430" v="3595"/>
          <ac:inkMkLst>
            <pc:docMk/>
            <pc:sldMk cId="759078318" sldId="861"/>
            <ac:inkMk id="67" creationId="{7B634255-5F3F-26B2-FF28-62AF1F19DE69}"/>
          </ac:inkMkLst>
        </pc:inkChg>
        <pc:inkChg chg="add mod">
          <ac:chgData name="Daphne Economou" userId="d065a339-36cf-4937-af08-41751becbd81" providerId="ADAL" clId="{B7E510B3-3542-42AA-B9D6-5D7D6CB8B562}" dt="2023-11-12T12:49:14.430" v="3595"/>
          <ac:inkMkLst>
            <pc:docMk/>
            <pc:sldMk cId="759078318" sldId="861"/>
            <ac:inkMk id="69" creationId="{30041965-1ABE-56C9-30C1-652B63573A85}"/>
          </ac:inkMkLst>
        </pc:inkChg>
        <pc:inkChg chg="add mod">
          <ac:chgData name="Daphne Economou" userId="d065a339-36cf-4937-af08-41751becbd81" providerId="ADAL" clId="{B7E510B3-3542-42AA-B9D6-5D7D6CB8B562}" dt="2023-11-12T12:49:14.430" v="3595"/>
          <ac:inkMkLst>
            <pc:docMk/>
            <pc:sldMk cId="759078318" sldId="861"/>
            <ac:inkMk id="70" creationId="{32B48D40-B51E-1A5B-700F-79D6180E6817}"/>
          </ac:inkMkLst>
        </pc:inkChg>
        <pc:inkChg chg="add mod">
          <ac:chgData name="Daphne Economou" userId="d065a339-36cf-4937-af08-41751becbd81" providerId="ADAL" clId="{B7E510B3-3542-42AA-B9D6-5D7D6CB8B562}" dt="2023-11-12T12:49:14.430" v="3595"/>
          <ac:inkMkLst>
            <pc:docMk/>
            <pc:sldMk cId="759078318" sldId="861"/>
            <ac:inkMk id="71" creationId="{C47C9AA3-ACA9-3C02-8609-CED8DC9434B2}"/>
          </ac:inkMkLst>
        </pc:inkChg>
        <pc:inkChg chg="add mod">
          <ac:chgData name="Daphne Economou" userId="d065a339-36cf-4937-af08-41751becbd81" providerId="ADAL" clId="{B7E510B3-3542-42AA-B9D6-5D7D6CB8B562}" dt="2023-11-12T12:49:14.430" v="3595"/>
          <ac:inkMkLst>
            <pc:docMk/>
            <pc:sldMk cId="759078318" sldId="861"/>
            <ac:inkMk id="73" creationId="{814D391C-0230-7E4F-5E9A-56EBD5AAEA6E}"/>
          </ac:inkMkLst>
        </pc:inkChg>
        <pc:inkChg chg="add mod">
          <ac:chgData name="Daphne Economou" userId="d065a339-36cf-4937-af08-41751becbd81" providerId="ADAL" clId="{B7E510B3-3542-42AA-B9D6-5D7D6CB8B562}" dt="2023-11-12T12:49:14.430" v="3595"/>
          <ac:inkMkLst>
            <pc:docMk/>
            <pc:sldMk cId="759078318" sldId="861"/>
            <ac:inkMk id="74" creationId="{C96855EF-4F16-6F87-F233-254783E82D4F}"/>
          </ac:inkMkLst>
        </pc:inkChg>
        <pc:inkChg chg="add mod">
          <ac:chgData name="Daphne Economou" userId="d065a339-36cf-4937-af08-41751becbd81" providerId="ADAL" clId="{B7E510B3-3542-42AA-B9D6-5D7D6CB8B562}" dt="2023-11-12T12:49:14.430" v="3595"/>
          <ac:inkMkLst>
            <pc:docMk/>
            <pc:sldMk cId="759078318" sldId="861"/>
            <ac:inkMk id="75" creationId="{D8977DB9-1406-1630-560C-653316FD8EF0}"/>
          </ac:inkMkLst>
        </pc:inkChg>
        <pc:inkChg chg="add mod">
          <ac:chgData name="Daphne Economou" userId="d065a339-36cf-4937-af08-41751becbd81" providerId="ADAL" clId="{B7E510B3-3542-42AA-B9D6-5D7D6CB8B562}" dt="2023-11-12T12:57:38.502" v="3632"/>
          <ac:inkMkLst>
            <pc:docMk/>
            <pc:sldMk cId="759078318" sldId="861"/>
            <ac:inkMk id="78" creationId="{8ADEBF14-DEDA-1106-431D-3680006074D9}"/>
          </ac:inkMkLst>
        </pc:inkChg>
        <pc:inkChg chg="add del mod">
          <ac:chgData name="Daphne Economou" userId="d065a339-36cf-4937-af08-41751becbd81" providerId="ADAL" clId="{B7E510B3-3542-42AA-B9D6-5D7D6CB8B562}" dt="2023-11-12T12:57:38.502" v="3632"/>
          <ac:inkMkLst>
            <pc:docMk/>
            <pc:sldMk cId="759078318" sldId="861"/>
            <ac:inkMk id="79" creationId="{E50AC852-81F1-B7C2-9B6A-4AB76A4D0808}"/>
          </ac:inkMkLst>
        </pc:inkChg>
        <pc:inkChg chg="add del">
          <ac:chgData name="Daphne Economou" userId="d065a339-36cf-4937-af08-41751becbd81" providerId="ADAL" clId="{B7E510B3-3542-42AA-B9D6-5D7D6CB8B562}" dt="2023-11-12T12:57:54.288" v="3634" actId="9405"/>
          <ac:inkMkLst>
            <pc:docMk/>
            <pc:sldMk cId="759078318" sldId="861"/>
            <ac:inkMk id="81" creationId="{142D84BC-2F18-E056-C6DD-CBC6D955FB2F}"/>
          </ac:inkMkLst>
        </pc:inkChg>
        <pc:inkChg chg="add del">
          <ac:chgData name="Daphne Economou" userId="d065a339-36cf-4937-af08-41751becbd81" providerId="ADAL" clId="{B7E510B3-3542-42AA-B9D6-5D7D6CB8B562}" dt="2023-11-12T12:58:03.141" v="3636" actId="9405"/>
          <ac:inkMkLst>
            <pc:docMk/>
            <pc:sldMk cId="759078318" sldId="861"/>
            <ac:inkMk id="82" creationId="{40FA92CB-112D-F7CB-07E8-B729F30B32AE}"/>
          </ac:inkMkLst>
        </pc:inkChg>
        <pc:inkChg chg="add mod">
          <ac:chgData name="Daphne Economou" userId="d065a339-36cf-4937-af08-41751becbd81" providerId="ADAL" clId="{B7E510B3-3542-42AA-B9D6-5D7D6CB8B562}" dt="2023-11-12T12:58:16.103" v="3639"/>
          <ac:inkMkLst>
            <pc:docMk/>
            <pc:sldMk cId="759078318" sldId="861"/>
            <ac:inkMk id="83" creationId="{6B5E017A-4FB8-A856-9198-2E358998D3CE}"/>
          </ac:inkMkLst>
        </pc:inkChg>
        <pc:inkChg chg="add mod">
          <ac:chgData name="Daphne Economou" userId="d065a339-36cf-4937-af08-41751becbd81" providerId="ADAL" clId="{B7E510B3-3542-42AA-B9D6-5D7D6CB8B562}" dt="2023-11-12T12:58:16.103" v="3639"/>
          <ac:inkMkLst>
            <pc:docMk/>
            <pc:sldMk cId="759078318" sldId="861"/>
            <ac:inkMk id="84" creationId="{2673D9F4-0ACA-1121-9FFB-D78AB1194D01}"/>
          </ac:inkMkLst>
        </pc:inkChg>
        <pc:inkChg chg="add mod">
          <ac:chgData name="Daphne Economou" userId="d065a339-36cf-4937-af08-41751becbd81" providerId="ADAL" clId="{B7E510B3-3542-42AA-B9D6-5D7D6CB8B562}" dt="2023-11-12T12:58:21.721" v="3645"/>
          <ac:inkMkLst>
            <pc:docMk/>
            <pc:sldMk cId="759078318" sldId="861"/>
            <ac:inkMk id="86" creationId="{BD77106D-814B-D164-8B50-07AB7803B70E}"/>
          </ac:inkMkLst>
        </pc:inkChg>
        <pc:inkChg chg="add del mod">
          <ac:chgData name="Daphne Economou" userId="d065a339-36cf-4937-af08-41751becbd81" providerId="ADAL" clId="{B7E510B3-3542-42AA-B9D6-5D7D6CB8B562}" dt="2023-11-12T12:58:25.033" v="3646" actId="9405"/>
          <ac:inkMkLst>
            <pc:docMk/>
            <pc:sldMk cId="759078318" sldId="861"/>
            <ac:inkMk id="87" creationId="{332D229F-5B8F-9AD5-8F02-0CB55197F81C}"/>
          </ac:inkMkLst>
        </pc:inkChg>
        <pc:inkChg chg="add del mod">
          <ac:chgData name="Daphne Economou" userId="d065a339-36cf-4937-af08-41751becbd81" providerId="ADAL" clId="{B7E510B3-3542-42AA-B9D6-5D7D6CB8B562}" dt="2023-11-12T12:58:21.721" v="3645"/>
          <ac:inkMkLst>
            <pc:docMk/>
            <pc:sldMk cId="759078318" sldId="861"/>
            <ac:inkMk id="88" creationId="{3F0B89F0-2AC6-3AB3-4168-C52991CE0081}"/>
          </ac:inkMkLst>
        </pc:inkChg>
        <pc:inkChg chg="add del">
          <ac:chgData name="Daphne Economou" userId="d065a339-36cf-4937-af08-41751becbd81" providerId="ADAL" clId="{B7E510B3-3542-42AA-B9D6-5D7D6CB8B562}" dt="2023-11-12T12:58:34.843" v="3648" actId="9405"/>
          <ac:inkMkLst>
            <pc:docMk/>
            <pc:sldMk cId="759078318" sldId="861"/>
            <ac:inkMk id="90" creationId="{14865823-E0FD-9DB6-7014-615489F66EDF}"/>
          </ac:inkMkLst>
        </pc:inkChg>
        <pc:inkChg chg="add mod">
          <ac:chgData name="Daphne Economou" userId="d065a339-36cf-4937-af08-41751becbd81" providerId="ADAL" clId="{B7E510B3-3542-42AA-B9D6-5D7D6CB8B562}" dt="2023-11-12T12:58:43.714" v="3655"/>
          <ac:inkMkLst>
            <pc:docMk/>
            <pc:sldMk cId="759078318" sldId="861"/>
            <ac:inkMk id="91" creationId="{CBB1EEE6-7E63-1CD7-7E2C-3DCD0A6439D8}"/>
          </ac:inkMkLst>
        </pc:inkChg>
        <pc:inkChg chg="add mod">
          <ac:chgData name="Daphne Economou" userId="d065a339-36cf-4937-af08-41751becbd81" providerId="ADAL" clId="{B7E510B3-3542-42AA-B9D6-5D7D6CB8B562}" dt="2023-11-12T12:58:43.714" v="3655"/>
          <ac:inkMkLst>
            <pc:docMk/>
            <pc:sldMk cId="759078318" sldId="861"/>
            <ac:inkMk id="92" creationId="{CFB548A9-B562-6EA0-B924-42269BAE6695}"/>
          </ac:inkMkLst>
        </pc:inkChg>
        <pc:inkChg chg="add mod">
          <ac:chgData name="Daphne Economou" userId="d065a339-36cf-4937-af08-41751becbd81" providerId="ADAL" clId="{B7E510B3-3542-42AA-B9D6-5D7D6CB8B562}" dt="2023-11-12T12:58:43.714" v="3655"/>
          <ac:inkMkLst>
            <pc:docMk/>
            <pc:sldMk cId="759078318" sldId="861"/>
            <ac:inkMk id="93" creationId="{0DDF18B8-69B5-B7A9-9BD0-D740A0F1E956}"/>
          </ac:inkMkLst>
        </pc:inkChg>
        <pc:inkChg chg="add mod">
          <ac:chgData name="Daphne Economou" userId="d065a339-36cf-4937-af08-41751becbd81" providerId="ADAL" clId="{B7E510B3-3542-42AA-B9D6-5D7D6CB8B562}" dt="2023-11-12T12:58:43.714" v="3655"/>
          <ac:inkMkLst>
            <pc:docMk/>
            <pc:sldMk cId="759078318" sldId="861"/>
            <ac:inkMk id="94" creationId="{8FDF3D43-9605-55C0-12D1-DE939BC39817}"/>
          </ac:inkMkLst>
        </pc:inkChg>
        <pc:inkChg chg="add mod">
          <ac:chgData name="Daphne Economou" userId="d065a339-36cf-4937-af08-41751becbd81" providerId="ADAL" clId="{B7E510B3-3542-42AA-B9D6-5D7D6CB8B562}" dt="2023-11-12T12:58:43.714" v="3655"/>
          <ac:inkMkLst>
            <pc:docMk/>
            <pc:sldMk cId="759078318" sldId="861"/>
            <ac:inkMk id="95" creationId="{8FC4A2E7-3F84-3C69-7DAF-48F1F5AEB9CD}"/>
          </ac:inkMkLst>
        </pc:inkChg>
        <pc:inkChg chg="add mod">
          <ac:chgData name="Daphne Economou" userId="d065a339-36cf-4937-af08-41751becbd81" providerId="ADAL" clId="{B7E510B3-3542-42AA-B9D6-5D7D6CB8B562}" dt="2023-11-12T12:58:43.714" v="3655"/>
          <ac:inkMkLst>
            <pc:docMk/>
            <pc:sldMk cId="759078318" sldId="861"/>
            <ac:inkMk id="96" creationId="{039EBAB3-71BA-1296-A84A-EA3157EA28C6}"/>
          </ac:inkMkLst>
        </pc:inkChg>
        <pc:inkChg chg="add mod">
          <ac:chgData name="Daphne Economou" userId="d065a339-36cf-4937-af08-41751becbd81" providerId="ADAL" clId="{B7E510B3-3542-42AA-B9D6-5D7D6CB8B562}" dt="2023-11-12T12:59:54.478" v="3660"/>
          <ac:inkMkLst>
            <pc:docMk/>
            <pc:sldMk cId="759078318" sldId="861"/>
            <ac:inkMk id="98" creationId="{65568018-5FEC-90C9-EFA6-37BD0BCF3F64}"/>
          </ac:inkMkLst>
        </pc:inkChg>
        <pc:inkChg chg="add mod">
          <ac:chgData name="Daphne Economou" userId="d065a339-36cf-4937-af08-41751becbd81" providerId="ADAL" clId="{B7E510B3-3542-42AA-B9D6-5D7D6CB8B562}" dt="2023-11-12T12:59:54.478" v="3660"/>
          <ac:inkMkLst>
            <pc:docMk/>
            <pc:sldMk cId="759078318" sldId="861"/>
            <ac:inkMk id="99" creationId="{112FEC5B-F18D-1872-493A-808253A9B539}"/>
          </ac:inkMkLst>
        </pc:inkChg>
        <pc:inkChg chg="add mod">
          <ac:chgData name="Daphne Economou" userId="d065a339-36cf-4937-af08-41751becbd81" providerId="ADAL" clId="{B7E510B3-3542-42AA-B9D6-5D7D6CB8B562}" dt="2023-11-12T12:59:54.478" v="3660"/>
          <ac:inkMkLst>
            <pc:docMk/>
            <pc:sldMk cId="759078318" sldId="861"/>
            <ac:inkMk id="100" creationId="{46CC51C0-519E-0DD8-AEA5-B37DB3004E1A}"/>
          </ac:inkMkLst>
        </pc:inkChg>
        <pc:inkChg chg="add mod">
          <ac:chgData name="Daphne Economou" userId="d065a339-36cf-4937-af08-41751becbd81" providerId="ADAL" clId="{B7E510B3-3542-42AA-B9D6-5D7D6CB8B562}" dt="2023-11-12T13:19:51.301" v="3984" actId="165"/>
          <ac:inkMkLst>
            <pc:docMk/>
            <pc:sldMk cId="759078318" sldId="861"/>
            <ac:inkMk id="102" creationId="{00EF0C44-C643-EBD0-73C5-B7513263257D}"/>
          </ac:inkMkLst>
        </pc:inkChg>
        <pc:inkChg chg="add mod">
          <ac:chgData name="Daphne Economou" userId="d065a339-36cf-4937-af08-41751becbd81" providerId="ADAL" clId="{B7E510B3-3542-42AA-B9D6-5D7D6CB8B562}" dt="2023-11-12T13:19:51.301" v="3984" actId="165"/>
          <ac:inkMkLst>
            <pc:docMk/>
            <pc:sldMk cId="759078318" sldId="861"/>
            <ac:inkMk id="103" creationId="{17DCE518-3208-7A39-5529-26219D1C18CD}"/>
          </ac:inkMkLst>
        </pc:inkChg>
        <pc:inkChg chg="add mod">
          <ac:chgData name="Daphne Economou" userId="d065a339-36cf-4937-af08-41751becbd81" providerId="ADAL" clId="{B7E510B3-3542-42AA-B9D6-5D7D6CB8B562}" dt="2023-11-12T13:19:51.301" v="3984" actId="165"/>
          <ac:inkMkLst>
            <pc:docMk/>
            <pc:sldMk cId="759078318" sldId="861"/>
            <ac:inkMk id="105" creationId="{CB91E915-5E2E-2F22-6B1F-1F667BB2EB0F}"/>
          </ac:inkMkLst>
        </pc:inkChg>
        <pc:inkChg chg="add mod">
          <ac:chgData name="Daphne Economou" userId="d065a339-36cf-4937-af08-41751becbd81" providerId="ADAL" clId="{B7E510B3-3542-42AA-B9D6-5D7D6CB8B562}" dt="2023-11-12T13:19:51.301" v="3984" actId="165"/>
          <ac:inkMkLst>
            <pc:docMk/>
            <pc:sldMk cId="759078318" sldId="861"/>
            <ac:inkMk id="106" creationId="{C8D2AFD7-F26D-9F63-361A-8C14FAB7D16C}"/>
          </ac:inkMkLst>
        </pc:inkChg>
        <pc:inkChg chg="add mod">
          <ac:chgData name="Daphne Economou" userId="d065a339-36cf-4937-af08-41751becbd81" providerId="ADAL" clId="{B7E510B3-3542-42AA-B9D6-5D7D6CB8B562}" dt="2023-11-12T13:19:51.301" v="3984" actId="165"/>
          <ac:inkMkLst>
            <pc:docMk/>
            <pc:sldMk cId="759078318" sldId="861"/>
            <ac:inkMk id="107" creationId="{4EFC19F6-598C-8155-BA13-94432835E833}"/>
          </ac:inkMkLst>
        </pc:inkChg>
        <pc:inkChg chg="add mod">
          <ac:chgData name="Daphne Economou" userId="d065a339-36cf-4937-af08-41751becbd81" providerId="ADAL" clId="{B7E510B3-3542-42AA-B9D6-5D7D6CB8B562}" dt="2023-11-12T13:19:51.301" v="3984" actId="165"/>
          <ac:inkMkLst>
            <pc:docMk/>
            <pc:sldMk cId="759078318" sldId="861"/>
            <ac:inkMk id="108" creationId="{48815BAE-0782-BE29-BFAA-0EBD94B43B3F}"/>
          </ac:inkMkLst>
        </pc:inkChg>
        <pc:inkChg chg="add mod">
          <ac:chgData name="Daphne Economou" userId="d065a339-36cf-4937-af08-41751becbd81" providerId="ADAL" clId="{B7E510B3-3542-42AA-B9D6-5D7D6CB8B562}" dt="2023-11-12T13:19:51.301" v="3984" actId="165"/>
          <ac:inkMkLst>
            <pc:docMk/>
            <pc:sldMk cId="759078318" sldId="861"/>
            <ac:inkMk id="109" creationId="{27443C22-EE38-564E-9CB1-8A5AE697716C}"/>
          </ac:inkMkLst>
        </pc:inkChg>
        <pc:inkChg chg="add mod">
          <ac:chgData name="Daphne Economou" userId="d065a339-36cf-4937-af08-41751becbd81" providerId="ADAL" clId="{B7E510B3-3542-42AA-B9D6-5D7D6CB8B562}" dt="2023-11-12T13:19:51.301" v="3984" actId="165"/>
          <ac:inkMkLst>
            <pc:docMk/>
            <pc:sldMk cId="759078318" sldId="861"/>
            <ac:inkMk id="110" creationId="{FBE64020-63BE-78B0-8054-75EA4809CFEF}"/>
          </ac:inkMkLst>
        </pc:inkChg>
        <pc:inkChg chg="add mod">
          <ac:chgData name="Daphne Economou" userId="d065a339-36cf-4937-af08-41751becbd81" providerId="ADAL" clId="{B7E510B3-3542-42AA-B9D6-5D7D6CB8B562}" dt="2023-11-12T13:19:51.301" v="3984" actId="165"/>
          <ac:inkMkLst>
            <pc:docMk/>
            <pc:sldMk cId="759078318" sldId="861"/>
            <ac:inkMk id="115" creationId="{96AC606E-2187-E583-66C7-44D88681DA34}"/>
          </ac:inkMkLst>
        </pc:inkChg>
        <pc:inkChg chg="add mod">
          <ac:chgData name="Daphne Economou" userId="d065a339-36cf-4937-af08-41751becbd81" providerId="ADAL" clId="{B7E510B3-3542-42AA-B9D6-5D7D6CB8B562}" dt="2023-11-12T13:19:51.301" v="3984" actId="165"/>
          <ac:inkMkLst>
            <pc:docMk/>
            <pc:sldMk cId="759078318" sldId="861"/>
            <ac:inkMk id="116" creationId="{0640270F-1A31-AC45-9F2A-E19498630076}"/>
          </ac:inkMkLst>
        </pc:inkChg>
        <pc:inkChg chg="add mod">
          <ac:chgData name="Daphne Economou" userId="d065a339-36cf-4937-af08-41751becbd81" providerId="ADAL" clId="{B7E510B3-3542-42AA-B9D6-5D7D6CB8B562}" dt="2023-11-12T13:20:09.197" v="3989"/>
          <ac:inkMkLst>
            <pc:docMk/>
            <pc:sldMk cId="759078318" sldId="861"/>
            <ac:inkMk id="121" creationId="{787BE1D0-36D1-ACF4-ED40-BA278E30BCDD}"/>
          </ac:inkMkLst>
        </pc:inkChg>
        <pc:inkChg chg="add mod">
          <ac:chgData name="Daphne Economou" userId="d065a339-36cf-4937-af08-41751becbd81" providerId="ADAL" clId="{B7E510B3-3542-42AA-B9D6-5D7D6CB8B562}" dt="2023-11-12T13:20:09.197" v="3989"/>
          <ac:inkMkLst>
            <pc:docMk/>
            <pc:sldMk cId="759078318" sldId="861"/>
            <ac:inkMk id="122" creationId="{447FCC2D-3AF3-8194-A382-8C668E666730}"/>
          </ac:inkMkLst>
        </pc:inkChg>
        <pc:inkChg chg="add mod">
          <ac:chgData name="Daphne Economou" userId="d065a339-36cf-4937-af08-41751becbd81" providerId="ADAL" clId="{B7E510B3-3542-42AA-B9D6-5D7D6CB8B562}" dt="2023-11-12T13:20:09.197" v="3989"/>
          <ac:inkMkLst>
            <pc:docMk/>
            <pc:sldMk cId="759078318" sldId="861"/>
            <ac:inkMk id="123" creationId="{B32B9C68-0CE3-7C06-85D0-D6896E80CBE2}"/>
          </ac:inkMkLst>
        </pc:inkChg>
        <pc:cxnChg chg="del mod">
          <ac:chgData name="Daphne Economou" userId="d065a339-36cf-4937-af08-41751becbd81" providerId="ADAL" clId="{B7E510B3-3542-42AA-B9D6-5D7D6CB8B562}" dt="2023-11-12T12:45:01.066" v="3424" actId="478"/>
          <ac:cxnSpMkLst>
            <pc:docMk/>
            <pc:sldMk cId="759078318" sldId="861"/>
            <ac:cxnSpMk id="20" creationId="{B5CBC481-8321-7EEC-3180-35878BEA5F85}"/>
          </ac:cxnSpMkLst>
        </pc:cxnChg>
        <pc:cxnChg chg="del mod">
          <ac:chgData name="Daphne Economou" userId="d065a339-36cf-4937-af08-41751becbd81" providerId="ADAL" clId="{B7E510B3-3542-42AA-B9D6-5D7D6CB8B562}" dt="2023-11-12T12:45:01.066" v="3424" actId="478"/>
          <ac:cxnSpMkLst>
            <pc:docMk/>
            <pc:sldMk cId="759078318" sldId="861"/>
            <ac:cxnSpMk id="21" creationId="{37981148-10F6-5D4D-CDC1-F4A8670223F0}"/>
          </ac:cxnSpMkLst>
        </pc:cxnChg>
        <pc:cxnChg chg="del mod">
          <ac:chgData name="Daphne Economou" userId="d065a339-36cf-4937-af08-41751becbd81" providerId="ADAL" clId="{B7E510B3-3542-42AA-B9D6-5D7D6CB8B562}" dt="2023-11-12T12:45:01.066" v="3424" actId="478"/>
          <ac:cxnSpMkLst>
            <pc:docMk/>
            <pc:sldMk cId="759078318" sldId="861"/>
            <ac:cxnSpMk id="22" creationId="{9B857B71-F8F3-A21A-F958-8759934AB85D}"/>
          </ac:cxnSpMkLst>
        </pc:cxnChg>
        <pc:cxnChg chg="del mod">
          <ac:chgData name="Daphne Economou" userId="d065a339-36cf-4937-af08-41751becbd81" providerId="ADAL" clId="{B7E510B3-3542-42AA-B9D6-5D7D6CB8B562}" dt="2023-11-12T12:45:01.066" v="3424" actId="478"/>
          <ac:cxnSpMkLst>
            <pc:docMk/>
            <pc:sldMk cId="759078318" sldId="861"/>
            <ac:cxnSpMk id="23" creationId="{F117CDF6-7E47-2368-9ADD-60648413A318}"/>
          </ac:cxnSpMkLst>
        </pc:cxnChg>
        <pc:cxnChg chg="del mod">
          <ac:chgData name="Daphne Economou" userId="d065a339-36cf-4937-af08-41751becbd81" providerId="ADAL" clId="{B7E510B3-3542-42AA-B9D6-5D7D6CB8B562}" dt="2023-11-12T12:45:01.066" v="3424" actId="478"/>
          <ac:cxnSpMkLst>
            <pc:docMk/>
            <pc:sldMk cId="759078318" sldId="861"/>
            <ac:cxnSpMk id="24" creationId="{2FFE5C45-3085-C101-5470-98A68DA517FC}"/>
          </ac:cxnSpMkLst>
        </pc:cxnChg>
        <pc:cxnChg chg="del mod">
          <ac:chgData name="Daphne Economou" userId="d065a339-36cf-4937-af08-41751becbd81" providerId="ADAL" clId="{B7E510B3-3542-42AA-B9D6-5D7D6CB8B562}" dt="2023-11-12T12:45:01.066" v="3424" actId="478"/>
          <ac:cxnSpMkLst>
            <pc:docMk/>
            <pc:sldMk cId="759078318" sldId="861"/>
            <ac:cxnSpMk id="25" creationId="{0B97A284-CC1E-2506-3FC1-F9C352720885}"/>
          </ac:cxnSpMkLst>
        </pc:cxnChg>
      </pc:sldChg>
      <pc:sldChg chg="modSp new del mod">
        <pc:chgData name="Daphne Economou" userId="d065a339-36cf-4937-af08-41751becbd81" providerId="ADAL" clId="{B7E510B3-3542-42AA-B9D6-5D7D6CB8B562}" dt="2023-11-12T01:22:21.092" v="2999" actId="47"/>
        <pc:sldMkLst>
          <pc:docMk/>
          <pc:sldMk cId="3189880057" sldId="861"/>
        </pc:sldMkLst>
        <pc:spChg chg="mod">
          <ac:chgData name="Daphne Economou" userId="d065a339-36cf-4937-af08-41751becbd81" providerId="ADAL" clId="{B7E510B3-3542-42AA-B9D6-5D7D6CB8B562}" dt="2023-11-12T00:57:57.031" v="2698"/>
          <ac:spMkLst>
            <pc:docMk/>
            <pc:sldMk cId="3189880057" sldId="861"/>
            <ac:spMk id="2" creationId="{B7EB628F-0788-3038-B0C2-CCBA477FE952}"/>
          </ac:spMkLst>
        </pc:spChg>
        <pc:spChg chg="mod">
          <ac:chgData name="Daphne Economou" userId="d065a339-36cf-4937-af08-41751becbd81" providerId="ADAL" clId="{B7E510B3-3542-42AA-B9D6-5D7D6CB8B562}" dt="2023-11-12T00:58:17.084" v="2728" actId="20577"/>
          <ac:spMkLst>
            <pc:docMk/>
            <pc:sldMk cId="3189880057" sldId="861"/>
            <ac:spMk id="3" creationId="{884083BF-0F4F-CD91-2C89-DE338EE2FE8E}"/>
          </ac:spMkLst>
        </pc:spChg>
      </pc:sldChg>
      <pc:sldChg chg="add del">
        <pc:chgData name="Daphne Economou" userId="d065a339-36cf-4937-af08-41751becbd81" providerId="ADAL" clId="{B7E510B3-3542-42AA-B9D6-5D7D6CB8B562}" dt="2023-11-12T17:29:00.251" v="4675" actId="47"/>
        <pc:sldMkLst>
          <pc:docMk/>
          <pc:sldMk cId="3629299157" sldId="862"/>
        </pc:sldMkLst>
      </pc:sldChg>
      <pc:sldMasterChg chg="modSp mod modSldLayout">
        <pc:chgData name="Daphne Economou" userId="d065a339-36cf-4937-af08-41751becbd81" providerId="ADAL" clId="{B7E510B3-3542-42AA-B9D6-5D7D6CB8B562}" dt="2023-11-12T19:52:16.750" v="5858" actId="20577"/>
        <pc:sldMasterMkLst>
          <pc:docMk/>
          <pc:sldMasterMk cId="0" sldId="2147483768"/>
        </pc:sldMasterMkLst>
        <pc:spChg chg="mod">
          <ac:chgData name="Daphne Economou" userId="d065a339-36cf-4937-af08-41751becbd81" providerId="ADAL" clId="{B7E510B3-3542-42AA-B9D6-5D7D6CB8B562}" dt="2023-11-12T02:08:24.950" v="3208" actId="20577"/>
          <ac:spMkLst>
            <pc:docMk/>
            <pc:sldMasterMk cId="0" sldId="2147483768"/>
            <ac:spMk id="23" creationId="{00000000-0000-0000-0000-000000000000}"/>
          </ac:spMkLst>
        </pc:spChg>
        <pc:sldLayoutChg chg="modSp mod">
          <pc:chgData name="Daphne Economou" userId="d065a339-36cf-4937-af08-41751becbd81" providerId="ADAL" clId="{B7E510B3-3542-42AA-B9D6-5D7D6CB8B562}" dt="2023-11-12T02:08:28.711" v="3210" actId="20577"/>
          <pc:sldLayoutMkLst>
            <pc:docMk/>
            <pc:sldMasterMk cId="0" sldId="2147483768"/>
            <pc:sldLayoutMk cId="0" sldId="2147483769"/>
          </pc:sldLayoutMkLst>
          <pc:spChg chg="mod">
            <ac:chgData name="Daphne Economou" userId="d065a339-36cf-4937-af08-41751becbd81" providerId="ADAL" clId="{B7E510B3-3542-42AA-B9D6-5D7D6CB8B562}" dt="2023-11-12T02:08:28.711" v="3210"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B7E510B3-3542-42AA-B9D6-5D7D6CB8B562}" dt="2023-11-12T19:51:44.352" v="5844" actId="20577"/>
          <pc:sldLayoutMkLst>
            <pc:docMk/>
            <pc:sldMasterMk cId="0" sldId="2147483768"/>
            <pc:sldLayoutMk cId="0" sldId="2147483770"/>
          </pc:sldLayoutMkLst>
          <pc:spChg chg="mod">
            <ac:chgData name="Daphne Economou" userId="d065a339-36cf-4937-af08-41751becbd81" providerId="ADAL" clId="{B7E510B3-3542-42AA-B9D6-5D7D6CB8B562}" dt="2023-11-12T19:51:44.352" v="5844"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B7E510B3-3542-42AA-B9D6-5D7D6CB8B562}" dt="2023-11-12T19:51:48.669" v="5845" actId="20577"/>
          <pc:sldLayoutMkLst>
            <pc:docMk/>
            <pc:sldMasterMk cId="0" sldId="2147483768"/>
            <pc:sldLayoutMk cId="0" sldId="2147483771"/>
          </pc:sldLayoutMkLst>
          <pc:spChg chg="mod">
            <ac:chgData name="Daphne Economou" userId="d065a339-36cf-4937-af08-41751becbd81" providerId="ADAL" clId="{B7E510B3-3542-42AA-B9D6-5D7D6CB8B562}" dt="2023-11-12T19:51:48.669" v="5845"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B7E510B3-3542-42AA-B9D6-5D7D6CB8B562}" dt="2023-11-12T19:51:52.515" v="5847" actId="20577"/>
          <pc:sldLayoutMkLst>
            <pc:docMk/>
            <pc:sldMasterMk cId="0" sldId="2147483768"/>
            <pc:sldLayoutMk cId="0" sldId="2147483772"/>
          </pc:sldLayoutMkLst>
          <pc:spChg chg="mod">
            <ac:chgData name="Daphne Economou" userId="d065a339-36cf-4937-af08-41751becbd81" providerId="ADAL" clId="{B7E510B3-3542-42AA-B9D6-5D7D6CB8B562}" dt="2023-11-12T19:51:52.515" v="5847"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B7E510B3-3542-42AA-B9D6-5D7D6CB8B562}" dt="2023-11-12T19:51:56.694" v="5849" actId="20577"/>
          <pc:sldLayoutMkLst>
            <pc:docMk/>
            <pc:sldMasterMk cId="0" sldId="2147483768"/>
            <pc:sldLayoutMk cId="0" sldId="2147483773"/>
          </pc:sldLayoutMkLst>
          <pc:spChg chg="mod">
            <ac:chgData name="Daphne Economou" userId="d065a339-36cf-4937-af08-41751becbd81" providerId="ADAL" clId="{B7E510B3-3542-42AA-B9D6-5D7D6CB8B562}" dt="2023-11-12T19:51:56.694" v="5849"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B7E510B3-3542-42AA-B9D6-5D7D6CB8B562}" dt="2023-11-12T19:52:00.761" v="5851" actId="20577"/>
          <pc:sldLayoutMkLst>
            <pc:docMk/>
            <pc:sldMasterMk cId="0" sldId="2147483768"/>
            <pc:sldLayoutMk cId="0" sldId="2147483774"/>
          </pc:sldLayoutMkLst>
          <pc:spChg chg="mod">
            <ac:chgData name="Daphne Economou" userId="d065a339-36cf-4937-af08-41751becbd81" providerId="ADAL" clId="{B7E510B3-3542-42AA-B9D6-5D7D6CB8B562}" dt="2023-11-12T19:52:00.761" v="5851"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B7E510B3-3542-42AA-B9D6-5D7D6CB8B562}" dt="2023-11-12T19:52:05.854" v="5853" actId="20577"/>
          <pc:sldLayoutMkLst>
            <pc:docMk/>
            <pc:sldMasterMk cId="0" sldId="2147483768"/>
            <pc:sldLayoutMk cId="0" sldId="2147483775"/>
          </pc:sldLayoutMkLst>
          <pc:spChg chg="mod">
            <ac:chgData name="Daphne Economou" userId="d065a339-36cf-4937-af08-41751becbd81" providerId="ADAL" clId="{B7E510B3-3542-42AA-B9D6-5D7D6CB8B562}" dt="2023-11-12T19:52:05.854" v="5853"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B7E510B3-3542-42AA-B9D6-5D7D6CB8B562}" dt="2023-11-12T19:52:10.007" v="5855" actId="20577"/>
          <pc:sldLayoutMkLst>
            <pc:docMk/>
            <pc:sldMasterMk cId="0" sldId="2147483768"/>
            <pc:sldLayoutMk cId="0" sldId="2147483776"/>
          </pc:sldLayoutMkLst>
          <pc:spChg chg="mod">
            <ac:chgData name="Daphne Economou" userId="d065a339-36cf-4937-af08-41751becbd81" providerId="ADAL" clId="{B7E510B3-3542-42AA-B9D6-5D7D6CB8B562}" dt="2023-11-12T19:52:10.007" v="5855"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B7E510B3-3542-42AA-B9D6-5D7D6CB8B562}" dt="2023-11-12T19:52:13.558" v="5856" actId="20577"/>
          <pc:sldLayoutMkLst>
            <pc:docMk/>
            <pc:sldMasterMk cId="0" sldId="2147483768"/>
            <pc:sldLayoutMk cId="0" sldId="2147483777"/>
          </pc:sldLayoutMkLst>
          <pc:spChg chg="mod">
            <ac:chgData name="Daphne Economou" userId="d065a339-36cf-4937-af08-41751becbd81" providerId="ADAL" clId="{B7E510B3-3542-42AA-B9D6-5D7D6CB8B562}" dt="2023-11-12T19:52:13.558" v="5856"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B7E510B3-3542-42AA-B9D6-5D7D6CB8B562}" dt="2023-11-12T19:52:16.750" v="5858" actId="20577"/>
          <pc:sldLayoutMkLst>
            <pc:docMk/>
            <pc:sldMasterMk cId="0" sldId="2147483768"/>
            <pc:sldLayoutMk cId="0" sldId="2147483778"/>
          </pc:sldLayoutMkLst>
          <pc:spChg chg="mod">
            <ac:chgData name="Daphne Economou" userId="d065a339-36cf-4937-af08-41751becbd81" providerId="ADAL" clId="{B7E510B3-3542-42AA-B9D6-5D7D6CB8B562}" dt="2023-11-12T19:52:16.750" v="5858" actId="20577"/>
            <ac:spMkLst>
              <pc:docMk/>
              <pc:sldMasterMk cId="0" sldId="2147483768"/>
              <pc:sldLayoutMk cId="0" sldId="2147483778"/>
              <ac:spMk id="9" creationId="{00000000-0000-0000-0000-000000000000}"/>
            </ac:spMkLst>
          </pc:spChg>
        </pc:sldLayoutChg>
      </pc:sldMasterChg>
    </pc:docChg>
  </pc:docChgLst>
  <pc:docChgLst>
    <pc:chgData name="Daphne Economou" userId="d065a339-36cf-4937-af08-41751becbd81" providerId="ADAL" clId="{C432973F-67B1-4649-B971-31E254B6DA88}"/>
    <pc:docChg chg="undo custSel addSld delSld modSld sldOrd">
      <pc:chgData name="Daphne Economou" userId="d065a339-36cf-4937-af08-41751becbd81" providerId="ADAL" clId="{C432973F-67B1-4649-B971-31E254B6DA88}" dt="2022-10-23T16:42:23.280" v="8200" actId="404"/>
      <pc:docMkLst>
        <pc:docMk/>
      </pc:docMkLst>
      <pc:sldChg chg="addSp delSp modSp mod">
        <pc:chgData name="Daphne Economou" userId="d065a339-36cf-4937-af08-41751becbd81" providerId="ADAL" clId="{C432973F-67B1-4649-B971-31E254B6DA88}" dt="2022-10-23T16:42:23.280" v="8200" actId="404"/>
        <pc:sldMkLst>
          <pc:docMk/>
          <pc:sldMk cId="0" sldId="358"/>
        </pc:sldMkLst>
        <pc:spChg chg="add del mod">
          <ac:chgData name="Daphne Economou" userId="d065a339-36cf-4937-af08-41751becbd81" providerId="ADAL" clId="{C432973F-67B1-4649-B971-31E254B6DA88}" dt="2022-10-22T10:57:47.936" v="1906" actId="478"/>
          <ac:spMkLst>
            <pc:docMk/>
            <pc:sldMk cId="0" sldId="358"/>
            <ac:spMk id="2" creationId="{08FC7471-6D47-5D7F-F39D-A858E36B49F4}"/>
          </ac:spMkLst>
        </pc:spChg>
        <pc:spChg chg="add del">
          <ac:chgData name="Daphne Economou" userId="d065a339-36cf-4937-af08-41751becbd81" providerId="ADAL" clId="{C432973F-67B1-4649-B971-31E254B6DA88}" dt="2022-10-23T16:39:18.624" v="8090" actId="478"/>
          <ac:spMkLst>
            <pc:docMk/>
            <pc:sldMk cId="0" sldId="358"/>
            <ac:spMk id="3" creationId="{FB9AF6F5-B3E3-DBDA-46BF-5C4041560ED3}"/>
          </ac:spMkLst>
        </pc:spChg>
        <pc:spChg chg="mod">
          <ac:chgData name="Daphne Economou" userId="d065a339-36cf-4937-af08-41751becbd81" providerId="ADAL" clId="{C432973F-67B1-4649-B971-31E254B6DA88}" dt="2022-10-23T16:42:23.280" v="8200" actId="404"/>
          <ac:spMkLst>
            <pc:docMk/>
            <pc:sldMk cId="0" sldId="358"/>
            <ac:spMk id="223235" creationId="{00000000-0000-0000-0000-000000000000}"/>
          </ac:spMkLst>
        </pc:spChg>
      </pc:sldChg>
      <pc:sldChg chg="modSp mod">
        <pc:chgData name="Daphne Economou" userId="d065a339-36cf-4937-af08-41751becbd81" providerId="ADAL" clId="{C432973F-67B1-4649-B971-31E254B6DA88}" dt="2022-10-23T16:24:38.281" v="7949" actId="6549"/>
        <pc:sldMkLst>
          <pc:docMk/>
          <pc:sldMk cId="1393113354" sldId="498"/>
        </pc:sldMkLst>
        <pc:spChg chg="mod">
          <ac:chgData name="Daphne Economou" userId="d065a339-36cf-4937-af08-41751becbd81" providerId="ADAL" clId="{C432973F-67B1-4649-B971-31E254B6DA88}" dt="2022-10-23T16:24:38.281" v="7949" actId="6549"/>
          <ac:spMkLst>
            <pc:docMk/>
            <pc:sldMk cId="1393113354" sldId="498"/>
            <ac:spMk id="3" creationId="{2C69F99F-A699-D3F6-AAD3-A9DBE9A177F1}"/>
          </ac:spMkLst>
        </pc:spChg>
      </pc:sldChg>
      <pc:sldChg chg="modSp mod">
        <pc:chgData name="Daphne Economou" userId="d065a339-36cf-4937-af08-41751becbd81" providerId="ADAL" clId="{C432973F-67B1-4649-B971-31E254B6DA88}" dt="2022-10-23T16:40:55.894" v="8189" actId="15"/>
        <pc:sldMkLst>
          <pc:docMk/>
          <pc:sldMk cId="0" sldId="499"/>
        </pc:sldMkLst>
        <pc:spChg chg="mod">
          <ac:chgData name="Daphne Economou" userId="d065a339-36cf-4937-af08-41751becbd81" providerId="ADAL" clId="{C432973F-67B1-4649-B971-31E254B6DA88}" dt="2022-10-23T16:40:55.894" v="8189" actId="15"/>
          <ac:spMkLst>
            <pc:docMk/>
            <pc:sldMk cId="0" sldId="499"/>
            <ac:spMk id="157699" creationId="{00000000-0000-0000-0000-000000000000}"/>
          </ac:spMkLst>
        </pc:spChg>
      </pc:sldChg>
      <pc:sldChg chg="del">
        <pc:chgData name="Daphne Economou" userId="d065a339-36cf-4937-af08-41751becbd81" providerId="ADAL" clId="{C432973F-67B1-4649-B971-31E254B6DA88}" dt="2022-10-22T08:48:37.466" v="30" actId="47"/>
        <pc:sldMkLst>
          <pc:docMk/>
          <pc:sldMk cId="0" sldId="500"/>
        </pc:sldMkLst>
      </pc:sldChg>
      <pc:sldChg chg="del">
        <pc:chgData name="Daphne Economou" userId="d065a339-36cf-4937-af08-41751becbd81" providerId="ADAL" clId="{C432973F-67B1-4649-B971-31E254B6DA88}" dt="2022-10-22T08:48:37.466" v="30" actId="47"/>
        <pc:sldMkLst>
          <pc:docMk/>
          <pc:sldMk cId="0" sldId="568"/>
        </pc:sldMkLst>
      </pc:sldChg>
      <pc:sldChg chg="del">
        <pc:chgData name="Daphne Economou" userId="d065a339-36cf-4937-af08-41751becbd81" providerId="ADAL" clId="{C432973F-67B1-4649-B971-31E254B6DA88}" dt="2022-10-22T08:48:37.466" v="30" actId="47"/>
        <pc:sldMkLst>
          <pc:docMk/>
          <pc:sldMk cId="0" sldId="571"/>
        </pc:sldMkLst>
      </pc:sldChg>
      <pc:sldChg chg="del">
        <pc:chgData name="Daphne Economou" userId="d065a339-36cf-4937-af08-41751becbd81" providerId="ADAL" clId="{C432973F-67B1-4649-B971-31E254B6DA88}" dt="2022-10-22T08:48:37.466" v="30" actId="47"/>
        <pc:sldMkLst>
          <pc:docMk/>
          <pc:sldMk cId="0" sldId="573"/>
        </pc:sldMkLst>
      </pc:sldChg>
      <pc:sldChg chg="del">
        <pc:chgData name="Daphne Economou" userId="d065a339-36cf-4937-af08-41751becbd81" providerId="ADAL" clId="{C432973F-67B1-4649-B971-31E254B6DA88}" dt="2022-10-22T08:48:37.466" v="30" actId="47"/>
        <pc:sldMkLst>
          <pc:docMk/>
          <pc:sldMk cId="0" sldId="574"/>
        </pc:sldMkLst>
      </pc:sldChg>
      <pc:sldChg chg="del">
        <pc:chgData name="Daphne Economou" userId="d065a339-36cf-4937-af08-41751becbd81" providerId="ADAL" clId="{C432973F-67B1-4649-B971-31E254B6DA88}" dt="2022-10-22T08:48:37.466" v="30" actId="47"/>
        <pc:sldMkLst>
          <pc:docMk/>
          <pc:sldMk cId="0" sldId="575"/>
        </pc:sldMkLst>
      </pc:sldChg>
      <pc:sldChg chg="del">
        <pc:chgData name="Daphne Economou" userId="d065a339-36cf-4937-af08-41751becbd81" providerId="ADAL" clId="{C432973F-67B1-4649-B971-31E254B6DA88}" dt="2022-10-22T08:48:37.466" v="30" actId="47"/>
        <pc:sldMkLst>
          <pc:docMk/>
          <pc:sldMk cId="0" sldId="576"/>
        </pc:sldMkLst>
      </pc:sldChg>
      <pc:sldChg chg="del">
        <pc:chgData name="Daphne Economou" userId="d065a339-36cf-4937-af08-41751becbd81" providerId="ADAL" clId="{C432973F-67B1-4649-B971-31E254B6DA88}" dt="2022-10-22T08:48:37.466" v="30" actId="47"/>
        <pc:sldMkLst>
          <pc:docMk/>
          <pc:sldMk cId="2402570268" sldId="581"/>
        </pc:sldMkLst>
      </pc:sldChg>
      <pc:sldChg chg="del">
        <pc:chgData name="Daphne Economou" userId="d065a339-36cf-4937-af08-41751becbd81" providerId="ADAL" clId="{C432973F-67B1-4649-B971-31E254B6DA88}" dt="2022-10-22T08:48:37.466" v="30" actId="47"/>
        <pc:sldMkLst>
          <pc:docMk/>
          <pc:sldMk cId="0" sldId="588"/>
        </pc:sldMkLst>
      </pc:sldChg>
      <pc:sldChg chg="del">
        <pc:chgData name="Daphne Economou" userId="d065a339-36cf-4937-af08-41751becbd81" providerId="ADAL" clId="{C432973F-67B1-4649-B971-31E254B6DA88}" dt="2022-10-22T08:48:37.466" v="30" actId="47"/>
        <pc:sldMkLst>
          <pc:docMk/>
          <pc:sldMk cId="0" sldId="595"/>
        </pc:sldMkLst>
      </pc:sldChg>
      <pc:sldChg chg="add">
        <pc:chgData name="Daphne Economou" userId="d065a339-36cf-4937-af08-41751becbd81" providerId="ADAL" clId="{C432973F-67B1-4649-B971-31E254B6DA88}" dt="2022-10-23T10:43:07.783" v="4584"/>
        <pc:sldMkLst>
          <pc:docMk/>
          <pc:sldMk cId="1831287417" sldId="598"/>
        </pc:sldMkLst>
      </pc:sldChg>
      <pc:sldChg chg="del">
        <pc:chgData name="Daphne Economou" userId="d065a339-36cf-4937-af08-41751becbd81" providerId="ADAL" clId="{C432973F-67B1-4649-B971-31E254B6DA88}" dt="2022-10-22T08:48:37.466" v="30" actId="47"/>
        <pc:sldMkLst>
          <pc:docMk/>
          <pc:sldMk cId="1567446639" sldId="608"/>
        </pc:sldMkLst>
      </pc:sldChg>
      <pc:sldChg chg="del">
        <pc:chgData name="Daphne Economou" userId="d065a339-36cf-4937-af08-41751becbd81" providerId="ADAL" clId="{C432973F-67B1-4649-B971-31E254B6DA88}" dt="2022-10-22T08:48:37.466" v="30" actId="47"/>
        <pc:sldMkLst>
          <pc:docMk/>
          <pc:sldMk cId="389220247" sldId="611"/>
        </pc:sldMkLst>
      </pc:sldChg>
      <pc:sldChg chg="del">
        <pc:chgData name="Daphne Economou" userId="d065a339-36cf-4937-af08-41751becbd81" providerId="ADAL" clId="{C432973F-67B1-4649-B971-31E254B6DA88}" dt="2022-10-22T08:48:37.466" v="30" actId="47"/>
        <pc:sldMkLst>
          <pc:docMk/>
          <pc:sldMk cId="4208669700" sldId="613"/>
        </pc:sldMkLst>
      </pc:sldChg>
      <pc:sldChg chg="del">
        <pc:chgData name="Daphne Economou" userId="d065a339-36cf-4937-af08-41751becbd81" providerId="ADAL" clId="{C432973F-67B1-4649-B971-31E254B6DA88}" dt="2022-10-22T08:48:37.466" v="30" actId="47"/>
        <pc:sldMkLst>
          <pc:docMk/>
          <pc:sldMk cId="4197293973" sldId="614"/>
        </pc:sldMkLst>
      </pc:sldChg>
      <pc:sldChg chg="del">
        <pc:chgData name="Daphne Economou" userId="d065a339-36cf-4937-af08-41751becbd81" providerId="ADAL" clId="{C432973F-67B1-4649-B971-31E254B6DA88}" dt="2022-10-22T08:48:37.466" v="30" actId="47"/>
        <pc:sldMkLst>
          <pc:docMk/>
          <pc:sldMk cId="1469544103" sldId="615"/>
        </pc:sldMkLst>
      </pc:sldChg>
      <pc:sldChg chg="del">
        <pc:chgData name="Daphne Economou" userId="d065a339-36cf-4937-af08-41751becbd81" providerId="ADAL" clId="{C432973F-67B1-4649-B971-31E254B6DA88}" dt="2022-10-22T08:48:37.466" v="30" actId="47"/>
        <pc:sldMkLst>
          <pc:docMk/>
          <pc:sldMk cId="2138905082" sldId="616"/>
        </pc:sldMkLst>
      </pc:sldChg>
      <pc:sldChg chg="del">
        <pc:chgData name="Daphne Economou" userId="d065a339-36cf-4937-af08-41751becbd81" providerId="ADAL" clId="{C432973F-67B1-4649-B971-31E254B6DA88}" dt="2022-10-22T08:48:37.466" v="30" actId="47"/>
        <pc:sldMkLst>
          <pc:docMk/>
          <pc:sldMk cId="2263438990" sldId="617"/>
        </pc:sldMkLst>
      </pc:sldChg>
      <pc:sldChg chg="del">
        <pc:chgData name="Daphne Economou" userId="d065a339-36cf-4937-af08-41751becbd81" providerId="ADAL" clId="{C432973F-67B1-4649-B971-31E254B6DA88}" dt="2022-10-22T08:48:37.466" v="30" actId="47"/>
        <pc:sldMkLst>
          <pc:docMk/>
          <pc:sldMk cId="3534424423" sldId="618"/>
        </pc:sldMkLst>
      </pc:sldChg>
      <pc:sldChg chg="del">
        <pc:chgData name="Daphne Economou" userId="d065a339-36cf-4937-af08-41751becbd81" providerId="ADAL" clId="{C432973F-67B1-4649-B971-31E254B6DA88}" dt="2022-10-22T08:48:37.466" v="30" actId="47"/>
        <pc:sldMkLst>
          <pc:docMk/>
          <pc:sldMk cId="2643989443" sldId="619"/>
        </pc:sldMkLst>
      </pc:sldChg>
      <pc:sldChg chg="del">
        <pc:chgData name="Daphne Economou" userId="d065a339-36cf-4937-af08-41751becbd81" providerId="ADAL" clId="{C432973F-67B1-4649-B971-31E254B6DA88}" dt="2022-10-22T08:48:37.466" v="30" actId="47"/>
        <pc:sldMkLst>
          <pc:docMk/>
          <pc:sldMk cId="3512691494" sldId="620"/>
        </pc:sldMkLst>
      </pc:sldChg>
      <pc:sldChg chg="del">
        <pc:chgData name="Daphne Economou" userId="d065a339-36cf-4937-af08-41751becbd81" providerId="ADAL" clId="{C432973F-67B1-4649-B971-31E254B6DA88}" dt="2022-10-22T08:48:37.466" v="30" actId="47"/>
        <pc:sldMkLst>
          <pc:docMk/>
          <pc:sldMk cId="2621319157" sldId="623"/>
        </pc:sldMkLst>
      </pc:sldChg>
      <pc:sldChg chg="del">
        <pc:chgData name="Daphne Economou" userId="d065a339-36cf-4937-af08-41751becbd81" providerId="ADAL" clId="{C432973F-67B1-4649-B971-31E254B6DA88}" dt="2022-10-22T08:48:37.466" v="30" actId="47"/>
        <pc:sldMkLst>
          <pc:docMk/>
          <pc:sldMk cId="1007427124" sldId="624"/>
        </pc:sldMkLst>
      </pc:sldChg>
      <pc:sldChg chg="del">
        <pc:chgData name="Daphne Economou" userId="d065a339-36cf-4937-af08-41751becbd81" providerId="ADAL" clId="{C432973F-67B1-4649-B971-31E254B6DA88}" dt="2022-10-22T08:48:37.466" v="30" actId="47"/>
        <pc:sldMkLst>
          <pc:docMk/>
          <pc:sldMk cId="1461877061" sldId="625"/>
        </pc:sldMkLst>
      </pc:sldChg>
      <pc:sldChg chg="del">
        <pc:chgData name="Daphne Economou" userId="d065a339-36cf-4937-af08-41751becbd81" providerId="ADAL" clId="{C432973F-67B1-4649-B971-31E254B6DA88}" dt="2022-10-22T08:48:37.466" v="30" actId="47"/>
        <pc:sldMkLst>
          <pc:docMk/>
          <pc:sldMk cId="2967291267" sldId="629"/>
        </pc:sldMkLst>
      </pc:sldChg>
      <pc:sldChg chg="del">
        <pc:chgData name="Daphne Economou" userId="d065a339-36cf-4937-af08-41751becbd81" providerId="ADAL" clId="{C432973F-67B1-4649-B971-31E254B6DA88}" dt="2022-10-22T08:48:37.466" v="30" actId="47"/>
        <pc:sldMkLst>
          <pc:docMk/>
          <pc:sldMk cId="972332114" sldId="631"/>
        </pc:sldMkLst>
      </pc:sldChg>
      <pc:sldChg chg="del">
        <pc:chgData name="Daphne Economou" userId="d065a339-36cf-4937-af08-41751becbd81" providerId="ADAL" clId="{C432973F-67B1-4649-B971-31E254B6DA88}" dt="2022-10-22T08:48:37.466" v="30" actId="47"/>
        <pc:sldMkLst>
          <pc:docMk/>
          <pc:sldMk cId="3742984861" sldId="632"/>
        </pc:sldMkLst>
      </pc:sldChg>
      <pc:sldChg chg="del">
        <pc:chgData name="Daphne Economou" userId="d065a339-36cf-4937-af08-41751becbd81" providerId="ADAL" clId="{C432973F-67B1-4649-B971-31E254B6DA88}" dt="2022-10-23T16:22:05.481" v="7932" actId="47"/>
        <pc:sldMkLst>
          <pc:docMk/>
          <pc:sldMk cId="2347563240" sldId="633"/>
        </pc:sldMkLst>
      </pc:sldChg>
      <pc:sldChg chg="del">
        <pc:chgData name="Daphne Economou" userId="d065a339-36cf-4937-af08-41751becbd81" providerId="ADAL" clId="{C432973F-67B1-4649-B971-31E254B6DA88}" dt="2022-10-22T08:48:37.466" v="30" actId="47"/>
        <pc:sldMkLst>
          <pc:docMk/>
          <pc:sldMk cId="1541000998" sldId="634"/>
        </pc:sldMkLst>
      </pc:sldChg>
      <pc:sldChg chg="del">
        <pc:chgData name="Daphne Economou" userId="d065a339-36cf-4937-af08-41751becbd81" providerId="ADAL" clId="{C432973F-67B1-4649-B971-31E254B6DA88}" dt="2022-10-22T08:48:37.466" v="30" actId="47"/>
        <pc:sldMkLst>
          <pc:docMk/>
          <pc:sldMk cId="1567356395" sldId="636"/>
        </pc:sldMkLst>
      </pc:sldChg>
      <pc:sldChg chg="del">
        <pc:chgData name="Daphne Economou" userId="d065a339-36cf-4937-af08-41751becbd81" providerId="ADAL" clId="{C432973F-67B1-4649-B971-31E254B6DA88}" dt="2022-10-22T08:48:37.466" v="30" actId="47"/>
        <pc:sldMkLst>
          <pc:docMk/>
          <pc:sldMk cId="2645575915" sldId="637"/>
        </pc:sldMkLst>
      </pc:sldChg>
      <pc:sldChg chg="modSp mod">
        <pc:chgData name="Daphne Economou" userId="d065a339-36cf-4937-af08-41751becbd81" providerId="ADAL" clId="{C432973F-67B1-4649-B971-31E254B6DA88}" dt="2022-10-22T08:50:21.512" v="62" actId="403"/>
        <pc:sldMkLst>
          <pc:docMk/>
          <pc:sldMk cId="3146151642" sldId="638"/>
        </pc:sldMkLst>
        <pc:spChg chg="mod">
          <ac:chgData name="Daphne Economou" userId="d065a339-36cf-4937-af08-41751becbd81" providerId="ADAL" clId="{C432973F-67B1-4649-B971-31E254B6DA88}" dt="2022-10-22T08:49:39.325" v="49" actId="20577"/>
          <ac:spMkLst>
            <pc:docMk/>
            <pc:sldMk cId="3146151642" sldId="638"/>
            <ac:spMk id="6" creationId="{1B2497D5-6644-19FE-C744-395480A05FD9}"/>
          </ac:spMkLst>
        </pc:spChg>
        <pc:spChg chg="mod">
          <ac:chgData name="Daphne Economou" userId="d065a339-36cf-4937-af08-41751becbd81" providerId="ADAL" clId="{C432973F-67B1-4649-B971-31E254B6DA88}" dt="2022-10-22T08:50:21.512" v="62" actId="403"/>
          <ac:spMkLst>
            <pc:docMk/>
            <pc:sldMk cId="3146151642" sldId="638"/>
            <ac:spMk id="7" creationId="{62200CD7-BB12-89C3-D24F-09AE68F139DD}"/>
          </ac:spMkLst>
        </pc:spChg>
      </pc:sldChg>
      <pc:sldChg chg="del">
        <pc:chgData name="Daphne Economou" userId="d065a339-36cf-4937-af08-41751becbd81" providerId="ADAL" clId="{C432973F-67B1-4649-B971-31E254B6DA88}" dt="2022-10-22T08:48:37.466" v="30" actId="47"/>
        <pc:sldMkLst>
          <pc:docMk/>
          <pc:sldMk cId="1624621639" sldId="639"/>
        </pc:sldMkLst>
      </pc:sldChg>
      <pc:sldChg chg="addSp delSp modSp new mod chgLayout">
        <pc:chgData name="Daphne Economou" userId="d065a339-36cf-4937-af08-41751becbd81" providerId="ADAL" clId="{C432973F-67B1-4649-B971-31E254B6DA88}" dt="2022-10-22T08:52:44.220" v="114" actId="207"/>
        <pc:sldMkLst>
          <pc:docMk/>
          <pc:sldMk cId="2374539113" sldId="639"/>
        </pc:sldMkLst>
        <pc:spChg chg="del mod ord">
          <ac:chgData name="Daphne Economou" userId="d065a339-36cf-4937-af08-41751becbd81" providerId="ADAL" clId="{C432973F-67B1-4649-B971-31E254B6DA88}" dt="2022-10-22T08:50:28.306" v="64" actId="700"/>
          <ac:spMkLst>
            <pc:docMk/>
            <pc:sldMk cId="2374539113" sldId="639"/>
            <ac:spMk id="2" creationId="{71A3E727-1F1B-088A-741F-00907294AB22}"/>
          </ac:spMkLst>
        </pc:spChg>
        <pc:spChg chg="del mod ord">
          <ac:chgData name="Daphne Economou" userId="d065a339-36cf-4937-af08-41751becbd81" providerId="ADAL" clId="{C432973F-67B1-4649-B971-31E254B6DA88}" dt="2022-10-22T08:50:28.306" v="64" actId="700"/>
          <ac:spMkLst>
            <pc:docMk/>
            <pc:sldMk cId="2374539113" sldId="639"/>
            <ac:spMk id="3" creationId="{083EDD7E-A580-2A2F-C4DD-66F282FB71EF}"/>
          </ac:spMkLst>
        </pc:spChg>
        <pc:spChg chg="mod ord">
          <ac:chgData name="Daphne Economou" userId="d065a339-36cf-4937-af08-41751becbd81" providerId="ADAL" clId="{C432973F-67B1-4649-B971-31E254B6DA88}" dt="2022-10-22T08:50:28.306" v="64" actId="700"/>
          <ac:spMkLst>
            <pc:docMk/>
            <pc:sldMk cId="2374539113" sldId="639"/>
            <ac:spMk id="4" creationId="{AAB5ACA0-CAB3-9451-C8FE-2B193E048183}"/>
          </ac:spMkLst>
        </pc:spChg>
        <pc:spChg chg="mod ord">
          <ac:chgData name="Daphne Economou" userId="d065a339-36cf-4937-af08-41751becbd81" providerId="ADAL" clId="{C432973F-67B1-4649-B971-31E254B6DA88}" dt="2022-10-22T08:50:28.306" v="64" actId="700"/>
          <ac:spMkLst>
            <pc:docMk/>
            <pc:sldMk cId="2374539113" sldId="639"/>
            <ac:spMk id="5" creationId="{88F0E79B-DE4B-EE29-DFC6-D8866DD2CE3E}"/>
          </ac:spMkLst>
        </pc:spChg>
        <pc:spChg chg="del">
          <ac:chgData name="Daphne Economou" userId="d065a339-36cf-4937-af08-41751becbd81" providerId="ADAL" clId="{C432973F-67B1-4649-B971-31E254B6DA88}" dt="2022-10-22T08:50:28.306" v="64" actId="700"/>
          <ac:spMkLst>
            <pc:docMk/>
            <pc:sldMk cId="2374539113" sldId="639"/>
            <ac:spMk id="6" creationId="{D322C374-D764-0980-9C6F-DE0DEB6FD6E7}"/>
          </ac:spMkLst>
        </pc:spChg>
        <pc:spChg chg="add mod ord">
          <ac:chgData name="Daphne Economou" userId="d065a339-36cf-4937-af08-41751becbd81" providerId="ADAL" clId="{C432973F-67B1-4649-B971-31E254B6DA88}" dt="2022-10-22T08:52:25.216" v="112" actId="20577"/>
          <ac:spMkLst>
            <pc:docMk/>
            <pc:sldMk cId="2374539113" sldId="639"/>
            <ac:spMk id="7" creationId="{4D8BD6B3-6CA5-E528-B84F-B5C0A737F6F2}"/>
          </ac:spMkLst>
        </pc:spChg>
        <pc:spChg chg="add mod ord">
          <ac:chgData name="Daphne Economou" userId="d065a339-36cf-4937-af08-41751becbd81" providerId="ADAL" clId="{C432973F-67B1-4649-B971-31E254B6DA88}" dt="2022-10-22T08:52:44.220" v="114" actId="207"/>
          <ac:spMkLst>
            <pc:docMk/>
            <pc:sldMk cId="2374539113" sldId="639"/>
            <ac:spMk id="8" creationId="{FB104CD7-E0FE-D2E2-B671-5E7C42753ECA}"/>
          </ac:spMkLst>
        </pc:spChg>
      </pc:sldChg>
      <pc:sldChg chg="modSp add mod">
        <pc:chgData name="Daphne Economou" userId="d065a339-36cf-4937-af08-41751becbd81" providerId="ADAL" clId="{C432973F-67B1-4649-B971-31E254B6DA88}" dt="2022-10-23T16:41:41.513" v="8193" actId="404"/>
        <pc:sldMkLst>
          <pc:docMk/>
          <pc:sldMk cId="2689225707" sldId="640"/>
        </pc:sldMkLst>
        <pc:spChg chg="mod">
          <ac:chgData name="Daphne Economou" userId="d065a339-36cf-4937-af08-41751becbd81" providerId="ADAL" clId="{C432973F-67B1-4649-B971-31E254B6DA88}" dt="2022-10-22T08:57:29.756" v="143" actId="20577"/>
          <ac:spMkLst>
            <pc:docMk/>
            <pc:sldMk cId="2689225707" sldId="640"/>
            <ac:spMk id="7" creationId="{4D8BD6B3-6CA5-E528-B84F-B5C0A737F6F2}"/>
          </ac:spMkLst>
        </pc:spChg>
        <pc:spChg chg="mod">
          <ac:chgData name="Daphne Economou" userId="d065a339-36cf-4937-af08-41751becbd81" providerId="ADAL" clId="{C432973F-67B1-4649-B971-31E254B6DA88}" dt="2022-10-23T16:41:41.513" v="8193" actId="404"/>
          <ac:spMkLst>
            <pc:docMk/>
            <pc:sldMk cId="2689225707" sldId="640"/>
            <ac:spMk id="8" creationId="{FB104CD7-E0FE-D2E2-B671-5E7C42753ECA}"/>
          </ac:spMkLst>
        </pc:spChg>
      </pc:sldChg>
      <pc:sldChg chg="del">
        <pc:chgData name="Daphne Economou" userId="d065a339-36cf-4937-af08-41751becbd81" providerId="ADAL" clId="{C432973F-67B1-4649-B971-31E254B6DA88}" dt="2022-10-22T08:48:37.466" v="30" actId="47"/>
        <pc:sldMkLst>
          <pc:docMk/>
          <pc:sldMk cId="3403416527" sldId="640"/>
        </pc:sldMkLst>
      </pc:sldChg>
      <pc:sldChg chg="del">
        <pc:chgData name="Daphne Economou" userId="d065a339-36cf-4937-af08-41751becbd81" providerId="ADAL" clId="{C432973F-67B1-4649-B971-31E254B6DA88}" dt="2022-10-22T08:48:37.466" v="30" actId="47"/>
        <pc:sldMkLst>
          <pc:docMk/>
          <pc:sldMk cId="858796706" sldId="641"/>
        </pc:sldMkLst>
      </pc:sldChg>
      <pc:sldChg chg="modSp new mod">
        <pc:chgData name="Daphne Economou" userId="d065a339-36cf-4937-af08-41751becbd81" providerId="ADAL" clId="{C432973F-67B1-4649-B971-31E254B6DA88}" dt="2022-10-22T10:28:41.706" v="1298" actId="113"/>
        <pc:sldMkLst>
          <pc:docMk/>
          <pc:sldMk cId="2666249689" sldId="641"/>
        </pc:sldMkLst>
        <pc:spChg chg="mod">
          <ac:chgData name="Daphne Economou" userId="d065a339-36cf-4937-af08-41751becbd81" providerId="ADAL" clId="{C432973F-67B1-4649-B971-31E254B6DA88}" dt="2022-10-22T08:59:15.699" v="200" actId="108"/>
          <ac:spMkLst>
            <pc:docMk/>
            <pc:sldMk cId="2666249689" sldId="641"/>
            <ac:spMk id="2" creationId="{07106E60-2F4D-030E-D272-0B955156E4D5}"/>
          </ac:spMkLst>
        </pc:spChg>
        <pc:spChg chg="mod">
          <ac:chgData name="Daphne Economou" userId="d065a339-36cf-4937-af08-41751becbd81" providerId="ADAL" clId="{C432973F-67B1-4649-B971-31E254B6DA88}" dt="2022-10-22T10:28:41.706" v="1298" actId="113"/>
          <ac:spMkLst>
            <pc:docMk/>
            <pc:sldMk cId="2666249689" sldId="641"/>
            <ac:spMk id="3" creationId="{4EFC1FBE-E399-3DC9-F4A0-34242AF7A6F3}"/>
          </ac:spMkLst>
        </pc:spChg>
      </pc:sldChg>
      <pc:sldChg chg="addSp modSp add mod">
        <pc:chgData name="Daphne Economou" userId="d065a339-36cf-4937-af08-41751becbd81" providerId="ADAL" clId="{C432973F-67B1-4649-B971-31E254B6DA88}" dt="2022-10-22T10:28:48.766" v="1301" actId="113"/>
        <pc:sldMkLst>
          <pc:docMk/>
          <pc:sldMk cId="883541173" sldId="642"/>
        </pc:sldMkLst>
        <pc:spChg chg="mod">
          <ac:chgData name="Daphne Economou" userId="d065a339-36cf-4937-af08-41751becbd81" providerId="ADAL" clId="{C432973F-67B1-4649-B971-31E254B6DA88}" dt="2022-10-22T09:15:50.097" v="326" actId="1076"/>
          <ac:spMkLst>
            <pc:docMk/>
            <pc:sldMk cId="883541173" sldId="642"/>
            <ac:spMk id="2" creationId="{07106E60-2F4D-030E-D272-0B955156E4D5}"/>
          </ac:spMkLst>
        </pc:spChg>
        <pc:spChg chg="mod">
          <ac:chgData name="Daphne Economou" userId="d065a339-36cf-4937-af08-41751becbd81" providerId="ADAL" clId="{C432973F-67B1-4649-B971-31E254B6DA88}" dt="2022-10-22T10:28:48.766" v="1301" actId="113"/>
          <ac:spMkLst>
            <pc:docMk/>
            <pc:sldMk cId="883541173" sldId="642"/>
            <ac:spMk id="3" creationId="{4EFC1FBE-E399-3DC9-F4A0-34242AF7A6F3}"/>
          </ac:spMkLst>
        </pc:spChg>
        <pc:spChg chg="add mod">
          <ac:chgData name="Daphne Economou" userId="d065a339-36cf-4937-af08-41751becbd81" providerId="ADAL" clId="{C432973F-67B1-4649-B971-31E254B6DA88}" dt="2022-10-22T09:17:15.853" v="341" actId="20577"/>
          <ac:spMkLst>
            <pc:docMk/>
            <pc:sldMk cId="883541173" sldId="642"/>
            <ac:spMk id="6" creationId="{DEF3B59E-A858-1D83-C871-94E0AE78BD93}"/>
          </ac:spMkLst>
        </pc:spChg>
      </pc:sldChg>
      <pc:sldChg chg="del">
        <pc:chgData name="Daphne Economou" userId="d065a339-36cf-4937-af08-41751becbd81" providerId="ADAL" clId="{C432973F-67B1-4649-B971-31E254B6DA88}" dt="2022-10-22T08:48:37.466" v="30" actId="47"/>
        <pc:sldMkLst>
          <pc:docMk/>
          <pc:sldMk cId="1678746616" sldId="642"/>
        </pc:sldMkLst>
      </pc:sldChg>
      <pc:sldChg chg="addSp delSp modSp new mod">
        <pc:chgData name="Daphne Economou" userId="d065a339-36cf-4937-af08-41751becbd81" providerId="ADAL" clId="{C432973F-67B1-4649-B971-31E254B6DA88}" dt="2022-10-22T09:48:24.936" v="852" actId="20577"/>
        <pc:sldMkLst>
          <pc:docMk/>
          <pc:sldMk cId="506191502" sldId="643"/>
        </pc:sldMkLst>
        <pc:spChg chg="del">
          <ac:chgData name="Daphne Economou" userId="d065a339-36cf-4937-af08-41751becbd81" providerId="ADAL" clId="{C432973F-67B1-4649-B971-31E254B6DA88}" dt="2022-10-22T09:32:05.531" v="353" actId="478"/>
          <ac:spMkLst>
            <pc:docMk/>
            <pc:sldMk cId="506191502" sldId="643"/>
            <ac:spMk id="2" creationId="{0394BA01-8436-31E3-BE63-C476FF05234C}"/>
          </ac:spMkLst>
        </pc:spChg>
        <pc:spChg chg="del">
          <ac:chgData name="Daphne Economou" userId="d065a339-36cf-4937-af08-41751becbd81" providerId="ADAL" clId="{C432973F-67B1-4649-B971-31E254B6DA88}" dt="2022-10-22T09:31:55.612" v="349" actId="478"/>
          <ac:spMkLst>
            <pc:docMk/>
            <pc:sldMk cId="506191502" sldId="643"/>
            <ac:spMk id="3" creationId="{C367B850-08CE-30B0-DE4B-76AFA8CB3A8C}"/>
          </ac:spMkLst>
        </pc:spChg>
        <pc:spChg chg="add mod">
          <ac:chgData name="Daphne Economou" userId="d065a339-36cf-4937-af08-41751becbd81" providerId="ADAL" clId="{C432973F-67B1-4649-B971-31E254B6DA88}" dt="2022-10-22T09:48:24.936" v="852" actId="20577"/>
          <ac:spMkLst>
            <pc:docMk/>
            <pc:sldMk cId="506191502" sldId="643"/>
            <ac:spMk id="8" creationId="{35022FA4-3072-4458-AC9E-13CBAA5BAC3C}"/>
          </ac:spMkLst>
        </pc:spChg>
        <pc:spChg chg="add mod">
          <ac:chgData name="Daphne Economou" userId="d065a339-36cf-4937-af08-41751becbd81" providerId="ADAL" clId="{C432973F-67B1-4649-B971-31E254B6DA88}" dt="2022-10-22T09:32:19.258" v="360" actId="1076"/>
          <ac:spMkLst>
            <pc:docMk/>
            <pc:sldMk cId="506191502" sldId="643"/>
            <ac:spMk id="9" creationId="{BEA1DD91-FEE4-96C5-90A9-F7593BD50271}"/>
          </ac:spMkLst>
        </pc:spChg>
        <pc:spChg chg="add mod">
          <ac:chgData name="Daphne Economou" userId="d065a339-36cf-4937-af08-41751becbd81" providerId="ADAL" clId="{C432973F-67B1-4649-B971-31E254B6DA88}" dt="2022-10-22T09:47:06.291" v="757" actId="1076"/>
          <ac:spMkLst>
            <pc:docMk/>
            <pc:sldMk cId="506191502" sldId="643"/>
            <ac:spMk id="10" creationId="{AC7BAE18-7DA2-7AF5-684F-245E132C42DE}"/>
          </ac:spMkLst>
        </pc:spChg>
        <pc:picChg chg="add mod">
          <ac:chgData name="Daphne Economou" userId="d065a339-36cf-4937-af08-41751becbd81" providerId="ADAL" clId="{C432973F-67B1-4649-B971-31E254B6DA88}" dt="2022-10-22T09:45:13.533" v="747" actId="14100"/>
          <ac:picMkLst>
            <pc:docMk/>
            <pc:sldMk cId="506191502" sldId="643"/>
            <ac:picMk id="7" creationId="{4EA45C8C-C663-8B0D-BAD3-4D7529644276}"/>
          </ac:picMkLst>
        </pc:picChg>
        <pc:cxnChg chg="add">
          <ac:chgData name="Daphne Economou" userId="d065a339-36cf-4937-af08-41751becbd81" providerId="ADAL" clId="{C432973F-67B1-4649-B971-31E254B6DA88}" dt="2022-10-22T09:47:12.569" v="758" actId="11529"/>
          <ac:cxnSpMkLst>
            <pc:docMk/>
            <pc:sldMk cId="506191502" sldId="643"/>
            <ac:cxnSpMk id="12" creationId="{077A0553-9E0B-9D47-7D01-3DF97D691116}"/>
          </ac:cxnSpMkLst>
        </pc:cxnChg>
      </pc:sldChg>
      <pc:sldChg chg="addSp delSp modSp new mod">
        <pc:chgData name="Daphne Economou" userId="d065a339-36cf-4937-af08-41751becbd81" providerId="ADAL" clId="{C432973F-67B1-4649-B971-31E254B6DA88}" dt="2022-10-22T09:37:33.452" v="689" actId="1035"/>
        <pc:sldMkLst>
          <pc:docMk/>
          <pc:sldMk cId="1919175559" sldId="644"/>
        </pc:sldMkLst>
        <pc:spChg chg="mod">
          <ac:chgData name="Daphne Economou" userId="d065a339-36cf-4937-af08-41751becbd81" providerId="ADAL" clId="{C432973F-67B1-4649-B971-31E254B6DA88}" dt="2022-10-22T09:37:33.452" v="689" actId="1035"/>
          <ac:spMkLst>
            <pc:docMk/>
            <pc:sldMk cId="1919175559" sldId="644"/>
            <ac:spMk id="2" creationId="{52689C95-C845-9AED-D70D-B2E7E9061A2C}"/>
          </ac:spMkLst>
        </pc:spChg>
        <pc:spChg chg="del">
          <ac:chgData name="Daphne Economou" userId="d065a339-36cf-4937-af08-41751becbd81" providerId="ADAL" clId="{C432973F-67B1-4649-B971-31E254B6DA88}" dt="2022-10-22T09:36:39.009" v="669" actId="478"/>
          <ac:spMkLst>
            <pc:docMk/>
            <pc:sldMk cId="1919175559" sldId="644"/>
            <ac:spMk id="3" creationId="{8613B3CD-ED9C-04DB-F82F-6C4457B2D737}"/>
          </ac:spMkLst>
        </pc:spChg>
        <pc:picChg chg="add mod">
          <ac:chgData name="Daphne Economou" userId="d065a339-36cf-4937-af08-41751becbd81" providerId="ADAL" clId="{C432973F-67B1-4649-B971-31E254B6DA88}" dt="2022-10-22T09:36:37.169" v="668" actId="1076"/>
          <ac:picMkLst>
            <pc:docMk/>
            <pc:sldMk cId="1919175559" sldId="644"/>
            <ac:picMk id="7" creationId="{F023AE2E-D5A6-0400-EBA2-62D918BB6F0E}"/>
          </ac:picMkLst>
        </pc:picChg>
      </pc:sldChg>
      <pc:sldChg chg="addSp modSp new mod modClrScheme chgLayout">
        <pc:chgData name="Daphne Economou" userId="d065a339-36cf-4937-af08-41751becbd81" providerId="ADAL" clId="{C432973F-67B1-4649-B971-31E254B6DA88}" dt="2022-10-22T10:02:15.474" v="1000" actId="1076"/>
        <pc:sldMkLst>
          <pc:docMk/>
          <pc:sldMk cId="4088107113" sldId="645"/>
        </pc:sldMkLst>
        <pc:spChg chg="mod ord">
          <ac:chgData name="Daphne Economou" userId="d065a339-36cf-4937-af08-41751becbd81" providerId="ADAL" clId="{C432973F-67B1-4649-B971-31E254B6DA88}" dt="2022-10-22T09:54:05.968" v="900" actId="700"/>
          <ac:spMkLst>
            <pc:docMk/>
            <pc:sldMk cId="4088107113" sldId="645"/>
            <ac:spMk id="2" creationId="{C3CE2211-03B7-E09E-9237-BDCD1C6BC016}"/>
          </ac:spMkLst>
        </pc:spChg>
        <pc:spChg chg="mod ord">
          <ac:chgData name="Daphne Economou" userId="d065a339-36cf-4937-af08-41751becbd81" providerId="ADAL" clId="{C432973F-67B1-4649-B971-31E254B6DA88}" dt="2022-10-22T09:54:40.138" v="937" actId="403"/>
          <ac:spMkLst>
            <pc:docMk/>
            <pc:sldMk cId="4088107113" sldId="645"/>
            <ac:spMk id="3" creationId="{A8D8EC73-AFAE-F52E-A3D7-5D711302F56A}"/>
          </ac:spMkLst>
        </pc:spChg>
        <pc:spChg chg="mod ord">
          <ac:chgData name="Daphne Economou" userId="d065a339-36cf-4937-af08-41751becbd81" providerId="ADAL" clId="{C432973F-67B1-4649-B971-31E254B6DA88}" dt="2022-10-22T09:54:05.968" v="900" actId="700"/>
          <ac:spMkLst>
            <pc:docMk/>
            <pc:sldMk cId="4088107113" sldId="645"/>
            <ac:spMk id="4" creationId="{F7E1BAC2-A35F-5931-4D5B-897DC63C52E3}"/>
          </ac:spMkLst>
        </pc:spChg>
        <pc:spChg chg="mod ord">
          <ac:chgData name="Daphne Economou" userId="d065a339-36cf-4937-af08-41751becbd81" providerId="ADAL" clId="{C432973F-67B1-4649-B971-31E254B6DA88}" dt="2022-10-22T09:54:05.968" v="900" actId="700"/>
          <ac:spMkLst>
            <pc:docMk/>
            <pc:sldMk cId="4088107113" sldId="645"/>
            <ac:spMk id="5" creationId="{06A9597A-097A-5BD3-BFEB-5A3FCC8BC5C4}"/>
          </ac:spMkLst>
        </pc:spChg>
        <pc:spChg chg="add mod ord">
          <ac:chgData name="Daphne Economou" userId="d065a339-36cf-4937-af08-41751becbd81" providerId="ADAL" clId="{C432973F-67B1-4649-B971-31E254B6DA88}" dt="2022-10-22T10:01:44.476" v="992" actId="20577"/>
          <ac:spMkLst>
            <pc:docMk/>
            <pc:sldMk cId="4088107113" sldId="645"/>
            <ac:spMk id="8" creationId="{F9042EF3-259A-D1C5-9AA4-A422586A842F}"/>
          </ac:spMkLst>
        </pc:spChg>
        <pc:spChg chg="add mod ord">
          <ac:chgData name="Daphne Economou" userId="d065a339-36cf-4937-af08-41751becbd81" providerId="ADAL" clId="{C432973F-67B1-4649-B971-31E254B6DA88}" dt="2022-10-22T10:01:47.227" v="993" actId="20577"/>
          <ac:spMkLst>
            <pc:docMk/>
            <pc:sldMk cId="4088107113" sldId="645"/>
            <ac:spMk id="9" creationId="{9010F044-6457-10A4-1579-2F7A8BD77C38}"/>
          </ac:spMkLst>
        </pc:spChg>
        <pc:spChg chg="add mod ord">
          <ac:chgData name="Daphne Economou" userId="d065a339-36cf-4937-af08-41751becbd81" providerId="ADAL" clId="{C432973F-67B1-4649-B971-31E254B6DA88}" dt="2022-10-22T10:00:52.002" v="952" actId="108"/>
          <ac:spMkLst>
            <pc:docMk/>
            <pc:sldMk cId="4088107113" sldId="645"/>
            <ac:spMk id="10" creationId="{3350B871-8C04-B245-405F-CB1EBDBEC5A8}"/>
          </ac:spMkLst>
        </pc:spChg>
        <pc:picChg chg="add mod">
          <ac:chgData name="Daphne Economou" userId="d065a339-36cf-4937-af08-41751becbd81" providerId="ADAL" clId="{C432973F-67B1-4649-B971-31E254B6DA88}" dt="2022-10-22T09:54:47.012" v="940" actId="1076"/>
          <ac:picMkLst>
            <pc:docMk/>
            <pc:sldMk cId="4088107113" sldId="645"/>
            <ac:picMk id="7" creationId="{B3671FFA-643C-7861-6BDF-C7006976D0FC}"/>
          </ac:picMkLst>
        </pc:picChg>
        <pc:picChg chg="add mod">
          <ac:chgData name="Daphne Economou" userId="d065a339-36cf-4937-af08-41751becbd81" providerId="ADAL" clId="{C432973F-67B1-4649-B971-31E254B6DA88}" dt="2022-10-22T10:02:15.474" v="1000" actId="1076"/>
          <ac:picMkLst>
            <pc:docMk/>
            <pc:sldMk cId="4088107113" sldId="645"/>
            <ac:picMk id="12" creationId="{BD04207E-4E2F-5001-9428-621F5511E4AE}"/>
          </ac:picMkLst>
        </pc:picChg>
      </pc:sldChg>
      <pc:sldChg chg="addSp modSp new mod ord">
        <pc:chgData name="Daphne Economou" userId="d065a339-36cf-4937-af08-41751becbd81" providerId="ADAL" clId="{C432973F-67B1-4649-B971-31E254B6DA88}" dt="2022-10-22T09:52:30.336" v="896" actId="14100"/>
        <pc:sldMkLst>
          <pc:docMk/>
          <pc:sldMk cId="1466085313" sldId="646"/>
        </pc:sldMkLst>
        <pc:spChg chg="mod">
          <ac:chgData name="Daphne Economou" userId="d065a339-36cf-4937-af08-41751becbd81" providerId="ADAL" clId="{C432973F-67B1-4649-B971-31E254B6DA88}" dt="2022-10-22T09:40:47.348" v="729" actId="27636"/>
          <ac:spMkLst>
            <pc:docMk/>
            <pc:sldMk cId="1466085313" sldId="646"/>
            <ac:spMk id="2" creationId="{63CD0D56-6013-77BA-0181-6B3366ADE734}"/>
          </ac:spMkLst>
        </pc:spChg>
        <pc:spChg chg="mod">
          <ac:chgData name="Daphne Economou" userId="d065a339-36cf-4937-af08-41751becbd81" providerId="ADAL" clId="{C432973F-67B1-4649-B971-31E254B6DA88}" dt="2022-10-22T09:50:28.841" v="882" actId="27636"/>
          <ac:spMkLst>
            <pc:docMk/>
            <pc:sldMk cId="1466085313" sldId="646"/>
            <ac:spMk id="3" creationId="{6DEC6951-9EF5-6FFF-F319-60961B26143D}"/>
          </ac:spMkLst>
        </pc:spChg>
        <pc:spChg chg="add mod">
          <ac:chgData name="Daphne Economou" userId="d065a339-36cf-4937-af08-41751becbd81" providerId="ADAL" clId="{C432973F-67B1-4649-B971-31E254B6DA88}" dt="2022-10-22T09:52:30.336" v="896" actId="14100"/>
          <ac:spMkLst>
            <pc:docMk/>
            <pc:sldMk cId="1466085313" sldId="646"/>
            <ac:spMk id="7" creationId="{13BF2FB6-7D9F-1953-5A08-2866EAFCC47B}"/>
          </ac:spMkLst>
        </pc:spChg>
        <pc:picChg chg="add mod ord">
          <ac:chgData name="Daphne Economou" userId="d065a339-36cf-4937-af08-41751becbd81" providerId="ADAL" clId="{C432973F-67B1-4649-B971-31E254B6DA88}" dt="2022-10-22T09:52:22.904" v="894" actId="1076"/>
          <ac:picMkLst>
            <pc:docMk/>
            <pc:sldMk cId="1466085313" sldId="646"/>
            <ac:picMk id="6" creationId="{FEE959AB-2715-67E2-F6E5-80645AD5327F}"/>
          </ac:picMkLst>
        </pc:picChg>
      </pc:sldChg>
      <pc:sldChg chg="addSp delSp modSp new mod modClrScheme chgLayout">
        <pc:chgData name="Daphne Economou" userId="d065a339-36cf-4937-af08-41751becbd81" providerId="ADAL" clId="{C432973F-67B1-4649-B971-31E254B6DA88}" dt="2022-10-22T10:09:31.690" v="1031" actId="2061"/>
        <pc:sldMkLst>
          <pc:docMk/>
          <pc:sldMk cId="1139539221" sldId="647"/>
        </pc:sldMkLst>
        <pc:spChg chg="del mod ord">
          <ac:chgData name="Daphne Economou" userId="d065a339-36cf-4937-af08-41751becbd81" providerId="ADAL" clId="{C432973F-67B1-4649-B971-31E254B6DA88}" dt="2022-10-22T10:02:43.975" v="1002" actId="700"/>
          <ac:spMkLst>
            <pc:docMk/>
            <pc:sldMk cId="1139539221" sldId="647"/>
            <ac:spMk id="2" creationId="{8EF2CE9B-819F-5F97-1583-5BEBD266A685}"/>
          </ac:spMkLst>
        </pc:spChg>
        <pc:spChg chg="del mod ord">
          <ac:chgData name="Daphne Economou" userId="d065a339-36cf-4937-af08-41751becbd81" providerId="ADAL" clId="{C432973F-67B1-4649-B971-31E254B6DA88}" dt="2022-10-22T10:02:43.975" v="1002" actId="700"/>
          <ac:spMkLst>
            <pc:docMk/>
            <pc:sldMk cId="1139539221" sldId="647"/>
            <ac:spMk id="3" creationId="{946763A5-2B66-7242-AF69-8B6AABD1EB67}"/>
          </ac:spMkLst>
        </pc:spChg>
        <pc:spChg chg="del">
          <ac:chgData name="Daphne Economou" userId="d065a339-36cf-4937-af08-41751becbd81" providerId="ADAL" clId="{C432973F-67B1-4649-B971-31E254B6DA88}" dt="2022-10-22T10:02:43.975" v="1002" actId="700"/>
          <ac:spMkLst>
            <pc:docMk/>
            <pc:sldMk cId="1139539221" sldId="647"/>
            <ac:spMk id="4" creationId="{53F940D3-3CFB-BB6F-12E3-859C4735EA1E}"/>
          </ac:spMkLst>
        </pc:spChg>
        <pc:spChg chg="del">
          <ac:chgData name="Daphne Economou" userId="d065a339-36cf-4937-af08-41751becbd81" providerId="ADAL" clId="{C432973F-67B1-4649-B971-31E254B6DA88}" dt="2022-10-22T10:02:43.975" v="1002" actId="700"/>
          <ac:spMkLst>
            <pc:docMk/>
            <pc:sldMk cId="1139539221" sldId="647"/>
            <ac:spMk id="5" creationId="{0AF32A3E-8393-00D0-5A13-B5BF48F8FF7D}"/>
          </ac:spMkLst>
        </pc:spChg>
        <pc:spChg chg="del">
          <ac:chgData name="Daphne Economou" userId="d065a339-36cf-4937-af08-41751becbd81" providerId="ADAL" clId="{C432973F-67B1-4649-B971-31E254B6DA88}" dt="2022-10-22T10:02:43.975" v="1002" actId="700"/>
          <ac:spMkLst>
            <pc:docMk/>
            <pc:sldMk cId="1139539221" sldId="647"/>
            <ac:spMk id="6" creationId="{B3F8840A-CCE7-E80F-51FF-8BF67BCC3E91}"/>
          </ac:spMkLst>
        </pc:spChg>
        <pc:spChg chg="mod ord">
          <ac:chgData name="Daphne Economou" userId="d065a339-36cf-4937-af08-41751becbd81" providerId="ADAL" clId="{C432973F-67B1-4649-B971-31E254B6DA88}" dt="2022-10-22T10:02:43.975" v="1002" actId="700"/>
          <ac:spMkLst>
            <pc:docMk/>
            <pc:sldMk cId="1139539221" sldId="647"/>
            <ac:spMk id="7" creationId="{9062D99F-A120-1DEB-AFC7-CEDFDDB33EBB}"/>
          </ac:spMkLst>
        </pc:spChg>
        <pc:spChg chg="mod ord">
          <ac:chgData name="Daphne Economou" userId="d065a339-36cf-4937-af08-41751becbd81" providerId="ADAL" clId="{C432973F-67B1-4649-B971-31E254B6DA88}" dt="2022-10-22T10:02:43.975" v="1002" actId="700"/>
          <ac:spMkLst>
            <pc:docMk/>
            <pc:sldMk cId="1139539221" sldId="647"/>
            <ac:spMk id="8" creationId="{4B47A394-1A74-5EDA-18BB-D58B00C3C9FD}"/>
          </ac:spMkLst>
        </pc:spChg>
        <pc:spChg chg="del">
          <ac:chgData name="Daphne Economou" userId="d065a339-36cf-4937-af08-41751becbd81" providerId="ADAL" clId="{C432973F-67B1-4649-B971-31E254B6DA88}" dt="2022-10-22T10:02:43.975" v="1002" actId="700"/>
          <ac:spMkLst>
            <pc:docMk/>
            <pc:sldMk cId="1139539221" sldId="647"/>
            <ac:spMk id="9" creationId="{E6BB0AED-259A-3D13-CE0D-3C478F8E86D0}"/>
          </ac:spMkLst>
        </pc:spChg>
        <pc:spChg chg="add mod ord">
          <ac:chgData name="Daphne Economou" userId="d065a339-36cf-4937-af08-41751becbd81" providerId="ADAL" clId="{C432973F-67B1-4649-B971-31E254B6DA88}" dt="2022-10-22T10:07:14.091" v="1022"/>
          <ac:spMkLst>
            <pc:docMk/>
            <pc:sldMk cId="1139539221" sldId="647"/>
            <ac:spMk id="10" creationId="{B1844CF0-53B1-A509-2DAF-351CE773F700}"/>
          </ac:spMkLst>
        </pc:spChg>
        <pc:spChg chg="add del mod ord">
          <ac:chgData name="Daphne Economou" userId="d065a339-36cf-4937-af08-41751becbd81" providerId="ADAL" clId="{C432973F-67B1-4649-B971-31E254B6DA88}" dt="2022-10-22T10:02:57.748" v="1003" actId="3680"/>
          <ac:spMkLst>
            <pc:docMk/>
            <pc:sldMk cId="1139539221" sldId="647"/>
            <ac:spMk id="11" creationId="{81202723-ABB6-B156-2FC8-709CF8D5717E}"/>
          </ac:spMkLst>
        </pc:spChg>
        <pc:graphicFrameChg chg="add mod ord modGraphic">
          <ac:chgData name="Daphne Economou" userId="d065a339-36cf-4937-af08-41751becbd81" providerId="ADAL" clId="{C432973F-67B1-4649-B971-31E254B6DA88}" dt="2022-10-22T10:09:31.690" v="1031" actId="2061"/>
          <ac:graphicFrameMkLst>
            <pc:docMk/>
            <pc:sldMk cId="1139539221" sldId="647"/>
            <ac:graphicFrameMk id="12" creationId="{6EF83351-9CBD-D7F5-DEA5-020ED305F790}"/>
          </ac:graphicFrameMkLst>
        </pc:graphicFrameChg>
      </pc:sldChg>
      <pc:sldChg chg="modSp new mod">
        <pc:chgData name="Daphne Economou" userId="d065a339-36cf-4937-af08-41751becbd81" providerId="ADAL" clId="{C432973F-67B1-4649-B971-31E254B6DA88}" dt="2022-10-22T10:25:00.447" v="1278" actId="20577"/>
        <pc:sldMkLst>
          <pc:docMk/>
          <pc:sldMk cId="3526452111" sldId="648"/>
        </pc:sldMkLst>
        <pc:spChg chg="mod">
          <ac:chgData name="Daphne Economou" userId="d065a339-36cf-4937-af08-41751becbd81" providerId="ADAL" clId="{C432973F-67B1-4649-B971-31E254B6DA88}" dt="2022-10-22T10:25:00.447" v="1278" actId="20577"/>
          <ac:spMkLst>
            <pc:docMk/>
            <pc:sldMk cId="3526452111" sldId="648"/>
            <ac:spMk id="2" creationId="{C53DC75F-3E46-20B6-F4B0-D705F8A99362}"/>
          </ac:spMkLst>
        </pc:spChg>
        <pc:spChg chg="mod">
          <ac:chgData name="Daphne Economou" userId="d065a339-36cf-4937-af08-41751becbd81" providerId="ADAL" clId="{C432973F-67B1-4649-B971-31E254B6DA88}" dt="2022-10-22T10:17:39.569" v="1149" actId="207"/>
          <ac:spMkLst>
            <pc:docMk/>
            <pc:sldMk cId="3526452111" sldId="648"/>
            <ac:spMk id="3" creationId="{F20C17D9-9C97-AEB8-88C5-EECE8C25C0D5}"/>
          </ac:spMkLst>
        </pc:spChg>
      </pc:sldChg>
      <pc:sldChg chg="addSp delSp modSp add mod">
        <pc:chgData name="Daphne Economou" userId="d065a339-36cf-4937-af08-41751becbd81" providerId="ADAL" clId="{C432973F-67B1-4649-B971-31E254B6DA88}" dt="2022-10-22T10:22:14.043" v="1176" actId="478"/>
        <pc:sldMkLst>
          <pc:docMk/>
          <pc:sldMk cId="935589118" sldId="649"/>
        </pc:sldMkLst>
        <pc:spChg chg="mod">
          <ac:chgData name="Daphne Economou" userId="d065a339-36cf-4937-af08-41751becbd81" providerId="ADAL" clId="{C432973F-67B1-4649-B971-31E254B6DA88}" dt="2022-10-22T10:12:01.380" v="1085"/>
          <ac:spMkLst>
            <pc:docMk/>
            <pc:sldMk cId="935589118" sldId="649"/>
            <ac:spMk id="2" creationId="{63CD0D56-6013-77BA-0181-6B3366ADE734}"/>
          </ac:spMkLst>
        </pc:spChg>
        <pc:spChg chg="mod">
          <ac:chgData name="Daphne Economou" userId="d065a339-36cf-4937-af08-41751becbd81" providerId="ADAL" clId="{C432973F-67B1-4649-B971-31E254B6DA88}" dt="2022-10-22T10:13:51.418" v="1134" actId="13926"/>
          <ac:spMkLst>
            <pc:docMk/>
            <pc:sldMk cId="935589118" sldId="649"/>
            <ac:spMk id="3" creationId="{6DEC6951-9EF5-6FFF-F319-60961B26143D}"/>
          </ac:spMkLst>
        </pc:spChg>
        <pc:spChg chg="del">
          <ac:chgData name="Daphne Economou" userId="d065a339-36cf-4937-af08-41751becbd81" providerId="ADAL" clId="{C432973F-67B1-4649-B971-31E254B6DA88}" dt="2022-10-22T10:10:59.215" v="1034" actId="478"/>
          <ac:spMkLst>
            <pc:docMk/>
            <pc:sldMk cId="935589118" sldId="649"/>
            <ac:spMk id="7" creationId="{13BF2FB6-7D9F-1953-5A08-2866EAFCC47B}"/>
          </ac:spMkLst>
        </pc:spChg>
        <pc:spChg chg="add del mod">
          <ac:chgData name="Daphne Economou" userId="d065a339-36cf-4937-af08-41751becbd81" providerId="ADAL" clId="{C432973F-67B1-4649-B971-31E254B6DA88}" dt="2022-10-22T10:12:26" v="1088" actId="478"/>
          <ac:spMkLst>
            <pc:docMk/>
            <pc:sldMk cId="935589118" sldId="649"/>
            <ac:spMk id="8" creationId="{C29C3E3F-3B0B-8052-D0EF-FD652A3F8F72}"/>
          </ac:spMkLst>
        </pc:spChg>
        <pc:spChg chg="add del mod">
          <ac:chgData name="Daphne Economou" userId="d065a339-36cf-4937-af08-41751becbd81" providerId="ADAL" clId="{C432973F-67B1-4649-B971-31E254B6DA88}" dt="2022-10-22T10:12:30.922" v="1091" actId="478"/>
          <ac:spMkLst>
            <pc:docMk/>
            <pc:sldMk cId="935589118" sldId="649"/>
            <ac:spMk id="10" creationId="{D9C85B70-EA9F-C742-F6C0-187EF7976D03}"/>
          </ac:spMkLst>
        </pc:spChg>
        <pc:spChg chg="add del mod">
          <ac:chgData name="Daphne Economou" userId="d065a339-36cf-4937-af08-41751becbd81" providerId="ADAL" clId="{C432973F-67B1-4649-B971-31E254B6DA88}" dt="2022-10-22T10:14:05.800" v="1138" actId="478"/>
          <ac:spMkLst>
            <pc:docMk/>
            <pc:sldMk cId="935589118" sldId="649"/>
            <ac:spMk id="12" creationId="{54176B5C-8F7B-A294-57D8-75E70032A9A0}"/>
          </ac:spMkLst>
        </pc:spChg>
        <pc:spChg chg="add mod">
          <ac:chgData name="Daphne Economou" userId="d065a339-36cf-4937-af08-41751becbd81" providerId="ADAL" clId="{C432973F-67B1-4649-B971-31E254B6DA88}" dt="2022-10-22T10:15:22.311" v="1144" actId="1076"/>
          <ac:spMkLst>
            <pc:docMk/>
            <pc:sldMk cId="935589118" sldId="649"/>
            <ac:spMk id="13" creationId="{774FF9B8-03CC-30AA-F18A-116EC56FA936}"/>
          </ac:spMkLst>
        </pc:spChg>
        <pc:spChg chg="add mod">
          <ac:chgData name="Daphne Economou" userId="d065a339-36cf-4937-af08-41751becbd81" providerId="ADAL" clId="{C432973F-67B1-4649-B971-31E254B6DA88}" dt="2022-10-22T10:15:19.378" v="1143" actId="1076"/>
          <ac:spMkLst>
            <pc:docMk/>
            <pc:sldMk cId="935589118" sldId="649"/>
            <ac:spMk id="15" creationId="{798CEF52-E556-4D69-792C-940C1FC087EF}"/>
          </ac:spMkLst>
        </pc:spChg>
        <pc:spChg chg="add del mod">
          <ac:chgData name="Daphne Economou" userId="d065a339-36cf-4937-af08-41751becbd81" providerId="ADAL" clId="{C432973F-67B1-4649-B971-31E254B6DA88}" dt="2022-10-22T10:22:14.043" v="1176" actId="478"/>
          <ac:spMkLst>
            <pc:docMk/>
            <pc:sldMk cId="935589118" sldId="649"/>
            <ac:spMk id="21" creationId="{EA42907B-5337-3D9A-E070-4C811BC2D5A8}"/>
          </ac:spMkLst>
        </pc:spChg>
        <pc:picChg chg="del">
          <ac:chgData name="Daphne Economou" userId="d065a339-36cf-4937-af08-41751becbd81" providerId="ADAL" clId="{C432973F-67B1-4649-B971-31E254B6DA88}" dt="2022-10-22T10:10:57.742" v="1033" actId="478"/>
          <ac:picMkLst>
            <pc:docMk/>
            <pc:sldMk cId="935589118" sldId="649"/>
            <ac:picMk id="6" creationId="{FEE959AB-2715-67E2-F6E5-80645AD5327F}"/>
          </ac:picMkLst>
        </pc:picChg>
        <pc:picChg chg="add del mod">
          <ac:chgData name="Daphne Economou" userId="d065a339-36cf-4937-af08-41751becbd81" providerId="ADAL" clId="{C432973F-67B1-4649-B971-31E254B6DA88}" dt="2022-10-22T10:12:30.015" v="1090" actId="478"/>
          <ac:picMkLst>
            <pc:docMk/>
            <pc:sldMk cId="935589118" sldId="649"/>
            <ac:picMk id="9" creationId="{F4FFEF4C-77B4-749E-1547-15FB568362C4}"/>
          </ac:picMkLst>
        </pc:picChg>
        <pc:picChg chg="add del mod">
          <ac:chgData name="Daphne Economou" userId="d065a339-36cf-4937-af08-41751becbd81" providerId="ADAL" clId="{C432973F-67B1-4649-B971-31E254B6DA88}" dt="2022-10-22T10:14:05.800" v="1138" actId="478"/>
          <ac:picMkLst>
            <pc:docMk/>
            <pc:sldMk cId="935589118" sldId="649"/>
            <ac:picMk id="11" creationId="{EBD49FD6-4675-E40C-F712-7A69C2B21F61}"/>
          </ac:picMkLst>
        </pc:picChg>
        <pc:picChg chg="add mod">
          <ac:chgData name="Daphne Economou" userId="d065a339-36cf-4937-af08-41751becbd81" providerId="ADAL" clId="{C432973F-67B1-4649-B971-31E254B6DA88}" dt="2022-10-22T10:15:19.378" v="1143" actId="1076"/>
          <ac:picMkLst>
            <pc:docMk/>
            <pc:sldMk cId="935589118" sldId="649"/>
            <ac:picMk id="14" creationId="{34062D7E-0598-A88C-B467-238830ADF2EB}"/>
          </ac:picMkLst>
        </pc:picChg>
        <pc:cxnChg chg="add mod">
          <ac:chgData name="Daphne Economou" userId="d065a339-36cf-4937-af08-41751becbd81" providerId="ADAL" clId="{C432973F-67B1-4649-B971-31E254B6DA88}" dt="2022-10-22T10:15:25.348" v="1145" actId="14100"/>
          <ac:cxnSpMkLst>
            <pc:docMk/>
            <pc:sldMk cId="935589118" sldId="649"/>
            <ac:cxnSpMk id="17" creationId="{E310B3CB-1F2C-FDE3-F673-A0262E6402F9}"/>
          </ac:cxnSpMkLst>
        </pc:cxnChg>
        <pc:cxnChg chg="add mod">
          <ac:chgData name="Daphne Economou" userId="d065a339-36cf-4937-af08-41751becbd81" providerId="ADAL" clId="{C432973F-67B1-4649-B971-31E254B6DA88}" dt="2022-10-22T10:15:22.311" v="1144" actId="1076"/>
          <ac:cxnSpMkLst>
            <pc:docMk/>
            <pc:sldMk cId="935589118" sldId="649"/>
            <ac:cxnSpMk id="19" creationId="{5DC60E25-0B15-4259-3C7D-904AEE27A048}"/>
          </ac:cxnSpMkLst>
        </pc:cxnChg>
      </pc:sldChg>
      <pc:sldChg chg="modSp add mod">
        <pc:chgData name="Daphne Economou" userId="d065a339-36cf-4937-af08-41751becbd81" providerId="ADAL" clId="{C432973F-67B1-4649-B971-31E254B6DA88}" dt="2022-10-22T10:24:04.323" v="1262" actId="20577"/>
        <pc:sldMkLst>
          <pc:docMk/>
          <pc:sldMk cId="2133773386" sldId="650"/>
        </pc:sldMkLst>
        <pc:spChg chg="mod">
          <ac:chgData name="Daphne Economou" userId="d065a339-36cf-4937-af08-41751becbd81" providerId="ADAL" clId="{C432973F-67B1-4649-B971-31E254B6DA88}" dt="2022-10-22T10:24:04.323" v="1262" actId="20577"/>
          <ac:spMkLst>
            <pc:docMk/>
            <pc:sldMk cId="2133773386" sldId="650"/>
            <ac:spMk id="3" creationId="{6DEC6951-9EF5-6FFF-F319-60961B26143D}"/>
          </ac:spMkLst>
        </pc:spChg>
      </pc:sldChg>
      <pc:sldChg chg="add del">
        <pc:chgData name="Daphne Economou" userId="d065a339-36cf-4937-af08-41751becbd81" providerId="ADAL" clId="{C432973F-67B1-4649-B971-31E254B6DA88}" dt="2022-10-22T10:22:46.545" v="1177" actId="47"/>
        <pc:sldMkLst>
          <pc:docMk/>
          <pc:sldMk cId="702025559" sldId="651"/>
        </pc:sldMkLst>
      </pc:sldChg>
      <pc:sldChg chg="modSp add del mod">
        <pc:chgData name="Daphne Economou" userId="d065a339-36cf-4937-af08-41751becbd81" providerId="ADAL" clId="{C432973F-67B1-4649-B971-31E254B6DA88}" dt="2022-10-22T10:32:53.700" v="1334" actId="47"/>
        <pc:sldMkLst>
          <pc:docMk/>
          <pc:sldMk cId="1512498123" sldId="651"/>
        </pc:sldMkLst>
        <pc:spChg chg="mod">
          <ac:chgData name="Daphne Economou" userId="d065a339-36cf-4937-af08-41751becbd81" providerId="ADAL" clId="{C432973F-67B1-4649-B971-31E254B6DA88}" dt="2022-10-22T10:30:34.399" v="1321" actId="20577"/>
          <ac:spMkLst>
            <pc:docMk/>
            <pc:sldMk cId="1512498123" sldId="651"/>
            <ac:spMk id="2" creationId="{63CD0D56-6013-77BA-0181-6B3366ADE734}"/>
          </ac:spMkLst>
        </pc:spChg>
        <pc:spChg chg="mod">
          <ac:chgData name="Daphne Economou" userId="d065a339-36cf-4937-af08-41751becbd81" providerId="ADAL" clId="{C432973F-67B1-4649-B971-31E254B6DA88}" dt="2022-10-22T10:31:58.483" v="1325" actId="12"/>
          <ac:spMkLst>
            <pc:docMk/>
            <pc:sldMk cId="1512498123" sldId="651"/>
            <ac:spMk id="3" creationId="{6DEC6951-9EF5-6FFF-F319-60961B26143D}"/>
          </ac:spMkLst>
        </pc:spChg>
        <pc:spChg chg="mod">
          <ac:chgData name="Daphne Economou" userId="d065a339-36cf-4937-af08-41751becbd81" providerId="ADAL" clId="{C432973F-67B1-4649-B971-31E254B6DA88}" dt="2022-10-22T10:30:28.050" v="1305" actId="14100"/>
          <ac:spMkLst>
            <pc:docMk/>
            <pc:sldMk cId="1512498123" sldId="651"/>
            <ac:spMk id="7" creationId="{13BF2FB6-7D9F-1953-5A08-2866EAFCC47B}"/>
          </ac:spMkLst>
        </pc:spChg>
      </pc:sldChg>
      <pc:sldChg chg="addSp delSp modSp add mod">
        <pc:chgData name="Daphne Economou" userId="d065a339-36cf-4937-af08-41751becbd81" providerId="ADAL" clId="{C432973F-67B1-4649-B971-31E254B6DA88}" dt="2022-10-22T10:44:13.747" v="1432" actId="27636"/>
        <pc:sldMkLst>
          <pc:docMk/>
          <pc:sldMk cId="2638013518" sldId="652"/>
        </pc:sldMkLst>
        <pc:spChg chg="mod">
          <ac:chgData name="Daphne Economou" userId="d065a339-36cf-4937-af08-41751becbd81" providerId="ADAL" clId="{C432973F-67B1-4649-B971-31E254B6DA88}" dt="2022-10-22T10:33:08.820" v="1361" actId="1035"/>
          <ac:spMkLst>
            <pc:docMk/>
            <pc:sldMk cId="2638013518" sldId="652"/>
            <ac:spMk id="2" creationId="{07106E60-2F4D-030E-D272-0B955156E4D5}"/>
          </ac:spMkLst>
        </pc:spChg>
        <pc:spChg chg="mod">
          <ac:chgData name="Daphne Economou" userId="d065a339-36cf-4937-af08-41751becbd81" providerId="ADAL" clId="{C432973F-67B1-4649-B971-31E254B6DA88}" dt="2022-10-22T10:44:13.747" v="1432" actId="27636"/>
          <ac:spMkLst>
            <pc:docMk/>
            <pc:sldMk cId="2638013518" sldId="652"/>
            <ac:spMk id="3" creationId="{4EFC1FBE-E399-3DC9-F4A0-34242AF7A6F3}"/>
          </ac:spMkLst>
        </pc:spChg>
        <pc:spChg chg="del">
          <ac:chgData name="Daphne Economou" userId="d065a339-36cf-4937-af08-41751becbd81" providerId="ADAL" clId="{C432973F-67B1-4649-B971-31E254B6DA88}" dt="2022-10-22T10:32:47.567" v="1332" actId="478"/>
          <ac:spMkLst>
            <pc:docMk/>
            <pc:sldMk cId="2638013518" sldId="652"/>
            <ac:spMk id="6" creationId="{DEF3B59E-A858-1D83-C871-94E0AE78BD93}"/>
          </ac:spMkLst>
        </pc:spChg>
        <pc:spChg chg="add mod">
          <ac:chgData name="Daphne Economou" userId="d065a339-36cf-4937-af08-41751becbd81" providerId="ADAL" clId="{C432973F-67B1-4649-B971-31E254B6DA88}" dt="2022-10-22T10:40:46.188" v="1424" actId="1076"/>
          <ac:spMkLst>
            <pc:docMk/>
            <pc:sldMk cId="2638013518" sldId="652"/>
            <ac:spMk id="8" creationId="{C09DEF7D-D4CC-D1DB-A30A-3286AEA2C70C}"/>
          </ac:spMkLst>
        </pc:spChg>
        <pc:spChg chg="add mod">
          <ac:chgData name="Daphne Economou" userId="d065a339-36cf-4937-af08-41751becbd81" providerId="ADAL" clId="{C432973F-67B1-4649-B971-31E254B6DA88}" dt="2022-10-22T10:40:58.114" v="1430" actId="1076"/>
          <ac:spMkLst>
            <pc:docMk/>
            <pc:sldMk cId="2638013518" sldId="652"/>
            <ac:spMk id="9" creationId="{B018F714-DF57-F9EA-5235-D86BCA15797F}"/>
          </ac:spMkLst>
        </pc:spChg>
        <pc:picChg chg="add mod">
          <ac:chgData name="Daphne Economou" userId="d065a339-36cf-4937-af08-41751becbd81" providerId="ADAL" clId="{C432973F-67B1-4649-B971-31E254B6DA88}" dt="2022-10-22T10:40:46.188" v="1424" actId="1076"/>
          <ac:picMkLst>
            <pc:docMk/>
            <pc:sldMk cId="2638013518" sldId="652"/>
            <ac:picMk id="7" creationId="{A4197A6B-1273-85A6-1760-6F0BBB27BE1A}"/>
          </ac:picMkLst>
        </pc:picChg>
      </pc:sldChg>
      <pc:sldChg chg="addSp delSp modSp add mod">
        <pc:chgData name="Daphne Economou" userId="d065a339-36cf-4937-af08-41751becbd81" providerId="ADAL" clId="{C432973F-67B1-4649-B971-31E254B6DA88}" dt="2022-10-22T10:56:34.600" v="1872" actId="14100"/>
        <pc:sldMkLst>
          <pc:docMk/>
          <pc:sldMk cId="1248074938" sldId="653"/>
        </pc:sldMkLst>
        <pc:spChg chg="mod">
          <ac:chgData name="Daphne Economou" userId="d065a339-36cf-4937-af08-41751becbd81" providerId="ADAL" clId="{C432973F-67B1-4649-B971-31E254B6DA88}" dt="2022-10-22T10:44:43.821" v="1436"/>
          <ac:spMkLst>
            <pc:docMk/>
            <pc:sldMk cId="1248074938" sldId="653"/>
            <ac:spMk id="2" creationId="{07106E60-2F4D-030E-D272-0B955156E4D5}"/>
          </ac:spMkLst>
        </pc:spChg>
        <pc:spChg chg="mod">
          <ac:chgData name="Daphne Economou" userId="d065a339-36cf-4937-af08-41751becbd81" providerId="ADAL" clId="{C432973F-67B1-4649-B971-31E254B6DA88}" dt="2022-10-22T10:52:22.405" v="1781" actId="20577"/>
          <ac:spMkLst>
            <pc:docMk/>
            <pc:sldMk cId="1248074938" sldId="653"/>
            <ac:spMk id="3" creationId="{4EFC1FBE-E399-3DC9-F4A0-34242AF7A6F3}"/>
          </ac:spMkLst>
        </pc:spChg>
        <pc:spChg chg="del">
          <ac:chgData name="Daphne Economou" userId="d065a339-36cf-4937-af08-41751becbd81" providerId="ADAL" clId="{C432973F-67B1-4649-B971-31E254B6DA88}" dt="2022-10-22T10:45:02.018" v="1437" actId="478"/>
          <ac:spMkLst>
            <pc:docMk/>
            <pc:sldMk cId="1248074938" sldId="653"/>
            <ac:spMk id="9" creationId="{B018F714-DF57-F9EA-5235-D86BCA15797F}"/>
          </ac:spMkLst>
        </pc:spChg>
        <pc:spChg chg="add mod">
          <ac:chgData name="Daphne Economou" userId="d065a339-36cf-4937-af08-41751becbd81" providerId="ADAL" clId="{C432973F-67B1-4649-B971-31E254B6DA88}" dt="2022-10-22T10:55:35.597" v="1850" actId="20577"/>
          <ac:spMkLst>
            <pc:docMk/>
            <pc:sldMk cId="1248074938" sldId="653"/>
            <ac:spMk id="11" creationId="{7F40B1AC-E90B-A937-474E-C3A0E6F0440C}"/>
          </ac:spMkLst>
        </pc:spChg>
        <pc:spChg chg="add mod">
          <ac:chgData name="Daphne Economou" userId="d065a339-36cf-4937-af08-41751becbd81" providerId="ADAL" clId="{C432973F-67B1-4649-B971-31E254B6DA88}" dt="2022-10-22T10:55:40.388" v="1863" actId="20577"/>
          <ac:spMkLst>
            <pc:docMk/>
            <pc:sldMk cId="1248074938" sldId="653"/>
            <ac:spMk id="12" creationId="{C6CFD778-F142-BDFF-142B-AF33A460693B}"/>
          </ac:spMkLst>
        </pc:spChg>
        <pc:spChg chg="add mod">
          <ac:chgData name="Daphne Economou" userId="d065a339-36cf-4937-af08-41751becbd81" providerId="ADAL" clId="{C432973F-67B1-4649-B971-31E254B6DA88}" dt="2022-10-22T10:56:04.379" v="1867" actId="208"/>
          <ac:spMkLst>
            <pc:docMk/>
            <pc:sldMk cId="1248074938" sldId="653"/>
            <ac:spMk id="13" creationId="{85657E78-03D1-7B7D-7E33-0DE06DAC67B2}"/>
          </ac:spMkLst>
        </pc:spChg>
        <pc:spChg chg="add mod">
          <ac:chgData name="Daphne Economou" userId="d065a339-36cf-4937-af08-41751becbd81" providerId="ADAL" clId="{C432973F-67B1-4649-B971-31E254B6DA88}" dt="2022-10-22T10:56:34.600" v="1872" actId="14100"/>
          <ac:spMkLst>
            <pc:docMk/>
            <pc:sldMk cId="1248074938" sldId="653"/>
            <ac:spMk id="14" creationId="{D02585C4-5032-55B7-BC89-0C1C9D0E5CEA}"/>
          </ac:spMkLst>
        </pc:spChg>
        <pc:graphicFrameChg chg="add del mod">
          <ac:chgData name="Daphne Economou" userId="d065a339-36cf-4937-af08-41751becbd81" providerId="ADAL" clId="{C432973F-67B1-4649-B971-31E254B6DA88}" dt="2022-10-22T10:53:05.045" v="1785" actId="478"/>
          <ac:graphicFrameMkLst>
            <pc:docMk/>
            <pc:sldMk cId="1248074938" sldId="653"/>
            <ac:graphicFrameMk id="6" creationId="{2C180050-69F3-3093-9F2D-840831502084}"/>
          </ac:graphicFrameMkLst>
        </pc:graphicFrameChg>
        <pc:graphicFrameChg chg="add mod modGraphic">
          <ac:chgData name="Daphne Economou" userId="d065a339-36cf-4937-af08-41751becbd81" providerId="ADAL" clId="{C432973F-67B1-4649-B971-31E254B6DA88}" dt="2022-10-22T10:54:45.081" v="1806" actId="1076"/>
          <ac:graphicFrameMkLst>
            <pc:docMk/>
            <pc:sldMk cId="1248074938" sldId="653"/>
            <ac:graphicFrameMk id="10" creationId="{3686D71A-0B35-7E77-9BFF-56697D21D24C}"/>
          </ac:graphicFrameMkLst>
        </pc:graphicFrameChg>
      </pc:sldChg>
      <pc:sldChg chg="modSp new mod">
        <pc:chgData name="Daphne Economou" userId="d065a339-36cf-4937-af08-41751becbd81" providerId="ADAL" clId="{C432973F-67B1-4649-B971-31E254B6DA88}" dt="2022-10-22T11:08:55.942" v="2071" actId="27636"/>
        <pc:sldMkLst>
          <pc:docMk/>
          <pc:sldMk cId="4120438286" sldId="654"/>
        </pc:sldMkLst>
        <pc:spChg chg="mod">
          <ac:chgData name="Daphne Economou" userId="d065a339-36cf-4937-af08-41751becbd81" providerId="ADAL" clId="{C432973F-67B1-4649-B971-31E254B6DA88}" dt="2022-10-22T11:03:41.485" v="1923"/>
          <ac:spMkLst>
            <pc:docMk/>
            <pc:sldMk cId="4120438286" sldId="654"/>
            <ac:spMk id="2" creationId="{8886C3FA-3F80-470C-18A4-9C86DAC7086D}"/>
          </ac:spMkLst>
        </pc:spChg>
        <pc:spChg chg="mod">
          <ac:chgData name="Daphne Economou" userId="d065a339-36cf-4937-af08-41751becbd81" providerId="ADAL" clId="{C432973F-67B1-4649-B971-31E254B6DA88}" dt="2022-10-22T11:08:55.942" v="2071" actId="27636"/>
          <ac:spMkLst>
            <pc:docMk/>
            <pc:sldMk cId="4120438286" sldId="654"/>
            <ac:spMk id="3" creationId="{AC813E4D-CE5B-260C-5A85-FB21142FF532}"/>
          </ac:spMkLst>
        </pc:spChg>
      </pc:sldChg>
      <pc:sldChg chg="modSp add mod">
        <pc:chgData name="Daphne Economou" userId="d065a339-36cf-4937-af08-41751becbd81" providerId="ADAL" clId="{C432973F-67B1-4649-B971-31E254B6DA88}" dt="2022-10-22T11:10:30.254" v="2098" actId="27636"/>
        <pc:sldMkLst>
          <pc:docMk/>
          <pc:sldMk cId="369966135" sldId="655"/>
        </pc:sldMkLst>
        <pc:spChg chg="mod">
          <ac:chgData name="Daphne Economou" userId="d065a339-36cf-4937-af08-41751becbd81" providerId="ADAL" clId="{C432973F-67B1-4649-B971-31E254B6DA88}" dt="2022-10-22T11:10:30.254" v="2098" actId="27636"/>
          <ac:spMkLst>
            <pc:docMk/>
            <pc:sldMk cId="369966135" sldId="655"/>
            <ac:spMk id="3" creationId="{AC813E4D-CE5B-260C-5A85-FB21142FF532}"/>
          </ac:spMkLst>
        </pc:spChg>
      </pc:sldChg>
      <pc:sldChg chg="modSp new mod ord">
        <pc:chgData name="Daphne Economou" userId="d065a339-36cf-4937-af08-41751becbd81" providerId="ADAL" clId="{C432973F-67B1-4649-B971-31E254B6DA88}" dt="2022-10-23T16:22:43.831" v="7937"/>
        <pc:sldMkLst>
          <pc:docMk/>
          <pc:sldMk cId="4138749405" sldId="656"/>
        </pc:sldMkLst>
        <pc:spChg chg="mod">
          <ac:chgData name="Daphne Economou" userId="d065a339-36cf-4937-af08-41751becbd81" providerId="ADAL" clId="{C432973F-67B1-4649-B971-31E254B6DA88}" dt="2022-10-22T12:34:16.227" v="2136" actId="20577"/>
          <ac:spMkLst>
            <pc:docMk/>
            <pc:sldMk cId="4138749405" sldId="656"/>
            <ac:spMk id="2" creationId="{2EF2D47C-515A-65A1-CFA5-67EAA11B6A34}"/>
          </ac:spMkLst>
        </pc:spChg>
        <pc:spChg chg="mod">
          <ac:chgData name="Daphne Economou" userId="d065a339-36cf-4937-af08-41751becbd81" providerId="ADAL" clId="{C432973F-67B1-4649-B971-31E254B6DA88}" dt="2022-10-22T12:35:31.036" v="2137" actId="2711"/>
          <ac:spMkLst>
            <pc:docMk/>
            <pc:sldMk cId="4138749405" sldId="656"/>
            <ac:spMk id="3" creationId="{4D5808DE-2870-B5DE-7BB5-80959FD0F3C3}"/>
          </ac:spMkLst>
        </pc:spChg>
      </pc:sldChg>
      <pc:sldChg chg="addSp delSp modSp new mod ord chgLayout">
        <pc:chgData name="Daphne Economou" userId="d065a339-36cf-4937-af08-41751becbd81" providerId="ADAL" clId="{C432973F-67B1-4649-B971-31E254B6DA88}" dt="2022-10-23T09:36:10.531" v="2915"/>
        <pc:sldMkLst>
          <pc:docMk/>
          <pc:sldMk cId="621352731" sldId="657"/>
        </pc:sldMkLst>
        <pc:spChg chg="del mod ord">
          <ac:chgData name="Daphne Economou" userId="d065a339-36cf-4937-af08-41751becbd81" providerId="ADAL" clId="{C432973F-67B1-4649-B971-31E254B6DA88}" dt="2022-10-22T12:36:07.973" v="2139" actId="700"/>
          <ac:spMkLst>
            <pc:docMk/>
            <pc:sldMk cId="621352731" sldId="657"/>
            <ac:spMk id="2" creationId="{2B2C0B93-4F14-BC98-417F-126EE336AC5C}"/>
          </ac:spMkLst>
        </pc:spChg>
        <pc:spChg chg="del mod ord">
          <ac:chgData name="Daphne Economou" userId="d065a339-36cf-4937-af08-41751becbd81" providerId="ADAL" clId="{C432973F-67B1-4649-B971-31E254B6DA88}" dt="2022-10-22T12:36:07.973" v="2139" actId="700"/>
          <ac:spMkLst>
            <pc:docMk/>
            <pc:sldMk cId="621352731" sldId="657"/>
            <ac:spMk id="3" creationId="{3872CC14-7DDF-84EA-7DE6-BA420EB7E38E}"/>
          </ac:spMkLst>
        </pc:spChg>
        <pc:spChg chg="mod ord">
          <ac:chgData name="Daphne Economou" userId="d065a339-36cf-4937-af08-41751becbd81" providerId="ADAL" clId="{C432973F-67B1-4649-B971-31E254B6DA88}" dt="2022-10-22T12:36:07.973" v="2139" actId="700"/>
          <ac:spMkLst>
            <pc:docMk/>
            <pc:sldMk cId="621352731" sldId="657"/>
            <ac:spMk id="4" creationId="{6763D677-3254-2B64-91EC-5BD3EB3AE09E}"/>
          </ac:spMkLst>
        </pc:spChg>
        <pc:spChg chg="mod ord">
          <ac:chgData name="Daphne Economou" userId="d065a339-36cf-4937-af08-41751becbd81" providerId="ADAL" clId="{C432973F-67B1-4649-B971-31E254B6DA88}" dt="2022-10-22T12:36:07.973" v="2139" actId="700"/>
          <ac:spMkLst>
            <pc:docMk/>
            <pc:sldMk cId="621352731" sldId="657"/>
            <ac:spMk id="5" creationId="{AE9B4237-BE15-B19A-62BA-D786A75DC1AB}"/>
          </ac:spMkLst>
        </pc:spChg>
        <pc:spChg chg="add mod ord">
          <ac:chgData name="Daphne Economou" userId="d065a339-36cf-4937-af08-41751becbd81" providerId="ADAL" clId="{C432973F-67B1-4649-B971-31E254B6DA88}" dt="2022-10-22T12:36:14.543" v="2159" actId="20577"/>
          <ac:spMkLst>
            <pc:docMk/>
            <pc:sldMk cId="621352731" sldId="657"/>
            <ac:spMk id="6" creationId="{029D7FB6-405E-3338-EDB0-D4F9718703BA}"/>
          </ac:spMkLst>
        </pc:spChg>
        <pc:spChg chg="add mod ord">
          <ac:chgData name="Daphne Economou" userId="d065a339-36cf-4937-af08-41751becbd81" providerId="ADAL" clId="{C432973F-67B1-4649-B971-31E254B6DA88}" dt="2022-10-22T12:45:45.799" v="2292" actId="20577"/>
          <ac:spMkLst>
            <pc:docMk/>
            <pc:sldMk cId="621352731" sldId="657"/>
            <ac:spMk id="7" creationId="{8288791B-9A38-868B-3BE9-12112F5611A5}"/>
          </ac:spMkLst>
        </pc:spChg>
        <pc:picChg chg="add mod">
          <ac:chgData name="Daphne Economou" userId="d065a339-36cf-4937-af08-41751becbd81" providerId="ADAL" clId="{C432973F-67B1-4649-B971-31E254B6DA88}" dt="2022-10-23T09:34:09.028" v="2904" actId="1076"/>
          <ac:picMkLst>
            <pc:docMk/>
            <pc:sldMk cId="621352731" sldId="657"/>
            <ac:picMk id="9" creationId="{718AAD13-31E4-A8E5-B3BE-BB1BC7FCED9D}"/>
          </ac:picMkLst>
        </pc:picChg>
      </pc:sldChg>
      <pc:sldChg chg="addSp delSp modSp new del mod chgLayout">
        <pc:chgData name="Daphne Economou" userId="d065a339-36cf-4937-af08-41751becbd81" providerId="ADAL" clId="{C432973F-67B1-4649-B971-31E254B6DA88}" dt="2022-10-23T09:09:26.699" v="2449" actId="47"/>
        <pc:sldMkLst>
          <pc:docMk/>
          <pc:sldMk cId="65585402" sldId="658"/>
        </pc:sldMkLst>
        <pc:spChg chg="del mod ord">
          <ac:chgData name="Daphne Economou" userId="d065a339-36cf-4937-af08-41751becbd81" providerId="ADAL" clId="{C432973F-67B1-4649-B971-31E254B6DA88}" dt="2022-10-23T08:54:46.942" v="2294" actId="700"/>
          <ac:spMkLst>
            <pc:docMk/>
            <pc:sldMk cId="65585402" sldId="658"/>
            <ac:spMk id="2" creationId="{24F20E54-582E-D3BC-F3FE-8B2B8A4C06AD}"/>
          </ac:spMkLst>
        </pc:spChg>
        <pc:spChg chg="del mod ord">
          <ac:chgData name="Daphne Economou" userId="d065a339-36cf-4937-af08-41751becbd81" providerId="ADAL" clId="{C432973F-67B1-4649-B971-31E254B6DA88}" dt="2022-10-23T08:54:46.942" v="2294" actId="700"/>
          <ac:spMkLst>
            <pc:docMk/>
            <pc:sldMk cId="65585402" sldId="658"/>
            <ac:spMk id="3" creationId="{4B4D12A1-C850-787A-802B-DE46F8598769}"/>
          </ac:spMkLst>
        </pc:spChg>
        <pc:spChg chg="mod ord">
          <ac:chgData name="Daphne Economou" userId="d065a339-36cf-4937-af08-41751becbd81" providerId="ADAL" clId="{C432973F-67B1-4649-B971-31E254B6DA88}" dt="2022-10-23T08:54:46.942" v="2294" actId="700"/>
          <ac:spMkLst>
            <pc:docMk/>
            <pc:sldMk cId="65585402" sldId="658"/>
            <ac:spMk id="4" creationId="{008F47D8-183A-1519-C9E8-9B3BC6060A68}"/>
          </ac:spMkLst>
        </pc:spChg>
        <pc:spChg chg="mod ord">
          <ac:chgData name="Daphne Economou" userId="d065a339-36cf-4937-af08-41751becbd81" providerId="ADAL" clId="{C432973F-67B1-4649-B971-31E254B6DA88}" dt="2022-10-23T08:54:46.942" v="2294" actId="700"/>
          <ac:spMkLst>
            <pc:docMk/>
            <pc:sldMk cId="65585402" sldId="658"/>
            <ac:spMk id="5" creationId="{BEF18490-23BD-D651-9AB4-5F0E0AC2FA31}"/>
          </ac:spMkLst>
        </pc:spChg>
        <pc:spChg chg="del">
          <ac:chgData name="Daphne Economou" userId="d065a339-36cf-4937-af08-41751becbd81" providerId="ADAL" clId="{C432973F-67B1-4649-B971-31E254B6DA88}" dt="2022-10-23T08:54:46.942" v="2294" actId="700"/>
          <ac:spMkLst>
            <pc:docMk/>
            <pc:sldMk cId="65585402" sldId="658"/>
            <ac:spMk id="6" creationId="{A64EAE4C-EC5A-B714-5025-C6FA5664BC10}"/>
          </ac:spMkLst>
        </pc:spChg>
        <pc:spChg chg="add mod ord">
          <ac:chgData name="Daphne Economou" userId="d065a339-36cf-4937-af08-41751becbd81" providerId="ADAL" clId="{C432973F-67B1-4649-B971-31E254B6DA88}" dt="2022-10-23T08:58:17.193" v="2333" actId="20577"/>
          <ac:spMkLst>
            <pc:docMk/>
            <pc:sldMk cId="65585402" sldId="658"/>
            <ac:spMk id="7" creationId="{BC188A94-5207-3DD1-D72A-FAD8FA0740DA}"/>
          </ac:spMkLst>
        </pc:spChg>
        <pc:spChg chg="add mod ord">
          <ac:chgData name="Daphne Economou" userId="d065a339-36cf-4937-af08-41751becbd81" providerId="ADAL" clId="{C432973F-67B1-4649-B971-31E254B6DA88}" dt="2022-10-23T08:58:44.673" v="2342" actId="113"/>
          <ac:spMkLst>
            <pc:docMk/>
            <pc:sldMk cId="65585402" sldId="658"/>
            <ac:spMk id="8" creationId="{E8CB8951-F987-6764-39B3-B693923830D6}"/>
          </ac:spMkLst>
        </pc:spChg>
        <pc:picChg chg="add mod ord">
          <ac:chgData name="Daphne Economou" userId="d065a339-36cf-4937-af08-41751becbd81" providerId="ADAL" clId="{C432973F-67B1-4649-B971-31E254B6DA88}" dt="2022-10-23T08:58:34.779" v="2340" actId="1076"/>
          <ac:picMkLst>
            <pc:docMk/>
            <pc:sldMk cId="65585402" sldId="658"/>
            <ac:picMk id="10" creationId="{AECDE12C-0F59-9E27-E862-8725B03C07D5}"/>
          </ac:picMkLst>
        </pc:picChg>
      </pc:sldChg>
      <pc:sldChg chg="addSp delSp modSp new del mod chgLayout">
        <pc:chgData name="Daphne Economou" userId="d065a339-36cf-4937-af08-41751becbd81" providerId="ADAL" clId="{C432973F-67B1-4649-B971-31E254B6DA88}" dt="2022-10-23T08:59:33.720" v="2345" actId="47"/>
        <pc:sldMkLst>
          <pc:docMk/>
          <pc:sldMk cId="736594184" sldId="659"/>
        </pc:sldMkLst>
        <pc:spChg chg="del mod ord">
          <ac:chgData name="Daphne Economou" userId="d065a339-36cf-4937-af08-41751becbd81" providerId="ADAL" clId="{C432973F-67B1-4649-B971-31E254B6DA88}" dt="2022-10-23T08:59:04.260" v="2344" actId="700"/>
          <ac:spMkLst>
            <pc:docMk/>
            <pc:sldMk cId="736594184" sldId="659"/>
            <ac:spMk id="2" creationId="{3D1F576F-D857-A147-F5E8-B2E482AF999A}"/>
          </ac:spMkLst>
        </pc:spChg>
        <pc:spChg chg="del mod ord">
          <ac:chgData name="Daphne Economou" userId="d065a339-36cf-4937-af08-41751becbd81" providerId="ADAL" clId="{C432973F-67B1-4649-B971-31E254B6DA88}" dt="2022-10-23T08:59:04.260" v="2344" actId="700"/>
          <ac:spMkLst>
            <pc:docMk/>
            <pc:sldMk cId="736594184" sldId="659"/>
            <ac:spMk id="3" creationId="{02CB184D-258D-7B67-1A86-19FE0DF7894B}"/>
          </ac:spMkLst>
        </pc:spChg>
        <pc:spChg chg="mod ord">
          <ac:chgData name="Daphne Economou" userId="d065a339-36cf-4937-af08-41751becbd81" providerId="ADAL" clId="{C432973F-67B1-4649-B971-31E254B6DA88}" dt="2022-10-23T08:59:04.260" v="2344" actId="700"/>
          <ac:spMkLst>
            <pc:docMk/>
            <pc:sldMk cId="736594184" sldId="659"/>
            <ac:spMk id="4" creationId="{335A6430-9914-B6ED-035A-B7DAD149C154}"/>
          </ac:spMkLst>
        </pc:spChg>
        <pc:spChg chg="mod ord">
          <ac:chgData name="Daphne Economou" userId="d065a339-36cf-4937-af08-41751becbd81" providerId="ADAL" clId="{C432973F-67B1-4649-B971-31E254B6DA88}" dt="2022-10-23T08:59:04.260" v="2344" actId="700"/>
          <ac:spMkLst>
            <pc:docMk/>
            <pc:sldMk cId="736594184" sldId="659"/>
            <ac:spMk id="5" creationId="{8BB79FBF-D64F-4FAE-5FD3-ADBACC40FF14}"/>
          </ac:spMkLst>
        </pc:spChg>
        <pc:spChg chg="del">
          <ac:chgData name="Daphne Economou" userId="d065a339-36cf-4937-af08-41751becbd81" providerId="ADAL" clId="{C432973F-67B1-4649-B971-31E254B6DA88}" dt="2022-10-23T08:59:04.260" v="2344" actId="700"/>
          <ac:spMkLst>
            <pc:docMk/>
            <pc:sldMk cId="736594184" sldId="659"/>
            <ac:spMk id="6" creationId="{9D90E505-6492-65CF-B387-AB71D6DEA861}"/>
          </ac:spMkLst>
        </pc:spChg>
        <pc:spChg chg="add mod ord">
          <ac:chgData name="Daphne Economou" userId="d065a339-36cf-4937-af08-41751becbd81" providerId="ADAL" clId="{C432973F-67B1-4649-B971-31E254B6DA88}" dt="2022-10-23T08:59:04.260" v="2344" actId="700"/>
          <ac:spMkLst>
            <pc:docMk/>
            <pc:sldMk cId="736594184" sldId="659"/>
            <ac:spMk id="7" creationId="{D5F1131C-0240-6DC4-9043-1E8A3A503394}"/>
          </ac:spMkLst>
        </pc:spChg>
        <pc:spChg chg="add mod ord">
          <ac:chgData name="Daphne Economou" userId="d065a339-36cf-4937-af08-41751becbd81" providerId="ADAL" clId="{C432973F-67B1-4649-B971-31E254B6DA88}" dt="2022-10-23T08:59:04.260" v="2344" actId="700"/>
          <ac:spMkLst>
            <pc:docMk/>
            <pc:sldMk cId="736594184" sldId="659"/>
            <ac:spMk id="8" creationId="{DB5CD258-4A3F-7199-E799-8B12B1BCA8E5}"/>
          </ac:spMkLst>
        </pc:spChg>
      </pc:sldChg>
      <pc:sldChg chg="addSp delSp modSp add mod modAnim">
        <pc:chgData name="Daphne Economou" userId="d065a339-36cf-4937-af08-41751becbd81" providerId="ADAL" clId="{C432973F-67B1-4649-B971-31E254B6DA88}" dt="2022-10-23T09:32:15.787" v="2899"/>
        <pc:sldMkLst>
          <pc:docMk/>
          <pc:sldMk cId="1284913496" sldId="659"/>
        </pc:sldMkLst>
        <pc:spChg chg="add del">
          <ac:chgData name="Daphne Economou" userId="d065a339-36cf-4937-af08-41751becbd81" providerId="ADAL" clId="{C432973F-67B1-4649-B971-31E254B6DA88}" dt="2022-10-23T09:03:28.568" v="2390" actId="22"/>
          <ac:spMkLst>
            <pc:docMk/>
            <pc:sldMk cId="1284913496" sldId="659"/>
            <ac:spMk id="3" creationId="{3E057985-4B19-A908-9CE4-37D016A00FB3}"/>
          </ac:spMkLst>
        </pc:spChg>
        <pc:spChg chg="add mod">
          <ac:chgData name="Daphne Economou" userId="d065a339-36cf-4937-af08-41751becbd81" providerId="ADAL" clId="{C432973F-67B1-4649-B971-31E254B6DA88}" dt="2022-10-23T09:06:51.042" v="2432" actId="1076"/>
          <ac:spMkLst>
            <pc:docMk/>
            <pc:sldMk cId="1284913496" sldId="659"/>
            <ac:spMk id="6" creationId="{57FF0B2D-D7D4-6E31-51C0-4C5DA0B3E080}"/>
          </ac:spMkLst>
        </pc:spChg>
        <pc:spChg chg="del mod">
          <ac:chgData name="Daphne Economou" userId="d065a339-36cf-4937-af08-41751becbd81" providerId="ADAL" clId="{C432973F-67B1-4649-B971-31E254B6DA88}" dt="2022-10-23T09:32:13.227" v="2897" actId="478"/>
          <ac:spMkLst>
            <pc:docMk/>
            <pc:sldMk cId="1284913496" sldId="659"/>
            <ac:spMk id="7" creationId="{BC188A94-5207-3DD1-D72A-FAD8FA0740DA}"/>
          </ac:spMkLst>
        </pc:spChg>
        <pc:spChg chg="mod">
          <ac:chgData name="Daphne Economou" userId="d065a339-36cf-4937-af08-41751becbd81" providerId="ADAL" clId="{C432973F-67B1-4649-B971-31E254B6DA88}" dt="2022-10-23T09:15:26.301" v="2708" actId="20577"/>
          <ac:spMkLst>
            <pc:docMk/>
            <pc:sldMk cId="1284913496" sldId="659"/>
            <ac:spMk id="8" creationId="{E8CB8951-F987-6764-39B3-B693923830D6}"/>
          </ac:spMkLst>
        </pc:spChg>
        <pc:spChg chg="add del mod">
          <ac:chgData name="Daphne Economou" userId="d065a339-36cf-4937-af08-41751becbd81" providerId="ADAL" clId="{C432973F-67B1-4649-B971-31E254B6DA88}" dt="2022-10-23T09:32:15.523" v="2898" actId="478"/>
          <ac:spMkLst>
            <pc:docMk/>
            <pc:sldMk cId="1284913496" sldId="659"/>
            <ac:spMk id="11" creationId="{1453F1D9-3E3B-C123-5CE4-8DA32DF25EE9}"/>
          </ac:spMkLst>
        </pc:spChg>
        <pc:spChg chg="add mod">
          <ac:chgData name="Daphne Economou" userId="d065a339-36cf-4937-af08-41751becbd81" providerId="ADAL" clId="{C432973F-67B1-4649-B971-31E254B6DA88}" dt="2022-10-23T09:32:15.787" v="2899"/>
          <ac:spMkLst>
            <pc:docMk/>
            <pc:sldMk cId="1284913496" sldId="659"/>
            <ac:spMk id="12" creationId="{9E341F4E-C857-F92E-796B-8D62E3E6355C}"/>
          </ac:spMkLst>
        </pc:spChg>
        <pc:picChg chg="mod">
          <ac:chgData name="Daphne Economou" userId="d065a339-36cf-4937-af08-41751becbd81" providerId="ADAL" clId="{C432973F-67B1-4649-B971-31E254B6DA88}" dt="2022-10-23T09:08:35.827" v="2443" actId="1076"/>
          <ac:picMkLst>
            <pc:docMk/>
            <pc:sldMk cId="1284913496" sldId="659"/>
            <ac:picMk id="10" creationId="{AECDE12C-0F59-9E27-E862-8725B03C07D5}"/>
          </ac:picMkLst>
        </pc:picChg>
      </pc:sldChg>
      <pc:sldChg chg="new del">
        <pc:chgData name="Daphne Economou" userId="d065a339-36cf-4937-af08-41751becbd81" providerId="ADAL" clId="{C432973F-67B1-4649-B971-31E254B6DA88}" dt="2022-10-23T09:27:31.789" v="2740" actId="47"/>
        <pc:sldMkLst>
          <pc:docMk/>
          <pc:sldMk cId="2138490541" sldId="660"/>
        </pc:sldMkLst>
      </pc:sldChg>
      <pc:sldChg chg="addSp delSp modSp add del mod">
        <pc:chgData name="Daphne Economou" userId="d065a339-36cf-4937-af08-41751becbd81" providerId="ADAL" clId="{C432973F-67B1-4649-B971-31E254B6DA88}" dt="2022-10-23T09:09:21.318" v="2448" actId="47"/>
        <pc:sldMkLst>
          <pc:docMk/>
          <pc:sldMk cId="2968332878" sldId="660"/>
        </pc:sldMkLst>
        <pc:spChg chg="add del mod">
          <ac:chgData name="Daphne Economou" userId="d065a339-36cf-4937-af08-41751becbd81" providerId="ADAL" clId="{C432973F-67B1-4649-B971-31E254B6DA88}" dt="2022-10-23T09:04:41.179" v="2412" actId="478"/>
          <ac:spMkLst>
            <pc:docMk/>
            <pc:sldMk cId="2968332878" sldId="660"/>
            <ac:spMk id="3" creationId="{63DA683A-C529-AED7-CECA-412745A20C9F}"/>
          </ac:spMkLst>
        </pc:spChg>
        <pc:spChg chg="add del mod">
          <ac:chgData name="Daphne Economou" userId="d065a339-36cf-4937-af08-41751becbd81" providerId="ADAL" clId="{C432973F-67B1-4649-B971-31E254B6DA88}" dt="2022-10-23T09:04:38.703" v="2411" actId="478"/>
          <ac:spMkLst>
            <pc:docMk/>
            <pc:sldMk cId="2968332878" sldId="660"/>
            <ac:spMk id="6" creationId="{1552B3BD-25AC-3862-1B3E-36E882B73A56}"/>
          </ac:spMkLst>
        </pc:spChg>
        <pc:spChg chg="del">
          <ac:chgData name="Daphne Economou" userId="d065a339-36cf-4937-af08-41751becbd81" providerId="ADAL" clId="{C432973F-67B1-4649-B971-31E254B6DA88}" dt="2022-10-23T09:04:36.653" v="2408" actId="478"/>
          <ac:spMkLst>
            <pc:docMk/>
            <pc:sldMk cId="2968332878" sldId="660"/>
            <ac:spMk id="7" creationId="{BC188A94-5207-3DD1-D72A-FAD8FA0740DA}"/>
          </ac:spMkLst>
        </pc:spChg>
        <pc:spChg chg="add mod">
          <ac:chgData name="Daphne Economou" userId="d065a339-36cf-4937-af08-41751becbd81" providerId="ADAL" clId="{C432973F-67B1-4649-B971-31E254B6DA88}" dt="2022-10-23T09:04:41.536" v="2413"/>
          <ac:spMkLst>
            <pc:docMk/>
            <pc:sldMk cId="2968332878" sldId="660"/>
            <ac:spMk id="9" creationId="{247C020F-2C5C-4420-3AAE-A79B85ED73C4}"/>
          </ac:spMkLst>
        </pc:spChg>
      </pc:sldChg>
      <pc:sldChg chg="addSp delSp modSp add mod delAnim modAnim">
        <pc:chgData name="Daphne Economou" userId="d065a339-36cf-4937-af08-41751becbd81" providerId="ADAL" clId="{C432973F-67B1-4649-B971-31E254B6DA88}" dt="2022-10-23T09:32:09.275" v="2896"/>
        <pc:sldMkLst>
          <pc:docMk/>
          <pc:sldMk cId="1888284538" sldId="661"/>
        </pc:sldMkLst>
        <pc:spChg chg="del">
          <ac:chgData name="Daphne Economou" userId="d065a339-36cf-4937-af08-41751becbd81" providerId="ADAL" clId="{C432973F-67B1-4649-B971-31E254B6DA88}" dt="2022-10-23T09:13:05.523" v="2454" actId="478"/>
          <ac:spMkLst>
            <pc:docMk/>
            <pc:sldMk cId="1888284538" sldId="661"/>
            <ac:spMk id="6" creationId="{57FF0B2D-D7D4-6E31-51C0-4C5DA0B3E080}"/>
          </ac:spMkLst>
        </pc:spChg>
        <pc:spChg chg="del mod">
          <ac:chgData name="Daphne Economou" userId="d065a339-36cf-4937-af08-41751becbd81" providerId="ADAL" clId="{C432973F-67B1-4649-B971-31E254B6DA88}" dt="2022-10-23T09:32:04.133" v="2892" actId="478"/>
          <ac:spMkLst>
            <pc:docMk/>
            <pc:sldMk cId="1888284538" sldId="661"/>
            <ac:spMk id="7" creationId="{BC188A94-5207-3DD1-D72A-FAD8FA0740DA}"/>
          </ac:spMkLst>
        </pc:spChg>
        <pc:spChg chg="mod">
          <ac:chgData name="Daphne Economou" userId="d065a339-36cf-4937-af08-41751becbd81" providerId="ADAL" clId="{C432973F-67B1-4649-B971-31E254B6DA88}" dt="2022-10-23T09:16:50.637" v="2737" actId="207"/>
          <ac:spMkLst>
            <pc:docMk/>
            <pc:sldMk cId="1888284538" sldId="661"/>
            <ac:spMk id="8" creationId="{E8CB8951-F987-6764-39B3-B693923830D6}"/>
          </ac:spMkLst>
        </pc:spChg>
        <pc:spChg chg="add del mod">
          <ac:chgData name="Daphne Economou" userId="d065a339-36cf-4937-af08-41751becbd81" providerId="ADAL" clId="{C432973F-67B1-4649-B971-31E254B6DA88}" dt="2022-10-23T09:32:08.913" v="2895" actId="478"/>
          <ac:spMkLst>
            <pc:docMk/>
            <pc:sldMk cId="1888284538" sldId="661"/>
            <ac:spMk id="9" creationId="{ECACB22E-7AF1-E40F-F18A-65300A0F119F}"/>
          </ac:spMkLst>
        </pc:spChg>
        <pc:spChg chg="add del mod">
          <ac:chgData name="Daphne Economou" userId="d065a339-36cf-4937-af08-41751becbd81" providerId="ADAL" clId="{C432973F-67B1-4649-B971-31E254B6DA88}" dt="2022-10-23T09:32:06.494" v="2894" actId="478"/>
          <ac:spMkLst>
            <pc:docMk/>
            <pc:sldMk cId="1888284538" sldId="661"/>
            <ac:spMk id="11" creationId="{E8AA6FC9-01E6-0302-DD73-E29AF06A6D4E}"/>
          </ac:spMkLst>
        </pc:spChg>
        <pc:spChg chg="add mod">
          <ac:chgData name="Daphne Economou" userId="d065a339-36cf-4937-af08-41751becbd81" providerId="ADAL" clId="{C432973F-67B1-4649-B971-31E254B6DA88}" dt="2022-10-23T09:32:09.275" v="2896"/>
          <ac:spMkLst>
            <pc:docMk/>
            <pc:sldMk cId="1888284538" sldId="661"/>
            <ac:spMk id="12" creationId="{6751952D-6DEA-4491-6F13-0636787A8C72}"/>
          </ac:spMkLst>
        </pc:spChg>
        <pc:picChg chg="add mod">
          <ac:chgData name="Daphne Economou" userId="d065a339-36cf-4937-af08-41751becbd81" providerId="ADAL" clId="{C432973F-67B1-4649-B971-31E254B6DA88}" dt="2022-10-23T09:15:58.983" v="2721" actId="1076"/>
          <ac:picMkLst>
            <pc:docMk/>
            <pc:sldMk cId="1888284538" sldId="661"/>
            <ac:picMk id="2" creationId="{287F1AFC-78F5-BE01-A9DF-5DF8EF18C425}"/>
          </ac:picMkLst>
        </pc:picChg>
        <pc:picChg chg="del">
          <ac:chgData name="Daphne Economou" userId="d065a339-36cf-4937-af08-41751becbd81" providerId="ADAL" clId="{C432973F-67B1-4649-B971-31E254B6DA88}" dt="2022-10-23T09:13:03.643" v="2453" actId="478"/>
          <ac:picMkLst>
            <pc:docMk/>
            <pc:sldMk cId="1888284538" sldId="661"/>
            <ac:picMk id="10" creationId="{AECDE12C-0F59-9E27-E862-8725B03C07D5}"/>
          </ac:picMkLst>
        </pc:picChg>
      </pc:sldChg>
      <pc:sldChg chg="addSp delSp modSp add mod">
        <pc:chgData name="Daphne Economou" userId="d065a339-36cf-4937-af08-41751becbd81" providerId="ADAL" clId="{C432973F-67B1-4649-B971-31E254B6DA88}" dt="2022-10-23T09:31:58.246" v="2891" actId="1076"/>
        <pc:sldMkLst>
          <pc:docMk/>
          <pc:sldMk cId="3321785762" sldId="662"/>
        </pc:sldMkLst>
        <pc:spChg chg="mod">
          <ac:chgData name="Daphne Economou" userId="d065a339-36cf-4937-af08-41751becbd81" providerId="ADAL" clId="{C432973F-67B1-4649-B971-31E254B6DA88}" dt="2022-10-23T09:31:58.246" v="2891" actId="1076"/>
          <ac:spMkLst>
            <pc:docMk/>
            <pc:sldMk cId="3321785762" sldId="662"/>
            <ac:spMk id="7" creationId="{BC188A94-5207-3DD1-D72A-FAD8FA0740DA}"/>
          </ac:spMkLst>
        </pc:spChg>
        <pc:spChg chg="mod">
          <ac:chgData name="Daphne Economou" userId="d065a339-36cf-4937-af08-41751becbd81" providerId="ADAL" clId="{C432973F-67B1-4649-B971-31E254B6DA88}" dt="2022-10-23T09:31:22.956" v="2846" actId="113"/>
          <ac:spMkLst>
            <pc:docMk/>
            <pc:sldMk cId="3321785762" sldId="662"/>
            <ac:spMk id="8" creationId="{E8CB8951-F987-6764-39B3-B693923830D6}"/>
          </ac:spMkLst>
        </pc:spChg>
        <pc:picChg chg="del">
          <ac:chgData name="Daphne Economou" userId="d065a339-36cf-4937-af08-41751becbd81" providerId="ADAL" clId="{C432973F-67B1-4649-B971-31E254B6DA88}" dt="2022-10-23T09:27:35.778" v="2741" actId="478"/>
          <ac:picMkLst>
            <pc:docMk/>
            <pc:sldMk cId="3321785762" sldId="662"/>
            <ac:picMk id="2" creationId="{287F1AFC-78F5-BE01-A9DF-5DF8EF18C425}"/>
          </ac:picMkLst>
        </pc:picChg>
        <pc:picChg chg="add mod">
          <ac:chgData name="Daphne Economou" userId="d065a339-36cf-4937-af08-41751becbd81" providerId="ADAL" clId="{C432973F-67B1-4649-B971-31E254B6DA88}" dt="2022-10-23T09:31:15.038" v="2845" actId="1076"/>
          <ac:picMkLst>
            <pc:docMk/>
            <pc:sldMk cId="3321785762" sldId="662"/>
            <ac:picMk id="6" creationId="{58D41F48-DC4F-20B8-6DB1-B273125754F1}"/>
          </ac:picMkLst>
        </pc:picChg>
      </pc:sldChg>
      <pc:sldChg chg="addSp delSp modSp new mod">
        <pc:chgData name="Daphne Economou" userId="d065a339-36cf-4937-af08-41751becbd81" providerId="ADAL" clId="{C432973F-67B1-4649-B971-31E254B6DA88}" dt="2022-10-23T16:08:11.769" v="7660" actId="21"/>
        <pc:sldMkLst>
          <pc:docMk/>
          <pc:sldMk cId="4089075956" sldId="663"/>
        </pc:sldMkLst>
        <pc:spChg chg="del">
          <ac:chgData name="Daphne Economou" userId="d065a339-36cf-4937-af08-41751becbd81" providerId="ADAL" clId="{C432973F-67B1-4649-B971-31E254B6DA88}" dt="2022-10-23T09:32:56.105" v="2901" actId="478"/>
          <ac:spMkLst>
            <pc:docMk/>
            <pc:sldMk cId="4089075956" sldId="663"/>
            <ac:spMk id="2" creationId="{3DC03641-9FD6-1E02-CB3D-9C887592E4DA}"/>
          </ac:spMkLst>
        </pc:spChg>
        <pc:spChg chg="mod">
          <ac:chgData name="Daphne Economou" userId="d065a339-36cf-4937-af08-41751becbd81" providerId="ADAL" clId="{C432973F-67B1-4649-B971-31E254B6DA88}" dt="2022-10-23T10:30:25.031" v="4350" actId="20577"/>
          <ac:spMkLst>
            <pc:docMk/>
            <pc:sldMk cId="4089075956" sldId="663"/>
            <ac:spMk id="3" creationId="{950F3388-1A1E-BBBC-0F9E-D4170D81CE1F}"/>
          </ac:spMkLst>
        </pc:spChg>
        <pc:spChg chg="add mod">
          <ac:chgData name="Daphne Economou" userId="d065a339-36cf-4937-af08-41751becbd81" providerId="ADAL" clId="{C432973F-67B1-4649-B971-31E254B6DA88}" dt="2022-10-23T09:32:56.707" v="2902"/>
          <ac:spMkLst>
            <pc:docMk/>
            <pc:sldMk cId="4089075956" sldId="663"/>
            <ac:spMk id="6" creationId="{4A16F888-A65D-A201-2519-249299614DAA}"/>
          </ac:spMkLst>
        </pc:spChg>
        <pc:spChg chg="add mod">
          <ac:chgData name="Daphne Economou" userId="d065a339-36cf-4937-af08-41751becbd81" providerId="ADAL" clId="{C432973F-67B1-4649-B971-31E254B6DA88}" dt="2022-10-23T10:50:50.343" v="4646" actId="1076"/>
          <ac:spMkLst>
            <pc:docMk/>
            <pc:sldMk cId="4089075956" sldId="663"/>
            <ac:spMk id="13" creationId="{74FA8014-D958-AA96-068D-D14CDE7859DE}"/>
          </ac:spMkLst>
        </pc:spChg>
        <pc:spChg chg="add mod">
          <ac:chgData name="Daphne Economou" userId="d065a339-36cf-4937-af08-41751becbd81" providerId="ADAL" clId="{C432973F-67B1-4649-B971-31E254B6DA88}" dt="2022-10-23T10:50:50.343" v="4646" actId="1076"/>
          <ac:spMkLst>
            <pc:docMk/>
            <pc:sldMk cId="4089075956" sldId="663"/>
            <ac:spMk id="14" creationId="{4AD2774C-40C8-9603-9E44-15E54187D371}"/>
          </ac:spMkLst>
        </pc:spChg>
        <pc:spChg chg="add mod">
          <ac:chgData name="Daphne Economou" userId="d065a339-36cf-4937-af08-41751becbd81" providerId="ADAL" clId="{C432973F-67B1-4649-B971-31E254B6DA88}" dt="2022-10-23T10:50:50.343" v="4646" actId="1076"/>
          <ac:spMkLst>
            <pc:docMk/>
            <pc:sldMk cId="4089075956" sldId="663"/>
            <ac:spMk id="15" creationId="{4C87818C-D0F5-ADAF-6D48-8AB2DBA83FE4}"/>
          </ac:spMkLst>
        </pc:spChg>
        <pc:graphicFrameChg chg="add del mod">
          <ac:chgData name="Daphne Economou" userId="d065a339-36cf-4937-af08-41751becbd81" providerId="ADAL" clId="{C432973F-67B1-4649-B971-31E254B6DA88}" dt="2022-10-23T16:08:11.769" v="7660" actId="21"/>
          <ac:graphicFrameMkLst>
            <pc:docMk/>
            <pc:sldMk cId="4089075956" sldId="663"/>
            <ac:graphicFrameMk id="26" creationId="{DFFC376E-7A66-D923-8A27-A9F4FF837123}"/>
          </ac:graphicFrameMkLst>
        </pc:graphicFrameChg>
        <pc:picChg chg="add del mod ord">
          <ac:chgData name="Daphne Economou" userId="d065a339-36cf-4937-af08-41751becbd81" providerId="ADAL" clId="{C432973F-67B1-4649-B971-31E254B6DA88}" dt="2022-10-23T10:19:25.232" v="3933" actId="478"/>
          <ac:picMkLst>
            <pc:docMk/>
            <pc:sldMk cId="4089075956" sldId="663"/>
            <ac:picMk id="8" creationId="{D4D78D21-3B67-9989-A9A8-D164EFC1087B}"/>
          </ac:picMkLst>
        </pc:picChg>
        <pc:picChg chg="add del mod">
          <ac:chgData name="Daphne Economou" userId="d065a339-36cf-4937-af08-41751becbd81" providerId="ADAL" clId="{C432973F-67B1-4649-B971-31E254B6DA88}" dt="2022-10-23T10:49:18.227" v="4614" actId="478"/>
          <ac:picMkLst>
            <pc:docMk/>
            <pc:sldMk cId="4089075956" sldId="663"/>
            <ac:picMk id="10" creationId="{BC7BD953-2501-BC78-08A8-008BDBB779C7}"/>
          </ac:picMkLst>
        </pc:picChg>
        <pc:picChg chg="add mod">
          <ac:chgData name="Daphne Economou" userId="d065a339-36cf-4937-af08-41751becbd81" providerId="ADAL" clId="{C432973F-67B1-4649-B971-31E254B6DA88}" dt="2022-10-23T10:50:50.343" v="4646" actId="1076"/>
          <ac:picMkLst>
            <pc:docMk/>
            <pc:sldMk cId="4089075956" sldId="663"/>
            <ac:picMk id="12" creationId="{AABDFA86-D32B-2B7B-A38B-5A82AB91F628}"/>
          </ac:picMkLst>
        </pc:picChg>
        <pc:cxnChg chg="add">
          <ac:chgData name="Daphne Economou" userId="d065a339-36cf-4937-af08-41751becbd81" providerId="ADAL" clId="{C432973F-67B1-4649-B971-31E254B6DA88}" dt="2022-10-23T10:51:07.024" v="4647" actId="11529"/>
          <ac:cxnSpMkLst>
            <pc:docMk/>
            <pc:sldMk cId="4089075956" sldId="663"/>
            <ac:cxnSpMk id="17" creationId="{28F50CEC-68A3-6EB7-8744-59E22CA02599}"/>
          </ac:cxnSpMkLst>
        </pc:cxnChg>
        <pc:cxnChg chg="add mod">
          <ac:chgData name="Daphne Economou" userId="d065a339-36cf-4937-af08-41751becbd81" providerId="ADAL" clId="{C432973F-67B1-4649-B971-31E254B6DA88}" dt="2022-10-23T10:51:25.290" v="4653" actId="14100"/>
          <ac:cxnSpMkLst>
            <pc:docMk/>
            <pc:sldMk cId="4089075956" sldId="663"/>
            <ac:cxnSpMk id="18" creationId="{5683246A-EBDE-555F-8AAA-6B9B26FCB016}"/>
          </ac:cxnSpMkLst>
        </pc:cxnChg>
        <pc:cxnChg chg="add del mod">
          <ac:chgData name="Daphne Economou" userId="d065a339-36cf-4937-af08-41751becbd81" providerId="ADAL" clId="{C432973F-67B1-4649-B971-31E254B6DA88}" dt="2022-10-23T10:51:42.208" v="4661" actId="478"/>
          <ac:cxnSpMkLst>
            <pc:docMk/>
            <pc:sldMk cId="4089075956" sldId="663"/>
            <ac:cxnSpMk id="22" creationId="{7283FB98-9B42-9D59-B02B-08B2E1E693A3}"/>
          </ac:cxnSpMkLst>
        </pc:cxnChg>
        <pc:cxnChg chg="add del mod">
          <ac:chgData name="Daphne Economou" userId="d065a339-36cf-4937-af08-41751becbd81" providerId="ADAL" clId="{C432973F-67B1-4649-B971-31E254B6DA88}" dt="2022-10-23T10:51:41.370" v="4660" actId="478"/>
          <ac:cxnSpMkLst>
            <pc:docMk/>
            <pc:sldMk cId="4089075956" sldId="663"/>
            <ac:cxnSpMk id="24" creationId="{C7FCF5C4-9ABD-C363-4A32-1326F6FA6229}"/>
          </ac:cxnSpMkLst>
        </pc:cxnChg>
      </pc:sldChg>
      <pc:sldChg chg="addSp delSp modSp add mod">
        <pc:chgData name="Daphne Economou" userId="d065a339-36cf-4937-af08-41751becbd81" providerId="ADAL" clId="{C432973F-67B1-4649-B971-31E254B6DA88}" dt="2022-10-23T09:35:41.139" v="2911" actId="1076"/>
        <pc:sldMkLst>
          <pc:docMk/>
          <pc:sldMk cId="2678297386" sldId="664"/>
        </pc:sldMkLst>
        <pc:spChg chg="add del mod">
          <ac:chgData name="Daphne Economou" userId="d065a339-36cf-4937-af08-41751becbd81" providerId="ADAL" clId="{C432973F-67B1-4649-B971-31E254B6DA88}" dt="2022-10-23T09:35:24.685" v="2907" actId="478"/>
          <ac:spMkLst>
            <pc:docMk/>
            <pc:sldMk cId="2678297386" sldId="664"/>
            <ac:spMk id="3" creationId="{3DDC12CF-5FD0-35FC-4457-4392E483506A}"/>
          </ac:spMkLst>
        </pc:spChg>
        <pc:spChg chg="del">
          <ac:chgData name="Daphne Economou" userId="d065a339-36cf-4937-af08-41751becbd81" providerId="ADAL" clId="{C432973F-67B1-4649-B971-31E254B6DA88}" dt="2022-10-23T09:35:23.242" v="2906" actId="478"/>
          <ac:spMkLst>
            <pc:docMk/>
            <pc:sldMk cId="2678297386" sldId="664"/>
            <ac:spMk id="7" creationId="{8288791B-9A38-868B-3BE9-12112F5611A5}"/>
          </ac:spMkLst>
        </pc:spChg>
        <pc:picChg chg="mod">
          <ac:chgData name="Daphne Economou" userId="d065a339-36cf-4937-af08-41751becbd81" providerId="ADAL" clId="{C432973F-67B1-4649-B971-31E254B6DA88}" dt="2022-10-23T09:35:41.139" v="2911" actId="1076"/>
          <ac:picMkLst>
            <pc:docMk/>
            <pc:sldMk cId="2678297386" sldId="664"/>
            <ac:picMk id="9" creationId="{718AAD13-31E4-A8E5-B3BE-BB1BC7FCED9D}"/>
          </ac:picMkLst>
        </pc:picChg>
      </pc:sldChg>
      <pc:sldChg chg="addSp delSp new mod">
        <pc:chgData name="Daphne Economou" userId="d065a339-36cf-4937-af08-41751becbd81" providerId="ADAL" clId="{C432973F-67B1-4649-B971-31E254B6DA88}" dt="2022-10-23T09:38:25.172" v="2921" actId="21"/>
        <pc:sldMkLst>
          <pc:docMk/>
          <pc:sldMk cId="3897253080" sldId="665"/>
        </pc:sldMkLst>
        <pc:picChg chg="add del">
          <ac:chgData name="Daphne Economou" userId="d065a339-36cf-4937-af08-41751becbd81" providerId="ADAL" clId="{C432973F-67B1-4649-B971-31E254B6DA88}" dt="2022-10-23T09:38:25.172" v="2921" actId="21"/>
          <ac:picMkLst>
            <pc:docMk/>
            <pc:sldMk cId="3897253080" sldId="665"/>
            <ac:picMk id="8" creationId="{7E1C828A-63C4-34B8-21C4-173C83E7EE30}"/>
          </ac:picMkLst>
        </pc:picChg>
      </pc:sldChg>
      <pc:sldChg chg="addSp modSp new mod">
        <pc:chgData name="Daphne Economou" userId="d065a339-36cf-4937-af08-41751becbd81" providerId="ADAL" clId="{C432973F-67B1-4649-B971-31E254B6DA88}" dt="2022-10-23T09:38:33.903" v="2925" actId="1076"/>
        <pc:sldMkLst>
          <pc:docMk/>
          <pc:sldMk cId="4091280329" sldId="666"/>
        </pc:sldMkLst>
        <pc:picChg chg="add mod">
          <ac:chgData name="Daphne Economou" userId="d065a339-36cf-4937-af08-41751becbd81" providerId="ADAL" clId="{C432973F-67B1-4649-B971-31E254B6DA88}" dt="2022-10-23T09:38:33.903" v="2925" actId="1076"/>
          <ac:picMkLst>
            <pc:docMk/>
            <pc:sldMk cId="4091280329" sldId="666"/>
            <ac:picMk id="6" creationId="{11BC1218-BD7F-F6CC-7923-263DB74B2A81}"/>
          </ac:picMkLst>
        </pc:picChg>
      </pc:sldChg>
      <pc:sldChg chg="addSp delSp modSp new mod">
        <pc:chgData name="Daphne Economou" userId="d065a339-36cf-4937-af08-41751becbd81" providerId="ADAL" clId="{C432973F-67B1-4649-B971-31E254B6DA88}" dt="2022-10-23T11:05:06.731" v="4831" actId="108"/>
        <pc:sldMkLst>
          <pc:docMk/>
          <pc:sldMk cId="2662178917" sldId="667"/>
        </pc:sldMkLst>
        <pc:spChg chg="mod">
          <ac:chgData name="Daphne Economou" userId="d065a339-36cf-4937-af08-41751becbd81" providerId="ADAL" clId="{C432973F-67B1-4649-B971-31E254B6DA88}" dt="2022-10-23T10:36:27.831" v="4473" actId="20577"/>
          <ac:spMkLst>
            <pc:docMk/>
            <pc:sldMk cId="2662178917" sldId="667"/>
            <ac:spMk id="2" creationId="{D0A520D3-4205-B63D-23DA-025E672D3202}"/>
          </ac:spMkLst>
        </pc:spChg>
        <pc:spChg chg="del">
          <ac:chgData name="Daphne Economou" userId="d065a339-36cf-4937-af08-41751becbd81" providerId="ADAL" clId="{C432973F-67B1-4649-B971-31E254B6DA88}" dt="2022-10-23T09:51:03.692" v="3036" actId="1032"/>
          <ac:spMkLst>
            <pc:docMk/>
            <pc:sldMk cId="2662178917" sldId="667"/>
            <ac:spMk id="3" creationId="{F5C4320C-1456-808A-E869-34B6B8B73D72}"/>
          </ac:spMkLst>
        </pc:spChg>
        <pc:graphicFrameChg chg="add mod modGraphic">
          <ac:chgData name="Daphne Economou" userId="d065a339-36cf-4937-af08-41751becbd81" providerId="ADAL" clId="{C432973F-67B1-4649-B971-31E254B6DA88}" dt="2022-10-23T11:05:06.731" v="4831" actId="108"/>
          <ac:graphicFrameMkLst>
            <pc:docMk/>
            <pc:sldMk cId="2662178917" sldId="667"/>
            <ac:graphicFrameMk id="8" creationId="{64F57432-C1E0-8411-04BD-9A8830AFFF44}"/>
          </ac:graphicFrameMkLst>
        </pc:graphicFrameChg>
        <pc:picChg chg="add del mod">
          <ac:chgData name="Daphne Economou" userId="d065a339-36cf-4937-af08-41751becbd81" providerId="ADAL" clId="{C432973F-67B1-4649-B971-31E254B6DA88}" dt="2022-10-23T09:55:22.400" v="3314" actId="478"/>
          <ac:picMkLst>
            <pc:docMk/>
            <pc:sldMk cId="2662178917" sldId="667"/>
            <ac:picMk id="7" creationId="{85D013AC-9A94-26FA-0FF7-887326047A64}"/>
          </ac:picMkLst>
        </pc:picChg>
      </pc:sldChg>
      <pc:sldChg chg="addSp delSp modSp new mod">
        <pc:chgData name="Daphne Economou" userId="d065a339-36cf-4937-af08-41751becbd81" providerId="ADAL" clId="{C432973F-67B1-4649-B971-31E254B6DA88}" dt="2022-10-23T12:32:28.817" v="6424" actId="113"/>
        <pc:sldMkLst>
          <pc:docMk/>
          <pc:sldMk cId="2603457445" sldId="668"/>
        </pc:sldMkLst>
        <pc:spChg chg="del mod">
          <ac:chgData name="Daphne Economou" userId="d065a339-36cf-4937-af08-41751becbd81" providerId="ADAL" clId="{C432973F-67B1-4649-B971-31E254B6DA88}" dt="2022-10-23T10:44:13.970" v="4589" actId="478"/>
          <ac:spMkLst>
            <pc:docMk/>
            <pc:sldMk cId="2603457445" sldId="668"/>
            <ac:spMk id="2" creationId="{71A65A8E-514E-4163-E0BA-A28A58CBCD59}"/>
          </ac:spMkLst>
        </pc:spChg>
        <pc:spChg chg="mod">
          <ac:chgData name="Daphne Economou" userId="d065a339-36cf-4937-af08-41751becbd81" providerId="ADAL" clId="{C432973F-67B1-4649-B971-31E254B6DA88}" dt="2022-10-23T12:32:28.817" v="6424" actId="113"/>
          <ac:spMkLst>
            <pc:docMk/>
            <pc:sldMk cId="2603457445" sldId="668"/>
            <ac:spMk id="3" creationId="{D5E34B7E-D545-46DB-4F19-2A45BAF69A11}"/>
          </ac:spMkLst>
        </pc:spChg>
        <pc:spChg chg="add del mod">
          <ac:chgData name="Daphne Economou" userId="d065a339-36cf-4937-af08-41751becbd81" providerId="ADAL" clId="{C432973F-67B1-4649-B971-31E254B6DA88}" dt="2022-10-23T10:44:17.023" v="4590" actId="478"/>
          <ac:spMkLst>
            <pc:docMk/>
            <pc:sldMk cId="2603457445" sldId="668"/>
            <ac:spMk id="7" creationId="{3187B286-14A1-F800-270B-CAFB59E6BA22}"/>
          </ac:spMkLst>
        </pc:spChg>
        <pc:spChg chg="add mod">
          <ac:chgData name="Daphne Economou" userId="d065a339-36cf-4937-af08-41751becbd81" providerId="ADAL" clId="{C432973F-67B1-4649-B971-31E254B6DA88}" dt="2022-10-23T12:00:07.712" v="6063" actId="27636"/>
          <ac:spMkLst>
            <pc:docMk/>
            <pc:sldMk cId="2603457445" sldId="668"/>
            <ac:spMk id="8" creationId="{DF140570-FC41-0969-5F81-F583AC8D2DC9}"/>
          </ac:spMkLst>
        </pc:spChg>
      </pc:sldChg>
      <pc:sldChg chg="modSp new del mod">
        <pc:chgData name="Daphne Economou" userId="d065a339-36cf-4937-af08-41751becbd81" providerId="ADAL" clId="{C432973F-67B1-4649-B971-31E254B6DA88}" dt="2022-10-23T10:43:10.207" v="4585" actId="47"/>
        <pc:sldMkLst>
          <pc:docMk/>
          <pc:sldMk cId="3010585645" sldId="668"/>
        </pc:sldMkLst>
        <pc:spChg chg="mod">
          <ac:chgData name="Daphne Economou" userId="d065a339-36cf-4937-af08-41751becbd81" providerId="ADAL" clId="{C432973F-67B1-4649-B971-31E254B6DA88}" dt="2022-10-23T10:41:58.483" v="4583" actId="20577"/>
          <ac:spMkLst>
            <pc:docMk/>
            <pc:sldMk cId="3010585645" sldId="668"/>
            <ac:spMk id="2" creationId="{78545458-A125-DE33-4253-653008A18FF0}"/>
          </ac:spMkLst>
        </pc:spChg>
      </pc:sldChg>
      <pc:sldChg chg="add del">
        <pc:chgData name="Daphne Economou" userId="d065a339-36cf-4937-af08-41751becbd81" providerId="ADAL" clId="{C432973F-67B1-4649-B971-31E254B6DA88}" dt="2022-10-23T10:56:59.458" v="4671" actId="47"/>
        <pc:sldMkLst>
          <pc:docMk/>
          <pc:sldMk cId="3467630809" sldId="669"/>
        </pc:sldMkLst>
      </pc:sldChg>
      <pc:sldChg chg="addSp delSp modSp new mod ord">
        <pc:chgData name="Daphne Economou" userId="d065a339-36cf-4937-af08-41751becbd81" providerId="ADAL" clId="{C432973F-67B1-4649-B971-31E254B6DA88}" dt="2022-10-23T11:03:01.746" v="4827"/>
        <pc:sldMkLst>
          <pc:docMk/>
          <pc:sldMk cId="3453266115" sldId="670"/>
        </pc:sldMkLst>
        <pc:spChg chg="mod">
          <ac:chgData name="Daphne Economou" userId="d065a339-36cf-4937-af08-41751becbd81" providerId="ADAL" clId="{C432973F-67B1-4649-B971-31E254B6DA88}" dt="2022-10-23T10:57:19.428" v="4710" actId="20577"/>
          <ac:spMkLst>
            <pc:docMk/>
            <pc:sldMk cId="3453266115" sldId="670"/>
            <ac:spMk id="2" creationId="{DFBD9E48-7CD7-6C89-9D2C-F56537D624D0}"/>
          </ac:spMkLst>
        </pc:spChg>
        <pc:spChg chg="del">
          <ac:chgData name="Daphne Economou" userId="d065a339-36cf-4937-af08-41751becbd81" providerId="ADAL" clId="{C432973F-67B1-4649-B971-31E254B6DA88}" dt="2022-10-23T10:57:22.735" v="4711" actId="478"/>
          <ac:spMkLst>
            <pc:docMk/>
            <pc:sldMk cId="3453266115" sldId="670"/>
            <ac:spMk id="3" creationId="{4698EDF9-FA35-938C-D0EA-1C8B16F92612}"/>
          </ac:spMkLst>
        </pc:spChg>
        <pc:graphicFrameChg chg="add mod modGraphic">
          <ac:chgData name="Daphne Economou" userId="d065a339-36cf-4937-af08-41751becbd81" providerId="ADAL" clId="{C432973F-67B1-4649-B971-31E254B6DA88}" dt="2022-10-23T11:02:56.159" v="4825" actId="1076"/>
          <ac:graphicFrameMkLst>
            <pc:docMk/>
            <pc:sldMk cId="3453266115" sldId="670"/>
            <ac:graphicFrameMk id="8" creationId="{2381BF89-0134-FC13-06C2-8D8C212FC2A7}"/>
          </ac:graphicFrameMkLst>
        </pc:graphicFrameChg>
        <pc:picChg chg="add del mod">
          <ac:chgData name="Daphne Economou" userId="d065a339-36cf-4937-af08-41751becbd81" providerId="ADAL" clId="{C432973F-67B1-4649-B971-31E254B6DA88}" dt="2022-10-23T10:59:56.751" v="4812" actId="478"/>
          <ac:picMkLst>
            <pc:docMk/>
            <pc:sldMk cId="3453266115" sldId="670"/>
            <ac:picMk id="7" creationId="{0AA32A54-BEB1-03DC-24E8-E375B4F8D962}"/>
          </ac:picMkLst>
        </pc:picChg>
      </pc:sldChg>
      <pc:sldChg chg="addSp modSp new mod">
        <pc:chgData name="Daphne Economou" userId="d065a339-36cf-4937-af08-41751becbd81" providerId="ADAL" clId="{C432973F-67B1-4649-B971-31E254B6DA88}" dt="2022-10-23T12:12:48.268" v="6131" actId="108"/>
        <pc:sldMkLst>
          <pc:docMk/>
          <pc:sldMk cId="2982566595" sldId="671"/>
        </pc:sldMkLst>
        <pc:spChg chg="mod">
          <ac:chgData name="Daphne Economou" userId="d065a339-36cf-4937-af08-41751becbd81" providerId="ADAL" clId="{C432973F-67B1-4649-B971-31E254B6DA88}" dt="2022-10-23T11:10:58.909" v="4906" actId="20577"/>
          <ac:spMkLst>
            <pc:docMk/>
            <pc:sldMk cId="2982566595" sldId="671"/>
            <ac:spMk id="2" creationId="{0D8FD4AE-17E9-EA16-10D8-54A5238CECCA}"/>
          </ac:spMkLst>
        </pc:spChg>
        <pc:spChg chg="mod">
          <ac:chgData name="Daphne Economou" userId="d065a339-36cf-4937-af08-41751becbd81" providerId="ADAL" clId="{C432973F-67B1-4649-B971-31E254B6DA88}" dt="2022-10-23T12:12:48.268" v="6131" actId="108"/>
          <ac:spMkLst>
            <pc:docMk/>
            <pc:sldMk cId="2982566595" sldId="671"/>
            <ac:spMk id="3" creationId="{B6F087C5-6B16-337C-F595-445BAD15F7F5}"/>
          </ac:spMkLst>
        </pc:spChg>
        <pc:cxnChg chg="add mod">
          <ac:chgData name="Daphne Economou" userId="d065a339-36cf-4937-af08-41751becbd81" providerId="ADAL" clId="{C432973F-67B1-4649-B971-31E254B6DA88}" dt="2022-10-23T11:16:42.789" v="5253" actId="1076"/>
          <ac:cxnSpMkLst>
            <pc:docMk/>
            <pc:sldMk cId="2982566595" sldId="671"/>
            <ac:cxnSpMk id="7" creationId="{2066D1BD-F038-C732-E029-3821300BC4AF}"/>
          </ac:cxnSpMkLst>
        </pc:cxnChg>
        <pc:cxnChg chg="add mod">
          <ac:chgData name="Daphne Economou" userId="d065a339-36cf-4937-af08-41751becbd81" providerId="ADAL" clId="{C432973F-67B1-4649-B971-31E254B6DA88}" dt="2022-10-23T11:16:34.443" v="5250" actId="13822"/>
          <ac:cxnSpMkLst>
            <pc:docMk/>
            <pc:sldMk cId="2982566595" sldId="671"/>
            <ac:cxnSpMk id="12" creationId="{5DF59097-610D-A15F-D530-7158810AAAEE}"/>
          </ac:cxnSpMkLst>
        </pc:cxnChg>
        <pc:cxnChg chg="add mod">
          <ac:chgData name="Daphne Economou" userId="d065a339-36cf-4937-af08-41751becbd81" providerId="ADAL" clId="{C432973F-67B1-4649-B971-31E254B6DA88}" dt="2022-10-23T11:16:40.488" v="5252" actId="1076"/>
          <ac:cxnSpMkLst>
            <pc:docMk/>
            <pc:sldMk cId="2982566595" sldId="671"/>
            <ac:cxnSpMk id="13" creationId="{814B980C-83FE-2468-5485-6CA8F65DF862}"/>
          </ac:cxnSpMkLst>
        </pc:cxnChg>
      </pc:sldChg>
      <pc:sldChg chg="addSp delSp modSp add mod">
        <pc:chgData name="Daphne Economou" userId="d065a339-36cf-4937-af08-41751becbd81" providerId="ADAL" clId="{C432973F-67B1-4649-B971-31E254B6DA88}" dt="2022-10-23T12:28:09.703" v="6384" actId="207"/>
        <pc:sldMkLst>
          <pc:docMk/>
          <pc:sldMk cId="3125011592" sldId="672"/>
        </pc:sldMkLst>
        <pc:spChg chg="mod">
          <ac:chgData name="Daphne Economou" userId="d065a339-36cf-4937-af08-41751becbd81" providerId="ADAL" clId="{C432973F-67B1-4649-B971-31E254B6DA88}" dt="2022-10-23T11:29:15.691" v="5491" actId="14100"/>
          <ac:spMkLst>
            <pc:docMk/>
            <pc:sldMk cId="3125011592" sldId="672"/>
            <ac:spMk id="3" creationId="{D5E34B7E-D545-46DB-4F19-2A45BAF69A11}"/>
          </ac:spMkLst>
        </pc:spChg>
        <pc:spChg chg="add del">
          <ac:chgData name="Daphne Economou" userId="d065a339-36cf-4937-af08-41751becbd81" providerId="ADAL" clId="{C432973F-67B1-4649-B971-31E254B6DA88}" dt="2022-10-23T11:25:45.932" v="5446"/>
          <ac:spMkLst>
            <pc:docMk/>
            <pc:sldMk cId="3125011592" sldId="672"/>
            <ac:spMk id="6" creationId="{8D4883B5-320E-FA60-94F6-00AE51920CEF}"/>
          </ac:spMkLst>
        </pc:spChg>
        <pc:spChg chg="add del mod">
          <ac:chgData name="Daphne Economou" userId="d065a339-36cf-4937-af08-41751becbd81" providerId="ADAL" clId="{C432973F-67B1-4649-B971-31E254B6DA88}" dt="2022-10-23T11:25:58.346" v="5450"/>
          <ac:spMkLst>
            <pc:docMk/>
            <pc:sldMk cId="3125011592" sldId="672"/>
            <ac:spMk id="7" creationId="{0C2A5D24-C1B1-BC78-5E85-12AF9297655E}"/>
          </ac:spMkLst>
        </pc:spChg>
        <pc:spChg chg="mod">
          <ac:chgData name="Daphne Economou" userId="d065a339-36cf-4937-af08-41751becbd81" providerId="ADAL" clId="{C432973F-67B1-4649-B971-31E254B6DA88}" dt="2022-10-23T12:00:41.232" v="6075" actId="113"/>
          <ac:spMkLst>
            <pc:docMk/>
            <pc:sldMk cId="3125011592" sldId="672"/>
            <ac:spMk id="8" creationId="{DF140570-FC41-0969-5F81-F583AC8D2DC9}"/>
          </ac:spMkLst>
        </pc:spChg>
        <pc:spChg chg="add mod">
          <ac:chgData name="Daphne Economou" userId="d065a339-36cf-4937-af08-41751becbd81" providerId="ADAL" clId="{C432973F-67B1-4649-B971-31E254B6DA88}" dt="2022-10-23T11:29:24.411" v="5492" actId="1076"/>
          <ac:spMkLst>
            <pc:docMk/>
            <pc:sldMk cId="3125011592" sldId="672"/>
            <ac:spMk id="10" creationId="{F37E93D6-39CD-57CA-D965-BB6B30BA12C7}"/>
          </ac:spMkLst>
        </pc:spChg>
        <pc:graphicFrameChg chg="add mod modGraphic">
          <ac:chgData name="Daphne Economou" userId="d065a339-36cf-4937-af08-41751becbd81" providerId="ADAL" clId="{C432973F-67B1-4649-B971-31E254B6DA88}" dt="2022-10-23T12:28:09.703" v="6384" actId="207"/>
          <ac:graphicFrameMkLst>
            <pc:docMk/>
            <pc:sldMk cId="3125011592" sldId="672"/>
            <ac:graphicFrameMk id="2" creationId="{E9392F03-EEE5-F9BB-36BF-261C97E2D934}"/>
          </ac:graphicFrameMkLst>
        </pc:graphicFrameChg>
        <pc:picChg chg="add del">
          <ac:chgData name="Daphne Economou" userId="d065a339-36cf-4937-af08-41751becbd81" providerId="ADAL" clId="{C432973F-67B1-4649-B971-31E254B6DA88}" dt="2022-10-23T11:25:45.932" v="5446"/>
          <ac:picMkLst>
            <pc:docMk/>
            <pc:sldMk cId="3125011592" sldId="672"/>
            <ac:picMk id="2050" creationId="{821A44FD-30C3-0117-BEAB-C94AEBC3C4D3}"/>
          </ac:picMkLst>
        </pc:picChg>
        <pc:picChg chg="add del">
          <ac:chgData name="Daphne Economou" userId="d065a339-36cf-4937-af08-41751becbd81" providerId="ADAL" clId="{C432973F-67B1-4649-B971-31E254B6DA88}" dt="2022-10-23T11:25:45.932" v="5446"/>
          <ac:picMkLst>
            <pc:docMk/>
            <pc:sldMk cId="3125011592" sldId="672"/>
            <ac:picMk id="2051" creationId="{65FEEFEE-B3AE-597D-1DFE-BA8C0A70ECC3}"/>
          </ac:picMkLst>
        </pc:picChg>
        <pc:picChg chg="add del">
          <ac:chgData name="Daphne Economou" userId="d065a339-36cf-4937-af08-41751becbd81" providerId="ADAL" clId="{C432973F-67B1-4649-B971-31E254B6DA88}" dt="2022-10-23T11:25:45.932" v="5446"/>
          <ac:picMkLst>
            <pc:docMk/>
            <pc:sldMk cId="3125011592" sldId="672"/>
            <ac:picMk id="2052" creationId="{DAE2AD00-753C-73E9-137E-1D933258E265}"/>
          </ac:picMkLst>
        </pc:picChg>
        <pc:picChg chg="add del mod">
          <ac:chgData name="Daphne Economou" userId="d065a339-36cf-4937-af08-41751becbd81" providerId="ADAL" clId="{C432973F-67B1-4649-B971-31E254B6DA88}" dt="2022-10-23T11:25:58.346" v="5450"/>
          <ac:picMkLst>
            <pc:docMk/>
            <pc:sldMk cId="3125011592" sldId="672"/>
            <ac:picMk id="2054" creationId="{877B3B92-5C86-C888-CD50-DAC80EC92C02}"/>
          </ac:picMkLst>
        </pc:picChg>
        <pc:picChg chg="add del mod">
          <ac:chgData name="Daphne Economou" userId="d065a339-36cf-4937-af08-41751becbd81" providerId="ADAL" clId="{C432973F-67B1-4649-B971-31E254B6DA88}" dt="2022-10-23T11:25:58.346" v="5450"/>
          <ac:picMkLst>
            <pc:docMk/>
            <pc:sldMk cId="3125011592" sldId="672"/>
            <ac:picMk id="2055" creationId="{95E63335-547B-40C5-BFC7-7ED03332E37B}"/>
          </ac:picMkLst>
        </pc:picChg>
        <pc:picChg chg="add del mod">
          <ac:chgData name="Daphne Economou" userId="d065a339-36cf-4937-af08-41751becbd81" providerId="ADAL" clId="{C432973F-67B1-4649-B971-31E254B6DA88}" dt="2022-10-23T11:25:58.346" v="5450"/>
          <ac:picMkLst>
            <pc:docMk/>
            <pc:sldMk cId="3125011592" sldId="672"/>
            <ac:picMk id="2056" creationId="{6311DA54-45BB-87C7-68CD-DC4AA2674BA8}"/>
          </ac:picMkLst>
        </pc:picChg>
        <pc:picChg chg="add mod">
          <ac:chgData name="Daphne Economou" userId="d065a339-36cf-4937-af08-41751becbd81" providerId="ADAL" clId="{C432973F-67B1-4649-B971-31E254B6DA88}" dt="2022-10-23T11:27:55.395" v="5478" actId="1076"/>
          <ac:picMkLst>
            <pc:docMk/>
            <pc:sldMk cId="3125011592" sldId="672"/>
            <ac:picMk id="2058" creationId="{B6454462-241E-D1D0-BFE9-6AEC398AE9A9}"/>
          </ac:picMkLst>
        </pc:picChg>
        <pc:picChg chg="add mod">
          <ac:chgData name="Daphne Economou" userId="d065a339-36cf-4937-af08-41751becbd81" providerId="ADAL" clId="{C432973F-67B1-4649-B971-31E254B6DA88}" dt="2022-10-23T11:28:35.948" v="5485" actId="1076"/>
          <ac:picMkLst>
            <pc:docMk/>
            <pc:sldMk cId="3125011592" sldId="672"/>
            <ac:picMk id="2060" creationId="{C4CA6342-AC85-7A02-0F47-DF9CF597363E}"/>
          </ac:picMkLst>
        </pc:picChg>
        <pc:picChg chg="add mod">
          <ac:chgData name="Daphne Economou" userId="d065a339-36cf-4937-af08-41751becbd81" providerId="ADAL" clId="{C432973F-67B1-4649-B971-31E254B6DA88}" dt="2022-10-23T11:28:40.574" v="5486" actId="1076"/>
          <ac:picMkLst>
            <pc:docMk/>
            <pc:sldMk cId="3125011592" sldId="672"/>
            <ac:picMk id="2062" creationId="{F0B71236-FCFA-A3F2-7C9A-824C2FC71F91}"/>
          </ac:picMkLst>
        </pc:picChg>
      </pc:sldChg>
      <pc:sldChg chg="addSp delSp modSp add mod">
        <pc:chgData name="Daphne Economou" userId="d065a339-36cf-4937-af08-41751becbd81" providerId="ADAL" clId="{C432973F-67B1-4649-B971-31E254B6DA88}" dt="2022-10-23T12:28:17.872" v="6385" actId="207"/>
        <pc:sldMkLst>
          <pc:docMk/>
          <pc:sldMk cId="3158864792" sldId="673"/>
        </pc:sldMkLst>
        <pc:spChg chg="mod">
          <ac:chgData name="Daphne Economou" userId="d065a339-36cf-4937-af08-41751becbd81" providerId="ADAL" clId="{C432973F-67B1-4649-B971-31E254B6DA88}" dt="2022-10-23T12:15:26.292" v="6189" actId="20577"/>
          <ac:spMkLst>
            <pc:docMk/>
            <pc:sldMk cId="3158864792" sldId="673"/>
            <ac:spMk id="3" creationId="{D5E34B7E-D545-46DB-4F19-2A45BAF69A11}"/>
          </ac:spMkLst>
        </pc:spChg>
        <pc:spChg chg="add mod">
          <ac:chgData name="Daphne Economou" userId="d065a339-36cf-4937-af08-41751becbd81" providerId="ADAL" clId="{C432973F-67B1-4649-B971-31E254B6DA88}" dt="2022-10-23T11:31:39.314" v="5510" actId="6549"/>
          <ac:spMkLst>
            <pc:docMk/>
            <pc:sldMk cId="3158864792" sldId="673"/>
            <ac:spMk id="6" creationId="{E779C5BC-3AA9-989C-B8D7-9F6DAAFE8467}"/>
          </ac:spMkLst>
        </pc:spChg>
        <pc:spChg chg="mod">
          <ac:chgData name="Daphne Economou" userId="d065a339-36cf-4937-af08-41751becbd81" providerId="ADAL" clId="{C432973F-67B1-4649-B971-31E254B6DA88}" dt="2022-10-23T12:00:44.057" v="6076" actId="113"/>
          <ac:spMkLst>
            <pc:docMk/>
            <pc:sldMk cId="3158864792" sldId="673"/>
            <ac:spMk id="8" creationId="{DF140570-FC41-0969-5F81-F583AC8D2DC9}"/>
          </ac:spMkLst>
        </pc:spChg>
        <pc:spChg chg="add mod">
          <ac:chgData name="Daphne Economou" userId="d065a339-36cf-4937-af08-41751becbd81" providerId="ADAL" clId="{C432973F-67B1-4649-B971-31E254B6DA88}" dt="2022-10-23T12:15:35.714" v="6191" actId="1076"/>
          <ac:spMkLst>
            <pc:docMk/>
            <pc:sldMk cId="3158864792" sldId="673"/>
            <ac:spMk id="9" creationId="{67C7581A-31C1-E9A8-178E-6E30BECE5A04}"/>
          </ac:spMkLst>
        </pc:spChg>
        <pc:spChg chg="mod">
          <ac:chgData name="Daphne Economou" userId="d065a339-36cf-4937-af08-41751becbd81" providerId="ADAL" clId="{C432973F-67B1-4649-B971-31E254B6DA88}" dt="2022-10-23T12:15:33.075" v="6190" actId="1076"/>
          <ac:spMkLst>
            <pc:docMk/>
            <pc:sldMk cId="3158864792" sldId="673"/>
            <ac:spMk id="10" creationId="{F37E93D6-39CD-57CA-D965-BB6B30BA12C7}"/>
          </ac:spMkLst>
        </pc:spChg>
        <pc:graphicFrameChg chg="modGraphic">
          <ac:chgData name="Daphne Economou" userId="d065a339-36cf-4937-af08-41751becbd81" providerId="ADAL" clId="{C432973F-67B1-4649-B971-31E254B6DA88}" dt="2022-10-23T12:28:17.872" v="6385" actId="207"/>
          <ac:graphicFrameMkLst>
            <pc:docMk/>
            <pc:sldMk cId="3158864792" sldId="673"/>
            <ac:graphicFrameMk id="2" creationId="{E9392F03-EEE5-F9BB-36BF-261C97E2D934}"/>
          </ac:graphicFrameMkLst>
        </pc:graphicFrameChg>
        <pc:graphicFrameChg chg="add mod modGraphic">
          <ac:chgData name="Daphne Economou" userId="d065a339-36cf-4937-af08-41751becbd81" providerId="ADAL" clId="{C432973F-67B1-4649-B971-31E254B6DA88}" dt="2022-10-23T12:14:48.797" v="6178" actId="1076"/>
          <ac:graphicFrameMkLst>
            <pc:docMk/>
            <pc:sldMk cId="3158864792" sldId="673"/>
            <ac:graphicFrameMk id="7" creationId="{D65C75A7-8130-74F1-3786-21CD0E91FEB5}"/>
          </ac:graphicFrameMkLst>
        </pc:graphicFrameChg>
        <pc:picChg chg="del mod">
          <ac:chgData name="Daphne Economou" userId="d065a339-36cf-4937-af08-41751becbd81" providerId="ADAL" clId="{C432973F-67B1-4649-B971-31E254B6DA88}" dt="2022-10-23T11:31:45.782" v="5513" actId="478"/>
          <ac:picMkLst>
            <pc:docMk/>
            <pc:sldMk cId="3158864792" sldId="673"/>
            <ac:picMk id="2058" creationId="{B6454462-241E-D1D0-BFE9-6AEC398AE9A9}"/>
          </ac:picMkLst>
        </pc:picChg>
        <pc:picChg chg="del mod">
          <ac:chgData name="Daphne Economou" userId="d065a339-36cf-4937-af08-41751becbd81" providerId="ADAL" clId="{C432973F-67B1-4649-B971-31E254B6DA88}" dt="2022-10-23T11:32:57.810" v="5558" actId="478"/>
          <ac:picMkLst>
            <pc:docMk/>
            <pc:sldMk cId="3158864792" sldId="673"/>
            <ac:picMk id="2060" creationId="{C4CA6342-AC85-7A02-0F47-DF9CF597363E}"/>
          </ac:picMkLst>
        </pc:picChg>
        <pc:picChg chg="del">
          <ac:chgData name="Daphne Economou" userId="d065a339-36cf-4937-af08-41751becbd81" providerId="ADAL" clId="{C432973F-67B1-4649-B971-31E254B6DA88}" dt="2022-10-23T11:32:57.071" v="5557" actId="478"/>
          <ac:picMkLst>
            <pc:docMk/>
            <pc:sldMk cId="3158864792" sldId="673"/>
            <ac:picMk id="2062" creationId="{F0B71236-FCFA-A3F2-7C9A-824C2FC71F91}"/>
          </ac:picMkLst>
        </pc:picChg>
        <pc:picChg chg="add mod">
          <ac:chgData name="Daphne Economou" userId="d065a339-36cf-4937-af08-41751becbd81" providerId="ADAL" clId="{C432973F-67B1-4649-B971-31E254B6DA88}" dt="2022-10-23T12:15:11.965" v="6182" actId="1076"/>
          <ac:picMkLst>
            <pc:docMk/>
            <pc:sldMk cId="3158864792" sldId="673"/>
            <ac:picMk id="3074" creationId="{93216535-F134-6B1B-D5CF-307627F40C82}"/>
          </ac:picMkLst>
        </pc:picChg>
        <pc:picChg chg="add mod">
          <ac:chgData name="Daphne Economou" userId="d065a339-36cf-4937-af08-41751becbd81" providerId="ADAL" clId="{C432973F-67B1-4649-B971-31E254B6DA88}" dt="2022-10-23T12:15:15.571" v="6183" actId="1076"/>
          <ac:picMkLst>
            <pc:docMk/>
            <pc:sldMk cId="3158864792" sldId="673"/>
            <ac:picMk id="3076" creationId="{EA332762-DBA1-8747-5F47-1D5055392817}"/>
          </ac:picMkLst>
        </pc:picChg>
      </pc:sldChg>
      <pc:sldChg chg="addSp delSp modSp add mod">
        <pc:chgData name="Daphne Economou" userId="d065a339-36cf-4937-af08-41751becbd81" providerId="ADAL" clId="{C432973F-67B1-4649-B971-31E254B6DA88}" dt="2022-10-23T12:00:46.738" v="6077" actId="113"/>
        <pc:sldMkLst>
          <pc:docMk/>
          <pc:sldMk cId="600862974" sldId="674"/>
        </pc:sldMkLst>
        <pc:spChg chg="mod">
          <ac:chgData name="Daphne Economou" userId="d065a339-36cf-4937-af08-41751becbd81" providerId="ADAL" clId="{C432973F-67B1-4649-B971-31E254B6DA88}" dt="2022-10-23T11:58:12.710" v="6048" actId="14100"/>
          <ac:spMkLst>
            <pc:docMk/>
            <pc:sldMk cId="600862974" sldId="674"/>
            <ac:spMk id="3" creationId="{D5E34B7E-D545-46DB-4F19-2A45BAF69A11}"/>
          </ac:spMkLst>
        </pc:spChg>
        <pc:spChg chg="mod">
          <ac:chgData name="Daphne Economou" userId="d065a339-36cf-4937-af08-41751becbd81" providerId="ADAL" clId="{C432973F-67B1-4649-B971-31E254B6DA88}" dt="2022-10-23T12:00:46.738" v="6077" actId="113"/>
          <ac:spMkLst>
            <pc:docMk/>
            <pc:sldMk cId="600862974" sldId="674"/>
            <ac:spMk id="8" creationId="{DF140570-FC41-0969-5F81-F583AC8D2DC9}"/>
          </ac:spMkLst>
        </pc:spChg>
        <pc:spChg chg="del">
          <ac:chgData name="Daphne Economou" userId="d065a339-36cf-4937-af08-41751becbd81" providerId="ADAL" clId="{C432973F-67B1-4649-B971-31E254B6DA88}" dt="2022-10-23T11:36:22.832" v="5616" actId="478"/>
          <ac:spMkLst>
            <pc:docMk/>
            <pc:sldMk cId="600862974" sldId="674"/>
            <ac:spMk id="9" creationId="{67C7581A-31C1-E9A8-178E-6E30BECE5A04}"/>
          </ac:spMkLst>
        </pc:spChg>
        <pc:spChg chg="mod">
          <ac:chgData name="Daphne Economou" userId="d065a339-36cf-4937-af08-41751becbd81" providerId="ADAL" clId="{C432973F-67B1-4649-B971-31E254B6DA88}" dt="2022-10-23T11:58:25.819" v="6052" actId="14100"/>
          <ac:spMkLst>
            <pc:docMk/>
            <pc:sldMk cId="600862974" sldId="674"/>
            <ac:spMk id="10" creationId="{F37E93D6-39CD-57CA-D965-BB6B30BA12C7}"/>
          </ac:spMkLst>
        </pc:spChg>
        <pc:spChg chg="add del mod">
          <ac:chgData name="Daphne Economou" userId="d065a339-36cf-4937-af08-41751becbd81" providerId="ADAL" clId="{C432973F-67B1-4649-B971-31E254B6DA88}" dt="2022-10-23T11:58:18.969" v="6050" actId="478"/>
          <ac:spMkLst>
            <pc:docMk/>
            <pc:sldMk cId="600862974" sldId="674"/>
            <ac:spMk id="12" creationId="{5AECFEDC-2D03-B824-F8CA-6DD9743CAF85}"/>
          </ac:spMkLst>
        </pc:spChg>
        <pc:spChg chg="add mod">
          <ac:chgData name="Daphne Economou" userId="d065a339-36cf-4937-af08-41751becbd81" providerId="ADAL" clId="{C432973F-67B1-4649-B971-31E254B6DA88}" dt="2022-10-23T11:59:06.454" v="6059" actId="14100"/>
          <ac:spMkLst>
            <pc:docMk/>
            <pc:sldMk cId="600862974" sldId="674"/>
            <ac:spMk id="13" creationId="{42951CF3-3B99-1EC6-D919-B037C8E8D1D2}"/>
          </ac:spMkLst>
        </pc:spChg>
        <pc:graphicFrameChg chg="del">
          <ac:chgData name="Daphne Economou" userId="d065a339-36cf-4937-af08-41751becbd81" providerId="ADAL" clId="{C432973F-67B1-4649-B971-31E254B6DA88}" dt="2022-10-23T11:36:34.705" v="5617" actId="478"/>
          <ac:graphicFrameMkLst>
            <pc:docMk/>
            <pc:sldMk cId="600862974" sldId="674"/>
            <ac:graphicFrameMk id="2" creationId="{E9392F03-EEE5-F9BB-36BF-261C97E2D934}"/>
          </ac:graphicFrameMkLst>
        </pc:graphicFrameChg>
        <pc:graphicFrameChg chg="del">
          <ac:chgData name="Daphne Economou" userId="d065a339-36cf-4937-af08-41751becbd81" providerId="ADAL" clId="{C432973F-67B1-4649-B971-31E254B6DA88}" dt="2022-10-23T11:36:21.643" v="5615" actId="478"/>
          <ac:graphicFrameMkLst>
            <pc:docMk/>
            <pc:sldMk cId="600862974" sldId="674"/>
            <ac:graphicFrameMk id="7" creationId="{D65C75A7-8130-74F1-3786-21CD0E91FEB5}"/>
          </ac:graphicFrameMkLst>
        </pc:graphicFrameChg>
        <pc:graphicFrameChg chg="add mod modGraphic">
          <ac:chgData name="Daphne Economou" userId="d065a339-36cf-4937-af08-41751becbd81" providerId="ADAL" clId="{C432973F-67B1-4649-B971-31E254B6DA88}" dt="2022-10-23T11:59:10.323" v="6060" actId="1076"/>
          <ac:graphicFrameMkLst>
            <pc:docMk/>
            <pc:sldMk cId="600862974" sldId="674"/>
            <ac:graphicFrameMk id="11" creationId="{C93E59B5-0DD0-7523-5BC1-2D0D6240758E}"/>
          </ac:graphicFrameMkLst>
        </pc:graphicFrameChg>
        <pc:picChg chg="del">
          <ac:chgData name="Daphne Economou" userId="d065a339-36cf-4937-af08-41751becbd81" providerId="ADAL" clId="{C432973F-67B1-4649-B971-31E254B6DA88}" dt="2022-10-23T11:57:20.610" v="6031" actId="478"/>
          <ac:picMkLst>
            <pc:docMk/>
            <pc:sldMk cId="600862974" sldId="674"/>
            <ac:picMk id="3074" creationId="{93216535-F134-6B1B-D5CF-307627F40C82}"/>
          </ac:picMkLst>
        </pc:picChg>
        <pc:picChg chg="del">
          <ac:chgData name="Daphne Economou" userId="d065a339-36cf-4937-af08-41751becbd81" providerId="ADAL" clId="{C432973F-67B1-4649-B971-31E254B6DA88}" dt="2022-10-23T11:46:56.659" v="5858" actId="478"/>
          <ac:picMkLst>
            <pc:docMk/>
            <pc:sldMk cId="600862974" sldId="674"/>
            <ac:picMk id="3076" creationId="{EA332762-DBA1-8747-5F47-1D5055392817}"/>
          </ac:picMkLst>
        </pc:picChg>
      </pc:sldChg>
      <pc:sldChg chg="modSp new mod">
        <pc:chgData name="Daphne Economou" userId="d065a339-36cf-4937-af08-41751becbd81" providerId="ADAL" clId="{C432973F-67B1-4649-B971-31E254B6DA88}" dt="2022-10-23T12:36:21.511" v="6456" actId="27636"/>
        <pc:sldMkLst>
          <pc:docMk/>
          <pc:sldMk cId="2365073488" sldId="675"/>
        </pc:sldMkLst>
        <pc:spChg chg="mod">
          <ac:chgData name="Daphne Economou" userId="d065a339-36cf-4937-af08-41751becbd81" providerId="ADAL" clId="{C432973F-67B1-4649-B971-31E254B6DA88}" dt="2022-10-23T12:17:15.667" v="6211" actId="20577"/>
          <ac:spMkLst>
            <pc:docMk/>
            <pc:sldMk cId="2365073488" sldId="675"/>
            <ac:spMk id="2" creationId="{55AC0C24-80DB-B540-1A19-4EC2C19F1FE1}"/>
          </ac:spMkLst>
        </pc:spChg>
        <pc:spChg chg="mod">
          <ac:chgData name="Daphne Economou" userId="d065a339-36cf-4937-af08-41751becbd81" providerId="ADAL" clId="{C432973F-67B1-4649-B971-31E254B6DA88}" dt="2022-10-23T12:36:21.511" v="6456" actId="27636"/>
          <ac:spMkLst>
            <pc:docMk/>
            <pc:sldMk cId="2365073488" sldId="675"/>
            <ac:spMk id="3" creationId="{17DF0B3F-6048-595F-FFEB-E38327B5233B}"/>
          </ac:spMkLst>
        </pc:spChg>
      </pc:sldChg>
      <pc:sldChg chg="addSp modSp add del mod">
        <pc:chgData name="Daphne Economou" userId="d065a339-36cf-4937-af08-41751becbd81" providerId="ADAL" clId="{C432973F-67B1-4649-B971-31E254B6DA88}" dt="2022-10-23T15:21:15.515" v="7199" actId="47"/>
        <pc:sldMkLst>
          <pc:docMk/>
          <pc:sldMk cId="1348867641" sldId="676"/>
        </pc:sldMkLst>
        <pc:spChg chg="mod">
          <ac:chgData name="Daphne Economou" userId="d065a339-36cf-4937-af08-41751becbd81" providerId="ADAL" clId="{C432973F-67B1-4649-B971-31E254B6DA88}" dt="2022-10-23T12:19:33.994" v="6254" actId="113"/>
          <ac:spMkLst>
            <pc:docMk/>
            <pc:sldMk cId="1348867641" sldId="676"/>
            <ac:spMk id="2" creationId="{55AC0C24-80DB-B540-1A19-4EC2C19F1FE1}"/>
          </ac:spMkLst>
        </pc:spChg>
        <pc:spChg chg="mod">
          <ac:chgData name="Daphne Economou" userId="d065a339-36cf-4937-af08-41751becbd81" providerId="ADAL" clId="{C432973F-67B1-4649-B971-31E254B6DA88}" dt="2022-10-23T12:19:00.811" v="6232" actId="27636"/>
          <ac:spMkLst>
            <pc:docMk/>
            <pc:sldMk cId="1348867641" sldId="676"/>
            <ac:spMk id="3" creationId="{17DF0B3F-6048-595F-FFEB-E38327B5233B}"/>
          </ac:spMkLst>
        </pc:spChg>
        <pc:picChg chg="add mod">
          <ac:chgData name="Daphne Economou" userId="d065a339-36cf-4937-af08-41751becbd81" providerId="ADAL" clId="{C432973F-67B1-4649-B971-31E254B6DA88}" dt="2022-10-23T12:18:34.031" v="6223" actId="1076"/>
          <ac:picMkLst>
            <pc:docMk/>
            <pc:sldMk cId="1348867641" sldId="676"/>
            <ac:picMk id="4098" creationId="{190B6EB3-EFED-6FC2-79C7-70360C34672B}"/>
          </ac:picMkLst>
        </pc:picChg>
      </pc:sldChg>
      <pc:sldChg chg="addSp delSp modSp add mod">
        <pc:chgData name="Daphne Economou" userId="d065a339-36cf-4937-af08-41751becbd81" providerId="ADAL" clId="{C432973F-67B1-4649-B971-31E254B6DA88}" dt="2022-10-23T12:32:52.841" v="6434" actId="14100"/>
        <pc:sldMkLst>
          <pc:docMk/>
          <pc:sldMk cId="2205690091" sldId="677"/>
        </pc:sldMkLst>
        <pc:spChg chg="mod">
          <ac:chgData name="Daphne Economou" userId="d065a339-36cf-4937-af08-41751becbd81" providerId="ADAL" clId="{C432973F-67B1-4649-B971-31E254B6DA88}" dt="2022-10-23T12:32:52.841" v="6434" actId="14100"/>
          <ac:spMkLst>
            <pc:docMk/>
            <pc:sldMk cId="2205690091" sldId="677"/>
            <ac:spMk id="3" creationId="{D5E34B7E-D545-46DB-4F19-2A45BAF69A11}"/>
          </ac:spMkLst>
        </pc:spChg>
        <pc:spChg chg="mod">
          <ac:chgData name="Daphne Economou" userId="d065a339-36cf-4937-af08-41751becbd81" providerId="ADAL" clId="{C432973F-67B1-4649-B971-31E254B6DA88}" dt="2022-10-23T12:28:41.025" v="6388" actId="113"/>
          <ac:spMkLst>
            <pc:docMk/>
            <pc:sldMk cId="2205690091" sldId="677"/>
            <ac:spMk id="8" creationId="{DF140570-FC41-0969-5F81-F583AC8D2DC9}"/>
          </ac:spMkLst>
        </pc:spChg>
        <pc:spChg chg="mod">
          <ac:chgData name="Daphne Economou" userId="d065a339-36cf-4937-af08-41751becbd81" providerId="ADAL" clId="{C432973F-67B1-4649-B971-31E254B6DA88}" dt="2022-10-23T12:25:57.046" v="6372" actId="1076"/>
          <ac:spMkLst>
            <pc:docMk/>
            <pc:sldMk cId="2205690091" sldId="677"/>
            <ac:spMk id="10" creationId="{F37E93D6-39CD-57CA-D965-BB6B30BA12C7}"/>
          </ac:spMkLst>
        </pc:spChg>
        <pc:graphicFrameChg chg="mod modGraphic">
          <ac:chgData name="Daphne Economou" userId="d065a339-36cf-4937-af08-41751becbd81" providerId="ADAL" clId="{C432973F-67B1-4649-B971-31E254B6DA88}" dt="2022-10-23T12:28:26.166" v="6386" actId="14100"/>
          <ac:graphicFrameMkLst>
            <pc:docMk/>
            <pc:sldMk cId="2205690091" sldId="677"/>
            <ac:graphicFrameMk id="2" creationId="{E9392F03-EEE5-F9BB-36BF-261C97E2D934}"/>
          </ac:graphicFrameMkLst>
        </pc:graphicFrameChg>
        <pc:graphicFrameChg chg="add del mod">
          <ac:chgData name="Daphne Economou" userId="d065a339-36cf-4937-af08-41751becbd81" providerId="ADAL" clId="{C432973F-67B1-4649-B971-31E254B6DA88}" dt="2022-10-23T12:23:09.811" v="6279" actId="478"/>
          <ac:graphicFrameMkLst>
            <pc:docMk/>
            <pc:sldMk cId="2205690091" sldId="677"/>
            <ac:graphicFrameMk id="6" creationId="{FB338C7D-D3FC-61FA-4D98-C6A7AF88560E}"/>
          </ac:graphicFrameMkLst>
        </pc:graphicFrameChg>
        <pc:graphicFrameChg chg="add mod modGraphic">
          <ac:chgData name="Daphne Economou" userId="d065a339-36cf-4937-af08-41751becbd81" providerId="ADAL" clId="{C432973F-67B1-4649-B971-31E254B6DA88}" dt="2022-10-23T12:27:48.635" v="6382" actId="404"/>
          <ac:graphicFrameMkLst>
            <pc:docMk/>
            <pc:sldMk cId="2205690091" sldId="677"/>
            <ac:graphicFrameMk id="7" creationId="{B37AE314-9EB3-BE63-8C08-323A4087DFBA}"/>
          </ac:graphicFrameMkLst>
        </pc:graphicFrameChg>
        <pc:picChg chg="del">
          <ac:chgData name="Daphne Economou" userId="d065a339-36cf-4937-af08-41751becbd81" providerId="ADAL" clId="{C432973F-67B1-4649-B971-31E254B6DA88}" dt="2022-10-23T12:22:39.021" v="6271" actId="478"/>
          <ac:picMkLst>
            <pc:docMk/>
            <pc:sldMk cId="2205690091" sldId="677"/>
            <ac:picMk id="2058" creationId="{B6454462-241E-D1D0-BFE9-6AEC398AE9A9}"/>
          </ac:picMkLst>
        </pc:picChg>
        <pc:picChg chg="del">
          <ac:chgData name="Daphne Economou" userId="d065a339-36cf-4937-af08-41751becbd81" providerId="ADAL" clId="{C432973F-67B1-4649-B971-31E254B6DA88}" dt="2022-10-23T12:22:42.637" v="6274" actId="478"/>
          <ac:picMkLst>
            <pc:docMk/>
            <pc:sldMk cId="2205690091" sldId="677"/>
            <ac:picMk id="2060" creationId="{C4CA6342-AC85-7A02-0F47-DF9CF597363E}"/>
          </ac:picMkLst>
        </pc:picChg>
        <pc:picChg chg="del">
          <ac:chgData name="Daphne Economou" userId="d065a339-36cf-4937-af08-41751becbd81" providerId="ADAL" clId="{C432973F-67B1-4649-B971-31E254B6DA88}" dt="2022-10-23T12:22:43.272" v="6275" actId="478"/>
          <ac:picMkLst>
            <pc:docMk/>
            <pc:sldMk cId="2205690091" sldId="677"/>
            <ac:picMk id="2062" creationId="{F0B71236-FCFA-A3F2-7C9A-824C2FC71F91}"/>
          </ac:picMkLst>
        </pc:picChg>
      </pc:sldChg>
      <pc:sldChg chg="modSp add del mod">
        <pc:chgData name="Daphne Economou" userId="d065a339-36cf-4937-af08-41751becbd81" providerId="ADAL" clId="{C432973F-67B1-4649-B971-31E254B6DA88}" dt="2022-10-23T15:14:33.761" v="7092" actId="47"/>
        <pc:sldMkLst>
          <pc:docMk/>
          <pc:sldMk cId="1046499013" sldId="678"/>
        </pc:sldMkLst>
        <pc:spChg chg="mod">
          <ac:chgData name="Daphne Economou" userId="d065a339-36cf-4937-af08-41751becbd81" providerId="ADAL" clId="{C432973F-67B1-4649-B971-31E254B6DA88}" dt="2022-10-23T12:28:55.620" v="6398" actId="113"/>
          <ac:spMkLst>
            <pc:docMk/>
            <pc:sldMk cId="1046499013" sldId="678"/>
            <ac:spMk id="8" creationId="{DF140570-FC41-0969-5F81-F583AC8D2DC9}"/>
          </ac:spMkLst>
        </pc:spChg>
      </pc:sldChg>
      <pc:sldChg chg="add del">
        <pc:chgData name="Daphne Economou" userId="d065a339-36cf-4937-af08-41751becbd81" providerId="ADAL" clId="{C432973F-67B1-4649-B971-31E254B6DA88}" dt="2022-10-23T12:19:32.215" v="6253"/>
        <pc:sldMkLst>
          <pc:docMk/>
          <pc:sldMk cId="1629004427" sldId="678"/>
        </pc:sldMkLst>
      </pc:sldChg>
      <pc:sldChg chg="addSp delSp modSp new mod chgLayout">
        <pc:chgData name="Daphne Economou" userId="d065a339-36cf-4937-af08-41751becbd81" providerId="ADAL" clId="{C432973F-67B1-4649-B971-31E254B6DA88}" dt="2022-10-23T15:54:42.670" v="7507" actId="700"/>
        <pc:sldMkLst>
          <pc:docMk/>
          <pc:sldMk cId="1125299543" sldId="679"/>
        </pc:sldMkLst>
        <pc:spChg chg="mod ord">
          <ac:chgData name="Daphne Economou" userId="d065a339-36cf-4937-af08-41751becbd81" providerId="ADAL" clId="{C432973F-67B1-4649-B971-31E254B6DA88}" dt="2022-10-23T15:54:42.670" v="7507" actId="700"/>
          <ac:spMkLst>
            <pc:docMk/>
            <pc:sldMk cId="1125299543" sldId="679"/>
            <ac:spMk id="2" creationId="{EDBD3725-F10C-BE85-E5A4-5D5F54E6A061}"/>
          </ac:spMkLst>
        </pc:spChg>
        <pc:spChg chg="del mod ord">
          <ac:chgData name="Daphne Economou" userId="d065a339-36cf-4937-af08-41751becbd81" providerId="ADAL" clId="{C432973F-67B1-4649-B971-31E254B6DA88}" dt="2022-10-23T15:54:42.670" v="7507" actId="700"/>
          <ac:spMkLst>
            <pc:docMk/>
            <pc:sldMk cId="1125299543" sldId="679"/>
            <ac:spMk id="3" creationId="{609FFE75-4782-02F2-1E47-F9B7ACE5AFFA}"/>
          </ac:spMkLst>
        </pc:spChg>
        <pc:spChg chg="mod ord">
          <ac:chgData name="Daphne Economou" userId="d065a339-36cf-4937-af08-41751becbd81" providerId="ADAL" clId="{C432973F-67B1-4649-B971-31E254B6DA88}" dt="2022-10-23T15:54:42.670" v="7507" actId="700"/>
          <ac:spMkLst>
            <pc:docMk/>
            <pc:sldMk cId="1125299543" sldId="679"/>
            <ac:spMk id="4" creationId="{2EE18D81-868D-D6B9-0345-18CB38DF52A9}"/>
          </ac:spMkLst>
        </pc:spChg>
        <pc:spChg chg="mod ord">
          <ac:chgData name="Daphne Economou" userId="d065a339-36cf-4937-af08-41751becbd81" providerId="ADAL" clId="{C432973F-67B1-4649-B971-31E254B6DA88}" dt="2022-10-23T15:54:42.670" v="7507" actId="700"/>
          <ac:spMkLst>
            <pc:docMk/>
            <pc:sldMk cId="1125299543" sldId="679"/>
            <ac:spMk id="5" creationId="{34F1B6ED-94DD-E35B-0BD9-A6A4D2573416}"/>
          </ac:spMkLst>
        </pc:spChg>
        <pc:spChg chg="add mod ord">
          <ac:chgData name="Daphne Economou" userId="d065a339-36cf-4937-af08-41751becbd81" providerId="ADAL" clId="{C432973F-67B1-4649-B971-31E254B6DA88}" dt="2022-10-23T15:54:42.670" v="7507" actId="700"/>
          <ac:spMkLst>
            <pc:docMk/>
            <pc:sldMk cId="1125299543" sldId="679"/>
            <ac:spMk id="8" creationId="{1F4D27C7-608F-912D-7014-F6D74EC30727}"/>
          </ac:spMkLst>
        </pc:spChg>
        <pc:picChg chg="add del mod">
          <ac:chgData name="Daphne Economou" userId="d065a339-36cf-4937-af08-41751becbd81" providerId="ADAL" clId="{C432973F-67B1-4649-B971-31E254B6DA88}" dt="2022-10-23T15:29:53.830" v="7274" actId="21"/>
          <ac:picMkLst>
            <pc:docMk/>
            <pc:sldMk cId="1125299543" sldId="679"/>
            <ac:picMk id="7" creationId="{F0395276-5C34-1DAB-C52A-99D73F93B7B3}"/>
          </ac:picMkLst>
        </pc:picChg>
      </pc:sldChg>
      <pc:sldChg chg="addSp delSp modSp add del mod chgLayout">
        <pc:chgData name="Daphne Economou" userId="d065a339-36cf-4937-af08-41751becbd81" providerId="ADAL" clId="{C432973F-67B1-4649-B971-31E254B6DA88}" dt="2022-10-23T16:22:33.506" v="7935" actId="47"/>
        <pc:sldMkLst>
          <pc:docMk/>
          <pc:sldMk cId="3305541459" sldId="680"/>
        </pc:sldMkLst>
        <pc:spChg chg="mod ord">
          <ac:chgData name="Daphne Economou" userId="d065a339-36cf-4937-af08-41751becbd81" providerId="ADAL" clId="{C432973F-67B1-4649-B971-31E254B6DA88}" dt="2022-10-23T16:10:03.397" v="7697" actId="700"/>
          <ac:spMkLst>
            <pc:docMk/>
            <pc:sldMk cId="3305541459" sldId="680"/>
            <ac:spMk id="2" creationId="{EDBD3725-F10C-BE85-E5A4-5D5F54E6A061}"/>
          </ac:spMkLst>
        </pc:spChg>
        <pc:spChg chg="del mod ord">
          <ac:chgData name="Daphne Economou" userId="d065a339-36cf-4937-af08-41751becbd81" providerId="ADAL" clId="{C432973F-67B1-4649-B971-31E254B6DA88}" dt="2022-10-23T16:10:03.397" v="7697" actId="700"/>
          <ac:spMkLst>
            <pc:docMk/>
            <pc:sldMk cId="3305541459" sldId="680"/>
            <ac:spMk id="3" creationId="{609FFE75-4782-02F2-1E47-F9B7ACE5AFFA}"/>
          </ac:spMkLst>
        </pc:spChg>
        <pc:spChg chg="mod ord">
          <ac:chgData name="Daphne Economou" userId="d065a339-36cf-4937-af08-41751becbd81" providerId="ADAL" clId="{C432973F-67B1-4649-B971-31E254B6DA88}" dt="2022-10-23T16:10:03.397" v="7697" actId="700"/>
          <ac:spMkLst>
            <pc:docMk/>
            <pc:sldMk cId="3305541459" sldId="680"/>
            <ac:spMk id="4" creationId="{2EE18D81-868D-D6B9-0345-18CB38DF52A9}"/>
          </ac:spMkLst>
        </pc:spChg>
        <pc:spChg chg="mod ord">
          <ac:chgData name="Daphne Economou" userId="d065a339-36cf-4937-af08-41751becbd81" providerId="ADAL" clId="{C432973F-67B1-4649-B971-31E254B6DA88}" dt="2022-10-23T16:10:03.397" v="7697" actId="700"/>
          <ac:spMkLst>
            <pc:docMk/>
            <pc:sldMk cId="3305541459" sldId="680"/>
            <ac:spMk id="5" creationId="{34F1B6ED-94DD-E35B-0BD9-A6A4D2573416}"/>
          </ac:spMkLst>
        </pc:spChg>
        <pc:spChg chg="add mod ord">
          <ac:chgData name="Daphne Economou" userId="d065a339-36cf-4937-af08-41751becbd81" providerId="ADAL" clId="{C432973F-67B1-4649-B971-31E254B6DA88}" dt="2022-10-23T16:10:03.397" v="7697" actId="700"/>
          <ac:spMkLst>
            <pc:docMk/>
            <pc:sldMk cId="3305541459" sldId="680"/>
            <ac:spMk id="6" creationId="{0C459676-4403-9F6B-4419-44C648BAE25E}"/>
          </ac:spMkLst>
        </pc:spChg>
      </pc:sldChg>
      <pc:sldChg chg="addSp delSp modSp add mod modClrScheme chgLayout">
        <pc:chgData name="Daphne Economou" userId="d065a339-36cf-4937-af08-41751becbd81" providerId="ADAL" clId="{C432973F-67B1-4649-B971-31E254B6DA88}" dt="2022-10-23T14:36:43.385" v="6721" actId="1036"/>
        <pc:sldMkLst>
          <pc:docMk/>
          <pc:sldMk cId="3955673542" sldId="681"/>
        </pc:sldMkLst>
        <pc:spChg chg="mod ord">
          <ac:chgData name="Daphne Economou" userId="d065a339-36cf-4937-af08-41751becbd81" providerId="ADAL" clId="{C432973F-67B1-4649-B971-31E254B6DA88}" dt="2022-10-23T14:36:03.552" v="6710" actId="167"/>
          <ac:spMkLst>
            <pc:docMk/>
            <pc:sldMk cId="3955673542" sldId="681"/>
            <ac:spMk id="3" creationId="{D5E34B7E-D545-46DB-4F19-2A45BAF69A11}"/>
          </ac:spMkLst>
        </pc:spChg>
        <pc:spChg chg="mod ord">
          <ac:chgData name="Daphne Economou" userId="d065a339-36cf-4937-af08-41751becbd81" providerId="ADAL" clId="{C432973F-67B1-4649-B971-31E254B6DA88}" dt="2022-10-23T14:26:42.459" v="6587" actId="700"/>
          <ac:spMkLst>
            <pc:docMk/>
            <pc:sldMk cId="3955673542" sldId="681"/>
            <ac:spMk id="4" creationId="{0C6BC1B3-159A-8C61-130C-B18B27693AF7}"/>
          </ac:spMkLst>
        </pc:spChg>
        <pc:spChg chg="mod ord">
          <ac:chgData name="Daphne Economou" userId="d065a339-36cf-4937-af08-41751becbd81" providerId="ADAL" clId="{C432973F-67B1-4649-B971-31E254B6DA88}" dt="2022-10-23T14:26:42.459" v="6587" actId="700"/>
          <ac:spMkLst>
            <pc:docMk/>
            <pc:sldMk cId="3955673542" sldId="681"/>
            <ac:spMk id="5" creationId="{A30035D0-A1DD-37D3-912D-770DE91BB5B0}"/>
          </ac:spMkLst>
        </pc:spChg>
        <pc:spChg chg="add mod ord">
          <ac:chgData name="Daphne Economou" userId="d065a339-36cf-4937-af08-41751becbd81" providerId="ADAL" clId="{C432973F-67B1-4649-B971-31E254B6DA88}" dt="2022-10-23T14:27:12.500" v="6592" actId="207"/>
          <ac:spMkLst>
            <pc:docMk/>
            <pc:sldMk cId="3955673542" sldId="681"/>
            <ac:spMk id="6" creationId="{A145C051-F698-31A5-7DE3-45C58F9C3345}"/>
          </ac:spMkLst>
        </pc:spChg>
        <pc:spChg chg="mod ord">
          <ac:chgData name="Daphne Economou" userId="d065a339-36cf-4937-af08-41751becbd81" providerId="ADAL" clId="{C432973F-67B1-4649-B971-31E254B6DA88}" dt="2022-10-23T14:36:43.385" v="6721" actId="1036"/>
          <ac:spMkLst>
            <pc:docMk/>
            <pc:sldMk cId="3955673542" sldId="681"/>
            <ac:spMk id="8" creationId="{DF140570-FC41-0969-5F81-F583AC8D2DC9}"/>
          </ac:spMkLst>
        </pc:spChg>
        <pc:spChg chg="add mod ord">
          <ac:chgData name="Daphne Economou" userId="d065a339-36cf-4937-af08-41751becbd81" providerId="ADAL" clId="{C432973F-67B1-4649-B971-31E254B6DA88}" dt="2022-10-23T14:27:24.573" v="6595" actId="207"/>
          <ac:spMkLst>
            <pc:docMk/>
            <pc:sldMk cId="3955673542" sldId="681"/>
            <ac:spMk id="9" creationId="{A0784D31-CD56-FEFF-070D-E2F67E2774AF}"/>
          </ac:spMkLst>
        </pc:spChg>
        <pc:spChg chg="del">
          <ac:chgData name="Daphne Economou" userId="d065a339-36cf-4937-af08-41751becbd81" providerId="ADAL" clId="{C432973F-67B1-4649-B971-31E254B6DA88}" dt="2022-10-23T14:26:13.612" v="6584" actId="478"/>
          <ac:spMkLst>
            <pc:docMk/>
            <pc:sldMk cId="3955673542" sldId="681"/>
            <ac:spMk id="10" creationId="{F37E93D6-39CD-57CA-D965-BB6B30BA12C7}"/>
          </ac:spMkLst>
        </pc:spChg>
        <pc:spChg chg="add del mod ord">
          <ac:chgData name="Daphne Economou" userId="d065a339-36cf-4937-af08-41751becbd81" providerId="ADAL" clId="{C432973F-67B1-4649-B971-31E254B6DA88}" dt="2022-10-23T14:27:45.192" v="6602" actId="478"/>
          <ac:spMkLst>
            <pc:docMk/>
            <pc:sldMk cId="3955673542" sldId="681"/>
            <ac:spMk id="11" creationId="{0DB9FE03-E315-8F73-F998-93EBA7A8CE5B}"/>
          </ac:spMkLst>
        </pc:spChg>
        <pc:spChg chg="add mod ord">
          <ac:chgData name="Daphne Economou" userId="d065a339-36cf-4937-af08-41751becbd81" providerId="ADAL" clId="{C432973F-67B1-4649-B971-31E254B6DA88}" dt="2022-10-23T14:36:24.117" v="6714" actId="1582"/>
          <ac:spMkLst>
            <pc:docMk/>
            <pc:sldMk cId="3955673542" sldId="681"/>
            <ac:spMk id="12" creationId="{2B637A72-4EC7-E6BB-9B3D-BA6FF95297E9}"/>
          </ac:spMkLst>
        </pc:spChg>
        <pc:graphicFrameChg chg="del">
          <ac:chgData name="Daphne Economou" userId="d065a339-36cf-4937-af08-41751becbd81" providerId="ADAL" clId="{C432973F-67B1-4649-B971-31E254B6DA88}" dt="2022-10-23T14:26:49.895" v="6589" actId="478"/>
          <ac:graphicFrameMkLst>
            <pc:docMk/>
            <pc:sldMk cId="3955673542" sldId="681"/>
            <ac:graphicFrameMk id="2" creationId="{E9392F03-EEE5-F9BB-36BF-261C97E2D934}"/>
          </ac:graphicFrameMkLst>
        </pc:graphicFrameChg>
        <pc:graphicFrameChg chg="del">
          <ac:chgData name="Daphne Economou" userId="d065a339-36cf-4937-af08-41751becbd81" providerId="ADAL" clId="{C432973F-67B1-4649-B971-31E254B6DA88}" dt="2022-10-23T14:24:42.655" v="6559" actId="478"/>
          <ac:graphicFrameMkLst>
            <pc:docMk/>
            <pc:sldMk cId="3955673542" sldId="681"/>
            <ac:graphicFrameMk id="7" creationId="{B37AE314-9EB3-BE63-8C08-323A4087DFBA}"/>
          </ac:graphicFrameMkLst>
        </pc:graphicFrameChg>
        <pc:picChg chg="add mod">
          <ac:chgData name="Daphne Economou" userId="d065a339-36cf-4937-af08-41751becbd81" providerId="ADAL" clId="{C432973F-67B1-4649-B971-31E254B6DA88}" dt="2022-10-23T14:27:32.817" v="6599" actId="1076"/>
          <ac:picMkLst>
            <pc:docMk/>
            <pc:sldMk cId="3955673542" sldId="681"/>
            <ac:picMk id="6146" creationId="{6D3CE301-85FB-1326-0E83-8167574D93B8}"/>
          </ac:picMkLst>
        </pc:picChg>
        <pc:picChg chg="add mod">
          <ac:chgData name="Daphne Economou" userId="d065a339-36cf-4937-af08-41751becbd81" providerId="ADAL" clId="{C432973F-67B1-4649-B971-31E254B6DA88}" dt="2022-10-23T14:35:53.622" v="6709" actId="14100"/>
          <ac:picMkLst>
            <pc:docMk/>
            <pc:sldMk cId="3955673542" sldId="681"/>
            <ac:picMk id="6148" creationId="{5C2C492D-5307-095F-DD7A-D48ECE88A76C}"/>
          </ac:picMkLst>
        </pc:picChg>
        <pc:picChg chg="add del mod">
          <ac:chgData name="Daphne Economou" userId="d065a339-36cf-4937-af08-41751becbd81" providerId="ADAL" clId="{C432973F-67B1-4649-B971-31E254B6DA88}" dt="2022-10-23T14:31:10.336" v="6662" actId="478"/>
          <ac:picMkLst>
            <pc:docMk/>
            <pc:sldMk cId="3955673542" sldId="681"/>
            <ac:picMk id="6150" creationId="{C741FD86-9284-B638-4FAB-79CDC4CEACD0}"/>
          </ac:picMkLst>
        </pc:picChg>
        <pc:picChg chg="add del mod">
          <ac:chgData name="Daphne Economou" userId="d065a339-36cf-4937-af08-41751becbd81" providerId="ADAL" clId="{C432973F-67B1-4649-B971-31E254B6DA88}" dt="2022-10-23T14:34:47.222" v="6698" actId="478"/>
          <ac:picMkLst>
            <pc:docMk/>
            <pc:sldMk cId="3955673542" sldId="681"/>
            <ac:picMk id="6152" creationId="{A95E7611-26AF-9A51-AA1E-AF1590181FF2}"/>
          </ac:picMkLst>
        </pc:picChg>
        <pc:cxnChg chg="add del mod">
          <ac:chgData name="Daphne Economou" userId="d065a339-36cf-4937-af08-41751becbd81" providerId="ADAL" clId="{C432973F-67B1-4649-B971-31E254B6DA88}" dt="2022-10-23T14:32:48.842" v="6674" actId="478"/>
          <ac:cxnSpMkLst>
            <pc:docMk/>
            <pc:sldMk cId="3955673542" sldId="681"/>
            <ac:cxnSpMk id="14" creationId="{E6C40400-C2DC-ECEA-17CA-06F60F66DB54}"/>
          </ac:cxnSpMkLst>
        </pc:cxnChg>
        <pc:cxnChg chg="add mod">
          <ac:chgData name="Daphne Economou" userId="d065a339-36cf-4937-af08-41751becbd81" providerId="ADAL" clId="{C432973F-67B1-4649-B971-31E254B6DA88}" dt="2022-10-23T14:36:13.699" v="6713" actId="14100"/>
          <ac:cxnSpMkLst>
            <pc:docMk/>
            <pc:sldMk cId="3955673542" sldId="681"/>
            <ac:cxnSpMk id="16" creationId="{97665048-6282-A4F6-6F91-3260EDFC61B0}"/>
          </ac:cxnSpMkLst>
        </pc:cxnChg>
        <pc:cxnChg chg="add mod">
          <ac:chgData name="Daphne Economou" userId="d065a339-36cf-4937-af08-41751becbd81" providerId="ADAL" clId="{C432973F-67B1-4649-B971-31E254B6DA88}" dt="2022-10-23T14:36:33.035" v="6717" actId="13822"/>
          <ac:cxnSpMkLst>
            <pc:docMk/>
            <pc:sldMk cId="3955673542" sldId="681"/>
            <ac:cxnSpMk id="22" creationId="{946F0BEA-463B-4550-328A-D1361698EC66}"/>
          </ac:cxnSpMkLst>
        </pc:cxnChg>
      </pc:sldChg>
      <pc:sldChg chg="addSp delSp modSp add mod">
        <pc:chgData name="Daphne Economou" userId="d065a339-36cf-4937-af08-41751becbd81" providerId="ADAL" clId="{C432973F-67B1-4649-B971-31E254B6DA88}" dt="2022-10-23T15:11:39.476" v="7058" actId="403"/>
        <pc:sldMkLst>
          <pc:docMk/>
          <pc:sldMk cId="772408030" sldId="682"/>
        </pc:sldMkLst>
        <pc:spChg chg="mod">
          <ac:chgData name="Daphne Economou" userId="d065a339-36cf-4937-af08-41751becbd81" providerId="ADAL" clId="{C432973F-67B1-4649-B971-31E254B6DA88}" dt="2022-10-23T15:11:39.476" v="7058" actId="403"/>
          <ac:spMkLst>
            <pc:docMk/>
            <pc:sldMk cId="772408030" sldId="682"/>
            <ac:spMk id="3" creationId="{D5E34B7E-D545-46DB-4F19-2A45BAF69A11}"/>
          </ac:spMkLst>
        </pc:spChg>
        <pc:spChg chg="mod">
          <ac:chgData name="Daphne Economou" userId="d065a339-36cf-4937-af08-41751becbd81" providerId="ADAL" clId="{C432973F-67B1-4649-B971-31E254B6DA88}" dt="2022-10-23T15:02:14.429" v="6990" actId="1076"/>
          <ac:spMkLst>
            <pc:docMk/>
            <pc:sldMk cId="772408030" sldId="682"/>
            <ac:spMk id="8" creationId="{DF140570-FC41-0969-5F81-F583AC8D2DC9}"/>
          </ac:spMkLst>
        </pc:spChg>
        <pc:spChg chg="del mod">
          <ac:chgData name="Daphne Economou" userId="d065a339-36cf-4937-af08-41751becbd81" providerId="ADAL" clId="{C432973F-67B1-4649-B971-31E254B6DA88}" dt="2022-10-23T14:42:09.481" v="6855" actId="478"/>
          <ac:spMkLst>
            <pc:docMk/>
            <pc:sldMk cId="772408030" sldId="682"/>
            <ac:spMk id="10" creationId="{F37E93D6-39CD-57CA-D965-BB6B30BA12C7}"/>
          </ac:spMkLst>
        </pc:spChg>
        <pc:graphicFrameChg chg="del">
          <ac:chgData name="Daphne Economou" userId="d065a339-36cf-4937-af08-41751becbd81" providerId="ADAL" clId="{C432973F-67B1-4649-B971-31E254B6DA88}" dt="2022-10-23T14:37:20.014" v="6725" actId="478"/>
          <ac:graphicFrameMkLst>
            <pc:docMk/>
            <pc:sldMk cId="772408030" sldId="682"/>
            <ac:graphicFrameMk id="2" creationId="{E9392F03-EEE5-F9BB-36BF-261C97E2D934}"/>
          </ac:graphicFrameMkLst>
        </pc:graphicFrameChg>
        <pc:graphicFrameChg chg="add del mod modGraphic">
          <ac:chgData name="Daphne Economou" userId="d065a339-36cf-4937-af08-41751becbd81" providerId="ADAL" clId="{C432973F-67B1-4649-B971-31E254B6DA88}" dt="2022-10-23T14:43:56.483" v="6901" actId="478"/>
          <ac:graphicFrameMkLst>
            <pc:docMk/>
            <pc:sldMk cId="772408030" sldId="682"/>
            <ac:graphicFrameMk id="6" creationId="{70237D32-440D-A62B-7ECE-664520881E2C}"/>
          </ac:graphicFrameMkLst>
        </pc:graphicFrameChg>
        <pc:graphicFrameChg chg="del">
          <ac:chgData name="Daphne Economou" userId="d065a339-36cf-4937-af08-41751becbd81" providerId="ADAL" clId="{C432973F-67B1-4649-B971-31E254B6DA88}" dt="2022-10-23T14:37:40.840" v="6765" actId="478"/>
          <ac:graphicFrameMkLst>
            <pc:docMk/>
            <pc:sldMk cId="772408030" sldId="682"/>
            <ac:graphicFrameMk id="7" creationId="{B37AE314-9EB3-BE63-8C08-323A4087DFBA}"/>
          </ac:graphicFrameMkLst>
        </pc:graphicFrameChg>
        <pc:picChg chg="add del mod">
          <ac:chgData name="Daphne Economou" userId="d065a339-36cf-4937-af08-41751becbd81" providerId="ADAL" clId="{C432973F-67B1-4649-B971-31E254B6DA88}" dt="2022-10-23T14:41:54.072" v="6833" actId="478"/>
          <ac:picMkLst>
            <pc:docMk/>
            <pc:sldMk cId="772408030" sldId="682"/>
            <ac:picMk id="11" creationId="{F236637E-5312-A55F-7D94-6D33CFF11855}"/>
          </ac:picMkLst>
        </pc:picChg>
        <pc:picChg chg="add del mod">
          <ac:chgData name="Daphne Economou" userId="d065a339-36cf-4937-af08-41751becbd81" providerId="ADAL" clId="{C432973F-67B1-4649-B971-31E254B6DA88}" dt="2022-10-23T14:41:54.506" v="6834" actId="478"/>
          <ac:picMkLst>
            <pc:docMk/>
            <pc:sldMk cId="772408030" sldId="682"/>
            <ac:picMk id="13" creationId="{5F53131C-1119-E5BD-8871-8A968CD479E2}"/>
          </ac:picMkLst>
        </pc:picChg>
      </pc:sldChg>
      <pc:sldChg chg="modSp add del mod">
        <pc:chgData name="Daphne Economou" userId="d065a339-36cf-4937-af08-41751becbd81" providerId="ADAL" clId="{C432973F-67B1-4649-B971-31E254B6DA88}" dt="2022-10-23T14:56:48.214" v="6923" actId="47"/>
        <pc:sldMkLst>
          <pc:docMk/>
          <pc:sldMk cId="2171641493" sldId="683"/>
        </pc:sldMkLst>
        <pc:picChg chg="mod">
          <ac:chgData name="Daphne Economou" userId="d065a339-36cf-4937-af08-41751becbd81" providerId="ADAL" clId="{C432973F-67B1-4649-B971-31E254B6DA88}" dt="2022-10-23T14:42:30.510" v="6860" actId="1076"/>
          <ac:picMkLst>
            <pc:docMk/>
            <pc:sldMk cId="2171641493" sldId="683"/>
            <ac:picMk id="11" creationId="{F236637E-5312-A55F-7D94-6D33CFF11855}"/>
          </ac:picMkLst>
        </pc:picChg>
      </pc:sldChg>
      <pc:sldChg chg="delSp modSp add mod">
        <pc:chgData name="Daphne Economou" userId="d065a339-36cf-4937-af08-41751becbd81" providerId="ADAL" clId="{C432973F-67B1-4649-B971-31E254B6DA88}" dt="2022-10-23T15:12:42.629" v="7063" actId="1076"/>
        <pc:sldMkLst>
          <pc:docMk/>
          <pc:sldMk cId="1754456890" sldId="684"/>
        </pc:sldMkLst>
        <pc:spChg chg="mod">
          <ac:chgData name="Daphne Economou" userId="d065a339-36cf-4937-af08-41751becbd81" providerId="ADAL" clId="{C432973F-67B1-4649-B971-31E254B6DA88}" dt="2022-10-23T15:12:31.074" v="7062" actId="6549"/>
          <ac:spMkLst>
            <pc:docMk/>
            <pc:sldMk cId="1754456890" sldId="684"/>
            <ac:spMk id="3" creationId="{D5E34B7E-D545-46DB-4F19-2A45BAF69A11}"/>
          </ac:spMkLst>
        </pc:spChg>
        <pc:spChg chg="mod">
          <ac:chgData name="Daphne Economou" userId="d065a339-36cf-4937-af08-41751becbd81" providerId="ADAL" clId="{C432973F-67B1-4649-B971-31E254B6DA88}" dt="2022-10-23T15:02:27.654" v="7009" actId="113"/>
          <ac:spMkLst>
            <pc:docMk/>
            <pc:sldMk cId="1754456890" sldId="684"/>
            <ac:spMk id="8" creationId="{DF140570-FC41-0969-5F81-F583AC8D2DC9}"/>
          </ac:spMkLst>
        </pc:spChg>
        <pc:spChg chg="del">
          <ac:chgData name="Daphne Economou" userId="d065a339-36cf-4937-af08-41751becbd81" providerId="ADAL" clId="{C432973F-67B1-4649-B971-31E254B6DA88}" dt="2022-10-23T15:01:51.891" v="6988" actId="478"/>
          <ac:spMkLst>
            <pc:docMk/>
            <pc:sldMk cId="1754456890" sldId="684"/>
            <ac:spMk id="10" creationId="{F37E93D6-39CD-57CA-D965-BB6B30BA12C7}"/>
          </ac:spMkLst>
        </pc:spChg>
        <pc:picChg chg="mod">
          <ac:chgData name="Daphne Economou" userId="d065a339-36cf-4937-af08-41751becbd81" providerId="ADAL" clId="{C432973F-67B1-4649-B971-31E254B6DA88}" dt="2022-10-23T15:12:42.629" v="7063" actId="1076"/>
          <ac:picMkLst>
            <pc:docMk/>
            <pc:sldMk cId="1754456890" sldId="684"/>
            <ac:picMk id="11" creationId="{F236637E-5312-A55F-7D94-6D33CFF11855}"/>
          </ac:picMkLst>
        </pc:picChg>
        <pc:picChg chg="del">
          <ac:chgData name="Daphne Economou" userId="d065a339-36cf-4937-af08-41751becbd81" providerId="ADAL" clId="{C432973F-67B1-4649-B971-31E254B6DA88}" dt="2022-10-23T15:01:54.594" v="6989" actId="478"/>
          <ac:picMkLst>
            <pc:docMk/>
            <pc:sldMk cId="1754456890" sldId="684"/>
            <ac:picMk id="13" creationId="{5F53131C-1119-E5BD-8871-8A968CD479E2}"/>
          </ac:picMkLst>
        </pc:picChg>
      </pc:sldChg>
      <pc:sldChg chg="delSp modSp add mod">
        <pc:chgData name="Daphne Economou" userId="d065a339-36cf-4937-af08-41751becbd81" providerId="ADAL" clId="{C432973F-67B1-4649-B971-31E254B6DA88}" dt="2022-10-23T15:13:43.713" v="7077" actId="5793"/>
        <pc:sldMkLst>
          <pc:docMk/>
          <pc:sldMk cId="601033246" sldId="685"/>
        </pc:sldMkLst>
        <pc:spChg chg="mod">
          <ac:chgData name="Daphne Economou" userId="d065a339-36cf-4937-af08-41751becbd81" providerId="ADAL" clId="{C432973F-67B1-4649-B971-31E254B6DA88}" dt="2022-10-23T15:13:43.713" v="7077" actId="5793"/>
          <ac:spMkLst>
            <pc:docMk/>
            <pc:sldMk cId="601033246" sldId="685"/>
            <ac:spMk id="3" creationId="{D5E34B7E-D545-46DB-4F19-2A45BAF69A11}"/>
          </ac:spMkLst>
        </pc:spChg>
        <pc:spChg chg="mod">
          <ac:chgData name="Daphne Economou" userId="d065a339-36cf-4937-af08-41751becbd81" providerId="ADAL" clId="{C432973F-67B1-4649-B971-31E254B6DA88}" dt="2022-10-23T15:02:33.738" v="7011" actId="20577"/>
          <ac:spMkLst>
            <pc:docMk/>
            <pc:sldMk cId="601033246" sldId="685"/>
            <ac:spMk id="8" creationId="{DF140570-FC41-0969-5F81-F583AC8D2DC9}"/>
          </ac:spMkLst>
        </pc:spChg>
        <pc:spChg chg="del">
          <ac:chgData name="Daphne Economou" userId="d065a339-36cf-4937-af08-41751becbd81" providerId="ADAL" clId="{C432973F-67B1-4649-B971-31E254B6DA88}" dt="2022-10-23T14:42:45.686" v="6864" actId="478"/>
          <ac:spMkLst>
            <pc:docMk/>
            <pc:sldMk cId="601033246" sldId="685"/>
            <ac:spMk id="10" creationId="{F37E93D6-39CD-57CA-D965-BB6B30BA12C7}"/>
          </ac:spMkLst>
        </pc:spChg>
        <pc:picChg chg="del">
          <ac:chgData name="Daphne Economou" userId="d065a339-36cf-4937-af08-41751becbd81" providerId="ADAL" clId="{C432973F-67B1-4649-B971-31E254B6DA88}" dt="2022-10-23T14:42:27.481" v="6859" actId="478"/>
          <ac:picMkLst>
            <pc:docMk/>
            <pc:sldMk cId="601033246" sldId="685"/>
            <ac:picMk id="11" creationId="{F236637E-5312-A55F-7D94-6D33CFF11855}"/>
          </ac:picMkLst>
        </pc:picChg>
        <pc:picChg chg="mod">
          <ac:chgData name="Daphne Economou" userId="d065a339-36cf-4937-af08-41751becbd81" providerId="ADAL" clId="{C432973F-67B1-4649-B971-31E254B6DA88}" dt="2022-10-23T15:13:08.285" v="7071" actId="1076"/>
          <ac:picMkLst>
            <pc:docMk/>
            <pc:sldMk cId="601033246" sldId="685"/>
            <ac:picMk id="13" creationId="{5F53131C-1119-E5BD-8871-8A968CD479E2}"/>
          </ac:picMkLst>
        </pc:picChg>
      </pc:sldChg>
      <pc:sldChg chg="addSp delSp modSp add mod">
        <pc:chgData name="Daphne Economou" userId="d065a339-36cf-4937-af08-41751becbd81" providerId="ADAL" clId="{C432973F-67B1-4649-B971-31E254B6DA88}" dt="2022-10-23T15:13:40.222" v="7075" actId="5793"/>
        <pc:sldMkLst>
          <pc:docMk/>
          <pc:sldMk cId="311864859" sldId="686"/>
        </pc:sldMkLst>
        <pc:spChg chg="mod">
          <ac:chgData name="Daphne Economou" userId="d065a339-36cf-4937-af08-41751becbd81" providerId="ADAL" clId="{C432973F-67B1-4649-B971-31E254B6DA88}" dt="2022-10-23T15:13:40.222" v="7075" actId="5793"/>
          <ac:spMkLst>
            <pc:docMk/>
            <pc:sldMk cId="311864859" sldId="686"/>
            <ac:spMk id="3" creationId="{D5E34B7E-D545-46DB-4F19-2A45BAF69A11}"/>
          </ac:spMkLst>
        </pc:spChg>
        <pc:spChg chg="mod">
          <ac:chgData name="Daphne Economou" userId="d065a339-36cf-4937-af08-41751becbd81" providerId="ADAL" clId="{C432973F-67B1-4649-B971-31E254B6DA88}" dt="2022-10-23T15:02:38.742" v="7013" actId="20577"/>
          <ac:spMkLst>
            <pc:docMk/>
            <pc:sldMk cId="311864859" sldId="686"/>
            <ac:spMk id="8" creationId="{DF140570-FC41-0969-5F81-F583AC8D2DC9}"/>
          </ac:spMkLst>
        </pc:spChg>
        <pc:picChg chg="add mod">
          <ac:chgData name="Daphne Economou" userId="d065a339-36cf-4937-af08-41751becbd81" providerId="ADAL" clId="{C432973F-67B1-4649-B971-31E254B6DA88}" dt="2022-10-23T15:13:05.578" v="7070" actId="1076"/>
          <ac:picMkLst>
            <pc:docMk/>
            <pc:sldMk cId="311864859" sldId="686"/>
            <ac:picMk id="7" creationId="{551F3000-9322-4B92-F1BC-9BC139BA65CE}"/>
          </ac:picMkLst>
        </pc:picChg>
        <pc:picChg chg="del">
          <ac:chgData name="Daphne Economou" userId="d065a339-36cf-4937-af08-41751becbd81" providerId="ADAL" clId="{C432973F-67B1-4649-B971-31E254B6DA88}" dt="2022-10-23T14:57:43.072" v="6930" actId="478"/>
          <ac:picMkLst>
            <pc:docMk/>
            <pc:sldMk cId="311864859" sldId="686"/>
            <ac:picMk id="13" creationId="{5F53131C-1119-E5BD-8871-8A968CD479E2}"/>
          </ac:picMkLst>
        </pc:picChg>
      </pc:sldChg>
      <pc:sldChg chg="addSp delSp modSp add mod">
        <pc:chgData name="Daphne Economou" userId="d065a339-36cf-4937-af08-41751becbd81" providerId="ADAL" clId="{C432973F-67B1-4649-B971-31E254B6DA88}" dt="2022-10-23T15:13:29.750" v="7074" actId="6549"/>
        <pc:sldMkLst>
          <pc:docMk/>
          <pc:sldMk cId="2573299379" sldId="687"/>
        </pc:sldMkLst>
        <pc:spChg chg="mod">
          <ac:chgData name="Daphne Economou" userId="d065a339-36cf-4937-af08-41751becbd81" providerId="ADAL" clId="{C432973F-67B1-4649-B971-31E254B6DA88}" dt="2022-10-23T15:13:29.750" v="7074" actId="6549"/>
          <ac:spMkLst>
            <pc:docMk/>
            <pc:sldMk cId="2573299379" sldId="687"/>
            <ac:spMk id="3" creationId="{D5E34B7E-D545-46DB-4F19-2A45BAF69A11}"/>
          </ac:spMkLst>
        </pc:spChg>
        <pc:spChg chg="mod">
          <ac:chgData name="Daphne Economou" userId="d065a339-36cf-4937-af08-41751becbd81" providerId="ADAL" clId="{C432973F-67B1-4649-B971-31E254B6DA88}" dt="2022-10-23T15:02:45.128" v="7015" actId="20577"/>
          <ac:spMkLst>
            <pc:docMk/>
            <pc:sldMk cId="2573299379" sldId="687"/>
            <ac:spMk id="8" creationId="{DF140570-FC41-0969-5F81-F583AC8D2DC9}"/>
          </ac:spMkLst>
        </pc:spChg>
        <pc:picChg chg="del">
          <ac:chgData name="Daphne Economou" userId="d065a339-36cf-4937-af08-41751becbd81" providerId="ADAL" clId="{C432973F-67B1-4649-B971-31E254B6DA88}" dt="2022-10-23T14:58:52.160" v="6944" actId="478"/>
          <ac:picMkLst>
            <pc:docMk/>
            <pc:sldMk cId="2573299379" sldId="687"/>
            <ac:picMk id="7" creationId="{551F3000-9322-4B92-F1BC-9BC139BA65CE}"/>
          </ac:picMkLst>
        </pc:picChg>
        <pc:picChg chg="add mod">
          <ac:chgData name="Daphne Economou" userId="d065a339-36cf-4937-af08-41751becbd81" providerId="ADAL" clId="{C432973F-67B1-4649-B971-31E254B6DA88}" dt="2022-10-23T14:59:05.158" v="6949" actId="1076"/>
          <ac:picMkLst>
            <pc:docMk/>
            <pc:sldMk cId="2573299379" sldId="687"/>
            <ac:picMk id="9" creationId="{BD65D893-EF72-445F-26CE-7E40102AB156}"/>
          </ac:picMkLst>
        </pc:picChg>
      </pc:sldChg>
      <pc:sldChg chg="addSp delSp modSp add mod">
        <pc:chgData name="Daphne Economou" userId="d065a339-36cf-4937-af08-41751becbd81" providerId="ADAL" clId="{C432973F-67B1-4649-B971-31E254B6DA88}" dt="2022-10-23T15:17:01.417" v="7135" actId="113"/>
        <pc:sldMkLst>
          <pc:docMk/>
          <pc:sldMk cId="1268397854" sldId="688"/>
        </pc:sldMkLst>
        <pc:spChg chg="mod">
          <ac:chgData name="Daphne Economou" userId="d065a339-36cf-4937-af08-41751becbd81" providerId="ADAL" clId="{C432973F-67B1-4649-B971-31E254B6DA88}" dt="2022-10-23T15:17:01.417" v="7135" actId="113"/>
          <ac:spMkLst>
            <pc:docMk/>
            <pc:sldMk cId="1268397854" sldId="688"/>
            <ac:spMk id="3" creationId="{D5E34B7E-D545-46DB-4F19-2A45BAF69A11}"/>
          </ac:spMkLst>
        </pc:spChg>
        <pc:spChg chg="mod">
          <ac:chgData name="Daphne Economou" userId="d065a339-36cf-4937-af08-41751becbd81" providerId="ADAL" clId="{C432973F-67B1-4649-B971-31E254B6DA88}" dt="2022-10-23T15:02:50.813" v="7017" actId="20577"/>
          <ac:spMkLst>
            <pc:docMk/>
            <pc:sldMk cId="1268397854" sldId="688"/>
            <ac:spMk id="8" creationId="{DF140570-FC41-0969-5F81-F583AC8D2DC9}"/>
          </ac:spMkLst>
        </pc:spChg>
        <pc:picChg chg="add mod">
          <ac:chgData name="Daphne Economou" userId="d065a339-36cf-4937-af08-41751becbd81" providerId="ADAL" clId="{C432973F-67B1-4649-B971-31E254B6DA88}" dt="2022-10-23T15:16:55.043" v="7134" actId="1076"/>
          <ac:picMkLst>
            <pc:docMk/>
            <pc:sldMk cId="1268397854" sldId="688"/>
            <ac:picMk id="7" creationId="{DE877285-24FA-D4D2-E492-E86B6559BA3E}"/>
          </ac:picMkLst>
        </pc:picChg>
        <pc:picChg chg="del">
          <ac:chgData name="Daphne Economou" userId="d065a339-36cf-4937-af08-41751becbd81" providerId="ADAL" clId="{C432973F-67B1-4649-B971-31E254B6DA88}" dt="2022-10-23T15:00:08.219" v="6959" actId="478"/>
          <ac:picMkLst>
            <pc:docMk/>
            <pc:sldMk cId="1268397854" sldId="688"/>
            <ac:picMk id="9" creationId="{BD65D893-EF72-445F-26CE-7E40102AB156}"/>
          </ac:picMkLst>
        </pc:picChg>
      </pc:sldChg>
      <pc:sldChg chg="addSp delSp modSp add mod">
        <pc:chgData name="Daphne Economou" userId="d065a339-36cf-4937-af08-41751becbd81" providerId="ADAL" clId="{C432973F-67B1-4649-B971-31E254B6DA88}" dt="2022-10-23T15:14:11.971" v="7086" actId="1076"/>
        <pc:sldMkLst>
          <pc:docMk/>
          <pc:sldMk cId="4170147541" sldId="689"/>
        </pc:sldMkLst>
        <pc:spChg chg="mod">
          <ac:chgData name="Daphne Economou" userId="d065a339-36cf-4937-af08-41751becbd81" providerId="ADAL" clId="{C432973F-67B1-4649-B971-31E254B6DA88}" dt="2022-10-23T15:14:07.927" v="7085" actId="403"/>
          <ac:spMkLst>
            <pc:docMk/>
            <pc:sldMk cId="4170147541" sldId="689"/>
            <ac:spMk id="3" creationId="{D5E34B7E-D545-46DB-4F19-2A45BAF69A11}"/>
          </ac:spMkLst>
        </pc:spChg>
        <pc:spChg chg="mod">
          <ac:chgData name="Daphne Economou" userId="d065a339-36cf-4937-af08-41751becbd81" providerId="ADAL" clId="{C432973F-67B1-4649-B971-31E254B6DA88}" dt="2022-10-23T15:02:56.363" v="7019" actId="20577"/>
          <ac:spMkLst>
            <pc:docMk/>
            <pc:sldMk cId="4170147541" sldId="689"/>
            <ac:spMk id="8" creationId="{DF140570-FC41-0969-5F81-F583AC8D2DC9}"/>
          </ac:spMkLst>
        </pc:spChg>
        <pc:picChg chg="del">
          <ac:chgData name="Daphne Economou" userId="d065a339-36cf-4937-af08-41751becbd81" providerId="ADAL" clId="{C432973F-67B1-4649-B971-31E254B6DA88}" dt="2022-10-23T15:01:08.450" v="6976" actId="478"/>
          <ac:picMkLst>
            <pc:docMk/>
            <pc:sldMk cId="4170147541" sldId="689"/>
            <ac:picMk id="7" creationId="{DE877285-24FA-D4D2-E492-E86B6559BA3E}"/>
          </ac:picMkLst>
        </pc:picChg>
        <pc:picChg chg="add mod">
          <ac:chgData name="Daphne Economou" userId="d065a339-36cf-4937-af08-41751becbd81" providerId="ADAL" clId="{C432973F-67B1-4649-B971-31E254B6DA88}" dt="2022-10-23T15:14:11.971" v="7086" actId="1076"/>
          <ac:picMkLst>
            <pc:docMk/>
            <pc:sldMk cId="4170147541" sldId="689"/>
            <ac:picMk id="9" creationId="{D70F3F92-405F-AAD4-3D18-91F54A4009F0}"/>
          </ac:picMkLst>
        </pc:picChg>
      </pc:sldChg>
      <pc:sldChg chg="addSp delSp modSp new mod">
        <pc:chgData name="Daphne Economou" userId="d065a339-36cf-4937-af08-41751becbd81" providerId="ADAL" clId="{C432973F-67B1-4649-B971-31E254B6DA88}" dt="2022-10-23T15:14:25.889" v="7091" actId="27636"/>
        <pc:sldMkLst>
          <pc:docMk/>
          <pc:sldMk cId="2326073187" sldId="690"/>
        </pc:sldMkLst>
        <pc:spChg chg="mod">
          <ac:chgData name="Daphne Economou" userId="d065a339-36cf-4937-af08-41751becbd81" providerId="ADAL" clId="{C432973F-67B1-4649-B971-31E254B6DA88}" dt="2022-10-23T15:06:14.514" v="7027" actId="1035"/>
          <ac:spMkLst>
            <pc:docMk/>
            <pc:sldMk cId="2326073187" sldId="690"/>
            <ac:spMk id="2" creationId="{BCB4F853-1722-CD91-BB58-AFAD44A0D52E}"/>
          </ac:spMkLst>
        </pc:spChg>
        <pc:spChg chg="mod">
          <ac:chgData name="Daphne Economou" userId="d065a339-36cf-4937-af08-41751becbd81" providerId="ADAL" clId="{C432973F-67B1-4649-B971-31E254B6DA88}" dt="2022-10-23T15:14:25.889" v="7091" actId="27636"/>
          <ac:spMkLst>
            <pc:docMk/>
            <pc:sldMk cId="2326073187" sldId="690"/>
            <ac:spMk id="3" creationId="{4D7E6294-CC37-0376-1132-CE3CC5B8FF7D}"/>
          </ac:spMkLst>
        </pc:spChg>
        <pc:picChg chg="add del mod">
          <ac:chgData name="Daphne Economou" userId="d065a339-36cf-4937-af08-41751becbd81" providerId="ADAL" clId="{C432973F-67B1-4649-B971-31E254B6DA88}" dt="2022-10-23T15:14:22.552" v="7087" actId="478"/>
          <ac:picMkLst>
            <pc:docMk/>
            <pc:sldMk cId="2326073187" sldId="690"/>
            <ac:picMk id="7" creationId="{7E5B5DD2-391E-536D-1111-488AD0F90104}"/>
          </ac:picMkLst>
        </pc:picChg>
      </pc:sldChg>
      <pc:sldChg chg="delSp modSp add mod">
        <pc:chgData name="Daphne Economou" userId="d065a339-36cf-4937-af08-41751becbd81" providerId="ADAL" clId="{C432973F-67B1-4649-B971-31E254B6DA88}" dt="2022-10-23T15:19:40.735" v="7198" actId="113"/>
        <pc:sldMkLst>
          <pc:docMk/>
          <pc:sldMk cId="2589886861" sldId="691"/>
        </pc:sldMkLst>
        <pc:spChg chg="mod">
          <ac:chgData name="Daphne Economou" userId="d065a339-36cf-4937-af08-41751becbd81" providerId="ADAL" clId="{C432973F-67B1-4649-B971-31E254B6DA88}" dt="2022-10-23T15:19:40.735" v="7198" actId="113"/>
          <ac:spMkLst>
            <pc:docMk/>
            <pc:sldMk cId="2589886861" sldId="691"/>
            <ac:spMk id="3" creationId="{D5E34B7E-D545-46DB-4F19-2A45BAF69A11}"/>
          </ac:spMkLst>
        </pc:spChg>
        <pc:spChg chg="mod">
          <ac:chgData name="Daphne Economou" userId="d065a339-36cf-4937-af08-41751becbd81" providerId="ADAL" clId="{C432973F-67B1-4649-B971-31E254B6DA88}" dt="2022-10-23T15:18:09.401" v="7161" actId="20577"/>
          <ac:spMkLst>
            <pc:docMk/>
            <pc:sldMk cId="2589886861" sldId="691"/>
            <ac:spMk id="8" creationId="{DF140570-FC41-0969-5F81-F583AC8D2DC9}"/>
          </ac:spMkLst>
        </pc:spChg>
        <pc:graphicFrameChg chg="del">
          <ac:chgData name="Daphne Economou" userId="d065a339-36cf-4937-af08-41751becbd81" providerId="ADAL" clId="{C432973F-67B1-4649-B971-31E254B6DA88}" dt="2022-10-23T15:17:56.060" v="7143" actId="478"/>
          <ac:graphicFrameMkLst>
            <pc:docMk/>
            <pc:sldMk cId="2589886861" sldId="691"/>
            <ac:graphicFrameMk id="6" creationId="{70237D32-440D-A62B-7ECE-664520881E2C}"/>
          </ac:graphicFrameMkLst>
        </pc:graphicFrameChg>
        <pc:picChg chg="del">
          <ac:chgData name="Daphne Economou" userId="d065a339-36cf-4937-af08-41751becbd81" providerId="ADAL" clId="{C432973F-67B1-4649-B971-31E254B6DA88}" dt="2022-10-23T15:17:53.609" v="7142" actId="478"/>
          <ac:picMkLst>
            <pc:docMk/>
            <pc:sldMk cId="2589886861" sldId="691"/>
            <ac:picMk id="9" creationId="{D70F3F92-405F-AAD4-3D18-91F54A4009F0}"/>
          </ac:picMkLst>
        </pc:picChg>
      </pc:sldChg>
      <pc:sldChg chg="addSp delSp modSp new mod">
        <pc:chgData name="Daphne Economou" userId="d065a339-36cf-4937-af08-41751becbd81" providerId="ADAL" clId="{C432973F-67B1-4649-B971-31E254B6DA88}" dt="2022-10-23T15:32:56.359" v="7315" actId="478"/>
        <pc:sldMkLst>
          <pc:docMk/>
          <pc:sldMk cId="232357518" sldId="692"/>
        </pc:sldMkLst>
        <pc:spChg chg="mod">
          <ac:chgData name="Daphne Economou" userId="d065a339-36cf-4937-af08-41751becbd81" providerId="ADAL" clId="{C432973F-67B1-4649-B971-31E254B6DA88}" dt="2022-10-23T15:24:38.703" v="7220" actId="20577"/>
          <ac:spMkLst>
            <pc:docMk/>
            <pc:sldMk cId="232357518" sldId="692"/>
            <ac:spMk id="2" creationId="{AB017858-AD73-383C-BF85-ABDA93B1ADF6}"/>
          </ac:spMkLst>
        </pc:spChg>
        <pc:spChg chg="mod">
          <ac:chgData name="Daphne Economou" userId="d065a339-36cf-4937-af08-41751becbd81" providerId="ADAL" clId="{C432973F-67B1-4649-B971-31E254B6DA88}" dt="2022-10-23T15:27:34.311" v="7267" actId="27636"/>
          <ac:spMkLst>
            <pc:docMk/>
            <pc:sldMk cId="232357518" sldId="692"/>
            <ac:spMk id="3" creationId="{8B2DD347-6FE4-63A7-53C6-C719E4EA01FF}"/>
          </ac:spMkLst>
        </pc:spChg>
        <pc:picChg chg="add del mod ord">
          <ac:chgData name="Daphne Economou" userId="d065a339-36cf-4937-af08-41751becbd81" providerId="ADAL" clId="{C432973F-67B1-4649-B971-31E254B6DA88}" dt="2022-10-23T15:32:56.359" v="7315" actId="478"/>
          <ac:picMkLst>
            <pc:docMk/>
            <pc:sldMk cId="232357518" sldId="692"/>
            <ac:picMk id="7" creationId="{8B485A3A-FEDE-842C-5CD5-BAF54DB765DB}"/>
          </ac:picMkLst>
        </pc:picChg>
      </pc:sldChg>
      <pc:sldChg chg="addSp modSp new mod ord">
        <pc:chgData name="Daphne Economou" userId="d065a339-36cf-4937-af08-41751becbd81" providerId="ADAL" clId="{C432973F-67B1-4649-B971-31E254B6DA88}" dt="2022-10-23T15:32:07.971" v="7313" actId="20577"/>
        <pc:sldMkLst>
          <pc:docMk/>
          <pc:sldMk cId="1149311275" sldId="693"/>
        </pc:sldMkLst>
        <pc:spChg chg="mod">
          <ac:chgData name="Daphne Economou" userId="d065a339-36cf-4937-af08-41751becbd81" providerId="ADAL" clId="{C432973F-67B1-4649-B971-31E254B6DA88}" dt="2022-10-23T15:30:26.006" v="7278"/>
          <ac:spMkLst>
            <pc:docMk/>
            <pc:sldMk cId="1149311275" sldId="693"/>
            <ac:spMk id="2" creationId="{6E7689E3-F50E-A459-AC3F-A07EE0E5F1DE}"/>
          </ac:spMkLst>
        </pc:spChg>
        <pc:spChg chg="mod">
          <ac:chgData name="Daphne Economou" userId="d065a339-36cf-4937-af08-41751becbd81" providerId="ADAL" clId="{C432973F-67B1-4649-B971-31E254B6DA88}" dt="2022-10-23T15:32:07.971" v="7313" actId="20577"/>
          <ac:spMkLst>
            <pc:docMk/>
            <pc:sldMk cId="1149311275" sldId="693"/>
            <ac:spMk id="3" creationId="{8C069596-8533-61E0-61CC-9426A502BB0D}"/>
          </ac:spMkLst>
        </pc:spChg>
        <pc:picChg chg="add mod ord">
          <ac:chgData name="Daphne Economou" userId="d065a339-36cf-4937-af08-41751becbd81" providerId="ADAL" clId="{C432973F-67B1-4649-B971-31E254B6DA88}" dt="2022-10-23T15:31:30.559" v="7298" actId="1035"/>
          <ac:picMkLst>
            <pc:docMk/>
            <pc:sldMk cId="1149311275" sldId="693"/>
            <ac:picMk id="6" creationId="{875F658C-5532-E85A-D7AE-ADF1127AA2D0}"/>
          </ac:picMkLst>
        </pc:picChg>
      </pc:sldChg>
      <pc:sldChg chg="addSp delSp modSp add del mod">
        <pc:chgData name="Daphne Economou" userId="d065a339-36cf-4937-af08-41751becbd81" providerId="ADAL" clId="{C432973F-67B1-4649-B971-31E254B6DA88}" dt="2022-10-23T15:37:57.328" v="7394" actId="47"/>
        <pc:sldMkLst>
          <pc:docMk/>
          <pc:sldMk cId="835139022" sldId="694"/>
        </pc:sldMkLst>
        <pc:spChg chg="mod">
          <ac:chgData name="Daphne Economou" userId="d065a339-36cf-4937-af08-41751becbd81" providerId="ADAL" clId="{C432973F-67B1-4649-B971-31E254B6DA88}" dt="2022-10-23T15:33:48.980" v="7362" actId="20577"/>
          <ac:spMkLst>
            <pc:docMk/>
            <pc:sldMk cId="835139022" sldId="694"/>
            <ac:spMk id="2" creationId="{6E7689E3-F50E-A459-AC3F-A07EE0E5F1DE}"/>
          </ac:spMkLst>
        </pc:spChg>
        <pc:spChg chg="mod">
          <ac:chgData name="Daphne Economou" userId="d065a339-36cf-4937-af08-41751becbd81" providerId="ADAL" clId="{C432973F-67B1-4649-B971-31E254B6DA88}" dt="2022-10-23T15:34:43.578" v="7366" actId="1076"/>
          <ac:spMkLst>
            <pc:docMk/>
            <pc:sldMk cId="835139022" sldId="694"/>
            <ac:spMk id="3" creationId="{8C069596-8533-61E0-61CC-9426A502BB0D}"/>
          </ac:spMkLst>
        </pc:spChg>
        <pc:picChg chg="del">
          <ac:chgData name="Daphne Economou" userId="d065a339-36cf-4937-af08-41751becbd81" providerId="ADAL" clId="{C432973F-67B1-4649-B971-31E254B6DA88}" dt="2022-10-23T15:33:20.605" v="7316" actId="478"/>
          <ac:picMkLst>
            <pc:docMk/>
            <pc:sldMk cId="835139022" sldId="694"/>
            <ac:picMk id="6" creationId="{875F658C-5532-E85A-D7AE-ADF1127AA2D0}"/>
          </ac:picMkLst>
        </pc:picChg>
        <pc:picChg chg="add mod ord">
          <ac:chgData name="Daphne Economou" userId="d065a339-36cf-4937-af08-41751becbd81" providerId="ADAL" clId="{C432973F-67B1-4649-B971-31E254B6DA88}" dt="2022-10-23T15:33:27.349" v="7320" actId="167"/>
          <ac:picMkLst>
            <pc:docMk/>
            <pc:sldMk cId="835139022" sldId="694"/>
            <ac:picMk id="8" creationId="{22E11740-6213-771D-3174-277A3914D3BB}"/>
          </ac:picMkLst>
        </pc:picChg>
      </pc:sldChg>
      <pc:sldChg chg="addSp modSp new mod">
        <pc:chgData name="Daphne Economou" userId="d065a339-36cf-4937-af08-41751becbd81" providerId="ADAL" clId="{C432973F-67B1-4649-B971-31E254B6DA88}" dt="2022-10-23T15:37:32.276" v="7393" actId="27636"/>
        <pc:sldMkLst>
          <pc:docMk/>
          <pc:sldMk cId="190135260" sldId="695"/>
        </pc:sldMkLst>
        <pc:spChg chg="mod">
          <ac:chgData name="Daphne Economou" userId="d065a339-36cf-4937-af08-41751becbd81" providerId="ADAL" clId="{C432973F-67B1-4649-B971-31E254B6DA88}" dt="2022-10-23T15:35:06.202" v="7369"/>
          <ac:spMkLst>
            <pc:docMk/>
            <pc:sldMk cId="190135260" sldId="695"/>
            <ac:spMk id="2" creationId="{39722DCC-9B28-C2BA-08C1-3A598FB94BA8}"/>
          </ac:spMkLst>
        </pc:spChg>
        <pc:spChg chg="mod">
          <ac:chgData name="Daphne Economou" userId="d065a339-36cf-4937-af08-41751becbd81" providerId="ADAL" clId="{C432973F-67B1-4649-B971-31E254B6DA88}" dt="2022-10-23T15:37:32.276" v="7393" actId="27636"/>
          <ac:spMkLst>
            <pc:docMk/>
            <pc:sldMk cId="190135260" sldId="695"/>
            <ac:spMk id="3" creationId="{FAE3F511-59E2-FF58-7185-7FD8F9FBD060}"/>
          </ac:spMkLst>
        </pc:spChg>
        <pc:picChg chg="add mod ord">
          <ac:chgData name="Daphne Economou" userId="d065a339-36cf-4937-af08-41751becbd81" providerId="ADAL" clId="{C432973F-67B1-4649-B971-31E254B6DA88}" dt="2022-10-23T15:37:14.330" v="7388" actId="1076"/>
          <ac:picMkLst>
            <pc:docMk/>
            <pc:sldMk cId="190135260" sldId="695"/>
            <ac:picMk id="7" creationId="{E1C5F979-7F44-9B1C-BE97-E4B070CBB663}"/>
          </ac:picMkLst>
        </pc:picChg>
      </pc:sldChg>
      <pc:sldChg chg="addSp modSp new mod">
        <pc:chgData name="Daphne Economou" userId="d065a339-36cf-4937-af08-41751becbd81" providerId="ADAL" clId="{C432973F-67B1-4649-B971-31E254B6DA88}" dt="2022-10-23T15:41:00.278" v="7419" actId="1076"/>
        <pc:sldMkLst>
          <pc:docMk/>
          <pc:sldMk cId="956517098" sldId="696"/>
        </pc:sldMkLst>
        <pc:spChg chg="mod">
          <ac:chgData name="Daphne Economou" userId="d065a339-36cf-4937-af08-41751becbd81" providerId="ADAL" clId="{C432973F-67B1-4649-B971-31E254B6DA88}" dt="2022-10-23T15:38:47.575" v="7398"/>
          <ac:spMkLst>
            <pc:docMk/>
            <pc:sldMk cId="956517098" sldId="696"/>
            <ac:spMk id="2" creationId="{04706E97-D1F8-26C0-6FBD-5B35DD5A23D2}"/>
          </ac:spMkLst>
        </pc:spChg>
        <pc:spChg chg="mod">
          <ac:chgData name="Daphne Economou" userId="d065a339-36cf-4937-af08-41751becbd81" providerId="ADAL" clId="{C432973F-67B1-4649-B971-31E254B6DA88}" dt="2022-10-23T15:40:49.829" v="7418" actId="27636"/>
          <ac:spMkLst>
            <pc:docMk/>
            <pc:sldMk cId="956517098" sldId="696"/>
            <ac:spMk id="3" creationId="{C33ED77B-F837-655D-9F20-B760FB4F6DD8}"/>
          </ac:spMkLst>
        </pc:spChg>
        <pc:picChg chg="add mod">
          <ac:chgData name="Daphne Economou" userId="d065a339-36cf-4937-af08-41751becbd81" providerId="ADAL" clId="{C432973F-67B1-4649-B971-31E254B6DA88}" dt="2022-10-23T15:41:00.278" v="7419" actId="1076"/>
          <ac:picMkLst>
            <pc:docMk/>
            <pc:sldMk cId="956517098" sldId="696"/>
            <ac:picMk id="7" creationId="{8695E7FB-FB5D-17F5-6E37-CA0B6AD13CA9}"/>
          </ac:picMkLst>
        </pc:picChg>
      </pc:sldChg>
      <pc:sldChg chg="addSp delSp modSp add mod">
        <pc:chgData name="Daphne Economou" userId="d065a339-36cf-4937-af08-41751becbd81" providerId="ADAL" clId="{C432973F-67B1-4649-B971-31E254B6DA88}" dt="2022-10-23T15:40:00.444" v="7411" actId="1076"/>
        <pc:sldMkLst>
          <pc:docMk/>
          <pc:sldMk cId="652799084" sldId="697"/>
        </pc:sldMkLst>
        <pc:spChg chg="mod">
          <ac:chgData name="Daphne Economou" userId="d065a339-36cf-4937-af08-41751becbd81" providerId="ADAL" clId="{C432973F-67B1-4649-B971-31E254B6DA88}" dt="2022-10-23T15:39:57.241" v="7410" actId="27636"/>
          <ac:spMkLst>
            <pc:docMk/>
            <pc:sldMk cId="652799084" sldId="697"/>
            <ac:spMk id="3" creationId="{C33ED77B-F837-655D-9F20-B760FB4F6DD8}"/>
          </ac:spMkLst>
        </pc:spChg>
        <pc:picChg chg="del">
          <ac:chgData name="Daphne Economou" userId="d065a339-36cf-4937-af08-41751becbd81" providerId="ADAL" clId="{C432973F-67B1-4649-B971-31E254B6DA88}" dt="2022-10-23T15:39:12.863" v="7400" actId="478"/>
          <ac:picMkLst>
            <pc:docMk/>
            <pc:sldMk cId="652799084" sldId="697"/>
            <ac:picMk id="7" creationId="{8695E7FB-FB5D-17F5-6E37-CA0B6AD13CA9}"/>
          </ac:picMkLst>
        </pc:picChg>
        <pc:picChg chg="add mod">
          <ac:chgData name="Daphne Economou" userId="d065a339-36cf-4937-af08-41751becbd81" providerId="ADAL" clId="{C432973F-67B1-4649-B971-31E254B6DA88}" dt="2022-10-23T15:40:00.444" v="7411" actId="1076"/>
          <ac:picMkLst>
            <pc:docMk/>
            <pc:sldMk cId="652799084" sldId="697"/>
            <ac:picMk id="8" creationId="{FCF51F43-3021-0AB2-17D4-BF80C54D2913}"/>
          </ac:picMkLst>
        </pc:picChg>
      </pc:sldChg>
      <pc:sldChg chg="addSp delSp modSp new mod">
        <pc:chgData name="Daphne Economou" userId="d065a339-36cf-4937-af08-41751becbd81" providerId="ADAL" clId="{C432973F-67B1-4649-B971-31E254B6DA88}" dt="2022-10-23T15:49:00.299" v="7472" actId="478"/>
        <pc:sldMkLst>
          <pc:docMk/>
          <pc:sldMk cId="1861020392" sldId="698"/>
        </pc:sldMkLst>
        <pc:spChg chg="mod">
          <ac:chgData name="Daphne Economou" userId="d065a339-36cf-4937-af08-41751becbd81" providerId="ADAL" clId="{C432973F-67B1-4649-B971-31E254B6DA88}" dt="2022-10-23T15:45:27.289" v="7428" actId="20577"/>
          <ac:spMkLst>
            <pc:docMk/>
            <pc:sldMk cId="1861020392" sldId="698"/>
            <ac:spMk id="2" creationId="{C0A676CC-02AC-D9B8-470E-1DCAF81122DB}"/>
          </ac:spMkLst>
        </pc:spChg>
        <pc:spChg chg="mod">
          <ac:chgData name="Daphne Economou" userId="d065a339-36cf-4937-af08-41751becbd81" providerId="ADAL" clId="{C432973F-67B1-4649-B971-31E254B6DA88}" dt="2022-10-23T15:48:17.849" v="7470" actId="113"/>
          <ac:spMkLst>
            <pc:docMk/>
            <pc:sldMk cId="1861020392" sldId="698"/>
            <ac:spMk id="3" creationId="{6E0AB9CB-2146-17B5-5767-BA73D11046F4}"/>
          </ac:spMkLst>
        </pc:spChg>
        <pc:picChg chg="add mod">
          <ac:chgData name="Daphne Economou" userId="d065a339-36cf-4937-af08-41751becbd81" providerId="ADAL" clId="{C432973F-67B1-4649-B971-31E254B6DA88}" dt="2022-10-23T15:47:40.161" v="7465" actId="1076"/>
          <ac:picMkLst>
            <pc:docMk/>
            <pc:sldMk cId="1861020392" sldId="698"/>
            <ac:picMk id="7" creationId="{6B2D293A-E082-A02E-97D6-BC38E15523C3}"/>
          </ac:picMkLst>
        </pc:picChg>
        <pc:picChg chg="add del">
          <ac:chgData name="Daphne Economou" userId="d065a339-36cf-4937-af08-41751becbd81" providerId="ADAL" clId="{C432973F-67B1-4649-B971-31E254B6DA88}" dt="2022-10-23T15:49:00.299" v="7472" actId="478"/>
          <ac:picMkLst>
            <pc:docMk/>
            <pc:sldMk cId="1861020392" sldId="698"/>
            <ac:picMk id="9" creationId="{F48DF955-154E-0E82-A450-DB3DED72DB5F}"/>
          </ac:picMkLst>
        </pc:picChg>
      </pc:sldChg>
      <pc:sldChg chg="addSp delSp modSp add mod">
        <pc:chgData name="Daphne Economou" userId="d065a339-36cf-4937-af08-41751becbd81" providerId="ADAL" clId="{C432973F-67B1-4649-B971-31E254B6DA88}" dt="2022-10-23T15:51:07.838" v="7493" actId="1076"/>
        <pc:sldMkLst>
          <pc:docMk/>
          <pc:sldMk cId="3593614078" sldId="699"/>
        </pc:sldMkLst>
        <pc:spChg chg="mod">
          <ac:chgData name="Daphne Economou" userId="d065a339-36cf-4937-af08-41751becbd81" providerId="ADAL" clId="{C432973F-67B1-4649-B971-31E254B6DA88}" dt="2022-10-23T15:50:11.273" v="7482" actId="20577"/>
          <ac:spMkLst>
            <pc:docMk/>
            <pc:sldMk cId="3593614078" sldId="699"/>
            <ac:spMk id="2" creationId="{C0A676CC-02AC-D9B8-470E-1DCAF81122DB}"/>
          </ac:spMkLst>
        </pc:spChg>
        <pc:spChg chg="mod">
          <ac:chgData name="Daphne Economou" userId="d065a339-36cf-4937-af08-41751becbd81" providerId="ADAL" clId="{C432973F-67B1-4649-B971-31E254B6DA88}" dt="2022-10-23T15:51:05.503" v="7492" actId="27636"/>
          <ac:spMkLst>
            <pc:docMk/>
            <pc:sldMk cId="3593614078" sldId="699"/>
            <ac:spMk id="3" creationId="{6E0AB9CB-2146-17B5-5767-BA73D11046F4}"/>
          </ac:spMkLst>
        </pc:spChg>
        <pc:picChg chg="del">
          <ac:chgData name="Daphne Economou" userId="d065a339-36cf-4937-af08-41751becbd81" providerId="ADAL" clId="{C432973F-67B1-4649-B971-31E254B6DA88}" dt="2022-10-23T15:50:42.303" v="7485" actId="478"/>
          <ac:picMkLst>
            <pc:docMk/>
            <pc:sldMk cId="3593614078" sldId="699"/>
            <ac:picMk id="7" creationId="{6B2D293A-E082-A02E-97D6-BC38E15523C3}"/>
          </ac:picMkLst>
        </pc:picChg>
        <pc:picChg chg="add del">
          <ac:chgData name="Daphne Economou" userId="d065a339-36cf-4937-af08-41751becbd81" providerId="ADAL" clId="{C432973F-67B1-4649-B971-31E254B6DA88}" dt="2022-10-23T15:50:16.357" v="7484" actId="478"/>
          <ac:picMkLst>
            <pc:docMk/>
            <pc:sldMk cId="3593614078" sldId="699"/>
            <ac:picMk id="8" creationId="{33072761-96AD-40C0-792E-65AFDE005C16}"/>
          </ac:picMkLst>
        </pc:picChg>
        <pc:picChg chg="add mod">
          <ac:chgData name="Daphne Economou" userId="d065a339-36cf-4937-af08-41751becbd81" providerId="ADAL" clId="{C432973F-67B1-4649-B971-31E254B6DA88}" dt="2022-10-23T15:51:07.838" v="7493" actId="1076"/>
          <ac:picMkLst>
            <pc:docMk/>
            <pc:sldMk cId="3593614078" sldId="699"/>
            <ac:picMk id="10" creationId="{E3234664-3643-32BD-CFA4-4B874C9254A9}"/>
          </ac:picMkLst>
        </pc:picChg>
      </pc:sldChg>
      <pc:sldChg chg="addSp delSp modSp add mod">
        <pc:chgData name="Daphne Economou" userId="d065a339-36cf-4937-af08-41751becbd81" providerId="ADAL" clId="{C432973F-67B1-4649-B971-31E254B6DA88}" dt="2022-10-23T15:51:56.534" v="7506" actId="1076"/>
        <pc:sldMkLst>
          <pc:docMk/>
          <pc:sldMk cId="3736631847" sldId="700"/>
        </pc:sldMkLst>
        <pc:spChg chg="mod">
          <ac:chgData name="Daphne Economou" userId="d065a339-36cf-4937-af08-41751becbd81" providerId="ADAL" clId="{C432973F-67B1-4649-B971-31E254B6DA88}" dt="2022-10-23T15:51:12.726" v="7498" actId="20577"/>
          <ac:spMkLst>
            <pc:docMk/>
            <pc:sldMk cId="3736631847" sldId="700"/>
            <ac:spMk id="2" creationId="{C0A676CC-02AC-D9B8-470E-1DCAF81122DB}"/>
          </ac:spMkLst>
        </pc:spChg>
        <pc:spChg chg="mod">
          <ac:chgData name="Daphne Economou" userId="d065a339-36cf-4937-af08-41751becbd81" providerId="ADAL" clId="{C432973F-67B1-4649-B971-31E254B6DA88}" dt="2022-10-23T15:51:24.331" v="7503" actId="20577"/>
          <ac:spMkLst>
            <pc:docMk/>
            <pc:sldMk cId="3736631847" sldId="700"/>
            <ac:spMk id="3" creationId="{6E0AB9CB-2146-17B5-5767-BA73D11046F4}"/>
          </ac:spMkLst>
        </pc:spChg>
        <pc:picChg chg="add mod">
          <ac:chgData name="Daphne Economou" userId="d065a339-36cf-4937-af08-41751becbd81" providerId="ADAL" clId="{C432973F-67B1-4649-B971-31E254B6DA88}" dt="2022-10-23T15:51:56.534" v="7506" actId="1076"/>
          <ac:picMkLst>
            <pc:docMk/>
            <pc:sldMk cId="3736631847" sldId="700"/>
            <ac:picMk id="7" creationId="{1BE665CC-4D6E-6688-E042-EAF3885DC19F}"/>
          </ac:picMkLst>
        </pc:picChg>
        <pc:picChg chg="del">
          <ac:chgData name="Daphne Economou" userId="d065a339-36cf-4937-af08-41751becbd81" providerId="ADAL" clId="{C432973F-67B1-4649-B971-31E254B6DA88}" dt="2022-10-23T15:51:53.010" v="7504" actId="478"/>
          <ac:picMkLst>
            <pc:docMk/>
            <pc:sldMk cId="3736631847" sldId="700"/>
            <ac:picMk id="10" creationId="{E3234664-3643-32BD-CFA4-4B874C9254A9}"/>
          </ac:picMkLst>
        </pc:picChg>
      </pc:sldChg>
      <pc:sldChg chg="addSp delSp modSp new del mod chgLayout">
        <pc:chgData name="Daphne Economou" userId="d065a339-36cf-4937-af08-41751becbd81" providerId="ADAL" clId="{C432973F-67B1-4649-B971-31E254B6DA88}" dt="2022-10-23T16:00:33.688" v="7519" actId="47"/>
        <pc:sldMkLst>
          <pc:docMk/>
          <pc:sldMk cId="155400370" sldId="701"/>
        </pc:sldMkLst>
        <pc:spChg chg="del mod ord">
          <ac:chgData name="Daphne Economou" userId="d065a339-36cf-4937-af08-41751becbd81" providerId="ADAL" clId="{C432973F-67B1-4649-B971-31E254B6DA88}" dt="2022-10-23T15:54:51.139" v="7509" actId="700"/>
          <ac:spMkLst>
            <pc:docMk/>
            <pc:sldMk cId="155400370" sldId="701"/>
            <ac:spMk id="2" creationId="{BF4308E5-602E-50DD-FCF8-D3638F51DD6D}"/>
          </ac:spMkLst>
        </pc:spChg>
        <pc:spChg chg="del mod ord">
          <ac:chgData name="Daphne Economou" userId="d065a339-36cf-4937-af08-41751becbd81" providerId="ADAL" clId="{C432973F-67B1-4649-B971-31E254B6DA88}" dt="2022-10-23T15:54:51.139" v="7509" actId="700"/>
          <ac:spMkLst>
            <pc:docMk/>
            <pc:sldMk cId="155400370" sldId="701"/>
            <ac:spMk id="3" creationId="{EC12506C-F1CD-21EF-F503-EB8E9789AEE1}"/>
          </ac:spMkLst>
        </pc:spChg>
        <pc:spChg chg="mod ord">
          <ac:chgData name="Daphne Economou" userId="d065a339-36cf-4937-af08-41751becbd81" providerId="ADAL" clId="{C432973F-67B1-4649-B971-31E254B6DA88}" dt="2022-10-23T15:54:51.139" v="7509" actId="700"/>
          <ac:spMkLst>
            <pc:docMk/>
            <pc:sldMk cId="155400370" sldId="701"/>
            <ac:spMk id="4" creationId="{F8502A43-2D10-800F-5B5F-C954C5CB37C9}"/>
          </ac:spMkLst>
        </pc:spChg>
        <pc:spChg chg="mod ord">
          <ac:chgData name="Daphne Economou" userId="d065a339-36cf-4937-af08-41751becbd81" providerId="ADAL" clId="{C432973F-67B1-4649-B971-31E254B6DA88}" dt="2022-10-23T15:54:51.139" v="7509" actId="700"/>
          <ac:spMkLst>
            <pc:docMk/>
            <pc:sldMk cId="155400370" sldId="701"/>
            <ac:spMk id="5" creationId="{516BDF04-EDAE-7451-CAF9-DD43B719FE96}"/>
          </ac:spMkLst>
        </pc:spChg>
        <pc:spChg chg="del">
          <ac:chgData name="Daphne Economou" userId="d065a339-36cf-4937-af08-41751becbd81" providerId="ADAL" clId="{C432973F-67B1-4649-B971-31E254B6DA88}" dt="2022-10-23T15:54:51.139" v="7509" actId="700"/>
          <ac:spMkLst>
            <pc:docMk/>
            <pc:sldMk cId="155400370" sldId="701"/>
            <ac:spMk id="6" creationId="{6AEBDE18-8688-D594-441F-B8729B9350BA}"/>
          </ac:spMkLst>
        </pc:spChg>
        <pc:spChg chg="add mod ord">
          <ac:chgData name="Daphne Economou" userId="d065a339-36cf-4937-af08-41751becbd81" providerId="ADAL" clId="{C432973F-67B1-4649-B971-31E254B6DA88}" dt="2022-10-23T15:54:51.139" v="7509" actId="700"/>
          <ac:spMkLst>
            <pc:docMk/>
            <pc:sldMk cId="155400370" sldId="701"/>
            <ac:spMk id="7" creationId="{95C1CBA5-8FA8-6009-09F5-018173178319}"/>
          </ac:spMkLst>
        </pc:spChg>
        <pc:spChg chg="add del mod ord">
          <ac:chgData name="Daphne Economou" userId="d065a339-36cf-4937-af08-41751becbd81" providerId="ADAL" clId="{C432973F-67B1-4649-B971-31E254B6DA88}" dt="2022-10-23T15:58:35.893" v="7510" actId="1032"/>
          <ac:spMkLst>
            <pc:docMk/>
            <pc:sldMk cId="155400370" sldId="701"/>
            <ac:spMk id="8" creationId="{85DED703-FA23-C911-A6F6-13A59250F12C}"/>
          </ac:spMkLst>
        </pc:spChg>
        <pc:spChg chg="add del mod">
          <ac:chgData name="Daphne Economou" userId="d065a339-36cf-4937-af08-41751becbd81" providerId="ADAL" clId="{C432973F-67B1-4649-B971-31E254B6DA88}" dt="2022-10-23T15:59:09.093" v="7513" actId="1032"/>
          <ac:spMkLst>
            <pc:docMk/>
            <pc:sldMk cId="155400370" sldId="701"/>
            <ac:spMk id="11" creationId="{38139DEF-A77E-7025-4AAE-3A1788042445}"/>
          </ac:spMkLst>
        </pc:spChg>
        <pc:spChg chg="add mod">
          <ac:chgData name="Daphne Economou" userId="d065a339-36cf-4937-af08-41751becbd81" providerId="ADAL" clId="{C432973F-67B1-4649-B971-31E254B6DA88}" dt="2022-10-23T15:59:38.126" v="7516" actId="478"/>
          <ac:spMkLst>
            <pc:docMk/>
            <pc:sldMk cId="155400370" sldId="701"/>
            <ac:spMk id="14" creationId="{062A6DE8-08CE-175E-28DF-04B8D24E8D68}"/>
          </ac:spMkLst>
        </pc:spChg>
        <pc:spChg chg="add">
          <ac:chgData name="Daphne Economou" userId="d065a339-36cf-4937-af08-41751becbd81" providerId="ADAL" clId="{C432973F-67B1-4649-B971-31E254B6DA88}" dt="2022-10-23T16:00:11.012" v="7517" actId="11529"/>
          <ac:spMkLst>
            <pc:docMk/>
            <pc:sldMk cId="155400370" sldId="701"/>
            <ac:spMk id="15" creationId="{002D4CD5-F149-2750-CE73-454697CC2114}"/>
          </ac:spMkLst>
        </pc:spChg>
        <pc:graphicFrameChg chg="add del mod modGraphic">
          <ac:chgData name="Daphne Economou" userId="d065a339-36cf-4937-af08-41751becbd81" providerId="ADAL" clId="{C432973F-67B1-4649-B971-31E254B6DA88}" dt="2022-10-23T15:58:42.652" v="7512" actId="478"/>
          <ac:graphicFrameMkLst>
            <pc:docMk/>
            <pc:sldMk cId="155400370" sldId="701"/>
            <ac:graphicFrameMk id="9" creationId="{93A95A32-C992-6968-457E-7AFA9972E807}"/>
          </ac:graphicFrameMkLst>
        </pc:graphicFrameChg>
        <pc:graphicFrameChg chg="add del mod modGraphic">
          <ac:chgData name="Daphne Economou" userId="d065a339-36cf-4937-af08-41751becbd81" providerId="ADAL" clId="{C432973F-67B1-4649-B971-31E254B6DA88}" dt="2022-10-23T15:59:38.126" v="7516" actId="478"/>
          <ac:graphicFrameMkLst>
            <pc:docMk/>
            <pc:sldMk cId="155400370" sldId="701"/>
            <ac:graphicFrameMk id="12" creationId="{CAC41319-AC3C-5E78-0D34-9E550B706039}"/>
          </ac:graphicFrameMkLst>
        </pc:graphicFrameChg>
      </pc:sldChg>
      <pc:sldChg chg="addSp delSp modSp add mod">
        <pc:chgData name="Daphne Economou" userId="d065a339-36cf-4937-af08-41751becbd81" providerId="ADAL" clId="{C432973F-67B1-4649-B971-31E254B6DA88}" dt="2022-10-23T16:09:08.249" v="7693" actId="1035"/>
        <pc:sldMkLst>
          <pc:docMk/>
          <pc:sldMk cId="3660008594" sldId="702"/>
        </pc:sldMkLst>
        <pc:spChg chg="mod">
          <ac:chgData name="Daphne Economou" userId="d065a339-36cf-4937-af08-41751becbd81" providerId="ADAL" clId="{C432973F-67B1-4649-B971-31E254B6DA88}" dt="2022-10-23T16:08:49.531" v="7690" actId="6549"/>
          <ac:spMkLst>
            <pc:docMk/>
            <pc:sldMk cId="3660008594" sldId="702"/>
            <ac:spMk id="2" creationId="{D0A520D3-4205-B63D-23DA-025E672D3202}"/>
          </ac:spMkLst>
        </pc:spChg>
        <pc:spChg chg="add del mod">
          <ac:chgData name="Daphne Economou" userId="d065a339-36cf-4937-af08-41751becbd81" providerId="ADAL" clId="{C432973F-67B1-4649-B971-31E254B6DA88}" dt="2022-10-23T16:01:28.462" v="7521" actId="478"/>
          <ac:spMkLst>
            <pc:docMk/>
            <pc:sldMk cId="3660008594" sldId="702"/>
            <ac:spMk id="6" creationId="{5C10DCDB-C21F-1C7C-D473-030D9B81E42A}"/>
          </ac:spMkLst>
        </pc:spChg>
        <pc:spChg chg="add del mod">
          <ac:chgData name="Daphne Economou" userId="d065a339-36cf-4937-af08-41751becbd81" providerId="ADAL" clId="{C432973F-67B1-4649-B971-31E254B6DA88}" dt="2022-10-23T16:04:06.812" v="7621" actId="478"/>
          <ac:spMkLst>
            <pc:docMk/>
            <pc:sldMk cId="3660008594" sldId="702"/>
            <ac:spMk id="7" creationId="{9F452EA3-FBA2-2751-B168-46132AE7AC97}"/>
          </ac:spMkLst>
        </pc:spChg>
        <pc:spChg chg="add del mod">
          <ac:chgData name="Daphne Economou" userId="d065a339-36cf-4937-af08-41751becbd81" providerId="ADAL" clId="{C432973F-67B1-4649-B971-31E254B6DA88}" dt="2022-10-23T16:04:06.812" v="7621" actId="478"/>
          <ac:spMkLst>
            <pc:docMk/>
            <pc:sldMk cId="3660008594" sldId="702"/>
            <ac:spMk id="9" creationId="{11ACBAA3-769B-846D-4D1D-E196C4B3CB97}"/>
          </ac:spMkLst>
        </pc:spChg>
        <pc:spChg chg="add del mod">
          <ac:chgData name="Daphne Economou" userId="d065a339-36cf-4937-af08-41751becbd81" providerId="ADAL" clId="{C432973F-67B1-4649-B971-31E254B6DA88}" dt="2022-10-23T16:04:08.942" v="7622" actId="478"/>
          <ac:spMkLst>
            <pc:docMk/>
            <pc:sldMk cId="3660008594" sldId="702"/>
            <ac:spMk id="10" creationId="{9BDBF9CB-F901-BD61-D0E7-7F1BA4EBF6EE}"/>
          </ac:spMkLst>
        </pc:spChg>
        <pc:spChg chg="add del mod">
          <ac:chgData name="Daphne Economou" userId="d065a339-36cf-4937-af08-41751becbd81" providerId="ADAL" clId="{C432973F-67B1-4649-B971-31E254B6DA88}" dt="2022-10-23T16:04:06.812" v="7621" actId="478"/>
          <ac:spMkLst>
            <pc:docMk/>
            <pc:sldMk cId="3660008594" sldId="702"/>
            <ac:spMk id="11" creationId="{06706CBF-1240-432F-0BBD-31E8E5E15538}"/>
          </ac:spMkLst>
        </pc:spChg>
        <pc:spChg chg="add del mod">
          <ac:chgData name="Daphne Economou" userId="d065a339-36cf-4937-af08-41751becbd81" providerId="ADAL" clId="{C432973F-67B1-4649-B971-31E254B6DA88}" dt="2022-10-23T16:04:06.812" v="7621" actId="478"/>
          <ac:spMkLst>
            <pc:docMk/>
            <pc:sldMk cId="3660008594" sldId="702"/>
            <ac:spMk id="12" creationId="{A7A1A76C-0462-B3AF-BCD6-74F9FA7618D4}"/>
          </ac:spMkLst>
        </pc:spChg>
        <pc:spChg chg="add del mod">
          <ac:chgData name="Daphne Economou" userId="d065a339-36cf-4937-af08-41751becbd81" providerId="ADAL" clId="{C432973F-67B1-4649-B971-31E254B6DA88}" dt="2022-10-23T16:04:06.812" v="7621" actId="478"/>
          <ac:spMkLst>
            <pc:docMk/>
            <pc:sldMk cId="3660008594" sldId="702"/>
            <ac:spMk id="13" creationId="{ED363C83-21DD-1EB7-EA6A-37F9CBB44FF3}"/>
          </ac:spMkLst>
        </pc:spChg>
        <pc:spChg chg="add del mod">
          <ac:chgData name="Daphne Economou" userId="d065a339-36cf-4937-af08-41751becbd81" providerId="ADAL" clId="{C432973F-67B1-4649-B971-31E254B6DA88}" dt="2022-10-23T16:04:06.812" v="7621" actId="478"/>
          <ac:spMkLst>
            <pc:docMk/>
            <pc:sldMk cId="3660008594" sldId="702"/>
            <ac:spMk id="14" creationId="{36BAD009-3C60-A34B-72A0-E6C212CE21E6}"/>
          </ac:spMkLst>
        </pc:spChg>
        <pc:spChg chg="add del mod">
          <ac:chgData name="Daphne Economou" userId="d065a339-36cf-4937-af08-41751becbd81" providerId="ADAL" clId="{C432973F-67B1-4649-B971-31E254B6DA88}" dt="2022-10-23T16:04:06.812" v="7621" actId="478"/>
          <ac:spMkLst>
            <pc:docMk/>
            <pc:sldMk cId="3660008594" sldId="702"/>
            <ac:spMk id="15" creationId="{9F504CC9-E3B0-E523-AD81-A6C71734DA5B}"/>
          </ac:spMkLst>
        </pc:spChg>
        <pc:graphicFrameChg chg="del">
          <ac:chgData name="Daphne Economou" userId="d065a339-36cf-4937-af08-41751becbd81" providerId="ADAL" clId="{C432973F-67B1-4649-B971-31E254B6DA88}" dt="2022-10-23T16:01:25.104" v="7520" actId="478"/>
          <ac:graphicFrameMkLst>
            <pc:docMk/>
            <pc:sldMk cId="3660008594" sldId="702"/>
            <ac:graphicFrameMk id="8" creationId="{64F57432-C1E0-8411-04BD-9A8830AFFF44}"/>
          </ac:graphicFrameMkLst>
        </pc:graphicFrameChg>
        <pc:graphicFrameChg chg="add del">
          <ac:chgData name="Daphne Economou" userId="d065a339-36cf-4937-af08-41751becbd81" providerId="ADAL" clId="{C432973F-67B1-4649-B971-31E254B6DA88}" dt="2022-10-23T16:05:03.669" v="7633" actId="478"/>
          <ac:graphicFrameMkLst>
            <pc:docMk/>
            <pc:sldMk cId="3660008594" sldId="702"/>
            <ac:graphicFrameMk id="18" creationId="{00A2710A-A82D-BECA-7DC8-F7DE83A3A945}"/>
          </ac:graphicFrameMkLst>
        </pc:graphicFrameChg>
        <pc:graphicFrameChg chg="add mod modGraphic">
          <ac:chgData name="Daphne Economou" userId="d065a339-36cf-4937-af08-41751becbd81" providerId="ADAL" clId="{C432973F-67B1-4649-B971-31E254B6DA88}" dt="2022-10-23T16:08:41.449" v="7664" actId="1076"/>
          <ac:graphicFrameMkLst>
            <pc:docMk/>
            <pc:sldMk cId="3660008594" sldId="702"/>
            <ac:graphicFrameMk id="19" creationId="{36C4220C-D40A-A1AF-6B5C-198F4B829B88}"/>
          </ac:graphicFrameMkLst>
        </pc:graphicFrameChg>
        <pc:picChg chg="add mod ord">
          <ac:chgData name="Daphne Economou" userId="d065a339-36cf-4937-af08-41751becbd81" providerId="ADAL" clId="{C432973F-67B1-4649-B971-31E254B6DA88}" dt="2022-10-23T16:09:08.249" v="7693" actId="1035"/>
          <ac:picMkLst>
            <pc:docMk/>
            <pc:sldMk cId="3660008594" sldId="702"/>
            <ac:picMk id="17" creationId="{AE150F52-6E99-BDF8-C4E5-931568DD6998}"/>
          </ac:picMkLst>
        </pc:picChg>
      </pc:sldChg>
      <pc:sldChg chg="modSp add mod">
        <pc:chgData name="Daphne Economou" userId="d065a339-36cf-4937-af08-41751becbd81" providerId="ADAL" clId="{C432973F-67B1-4649-B971-31E254B6DA88}" dt="2022-10-23T16:21:47.099" v="7931" actId="2062"/>
        <pc:sldMkLst>
          <pc:docMk/>
          <pc:sldMk cId="2595989643" sldId="703"/>
        </pc:sldMkLst>
        <pc:spChg chg="mod">
          <ac:chgData name="Daphne Economou" userId="d065a339-36cf-4937-af08-41751becbd81" providerId="ADAL" clId="{C432973F-67B1-4649-B971-31E254B6DA88}" dt="2022-10-23T16:15:56.994" v="7887" actId="108"/>
          <ac:spMkLst>
            <pc:docMk/>
            <pc:sldMk cId="2595989643" sldId="703"/>
            <ac:spMk id="7" creationId="{2C742533-EEA4-B3EB-6E5C-57B7404292F9}"/>
          </ac:spMkLst>
        </pc:spChg>
        <pc:graphicFrameChg chg="mod modGraphic">
          <ac:chgData name="Daphne Economou" userId="d065a339-36cf-4937-af08-41751becbd81" providerId="ADAL" clId="{C432973F-67B1-4649-B971-31E254B6DA88}" dt="2022-10-23T16:21:47.099" v="7931" actId="2062"/>
          <ac:graphicFrameMkLst>
            <pc:docMk/>
            <pc:sldMk cId="2595989643" sldId="703"/>
            <ac:graphicFrameMk id="9" creationId="{F9AD3E0D-E5E4-4B90-E57E-EC64618E9A22}"/>
          </ac:graphicFrameMkLst>
        </pc:graphicFrameChg>
      </pc:sldChg>
      <pc:sldChg chg="addSp delSp modSp new del mod chgLayout">
        <pc:chgData name="Daphne Economou" userId="d065a339-36cf-4937-af08-41751becbd81" providerId="ADAL" clId="{C432973F-67B1-4649-B971-31E254B6DA88}" dt="2022-10-23T16:15:19.183" v="7885" actId="2696"/>
        <pc:sldMkLst>
          <pc:docMk/>
          <pc:sldMk cId="3179319876" sldId="703"/>
        </pc:sldMkLst>
        <pc:spChg chg="del mod ord">
          <ac:chgData name="Daphne Economou" userId="d065a339-36cf-4937-af08-41751becbd81" providerId="ADAL" clId="{C432973F-67B1-4649-B971-31E254B6DA88}" dt="2022-10-23T16:10:11.499" v="7699" actId="700"/>
          <ac:spMkLst>
            <pc:docMk/>
            <pc:sldMk cId="3179319876" sldId="703"/>
            <ac:spMk id="2" creationId="{9ED5716C-2D12-85A5-BE9B-D5E5857318D7}"/>
          </ac:spMkLst>
        </pc:spChg>
        <pc:spChg chg="del mod ord">
          <ac:chgData name="Daphne Economou" userId="d065a339-36cf-4937-af08-41751becbd81" providerId="ADAL" clId="{C432973F-67B1-4649-B971-31E254B6DA88}" dt="2022-10-23T16:10:11.499" v="7699" actId="700"/>
          <ac:spMkLst>
            <pc:docMk/>
            <pc:sldMk cId="3179319876" sldId="703"/>
            <ac:spMk id="3" creationId="{FCECF6E2-BCDB-7461-6989-1358F511012A}"/>
          </ac:spMkLst>
        </pc:spChg>
        <pc:spChg chg="mod ord">
          <ac:chgData name="Daphne Economou" userId="d065a339-36cf-4937-af08-41751becbd81" providerId="ADAL" clId="{C432973F-67B1-4649-B971-31E254B6DA88}" dt="2022-10-23T16:10:11.499" v="7699" actId="700"/>
          <ac:spMkLst>
            <pc:docMk/>
            <pc:sldMk cId="3179319876" sldId="703"/>
            <ac:spMk id="4" creationId="{B18DB803-600F-68D1-C753-01E4AD617F37}"/>
          </ac:spMkLst>
        </pc:spChg>
        <pc:spChg chg="mod ord">
          <ac:chgData name="Daphne Economou" userId="d065a339-36cf-4937-af08-41751becbd81" providerId="ADAL" clId="{C432973F-67B1-4649-B971-31E254B6DA88}" dt="2022-10-23T16:10:11.499" v="7699" actId="700"/>
          <ac:spMkLst>
            <pc:docMk/>
            <pc:sldMk cId="3179319876" sldId="703"/>
            <ac:spMk id="5" creationId="{4EF45462-47AC-FC55-3193-374E50B50110}"/>
          </ac:spMkLst>
        </pc:spChg>
        <pc:spChg chg="del">
          <ac:chgData name="Daphne Economou" userId="d065a339-36cf-4937-af08-41751becbd81" providerId="ADAL" clId="{C432973F-67B1-4649-B971-31E254B6DA88}" dt="2022-10-23T16:10:11.499" v="7699" actId="700"/>
          <ac:spMkLst>
            <pc:docMk/>
            <pc:sldMk cId="3179319876" sldId="703"/>
            <ac:spMk id="6" creationId="{C646BDE4-DD69-7D8E-D248-B0B040B12EFF}"/>
          </ac:spMkLst>
        </pc:spChg>
        <pc:spChg chg="add mod ord">
          <ac:chgData name="Daphne Economou" userId="d065a339-36cf-4937-af08-41751becbd81" providerId="ADAL" clId="{C432973F-67B1-4649-B971-31E254B6DA88}" dt="2022-10-23T16:15:16.818" v="7884" actId="1076"/>
          <ac:spMkLst>
            <pc:docMk/>
            <pc:sldMk cId="3179319876" sldId="703"/>
            <ac:spMk id="7" creationId="{2C742533-EEA4-B3EB-6E5C-57B7404292F9}"/>
          </ac:spMkLst>
        </pc:spChg>
        <pc:spChg chg="add del mod ord">
          <ac:chgData name="Daphne Economou" userId="d065a339-36cf-4937-af08-41751becbd81" providerId="ADAL" clId="{C432973F-67B1-4649-B971-31E254B6DA88}" dt="2022-10-23T16:10:57.980" v="7700" actId="3680"/>
          <ac:spMkLst>
            <pc:docMk/>
            <pc:sldMk cId="3179319876" sldId="703"/>
            <ac:spMk id="8" creationId="{C1336A6D-1B7C-AEF4-AF31-8D28A2DE01F1}"/>
          </ac:spMkLst>
        </pc:spChg>
        <pc:graphicFrameChg chg="add mod ord modGraphic">
          <ac:chgData name="Daphne Economou" userId="d065a339-36cf-4937-af08-41751becbd81" providerId="ADAL" clId="{C432973F-67B1-4649-B971-31E254B6DA88}" dt="2022-10-23T16:13:45.593" v="7764" actId="14100"/>
          <ac:graphicFrameMkLst>
            <pc:docMk/>
            <pc:sldMk cId="3179319876" sldId="703"/>
            <ac:graphicFrameMk id="9" creationId="{F9AD3E0D-E5E4-4B90-E57E-EC64618E9A22}"/>
          </ac:graphicFrameMkLst>
        </pc:graphicFrameChg>
        <pc:graphicFrameChg chg="add del mod">
          <ac:chgData name="Daphne Economou" userId="d065a339-36cf-4937-af08-41751becbd81" providerId="ADAL" clId="{C432973F-67B1-4649-B971-31E254B6DA88}" dt="2022-10-23T16:13:41.227" v="7763" actId="478"/>
          <ac:graphicFrameMkLst>
            <pc:docMk/>
            <pc:sldMk cId="3179319876" sldId="703"/>
            <ac:graphicFrameMk id="10" creationId="{728ACCDE-CCFF-154A-8134-EE88A02D6932}"/>
          </ac:graphicFrameMkLst>
        </pc:graphicFrameChg>
      </pc:sldChg>
    </pc:docChg>
  </pc:docChgLst>
  <pc:docChgLst>
    <pc:chgData name="Daphne Economou" userId="d065a339-36cf-4937-af08-41751becbd81" providerId="ADAL" clId="{6C2F0DEB-0F0D-46C6-A967-DB4013C0E3A1}"/>
    <pc:docChg chg="undo custSel addSld delSld modSld sldOrd modMainMaster">
      <pc:chgData name="Daphne Economou" userId="d065a339-36cf-4937-af08-41751becbd81" providerId="ADAL" clId="{6C2F0DEB-0F0D-46C6-A967-DB4013C0E3A1}" dt="2022-11-16T09:03:45.939" v="1149" actId="14100"/>
      <pc:docMkLst>
        <pc:docMk/>
      </pc:docMkLst>
      <pc:sldChg chg="modSp mod">
        <pc:chgData name="Daphne Economou" userId="d065a339-36cf-4937-af08-41751becbd81" providerId="ADAL" clId="{6C2F0DEB-0F0D-46C6-A967-DB4013C0E3A1}" dt="2022-11-15T17:40:33.092" v="418" actId="179"/>
        <pc:sldMkLst>
          <pc:docMk/>
          <pc:sldMk cId="0" sldId="358"/>
        </pc:sldMkLst>
        <pc:spChg chg="mod">
          <ac:chgData name="Daphne Economou" userId="d065a339-36cf-4937-af08-41751becbd81" providerId="ADAL" clId="{6C2F0DEB-0F0D-46C6-A967-DB4013C0E3A1}" dt="2022-11-15T17:40:33.092" v="418" actId="179"/>
          <ac:spMkLst>
            <pc:docMk/>
            <pc:sldMk cId="0" sldId="358"/>
            <ac:spMk id="223235" creationId="{00000000-0000-0000-0000-000000000000}"/>
          </ac:spMkLst>
        </pc:spChg>
      </pc:sldChg>
      <pc:sldChg chg="modSp mod">
        <pc:chgData name="Daphne Economou" userId="d065a339-36cf-4937-af08-41751becbd81" providerId="ADAL" clId="{6C2F0DEB-0F0D-46C6-A967-DB4013C0E3A1}" dt="2022-11-15T17:23:28.518" v="180" actId="1076"/>
        <pc:sldMkLst>
          <pc:docMk/>
          <pc:sldMk cId="803048522" sldId="770"/>
        </pc:sldMkLst>
        <pc:graphicFrameChg chg="mod">
          <ac:chgData name="Daphne Economou" userId="d065a339-36cf-4937-af08-41751becbd81" providerId="ADAL" clId="{6C2F0DEB-0F0D-46C6-A967-DB4013C0E3A1}" dt="2022-11-15T17:23:28.518" v="180" actId="1076"/>
          <ac:graphicFrameMkLst>
            <pc:docMk/>
            <pc:sldMk cId="803048522" sldId="770"/>
            <ac:graphicFrameMk id="6" creationId="{808BD5A0-907A-B08B-3502-7EBC3F661F90}"/>
          </ac:graphicFrameMkLst>
        </pc:graphicFrameChg>
        <pc:graphicFrameChg chg="mod">
          <ac:chgData name="Daphne Economou" userId="d065a339-36cf-4937-af08-41751becbd81" providerId="ADAL" clId="{6C2F0DEB-0F0D-46C6-A967-DB4013C0E3A1}" dt="2022-11-15T17:23:28.518" v="180" actId="1076"/>
          <ac:graphicFrameMkLst>
            <pc:docMk/>
            <pc:sldMk cId="803048522" sldId="770"/>
            <ac:graphicFrameMk id="8" creationId="{90690564-85FD-48C4-E930-C3E33D60E996}"/>
          </ac:graphicFrameMkLst>
        </pc:graphicFrameChg>
      </pc:sldChg>
      <pc:sldChg chg="addSp modSp mod">
        <pc:chgData name="Daphne Economou" userId="d065a339-36cf-4937-af08-41751becbd81" providerId="ADAL" clId="{6C2F0DEB-0F0D-46C6-A967-DB4013C0E3A1}" dt="2022-11-15T21:13:01.847" v="1084" actId="1076"/>
        <pc:sldMkLst>
          <pc:docMk/>
          <pc:sldMk cId="2576995012" sldId="775"/>
        </pc:sldMkLst>
        <pc:spChg chg="mod">
          <ac:chgData name="Daphne Economou" userId="d065a339-36cf-4937-af08-41751becbd81" providerId="ADAL" clId="{6C2F0DEB-0F0D-46C6-A967-DB4013C0E3A1}" dt="2022-11-15T21:12:59.207" v="1083" actId="14100"/>
          <ac:spMkLst>
            <pc:docMk/>
            <pc:sldMk cId="2576995012" sldId="775"/>
            <ac:spMk id="3" creationId="{6372A5AE-5EBA-C13A-2614-D11011F87FF1}"/>
          </ac:spMkLst>
        </pc:spChg>
        <pc:picChg chg="add mod">
          <ac:chgData name="Daphne Economou" userId="d065a339-36cf-4937-af08-41751becbd81" providerId="ADAL" clId="{6C2F0DEB-0F0D-46C6-A967-DB4013C0E3A1}" dt="2022-11-15T21:13:01.847" v="1084" actId="1076"/>
          <ac:picMkLst>
            <pc:docMk/>
            <pc:sldMk cId="2576995012" sldId="775"/>
            <ac:picMk id="8194" creationId="{842B0F5F-02F4-71FF-9A8D-DFA159D27793}"/>
          </ac:picMkLst>
        </pc:picChg>
      </pc:sldChg>
      <pc:sldChg chg="modSp mod modNotesTx">
        <pc:chgData name="Daphne Economou" userId="d065a339-36cf-4937-af08-41751becbd81" providerId="ADAL" clId="{6C2F0DEB-0F0D-46C6-A967-DB4013C0E3A1}" dt="2022-11-15T19:31:53.967" v="951"/>
        <pc:sldMkLst>
          <pc:docMk/>
          <pc:sldMk cId="1539404823" sldId="776"/>
        </pc:sldMkLst>
        <pc:spChg chg="mod">
          <ac:chgData name="Daphne Economou" userId="d065a339-36cf-4937-af08-41751becbd81" providerId="ADAL" clId="{6C2F0DEB-0F0D-46C6-A967-DB4013C0E3A1}" dt="2022-11-15T17:42:57.874" v="436" actId="20577"/>
          <ac:spMkLst>
            <pc:docMk/>
            <pc:sldMk cId="1539404823" sldId="776"/>
            <ac:spMk id="3" creationId="{11F7E884-41DF-5256-0894-9A3491A348BC}"/>
          </ac:spMkLst>
        </pc:spChg>
      </pc:sldChg>
      <pc:sldChg chg="del">
        <pc:chgData name="Daphne Economou" userId="d065a339-36cf-4937-af08-41751becbd81" providerId="ADAL" clId="{6C2F0DEB-0F0D-46C6-A967-DB4013C0E3A1}" dt="2022-11-15T21:14:32.730" v="1088" actId="47"/>
        <pc:sldMkLst>
          <pc:docMk/>
          <pc:sldMk cId="2024023281" sldId="784"/>
        </pc:sldMkLst>
      </pc:sldChg>
      <pc:sldChg chg="addSp delSp modSp mod">
        <pc:chgData name="Daphne Economou" userId="d065a339-36cf-4937-af08-41751becbd81" providerId="ADAL" clId="{6C2F0DEB-0F0D-46C6-A967-DB4013C0E3A1}" dt="2022-11-15T17:51:27.548" v="496" actId="1076"/>
        <pc:sldMkLst>
          <pc:docMk/>
          <pc:sldMk cId="344236507" sldId="788"/>
        </pc:sldMkLst>
        <pc:spChg chg="add mod ord">
          <ac:chgData name="Daphne Economou" userId="d065a339-36cf-4937-af08-41751becbd81" providerId="ADAL" clId="{6C2F0DEB-0F0D-46C6-A967-DB4013C0E3A1}" dt="2022-11-15T17:51:27.548" v="496" actId="1076"/>
          <ac:spMkLst>
            <pc:docMk/>
            <pc:sldMk cId="344236507" sldId="788"/>
            <ac:spMk id="4" creationId="{14BE50E0-BC22-25D9-E8DC-097CCF44E61D}"/>
          </ac:spMkLst>
        </pc:spChg>
        <pc:spChg chg="add mod">
          <ac:chgData name="Daphne Economou" userId="d065a339-36cf-4937-af08-41751becbd81" providerId="ADAL" clId="{6C2F0DEB-0F0D-46C6-A967-DB4013C0E3A1}" dt="2022-11-15T17:51:13.164" v="495" actId="1076"/>
          <ac:spMkLst>
            <pc:docMk/>
            <pc:sldMk cId="344236507" sldId="788"/>
            <ac:spMk id="5" creationId="{DA43F606-33B0-AD09-72AD-420A11D2914C}"/>
          </ac:spMkLst>
        </pc:spChg>
        <pc:spChg chg="del">
          <ac:chgData name="Daphne Economou" userId="d065a339-36cf-4937-af08-41751becbd81" providerId="ADAL" clId="{6C2F0DEB-0F0D-46C6-A967-DB4013C0E3A1}" dt="2022-11-15T17:46:03" v="456" actId="478"/>
          <ac:spMkLst>
            <pc:docMk/>
            <pc:sldMk cId="344236507" sldId="788"/>
            <ac:spMk id="7" creationId="{DD985084-7B93-C9E9-F722-17C5E17A9B81}"/>
          </ac:spMkLst>
        </pc:spChg>
        <pc:graphicFrameChg chg="mod ord modGraphic">
          <ac:chgData name="Daphne Economou" userId="d065a339-36cf-4937-af08-41751becbd81" providerId="ADAL" clId="{6C2F0DEB-0F0D-46C6-A967-DB4013C0E3A1}" dt="2022-11-15T17:51:27.548" v="496" actId="1076"/>
          <ac:graphicFrameMkLst>
            <pc:docMk/>
            <pc:sldMk cId="344236507" sldId="788"/>
            <ac:graphicFrameMk id="10" creationId="{10A786FF-7589-C329-96B0-073943FD01C2}"/>
          </ac:graphicFrameMkLst>
        </pc:graphicFrameChg>
        <pc:graphicFrameChg chg="mod">
          <ac:chgData name="Daphne Economou" userId="d065a339-36cf-4937-af08-41751becbd81" providerId="ADAL" clId="{6C2F0DEB-0F0D-46C6-A967-DB4013C0E3A1}" dt="2022-11-15T17:48:20.015" v="485" actId="1076"/>
          <ac:graphicFrameMkLst>
            <pc:docMk/>
            <pc:sldMk cId="344236507" sldId="788"/>
            <ac:graphicFrameMk id="11" creationId="{E7F68BB2-1A57-80F2-E68F-D37A2271A1B7}"/>
          </ac:graphicFrameMkLst>
        </pc:graphicFrameChg>
      </pc:sldChg>
      <pc:sldChg chg="modSp mod">
        <pc:chgData name="Daphne Economou" userId="d065a339-36cf-4937-af08-41751becbd81" providerId="ADAL" clId="{6C2F0DEB-0F0D-46C6-A967-DB4013C0E3A1}" dt="2022-11-15T17:52:58.613" v="500" actId="27636"/>
        <pc:sldMkLst>
          <pc:docMk/>
          <pc:sldMk cId="2273154039" sldId="790"/>
        </pc:sldMkLst>
        <pc:spChg chg="mod">
          <ac:chgData name="Daphne Economou" userId="d065a339-36cf-4937-af08-41751becbd81" providerId="ADAL" clId="{6C2F0DEB-0F0D-46C6-A967-DB4013C0E3A1}" dt="2022-11-15T17:52:58.613" v="500" actId="27636"/>
          <ac:spMkLst>
            <pc:docMk/>
            <pc:sldMk cId="2273154039" sldId="790"/>
            <ac:spMk id="3" creationId="{FCF8641A-579C-B3FA-F637-F09F64D20528}"/>
          </ac:spMkLst>
        </pc:spChg>
      </pc:sldChg>
      <pc:sldChg chg="addSp delSp modSp mod">
        <pc:chgData name="Daphne Economou" userId="d065a339-36cf-4937-af08-41751becbd81" providerId="ADAL" clId="{6C2F0DEB-0F0D-46C6-A967-DB4013C0E3A1}" dt="2022-11-16T09:03:45.939" v="1149" actId="14100"/>
        <pc:sldMkLst>
          <pc:docMk/>
          <pc:sldMk cId="3449679418" sldId="795"/>
        </pc:sldMkLst>
        <pc:spChg chg="del">
          <ac:chgData name="Daphne Economou" userId="d065a339-36cf-4937-af08-41751becbd81" providerId="ADAL" clId="{6C2F0DEB-0F0D-46C6-A967-DB4013C0E3A1}" dt="2022-11-15T17:51:49.012" v="498" actId="478"/>
          <ac:spMkLst>
            <pc:docMk/>
            <pc:sldMk cId="3449679418" sldId="795"/>
            <ac:spMk id="6" creationId="{1B04077D-14DF-FB63-F17A-07D1BF9F2A82}"/>
          </ac:spMkLst>
        </pc:spChg>
        <pc:spChg chg="mod">
          <ac:chgData name="Daphne Economou" userId="d065a339-36cf-4937-af08-41751becbd81" providerId="ADAL" clId="{6C2F0DEB-0F0D-46C6-A967-DB4013C0E3A1}" dt="2022-11-15T17:51:45.556" v="497" actId="1076"/>
          <ac:spMkLst>
            <pc:docMk/>
            <pc:sldMk cId="3449679418" sldId="795"/>
            <ac:spMk id="23" creationId="{64088693-3885-7916-7294-2A7A4A24CEC8}"/>
          </ac:spMkLst>
        </pc:spChg>
        <pc:cxnChg chg="add del mod">
          <ac:chgData name="Daphne Economou" userId="d065a339-36cf-4937-af08-41751becbd81" providerId="ADAL" clId="{6C2F0DEB-0F0D-46C6-A967-DB4013C0E3A1}" dt="2022-11-16T09:03:13.758" v="1146" actId="478"/>
          <ac:cxnSpMkLst>
            <pc:docMk/>
            <pc:sldMk cId="3449679418" sldId="795"/>
            <ac:cxnSpMk id="5" creationId="{8D874AFD-FB78-AE58-ED34-FA86D887F410}"/>
          </ac:cxnSpMkLst>
        </pc:cxnChg>
        <pc:cxnChg chg="add mod">
          <ac:chgData name="Daphne Economou" userId="d065a339-36cf-4937-af08-41751becbd81" providerId="ADAL" clId="{6C2F0DEB-0F0D-46C6-A967-DB4013C0E3A1}" dt="2022-11-16T09:03:45.939" v="1149" actId="14100"/>
          <ac:cxnSpMkLst>
            <pc:docMk/>
            <pc:sldMk cId="3449679418" sldId="795"/>
            <ac:cxnSpMk id="6" creationId="{81BD2336-AE98-B026-65F0-4DBB7E5B9D97}"/>
          </ac:cxnSpMkLst>
        </pc:cxnChg>
      </pc:sldChg>
      <pc:sldChg chg="addSp delSp modSp mod">
        <pc:chgData name="Daphne Economou" userId="d065a339-36cf-4937-af08-41751becbd81" providerId="ADAL" clId="{6C2F0DEB-0F0D-46C6-A967-DB4013C0E3A1}" dt="2022-11-16T09:01:34.547" v="1144" actId="478"/>
        <pc:sldMkLst>
          <pc:docMk/>
          <pc:sldMk cId="1867162890" sldId="803"/>
        </pc:sldMkLst>
        <pc:spChg chg="del">
          <ac:chgData name="Daphne Economou" userId="d065a339-36cf-4937-af08-41751becbd81" providerId="ADAL" clId="{6C2F0DEB-0F0D-46C6-A967-DB4013C0E3A1}" dt="2022-11-16T09:00:37.519" v="1134" actId="478"/>
          <ac:spMkLst>
            <pc:docMk/>
            <pc:sldMk cId="1867162890" sldId="803"/>
            <ac:spMk id="3" creationId="{98009BD8-92CF-F3B5-E4B6-E6D0A443F077}"/>
          </ac:spMkLst>
        </pc:spChg>
        <pc:spChg chg="mod">
          <ac:chgData name="Daphne Economou" userId="d065a339-36cf-4937-af08-41751becbd81" providerId="ADAL" clId="{6C2F0DEB-0F0D-46C6-A967-DB4013C0E3A1}" dt="2022-11-16T09:00:53.305" v="1135" actId="20577"/>
          <ac:spMkLst>
            <pc:docMk/>
            <pc:sldMk cId="1867162890" sldId="803"/>
            <ac:spMk id="25" creationId="{E753F29C-1220-F8B6-4A21-4023307CBDC6}"/>
          </ac:spMkLst>
        </pc:spChg>
        <pc:cxnChg chg="add mod">
          <ac:chgData name="Daphne Economou" userId="d065a339-36cf-4937-af08-41751becbd81" providerId="ADAL" clId="{6C2F0DEB-0F0D-46C6-A967-DB4013C0E3A1}" dt="2022-11-16T09:01:04.603" v="1137" actId="13822"/>
          <ac:cxnSpMkLst>
            <pc:docMk/>
            <pc:sldMk cId="1867162890" sldId="803"/>
            <ac:cxnSpMk id="6" creationId="{6771BDD5-D6F9-B12D-BFC5-7A3BDEECF384}"/>
          </ac:cxnSpMkLst>
        </pc:cxnChg>
        <pc:cxnChg chg="add mod">
          <ac:chgData name="Daphne Economou" userId="d065a339-36cf-4937-af08-41751becbd81" providerId="ADAL" clId="{6C2F0DEB-0F0D-46C6-A967-DB4013C0E3A1}" dt="2022-11-16T09:01:17.854" v="1140" actId="14100"/>
          <ac:cxnSpMkLst>
            <pc:docMk/>
            <pc:sldMk cId="1867162890" sldId="803"/>
            <ac:cxnSpMk id="7" creationId="{517C5ECB-C8CD-2816-10E1-12649D8A633F}"/>
          </ac:cxnSpMkLst>
        </pc:cxnChg>
        <pc:cxnChg chg="add del mod">
          <ac:chgData name="Daphne Economou" userId="d065a339-36cf-4937-af08-41751becbd81" providerId="ADAL" clId="{6C2F0DEB-0F0D-46C6-A967-DB4013C0E3A1}" dt="2022-11-16T09:01:34.547" v="1144" actId="478"/>
          <ac:cxnSpMkLst>
            <pc:docMk/>
            <pc:sldMk cId="1867162890" sldId="803"/>
            <ac:cxnSpMk id="10" creationId="{158F0525-3DF0-6D0F-9825-9400E2D3B8AA}"/>
          </ac:cxnSpMkLst>
        </pc:cxnChg>
      </pc:sldChg>
      <pc:sldChg chg="del">
        <pc:chgData name="Daphne Economou" userId="d065a339-36cf-4937-af08-41751becbd81" providerId="ADAL" clId="{6C2F0DEB-0F0D-46C6-A967-DB4013C0E3A1}" dt="2022-11-15T21:14:32.730" v="1088" actId="47"/>
        <pc:sldMkLst>
          <pc:docMk/>
          <pc:sldMk cId="2209632736" sldId="804"/>
        </pc:sldMkLst>
      </pc:sldChg>
      <pc:sldChg chg="del">
        <pc:chgData name="Daphne Economou" userId="d065a339-36cf-4937-af08-41751becbd81" providerId="ADAL" clId="{6C2F0DEB-0F0D-46C6-A967-DB4013C0E3A1}" dt="2022-11-15T21:14:32.730" v="1088" actId="47"/>
        <pc:sldMkLst>
          <pc:docMk/>
          <pc:sldMk cId="2174381638" sldId="806"/>
        </pc:sldMkLst>
      </pc:sldChg>
      <pc:sldChg chg="del">
        <pc:chgData name="Daphne Economou" userId="d065a339-36cf-4937-af08-41751becbd81" providerId="ADAL" clId="{6C2F0DEB-0F0D-46C6-A967-DB4013C0E3A1}" dt="2022-11-15T21:14:32.730" v="1088" actId="47"/>
        <pc:sldMkLst>
          <pc:docMk/>
          <pc:sldMk cId="3650242743" sldId="808"/>
        </pc:sldMkLst>
      </pc:sldChg>
      <pc:sldChg chg="del">
        <pc:chgData name="Daphne Economou" userId="d065a339-36cf-4937-af08-41751becbd81" providerId="ADAL" clId="{6C2F0DEB-0F0D-46C6-A967-DB4013C0E3A1}" dt="2022-11-15T21:14:32.730" v="1088" actId="47"/>
        <pc:sldMkLst>
          <pc:docMk/>
          <pc:sldMk cId="3718492491" sldId="809"/>
        </pc:sldMkLst>
      </pc:sldChg>
      <pc:sldChg chg="del">
        <pc:chgData name="Daphne Economou" userId="d065a339-36cf-4937-af08-41751becbd81" providerId="ADAL" clId="{6C2F0DEB-0F0D-46C6-A967-DB4013C0E3A1}" dt="2022-11-15T21:14:32.730" v="1088" actId="47"/>
        <pc:sldMkLst>
          <pc:docMk/>
          <pc:sldMk cId="2244927300" sldId="811"/>
        </pc:sldMkLst>
      </pc:sldChg>
      <pc:sldChg chg="delSp modSp mod">
        <pc:chgData name="Daphne Economou" userId="d065a339-36cf-4937-af08-41751becbd81" providerId="ADAL" clId="{6C2F0DEB-0F0D-46C6-A967-DB4013C0E3A1}" dt="2022-11-15T21:14:19.491" v="1087" actId="14100"/>
        <pc:sldMkLst>
          <pc:docMk/>
          <pc:sldMk cId="3662298324" sldId="812"/>
        </pc:sldMkLst>
        <pc:inkChg chg="del mod">
          <ac:chgData name="Daphne Economou" userId="d065a339-36cf-4937-af08-41751becbd81" providerId="ADAL" clId="{6C2F0DEB-0F0D-46C6-A967-DB4013C0E3A1}" dt="2022-11-15T21:14:16.034" v="1086" actId="478"/>
          <ac:inkMkLst>
            <pc:docMk/>
            <pc:sldMk cId="3662298324" sldId="812"/>
            <ac:inkMk id="12" creationId="{1E10CBEF-4819-3739-4D47-C19FE0B7B355}"/>
          </ac:inkMkLst>
        </pc:inkChg>
        <pc:inkChg chg="mod">
          <ac:chgData name="Daphne Economou" userId="d065a339-36cf-4937-af08-41751becbd81" providerId="ADAL" clId="{6C2F0DEB-0F0D-46C6-A967-DB4013C0E3A1}" dt="2022-11-15T21:14:19.491" v="1087" actId="14100"/>
          <ac:inkMkLst>
            <pc:docMk/>
            <pc:sldMk cId="3662298324" sldId="812"/>
            <ac:inkMk id="14" creationId="{BB94C8BE-775E-DEF8-47A9-FAEBB1ABCBA1}"/>
          </ac:inkMkLst>
        </pc:inkChg>
      </pc:sldChg>
      <pc:sldChg chg="modSp mod">
        <pc:chgData name="Daphne Economou" userId="d065a339-36cf-4937-af08-41751becbd81" providerId="ADAL" clId="{6C2F0DEB-0F0D-46C6-A967-DB4013C0E3A1}" dt="2022-11-15T17:19:14.089" v="157" actId="20577"/>
        <pc:sldMkLst>
          <pc:docMk/>
          <pc:sldMk cId="3606339061" sldId="813"/>
        </pc:sldMkLst>
        <pc:spChg chg="mod">
          <ac:chgData name="Daphne Economou" userId="d065a339-36cf-4937-af08-41751becbd81" providerId="ADAL" clId="{6C2F0DEB-0F0D-46C6-A967-DB4013C0E3A1}" dt="2022-11-15T17:18:29.169" v="48" actId="20577"/>
          <ac:spMkLst>
            <pc:docMk/>
            <pc:sldMk cId="3606339061" sldId="813"/>
            <ac:spMk id="9" creationId="{E1B3B1E3-8F01-805F-DEF2-EE52A8A56D13}"/>
          </ac:spMkLst>
        </pc:spChg>
        <pc:spChg chg="mod">
          <ac:chgData name="Daphne Economou" userId="d065a339-36cf-4937-af08-41751becbd81" providerId="ADAL" clId="{6C2F0DEB-0F0D-46C6-A967-DB4013C0E3A1}" dt="2022-11-15T17:19:14.089" v="157" actId="20577"/>
          <ac:spMkLst>
            <pc:docMk/>
            <pc:sldMk cId="3606339061" sldId="813"/>
            <ac:spMk id="13" creationId="{44B80231-7862-4B8F-0A39-505F70640247}"/>
          </ac:spMkLst>
        </pc:spChg>
      </pc:sldChg>
      <pc:sldChg chg="delSp modSp mod">
        <pc:chgData name="Daphne Economou" userId="d065a339-36cf-4937-af08-41751becbd81" providerId="ADAL" clId="{6C2F0DEB-0F0D-46C6-A967-DB4013C0E3A1}" dt="2022-11-15T21:22:26.961" v="1132" actId="478"/>
        <pc:sldMkLst>
          <pc:docMk/>
          <pc:sldMk cId="3677492865" sldId="815"/>
        </pc:sldMkLst>
        <pc:spChg chg="del">
          <ac:chgData name="Daphne Economou" userId="d065a339-36cf-4937-af08-41751becbd81" providerId="ADAL" clId="{6C2F0DEB-0F0D-46C6-A967-DB4013C0E3A1}" dt="2022-11-15T21:22:26.961" v="1132" actId="478"/>
          <ac:spMkLst>
            <pc:docMk/>
            <pc:sldMk cId="3677492865" sldId="815"/>
            <ac:spMk id="2" creationId="{2050A2F9-9AB6-6A56-9B93-1F27D79004ED}"/>
          </ac:spMkLst>
        </pc:spChg>
        <pc:spChg chg="mod ord">
          <ac:chgData name="Daphne Economou" userId="d065a339-36cf-4937-af08-41751becbd81" providerId="ADAL" clId="{6C2F0DEB-0F0D-46C6-A967-DB4013C0E3A1}" dt="2022-11-15T17:21:05.214" v="173"/>
          <ac:spMkLst>
            <pc:docMk/>
            <pc:sldMk cId="3677492865" sldId="815"/>
            <ac:spMk id="3" creationId="{6A16BE3A-17B9-9E8D-5B97-E6F2F1C6EBFB}"/>
          </ac:spMkLst>
        </pc:spChg>
        <pc:spChg chg="mod">
          <ac:chgData name="Daphne Economou" userId="d065a339-36cf-4937-af08-41751becbd81" providerId="ADAL" clId="{6C2F0DEB-0F0D-46C6-A967-DB4013C0E3A1}" dt="2022-11-15T17:21:48.805" v="174" actId="14100"/>
          <ac:spMkLst>
            <pc:docMk/>
            <pc:sldMk cId="3677492865" sldId="815"/>
            <ac:spMk id="6" creationId="{EFCEAA2B-231D-5672-6A39-C37C3F014DA4}"/>
          </ac:spMkLst>
        </pc:spChg>
        <pc:spChg chg="mod">
          <ac:chgData name="Daphne Economou" userId="d065a339-36cf-4937-af08-41751becbd81" providerId="ADAL" clId="{6C2F0DEB-0F0D-46C6-A967-DB4013C0E3A1}" dt="2022-11-15T17:20:48.089" v="165" actId="1076"/>
          <ac:spMkLst>
            <pc:docMk/>
            <pc:sldMk cId="3677492865" sldId="815"/>
            <ac:spMk id="8" creationId="{06D5A9AB-29B0-AC51-09B8-599A610BDD8B}"/>
          </ac:spMkLst>
        </pc:spChg>
        <pc:spChg chg="mod">
          <ac:chgData name="Daphne Economou" userId="d065a339-36cf-4937-af08-41751becbd81" providerId="ADAL" clId="{6C2F0DEB-0F0D-46C6-A967-DB4013C0E3A1}" dt="2022-11-15T17:20:44.392" v="164" actId="1076"/>
          <ac:spMkLst>
            <pc:docMk/>
            <pc:sldMk cId="3677492865" sldId="815"/>
            <ac:spMk id="9" creationId="{445FDA1C-2EDE-DB97-8687-165F017A6A58}"/>
          </ac:spMkLst>
        </pc:spChg>
        <pc:spChg chg="del">
          <ac:chgData name="Daphne Economou" userId="d065a339-36cf-4937-af08-41751becbd81" providerId="ADAL" clId="{6C2F0DEB-0F0D-46C6-A967-DB4013C0E3A1}" dt="2022-11-15T17:21:54.644" v="175" actId="478"/>
          <ac:spMkLst>
            <pc:docMk/>
            <pc:sldMk cId="3677492865" sldId="815"/>
            <ac:spMk id="13" creationId="{A01B2F7A-29B9-8846-DACD-7C6DD34E35EF}"/>
          </ac:spMkLst>
        </pc:spChg>
        <pc:graphicFrameChg chg="mod">
          <ac:chgData name="Daphne Economou" userId="d065a339-36cf-4937-af08-41751becbd81" providerId="ADAL" clId="{6C2F0DEB-0F0D-46C6-A967-DB4013C0E3A1}" dt="2022-11-15T21:21:51.787" v="1130"/>
          <ac:graphicFrameMkLst>
            <pc:docMk/>
            <pc:sldMk cId="3677492865" sldId="815"/>
            <ac:graphicFrameMk id="7" creationId="{6260B433-FE1F-91DB-F680-1F995BE74ABC}"/>
          </ac:graphicFrameMkLst>
        </pc:graphicFrameChg>
      </pc:sldChg>
      <pc:sldChg chg="delSp modSp mod ord">
        <pc:chgData name="Daphne Economou" userId="d065a339-36cf-4937-af08-41751becbd81" providerId="ADAL" clId="{6C2F0DEB-0F0D-46C6-A967-DB4013C0E3A1}" dt="2022-11-15T21:22:30.709" v="1133" actId="478"/>
        <pc:sldMkLst>
          <pc:docMk/>
          <pc:sldMk cId="1617129251" sldId="819"/>
        </pc:sldMkLst>
        <pc:spChg chg="del">
          <ac:chgData name="Daphne Economou" userId="d065a339-36cf-4937-af08-41751becbd81" providerId="ADAL" clId="{6C2F0DEB-0F0D-46C6-A967-DB4013C0E3A1}" dt="2022-11-15T21:22:30.709" v="1133" actId="478"/>
          <ac:spMkLst>
            <pc:docMk/>
            <pc:sldMk cId="1617129251" sldId="819"/>
            <ac:spMk id="2" creationId="{E68C3A50-B2CD-C899-56A6-0A2B042026FA}"/>
          </ac:spMkLst>
        </pc:spChg>
        <pc:spChg chg="mod">
          <ac:chgData name="Daphne Economou" userId="d065a339-36cf-4937-af08-41751becbd81" providerId="ADAL" clId="{6C2F0DEB-0F0D-46C6-A967-DB4013C0E3A1}" dt="2022-11-15T17:22:18.752" v="177" actId="1076"/>
          <ac:spMkLst>
            <pc:docMk/>
            <pc:sldMk cId="1617129251" sldId="819"/>
            <ac:spMk id="9" creationId="{445FDA1C-2EDE-DB97-8687-165F017A6A58}"/>
          </ac:spMkLst>
        </pc:spChg>
        <pc:spChg chg="del">
          <ac:chgData name="Daphne Economou" userId="d065a339-36cf-4937-af08-41751becbd81" providerId="ADAL" clId="{6C2F0DEB-0F0D-46C6-A967-DB4013C0E3A1}" dt="2022-11-15T17:22:10.146" v="176" actId="478"/>
          <ac:spMkLst>
            <pc:docMk/>
            <pc:sldMk cId="1617129251" sldId="819"/>
            <ac:spMk id="13" creationId="{9FB4716E-F5D7-1070-B71F-EF1B70019334}"/>
          </ac:spMkLst>
        </pc:spChg>
        <pc:graphicFrameChg chg="mod modGraphic">
          <ac:chgData name="Daphne Economou" userId="d065a339-36cf-4937-af08-41751becbd81" providerId="ADAL" clId="{6C2F0DEB-0F0D-46C6-A967-DB4013C0E3A1}" dt="2022-11-15T21:21:55.643" v="1131" actId="21"/>
          <ac:graphicFrameMkLst>
            <pc:docMk/>
            <pc:sldMk cId="1617129251" sldId="819"/>
            <ac:graphicFrameMk id="7" creationId="{6260B433-FE1F-91DB-F680-1F995BE74ABC}"/>
          </ac:graphicFrameMkLst>
        </pc:graphicFrameChg>
      </pc:sldChg>
      <pc:sldChg chg="modSp mod">
        <pc:chgData name="Daphne Economou" userId="d065a339-36cf-4937-af08-41751becbd81" providerId="ADAL" clId="{6C2F0DEB-0F0D-46C6-A967-DB4013C0E3A1}" dt="2022-11-15T18:24:09.118" v="703" actId="20577"/>
        <pc:sldMkLst>
          <pc:docMk/>
          <pc:sldMk cId="529394915" sldId="820"/>
        </pc:sldMkLst>
        <pc:spChg chg="mod">
          <ac:chgData name="Daphne Economou" userId="d065a339-36cf-4937-af08-41751becbd81" providerId="ADAL" clId="{6C2F0DEB-0F0D-46C6-A967-DB4013C0E3A1}" dt="2022-11-15T18:24:09.118" v="703" actId="20577"/>
          <ac:spMkLst>
            <pc:docMk/>
            <pc:sldMk cId="529394915" sldId="820"/>
            <ac:spMk id="6" creationId="{FB9064CE-B5AD-57FB-2862-62E52F9E5C17}"/>
          </ac:spMkLst>
        </pc:spChg>
      </pc:sldChg>
      <pc:sldChg chg="modSp mod">
        <pc:chgData name="Daphne Economou" userId="d065a339-36cf-4937-af08-41751becbd81" providerId="ADAL" clId="{6C2F0DEB-0F0D-46C6-A967-DB4013C0E3A1}" dt="2022-11-15T19:21:26.019" v="902" actId="255"/>
        <pc:sldMkLst>
          <pc:docMk/>
          <pc:sldMk cId="3804222639" sldId="822"/>
        </pc:sldMkLst>
        <pc:spChg chg="mod">
          <ac:chgData name="Daphne Economou" userId="d065a339-36cf-4937-af08-41751becbd81" providerId="ADAL" clId="{6C2F0DEB-0F0D-46C6-A967-DB4013C0E3A1}" dt="2022-11-15T19:21:26.019" v="902" actId="255"/>
          <ac:spMkLst>
            <pc:docMk/>
            <pc:sldMk cId="3804222639" sldId="822"/>
            <ac:spMk id="3" creationId="{57E5B1D4-09C7-5A4A-68DD-65F0EDF5B93E}"/>
          </ac:spMkLst>
        </pc:spChg>
        <pc:spChg chg="mod">
          <ac:chgData name="Daphne Economou" userId="d065a339-36cf-4937-af08-41751becbd81" providerId="ADAL" clId="{6C2F0DEB-0F0D-46C6-A967-DB4013C0E3A1}" dt="2022-11-15T19:19:14.869" v="863" actId="1076"/>
          <ac:spMkLst>
            <pc:docMk/>
            <pc:sldMk cId="3804222639" sldId="822"/>
            <ac:spMk id="6" creationId="{1D685024-54EA-4FEB-85B4-0B0F2540587F}"/>
          </ac:spMkLst>
        </pc:spChg>
      </pc:sldChg>
      <pc:sldChg chg="modSp mod">
        <pc:chgData name="Daphne Economou" userId="d065a339-36cf-4937-af08-41751becbd81" providerId="ADAL" clId="{6C2F0DEB-0F0D-46C6-A967-DB4013C0E3A1}" dt="2022-11-15T19:14:49.562" v="846" actId="14100"/>
        <pc:sldMkLst>
          <pc:docMk/>
          <pc:sldMk cId="987531917" sldId="823"/>
        </pc:sldMkLst>
        <pc:spChg chg="mod">
          <ac:chgData name="Daphne Economou" userId="d065a339-36cf-4937-af08-41751becbd81" providerId="ADAL" clId="{6C2F0DEB-0F0D-46C6-A967-DB4013C0E3A1}" dt="2022-11-15T19:14:49.562" v="846" actId="14100"/>
          <ac:spMkLst>
            <pc:docMk/>
            <pc:sldMk cId="987531917" sldId="823"/>
            <ac:spMk id="3" creationId="{57E5B1D4-09C7-5A4A-68DD-65F0EDF5B93E}"/>
          </ac:spMkLst>
        </pc:spChg>
        <pc:spChg chg="mod">
          <ac:chgData name="Daphne Economou" userId="d065a339-36cf-4937-af08-41751becbd81" providerId="ADAL" clId="{6C2F0DEB-0F0D-46C6-A967-DB4013C0E3A1}" dt="2022-11-15T19:13:57.469" v="838" actId="1076"/>
          <ac:spMkLst>
            <pc:docMk/>
            <pc:sldMk cId="987531917" sldId="823"/>
            <ac:spMk id="13" creationId="{01D28288-FA61-A700-4FBF-E1384F9864FB}"/>
          </ac:spMkLst>
        </pc:spChg>
        <pc:spChg chg="mod">
          <ac:chgData name="Daphne Economou" userId="d065a339-36cf-4937-af08-41751becbd81" providerId="ADAL" clId="{6C2F0DEB-0F0D-46C6-A967-DB4013C0E3A1}" dt="2022-11-15T19:13:57.469" v="838" actId="1076"/>
          <ac:spMkLst>
            <pc:docMk/>
            <pc:sldMk cId="987531917" sldId="823"/>
            <ac:spMk id="14" creationId="{7814E75F-D11C-9BCB-0639-8C21A8A0CF6D}"/>
          </ac:spMkLst>
        </pc:spChg>
        <pc:spChg chg="mod">
          <ac:chgData name="Daphne Economou" userId="d065a339-36cf-4937-af08-41751becbd81" providerId="ADAL" clId="{6C2F0DEB-0F0D-46C6-A967-DB4013C0E3A1}" dt="2022-11-15T19:13:57.469" v="838" actId="1076"/>
          <ac:spMkLst>
            <pc:docMk/>
            <pc:sldMk cId="987531917" sldId="823"/>
            <ac:spMk id="15" creationId="{A89F5A40-EBE1-080E-3DD0-135E480BF675}"/>
          </ac:spMkLst>
        </pc:spChg>
        <pc:spChg chg="mod">
          <ac:chgData name="Daphne Economou" userId="d065a339-36cf-4937-af08-41751becbd81" providerId="ADAL" clId="{6C2F0DEB-0F0D-46C6-A967-DB4013C0E3A1}" dt="2022-11-15T19:13:57.469" v="838" actId="1076"/>
          <ac:spMkLst>
            <pc:docMk/>
            <pc:sldMk cId="987531917" sldId="823"/>
            <ac:spMk id="16" creationId="{908BA2F3-B1A3-77D5-CF75-A965FE9BEDD0}"/>
          </ac:spMkLst>
        </pc:spChg>
        <pc:graphicFrameChg chg="mod">
          <ac:chgData name="Daphne Economou" userId="d065a339-36cf-4937-af08-41751becbd81" providerId="ADAL" clId="{6C2F0DEB-0F0D-46C6-A967-DB4013C0E3A1}" dt="2022-11-15T19:13:57.469" v="838" actId="1076"/>
          <ac:graphicFrameMkLst>
            <pc:docMk/>
            <pc:sldMk cId="987531917" sldId="823"/>
            <ac:graphicFrameMk id="11" creationId="{E9957522-42F0-E41B-5E8F-9B619496AEF0}"/>
          </ac:graphicFrameMkLst>
        </pc:graphicFrameChg>
      </pc:sldChg>
      <pc:sldChg chg="ord">
        <pc:chgData name="Daphne Economou" userId="d065a339-36cf-4937-af08-41751becbd81" providerId="ADAL" clId="{6C2F0DEB-0F0D-46C6-A967-DB4013C0E3A1}" dt="2022-11-15T18:32:55.417" v="831"/>
        <pc:sldMkLst>
          <pc:docMk/>
          <pc:sldMk cId="4122856582" sldId="824"/>
        </pc:sldMkLst>
      </pc:sldChg>
      <pc:sldChg chg="addSp delSp modSp mod ord">
        <pc:chgData name="Daphne Economou" userId="d065a339-36cf-4937-af08-41751becbd81" providerId="ADAL" clId="{6C2F0DEB-0F0D-46C6-A967-DB4013C0E3A1}" dt="2022-11-15T17:35:07.933" v="386" actId="1035"/>
        <pc:sldMkLst>
          <pc:docMk/>
          <pc:sldMk cId="1874153522" sldId="831"/>
        </pc:sldMkLst>
        <pc:spChg chg="mod">
          <ac:chgData name="Daphne Economou" userId="d065a339-36cf-4937-af08-41751becbd81" providerId="ADAL" clId="{6C2F0DEB-0F0D-46C6-A967-DB4013C0E3A1}" dt="2022-11-15T17:35:07.933" v="386" actId="1035"/>
          <ac:spMkLst>
            <pc:docMk/>
            <pc:sldMk cId="1874153522" sldId="831"/>
            <ac:spMk id="2" creationId="{5D0411D9-B182-6869-2D8F-1FE852D79304}"/>
          </ac:spMkLst>
        </pc:spChg>
        <pc:spChg chg="del">
          <ac:chgData name="Daphne Economou" userId="d065a339-36cf-4937-af08-41751becbd81" providerId="ADAL" clId="{6C2F0DEB-0F0D-46C6-A967-DB4013C0E3A1}" dt="2022-11-15T17:29:24.673" v="287" actId="478"/>
          <ac:spMkLst>
            <pc:docMk/>
            <pc:sldMk cId="1874153522" sldId="831"/>
            <ac:spMk id="3" creationId="{F03FA155-CB80-7476-D3EA-28BCD20CFBCD}"/>
          </ac:spMkLst>
        </pc:spChg>
        <pc:spChg chg="add del mod">
          <ac:chgData name="Daphne Economou" userId="d065a339-36cf-4937-af08-41751becbd81" providerId="ADAL" clId="{6C2F0DEB-0F0D-46C6-A967-DB4013C0E3A1}" dt="2022-11-15T17:29:26.786" v="288" actId="478"/>
          <ac:spMkLst>
            <pc:docMk/>
            <pc:sldMk cId="1874153522" sldId="831"/>
            <ac:spMk id="6" creationId="{25CFB7FE-BBC6-29D3-398E-FF79FC980E9A}"/>
          </ac:spMkLst>
        </pc:spChg>
        <pc:spChg chg="add mod">
          <ac:chgData name="Daphne Economou" userId="d065a339-36cf-4937-af08-41751becbd81" providerId="ADAL" clId="{6C2F0DEB-0F0D-46C6-A967-DB4013C0E3A1}" dt="2022-11-15T17:34:47.048" v="373"/>
          <ac:spMkLst>
            <pc:docMk/>
            <pc:sldMk cId="1874153522" sldId="831"/>
            <ac:spMk id="7" creationId="{84F12EAD-107D-C8BE-D7C2-82C9BA7DF646}"/>
          </ac:spMkLst>
        </pc:spChg>
        <pc:spChg chg="add mod">
          <ac:chgData name="Daphne Economou" userId="d065a339-36cf-4937-af08-41751becbd81" providerId="ADAL" clId="{6C2F0DEB-0F0D-46C6-A967-DB4013C0E3A1}" dt="2022-11-15T17:34:47.048" v="373"/>
          <ac:spMkLst>
            <pc:docMk/>
            <pc:sldMk cId="1874153522" sldId="831"/>
            <ac:spMk id="10" creationId="{D9AE1E4E-7383-C008-E657-BF3B66A83672}"/>
          </ac:spMkLst>
        </pc:spChg>
        <pc:graphicFrameChg chg="add mod modGraphic">
          <ac:chgData name="Daphne Economou" userId="d065a339-36cf-4937-af08-41751becbd81" providerId="ADAL" clId="{6C2F0DEB-0F0D-46C6-A967-DB4013C0E3A1}" dt="2022-11-15T17:33:20.100" v="368"/>
          <ac:graphicFrameMkLst>
            <pc:docMk/>
            <pc:sldMk cId="1874153522" sldId="831"/>
            <ac:graphicFrameMk id="4" creationId="{C9A722A0-CFAB-52EE-2528-2D94F33C1FB5}"/>
          </ac:graphicFrameMkLst>
        </pc:graphicFrameChg>
      </pc:sldChg>
      <pc:sldChg chg="addSp modSp mod">
        <pc:chgData name="Daphne Economou" userId="d065a339-36cf-4937-af08-41751becbd81" providerId="ADAL" clId="{6C2F0DEB-0F0D-46C6-A967-DB4013C0E3A1}" dt="2022-11-15T17:37:44.582" v="408" actId="20577"/>
        <pc:sldMkLst>
          <pc:docMk/>
          <pc:sldMk cId="3524455703" sldId="832"/>
        </pc:sldMkLst>
        <pc:spChg chg="mod">
          <ac:chgData name="Daphne Economou" userId="d065a339-36cf-4937-af08-41751becbd81" providerId="ADAL" clId="{6C2F0DEB-0F0D-46C6-A967-DB4013C0E3A1}" dt="2022-11-15T17:37:44.582" v="408" actId="20577"/>
          <ac:spMkLst>
            <pc:docMk/>
            <pc:sldMk cId="3524455703" sldId="832"/>
            <ac:spMk id="3" creationId="{57E5B1D4-09C7-5A4A-68DD-65F0EDF5B93E}"/>
          </ac:spMkLst>
        </pc:spChg>
        <pc:picChg chg="add mod">
          <ac:chgData name="Daphne Economou" userId="d065a339-36cf-4937-af08-41751becbd81" providerId="ADAL" clId="{6C2F0DEB-0F0D-46C6-A967-DB4013C0E3A1}" dt="2022-11-15T17:37:24.397" v="393" actId="1076"/>
          <ac:picMkLst>
            <pc:docMk/>
            <pc:sldMk cId="3524455703" sldId="832"/>
            <ac:picMk id="4" creationId="{8BA52589-FE3B-DE40-DDAF-3B5E6268C574}"/>
          </ac:picMkLst>
        </pc:picChg>
      </pc:sldChg>
      <pc:sldChg chg="del">
        <pc:chgData name="Daphne Economou" userId="d065a339-36cf-4937-af08-41751becbd81" providerId="ADAL" clId="{6C2F0DEB-0F0D-46C6-A967-DB4013C0E3A1}" dt="2022-11-15T21:14:32.730" v="1088" actId="47"/>
        <pc:sldMkLst>
          <pc:docMk/>
          <pc:sldMk cId="3629614380" sldId="835"/>
        </pc:sldMkLst>
      </pc:sldChg>
      <pc:sldChg chg="del">
        <pc:chgData name="Daphne Economou" userId="d065a339-36cf-4937-af08-41751becbd81" providerId="ADAL" clId="{6C2F0DEB-0F0D-46C6-A967-DB4013C0E3A1}" dt="2022-11-15T21:14:32.730" v="1088" actId="47"/>
        <pc:sldMkLst>
          <pc:docMk/>
          <pc:sldMk cId="1206668469" sldId="836"/>
        </pc:sldMkLst>
      </pc:sldChg>
      <pc:sldChg chg="del">
        <pc:chgData name="Daphne Economou" userId="d065a339-36cf-4937-af08-41751becbd81" providerId="ADAL" clId="{6C2F0DEB-0F0D-46C6-A967-DB4013C0E3A1}" dt="2022-11-15T21:14:32.730" v="1088" actId="47"/>
        <pc:sldMkLst>
          <pc:docMk/>
          <pc:sldMk cId="1830908907" sldId="837"/>
        </pc:sldMkLst>
      </pc:sldChg>
      <pc:sldChg chg="del">
        <pc:chgData name="Daphne Economou" userId="d065a339-36cf-4937-af08-41751becbd81" providerId="ADAL" clId="{6C2F0DEB-0F0D-46C6-A967-DB4013C0E3A1}" dt="2022-11-15T21:14:32.730" v="1088" actId="47"/>
        <pc:sldMkLst>
          <pc:docMk/>
          <pc:sldMk cId="3589328985" sldId="839"/>
        </pc:sldMkLst>
      </pc:sldChg>
      <pc:sldChg chg="modSp mod">
        <pc:chgData name="Daphne Economou" userId="d065a339-36cf-4937-af08-41751becbd81" providerId="ADAL" clId="{6C2F0DEB-0F0D-46C6-A967-DB4013C0E3A1}" dt="2022-11-15T21:14:46.624" v="1091" actId="20577"/>
        <pc:sldMkLst>
          <pc:docMk/>
          <pc:sldMk cId="2620268039" sldId="840"/>
        </pc:sldMkLst>
        <pc:spChg chg="mod">
          <ac:chgData name="Daphne Economou" userId="d065a339-36cf-4937-af08-41751becbd81" providerId="ADAL" clId="{6C2F0DEB-0F0D-46C6-A967-DB4013C0E3A1}" dt="2022-11-15T21:14:46.624" v="1091" actId="20577"/>
          <ac:spMkLst>
            <pc:docMk/>
            <pc:sldMk cId="2620268039" sldId="840"/>
            <ac:spMk id="3" creationId="{9C60971D-0E78-D66A-0330-66933B0DA207}"/>
          </ac:spMkLst>
        </pc:spChg>
      </pc:sldChg>
      <pc:sldChg chg="addSp modSp new mod">
        <pc:chgData name="Daphne Economou" userId="d065a339-36cf-4937-af08-41751becbd81" providerId="ADAL" clId="{6C2F0DEB-0F0D-46C6-A967-DB4013C0E3A1}" dt="2022-11-15T18:32:22.202" v="829" actId="27636"/>
        <pc:sldMkLst>
          <pc:docMk/>
          <pc:sldMk cId="2532049213" sldId="841"/>
        </pc:sldMkLst>
        <pc:spChg chg="mod">
          <ac:chgData name="Daphne Economou" userId="d065a339-36cf-4937-af08-41751becbd81" providerId="ADAL" clId="{6C2F0DEB-0F0D-46C6-A967-DB4013C0E3A1}" dt="2022-11-15T18:27:54.462" v="751" actId="27636"/>
          <ac:spMkLst>
            <pc:docMk/>
            <pc:sldMk cId="2532049213" sldId="841"/>
            <ac:spMk id="2" creationId="{360B6583-CC12-7291-6031-2A0123D00BE9}"/>
          </ac:spMkLst>
        </pc:spChg>
        <pc:spChg chg="mod">
          <ac:chgData name="Daphne Economou" userId="d065a339-36cf-4937-af08-41751becbd81" providerId="ADAL" clId="{6C2F0DEB-0F0D-46C6-A967-DB4013C0E3A1}" dt="2022-11-15T18:32:22.202" v="829" actId="27636"/>
          <ac:spMkLst>
            <pc:docMk/>
            <pc:sldMk cId="2532049213" sldId="841"/>
            <ac:spMk id="3" creationId="{015388B9-0D27-9570-B3F0-401472B48B05}"/>
          </ac:spMkLst>
        </pc:spChg>
        <pc:picChg chg="add mod">
          <ac:chgData name="Daphne Economou" userId="d065a339-36cf-4937-af08-41751becbd81" providerId="ADAL" clId="{6C2F0DEB-0F0D-46C6-A967-DB4013C0E3A1}" dt="2022-11-15T18:31:38.835" v="827" actId="167"/>
          <ac:picMkLst>
            <pc:docMk/>
            <pc:sldMk cId="2532049213" sldId="841"/>
            <ac:picMk id="2050" creationId="{AFBA7B06-3727-9E8D-83B8-1F9B36D702BE}"/>
          </ac:picMkLst>
        </pc:picChg>
      </pc:sldChg>
      <pc:sldChg chg="addSp delSp modSp new mod chgLayout modNotesTx">
        <pc:chgData name="Daphne Economou" userId="d065a339-36cf-4937-af08-41751becbd81" providerId="ADAL" clId="{6C2F0DEB-0F0D-46C6-A967-DB4013C0E3A1}" dt="2022-11-15T18:25:42.443" v="733" actId="27636"/>
        <pc:sldMkLst>
          <pc:docMk/>
          <pc:sldMk cId="400854103" sldId="842"/>
        </pc:sldMkLst>
        <pc:spChg chg="del mod ord">
          <ac:chgData name="Daphne Economou" userId="d065a339-36cf-4937-af08-41751becbd81" providerId="ADAL" clId="{6C2F0DEB-0F0D-46C6-A967-DB4013C0E3A1}" dt="2022-11-15T17:59:41.676" v="503" actId="700"/>
          <ac:spMkLst>
            <pc:docMk/>
            <pc:sldMk cId="400854103" sldId="842"/>
            <ac:spMk id="2" creationId="{E396E052-4324-E49B-1945-CDC9EFF4D490}"/>
          </ac:spMkLst>
        </pc:spChg>
        <pc:spChg chg="del mod ord">
          <ac:chgData name="Daphne Economou" userId="d065a339-36cf-4937-af08-41751becbd81" providerId="ADAL" clId="{6C2F0DEB-0F0D-46C6-A967-DB4013C0E3A1}" dt="2022-11-15T17:59:41.676" v="503" actId="700"/>
          <ac:spMkLst>
            <pc:docMk/>
            <pc:sldMk cId="400854103" sldId="842"/>
            <ac:spMk id="3" creationId="{CC373A15-4BC5-1AB9-F241-65DD4EFFB114}"/>
          </ac:spMkLst>
        </pc:spChg>
        <pc:spChg chg="mod ord">
          <ac:chgData name="Daphne Economou" userId="d065a339-36cf-4937-af08-41751becbd81" providerId="ADAL" clId="{6C2F0DEB-0F0D-46C6-A967-DB4013C0E3A1}" dt="2022-11-15T17:59:41.676" v="503" actId="700"/>
          <ac:spMkLst>
            <pc:docMk/>
            <pc:sldMk cId="400854103" sldId="842"/>
            <ac:spMk id="4" creationId="{46FC3D39-846B-14D5-0FC8-F1C639CBC4FD}"/>
          </ac:spMkLst>
        </pc:spChg>
        <pc:spChg chg="mod ord">
          <ac:chgData name="Daphne Economou" userId="d065a339-36cf-4937-af08-41751becbd81" providerId="ADAL" clId="{6C2F0DEB-0F0D-46C6-A967-DB4013C0E3A1}" dt="2022-11-15T17:59:41.676" v="503" actId="700"/>
          <ac:spMkLst>
            <pc:docMk/>
            <pc:sldMk cId="400854103" sldId="842"/>
            <ac:spMk id="5" creationId="{AD14BAB2-6885-ACB0-36DA-87081C622D11}"/>
          </ac:spMkLst>
        </pc:spChg>
        <pc:spChg chg="del">
          <ac:chgData name="Daphne Economou" userId="d065a339-36cf-4937-af08-41751becbd81" providerId="ADAL" clId="{6C2F0DEB-0F0D-46C6-A967-DB4013C0E3A1}" dt="2022-11-15T17:59:41.676" v="503" actId="700"/>
          <ac:spMkLst>
            <pc:docMk/>
            <pc:sldMk cId="400854103" sldId="842"/>
            <ac:spMk id="6" creationId="{3D4A7699-B737-E624-CDB4-50B26F60EB99}"/>
          </ac:spMkLst>
        </pc:spChg>
        <pc:spChg chg="add mod ord">
          <ac:chgData name="Daphne Economou" userId="d065a339-36cf-4937-af08-41751becbd81" providerId="ADAL" clId="{6C2F0DEB-0F0D-46C6-A967-DB4013C0E3A1}" dt="2022-11-15T17:59:51.390" v="536" actId="20577"/>
          <ac:spMkLst>
            <pc:docMk/>
            <pc:sldMk cId="400854103" sldId="842"/>
            <ac:spMk id="7" creationId="{8AD85B3D-F300-0003-7154-03C7F9C93402}"/>
          </ac:spMkLst>
        </pc:spChg>
        <pc:spChg chg="add mod ord">
          <ac:chgData name="Daphne Economou" userId="d065a339-36cf-4937-af08-41751becbd81" providerId="ADAL" clId="{6C2F0DEB-0F0D-46C6-A967-DB4013C0E3A1}" dt="2022-11-15T18:25:42.443" v="733" actId="27636"/>
          <ac:spMkLst>
            <pc:docMk/>
            <pc:sldMk cId="400854103" sldId="842"/>
            <ac:spMk id="8" creationId="{C7A9F5CB-9DBD-E6BB-9A28-E5D10DD337C7}"/>
          </ac:spMkLst>
        </pc:spChg>
        <pc:spChg chg="add del mod">
          <ac:chgData name="Daphne Economou" userId="d065a339-36cf-4937-af08-41751becbd81" providerId="ADAL" clId="{6C2F0DEB-0F0D-46C6-A967-DB4013C0E3A1}" dt="2022-11-15T18:25:33.166" v="728" actId="478"/>
          <ac:spMkLst>
            <pc:docMk/>
            <pc:sldMk cId="400854103" sldId="842"/>
            <ac:spMk id="10" creationId="{2A2FC9DD-35ED-998B-B9BB-57232634E865}"/>
          </ac:spMkLst>
        </pc:spChg>
        <pc:spChg chg="add del">
          <ac:chgData name="Daphne Economou" userId="d065a339-36cf-4937-af08-41751becbd81" providerId="ADAL" clId="{6C2F0DEB-0F0D-46C6-A967-DB4013C0E3A1}" dt="2022-11-15T18:21:32.776" v="675" actId="478"/>
          <ac:spMkLst>
            <pc:docMk/>
            <pc:sldMk cId="400854103" sldId="842"/>
            <ac:spMk id="12" creationId="{B05ADDE7-33F9-2E85-3150-D2B5959C7BE8}"/>
          </ac:spMkLst>
        </pc:spChg>
        <pc:graphicFrameChg chg="add del mod">
          <ac:chgData name="Daphne Economou" userId="d065a339-36cf-4937-af08-41751becbd81" providerId="ADAL" clId="{6C2F0DEB-0F0D-46C6-A967-DB4013C0E3A1}" dt="2022-11-15T18:24:54.487" v="712" actId="478"/>
          <ac:graphicFrameMkLst>
            <pc:docMk/>
            <pc:sldMk cId="400854103" sldId="842"/>
            <ac:graphicFrameMk id="9" creationId="{6216A15E-745B-CE03-2EF0-6AFC7255B1D8}"/>
          </ac:graphicFrameMkLst>
        </pc:graphicFrameChg>
        <pc:picChg chg="add del mod">
          <ac:chgData name="Daphne Economou" userId="d065a339-36cf-4937-af08-41751becbd81" providerId="ADAL" clId="{6C2F0DEB-0F0D-46C6-A967-DB4013C0E3A1}" dt="2022-11-15T18:25:31.896" v="727" actId="478"/>
          <ac:picMkLst>
            <pc:docMk/>
            <pc:sldMk cId="400854103" sldId="842"/>
            <ac:picMk id="3074" creationId="{FC3852E5-5018-82A3-77BC-E3ACC328ADDB}"/>
          </ac:picMkLst>
        </pc:picChg>
      </pc:sldChg>
      <pc:sldChg chg="addSp delSp modSp add del mod">
        <pc:chgData name="Daphne Economou" userId="d065a339-36cf-4937-af08-41751becbd81" providerId="ADAL" clId="{6C2F0DEB-0F0D-46C6-A967-DB4013C0E3A1}" dt="2022-11-15T18:25:45.333" v="734" actId="47"/>
        <pc:sldMkLst>
          <pc:docMk/>
          <pc:sldMk cId="320830044" sldId="843"/>
        </pc:sldMkLst>
        <pc:spChg chg="add del">
          <ac:chgData name="Daphne Economou" userId="d065a339-36cf-4937-af08-41751becbd81" providerId="ADAL" clId="{6C2F0DEB-0F0D-46C6-A967-DB4013C0E3A1}" dt="2022-11-15T18:23:07.985" v="688" actId="478"/>
          <ac:spMkLst>
            <pc:docMk/>
            <pc:sldMk cId="320830044" sldId="843"/>
            <ac:spMk id="3" creationId="{CEEF46BD-E0C5-09D1-4522-5CEAAD560A82}"/>
          </ac:spMkLst>
        </pc:spChg>
        <pc:spChg chg="mod">
          <ac:chgData name="Daphne Economou" userId="d065a339-36cf-4937-af08-41751becbd81" providerId="ADAL" clId="{6C2F0DEB-0F0D-46C6-A967-DB4013C0E3A1}" dt="2022-11-15T18:22:18.423" v="686" actId="20577"/>
          <ac:spMkLst>
            <pc:docMk/>
            <pc:sldMk cId="320830044" sldId="843"/>
            <ac:spMk id="8" creationId="{C7A9F5CB-9DBD-E6BB-9A28-E5D10DD337C7}"/>
          </ac:spMkLst>
        </pc:spChg>
        <pc:spChg chg="del">
          <ac:chgData name="Daphne Economou" userId="d065a339-36cf-4937-af08-41751becbd81" providerId="ADAL" clId="{6C2F0DEB-0F0D-46C6-A967-DB4013C0E3A1}" dt="2022-11-15T18:25:20.593" v="723" actId="478"/>
          <ac:spMkLst>
            <pc:docMk/>
            <pc:sldMk cId="320830044" sldId="843"/>
            <ac:spMk id="10" creationId="{2A2FC9DD-35ED-998B-B9BB-57232634E865}"/>
          </ac:spMkLst>
        </pc:spChg>
        <pc:graphicFrameChg chg="del">
          <ac:chgData name="Daphne Economou" userId="d065a339-36cf-4937-af08-41751becbd81" providerId="ADAL" clId="{6C2F0DEB-0F0D-46C6-A967-DB4013C0E3A1}" dt="2022-11-15T18:25:19.363" v="722" actId="478"/>
          <ac:graphicFrameMkLst>
            <pc:docMk/>
            <pc:sldMk cId="320830044" sldId="843"/>
            <ac:graphicFrameMk id="9" creationId="{6216A15E-745B-CE03-2EF0-6AFC7255B1D8}"/>
          </ac:graphicFrameMkLst>
        </pc:graphicFrameChg>
      </pc:sldChg>
      <pc:sldChg chg="addSp delSp modSp add mod">
        <pc:chgData name="Daphne Economou" userId="d065a339-36cf-4937-af08-41751becbd81" providerId="ADAL" clId="{6C2F0DEB-0F0D-46C6-A967-DB4013C0E3A1}" dt="2022-11-15T18:27:03.012" v="739" actId="113"/>
        <pc:sldMkLst>
          <pc:docMk/>
          <pc:sldMk cId="1698127553" sldId="844"/>
        </pc:sldMkLst>
        <pc:spChg chg="add mod">
          <ac:chgData name="Daphne Economou" userId="d065a339-36cf-4937-af08-41751becbd81" providerId="ADAL" clId="{6C2F0DEB-0F0D-46C6-A967-DB4013C0E3A1}" dt="2022-11-15T18:25:29.018" v="726"/>
          <ac:spMkLst>
            <pc:docMk/>
            <pc:sldMk cId="1698127553" sldId="844"/>
            <ac:spMk id="2" creationId="{E9D7D0D8-9B09-04E2-1CCD-68C53FBBA0E5}"/>
          </ac:spMkLst>
        </pc:spChg>
        <pc:spChg chg="mod">
          <ac:chgData name="Daphne Economou" userId="d065a339-36cf-4937-af08-41751becbd81" providerId="ADAL" clId="{6C2F0DEB-0F0D-46C6-A967-DB4013C0E3A1}" dt="2022-11-15T18:27:03.012" v="739" actId="113"/>
          <ac:spMkLst>
            <pc:docMk/>
            <pc:sldMk cId="1698127553" sldId="844"/>
            <ac:spMk id="8" creationId="{C7A9F5CB-9DBD-E6BB-9A28-E5D10DD337C7}"/>
          </ac:spMkLst>
        </pc:spChg>
        <pc:spChg chg="del">
          <ac:chgData name="Daphne Economou" userId="d065a339-36cf-4937-af08-41751becbd81" providerId="ADAL" clId="{6C2F0DEB-0F0D-46C6-A967-DB4013C0E3A1}" dt="2022-11-15T18:25:28.073" v="725" actId="478"/>
          <ac:spMkLst>
            <pc:docMk/>
            <pc:sldMk cId="1698127553" sldId="844"/>
            <ac:spMk id="10" creationId="{2A2FC9DD-35ED-998B-B9BB-57232634E865}"/>
          </ac:spMkLst>
        </pc:spChg>
        <pc:graphicFrameChg chg="del">
          <ac:chgData name="Daphne Economou" userId="d065a339-36cf-4937-af08-41751becbd81" providerId="ADAL" clId="{6C2F0DEB-0F0D-46C6-A967-DB4013C0E3A1}" dt="2022-11-15T18:25:26.896" v="724" actId="478"/>
          <ac:graphicFrameMkLst>
            <pc:docMk/>
            <pc:sldMk cId="1698127553" sldId="844"/>
            <ac:graphicFrameMk id="9" creationId="{6216A15E-745B-CE03-2EF0-6AFC7255B1D8}"/>
          </ac:graphicFrameMkLst>
        </pc:graphicFrameChg>
        <pc:picChg chg="add mod">
          <ac:chgData name="Daphne Economou" userId="d065a339-36cf-4937-af08-41751becbd81" providerId="ADAL" clId="{6C2F0DEB-0F0D-46C6-A967-DB4013C0E3A1}" dt="2022-11-15T18:25:29.018" v="726"/>
          <ac:picMkLst>
            <pc:docMk/>
            <pc:sldMk cId="1698127553" sldId="844"/>
            <ac:picMk id="3" creationId="{F5C598FD-79B4-7D8B-D6E6-6AC2D79D4D7A}"/>
          </ac:picMkLst>
        </pc:picChg>
      </pc:sldChg>
      <pc:sldChg chg="addSp modSp new mod">
        <pc:chgData name="Daphne Economou" userId="d065a339-36cf-4937-af08-41751becbd81" providerId="ADAL" clId="{6C2F0DEB-0F0D-46C6-A967-DB4013C0E3A1}" dt="2022-11-15T19:31:10.955" v="950" actId="27636"/>
        <pc:sldMkLst>
          <pc:docMk/>
          <pc:sldMk cId="1480465851" sldId="845"/>
        </pc:sldMkLst>
        <pc:spChg chg="mod">
          <ac:chgData name="Daphne Economou" userId="d065a339-36cf-4937-af08-41751becbd81" providerId="ADAL" clId="{6C2F0DEB-0F0D-46C6-A967-DB4013C0E3A1}" dt="2022-11-15T19:25:17.075" v="938" actId="20577"/>
          <ac:spMkLst>
            <pc:docMk/>
            <pc:sldMk cId="1480465851" sldId="845"/>
            <ac:spMk id="2" creationId="{17348D27-CD93-FEB5-6226-040AD4F0A2F8}"/>
          </ac:spMkLst>
        </pc:spChg>
        <pc:spChg chg="mod">
          <ac:chgData name="Daphne Economou" userId="d065a339-36cf-4937-af08-41751becbd81" providerId="ADAL" clId="{6C2F0DEB-0F0D-46C6-A967-DB4013C0E3A1}" dt="2022-11-15T19:31:10.955" v="950" actId="27636"/>
          <ac:spMkLst>
            <pc:docMk/>
            <pc:sldMk cId="1480465851" sldId="845"/>
            <ac:spMk id="3" creationId="{822F2B6D-DFAC-2EAE-7E9A-354277322596}"/>
          </ac:spMkLst>
        </pc:spChg>
        <pc:picChg chg="add mod">
          <ac:chgData name="Daphne Economou" userId="d065a339-36cf-4937-af08-41751becbd81" providerId="ADAL" clId="{6C2F0DEB-0F0D-46C6-A967-DB4013C0E3A1}" dt="2022-11-15T19:25:41.100" v="947" actId="1076"/>
          <ac:picMkLst>
            <pc:docMk/>
            <pc:sldMk cId="1480465851" sldId="845"/>
            <ac:picMk id="6" creationId="{286BE374-AD5D-B1AC-A9B5-43D6D5F36C78}"/>
          </ac:picMkLst>
        </pc:picChg>
        <pc:picChg chg="add mod">
          <ac:chgData name="Daphne Economou" userId="d065a339-36cf-4937-af08-41751becbd81" providerId="ADAL" clId="{6C2F0DEB-0F0D-46C6-A967-DB4013C0E3A1}" dt="2022-11-15T19:25:45.015" v="948" actId="1076"/>
          <ac:picMkLst>
            <pc:docMk/>
            <pc:sldMk cId="1480465851" sldId="845"/>
            <ac:picMk id="4098" creationId="{613614DB-DFFA-0FB9-B517-0169B0134A43}"/>
          </ac:picMkLst>
        </pc:picChg>
      </pc:sldChg>
      <pc:sldChg chg="addSp delSp modSp new mod">
        <pc:chgData name="Daphne Economou" userId="d065a339-36cf-4937-af08-41751becbd81" providerId="ADAL" clId="{6C2F0DEB-0F0D-46C6-A967-DB4013C0E3A1}" dt="2022-11-15T19:38:45.245" v="1060" actId="1036"/>
        <pc:sldMkLst>
          <pc:docMk/>
          <pc:sldMk cId="2483141864" sldId="846"/>
        </pc:sldMkLst>
        <pc:spChg chg="mod">
          <ac:chgData name="Daphne Economou" userId="d065a339-36cf-4937-af08-41751becbd81" providerId="ADAL" clId="{6C2F0DEB-0F0D-46C6-A967-DB4013C0E3A1}" dt="2022-11-15T19:38:13.772" v="1046" actId="1076"/>
          <ac:spMkLst>
            <pc:docMk/>
            <pc:sldMk cId="2483141864" sldId="846"/>
            <ac:spMk id="2" creationId="{568E9508-1DB3-4738-19C6-0BDCBA2D2F04}"/>
          </ac:spMkLst>
        </pc:spChg>
        <pc:spChg chg="mod">
          <ac:chgData name="Daphne Economou" userId="d065a339-36cf-4937-af08-41751becbd81" providerId="ADAL" clId="{6C2F0DEB-0F0D-46C6-A967-DB4013C0E3A1}" dt="2022-11-15T19:38:32.362" v="1053" actId="113"/>
          <ac:spMkLst>
            <pc:docMk/>
            <pc:sldMk cId="2483141864" sldId="846"/>
            <ac:spMk id="3" creationId="{05F2D2DD-33DF-8521-AD63-776D77E2E3D0}"/>
          </ac:spMkLst>
        </pc:spChg>
        <pc:picChg chg="add del mod">
          <ac:chgData name="Daphne Economou" userId="d065a339-36cf-4937-af08-41751becbd81" providerId="ADAL" clId="{6C2F0DEB-0F0D-46C6-A967-DB4013C0E3A1}" dt="2022-11-15T19:33:50.253" v="978" actId="478"/>
          <ac:picMkLst>
            <pc:docMk/>
            <pc:sldMk cId="2483141864" sldId="846"/>
            <ac:picMk id="6146" creationId="{E85D401A-A04F-1C38-CC2C-C77F63867F64}"/>
          </ac:picMkLst>
        </pc:picChg>
        <pc:picChg chg="add del mod">
          <ac:chgData name="Daphne Economou" userId="d065a339-36cf-4937-af08-41751becbd81" providerId="ADAL" clId="{6C2F0DEB-0F0D-46C6-A967-DB4013C0E3A1}" dt="2022-11-15T19:33:50.253" v="978" actId="478"/>
          <ac:picMkLst>
            <pc:docMk/>
            <pc:sldMk cId="2483141864" sldId="846"/>
            <ac:picMk id="6148" creationId="{0EA32CA7-5B25-3771-9FEB-F7771A42709A}"/>
          </ac:picMkLst>
        </pc:picChg>
        <pc:picChg chg="add del mod">
          <ac:chgData name="Daphne Economou" userId="d065a339-36cf-4937-af08-41751becbd81" providerId="ADAL" clId="{6C2F0DEB-0F0D-46C6-A967-DB4013C0E3A1}" dt="2022-11-15T19:33:50.253" v="978" actId="478"/>
          <ac:picMkLst>
            <pc:docMk/>
            <pc:sldMk cId="2483141864" sldId="846"/>
            <ac:picMk id="6150" creationId="{72C81E9F-C581-95CF-54E7-3E8E5C7E4CEF}"/>
          </ac:picMkLst>
        </pc:picChg>
        <pc:picChg chg="add del mod">
          <ac:chgData name="Daphne Economou" userId="d065a339-36cf-4937-af08-41751becbd81" providerId="ADAL" clId="{6C2F0DEB-0F0D-46C6-A967-DB4013C0E3A1}" dt="2022-11-15T19:33:50.253" v="978" actId="478"/>
          <ac:picMkLst>
            <pc:docMk/>
            <pc:sldMk cId="2483141864" sldId="846"/>
            <ac:picMk id="6152" creationId="{B03EA0A5-62C8-B359-2C65-97B6F1502B45}"/>
          </ac:picMkLst>
        </pc:picChg>
        <pc:picChg chg="add mod">
          <ac:chgData name="Daphne Economou" userId="d065a339-36cf-4937-af08-41751becbd81" providerId="ADAL" clId="{6C2F0DEB-0F0D-46C6-A967-DB4013C0E3A1}" dt="2022-11-15T19:38:38.875" v="1054" actId="1076"/>
          <ac:picMkLst>
            <pc:docMk/>
            <pc:sldMk cId="2483141864" sldId="846"/>
            <ac:picMk id="6154" creationId="{84666BB8-16DD-23DD-E6E3-22EF1A85B4A4}"/>
          </ac:picMkLst>
        </pc:picChg>
        <pc:picChg chg="add mod">
          <ac:chgData name="Daphne Economou" userId="d065a339-36cf-4937-af08-41751becbd81" providerId="ADAL" clId="{6C2F0DEB-0F0D-46C6-A967-DB4013C0E3A1}" dt="2022-11-15T19:38:41.716" v="1055" actId="1036"/>
          <ac:picMkLst>
            <pc:docMk/>
            <pc:sldMk cId="2483141864" sldId="846"/>
            <ac:picMk id="6155" creationId="{DAFA99DA-FC2C-25D2-EE90-5808BCE0C257}"/>
          </ac:picMkLst>
        </pc:picChg>
        <pc:picChg chg="add mod">
          <ac:chgData name="Daphne Economou" userId="d065a339-36cf-4937-af08-41751becbd81" providerId="ADAL" clId="{6C2F0DEB-0F0D-46C6-A967-DB4013C0E3A1}" dt="2022-11-15T19:38:44.674" v="1059" actId="1036"/>
          <ac:picMkLst>
            <pc:docMk/>
            <pc:sldMk cId="2483141864" sldId="846"/>
            <ac:picMk id="6156" creationId="{050C1B38-88C1-3C41-5063-B3866E6451A7}"/>
          </ac:picMkLst>
        </pc:picChg>
        <pc:picChg chg="add mod">
          <ac:chgData name="Daphne Economou" userId="d065a339-36cf-4937-af08-41751becbd81" providerId="ADAL" clId="{6C2F0DEB-0F0D-46C6-A967-DB4013C0E3A1}" dt="2022-11-15T19:38:45.245" v="1060" actId="1036"/>
          <ac:picMkLst>
            <pc:docMk/>
            <pc:sldMk cId="2483141864" sldId="846"/>
            <ac:picMk id="6157" creationId="{49B18CCE-7692-D0DD-7899-A9888B4175BB}"/>
          </ac:picMkLst>
        </pc:picChg>
      </pc:sldChg>
      <pc:sldChg chg="addSp modSp new mod modNotesTx">
        <pc:chgData name="Daphne Economou" userId="d065a339-36cf-4937-af08-41751becbd81" providerId="ADAL" clId="{6C2F0DEB-0F0D-46C6-A967-DB4013C0E3A1}" dt="2022-11-15T19:41:07.137" v="1073" actId="2711"/>
        <pc:sldMkLst>
          <pc:docMk/>
          <pc:sldMk cId="3533554196" sldId="847"/>
        </pc:sldMkLst>
        <pc:spChg chg="mod">
          <ac:chgData name="Daphne Economou" userId="d065a339-36cf-4937-af08-41751becbd81" providerId="ADAL" clId="{6C2F0DEB-0F0D-46C6-A967-DB4013C0E3A1}" dt="2022-11-15T19:41:02.170" v="1072" actId="20577"/>
          <ac:spMkLst>
            <pc:docMk/>
            <pc:sldMk cId="3533554196" sldId="847"/>
            <ac:spMk id="2" creationId="{3290ABD0-3435-682F-E56C-0D0ECB5F8739}"/>
          </ac:spMkLst>
        </pc:spChg>
        <pc:spChg chg="mod">
          <ac:chgData name="Daphne Economou" userId="d065a339-36cf-4937-af08-41751becbd81" providerId="ADAL" clId="{6C2F0DEB-0F0D-46C6-A967-DB4013C0E3A1}" dt="2022-11-15T19:41:07.137" v="1073" actId="2711"/>
          <ac:spMkLst>
            <pc:docMk/>
            <pc:sldMk cId="3533554196" sldId="847"/>
            <ac:spMk id="3" creationId="{F16038A4-DBEB-BAF0-10EC-8AA6D4371A84}"/>
          </ac:spMkLst>
        </pc:spChg>
        <pc:picChg chg="add mod">
          <ac:chgData name="Daphne Economou" userId="d065a339-36cf-4937-af08-41751becbd81" providerId="ADAL" clId="{6C2F0DEB-0F0D-46C6-A967-DB4013C0E3A1}" dt="2022-11-15T19:40:49.161" v="1070" actId="1076"/>
          <ac:picMkLst>
            <pc:docMk/>
            <pc:sldMk cId="3533554196" sldId="847"/>
            <ac:picMk id="7170" creationId="{3922CC85-F1BE-C523-1669-DBB726CCE731}"/>
          </ac:picMkLst>
        </pc:picChg>
      </pc:sldChg>
      <pc:sldMasterChg chg="modSp mod modSldLayout">
        <pc:chgData name="Daphne Economou" userId="d065a339-36cf-4937-af08-41751becbd81" providerId="ADAL" clId="{6C2F0DEB-0F0D-46C6-A967-DB4013C0E3A1}" dt="2022-11-15T21:20:21.290" v="1115" actId="20577"/>
        <pc:sldMasterMkLst>
          <pc:docMk/>
          <pc:sldMasterMk cId="0" sldId="2147483768"/>
        </pc:sldMasterMkLst>
        <pc:spChg chg="mod">
          <ac:chgData name="Daphne Economou" userId="d065a339-36cf-4937-af08-41751becbd81" providerId="ADAL" clId="{6C2F0DEB-0F0D-46C6-A967-DB4013C0E3A1}" dt="2022-11-15T21:19:35.763" v="1093" actId="20577"/>
          <ac:spMkLst>
            <pc:docMk/>
            <pc:sldMasterMk cId="0" sldId="2147483768"/>
            <ac:spMk id="23" creationId="{00000000-0000-0000-0000-000000000000}"/>
          </ac:spMkLst>
        </pc:spChg>
        <pc:sldLayoutChg chg="modSp mod">
          <pc:chgData name="Daphne Economou" userId="d065a339-36cf-4937-af08-41751becbd81" providerId="ADAL" clId="{6C2F0DEB-0F0D-46C6-A967-DB4013C0E3A1}" dt="2022-11-15T21:19:39.688" v="1095" actId="20577"/>
          <pc:sldLayoutMkLst>
            <pc:docMk/>
            <pc:sldMasterMk cId="0" sldId="2147483768"/>
            <pc:sldLayoutMk cId="0" sldId="2147483769"/>
          </pc:sldLayoutMkLst>
          <pc:spChg chg="mod">
            <ac:chgData name="Daphne Economou" userId="d065a339-36cf-4937-af08-41751becbd81" providerId="ADAL" clId="{6C2F0DEB-0F0D-46C6-A967-DB4013C0E3A1}" dt="2022-11-15T21:19:39.688" v="1095"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6C2F0DEB-0F0D-46C6-A967-DB4013C0E3A1}" dt="2022-11-15T21:19:43.409" v="1097" actId="20577"/>
          <pc:sldLayoutMkLst>
            <pc:docMk/>
            <pc:sldMasterMk cId="0" sldId="2147483768"/>
            <pc:sldLayoutMk cId="0" sldId="2147483770"/>
          </pc:sldLayoutMkLst>
          <pc:spChg chg="mod">
            <ac:chgData name="Daphne Economou" userId="d065a339-36cf-4937-af08-41751becbd81" providerId="ADAL" clId="{6C2F0DEB-0F0D-46C6-A967-DB4013C0E3A1}" dt="2022-11-15T21:19:43.409" v="1097"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6C2F0DEB-0F0D-46C6-A967-DB4013C0E3A1}" dt="2022-11-15T21:19:47.455" v="1099" actId="20577"/>
          <pc:sldLayoutMkLst>
            <pc:docMk/>
            <pc:sldMasterMk cId="0" sldId="2147483768"/>
            <pc:sldLayoutMk cId="0" sldId="2147483771"/>
          </pc:sldLayoutMkLst>
          <pc:spChg chg="mod">
            <ac:chgData name="Daphne Economou" userId="d065a339-36cf-4937-af08-41751becbd81" providerId="ADAL" clId="{6C2F0DEB-0F0D-46C6-A967-DB4013C0E3A1}" dt="2022-11-15T21:19:47.455" v="1099"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6C2F0DEB-0F0D-46C6-A967-DB4013C0E3A1}" dt="2022-11-15T21:19:51.708" v="1101" actId="20577"/>
          <pc:sldLayoutMkLst>
            <pc:docMk/>
            <pc:sldMasterMk cId="0" sldId="2147483768"/>
            <pc:sldLayoutMk cId="0" sldId="2147483772"/>
          </pc:sldLayoutMkLst>
          <pc:spChg chg="mod">
            <ac:chgData name="Daphne Economou" userId="d065a339-36cf-4937-af08-41751becbd81" providerId="ADAL" clId="{6C2F0DEB-0F0D-46C6-A967-DB4013C0E3A1}" dt="2022-11-15T21:19:51.708" v="1101"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6C2F0DEB-0F0D-46C6-A967-DB4013C0E3A1}" dt="2022-11-15T21:19:55.733" v="1103" actId="20577"/>
          <pc:sldLayoutMkLst>
            <pc:docMk/>
            <pc:sldMasterMk cId="0" sldId="2147483768"/>
            <pc:sldLayoutMk cId="0" sldId="2147483773"/>
          </pc:sldLayoutMkLst>
          <pc:spChg chg="mod">
            <ac:chgData name="Daphne Economou" userId="d065a339-36cf-4937-af08-41751becbd81" providerId="ADAL" clId="{6C2F0DEB-0F0D-46C6-A967-DB4013C0E3A1}" dt="2022-11-15T21:19:55.733" v="1103"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6C2F0DEB-0F0D-46C6-A967-DB4013C0E3A1}" dt="2022-11-15T21:19:59.645" v="1105" actId="20577"/>
          <pc:sldLayoutMkLst>
            <pc:docMk/>
            <pc:sldMasterMk cId="0" sldId="2147483768"/>
            <pc:sldLayoutMk cId="0" sldId="2147483774"/>
          </pc:sldLayoutMkLst>
          <pc:spChg chg="mod">
            <ac:chgData name="Daphne Economou" userId="d065a339-36cf-4937-af08-41751becbd81" providerId="ADAL" clId="{6C2F0DEB-0F0D-46C6-A967-DB4013C0E3A1}" dt="2022-11-15T21:19:59.645" v="1105"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6C2F0DEB-0F0D-46C6-A967-DB4013C0E3A1}" dt="2022-11-15T21:20:03.650" v="1107" actId="20577"/>
          <pc:sldLayoutMkLst>
            <pc:docMk/>
            <pc:sldMasterMk cId="0" sldId="2147483768"/>
            <pc:sldLayoutMk cId="0" sldId="2147483775"/>
          </pc:sldLayoutMkLst>
          <pc:spChg chg="mod">
            <ac:chgData name="Daphne Economou" userId="d065a339-36cf-4937-af08-41751becbd81" providerId="ADAL" clId="{6C2F0DEB-0F0D-46C6-A967-DB4013C0E3A1}" dt="2022-11-15T21:20:03.650" v="1107"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6C2F0DEB-0F0D-46C6-A967-DB4013C0E3A1}" dt="2022-11-15T21:20:07.832" v="1109" actId="20577"/>
          <pc:sldLayoutMkLst>
            <pc:docMk/>
            <pc:sldMasterMk cId="0" sldId="2147483768"/>
            <pc:sldLayoutMk cId="0" sldId="2147483776"/>
          </pc:sldLayoutMkLst>
          <pc:spChg chg="mod">
            <ac:chgData name="Daphne Economou" userId="d065a339-36cf-4937-af08-41751becbd81" providerId="ADAL" clId="{6C2F0DEB-0F0D-46C6-A967-DB4013C0E3A1}" dt="2022-11-15T21:20:07.832" v="1109"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6C2F0DEB-0F0D-46C6-A967-DB4013C0E3A1}" dt="2022-11-15T21:20:12.096" v="1111" actId="20577"/>
          <pc:sldLayoutMkLst>
            <pc:docMk/>
            <pc:sldMasterMk cId="0" sldId="2147483768"/>
            <pc:sldLayoutMk cId="0" sldId="2147483777"/>
          </pc:sldLayoutMkLst>
          <pc:spChg chg="mod">
            <ac:chgData name="Daphne Economou" userId="d065a339-36cf-4937-af08-41751becbd81" providerId="ADAL" clId="{6C2F0DEB-0F0D-46C6-A967-DB4013C0E3A1}" dt="2022-11-15T21:20:12.096" v="1111"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6C2F0DEB-0F0D-46C6-A967-DB4013C0E3A1}" dt="2022-11-15T21:20:16.083" v="1113" actId="20577"/>
          <pc:sldLayoutMkLst>
            <pc:docMk/>
            <pc:sldMasterMk cId="0" sldId="2147483768"/>
            <pc:sldLayoutMk cId="0" sldId="2147483778"/>
          </pc:sldLayoutMkLst>
          <pc:spChg chg="mod">
            <ac:chgData name="Daphne Economou" userId="d065a339-36cf-4937-af08-41751becbd81" providerId="ADAL" clId="{6C2F0DEB-0F0D-46C6-A967-DB4013C0E3A1}" dt="2022-11-15T21:20:16.083" v="1113"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6C2F0DEB-0F0D-46C6-A967-DB4013C0E3A1}" dt="2022-11-15T21:20:21.290" v="1115" actId="20577"/>
          <pc:sldLayoutMkLst>
            <pc:docMk/>
            <pc:sldMasterMk cId="0" sldId="2147483768"/>
            <pc:sldLayoutMk cId="0" sldId="2147483779"/>
          </pc:sldLayoutMkLst>
          <pc:spChg chg="mod">
            <ac:chgData name="Daphne Economou" userId="d065a339-36cf-4937-af08-41751becbd81" providerId="ADAL" clId="{6C2F0DEB-0F0D-46C6-A967-DB4013C0E3A1}" dt="2022-11-15T21:20:21.290" v="1115" actId="20577"/>
            <ac:spMkLst>
              <pc:docMk/>
              <pc:sldMasterMk cId="0" sldId="2147483768"/>
              <pc:sldLayoutMk cId="0" sldId="2147483779"/>
              <ac:spMk id="6" creationId="{00000000-0000-0000-0000-000000000000}"/>
            </ac:spMkLst>
          </pc:spChg>
        </pc:sldLayoutChg>
      </pc:sldMasterChg>
    </pc:docChg>
  </pc:docChgLst>
  <pc:docChgLst>
    <pc:chgData name="Daphne Economou" userId="d065a339-36cf-4937-af08-41751becbd81" providerId="ADAL" clId="{08550E9F-9207-4E3D-8F62-9700A476BA84}"/>
    <pc:docChg chg="undo redo custSel addSld delSld modSld sldOrd modMainMaster">
      <pc:chgData name="Daphne Economou" userId="d065a339-36cf-4937-af08-41751becbd81" providerId="ADAL" clId="{08550E9F-9207-4E3D-8F62-9700A476BA84}" dt="2024-11-11T21:58:46.401" v="964" actId="962"/>
      <pc:docMkLst>
        <pc:docMk/>
      </pc:docMkLst>
      <pc:sldChg chg="modSp mod">
        <pc:chgData name="Daphne Economou" userId="d065a339-36cf-4937-af08-41751becbd81" providerId="ADAL" clId="{08550E9F-9207-4E3D-8F62-9700A476BA84}" dt="2024-11-11T18:23:00.876" v="9" actId="1076"/>
        <pc:sldMkLst>
          <pc:docMk/>
          <pc:sldMk cId="3146151642" sldId="638"/>
        </pc:sldMkLst>
        <pc:picChg chg="mod">
          <ac:chgData name="Daphne Economou" userId="d065a339-36cf-4937-af08-41751becbd81" providerId="ADAL" clId="{08550E9F-9207-4E3D-8F62-9700A476BA84}" dt="2024-11-11T18:23:00.876" v="9" actId="1076"/>
          <ac:picMkLst>
            <pc:docMk/>
            <pc:sldMk cId="3146151642" sldId="638"/>
            <ac:picMk id="3" creationId="{AF272F72-85F7-13F5-CDAC-DD1BAC4A6DE5}"/>
          </ac:picMkLst>
        </pc:picChg>
      </pc:sldChg>
      <pc:sldChg chg="modSp mod">
        <pc:chgData name="Daphne Economou" userId="d065a339-36cf-4937-af08-41751becbd81" providerId="ADAL" clId="{08550E9F-9207-4E3D-8F62-9700A476BA84}" dt="2024-11-11T18:23:18.343" v="10" actId="948"/>
        <pc:sldMkLst>
          <pc:docMk/>
          <pc:sldMk cId="2001595692" sldId="706"/>
        </pc:sldMkLst>
        <pc:spChg chg="mod">
          <ac:chgData name="Daphne Economou" userId="d065a339-36cf-4937-af08-41751becbd81" providerId="ADAL" clId="{08550E9F-9207-4E3D-8F62-9700A476BA84}" dt="2024-11-11T18:23:18.343" v="10" actId="948"/>
          <ac:spMkLst>
            <pc:docMk/>
            <pc:sldMk cId="2001595692" sldId="706"/>
            <ac:spMk id="8" creationId="{27F00263-5C3E-D002-4932-8A26B1294B16}"/>
          </ac:spMkLst>
        </pc:spChg>
      </pc:sldChg>
      <pc:sldChg chg="modSp mod">
        <pc:chgData name="Daphne Economou" userId="d065a339-36cf-4937-af08-41751becbd81" providerId="ADAL" clId="{08550E9F-9207-4E3D-8F62-9700A476BA84}" dt="2024-11-11T18:25:10.412" v="12" actId="27636"/>
        <pc:sldMkLst>
          <pc:docMk/>
          <pc:sldMk cId="389116885" sldId="731"/>
        </pc:sldMkLst>
        <pc:spChg chg="mod">
          <ac:chgData name="Daphne Economou" userId="d065a339-36cf-4937-af08-41751becbd81" providerId="ADAL" clId="{08550E9F-9207-4E3D-8F62-9700A476BA84}" dt="2024-11-11T18:25:10.412" v="12" actId="27636"/>
          <ac:spMkLst>
            <pc:docMk/>
            <pc:sldMk cId="389116885" sldId="731"/>
            <ac:spMk id="3" creationId="{075B464B-F948-A132-787C-B970A26DF0DF}"/>
          </ac:spMkLst>
        </pc:spChg>
      </pc:sldChg>
      <pc:sldChg chg="addSp delSp modSp mod">
        <pc:chgData name="Daphne Economou" userId="d065a339-36cf-4937-af08-41751becbd81" providerId="ADAL" clId="{08550E9F-9207-4E3D-8F62-9700A476BA84}" dt="2024-11-11T21:58:26.692" v="958" actId="962"/>
        <pc:sldMkLst>
          <pc:docMk/>
          <pc:sldMk cId="2984855881" sldId="749"/>
        </pc:sldMkLst>
        <pc:spChg chg="add">
          <ac:chgData name="Daphne Economou" userId="d065a339-36cf-4937-af08-41751becbd81" providerId="ADAL" clId="{08550E9F-9207-4E3D-8F62-9700A476BA84}" dt="2024-11-11T18:52:30" v="112"/>
          <ac:spMkLst>
            <pc:docMk/>
            <pc:sldMk cId="2984855881" sldId="749"/>
            <ac:spMk id="4" creationId="{7BF41510-53C9-C99D-DC20-DA9F98D8395A}"/>
          </ac:spMkLst>
        </pc:spChg>
        <pc:spChg chg="mod">
          <ac:chgData name="Daphne Economou" userId="d065a339-36cf-4937-af08-41751becbd81" providerId="ADAL" clId="{08550E9F-9207-4E3D-8F62-9700A476BA84}" dt="2024-11-11T19:04:49.970" v="316" actId="1076"/>
          <ac:spMkLst>
            <pc:docMk/>
            <pc:sldMk cId="2984855881" sldId="749"/>
            <ac:spMk id="7" creationId="{5FEDCB8F-02D2-8F36-F02D-D680665847C6}"/>
          </ac:spMkLst>
        </pc:spChg>
        <pc:spChg chg="mod">
          <ac:chgData name="Daphne Economou" userId="d065a339-36cf-4937-af08-41751becbd81" providerId="ADAL" clId="{08550E9F-9207-4E3D-8F62-9700A476BA84}" dt="2024-11-11T19:03:49.634" v="309" actId="403"/>
          <ac:spMkLst>
            <pc:docMk/>
            <pc:sldMk cId="2984855881" sldId="749"/>
            <ac:spMk id="8" creationId="{72AE1558-E348-8CF3-D959-073C74EA0683}"/>
          </ac:spMkLst>
        </pc:spChg>
        <pc:spChg chg="mod">
          <ac:chgData name="Daphne Economou" userId="d065a339-36cf-4937-af08-41751becbd81" providerId="ADAL" clId="{08550E9F-9207-4E3D-8F62-9700A476BA84}" dt="2024-11-11T19:00:29.685" v="230" actId="20577"/>
          <ac:spMkLst>
            <pc:docMk/>
            <pc:sldMk cId="2984855881" sldId="749"/>
            <ac:spMk id="11" creationId="{9583143C-83AD-F7C2-208E-F2239D8F6AE7}"/>
          </ac:spMkLst>
        </pc:spChg>
        <pc:spChg chg="mod">
          <ac:chgData name="Daphne Economou" userId="d065a339-36cf-4937-af08-41751becbd81" providerId="ADAL" clId="{08550E9F-9207-4E3D-8F62-9700A476BA84}" dt="2024-11-11T18:54:20.977" v="133" actId="15"/>
          <ac:spMkLst>
            <pc:docMk/>
            <pc:sldMk cId="2984855881" sldId="749"/>
            <ac:spMk id="13" creationId="{7E1A6098-846D-7544-AD3C-F2893284D15B}"/>
          </ac:spMkLst>
        </pc:spChg>
        <pc:picChg chg="add del mod">
          <ac:chgData name="Daphne Economou" userId="d065a339-36cf-4937-af08-41751becbd81" providerId="ADAL" clId="{08550E9F-9207-4E3D-8F62-9700A476BA84}" dt="2024-11-11T18:59:47.550" v="224" actId="478"/>
          <ac:picMkLst>
            <pc:docMk/>
            <pc:sldMk cId="2984855881" sldId="749"/>
            <ac:picMk id="6" creationId="{114D35B3-D584-2150-2D24-488DF77137C2}"/>
          </ac:picMkLst>
        </pc:picChg>
        <pc:picChg chg="add mod">
          <ac:chgData name="Daphne Economou" userId="d065a339-36cf-4937-af08-41751becbd81" providerId="ADAL" clId="{08550E9F-9207-4E3D-8F62-9700A476BA84}" dt="2024-11-11T21:58:26.692" v="958" actId="962"/>
          <ac:picMkLst>
            <pc:docMk/>
            <pc:sldMk cId="2984855881" sldId="749"/>
            <ac:picMk id="10" creationId="{735A5627-0710-E7DB-4556-B346854B0A36}"/>
          </ac:picMkLst>
        </pc:picChg>
        <pc:picChg chg="del">
          <ac:chgData name="Daphne Economou" userId="d065a339-36cf-4937-af08-41751becbd81" providerId="ADAL" clId="{08550E9F-9207-4E3D-8F62-9700A476BA84}" dt="2024-11-11T18:55:04.942" v="135" actId="478"/>
          <ac:picMkLst>
            <pc:docMk/>
            <pc:sldMk cId="2984855881" sldId="749"/>
            <ac:picMk id="12" creationId="{9D29E337-79FD-6238-A565-E94BBF104780}"/>
          </ac:picMkLst>
        </pc:picChg>
      </pc:sldChg>
      <pc:sldChg chg="ord">
        <pc:chgData name="Daphne Economou" userId="d065a339-36cf-4937-af08-41751becbd81" providerId="ADAL" clId="{08550E9F-9207-4E3D-8F62-9700A476BA84}" dt="2024-11-11T20:15:59.914" v="379"/>
        <pc:sldMkLst>
          <pc:docMk/>
          <pc:sldMk cId="1556593594" sldId="753"/>
        </pc:sldMkLst>
      </pc:sldChg>
      <pc:sldChg chg="addSp modSp mod">
        <pc:chgData name="Daphne Economou" userId="d065a339-36cf-4937-af08-41751becbd81" providerId="ADAL" clId="{08550E9F-9207-4E3D-8F62-9700A476BA84}" dt="2024-11-11T21:58:46.401" v="964" actId="962"/>
        <pc:sldMkLst>
          <pc:docMk/>
          <pc:sldMk cId="1042472923" sldId="754"/>
        </pc:sldMkLst>
        <pc:spChg chg="mod">
          <ac:chgData name="Daphne Economou" userId="d065a339-36cf-4937-af08-41751becbd81" providerId="ADAL" clId="{08550E9F-9207-4E3D-8F62-9700A476BA84}" dt="2024-11-11T21:04:34.558" v="656" actId="12"/>
          <ac:spMkLst>
            <pc:docMk/>
            <pc:sldMk cId="1042472923" sldId="754"/>
            <ac:spMk id="3" creationId="{BC5C6374-FE78-D549-40C5-649BDB7F7D45}"/>
          </ac:spMkLst>
        </pc:spChg>
        <pc:spChg chg="add">
          <ac:chgData name="Daphne Economou" userId="d065a339-36cf-4937-af08-41751becbd81" providerId="ADAL" clId="{08550E9F-9207-4E3D-8F62-9700A476BA84}" dt="2024-11-11T20:21:10.220" v="437"/>
          <ac:spMkLst>
            <pc:docMk/>
            <pc:sldMk cId="1042472923" sldId="754"/>
            <ac:spMk id="4" creationId="{396C749A-137E-618B-A9B6-66B40F8623EB}"/>
          </ac:spMkLst>
        </pc:spChg>
        <pc:picChg chg="add mod">
          <ac:chgData name="Daphne Economou" userId="d065a339-36cf-4937-af08-41751becbd81" providerId="ADAL" clId="{08550E9F-9207-4E3D-8F62-9700A476BA84}" dt="2024-11-11T21:58:44.524" v="963" actId="962"/>
          <ac:picMkLst>
            <pc:docMk/>
            <pc:sldMk cId="1042472923" sldId="754"/>
            <ac:picMk id="8" creationId="{01FA5F02-98C2-E6CC-465B-44A2D0103903}"/>
          </ac:picMkLst>
        </pc:picChg>
        <pc:picChg chg="add mod">
          <ac:chgData name="Daphne Economou" userId="d065a339-36cf-4937-af08-41751becbd81" providerId="ADAL" clId="{08550E9F-9207-4E3D-8F62-9700A476BA84}" dt="2024-11-11T21:58:46.401" v="964" actId="962"/>
          <ac:picMkLst>
            <pc:docMk/>
            <pc:sldMk cId="1042472923" sldId="754"/>
            <ac:picMk id="10" creationId="{B5392D4C-9F81-667E-54D4-836C2F894FC5}"/>
          </ac:picMkLst>
        </pc:picChg>
        <pc:cxnChg chg="add mod">
          <ac:chgData name="Daphne Economou" userId="d065a339-36cf-4937-af08-41751becbd81" providerId="ADAL" clId="{08550E9F-9207-4E3D-8F62-9700A476BA84}" dt="2024-11-11T20:26:05.527" v="540" actId="14100"/>
          <ac:cxnSpMkLst>
            <pc:docMk/>
            <pc:sldMk cId="1042472923" sldId="754"/>
            <ac:cxnSpMk id="12" creationId="{5AEE9944-31FE-E134-1D9F-88D552B6AD5C}"/>
          </ac:cxnSpMkLst>
        </pc:cxnChg>
      </pc:sldChg>
      <pc:sldChg chg="modSp add mod">
        <pc:chgData name="Daphne Economou" userId="d065a339-36cf-4937-af08-41751becbd81" providerId="ADAL" clId="{08550E9F-9207-4E3D-8F62-9700A476BA84}" dt="2024-11-11T20:59:07.042" v="624" actId="13926"/>
        <pc:sldMkLst>
          <pc:docMk/>
          <pc:sldMk cId="259069778" sldId="755"/>
        </pc:sldMkLst>
        <pc:spChg chg="mod">
          <ac:chgData name="Daphne Economou" userId="d065a339-36cf-4937-af08-41751becbd81" providerId="ADAL" clId="{08550E9F-9207-4E3D-8F62-9700A476BA84}" dt="2024-11-11T20:57:44.344" v="611" actId="20577"/>
          <ac:spMkLst>
            <pc:docMk/>
            <pc:sldMk cId="259069778" sldId="755"/>
            <ac:spMk id="2" creationId="{B71B78C5-9CED-4530-1C32-1F9557E81A76}"/>
          </ac:spMkLst>
        </pc:spChg>
        <pc:spChg chg="mod">
          <ac:chgData name="Daphne Economou" userId="d065a339-36cf-4937-af08-41751becbd81" providerId="ADAL" clId="{08550E9F-9207-4E3D-8F62-9700A476BA84}" dt="2024-11-11T20:59:07.042" v="624" actId="13926"/>
          <ac:spMkLst>
            <pc:docMk/>
            <pc:sldMk cId="259069778" sldId="755"/>
            <ac:spMk id="3" creationId="{691CC5AC-F9F5-F6BB-950B-687795A17FEC}"/>
          </ac:spMkLst>
        </pc:spChg>
      </pc:sldChg>
      <pc:sldChg chg="del">
        <pc:chgData name="Daphne Economou" userId="d065a339-36cf-4937-af08-41751becbd81" providerId="ADAL" clId="{08550E9F-9207-4E3D-8F62-9700A476BA84}" dt="2024-11-11T20:49:59.644" v="543" actId="2696"/>
        <pc:sldMkLst>
          <pc:docMk/>
          <pc:sldMk cId="720969330" sldId="755"/>
        </pc:sldMkLst>
      </pc:sldChg>
      <pc:sldChg chg="add del">
        <pc:chgData name="Daphne Economou" userId="d065a339-36cf-4937-af08-41751becbd81" providerId="ADAL" clId="{08550E9F-9207-4E3D-8F62-9700A476BA84}" dt="2024-11-11T20:58:53.844" v="623" actId="47"/>
        <pc:sldMkLst>
          <pc:docMk/>
          <pc:sldMk cId="2065569954" sldId="756"/>
        </pc:sldMkLst>
      </pc:sldChg>
      <pc:sldChg chg="del">
        <pc:chgData name="Daphne Economou" userId="d065a339-36cf-4937-af08-41751becbd81" providerId="ADAL" clId="{08550E9F-9207-4E3D-8F62-9700A476BA84}" dt="2024-11-11T20:49:59.644" v="543" actId="2696"/>
        <pc:sldMkLst>
          <pc:docMk/>
          <pc:sldMk cId="2978921401" sldId="756"/>
        </pc:sldMkLst>
      </pc:sldChg>
      <pc:sldChg chg="del">
        <pc:chgData name="Daphne Economou" userId="d065a339-36cf-4937-af08-41751becbd81" providerId="ADAL" clId="{08550E9F-9207-4E3D-8F62-9700A476BA84}" dt="2024-11-11T20:49:59.644" v="543" actId="2696"/>
        <pc:sldMkLst>
          <pc:docMk/>
          <pc:sldMk cId="937485832" sldId="757"/>
        </pc:sldMkLst>
      </pc:sldChg>
      <pc:sldChg chg="add del">
        <pc:chgData name="Daphne Economou" userId="d065a339-36cf-4937-af08-41751becbd81" providerId="ADAL" clId="{08550E9F-9207-4E3D-8F62-9700A476BA84}" dt="2024-11-11T20:59:52.193" v="625" actId="47"/>
        <pc:sldMkLst>
          <pc:docMk/>
          <pc:sldMk cId="1431022421" sldId="757"/>
        </pc:sldMkLst>
      </pc:sldChg>
      <pc:sldChg chg="del">
        <pc:chgData name="Daphne Economou" userId="d065a339-36cf-4937-af08-41751becbd81" providerId="ADAL" clId="{08550E9F-9207-4E3D-8F62-9700A476BA84}" dt="2024-11-11T21:38:13.974" v="767" actId="47"/>
        <pc:sldMkLst>
          <pc:docMk/>
          <pc:sldMk cId="683266113" sldId="773"/>
        </pc:sldMkLst>
      </pc:sldChg>
      <pc:sldChg chg="modSp">
        <pc:chgData name="Daphne Economou" userId="d065a339-36cf-4937-af08-41751becbd81" providerId="ADAL" clId="{08550E9F-9207-4E3D-8F62-9700A476BA84}" dt="2024-11-10T23:25:35.635" v="7" actId="20577"/>
        <pc:sldMkLst>
          <pc:docMk/>
          <pc:sldMk cId="1956307733" sldId="786"/>
        </pc:sldMkLst>
        <pc:spChg chg="mod">
          <ac:chgData name="Daphne Economou" userId="d065a339-36cf-4937-af08-41751becbd81" providerId="ADAL" clId="{08550E9F-9207-4E3D-8F62-9700A476BA84}" dt="2024-11-10T23:25:35.635" v="7" actId="20577"/>
          <ac:spMkLst>
            <pc:docMk/>
            <pc:sldMk cId="1956307733" sldId="786"/>
            <ac:spMk id="3" creationId="{11F7E884-41DF-5256-0894-9A3491A348BC}"/>
          </ac:spMkLst>
        </pc:spChg>
      </pc:sldChg>
      <pc:sldChg chg="addSp delSp modSp mod">
        <pc:chgData name="Daphne Economou" userId="d065a339-36cf-4937-af08-41751becbd81" providerId="ADAL" clId="{08550E9F-9207-4E3D-8F62-9700A476BA84}" dt="2024-11-11T21:46:53.914" v="791" actId="478"/>
        <pc:sldMkLst>
          <pc:docMk/>
          <pc:sldMk cId="566709019" sldId="794"/>
        </pc:sldMkLst>
        <pc:spChg chg="add del mod">
          <ac:chgData name="Daphne Economou" userId="d065a339-36cf-4937-af08-41751becbd81" providerId="ADAL" clId="{08550E9F-9207-4E3D-8F62-9700A476BA84}" dt="2024-11-11T21:46:53.914" v="791" actId="478"/>
          <ac:spMkLst>
            <pc:docMk/>
            <pc:sldMk cId="566709019" sldId="794"/>
            <ac:spMk id="3" creationId="{74DEE0CA-DAC7-69D4-247D-D514DB8D4196}"/>
          </ac:spMkLst>
        </pc:spChg>
      </pc:sldChg>
      <pc:sldChg chg="modSp mod">
        <pc:chgData name="Daphne Economou" userId="d065a339-36cf-4937-af08-41751becbd81" providerId="ADAL" clId="{08550E9F-9207-4E3D-8F62-9700A476BA84}" dt="2024-11-11T21:51:23.893" v="934" actId="20577"/>
        <pc:sldMkLst>
          <pc:docMk/>
          <pc:sldMk cId="3449679418" sldId="795"/>
        </pc:sldMkLst>
        <pc:spChg chg="mod">
          <ac:chgData name="Daphne Economou" userId="d065a339-36cf-4937-af08-41751becbd81" providerId="ADAL" clId="{08550E9F-9207-4E3D-8F62-9700A476BA84}" dt="2024-11-11T21:51:23.893" v="934" actId="20577"/>
          <ac:spMkLst>
            <pc:docMk/>
            <pc:sldMk cId="3449679418" sldId="795"/>
            <ac:spMk id="23" creationId="{64088693-3885-7916-7294-2A7A4A24CEC8}"/>
          </ac:spMkLst>
        </pc:spChg>
        <pc:cxnChg chg="mod">
          <ac:chgData name="Daphne Economou" userId="d065a339-36cf-4937-af08-41751becbd81" providerId="ADAL" clId="{08550E9F-9207-4E3D-8F62-9700A476BA84}" dt="2024-11-11T21:48:58.567" v="910" actId="14100"/>
          <ac:cxnSpMkLst>
            <pc:docMk/>
            <pc:sldMk cId="3449679418" sldId="795"/>
            <ac:cxnSpMk id="6" creationId="{81BD2336-AE98-B026-65F0-4DBB7E5B9D97}"/>
          </ac:cxnSpMkLst>
        </pc:cxnChg>
      </pc:sldChg>
      <pc:sldChg chg="modSp mod">
        <pc:chgData name="Daphne Economou" userId="d065a339-36cf-4937-af08-41751becbd81" providerId="ADAL" clId="{08550E9F-9207-4E3D-8F62-9700A476BA84}" dt="2024-11-11T21:32:34.010" v="756" actId="20577"/>
        <pc:sldMkLst>
          <pc:docMk/>
          <pc:sldMk cId="3606339061" sldId="813"/>
        </pc:sldMkLst>
        <pc:spChg chg="mod">
          <ac:chgData name="Daphne Economou" userId="d065a339-36cf-4937-af08-41751becbd81" providerId="ADAL" clId="{08550E9F-9207-4E3D-8F62-9700A476BA84}" dt="2024-11-11T21:32:34.010" v="756" actId="20577"/>
          <ac:spMkLst>
            <pc:docMk/>
            <pc:sldMk cId="3606339061" sldId="813"/>
            <ac:spMk id="13" creationId="{44B80231-7862-4B8F-0A39-505F70640247}"/>
          </ac:spMkLst>
        </pc:spChg>
      </pc:sldChg>
      <pc:sldChg chg="modSp mod">
        <pc:chgData name="Daphne Economou" userId="d065a339-36cf-4937-af08-41751becbd81" providerId="ADAL" clId="{08550E9F-9207-4E3D-8F62-9700A476BA84}" dt="2024-11-11T21:35:59.081" v="766" actId="20577"/>
        <pc:sldMkLst>
          <pc:docMk/>
          <pc:sldMk cId="3677492865" sldId="815"/>
        </pc:sldMkLst>
        <pc:spChg chg="mod">
          <ac:chgData name="Daphne Economou" userId="d065a339-36cf-4937-af08-41751becbd81" providerId="ADAL" clId="{08550E9F-9207-4E3D-8F62-9700A476BA84}" dt="2024-11-11T21:35:59.081" v="766" actId="20577"/>
          <ac:spMkLst>
            <pc:docMk/>
            <pc:sldMk cId="3677492865" sldId="815"/>
            <ac:spMk id="3" creationId="{6A16BE3A-17B9-9E8D-5B97-E6F2F1C6EBFB}"/>
          </ac:spMkLst>
        </pc:spChg>
        <pc:spChg chg="mod">
          <ac:chgData name="Daphne Economou" userId="d065a339-36cf-4937-af08-41751becbd81" providerId="ADAL" clId="{08550E9F-9207-4E3D-8F62-9700A476BA84}" dt="2024-11-10T23:22:10.533" v="6" actId="20577"/>
          <ac:spMkLst>
            <pc:docMk/>
            <pc:sldMk cId="3677492865" sldId="815"/>
            <ac:spMk id="6" creationId="{EFCEAA2B-231D-5672-6A39-C37C3F014DA4}"/>
          </ac:spMkLst>
        </pc:spChg>
        <pc:spChg chg="mod">
          <ac:chgData name="Daphne Economou" userId="d065a339-36cf-4937-af08-41751becbd81" providerId="ADAL" clId="{08550E9F-9207-4E3D-8F62-9700A476BA84}" dt="2024-11-10T23:21:55.652" v="3" actId="20577"/>
          <ac:spMkLst>
            <pc:docMk/>
            <pc:sldMk cId="3677492865" sldId="815"/>
            <ac:spMk id="10" creationId="{40D12B10-ADA2-0CEE-89E6-24BF6CA523C9}"/>
          </ac:spMkLst>
        </pc:spChg>
        <pc:spChg chg="mod">
          <ac:chgData name="Daphne Economou" userId="d065a339-36cf-4937-af08-41751becbd81" providerId="ADAL" clId="{08550E9F-9207-4E3D-8F62-9700A476BA84}" dt="2024-11-10T23:22:06.101" v="5" actId="20577"/>
          <ac:spMkLst>
            <pc:docMk/>
            <pc:sldMk cId="3677492865" sldId="815"/>
            <ac:spMk id="11" creationId="{E17611D9-51AA-AF7B-5F87-D2CF61FDD2BF}"/>
          </ac:spMkLst>
        </pc:spChg>
      </pc:sldChg>
      <pc:sldChg chg="modSp mod">
        <pc:chgData name="Daphne Economou" userId="d065a339-36cf-4937-af08-41751becbd81" providerId="ADAL" clId="{08550E9F-9207-4E3D-8F62-9700A476BA84}" dt="2024-11-10T23:21:43.790" v="2" actId="20577"/>
        <pc:sldMkLst>
          <pc:docMk/>
          <pc:sldMk cId="1617129251" sldId="819"/>
        </pc:sldMkLst>
        <pc:spChg chg="mod">
          <ac:chgData name="Daphne Economou" userId="d065a339-36cf-4937-af08-41751becbd81" providerId="ADAL" clId="{08550E9F-9207-4E3D-8F62-9700A476BA84}" dt="2024-11-10T23:21:37.821" v="1" actId="20577"/>
          <ac:spMkLst>
            <pc:docMk/>
            <pc:sldMk cId="1617129251" sldId="819"/>
            <ac:spMk id="3" creationId="{6A16BE3A-17B9-9E8D-5B97-E6F2F1C6EBFB}"/>
          </ac:spMkLst>
        </pc:spChg>
        <pc:spChg chg="mod">
          <ac:chgData name="Daphne Economou" userId="d065a339-36cf-4937-af08-41751becbd81" providerId="ADAL" clId="{08550E9F-9207-4E3D-8F62-9700A476BA84}" dt="2024-11-10T23:21:32.938" v="0" actId="20577"/>
          <ac:spMkLst>
            <pc:docMk/>
            <pc:sldMk cId="1617129251" sldId="819"/>
            <ac:spMk id="10" creationId="{40D12B10-ADA2-0CEE-89E6-24BF6CA523C9}"/>
          </ac:spMkLst>
        </pc:spChg>
        <pc:spChg chg="mod">
          <ac:chgData name="Daphne Economou" userId="d065a339-36cf-4937-af08-41751becbd81" providerId="ADAL" clId="{08550E9F-9207-4E3D-8F62-9700A476BA84}" dt="2024-11-10T23:21:43.790" v="2" actId="20577"/>
          <ac:spMkLst>
            <pc:docMk/>
            <pc:sldMk cId="1617129251" sldId="819"/>
            <ac:spMk id="11" creationId="{E17611D9-51AA-AF7B-5F87-D2CF61FDD2BF}"/>
          </ac:spMkLst>
        </pc:spChg>
      </pc:sldChg>
      <pc:sldChg chg="modSp mod">
        <pc:chgData name="Daphne Economou" userId="d065a339-36cf-4937-af08-41751becbd81" providerId="ADAL" clId="{08550E9F-9207-4E3D-8F62-9700A476BA84}" dt="2024-11-11T21:21:16.769" v="753" actId="948"/>
        <pc:sldMkLst>
          <pc:docMk/>
          <pc:sldMk cId="3550954408" sldId="856"/>
        </pc:sldMkLst>
        <pc:spChg chg="mod">
          <ac:chgData name="Daphne Economou" userId="d065a339-36cf-4937-af08-41751becbd81" providerId="ADAL" clId="{08550E9F-9207-4E3D-8F62-9700A476BA84}" dt="2024-11-11T21:21:16.769" v="753" actId="948"/>
          <ac:spMkLst>
            <pc:docMk/>
            <pc:sldMk cId="3550954408" sldId="856"/>
            <ac:spMk id="3" creationId="{719B64C7-F1D5-A2F8-5704-B15939C2EDE0}"/>
          </ac:spMkLst>
        </pc:spChg>
      </pc:sldChg>
      <pc:sldChg chg="addSp delSp modSp mod">
        <pc:chgData name="Daphne Economou" userId="d065a339-36cf-4937-af08-41751becbd81" providerId="ADAL" clId="{08550E9F-9207-4E3D-8F62-9700A476BA84}" dt="2024-11-11T21:18:29.678" v="751" actId="478"/>
        <pc:sldMkLst>
          <pc:docMk/>
          <pc:sldMk cId="2448265458" sldId="857"/>
        </pc:sldMkLst>
        <pc:spChg chg="mod">
          <ac:chgData name="Daphne Economou" userId="d065a339-36cf-4937-af08-41751becbd81" providerId="ADAL" clId="{08550E9F-9207-4E3D-8F62-9700A476BA84}" dt="2024-11-11T21:18:25.607" v="749"/>
          <ac:spMkLst>
            <pc:docMk/>
            <pc:sldMk cId="2448265458" sldId="857"/>
            <ac:spMk id="3" creationId="{DFA90E73-6A0E-DBAC-7055-9E537388AE2E}"/>
          </ac:spMkLst>
        </pc:spChg>
        <pc:picChg chg="add del mod">
          <ac:chgData name="Daphne Economou" userId="d065a339-36cf-4937-af08-41751becbd81" providerId="ADAL" clId="{08550E9F-9207-4E3D-8F62-9700A476BA84}" dt="2024-11-11T21:18:29.678" v="751" actId="478"/>
          <ac:picMkLst>
            <pc:docMk/>
            <pc:sldMk cId="2448265458" sldId="857"/>
            <ac:picMk id="6" creationId="{077373E2-563D-1BE7-3334-1B1CE15A0688}"/>
          </ac:picMkLst>
        </pc:picChg>
      </pc:sldChg>
      <pc:sldChg chg="modSp mod">
        <pc:chgData name="Daphne Economou" userId="d065a339-36cf-4937-af08-41751becbd81" providerId="ADAL" clId="{08550E9F-9207-4E3D-8F62-9700A476BA84}" dt="2024-11-11T21:13:48.980" v="724" actId="1076"/>
        <pc:sldMkLst>
          <pc:docMk/>
          <pc:sldMk cId="2814955759" sldId="858"/>
        </pc:sldMkLst>
        <pc:spChg chg="mod">
          <ac:chgData name="Daphne Economou" userId="d065a339-36cf-4937-af08-41751becbd81" providerId="ADAL" clId="{08550E9F-9207-4E3D-8F62-9700A476BA84}" dt="2024-11-11T21:13:47.299" v="722" actId="21"/>
          <ac:spMkLst>
            <pc:docMk/>
            <pc:sldMk cId="2814955759" sldId="858"/>
            <ac:spMk id="3" creationId="{CBF79E0C-36CD-D0BA-F68B-A528F5588918}"/>
          </ac:spMkLst>
        </pc:spChg>
        <pc:grpChg chg="mod">
          <ac:chgData name="Daphne Economou" userId="d065a339-36cf-4937-af08-41751becbd81" providerId="ADAL" clId="{08550E9F-9207-4E3D-8F62-9700A476BA84}" dt="2024-11-11T21:13:48.980" v="724" actId="1076"/>
          <ac:grpSpMkLst>
            <pc:docMk/>
            <pc:sldMk cId="2814955759" sldId="858"/>
            <ac:grpSpMk id="28" creationId="{98A0227E-5BA3-AB8A-1218-552839C5C788}"/>
          </ac:grpSpMkLst>
        </pc:grpChg>
        <pc:grpChg chg="mod">
          <ac:chgData name="Daphne Economou" userId="d065a339-36cf-4937-af08-41751becbd81" providerId="ADAL" clId="{08550E9F-9207-4E3D-8F62-9700A476BA84}" dt="2024-11-11T21:13:44.566" v="720" actId="1076"/>
          <ac:grpSpMkLst>
            <pc:docMk/>
            <pc:sldMk cId="2814955759" sldId="858"/>
            <ac:grpSpMk id="32" creationId="{157F68B4-E1E6-C25F-C08F-6BB0034A31B9}"/>
          </ac:grpSpMkLst>
        </pc:grpChg>
        <pc:inkChg chg="mod">
          <ac:chgData name="Daphne Economou" userId="d065a339-36cf-4937-af08-41751becbd81" providerId="ADAL" clId="{08550E9F-9207-4E3D-8F62-9700A476BA84}" dt="2024-11-11T21:13:48.335" v="723" actId="1076"/>
          <ac:inkMkLst>
            <pc:docMk/>
            <pc:sldMk cId="2814955759" sldId="858"/>
            <ac:inkMk id="25" creationId="{996FE5E1-2EBE-C12C-AF58-E5B511448FD9}"/>
          </ac:inkMkLst>
        </pc:inkChg>
      </pc:sldChg>
      <pc:sldChg chg="modSp mod">
        <pc:chgData name="Daphne Economou" userId="d065a339-36cf-4937-af08-41751becbd81" providerId="ADAL" clId="{08550E9F-9207-4E3D-8F62-9700A476BA84}" dt="2024-11-11T21:21:00.898" v="752" actId="1076"/>
        <pc:sldMkLst>
          <pc:docMk/>
          <pc:sldMk cId="856291454" sldId="859"/>
        </pc:sldMkLst>
        <pc:spChg chg="mod">
          <ac:chgData name="Daphne Economou" userId="d065a339-36cf-4937-af08-41751becbd81" providerId="ADAL" clId="{08550E9F-9207-4E3D-8F62-9700A476BA84}" dt="2024-11-11T21:21:00.898" v="752" actId="1076"/>
          <ac:spMkLst>
            <pc:docMk/>
            <pc:sldMk cId="856291454" sldId="859"/>
            <ac:spMk id="9" creationId="{68F45E40-E0A8-F2C2-B8D3-39BD66DFF836}"/>
          </ac:spMkLst>
        </pc:spChg>
      </pc:sldChg>
      <pc:sldChg chg="modSp new mod">
        <pc:chgData name="Daphne Economou" userId="d065a339-36cf-4937-af08-41751becbd81" providerId="ADAL" clId="{08550E9F-9207-4E3D-8F62-9700A476BA84}" dt="2024-11-11T21:00:25.526" v="655" actId="6549"/>
        <pc:sldMkLst>
          <pc:docMk/>
          <pc:sldMk cId="2586500070" sldId="862"/>
        </pc:sldMkLst>
        <pc:spChg chg="mod">
          <ac:chgData name="Daphne Economou" userId="d065a339-36cf-4937-af08-41751becbd81" providerId="ADAL" clId="{08550E9F-9207-4E3D-8F62-9700A476BA84}" dt="2024-11-11T21:00:20.851" v="654" actId="20577"/>
          <ac:spMkLst>
            <pc:docMk/>
            <pc:sldMk cId="2586500070" sldId="862"/>
            <ac:spMk id="2" creationId="{D28FE992-0590-6308-CF9D-E41A087292E3}"/>
          </ac:spMkLst>
        </pc:spChg>
        <pc:spChg chg="mod">
          <ac:chgData name="Daphne Economou" userId="d065a339-36cf-4937-af08-41751becbd81" providerId="ADAL" clId="{08550E9F-9207-4E3D-8F62-9700A476BA84}" dt="2024-11-11T21:00:25.526" v="655" actId="6549"/>
          <ac:spMkLst>
            <pc:docMk/>
            <pc:sldMk cId="2586500070" sldId="862"/>
            <ac:spMk id="3" creationId="{39A23654-A963-49FD-809E-50245E11E869}"/>
          </ac:spMkLst>
        </pc:spChg>
      </pc:sldChg>
      <pc:sldChg chg="modSp add mod">
        <pc:chgData name="Daphne Economou" userId="d065a339-36cf-4937-af08-41751becbd81" providerId="ADAL" clId="{08550E9F-9207-4E3D-8F62-9700A476BA84}" dt="2024-11-11T18:51:26.427" v="108" actId="20577"/>
        <pc:sldMkLst>
          <pc:docMk/>
          <pc:sldMk cId="2149190658" sldId="863"/>
        </pc:sldMkLst>
        <pc:spChg chg="mod">
          <ac:chgData name="Daphne Economou" userId="d065a339-36cf-4937-af08-41751becbd81" providerId="ADAL" clId="{08550E9F-9207-4E3D-8F62-9700A476BA84}" dt="2024-11-11T18:51:26.427" v="108" actId="20577"/>
          <ac:spMkLst>
            <pc:docMk/>
            <pc:sldMk cId="2149190658" sldId="863"/>
            <ac:spMk id="2" creationId="{9BFBF796-A38F-9ED1-753F-8F45C7F11222}"/>
          </ac:spMkLst>
        </pc:spChg>
        <pc:spChg chg="mod">
          <ac:chgData name="Daphne Economou" userId="d065a339-36cf-4937-af08-41751becbd81" providerId="ADAL" clId="{08550E9F-9207-4E3D-8F62-9700A476BA84}" dt="2024-11-11T18:49:16.376" v="99" actId="27636"/>
          <ac:spMkLst>
            <pc:docMk/>
            <pc:sldMk cId="2149190658" sldId="863"/>
            <ac:spMk id="3" creationId="{F0D75DC8-6550-F6C2-D59D-A24A392E63C8}"/>
          </ac:spMkLst>
        </pc:spChg>
      </pc:sldChg>
      <pc:sldChg chg="addSp modSp new mod modClrScheme chgLayout">
        <pc:chgData name="Daphne Economou" userId="d065a339-36cf-4937-af08-41751becbd81" providerId="ADAL" clId="{08550E9F-9207-4E3D-8F62-9700A476BA84}" dt="2024-11-11T21:58:35.772" v="962" actId="962"/>
        <pc:sldMkLst>
          <pc:docMk/>
          <pc:sldMk cId="2608218101" sldId="864"/>
        </pc:sldMkLst>
        <pc:spChg chg="mod ord">
          <ac:chgData name="Daphne Economou" userId="d065a339-36cf-4937-af08-41751becbd81" providerId="ADAL" clId="{08550E9F-9207-4E3D-8F62-9700A476BA84}" dt="2024-11-11T19:00:52.618" v="231" actId="700"/>
          <ac:spMkLst>
            <pc:docMk/>
            <pc:sldMk cId="2608218101" sldId="864"/>
            <ac:spMk id="2" creationId="{CA3E5692-40E8-C8B7-6663-C111683887F7}"/>
          </ac:spMkLst>
        </pc:spChg>
        <pc:spChg chg="mod ord">
          <ac:chgData name="Daphne Economou" userId="d065a339-36cf-4937-af08-41751becbd81" providerId="ADAL" clId="{08550E9F-9207-4E3D-8F62-9700A476BA84}" dt="2024-11-11T19:07:23.285" v="332" actId="27636"/>
          <ac:spMkLst>
            <pc:docMk/>
            <pc:sldMk cId="2608218101" sldId="864"/>
            <ac:spMk id="3" creationId="{BD1D5CC7-5503-4D2F-B1F8-E6BDBE450FD4}"/>
          </ac:spMkLst>
        </pc:spChg>
        <pc:spChg chg="mod ord">
          <ac:chgData name="Daphne Economou" userId="d065a339-36cf-4937-af08-41751becbd81" providerId="ADAL" clId="{08550E9F-9207-4E3D-8F62-9700A476BA84}" dt="2024-11-11T19:00:52.618" v="231" actId="700"/>
          <ac:spMkLst>
            <pc:docMk/>
            <pc:sldMk cId="2608218101" sldId="864"/>
            <ac:spMk id="4" creationId="{C639B2E3-011E-46FD-08C2-5EE8DD0D63C3}"/>
          </ac:spMkLst>
        </pc:spChg>
        <pc:spChg chg="mod ord">
          <ac:chgData name="Daphne Economou" userId="d065a339-36cf-4937-af08-41751becbd81" providerId="ADAL" clId="{08550E9F-9207-4E3D-8F62-9700A476BA84}" dt="2024-11-11T19:00:52.618" v="231" actId="700"/>
          <ac:spMkLst>
            <pc:docMk/>
            <pc:sldMk cId="2608218101" sldId="864"/>
            <ac:spMk id="5" creationId="{E636B223-C488-9945-8C3E-83E85007A8A2}"/>
          </ac:spMkLst>
        </pc:spChg>
        <pc:spChg chg="add mod ord">
          <ac:chgData name="Daphne Economou" userId="d065a339-36cf-4937-af08-41751becbd81" providerId="ADAL" clId="{08550E9F-9207-4E3D-8F62-9700A476BA84}" dt="2024-11-11T19:06:13.194" v="321" actId="20577"/>
          <ac:spMkLst>
            <pc:docMk/>
            <pc:sldMk cId="2608218101" sldId="864"/>
            <ac:spMk id="8" creationId="{C9F26446-2B0B-780C-BDDC-BE8BC059603F}"/>
          </ac:spMkLst>
        </pc:spChg>
        <pc:spChg chg="add mod ord">
          <ac:chgData name="Daphne Economou" userId="d065a339-36cf-4937-af08-41751becbd81" providerId="ADAL" clId="{08550E9F-9207-4E3D-8F62-9700A476BA84}" dt="2024-11-11T19:05:52.142" v="317"/>
          <ac:spMkLst>
            <pc:docMk/>
            <pc:sldMk cId="2608218101" sldId="864"/>
            <ac:spMk id="9" creationId="{6FD09468-8096-28E2-F9F7-ED64A73CF30C}"/>
          </ac:spMkLst>
        </pc:spChg>
        <pc:spChg chg="add mod ord">
          <ac:chgData name="Daphne Economou" userId="d065a339-36cf-4937-af08-41751becbd81" providerId="ADAL" clId="{08550E9F-9207-4E3D-8F62-9700A476BA84}" dt="2024-11-11T19:07:23.286" v="333" actId="27636"/>
          <ac:spMkLst>
            <pc:docMk/>
            <pc:sldMk cId="2608218101" sldId="864"/>
            <ac:spMk id="10" creationId="{F3EF6BCF-E415-2DFB-0887-159BE63E3791}"/>
          </ac:spMkLst>
        </pc:spChg>
        <pc:picChg chg="add mod">
          <ac:chgData name="Daphne Economou" userId="d065a339-36cf-4937-af08-41751becbd81" providerId="ADAL" clId="{08550E9F-9207-4E3D-8F62-9700A476BA84}" dt="2024-11-11T21:58:34.211" v="961" actId="962"/>
          <ac:picMkLst>
            <pc:docMk/>
            <pc:sldMk cId="2608218101" sldId="864"/>
            <ac:picMk id="7" creationId="{BCAC804D-87F8-03E7-9560-DC1965A99175}"/>
          </ac:picMkLst>
        </pc:picChg>
        <pc:picChg chg="add mod">
          <ac:chgData name="Daphne Economou" userId="d065a339-36cf-4937-af08-41751becbd81" providerId="ADAL" clId="{08550E9F-9207-4E3D-8F62-9700A476BA84}" dt="2024-11-11T21:58:35.772" v="962" actId="962"/>
          <ac:picMkLst>
            <pc:docMk/>
            <pc:sldMk cId="2608218101" sldId="864"/>
            <ac:picMk id="12" creationId="{B1BEECFE-BC50-870E-5DBD-D5014DA9D864}"/>
          </ac:picMkLst>
        </pc:picChg>
        <pc:picChg chg="add mod">
          <ac:chgData name="Daphne Economou" userId="d065a339-36cf-4937-af08-41751becbd81" providerId="ADAL" clId="{08550E9F-9207-4E3D-8F62-9700A476BA84}" dt="2024-11-11T21:58:30.359" v="959" actId="962"/>
          <ac:picMkLst>
            <pc:docMk/>
            <pc:sldMk cId="2608218101" sldId="864"/>
            <ac:picMk id="13" creationId="{6B76F444-63CC-7478-95C2-D4F18F13F093}"/>
          </ac:picMkLst>
        </pc:picChg>
        <pc:picChg chg="add mod">
          <ac:chgData name="Daphne Economou" userId="d065a339-36cf-4937-af08-41751becbd81" providerId="ADAL" clId="{08550E9F-9207-4E3D-8F62-9700A476BA84}" dt="2024-11-11T21:58:31.822" v="960" actId="962"/>
          <ac:picMkLst>
            <pc:docMk/>
            <pc:sldMk cId="2608218101" sldId="864"/>
            <ac:picMk id="14" creationId="{31F1CF8E-E6B0-0332-F601-2BD473001E82}"/>
          </ac:picMkLst>
        </pc:picChg>
      </pc:sldChg>
      <pc:sldChg chg="modSp add mod">
        <pc:chgData name="Daphne Economou" userId="d065a339-36cf-4937-af08-41751becbd81" providerId="ADAL" clId="{08550E9F-9207-4E3D-8F62-9700A476BA84}" dt="2024-11-11T19:10:03.215" v="375" actId="27636"/>
        <pc:sldMkLst>
          <pc:docMk/>
          <pc:sldMk cId="810908708" sldId="865"/>
        </pc:sldMkLst>
        <pc:spChg chg="mod">
          <ac:chgData name="Daphne Economou" userId="d065a339-36cf-4937-af08-41751becbd81" providerId="ADAL" clId="{08550E9F-9207-4E3D-8F62-9700A476BA84}" dt="2024-11-11T19:08:56.427" v="360" actId="20577"/>
          <ac:spMkLst>
            <pc:docMk/>
            <pc:sldMk cId="810908708" sldId="865"/>
            <ac:spMk id="2" creationId="{58EF661C-FA04-649F-0332-F70CB151D0C7}"/>
          </ac:spMkLst>
        </pc:spChg>
        <pc:spChg chg="mod">
          <ac:chgData name="Daphne Economou" userId="d065a339-36cf-4937-af08-41751becbd81" providerId="ADAL" clId="{08550E9F-9207-4E3D-8F62-9700A476BA84}" dt="2024-11-11T19:10:03.215" v="375" actId="27636"/>
          <ac:spMkLst>
            <pc:docMk/>
            <pc:sldMk cId="810908708" sldId="865"/>
            <ac:spMk id="3" creationId="{0AF0FC82-867B-F8AA-BBE7-89749FD0D24A}"/>
          </ac:spMkLst>
        </pc:spChg>
      </pc:sldChg>
      <pc:sldChg chg="modSp add mod ord">
        <pc:chgData name="Daphne Economou" userId="d065a339-36cf-4937-af08-41751becbd81" providerId="ADAL" clId="{08550E9F-9207-4E3D-8F62-9700A476BA84}" dt="2024-11-11T21:58:23.351" v="957" actId="962"/>
        <pc:sldMkLst>
          <pc:docMk/>
          <pc:sldMk cId="2957460609" sldId="866"/>
        </pc:sldMkLst>
        <pc:spChg chg="mod">
          <ac:chgData name="Daphne Economou" userId="d065a339-36cf-4937-af08-41751becbd81" providerId="ADAL" clId="{08550E9F-9207-4E3D-8F62-9700A476BA84}" dt="2024-11-11T19:02:36.053" v="304" actId="14100"/>
          <ac:spMkLst>
            <pc:docMk/>
            <pc:sldMk cId="2957460609" sldId="866"/>
            <ac:spMk id="7" creationId="{EE110750-E4ED-2260-9058-2236EECF0522}"/>
          </ac:spMkLst>
        </pc:spChg>
        <pc:spChg chg="mod">
          <ac:chgData name="Daphne Economou" userId="d065a339-36cf-4937-af08-41751becbd81" providerId="ADAL" clId="{08550E9F-9207-4E3D-8F62-9700A476BA84}" dt="2024-11-11T19:03:54.630" v="310" actId="403"/>
          <ac:spMkLst>
            <pc:docMk/>
            <pc:sldMk cId="2957460609" sldId="866"/>
            <ac:spMk id="8" creationId="{3F95BBC8-1F1F-359A-4734-EE187757643C}"/>
          </ac:spMkLst>
        </pc:spChg>
        <pc:picChg chg="mod">
          <ac:chgData name="Daphne Economou" userId="d065a339-36cf-4937-af08-41751becbd81" providerId="ADAL" clId="{08550E9F-9207-4E3D-8F62-9700A476BA84}" dt="2024-11-11T21:58:23.351" v="957" actId="962"/>
          <ac:picMkLst>
            <pc:docMk/>
            <pc:sldMk cId="2957460609" sldId="866"/>
            <ac:picMk id="6" creationId="{BAD7D86E-E664-DB83-6DBB-620D29380D87}"/>
          </ac:picMkLst>
        </pc:picChg>
      </pc:sldChg>
      <pc:sldChg chg="modSp new mod">
        <pc:chgData name="Daphne Economou" userId="d065a339-36cf-4937-af08-41751becbd81" providerId="ADAL" clId="{08550E9F-9207-4E3D-8F62-9700A476BA84}" dt="2024-11-11T20:58:44.421" v="622" actId="113"/>
        <pc:sldMkLst>
          <pc:docMk/>
          <pc:sldMk cId="1181643466" sldId="867"/>
        </pc:sldMkLst>
        <pc:spChg chg="mod">
          <ac:chgData name="Daphne Economou" userId="d065a339-36cf-4937-af08-41751becbd81" providerId="ADAL" clId="{08550E9F-9207-4E3D-8F62-9700A476BA84}" dt="2024-11-11T20:57:00.097" v="586" actId="108"/>
          <ac:spMkLst>
            <pc:docMk/>
            <pc:sldMk cId="1181643466" sldId="867"/>
            <ac:spMk id="2" creationId="{BB1CC9D4-029F-FDEA-1658-D1B4EF5EF5FB}"/>
          </ac:spMkLst>
        </pc:spChg>
        <pc:spChg chg="mod">
          <ac:chgData name="Daphne Economou" userId="d065a339-36cf-4937-af08-41751becbd81" providerId="ADAL" clId="{08550E9F-9207-4E3D-8F62-9700A476BA84}" dt="2024-11-11T20:58:44.421" v="622" actId="113"/>
          <ac:spMkLst>
            <pc:docMk/>
            <pc:sldMk cId="1181643466" sldId="867"/>
            <ac:spMk id="3" creationId="{06E98845-12F6-5B19-8BDD-7E632E2995C8}"/>
          </ac:spMkLst>
        </pc:spChg>
      </pc:sldChg>
      <pc:sldChg chg="modSp new mod">
        <pc:chgData name="Daphne Economou" userId="d065a339-36cf-4937-af08-41751becbd81" providerId="ADAL" clId="{08550E9F-9207-4E3D-8F62-9700A476BA84}" dt="2024-11-11T21:13:54.419" v="726"/>
        <pc:sldMkLst>
          <pc:docMk/>
          <pc:sldMk cId="1423986491" sldId="868"/>
        </pc:sldMkLst>
        <pc:spChg chg="mod">
          <ac:chgData name="Daphne Economou" userId="d065a339-36cf-4937-af08-41751becbd81" providerId="ADAL" clId="{08550E9F-9207-4E3D-8F62-9700A476BA84}" dt="2024-11-11T21:05:40.888" v="685" actId="20577"/>
          <ac:spMkLst>
            <pc:docMk/>
            <pc:sldMk cId="1423986491" sldId="868"/>
            <ac:spMk id="2" creationId="{3B15AAF5-838E-3871-03CE-77200712B37E}"/>
          </ac:spMkLst>
        </pc:spChg>
        <pc:spChg chg="mod">
          <ac:chgData name="Daphne Economou" userId="d065a339-36cf-4937-af08-41751becbd81" providerId="ADAL" clId="{08550E9F-9207-4E3D-8F62-9700A476BA84}" dt="2024-11-11T21:13:54.419" v="726"/>
          <ac:spMkLst>
            <pc:docMk/>
            <pc:sldMk cId="1423986491" sldId="868"/>
            <ac:spMk id="3" creationId="{8A769266-B0F0-EE62-B291-CF2C9E045858}"/>
          </ac:spMkLst>
        </pc:spChg>
      </pc:sldChg>
      <pc:sldMasterChg chg="modSldLayout">
        <pc:chgData name="Daphne Economou" userId="d065a339-36cf-4937-af08-41751becbd81" providerId="ADAL" clId="{08550E9F-9207-4E3D-8F62-9700A476BA84}" dt="2024-11-11T21:54:23.553" v="956" actId="6549"/>
        <pc:sldMasterMkLst>
          <pc:docMk/>
          <pc:sldMasterMk cId="0" sldId="2147483768"/>
        </pc:sldMasterMkLst>
        <pc:sldLayoutChg chg="modSp mod">
          <pc:chgData name="Daphne Economou" userId="d065a339-36cf-4937-af08-41751becbd81" providerId="ADAL" clId="{08550E9F-9207-4E3D-8F62-9700A476BA84}" dt="2024-11-11T21:53:35.380" v="936" actId="20577"/>
          <pc:sldLayoutMkLst>
            <pc:docMk/>
            <pc:sldMasterMk cId="0" sldId="2147483768"/>
            <pc:sldLayoutMk cId="0" sldId="2147483770"/>
          </pc:sldLayoutMkLst>
          <pc:spChg chg="mod">
            <ac:chgData name="Daphne Economou" userId="d065a339-36cf-4937-af08-41751becbd81" providerId="ADAL" clId="{08550E9F-9207-4E3D-8F62-9700A476BA84}" dt="2024-11-11T21:53:35.380" v="936"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08550E9F-9207-4E3D-8F62-9700A476BA84}" dt="2024-11-11T21:53:40.572" v="938" actId="20577"/>
          <pc:sldLayoutMkLst>
            <pc:docMk/>
            <pc:sldMasterMk cId="0" sldId="2147483768"/>
            <pc:sldLayoutMk cId="0" sldId="2147483771"/>
          </pc:sldLayoutMkLst>
          <pc:spChg chg="mod">
            <ac:chgData name="Daphne Economou" userId="d065a339-36cf-4937-af08-41751becbd81" providerId="ADAL" clId="{08550E9F-9207-4E3D-8F62-9700A476BA84}" dt="2024-11-11T21:53:40.572" v="938"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08550E9F-9207-4E3D-8F62-9700A476BA84}" dt="2024-11-11T21:53:45.242" v="940" actId="20577"/>
          <pc:sldLayoutMkLst>
            <pc:docMk/>
            <pc:sldMasterMk cId="0" sldId="2147483768"/>
            <pc:sldLayoutMk cId="0" sldId="2147483772"/>
          </pc:sldLayoutMkLst>
          <pc:spChg chg="mod">
            <ac:chgData name="Daphne Economou" userId="d065a339-36cf-4937-af08-41751becbd81" providerId="ADAL" clId="{08550E9F-9207-4E3D-8F62-9700A476BA84}" dt="2024-11-11T21:53:45.242" v="940"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08550E9F-9207-4E3D-8F62-9700A476BA84}" dt="2024-11-11T21:53:50.710" v="942" actId="20577"/>
          <pc:sldLayoutMkLst>
            <pc:docMk/>
            <pc:sldMasterMk cId="0" sldId="2147483768"/>
            <pc:sldLayoutMk cId="0" sldId="2147483773"/>
          </pc:sldLayoutMkLst>
          <pc:spChg chg="mod">
            <ac:chgData name="Daphne Economou" userId="d065a339-36cf-4937-af08-41751becbd81" providerId="ADAL" clId="{08550E9F-9207-4E3D-8F62-9700A476BA84}" dt="2024-11-11T21:53:50.710" v="942"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08550E9F-9207-4E3D-8F62-9700A476BA84}" dt="2024-11-11T21:53:54.976" v="944" actId="20577"/>
          <pc:sldLayoutMkLst>
            <pc:docMk/>
            <pc:sldMasterMk cId="0" sldId="2147483768"/>
            <pc:sldLayoutMk cId="0" sldId="2147483774"/>
          </pc:sldLayoutMkLst>
          <pc:spChg chg="mod">
            <ac:chgData name="Daphne Economou" userId="d065a339-36cf-4937-af08-41751becbd81" providerId="ADAL" clId="{08550E9F-9207-4E3D-8F62-9700A476BA84}" dt="2024-11-11T21:53:54.976" v="944"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08550E9F-9207-4E3D-8F62-9700A476BA84}" dt="2024-11-11T21:54:00.087" v="946" actId="20577"/>
          <pc:sldLayoutMkLst>
            <pc:docMk/>
            <pc:sldMasterMk cId="0" sldId="2147483768"/>
            <pc:sldLayoutMk cId="0" sldId="2147483775"/>
          </pc:sldLayoutMkLst>
          <pc:spChg chg="mod">
            <ac:chgData name="Daphne Economou" userId="d065a339-36cf-4937-af08-41751becbd81" providerId="ADAL" clId="{08550E9F-9207-4E3D-8F62-9700A476BA84}" dt="2024-11-11T21:54:00.087" v="946"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08550E9F-9207-4E3D-8F62-9700A476BA84}" dt="2024-11-11T21:54:04.946" v="948" actId="20577"/>
          <pc:sldLayoutMkLst>
            <pc:docMk/>
            <pc:sldMasterMk cId="0" sldId="2147483768"/>
            <pc:sldLayoutMk cId="0" sldId="2147483776"/>
          </pc:sldLayoutMkLst>
          <pc:spChg chg="mod">
            <ac:chgData name="Daphne Economou" userId="d065a339-36cf-4937-af08-41751becbd81" providerId="ADAL" clId="{08550E9F-9207-4E3D-8F62-9700A476BA84}" dt="2024-11-11T21:54:04.946" v="948"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08550E9F-9207-4E3D-8F62-9700A476BA84}" dt="2024-11-11T21:54:08.820" v="950" actId="20577"/>
          <pc:sldLayoutMkLst>
            <pc:docMk/>
            <pc:sldMasterMk cId="0" sldId="2147483768"/>
            <pc:sldLayoutMk cId="0" sldId="2147483777"/>
          </pc:sldLayoutMkLst>
          <pc:spChg chg="mod">
            <ac:chgData name="Daphne Economou" userId="d065a339-36cf-4937-af08-41751becbd81" providerId="ADAL" clId="{08550E9F-9207-4E3D-8F62-9700A476BA84}" dt="2024-11-11T21:54:08.820" v="950"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08550E9F-9207-4E3D-8F62-9700A476BA84}" dt="2024-11-11T21:54:13.040" v="952" actId="20577"/>
          <pc:sldLayoutMkLst>
            <pc:docMk/>
            <pc:sldMasterMk cId="0" sldId="2147483768"/>
            <pc:sldLayoutMk cId="0" sldId="2147483778"/>
          </pc:sldLayoutMkLst>
          <pc:spChg chg="mod">
            <ac:chgData name="Daphne Economou" userId="d065a339-36cf-4937-af08-41751becbd81" providerId="ADAL" clId="{08550E9F-9207-4E3D-8F62-9700A476BA84}" dt="2024-11-11T21:54:13.040" v="952"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08550E9F-9207-4E3D-8F62-9700A476BA84}" dt="2024-11-11T21:54:23.553" v="956" actId="6549"/>
          <pc:sldLayoutMkLst>
            <pc:docMk/>
            <pc:sldMasterMk cId="0" sldId="2147483768"/>
            <pc:sldLayoutMk cId="0" sldId="2147483779"/>
          </pc:sldLayoutMkLst>
          <pc:spChg chg="mod">
            <ac:chgData name="Daphne Economou" userId="d065a339-36cf-4937-af08-41751becbd81" providerId="ADAL" clId="{08550E9F-9207-4E3D-8F62-9700A476BA84}" dt="2024-11-11T21:54:23.553" v="956" actId="6549"/>
            <ac:spMkLst>
              <pc:docMk/>
              <pc:sldMasterMk cId="0" sldId="2147483768"/>
              <pc:sldLayoutMk cId="0" sldId="2147483779"/>
              <ac:spMk id="6" creationId="{00000000-0000-0000-0000-000000000000}"/>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45A99F-CD60-4BD8-BDB5-625B794AAEA8}" type="doc">
      <dgm:prSet loTypeId="urn:microsoft.com/office/officeart/2005/8/layout/vList5" loCatId="list" qsTypeId="urn:microsoft.com/office/officeart/2005/8/quickstyle/simple1" qsCatId="simple" csTypeId="urn:microsoft.com/office/officeart/2005/8/colors/accent2_5" csCatId="accent2" phldr="1"/>
      <dgm:spPr/>
      <dgm:t>
        <a:bodyPr/>
        <a:lstStyle/>
        <a:p>
          <a:endParaRPr lang="en-GB"/>
        </a:p>
      </dgm:t>
    </dgm:pt>
    <dgm:pt modelId="{02969D48-9B53-4AD6-B644-A0ABE3B28840}">
      <dgm:prSet phldrT="[Text]" custT="1"/>
      <dgm:spPr/>
      <dgm:t>
        <a:bodyPr/>
        <a:lstStyle/>
        <a:p>
          <a:pPr>
            <a:buNone/>
          </a:pPr>
          <a:r>
            <a:rPr lang="en-GB" sz="2000" dirty="0">
              <a:solidFill>
                <a:schemeClr val="tx2">
                  <a:lumMod val="50000"/>
                </a:schemeClr>
              </a:solidFill>
            </a:rPr>
            <a:t>Write the hypotheses and plan the research design</a:t>
          </a:r>
        </a:p>
      </dgm:t>
    </dgm:pt>
    <dgm:pt modelId="{06571621-473D-4833-BC9B-D3CD771D3D91}" type="parTrans" cxnId="{D184DC45-B187-4DEC-B7D5-74517C748273}">
      <dgm:prSet/>
      <dgm:spPr/>
      <dgm:t>
        <a:bodyPr/>
        <a:lstStyle/>
        <a:p>
          <a:endParaRPr lang="en-GB" sz="2000">
            <a:solidFill>
              <a:schemeClr val="tx2">
                <a:lumMod val="50000"/>
              </a:schemeClr>
            </a:solidFill>
          </a:endParaRPr>
        </a:p>
      </dgm:t>
    </dgm:pt>
    <dgm:pt modelId="{3B0921B3-1E69-4281-B754-84D58F7BF02A}" type="sibTrans" cxnId="{D184DC45-B187-4DEC-B7D5-74517C748273}">
      <dgm:prSet/>
      <dgm:spPr/>
      <dgm:t>
        <a:bodyPr/>
        <a:lstStyle/>
        <a:p>
          <a:endParaRPr lang="en-GB" sz="2000">
            <a:solidFill>
              <a:schemeClr val="tx2">
                <a:lumMod val="50000"/>
              </a:schemeClr>
            </a:solidFill>
          </a:endParaRPr>
        </a:p>
      </dgm:t>
    </dgm:pt>
    <dgm:pt modelId="{AC9FCA3A-953E-405A-B28B-896946219A89}">
      <dgm:prSet phldrT="[Text]" custT="1"/>
      <dgm:spPr/>
      <dgm:t>
        <a:bodyPr/>
        <a:lstStyle/>
        <a:p>
          <a:r>
            <a:rPr lang="en-GB" sz="2000" dirty="0">
              <a:solidFill>
                <a:schemeClr val="tx2">
                  <a:lumMod val="50000"/>
                </a:schemeClr>
              </a:solidFill>
            </a:rPr>
            <a:t>Step 2</a:t>
          </a:r>
        </a:p>
      </dgm:t>
    </dgm:pt>
    <dgm:pt modelId="{51D9B2B4-86C7-49E9-8096-3D514465A2AB}" type="parTrans" cxnId="{DDA5E59A-D7EF-479A-BE27-2489BE54652E}">
      <dgm:prSet/>
      <dgm:spPr/>
      <dgm:t>
        <a:bodyPr/>
        <a:lstStyle/>
        <a:p>
          <a:endParaRPr lang="en-GB" sz="2000">
            <a:solidFill>
              <a:schemeClr val="tx2">
                <a:lumMod val="50000"/>
              </a:schemeClr>
            </a:solidFill>
          </a:endParaRPr>
        </a:p>
      </dgm:t>
    </dgm:pt>
    <dgm:pt modelId="{5404A96E-18C3-4BB8-A78F-5F62C568FC72}" type="sibTrans" cxnId="{DDA5E59A-D7EF-479A-BE27-2489BE54652E}">
      <dgm:prSet/>
      <dgm:spPr/>
      <dgm:t>
        <a:bodyPr/>
        <a:lstStyle/>
        <a:p>
          <a:endParaRPr lang="en-GB" sz="2000">
            <a:solidFill>
              <a:schemeClr val="tx2">
                <a:lumMod val="50000"/>
              </a:schemeClr>
            </a:solidFill>
          </a:endParaRPr>
        </a:p>
      </dgm:t>
    </dgm:pt>
    <dgm:pt modelId="{35731D66-BF6A-4AFB-9582-F6F411980257}">
      <dgm:prSet phldrT="[Text]" custT="1"/>
      <dgm:spPr/>
      <dgm:t>
        <a:bodyPr/>
        <a:lstStyle/>
        <a:p>
          <a:r>
            <a:rPr lang="en-GB" sz="2000">
              <a:solidFill>
                <a:schemeClr val="tx2">
                  <a:lumMod val="50000"/>
                </a:schemeClr>
              </a:solidFill>
            </a:rPr>
            <a:t>Step 1</a:t>
          </a:r>
          <a:endParaRPr lang="en-GB" sz="2000" dirty="0">
            <a:solidFill>
              <a:schemeClr val="tx2">
                <a:lumMod val="50000"/>
              </a:schemeClr>
            </a:solidFill>
          </a:endParaRPr>
        </a:p>
      </dgm:t>
    </dgm:pt>
    <dgm:pt modelId="{854CAE67-D1A0-4FA2-AAC7-499BD71560D1}" type="parTrans" cxnId="{1F320A1E-FC4A-4F04-9500-24EAB0FE5826}">
      <dgm:prSet/>
      <dgm:spPr/>
      <dgm:t>
        <a:bodyPr/>
        <a:lstStyle/>
        <a:p>
          <a:endParaRPr lang="en-GB" sz="2000">
            <a:solidFill>
              <a:schemeClr val="tx2">
                <a:lumMod val="50000"/>
              </a:schemeClr>
            </a:solidFill>
          </a:endParaRPr>
        </a:p>
      </dgm:t>
    </dgm:pt>
    <dgm:pt modelId="{97F435A6-9249-4E91-8299-C88D7411D9AE}" type="sibTrans" cxnId="{1F320A1E-FC4A-4F04-9500-24EAB0FE5826}">
      <dgm:prSet/>
      <dgm:spPr/>
      <dgm:t>
        <a:bodyPr/>
        <a:lstStyle/>
        <a:p>
          <a:endParaRPr lang="en-GB" sz="2000">
            <a:solidFill>
              <a:schemeClr val="tx2">
                <a:lumMod val="50000"/>
              </a:schemeClr>
            </a:solidFill>
          </a:endParaRPr>
        </a:p>
      </dgm:t>
    </dgm:pt>
    <dgm:pt modelId="{D3DA51AB-6499-4618-998D-9277C7E3E8EB}">
      <dgm:prSet custT="1"/>
      <dgm:spPr/>
      <dgm:t>
        <a:bodyPr/>
        <a:lstStyle/>
        <a:p>
          <a:r>
            <a:rPr lang="en-GB" sz="2000">
              <a:solidFill>
                <a:schemeClr val="tx2">
                  <a:lumMod val="50000"/>
                </a:schemeClr>
              </a:solidFill>
            </a:rPr>
            <a:t>Step 3</a:t>
          </a:r>
          <a:endParaRPr lang="en-GB" sz="2000" dirty="0">
            <a:solidFill>
              <a:schemeClr val="tx2">
                <a:lumMod val="50000"/>
              </a:schemeClr>
            </a:solidFill>
          </a:endParaRPr>
        </a:p>
      </dgm:t>
    </dgm:pt>
    <dgm:pt modelId="{4CC04F73-2EFF-4A68-8503-B936DFBD8907}" type="parTrans" cxnId="{A8664702-1D3E-493F-A840-D021A976D388}">
      <dgm:prSet/>
      <dgm:spPr/>
      <dgm:t>
        <a:bodyPr/>
        <a:lstStyle/>
        <a:p>
          <a:endParaRPr lang="en-GB" sz="2000">
            <a:solidFill>
              <a:schemeClr val="tx2">
                <a:lumMod val="50000"/>
              </a:schemeClr>
            </a:solidFill>
          </a:endParaRPr>
        </a:p>
      </dgm:t>
    </dgm:pt>
    <dgm:pt modelId="{D908AFAA-F726-4BBA-AF91-8B0D3FCDF8AD}" type="sibTrans" cxnId="{A8664702-1D3E-493F-A840-D021A976D388}">
      <dgm:prSet/>
      <dgm:spPr/>
      <dgm:t>
        <a:bodyPr/>
        <a:lstStyle/>
        <a:p>
          <a:endParaRPr lang="en-GB" sz="2000">
            <a:solidFill>
              <a:schemeClr val="tx2">
                <a:lumMod val="50000"/>
              </a:schemeClr>
            </a:solidFill>
          </a:endParaRPr>
        </a:p>
      </dgm:t>
    </dgm:pt>
    <dgm:pt modelId="{3E938215-CFF8-4D18-95CE-E8176C16F348}">
      <dgm:prSet custT="1"/>
      <dgm:spPr/>
      <dgm:t>
        <a:bodyPr/>
        <a:lstStyle/>
        <a:p>
          <a:r>
            <a:rPr lang="en-GB" sz="2000">
              <a:solidFill>
                <a:schemeClr val="tx2">
                  <a:lumMod val="50000"/>
                </a:schemeClr>
              </a:solidFill>
            </a:rPr>
            <a:t>Step 4</a:t>
          </a:r>
          <a:endParaRPr lang="en-GB" sz="2000" dirty="0">
            <a:solidFill>
              <a:schemeClr val="tx2">
                <a:lumMod val="50000"/>
              </a:schemeClr>
            </a:solidFill>
          </a:endParaRPr>
        </a:p>
      </dgm:t>
    </dgm:pt>
    <dgm:pt modelId="{69647BDB-B945-4BAE-8C54-449F03C8DA8B}" type="parTrans" cxnId="{F0360A8A-9385-4AAE-B564-7EED5AFA04C6}">
      <dgm:prSet/>
      <dgm:spPr/>
      <dgm:t>
        <a:bodyPr/>
        <a:lstStyle/>
        <a:p>
          <a:endParaRPr lang="en-GB" sz="2000">
            <a:solidFill>
              <a:schemeClr val="tx2">
                <a:lumMod val="50000"/>
              </a:schemeClr>
            </a:solidFill>
          </a:endParaRPr>
        </a:p>
      </dgm:t>
    </dgm:pt>
    <dgm:pt modelId="{FDEED123-848F-4155-9AE3-48A130A2D1E1}" type="sibTrans" cxnId="{F0360A8A-9385-4AAE-B564-7EED5AFA04C6}">
      <dgm:prSet/>
      <dgm:spPr/>
      <dgm:t>
        <a:bodyPr/>
        <a:lstStyle/>
        <a:p>
          <a:endParaRPr lang="en-GB" sz="2000">
            <a:solidFill>
              <a:schemeClr val="tx2">
                <a:lumMod val="50000"/>
              </a:schemeClr>
            </a:solidFill>
          </a:endParaRPr>
        </a:p>
      </dgm:t>
    </dgm:pt>
    <dgm:pt modelId="{06E9F6F3-EEE8-470F-A384-1998AB28B760}">
      <dgm:prSet custT="1"/>
      <dgm:spPr/>
      <dgm:t>
        <a:bodyPr/>
        <a:lstStyle/>
        <a:p>
          <a:r>
            <a:rPr lang="en-GB" sz="2000">
              <a:solidFill>
                <a:schemeClr val="tx2">
                  <a:lumMod val="50000"/>
                </a:schemeClr>
              </a:solidFill>
            </a:rPr>
            <a:t>Step 5</a:t>
          </a:r>
          <a:endParaRPr lang="en-GB" sz="2000" dirty="0">
            <a:solidFill>
              <a:schemeClr val="tx2">
                <a:lumMod val="50000"/>
              </a:schemeClr>
            </a:solidFill>
          </a:endParaRPr>
        </a:p>
      </dgm:t>
    </dgm:pt>
    <dgm:pt modelId="{0D0702A8-0B9B-4FA1-8727-B5B6D66C0C29}" type="parTrans" cxnId="{C59D876A-ED80-4F54-86C8-57539FE94471}">
      <dgm:prSet/>
      <dgm:spPr/>
      <dgm:t>
        <a:bodyPr/>
        <a:lstStyle/>
        <a:p>
          <a:endParaRPr lang="en-GB" sz="2000">
            <a:solidFill>
              <a:schemeClr val="tx2">
                <a:lumMod val="50000"/>
              </a:schemeClr>
            </a:solidFill>
          </a:endParaRPr>
        </a:p>
      </dgm:t>
    </dgm:pt>
    <dgm:pt modelId="{2B005265-0A95-47B1-BE52-46944B447F07}" type="sibTrans" cxnId="{C59D876A-ED80-4F54-86C8-57539FE94471}">
      <dgm:prSet/>
      <dgm:spPr/>
      <dgm:t>
        <a:bodyPr/>
        <a:lstStyle/>
        <a:p>
          <a:endParaRPr lang="en-GB" sz="2000">
            <a:solidFill>
              <a:schemeClr val="tx2">
                <a:lumMod val="50000"/>
              </a:schemeClr>
            </a:solidFill>
          </a:endParaRPr>
        </a:p>
      </dgm:t>
    </dgm:pt>
    <dgm:pt modelId="{4E66E87F-779A-4545-98F5-914766EDA597}">
      <dgm:prSet phldrT="[Text]" custT="1"/>
      <dgm:spPr/>
      <dgm:t>
        <a:bodyPr/>
        <a:lstStyle/>
        <a:p>
          <a:pPr>
            <a:buNone/>
          </a:pPr>
          <a:r>
            <a:rPr lang="en-GB" sz="2000" dirty="0">
              <a:solidFill>
                <a:schemeClr val="tx2">
                  <a:lumMod val="50000"/>
                </a:schemeClr>
              </a:solidFill>
            </a:rPr>
            <a:t>Collect data from a sample</a:t>
          </a:r>
        </a:p>
      </dgm:t>
    </dgm:pt>
    <dgm:pt modelId="{C176BCC9-500B-41B1-9737-3C51083CC126}" type="parTrans" cxnId="{95ED22BE-643C-41D9-98AA-21B97ABCEE28}">
      <dgm:prSet/>
      <dgm:spPr/>
      <dgm:t>
        <a:bodyPr/>
        <a:lstStyle/>
        <a:p>
          <a:endParaRPr lang="en-GB" sz="2000">
            <a:solidFill>
              <a:schemeClr val="tx2">
                <a:lumMod val="50000"/>
              </a:schemeClr>
            </a:solidFill>
          </a:endParaRPr>
        </a:p>
      </dgm:t>
    </dgm:pt>
    <dgm:pt modelId="{62F60B0D-62BA-469E-BB49-26AAE7E9C899}" type="sibTrans" cxnId="{95ED22BE-643C-41D9-98AA-21B97ABCEE28}">
      <dgm:prSet/>
      <dgm:spPr/>
      <dgm:t>
        <a:bodyPr/>
        <a:lstStyle/>
        <a:p>
          <a:endParaRPr lang="en-GB" sz="2000">
            <a:solidFill>
              <a:schemeClr val="tx2">
                <a:lumMod val="50000"/>
              </a:schemeClr>
            </a:solidFill>
          </a:endParaRPr>
        </a:p>
      </dgm:t>
    </dgm:pt>
    <dgm:pt modelId="{4FEBF099-E804-4207-B9B3-BBD2AC88AA6B}">
      <dgm:prSet custT="1"/>
      <dgm:spPr/>
      <dgm:t>
        <a:bodyPr/>
        <a:lstStyle/>
        <a:p>
          <a:pPr marL="0" indent="0">
            <a:buNone/>
          </a:pPr>
          <a:r>
            <a:rPr lang="en-GB" sz="2000" dirty="0">
              <a:solidFill>
                <a:schemeClr val="tx2">
                  <a:lumMod val="50000"/>
                </a:schemeClr>
              </a:solidFill>
            </a:rPr>
            <a:t>Clean the data, organise the data and summarise the data with descriptive statistics</a:t>
          </a:r>
        </a:p>
      </dgm:t>
    </dgm:pt>
    <dgm:pt modelId="{1401E604-AD21-431F-91E5-2B2591016588}" type="parTrans" cxnId="{B67C9620-F572-47BB-AD82-F0459D884C0D}">
      <dgm:prSet/>
      <dgm:spPr/>
      <dgm:t>
        <a:bodyPr/>
        <a:lstStyle/>
        <a:p>
          <a:endParaRPr lang="en-GB" sz="2000">
            <a:solidFill>
              <a:schemeClr val="tx2">
                <a:lumMod val="50000"/>
              </a:schemeClr>
            </a:solidFill>
          </a:endParaRPr>
        </a:p>
      </dgm:t>
    </dgm:pt>
    <dgm:pt modelId="{DC922475-88CF-4542-B913-1C84F9F4C23E}" type="sibTrans" cxnId="{B67C9620-F572-47BB-AD82-F0459D884C0D}">
      <dgm:prSet/>
      <dgm:spPr/>
      <dgm:t>
        <a:bodyPr/>
        <a:lstStyle/>
        <a:p>
          <a:endParaRPr lang="en-GB" sz="2000">
            <a:solidFill>
              <a:schemeClr val="tx2">
                <a:lumMod val="50000"/>
              </a:schemeClr>
            </a:solidFill>
          </a:endParaRPr>
        </a:p>
      </dgm:t>
    </dgm:pt>
    <dgm:pt modelId="{6DA7DC95-34AC-435E-B569-DC952A276171}">
      <dgm:prSet custT="1"/>
      <dgm:spPr/>
      <dgm:t>
        <a:bodyPr/>
        <a:lstStyle/>
        <a:p>
          <a:pPr marL="0" indent="0">
            <a:buNone/>
          </a:pPr>
          <a:r>
            <a:rPr lang="en-GB" sz="2000" dirty="0">
              <a:solidFill>
                <a:schemeClr val="tx2">
                  <a:lumMod val="50000"/>
                </a:schemeClr>
              </a:solidFill>
            </a:rPr>
            <a:t>Choose a statistical test to evaluate the hypothesis or make estimates with inferential statistics</a:t>
          </a:r>
        </a:p>
      </dgm:t>
    </dgm:pt>
    <dgm:pt modelId="{BF16776A-3E4B-4ECD-9D8B-C8B0A7C199BB}" type="parTrans" cxnId="{4250F40B-5BED-4F67-AC58-D5F311AA09F3}">
      <dgm:prSet/>
      <dgm:spPr/>
      <dgm:t>
        <a:bodyPr/>
        <a:lstStyle/>
        <a:p>
          <a:endParaRPr lang="en-GB" sz="2000">
            <a:solidFill>
              <a:schemeClr val="tx2">
                <a:lumMod val="50000"/>
              </a:schemeClr>
            </a:solidFill>
          </a:endParaRPr>
        </a:p>
      </dgm:t>
    </dgm:pt>
    <dgm:pt modelId="{092395D8-2106-4F71-9B91-FA546C5E3D9F}" type="sibTrans" cxnId="{4250F40B-5BED-4F67-AC58-D5F311AA09F3}">
      <dgm:prSet/>
      <dgm:spPr/>
      <dgm:t>
        <a:bodyPr/>
        <a:lstStyle/>
        <a:p>
          <a:endParaRPr lang="en-GB" sz="2000">
            <a:solidFill>
              <a:schemeClr val="tx2">
                <a:lumMod val="50000"/>
              </a:schemeClr>
            </a:solidFill>
          </a:endParaRPr>
        </a:p>
      </dgm:t>
    </dgm:pt>
    <dgm:pt modelId="{787DCFE9-281D-4021-9771-F90B59DF180E}">
      <dgm:prSet custT="1"/>
      <dgm:spPr/>
      <dgm:t>
        <a:bodyPr/>
        <a:lstStyle/>
        <a:p>
          <a:pPr>
            <a:buNone/>
          </a:pPr>
          <a:r>
            <a:rPr lang="en-GB" sz="2000">
              <a:solidFill>
                <a:schemeClr val="tx2">
                  <a:lumMod val="50000"/>
                </a:schemeClr>
              </a:solidFill>
            </a:rPr>
            <a:t>Interpret the results</a:t>
          </a:r>
          <a:endParaRPr lang="en-GB" sz="2000" dirty="0">
            <a:solidFill>
              <a:schemeClr val="tx2">
                <a:lumMod val="50000"/>
              </a:schemeClr>
            </a:solidFill>
          </a:endParaRPr>
        </a:p>
      </dgm:t>
    </dgm:pt>
    <dgm:pt modelId="{EC3EA149-637B-4091-9105-479505443BA5}" type="parTrans" cxnId="{1D70527B-65E8-4907-BA5F-E746ED51D421}">
      <dgm:prSet/>
      <dgm:spPr/>
      <dgm:t>
        <a:bodyPr/>
        <a:lstStyle/>
        <a:p>
          <a:endParaRPr lang="en-GB" sz="2000">
            <a:solidFill>
              <a:schemeClr val="tx2">
                <a:lumMod val="50000"/>
              </a:schemeClr>
            </a:solidFill>
          </a:endParaRPr>
        </a:p>
      </dgm:t>
    </dgm:pt>
    <dgm:pt modelId="{AA172623-FBE3-4F74-9FD9-423BD1CE4669}" type="sibTrans" cxnId="{1D70527B-65E8-4907-BA5F-E746ED51D421}">
      <dgm:prSet/>
      <dgm:spPr/>
      <dgm:t>
        <a:bodyPr/>
        <a:lstStyle/>
        <a:p>
          <a:endParaRPr lang="en-GB" sz="2000">
            <a:solidFill>
              <a:schemeClr val="tx2">
                <a:lumMod val="50000"/>
              </a:schemeClr>
            </a:solidFill>
          </a:endParaRPr>
        </a:p>
      </dgm:t>
    </dgm:pt>
    <dgm:pt modelId="{79E3EAE3-8862-4AB9-A914-CBE521B113A1}" type="pres">
      <dgm:prSet presAssocID="{3A45A99F-CD60-4BD8-BDB5-625B794AAEA8}" presName="Name0" presStyleCnt="0">
        <dgm:presLayoutVars>
          <dgm:dir/>
          <dgm:animLvl val="lvl"/>
          <dgm:resizeHandles val="exact"/>
        </dgm:presLayoutVars>
      </dgm:prSet>
      <dgm:spPr/>
    </dgm:pt>
    <dgm:pt modelId="{CD672112-1197-4B46-9DB6-6B96040F0BD2}" type="pres">
      <dgm:prSet presAssocID="{35731D66-BF6A-4AFB-9582-F6F411980257}" presName="linNode" presStyleCnt="0"/>
      <dgm:spPr/>
    </dgm:pt>
    <dgm:pt modelId="{9542C22F-D7FE-404B-92ED-1B7222B53581}" type="pres">
      <dgm:prSet presAssocID="{35731D66-BF6A-4AFB-9582-F6F411980257}" presName="parentText" presStyleLbl="node1" presStyleIdx="0" presStyleCnt="5" custScaleX="41612" custLinFactNeighborX="-14129">
        <dgm:presLayoutVars>
          <dgm:chMax val="1"/>
          <dgm:bulletEnabled val="1"/>
        </dgm:presLayoutVars>
      </dgm:prSet>
      <dgm:spPr/>
    </dgm:pt>
    <dgm:pt modelId="{6E08ECF4-B595-425D-B8D8-1DF35DC7DC23}" type="pres">
      <dgm:prSet presAssocID="{35731D66-BF6A-4AFB-9582-F6F411980257}" presName="descendantText" presStyleLbl="alignAccFollowNode1" presStyleIdx="0" presStyleCnt="5" custScaleX="127573">
        <dgm:presLayoutVars>
          <dgm:bulletEnabled val="1"/>
        </dgm:presLayoutVars>
      </dgm:prSet>
      <dgm:spPr/>
    </dgm:pt>
    <dgm:pt modelId="{DBACAA55-8016-438C-9D33-AABBE6DCDB63}" type="pres">
      <dgm:prSet presAssocID="{97F435A6-9249-4E91-8299-C88D7411D9AE}" presName="sp" presStyleCnt="0"/>
      <dgm:spPr/>
    </dgm:pt>
    <dgm:pt modelId="{AA9E40A0-E43A-461D-8237-869AC4981E8A}" type="pres">
      <dgm:prSet presAssocID="{AC9FCA3A-953E-405A-B28B-896946219A89}" presName="linNode" presStyleCnt="0"/>
      <dgm:spPr/>
    </dgm:pt>
    <dgm:pt modelId="{D2099B17-25E6-4CB2-B1DA-B148A87DF2B6}" type="pres">
      <dgm:prSet presAssocID="{AC9FCA3A-953E-405A-B28B-896946219A89}" presName="parentText" presStyleLbl="node1" presStyleIdx="1" presStyleCnt="5" custScaleX="41612" custLinFactNeighborX="-14129">
        <dgm:presLayoutVars>
          <dgm:chMax val="1"/>
          <dgm:bulletEnabled val="1"/>
        </dgm:presLayoutVars>
      </dgm:prSet>
      <dgm:spPr/>
    </dgm:pt>
    <dgm:pt modelId="{13D3AC2A-CAE7-4340-8B02-6C91DA8A9122}" type="pres">
      <dgm:prSet presAssocID="{AC9FCA3A-953E-405A-B28B-896946219A89}" presName="descendantText" presStyleLbl="alignAccFollowNode1" presStyleIdx="1" presStyleCnt="5" custScaleX="127573">
        <dgm:presLayoutVars>
          <dgm:bulletEnabled val="1"/>
        </dgm:presLayoutVars>
      </dgm:prSet>
      <dgm:spPr/>
    </dgm:pt>
    <dgm:pt modelId="{8AD25D66-6FD6-4C08-BDA7-B241E3B24111}" type="pres">
      <dgm:prSet presAssocID="{5404A96E-18C3-4BB8-A78F-5F62C568FC72}" presName="sp" presStyleCnt="0"/>
      <dgm:spPr/>
    </dgm:pt>
    <dgm:pt modelId="{ABD24E05-D47E-47E5-B781-8704ADBEE991}" type="pres">
      <dgm:prSet presAssocID="{D3DA51AB-6499-4618-998D-9277C7E3E8EB}" presName="linNode" presStyleCnt="0"/>
      <dgm:spPr/>
    </dgm:pt>
    <dgm:pt modelId="{D7DB9BE5-FFF0-493B-AB74-38BDCB4D234D}" type="pres">
      <dgm:prSet presAssocID="{D3DA51AB-6499-4618-998D-9277C7E3E8EB}" presName="parentText" presStyleLbl="node1" presStyleIdx="2" presStyleCnt="5" custScaleX="41612" custLinFactNeighborX="-14129">
        <dgm:presLayoutVars>
          <dgm:chMax val="1"/>
          <dgm:bulletEnabled val="1"/>
        </dgm:presLayoutVars>
      </dgm:prSet>
      <dgm:spPr/>
    </dgm:pt>
    <dgm:pt modelId="{AAD0BAB0-15EC-4CB5-A9CE-C455DE6916E6}" type="pres">
      <dgm:prSet presAssocID="{D3DA51AB-6499-4618-998D-9277C7E3E8EB}" presName="descendantText" presStyleLbl="alignAccFollowNode1" presStyleIdx="2" presStyleCnt="5" custScaleX="127573">
        <dgm:presLayoutVars>
          <dgm:bulletEnabled val="1"/>
        </dgm:presLayoutVars>
      </dgm:prSet>
      <dgm:spPr/>
    </dgm:pt>
    <dgm:pt modelId="{63691D9E-94D0-4908-80A7-CC68FF8C0E98}" type="pres">
      <dgm:prSet presAssocID="{D908AFAA-F726-4BBA-AF91-8B0D3FCDF8AD}" presName="sp" presStyleCnt="0"/>
      <dgm:spPr/>
    </dgm:pt>
    <dgm:pt modelId="{22253EB6-32EF-48BD-883B-52455A2F83D7}" type="pres">
      <dgm:prSet presAssocID="{3E938215-CFF8-4D18-95CE-E8176C16F348}" presName="linNode" presStyleCnt="0"/>
      <dgm:spPr/>
    </dgm:pt>
    <dgm:pt modelId="{9172AAA1-008A-470A-81D4-A3A339D6E1E8}" type="pres">
      <dgm:prSet presAssocID="{3E938215-CFF8-4D18-95CE-E8176C16F348}" presName="parentText" presStyleLbl="node1" presStyleIdx="3" presStyleCnt="5" custScaleX="41612" custLinFactNeighborX="-14129">
        <dgm:presLayoutVars>
          <dgm:chMax val="1"/>
          <dgm:bulletEnabled val="1"/>
        </dgm:presLayoutVars>
      </dgm:prSet>
      <dgm:spPr/>
    </dgm:pt>
    <dgm:pt modelId="{489B849D-8073-4280-A035-7D60B913200A}" type="pres">
      <dgm:prSet presAssocID="{3E938215-CFF8-4D18-95CE-E8176C16F348}" presName="descendantText" presStyleLbl="alignAccFollowNode1" presStyleIdx="3" presStyleCnt="5" custScaleX="127573">
        <dgm:presLayoutVars>
          <dgm:bulletEnabled val="1"/>
        </dgm:presLayoutVars>
      </dgm:prSet>
      <dgm:spPr/>
    </dgm:pt>
    <dgm:pt modelId="{09DA6E64-87BE-4354-A63E-9C31662FE17A}" type="pres">
      <dgm:prSet presAssocID="{FDEED123-848F-4155-9AE3-48A130A2D1E1}" presName="sp" presStyleCnt="0"/>
      <dgm:spPr/>
    </dgm:pt>
    <dgm:pt modelId="{10CA4A81-F2FA-4F99-A420-0D02380F3B7C}" type="pres">
      <dgm:prSet presAssocID="{06E9F6F3-EEE8-470F-A384-1998AB28B760}" presName="linNode" presStyleCnt="0"/>
      <dgm:spPr/>
    </dgm:pt>
    <dgm:pt modelId="{7D35C162-65F7-4CE8-B1C4-9A379BCA4C98}" type="pres">
      <dgm:prSet presAssocID="{06E9F6F3-EEE8-470F-A384-1998AB28B760}" presName="parentText" presStyleLbl="node1" presStyleIdx="4" presStyleCnt="5" custScaleX="41612" custLinFactNeighborX="-14129">
        <dgm:presLayoutVars>
          <dgm:chMax val="1"/>
          <dgm:bulletEnabled val="1"/>
        </dgm:presLayoutVars>
      </dgm:prSet>
      <dgm:spPr/>
    </dgm:pt>
    <dgm:pt modelId="{16531738-7B32-4F47-BF32-68A1BAB99C00}" type="pres">
      <dgm:prSet presAssocID="{06E9F6F3-EEE8-470F-A384-1998AB28B760}" presName="descendantText" presStyleLbl="alignAccFollowNode1" presStyleIdx="4" presStyleCnt="5" custScaleX="127573">
        <dgm:presLayoutVars>
          <dgm:bulletEnabled val="1"/>
        </dgm:presLayoutVars>
      </dgm:prSet>
      <dgm:spPr/>
    </dgm:pt>
  </dgm:ptLst>
  <dgm:cxnLst>
    <dgm:cxn modelId="{A8664702-1D3E-493F-A840-D021A976D388}" srcId="{3A45A99F-CD60-4BD8-BDB5-625B794AAEA8}" destId="{D3DA51AB-6499-4618-998D-9277C7E3E8EB}" srcOrd="2" destOrd="0" parTransId="{4CC04F73-2EFF-4A68-8503-B936DFBD8907}" sibTransId="{D908AFAA-F726-4BBA-AF91-8B0D3FCDF8AD}"/>
    <dgm:cxn modelId="{4250F40B-5BED-4F67-AC58-D5F311AA09F3}" srcId="{3E938215-CFF8-4D18-95CE-E8176C16F348}" destId="{6DA7DC95-34AC-435E-B569-DC952A276171}" srcOrd="0" destOrd="0" parTransId="{BF16776A-3E4B-4ECD-9D8B-C8B0A7C199BB}" sibTransId="{092395D8-2106-4F71-9B91-FA546C5E3D9F}"/>
    <dgm:cxn modelId="{1107901A-6427-428D-9248-AB71436DCFD3}" type="presOf" srcId="{6DA7DC95-34AC-435E-B569-DC952A276171}" destId="{489B849D-8073-4280-A035-7D60B913200A}" srcOrd="0" destOrd="0" presId="urn:microsoft.com/office/officeart/2005/8/layout/vList5"/>
    <dgm:cxn modelId="{1F320A1E-FC4A-4F04-9500-24EAB0FE5826}" srcId="{3A45A99F-CD60-4BD8-BDB5-625B794AAEA8}" destId="{35731D66-BF6A-4AFB-9582-F6F411980257}" srcOrd="0" destOrd="0" parTransId="{854CAE67-D1A0-4FA2-AAC7-499BD71560D1}" sibTransId="{97F435A6-9249-4E91-8299-C88D7411D9AE}"/>
    <dgm:cxn modelId="{B67C9620-F572-47BB-AD82-F0459D884C0D}" srcId="{D3DA51AB-6499-4618-998D-9277C7E3E8EB}" destId="{4FEBF099-E804-4207-B9B3-BBD2AC88AA6B}" srcOrd="0" destOrd="0" parTransId="{1401E604-AD21-431F-91E5-2B2591016588}" sibTransId="{DC922475-88CF-4542-B913-1C84F9F4C23E}"/>
    <dgm:cxn modelId="{5E214A23-2E77-4F40-AAD0-1EE9B8DB326E}" type="presOf" srcId="{787DCFE9-281D-4021-9771-F90B59DF180E}" destId="{16531738-7B32-4F47-BF32-68A1BAB99C00}" srcOrd="0" destOrd="0" presId="urn:microsoft.com/office/officeart/2005/8/layout/vList5"/>
    <dgm:cxn modelId="{2B260836-D75D-4560-B23E-DF0041B9F74A}" type="presOf" srcId="{4E66E87F-779A-4545-98F5-914766EDA597}" destId="{13D3AC2A-CAE7-4340-8B02-6C91DA8A9122}" srcOrd="0" destOrd="0" presId="urn:microsoft.com/office/officeart/2005/8/layout/vList5"/>
    <dgm:cxn modelId="{EB44BE39-0D17-4FE0-8326-65492EBC0CDD}" type="presOf" srcId="{3E938215-CFF8-4D18-95CE-E8176C16F348}" destId="{9172AAA1-008A-470A-81D4-A3A339D6E1E8}" srcOrd="0" destOrd="0" presId="urn:microsoft.com/office/officeart/2005/8/layout/vList5"/>
    <dgm:cxn modelId="{D184DC45-B187-4DEC-B7D5-74517C748273}" srcId="{35731D66-BF6A-4AFB-9582-F6F411980257}" destId="{02969D48-9B53-4AD6-B644-A0ABE3B28840}" srcOrd="0" destOrd="0" parTransId="{06571621-473D-4833-BC9B-D3CD771D3D91}" sibTransId="{3B0921B3-1E69-4281-B754-84D58F7BF02A}"/>
    <dgm:cxn modelId="{128A6968-9C64-4D67-A03B-9185417E2C40}" type="presOf" srcId="{4FEBF099-E804-4207-B9B3-BBD2AC88AA6B}" destId="{AAD0BAB0-15EC-4CB5-A9CE-C455DE6916E6}" srcOrd="0" destOrd="0" presId="urn:microsoft.com/office/officeart/2005/8/layout/vList5"/>
    <dgm:cxn modelId="{C59D876A-ED80-4F54-86C8-57539FE94471}" srcId="{3A45A99F-CD60-4BD8-BDB5-625B794AAEA8}" destId="{06E9F6F3-EEE8-470F-A384-1998AB28B760}" srcOrd="4" destOrd="0" parTransId="{0D0702A8-0B9B-4FA1-8727-B5B6D66C0C29}" sibTransId="{2B005265-0A95-47B1-BE52-46944B447F07}"/>
    <dgm:cxn modelId="{45F18658-3D0F-4B5E-85EC-51EB495BB716}" type="presOf" srcId="{AC9FCA3A-953E-405A-B28B-896946219A89}" destId="{D2099B17-25E6-4CB2-B1DA-B148A87DF2B6}" srcOrd="0" destOrd="0" presId="urn:microsoft.com/office/officeart/2005/8/layout/vList5"/>
    <dgm:cxn modelId="{1D70527B-65E8-4907-BA5F-E746ED51D421}" srcId="{06E9F6F3-EEE8-470F-A384-1998AB28B760}" destId="{787DCFE9-281D-4021-9771-F90B59DF180E}" srcOrd="0" destOrd="0" parTransId="{EC3EA149-637B-4091-9105-479505443BA5}" sibTransId="{AA172623-FBE3-4F74-9FD9-423BD1CE4669}"/>
    <dgm:cxn modelId="{F0BAEB84-1F55-4A5C-B1C5-ED6D485F5280}" type="presOf" srcId="{35731D66-BF6A-4AFB-9582-F6F411980257}" destId="{9542C22F-D7FE-404B-92ED-1B7222B53581}" srcOrd="0" destOrd="0" presId="urn:microsoft.com/office/officeart/2005/8/layout/vList5"/>
    <dgm:cxn modelId="{BE46F787-FEF6-4419-9757-F21F66425336}" type="presOf" srcId="{06E9F6F3-EEE8-470F-A384-1998AB28B760}" destId="{7D35C162-65F7-4CE8-B1C4-9A379BCA4C98}" srcOrd="0" destOrd="0" presId="urn:microsoft.com/office/officeart/2005/8/layout/vList5"/>
    <dgm:cxn modelId="{F0360A8A-9385-4AAE-B564-7EED5AFA04C6}" srcId="{3A45A99F-CD60-4BD8-BDB5-625B794AAEA8}" destId="{3E938215-CFF8-4D18-95CE-E8176C16F348}" srcOrd="3" destOrd="0" parTransId="{69647BDB-B945-4BAE-8C54-449F03C8DA8B}" sibTransId="{FDEED123-848F-4155-9AE3-48A130A2D1E1}"/>
    <dgm:cxn modelId="{C189719A-37B6-42B0-AC69-0C181154D697}" type="presOf" srcId="{D3DA51AB-6499-4618-998D-9277C7E3E8EB}" destId="{D7DB9BE5-FFF0-493B-AB74-38BDCB4D234D}" srcOrd="0" destOrd="0" presId="urn:microsoft.com/office/officeart/2005/8/layout/vList5"/>
    <dgm:cxn modelId="{DDA5E59A-D7EF-479A-BE27-2489BE54652E}" srcId="{3A45A99F-CD60-4BD8-BDB5-625B794AAEA8}" destId="{AC9FCA3A-953E-405A-B28B-896946219A89}" srcOrd="1" destOrd="0" parTransId="{51D9B2B4-86C7-49E9-8096-3D514465A2AB}" sibTransId="{5404A96E-18C3-4BB8-A78F-5F62C568FC72}"/>
    <dgm:cxn modelId="{95ED22BE-643C-41D9-98AA-21B97ABCEE28}" srcId="{AC9FCA3A-953E-405A-B28B-896946219A89}" destId="{4E66E87F-779A-4545-98F5-914766EDA597}" srcOrd="0" destOrd="0" parTransId="{C176BCC9-500B-41B1-9737-3C51083CC126}" sibTransId="{62F60B0D-62BA-469E-BB49-26AAE7E9C899}"/>
    <dgm:cxn modelId="{04E1E4BF-20B6-4ABF-8741-3B348346B015}" type="presOf" srcId="{02969D48-9B53-4AD6-B644-A0ABE3B28840}" destId="{6E08ECF4-B595-425D-B8D8-1DF35DC7DC23}" srcOrd="0" destOrd="0" presId="urn:microsoft.com/office/officeart/2005/8/layout/vList5"/>
    <dgm:cxn modelId="{265B61C3-10FF-457D-967A-17E849B4CDBE}" type="presOf" srcId="{3A45A99F-CD60-4BD8-BDB5-625B794AAEA8}" destId="{79E3EAE3-8862-4AB9-A914-CBE521B113A1}" srcOrd="0" destOrd="0" presId="urn:microsoft.com/office/officeart/2005/8/layout/vList5"/>
    <dgm:cxn modelId="{D8F8C18B-7310-40CA-A27A-24EFFCF1CC76}" type="presParOf" srcId="{79E3EAE3-8862-4AB9-A914-CBE521B113A1}" destId="{CD672112-1197-4B46-9DB6-6B96040F0BD2}" srcOrd="0" destOrd="0" presId="urn:microsoft.com/office/officeart/2005/8/layout/vList5"/>
    <dgm:cxn modelId="{91F824A3-5664-4106-ACDF-ACE7EBD2D224}" type="presParOf" srcId="{CD672112-1197-4B46-9DB6-6B96040F0BD2}" destId="{9542C22F-D7FE-404B-92ED-1B7222B53581}" srcOrd="0" destOrd="0" presId="urn:microsoft.com/office/officeart/2005/8/layout/vList5"/>
    <dgm:cxn modelId="{0DEFD52D-127B-4BB2-B2AF-076A8BFE41C9}" type="presParOf" srcId="{CD672112-1197-4B46-9DB6-6B96040F0BD2}" destId="{6E08ECF4-B595-425D-B8D8-1DF35DC7DC23}" srcOrd="1" destOrd="0" presId="urn:microsoft.com/office/officeart/2005/8/layout/vList5"/>
    <dgm:cxn modelId="{852EFE84-7008-4C95-A4A5-636E15D6A612}" type="presParOf" srcId="{79E3EAE3-8862-4AB9-A914-CBE521B113A1}" destId="{DBACAA55-8016-438C-9D33-AABBE6DCDB63}" srcOrd="1" destOrd="0" presId="urn:microsoft.com/office/officeart/2005/8/layout/vList5"/>
    <dgm:cxn modelId="{69D42A9D-3A2D-4A23-86D8-76154CC35EBE}" type="presParOf" srcId="{79E3EAE3-8862-4AB9-A914-CBE521B113A1}" destId="{AA9E40A0-E43A-461D-8237-869AC4981E8A}" srcOrd="2" destOrd="0" presId="urn:microsoft.com/office/officeart/2005/8/layout/vList5"/>
    <dgm:cxn modelId="{A716FADF-2F76-4B79-A607-FDC33C0AEA2B}" type="presParOf" srcId="{AA9E40A0-E43A-461D-8237-869AC4981E8A}" destId="{D2099B17-25E6-4CB2-B1DA-B148A87DF2B6}" srcOrd="0" destOrd="0" presId="urn:microsoft.com/office/officeart/2005/8/layout/vList5"/>
    <dgm:cxn modelId="{2FC1B028-651B-4A76-8593-1E3E1D1F1891}" type="presParOf" srcId="{AA9E40A0-E43A-461D-8237-869AC4981E8A}" destId="{13D3AC2A-CAE7-4340-8B02-6C91DA8A9122}" srcOrd="1" destOrd="0" presId="urn:microsoft.com/office/officeart/2005/8/layout/vList5"/>
    <dgm:cxn modelId="{364F0759-E683-48DC-A93D-F89EDD8B162A}" type="presParOf" srcId="{79E3EAE3-8862-4AB9-A914-CBE521B113A1}" destId="{8AD25D66-6FD6-4C08-BDA7-B241E3B24111}" srcOrd="3" destOrd="0" presId="urn:microsoft.com/office/officeart/2005/8/layout/vList5"/>
    <dgm:cxn modelId="{104571DD-4D9E-4CDF-BB3E-D471587B56E7}" type="presParOf" srcId="{79E3EAE3-8862-4AB9-A914-CBE521B113A1}" destId="{ABD24E05-D47E-47E5-B781-8704ADBEE991}" srcOrd="4" destOrd="0" presId="urn:microsoft.com/office/officeart/2005/8/layout/vList5"/>
    <dgm:cxn modelId="{4BC2B671-F274-4E03-B939-2ED5B9F09CBE}" type="presParOf" srcId="{ABD24E05-D47E-47E5-B781-8704ADBEE991}" destId="{D7DB9BE5-FFF0-493B-AB74-38BDCB4D234D}" srcOrd="0" destOrd="0" presId="urn:microsoft.com/office/officeart/2005/8/layout/vList5"/>
    <dgm:cxn modelId="{DB152A61-1E41-41BD-A907-AAED1B5AF9BF}" type="presParOf" srcId="{ABD24E05-D47E-47E5-B781-8704ADBEE991}" destId="{AAD0BAB0-15EC-4CB5-A9CE-C455DE6916E6}" srcOrd="1" destOrd="0" presId="urn:microsoft.com/office/officeart/2005/8/layout/vList5"/>
    <dgm:cxn modelId="{B886B1DA-319C-4FED-B751-393E025093EB}" type="presParOf" srcId="{79E3EAE3-8862-4AB9-A914-CBE521B113A1}" destId="{63691D9E-94D0-4908-80A7-CC68FF8C0E98}" srcOrd="5" destOrd="0" presId="urn:microsoft.com/office/officeart/2005/8/layout/vList5"/>
    <dgm:cxn modelId="{4FD17C2C-76D9-4F37-803B-FAF2116C5B44}" type="presParOf" srcId="{79E3EAE3-8862-4AB9-A914-CBE521B113A1}" destId="{22253EB6-32EF-48BD-883B-52455A2F83D7}" srcOrd="6" destOrd="0" presId="urn:microsoft.com/office/officeart/2005/8/layout/vList5"/>
    <dgm:cxn modelId="{AAB7F85C-4CD4-47E2-B8A7-55C319F1ADB3}" type="presParOf" srcId="{22253EB6-32EF-48BD-883B-52455A2F83D7}" destId="{9172AAA1-008A-470A-81D4-A3A339D6E1E8}" srcOrd="0" destOrd="0" presId="urn:microsoft.com/office/officeart/2005/8/layout/vList5"/>
    <dgm:cxn modelId="{5D0D0C86-2A04-45DC-B216-DE26CCB48317}" type="presParOf" srcId="{22253EB6-32EF-48BD-883B-52455A2F83D7}" destId="{489B849D-8073-4280-A035-7D60B913200A}" srcOrd="1" destOrd="0" presId="urn:microsoft.com/office/officeart/2005/8/layout/vList5"/>
    <dgm:cxn modelId="{55F0E93C-DE22-4744-BDAF-74E8FB313260}" type="presParOf" srcId="{79E3EAE3-8862-4AB9-A914-CBE521B113A1}" destId="{09DA6E64-87BE-4354-A63E-9C31662FE17A}" srcOrd="7" destOrd="0" presId="urn:microsoft.com/office/officeart/2005/8/layout/vList5"/>
    <dgm:cxn modelId="{EF658059-C887-4E2B-AAEE-3FC603548249}" type="presParOf" srcId="{79E3EAE3-8862-4AB9-A914-CBE521B113A1}" destId="{10CA4A81-F2FA-4F99-A420-0D02380F3B7C}" srcOrd="8" destOrd="0" presId="urn:microsoft.com/office/officeart/2005/8/layout/vList5"/>
    <dgm:cxn modelId="{8700963F-7507-44D5-80A7-AB9CA4A28EC5}" type="presParOf" srcId="{10CA4A81-F2FA-4F99-A420-0D02380F3B7C}" destId="{7D35C162-65F7-4CE8-B1C4-9A379BCA4C98}" srcOrd="0" destOrd="0" presId="urn:microsoft.com/office/officeart/2005/8/layout/vList5"/>
    <dgm:cxn modelId="{9F207189-BD19-4994-B7A5-BD1DBB5A1028}" type="presParOf" srcId="{10CA4A81-F2FA-4F99-A420-0D02380F3B7C}" destId="{16531738-7B32-4F47-BF32-68A1BAB99C0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8DD55C-3B2E-404E-92DB-2298E5E8FFA7}"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GB"/>
        </a:p>
      </dgm:t>
    </dgm:pt>
    <dgm:pt modelId="{1F4129D1-7DC0-4F07-B3E2-C9EE6507EAF0}">
      <dgm:prSet phldrT="[Text]"/>
      <dgm:spPr/>
      <dgm:t>
        <a:bodyPr/>
        <a:lstStyle/>
        <a:p>
          <a:pPr>
            <a:buNone/>
          </a:pPr>
          <a:r>
            <a:rPr lang="en-GB" b="1" dirty="0">
              <a:solidFill>
                <a:schemeClr val="accent2">
                  <a:lumMod val="75000"/>
                </a:schemeClr>
              </a:solidFill>
              <a:latin typeface="+mn-lt"/>
            </a:rPr>
            <a:t>set the significance level</a:t>
          </a:r>
          <a:endParaRPr lang="en-GB" dirty="0"/>
        </a:p>
      </dgm:t>
    </dgm:pt>
    <dgm:pt modelId="{F5A968DB-8E92-442D-8C27-120479D6639A}" type="parTrans" cxnId="{D2090582-2AC7-48D4-BAF9-A6180A99B441}">
      <dgm:prSet/>
      <dgm:spPr/>
      <dgm:t>
        <a:bodyPr/>
        <a:lstStyle/>
        <a:p>
          <a:endParaRPr lang="en-GB"/>
        </a:p>
      </dgm:t>
    </dgm:pt>
    <dgm:pt modelId="{3730E91D-9903-45B1-83E3-EF7B8ECFA76A}" type="sibTrans" cxnId="{D2090582-2AC7-48D4-BAF9-A6180A99B441}">
      <dgm:prSet/>
      <dgm:spPr/>
      <dgm:t>
        <a:bodyPr/>
        <a:lstStyle/>
        <a:p>
          <a:endParaRPr lang="en-GB"/>
        </a:p>
      </dgm:t>
    </dgm:pt>
    <dgm:pt modelId="{F27384CC-5E65-494C-A509-13A2B9204D5E}">
      <dgm:prSet phldrT="[Text]"/>
      <dgm:spPr/>
      <dgm:t>
        <a:bodyPr/>
        <a:lstStyle/>
        <a:p>
          <a:pPr>
            <a:buNone/>
          </a:pPr>
          <a:r>
            <a:rPr lang="en-GB" b="1" dirty="0">
              <a:solidFill>
                <a:schemeClr val="accent2">
                  <a:lumMod val="75000"/>
                </a:schemeClr>
              </a:solidFill>
              <a:latin typeface="+mn-lt"/>
            </a:rPr>
            <a:t>calculate the p-value</a:t>
          </a:r>
          <a:endParaRPr lang="en-GB" dirty="0"/>
        </a:p>
      </dgm:t>
    </dgm:pt>
    <dgm:pt modelId="{4A3B1BFD-C1F3-4495-B9B7-AB68FDCEBDA8}" type="parTrans" cxnId="{0B2A163E-4C1E-4EE8-AC21-83C2F8FD7C03}">
      <dgm:prSet/>
      <dgm:spPr/>
      <dgm:t>
        <a:bodyPr/>
        <a:lstStyle/>
        <a:p>
          <a:endParaRPr lang="en-GB"/>
        </a:p>
      </dgm:t>
    </dgm:pt>
    <dgm:pt modelId="{6BFD6B55-C8BC-4DE8-B3B8-1006EC2810D1}" type="sibTrans" cxnId="{0B2A163E-4C1E-4EE8-AC21-83C2F8FD7C03}">
      <dgm:prSet/>
      <dgm:spPr/>
      <dgm:t>
        <a:bodyPr/>
        <a:lstStyle/>
        <a:p>
          <a:endParaRPr lang="en-GB"/>
        </a:p>
      </dgm:t>
    </dgm:pt>
    <dgm:pt modelId="{44061F08-4965-4682-A000-F63FA497DD46}">
      <dgm:prSet phldrT="[Text]"/>
      <dgm:spPr/>
      <dgm:t>
        <a:bodyPr/>
        <a:lstStyle/>
        <a:p>
          <a:pPr>
            <a:buNone/>
          </a:pPr>
          <a:r>
            <a:rPr lang="en-GB" b="1" dirty="0">
              <a:solidFill>
                <a:schemeClr val="accent2">
                  <a:lumMod val="75000"/>
                </a:schemeClr>
              </a:solidFill>
              <a:latin typeface="+mn-lt"/>
            </a:rPr>
            <a:t>p-value greater than specified significance level?</a:t>
          </a:r>
          <a:endParaRPr lang="en-GB" dirty="0"/>
        </a:p>
      </dgm:t>
    </dgm:pt>
    <dgm:pt modelId="{FE1867F7-D90D-46DD-928C-DB0C5E80CF28}" type="parTrans" cxnId="{2C1F5AA4-83AD-4765-9F15-D5DBB5504C0A}">
      <dgm:prSet/>
      <dgm:spPr/>
      <dgm:t>
        <a:bodyPr/>
        <a:lstStyle/>
        <a:p>
          <a:endParaRPr lang="en-GB"/>
        </a:p>
      </dgm:t>
    </dgm:pt>
    <dgm:pt modelId="{3EEE07DD-A9C5-4991-AAEC-A0E1AC703DB0}" type="sibTrans" cxnId="{2C1F5AA4-83AD-4765-9F15-D5DBB5504C0A}">
      <dgm:prSet/>
      <dgm:spPr/>
      <dgm:t>
        <a:bodyPr/>
        <a:lstStyle/>
        <a:p>
          <a:endParaRPr lang="en-GB"/>
        </a:p>
      </dgm:t>
    </dgm:pt>
    <dgm:pt modelId="{F44B51EF-B700-4410-A310-E3EE0B22BE8C}" type="pres">
      <dgm:prSet presAssocID="{408DD55C-3B2E-404E-92DB-2298E5E8FFA7}" presName="Name0" presStyleCnt="0">
        <dgm:presLayoutVars>
          <dgm:chMax val="11"/>
          <dgm:chPref val="11"/>
          <dgm:dir/>
          <dgm:resizeHandles/>
        </dgm:presLayoutVars>
      </dgm:prSet>
      <dgm:spPr/>
    </dgm:pt>
    <dgm:pt modelId="{F2F6207F-44EA-4878-A9BC-0D2BF5595BE6}" type="pres">
      <dgm:prSet presAssocID="{44061F08-4965-4682-A000-F63FA497DD46}" presName="Accent3" presStyleCnt="0"/>
      <dgm:spPr/>
    </dgm:pt>
    <dgm:pt modelId="{2E07AC07-91B3-4B54-B1A3-50AE1FEE2708}" type="pres">
      <dgm:prSet presAssocID="{44061F08-4965-4682-A000-F63FA497DD46}" presName="Accent" presStyleLbl="node1" presStyleIdx="0" presStyleCnt="3"/>
      <dgm:spPr/>
    </dgm:pt>
    <dgm:pt modelId="{0C4F66D9-328C-4D21-9EA1-DA0F40089534}" type="pres">
      <dgm:prSet presAssocID="{44061F08-4965-4682-A000-F63FA497DD46}" presName="ParentBackground3" presStyleCnt="0"/>
      <dgm:spPr/>
    </dgm:pt>
    <dgm:pt modelId="{3180A60C-FF49-41E2-8016-2D77FD025156}" type="pres">
      <dgm:prSet presAssocID="{44061F08-4965-4682-A000-F63FA497DD46}" presName="ParentBackground" presStyleLbl="fgAcc1" presStyleIdx="0" presStyleCnt="3"/>
      <dgm:spPr/>
    </dgm:pt>
    <dgm:pt modelId="{7CFDA622-33DE-47D6-98E0-2157F5ECE75F}" type="pres">
      <dgm:prSet presAssocID="{44061F08-4965-4682-A000-F63FA497DD46}" presName="Parent3" presStyleLbl="revTx" presStyleIdx="0" presStyleCnt="0">
        <dgm:presLayoutVars>
          <dgm:chMax val="1"/>
          <dgm:chPref val="1"/>
          <dgm:bulletEnabled val="1"/>
        </dgm:presLayoutVars>
      </dgm:prSet>
      <dgm:spPr/>
    </dgm:pt>
    <dgm:pt modelId="{7DE7AACE-5C29-4CBE-8E8F-69C5E0AAC80F}" type="pres">
      <dgm:prSet presAssocID="{F27384CC-5E65-494C-A509-13A2B9204D5E}" presName="Accent2" presStyleCnt="0"/>
      <dgm:spPr/>
    </dgm:pt>
    <dgm:pt modelId="{A677CE90-EB94-4B63-98E7-96111F2E0F33}" type="pres">
      <dgm:prSet presAssocID="{F27384CC-5E65-494C-A509-13A2B9204D5E}" presName="Accent" presStyleLbl="node1" presStyleIdx="1" presStyleCnt="3"/>
      <dgm:spPr/>
    </dgm:pt>
    <dgm:pt modelId="{29213242-9863-4F3F-82F6-AE8CAB444E9A}" type="pres">
      <dgm:prSet presAssocID="{F27384CC-5E65-494C-A509-13A2B9204D5E}" presName="ParentBackground2" presStyleCnt="0"/>
      <dgm:spPr/>
    </dgm:pt>
    <dgm:pt modelId="{F65A084F-8A99-458E-8268-D000087DF1FF}" type="pres">
      <dgm:prSet presAssocID="{F27384CC-5E65-494C-A509-13A2B9204D5E}" presName="ParentBackground" presStyleLbl="fgAcc1" presStyleIdx="1" presStyleCnt="3"/>
      <dgm:spPr/>
    </dgm:pt>
    <dgm:pt modelId="{9B5BBA08-4827-48D3-BE58-BD7CD7B377BF}" type="pres">
      <dgm:prSet presAssocID="{F27384CC-5E65-494C-A509-13A2B9204D5E}" presName="Parent2" presStyleLbl="revTx" presStyleIdx="0" presStyleCnt="0">
        <dgm:presLayoutVars>
          <dgm:chMax val="1"/>
          <dgm:chPref val="1"/>
          <dgm:bulletEnabled val="1"/>
        </dgm:presLayoutVars>
      </dgm:prSet>
      <dgm:spPr/>
    </dgm:pt>
    <dgm:pt modelId="{D8968DFC-E64D-4F45-A7F6-711C50167CEE}" type="pres">
      <dgm:prSet presAssocID="{1F4129D1-7DC0-4F07-B3E2-C9EE6507EAF0}" presName="Accent1" presStyleCnt="0"/>
      <dgm:spPr/>
    </dgm:pt>
    <dgm:pt modelId="{45B501D0-6534-48D9-9B8F-371E6B6F8BD0}" type="pres">
      <dgm:prSet presAssocID="{1F4129D1-7DC0-4F07-B3E2-C9EE6507EAF0}" presName="Accent" presStyleLbl="node1" presStyleIdx="2" presStyleCnt="3"/>
      <dgm:spPr/>
    </dgm:pt>
    <dgm:pt modelId="{048C9DA1-444F-46B1-BFDC-649C413764FD}" type="pres">
      <dgm:prSet presAssocID="{1F4129D1-7DC0-4F07-B3E2-C9EE6507EAF0}" presName="ParentBackground1" presStyleCnt="0"/>
      <dgm:spPr/>
    </dgm:pt>
    <dgm:pt modelId="{AD46130F-A422-4226-9BEC-C3E661EBD674}" type="pres">
      <dgm:prSet presAssocID="{1F4129D1-7DC0-4F07-B3E2-C9EE6507EAF0}" presName="ParentBackground" presStyleLbl="fgAcc1" presStyleIdx="2" presStyleCnt="3"/>
      <dgm:spPr/>
    </dgm:pt>
    <dgm:pt modelId="{2FB7BDDB-5362-4B9D-8FD1-685A94CF5C11}" type="pres">
      <dgm:prSet presAssocID="{1F4129D1-7DC0-4F07-B3E2-C9EE6507EAF0}" presName="Parent1" presStyleLbl="revTx" presStyleIdx="0" presStyleCnt="0">
        <dgm:presLayoutVars>
          <dgm:chMax val="1"/>
          <dgm:chPref val="1"/>
          <dgm:bulletEnabled val="1"/>
        </dgm:presLayoutVars>
      </dgm:prSet>
      <dgm:spPr/>
    </dgm:pt>
  </dgm:ptLst>
  <dgm:cxnLst>
    <dgm:cxn modelId="{01E67500-56F2-410D-86D4-B0842278BD8F}" type="presOf" srcId="{1F4129D1-7DC0-4F07-B3E2-C9EE6507EAF0}" destId="{2FB7BDDB-5362-4B9D-8FD1-685A94CF5C11}" srcOrd="1" destOrd="0" presId="urn:microsoft.com/office/officeart/2011/layout/CircleProcess"/>
    <dgm:cxn modelId="{3217932F-EB8D-42CC-B1B5-308E6B51E1F7}" type="presOf" srcId="{F27384CC-5E65-494C-A509-13A2B9204D5E}" destId="{9B5BBA08-4827-48D3-BE58-BD7CD7B377BF}" srcOrd="1" destOrd="0" presId="urn:microsoft.com/office/officeart/2011/layout/CircleProcess"/>
    <dgm:cxn modelId="{0B2A163E-4C1E-4EE8-AC21-83C2F8FD7C03}" srcId="{408DD55C-3B2E-404E-92DB-2298E5E8FFA7}" destId="{F27384CC-5E65-494C-A509-13A2B9204D5E}" srcOrd="1" destOrd="0" parTransId="{4A3B1BFD-C1F3-4495-B9B7-AB68FDCEBDA8}" sibTransId="{6BFD6B55-C8BC-4DE8-B3B8-1006EC2810D1}"/>
    <dgm:cxn modelId="{2FBE5367-5E67-45D7-8EE4-5740178BFBA1}" type="presOf" srcId="{408DD55C-3B2E-404E-92DB-2298E5E8FFA7}" destId="{F44B51EF-B700-4410-A310-E3EE0B22BE8C}" srcOrd="0" destOrd="0" presId="urn:microsoft.com/office/officeart/2011/layout/CircleProcess"/>
    <dgm:cxn modelId="{0083B56B-C7D5-46F3-9DA2-258915763968}" type="presOf" srcId="{44061F08-4965-4682-A000-F63FA497DD46}" destId="{3180A60C-FF49-41E2-8016-2D77FD025156}" srcOrd="0" destOrd="0" presId="urn:microsoft.com/office/officeart/2011/layout/CircleProcess"/>
    <dgm:cxn modelId="{D2090582-2AC7-48D4-BAF9-A6180A99B441}" srcId="{408DD55C-3B2E-404E-92DB-2298E5E8FFA7}" destId="{1F4129D1-7DC0-4F07-B3E2-C9EE6507EAF0}" srcOrd="0" destOrd="0" parTransId="{F5A968DB-8E92-442D-8C27-120479D6639A}" sibTransId="{3730E91D-9903-45B1-83E3-EF7B8ECFA76A}"/>
    <dgm:cxn modelId="{0707D697-16D9-4097-9EE7-2D2009EB8BCF}" type="presOf" srcId="{44061F08-4965-4682-A000-F63FA497DD46}" destId="{7CFDA622-33DE-47D6-98E0-2157F5ECE75F}" srcOrd="1" destOrd="0" presId="urn:microsoft.com/office/officeart/2011/layout/CircleProcess"/>
    <dgm:cxn modelId="{2C1F5AA4-83AD-4765-9F15-D5DBB5504C0A}" srcId="{408DD55C-3B2E-404E-92DB-2298E5E8FFA7}" destId="{44061F08-4965-4682-A000-F63FA497DD46}" srcOrd="2" destOrd="0" parTransId="{FE1867F7-D90D-46DD-928C-DB0C5E80CF28}" sibTransId="{3EEE07DD-A9C5-4991-AAEC-A0E1AC703DB0}"/>
    <dgm:cxn modelId="{ED5628B2-28B2-426E-BA32-BBE62F6EA187}" type="presOf" srcId="{F27384CC-5E65-494C-A509-13A2B9204D5E}" destId="{F65A084F-8A99-458E-8268-D000087DF1FF}" srcOrd="0" destOrd="0" presId="urn:microsoft.com/office/officeart/2011/layout/CircleProcess"/>
    <dgm:cxn modelId="{29B9DCFA-C52C-4105-8B90-28EE66E6D12F}" type="presOf" srcId="{1F4129D1-7DC0-4F07-B3E2-C9EE6507EAF0}" destId="{AD46130F-A422-4226-9BEC-C3E661EBD674}" srcOrd="0" destOrd="0" presId="urn:microsoft.com/office/officeart/2011/layout/CircleProcess"/>
    <dgm:cxn modelId="{AE31107A-0BFB-4F69-A0E6-028B5F7FE281}" type="presParOf" srcId="{F44B51EF-B700-4410-A310-E3EE0B22BE8C}" destId="{F2F6207F-44EA-4878-A9BC-0D2BF5595BE6}" srcOrd="0" destOrd="0" presId="urn:microsoft.com/office/officeart/2011/layout/CircleProcess"/>
    <dgm:cxn modelId="{A21FD225-60F9-4A63-80B5-185EB11BF6F5}" type="presParOf" srcId="{F2F6207F-44EA-4878-A9BC-0D2BF5595BE6}" destId="{2E07AC07-91B3-4B54-B1A3-50AE1FEE2708}" srcOrd="0" destOrd="0" presId="urn:microsoft.com/office/officeart/2011/layout/CircleProcess"/>
    <dgm:cxn modelId="{A5CF446F-2E02-459B-8EF4-F09B293C7A4C}" type="presParOf" srcId="{F44B51EF-B700-4410-A310-E3EE0B22BE8C}" destId="{0C4F66D9-328C-4D21-9EA1-DA0F40089534}" srcOrd="1" destOrd="0" presId="urn:microsoft.com/office/officeart/2011/layout/CircleProcess"/>
    <dgm:cxn modelId="{23882D6E-2C32-443F-9E1A-D1089EBF37DC}" type="presParOf" srcId="{0C4F66D9-328C-4D21-9EA1-DA0F40089534}" destId="{3180A60C-FF49-41E2-8016-2D77FD025156}" srcOrd="0" destOrd="0" presId="urn:microsoft.com/office/officeart/2011/layout/CircleProcess"/>
    <dgm:cxn modelId="{AA7CC207-19C2-4363-B9D5-0D77A34941A6}" type="presParOf" srcId="{F44B51EF-B700-4410-A310-E3EE0B22BE8C}" destId="{7CFDA622-33DE-47D6-98E0-2157F5ECE75F}" srcOrd="2" destOrd="0" presId="urn:microsoft.com/office/officeart/2011/layout/CircleProcess"/>
    <dgm:cxn modelId="{14417381-55FC-4C44-8EDD-48D43E241AA0}" type="presParOf" srcId="{F44B51EF-B700-4410-A310-E3EE0B22BE8C}" destId="{7DE7AACE-5C29-4CBE-8E8F-69C5E0AAC80F}" srcOrd="3" destOrd="0" presId="urn:microsoft.com/office/officeart/2011/layout/CircleProcess"/>
    <dgm:cxn modelId="{0B3E8CFB-F53E-4E56-A2E7-AD52DA14431B}" type="presParOf" srcId="{7DE7AACE-5C29-4CBE-8E8F-69C5E0AAC80F}" destId="{A677CE90-EB94-4B63-98E7-96111F2E0F33}" srcOrd="0" destOrd="0" presId="urn:microsoft.com/office/officeart/2011/layout/CircleProcess"/>
    <dgm:cxn modelId="{D1C910C1-D9EF-44EA-976D-30F8B9DDE3D2}" type="presParOf" srcId="{F44B51EF-B700-4410-A310-E3EE0B22BE8C}" destId="{29213242-9863-4F3F-82F6-AE8CAB444E9A}" srcOrd="4" destOrd="0" presId="urn:microsoft.com/office/officeart/2011/layout/CircleProcess"/>
    <dgm:cxn modelId="{E0114E4A-1720-4911-BD8F-8A749A71C0E1}" type="presParOf" srcId="{29213242-9863-4F3F-82F6-AE8CAB444E9A}" destId="{F65A084F-8A99-458E-8268-D000087DF1FF}" srcOrd="0" destOrd="0" presId="urn:microsoft.com/office/officeart/2011/layout/CircleProcess"/>
    <dgm:cxn modelId="{B9F7FB7B-0A03-424B-9D27-41D4F29AD5D8}" type="presParOf" srcId="{F44B51EF-B700-4410-A310-E3EE0B22BE8C}" destId="{9B5BBA08-4827-48D3-BE58-BD7CD7B377BF}" srcOrd="5" destOrd="0" presId="urn:microsoft.com/office/officeart/2011/layout/CircleProcess"/>
    <dgm:cxn modelId="{35A3E7FD-05F4-45FB-82BB-98A4B57E65E6}" type="presParOf" srcId="{F44B51EF-B700-4410-A310-E3EE0B22BE8C}" destId="{D8968DFC-E64D-4F45-A7F6-711C50167CEE}" srcOrd="6" destOrd="0" presId="urn:microsoft.com/office/officeart/2011/layout/CircleProcess"/>
    <dgm:cxn modelId="{EC4D50E0-B5C1-4ABA-9CFB-4894AF2D3AFE}" type="presParOf" srcId="{D8968DFC-E64D-4F45-A7F6-711C50167CEE}" destId="{45B501D0-6534-48D9-9B8F-371E6B6F8BD0}" srcOrd="0" destOrd="0" presId="urn:microsoft.com/office/officeart/2011/layout/CircleProcess"/>
    <dgm:cxn modelId="{B5B37AB3-A48C-4524-A9ED-9C3980A4B104}" type="presParOf" srcId="{F44B51EF-B700-4410-A310-E3EE0B22BE8C}" destId="{048C9DA1-444F-46B1-BFDC-649C413764FD}" srcOrd="7" destOrd="0" presId="urn:microsoft.com/office/officeart/2011/layout/CircleProcess"/>
    <dgm:cxn modelId="{57F1FBBD-FF63-4596-A194-5F0FAF234E7C}" type="presParOf" srcId="{048C9DA1-444F-46B1-BFDC-649C413764FD}" destId="{AD46130F-A422-4226-9BEC-C3E661EBD674}" srcOrd="0" destOrd="0" presId="urn:microsoft.com/office/officeart/2011/layout/CircleProcess"/>
    <dgm:cxn modelId="{C68840E4-266B-44F7-81DF-73F0E4DC67DD}" type="presParOf" srcId="{F44B51EF-B700-4410-A310-E3EE0B22BE8C}" destId="{2FB7BDDB-5362-4B9D-8FD1-685A94CF5C11}" srcOrd="8"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8ECF4-B595-425D-B8D8-1DF35DC7DC23}">
      <dsp:nvSpPr>
        <dsp:cNvPr id="0" name=""/>
        <dsp:cNvSpPr/>
      </dsp:nvSpPr>
      <dsp:spPr>
        <a:xfrm rot="5400000">
          <a:off x="3961540" y="-2670651"/>
          <a:ext cx="522010" cy="5996801"/>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r>
            <a:rPr lang="en-GB" sz="2000" kern="1200" dirty="0">
              <a:solidFill>
                <a:schemeClr val="tx2">
                  <a:lumMod val="50000"/>
                </a:schemeClr>
              </a:solidFill>
            </a:rPr>
            <a:t>Write the hypotheses and plan the research design</a:t>
          </a:r>
        </a:p>
      </dsp:txBody>
      <dsp:txXfrm rot="-5400000">
        <a:off x="1224145" y="92226"/>
        <a:ext cx="5971319" cy="471046"/>
      </dsp:txXfrm>
    </dsp:sp>
    <dsp:sp modelId="{9542C22F-D7FE-404B-92ED-1B7222B53581}">
      <dsp:nvSpPr>
        <dsp:cNvPr id="0" name=""/>
        <dsp:cNvSpPr/>
      </dsp:nvSpPr>
      <dsp:spPr>
        <a:xfrm>
          <a:off x="0" y="1492"/>
          <a:ext cx="1100276" cy="652513"/>
        </a:xfrm>
        <a:prstGeom prst="roundRect">
          <a:avLst/>
        </a:prstGeom>
        <a:solidFill>
          <a:schemeClr val="accent2">
            <a:alpha val="9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solidFill>
                <a:schemeClr val="tx2">
                  <a:lumMod val="50000"/>
                </a:schemeClr>
              </a:solidFill>
            </a:rPr>
            <a:t>Step 1</a:t>
          </a:r>
          <a:endParaRPr lang="en-GB" sz="2000" kern="1200" dirty="0">
            <a:solidFill>
              <a:schemeClr val="tx2">
                <a:lumMod val="50000"/>
              </a:schemeClr>
            </a:solidFill>
          </a:endParaRPr>
        </a:p>
      </dsp:txBody>
      <dsp:txXfrm>
        <a:off x="31853" y="33345"/>
        <a:ext cx="1036570" cy="588807"/>
      </dsp:txXfrm>
    </dsp:sp>
    <dsp:sp modelId="{13D3AC2A-CAE7-4340-8B02-6C91DA8A9122}">
      <dsp:nvSpPr>
        <dsp:cNvPr id="0" name=""/>
        <dsp:cNvSpPr/>
      </dsp:nvSpPr>
      <dsp:spPr>
        <a:xfrm rot="5400000">
          <a:off x="3961540" y="-1985512"/>
          <a:ext cx="522010" cy="5996801"/>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r>
            <a:rPr lang="en-GB" sz="2000" kern="1200" dirty="0">
              <a:solidFill>
                <a:schemeClr val="tx2">
                  <a:lumMod val="50000"/>
                </a:schemeClr>
              </a:solidFill>
            </a:rPr>
            <a:t>Collect data from a sample</a:t>
          </a:r>
        </a:p>
      </dsp:txBody>
      <dsp:txXfrm rot="-5400000">
        <a:off x="1224145" y="777365"/>
        <a:ext cx="5971319" cy="471046"/>
      </dsp:txXfrm>
    </dsp:sp>
    <dsp:sp modelId="{D2099B17-25E6-4CB2-B1DA-B148A87DF2B6}">
      <dsp:nvSpPr>
        <dsp:cNvPr id="0" name=""/>
        <dsp:cNvSpPr/>
      </dsp:nvSpPr>
      <dsp:spPr>
        <a:xfrm>
          <a:off x="0" y="686631"/>
          <a:ext cx="1100276" cy="652513"/>
        </a:xfrm>
        <a:prstGeom prst="roundRect">
          <a:avLst/>
        </a:prstGeom>
        <a:solidFill>
          <a:schemeClr val="accent2">
            <a:alpha val="90000"/>
            <a:hueOff val="0"/>
            <a:satOff val="0"/>
            <a:lumOff val="0"/>
            <a:alphaOff val="-1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solidFill>
                <a:schemeClr val="tx2">
                  <a:lumMod val="50000"/>
                </a:schemeClr>
              </a:solidFill>
            </a:rPr>
            <a:t>Step 2</a:t>
          </a:r>
        </a:p>
      </dsp:txBody>
      <dsp:txXfrm>
        <a:off x="31853" y="718484"/>
        <a:ext cx="1036570" cy="588807"/>
      </dsp:txXfrm>
    </dsp:sp>
    <dsp:sp modelId="{AAD0BAB0-15EC-4CB5-A9CE-C455DE6916E6}">
      <dsp:nvSpPr>
        <dsp:cNvPr id="0" name=""/>
        <dsp:cNvSpPr/>
      </dsp:nvSpPr>
      <dsp:spPr>
        <a:xfrm rot="5400000">
          <a:off x="3961540" y="-1300372"/>
          <a:ext cx="522010" cy="5996801"/>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0" lvl="1" indent="0" algn="l" defTabSz="889000">
            <a:lnSpc>
              <a:spcPct val="90000"/>
            </a:lnSpc>
            <a:spcBef>
              <a:spcPct val="0"/>
            </a:spcBef>
            <a:spcAft>
              <a:spcPct val="15000"/>
            </a:spcAft>
            <a:buNone/>
          </a:pPr>
          <a:r>
            <a:rPr lang="en-GB" sz="2000" kern="1200" dirty="0">
              <a:solidFill>
                <a:schemeClr val="tx2">
                  <a:lumMod val="50000"/>
                </a:schemeClr>
              </a:solidFill>
            </a:rPr>
            <a:t>Clean the data, organise the data and summarise the data with descriptive statistics</a:t>
          </a:r>
        </a:p>
      </dsp:txBody>
      <dsp:txXfrm rot="-5400000">
        <a:off x="1224145" y="1462505"/>
        <a:ext cx="5971319" cy="471046"/>
      </dsp:txXfrm>
    </dsp:sp>
    <dsp:sp modelId="{D7DB9BE5-FFF0-493B-AB74-38BDCB4D234D}">
      <dsp:nvSpPr>
        <dsp:cNvPr id="0" name=""/>
        <dsp:cNvSpPr/>
      </dsp:nvSpPr>
      <dsp:spPr>
        <a:xfrm>
          <a:off x="0" y="1371771"/>
          <a:ext cx="1100276" cy="652513"/>
        </a:xfrm>
        <a:prstGeom prst="roundRect">
          <a:avLst/>
        </a:prstGeom>
        <a:solidFill>
          <a:schemeClr val="accent2">
            <a:alpha val="90000"/>
            <a:hueOff val="0"/>
            <a:satOff val="0"/>
            <a:lumOff val="0"/>
            <a:alphaOff val="-2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solidFill>
                <a:schemeClr val="tx2">
                  <a:lumMod val="50000"/>
                </a:schemeClr>
              </a:solidFill>
            </a:rPr>
            <a:t>Step 3</a:t>
          </a:r>
          <a:endParaRPr lang="en-GB" sz="2000" kern="1200" dirty="0">
            <a:solidFill>
              <a:schemeClr val="tx2">
                <a:lumMod val="50000"/>
              </a:schemeClr>
            </a:solidFill>
          </a:endParaRPr>
        </a:p>
      </dsp:txBody>
      <dsp:txXfrm>
        <a:off x="31853" y="1403624"/>
        <a:ext cx="1036570" cy="588807"/>
      </dsp:txXfrm>
    </dsp:sp>
    <dsp:sp modelId="{489B849D-8073-4280-A035-7D60B913200A}">
      <dsp:nvSpPr>
        <dsp:cNvPr id="0" name=""/>
        <dsp:cNvSpPr/>
      </dsp:nvSpPr>
      <dsp:spPr>
        <a:xfrm rot="5400000">
          <a:off x="3961540" y="-615233"/>
          <a:ext cx="522010" cy="5996801"/>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0" lvl="1" indent="0" algn="l" defTabSz="889000">
            <a:lnSpc>
              <a:spcPct val="90000"/>
            </a:lnSpc>
            <a:spcBef>
              <a:spcPct val="0"/>
            </a:spcBef>
            <a:spcAft>
              <a:spcPct val="15000"/>
            </a:spcAft>
            <a:buNone/>
          </a:pPr>
          <a:r>
            <a:rPr lang="en-GB" sz="2000" kern="1200" dirty="0">
              <a:solidFill>
                <a:schemeClr val="tx2">
                  <a:lumMod val="50000"/>
                </a:schemeClr>
              </a:solidFill>
            </a:rPr>
            <a:t>Choose a statistical test to evaluate the hypothesis or make estimates with inferential statistics</a:t>
          </a:r>
        </a:p>
      </dsp:txBody>
      <dsp:txXfrm rot="-5400000">
        <a:off x="1224145" y="2147644"/>
        <a:ext cx="5971319" cy="471046"/>
      </dsp:txXfrm>
    </dsp:sp>
    <dsp:sp modelId="{9172AAA1-008A-470A-81D4-A3A339D6E1E8}">
      <dsp:nvSpPr>
        <dsp:cNvPr id="0" name=""/>
        <dsp:cNvSpPr/>
      </dsp:nvSpPr>
      <dsp:spPr>
        <a:xfrm>
          <a:off x="0" y="2056910"/>
          <a:ext cx="1100276" cy="652513"/>
        </a:xfrm>
        <a:prstGeom prst="roundRect">
          <a:avLst/>
        </a:prstGeom>
        <a:solidFill>
          <a:schemeClr val="accent2">
            <a:alpha val="90000"/>
            <a:hueOff val="0"/>
            <a:satOff val="0"/>
            <a:lumOff val="0"/>
            <a:alphaOff val="-3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solidFill>
                <a:schemeClr val="tx2">
                  <a:lumMod val="50000"/>
                </a:schemeClr>
              </a:solidFill>
            </a:rPr>
            <a:t>Step 4</a:t>
          </a:r>
          <a:endParaRPr lang="en-GB" sz="2000" kern="1200" dirty="0">
            <a:solidFill>
              <a:schemeClr val="tx2">
                <a:lumMod val="50000"/>
              </a:schemeClr>
            </a:solidFill>
          </a:endParaRPr>
        </a:p>
      </dsp:txBody>
      <dsp:txXfrm>
        <a:off x="31853" y="2088763"/>
        <a:ext cx="1036570" cy="588807"/>
      </dsp:txXfrm>
    </dsp:sp>
    <dsp:sp modelId="{16531738-7B32-4F47-BF32-68A1BAB99C00}">
      <dsp:nvSpPr>
        <dsp:cNvPr id="0" name=""/>
        <dsp:cNvSpPr/>
      </dsp:nvSpPr>
      <dsp:spPr>
        <a:xfrm rot="5400000">
          <a:off x="3961540" y="69906"/>
          <a:ext cx="522010" cy="5996801"/>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r>
            <a:rPr lang="en-GB" sz="2000" kern="1200">
              <a:solidFill>
                <a:schemeClr val="tx2">
                  <a:lumMod val="50000"/>
                </a:schemeClr>
              </a:solidFill>
            </a:rPr>
            <a:t>Interpret the results</a:t>
          </a:r>
          <a:endParaRPr lang="en-GB" sz="2000" kern="1200" dirty="0">
            <a:solidFill>
              <a:schemeClr val="tx2">
                <a:lumMod val="50000"/>
              </a:schemeClr>
            </a:solidFill>
          </a:endParaRPr>
        </a:p>
      </dsp:txBody>
      <dsp:txXfrm rot="-5400000">
        <a:off x="1224145" y="2832783"/>
        <a:ext cx="5971319" cy="471046"/>
      </dsp:txXfrm>
    </dsp:sp>
    <dsp:sp modelId="{7D35C162-65F7-4CE8-B1C4-9A379BCA4C98}">
      <dsp:nvSpPr>
        <dsp:cNvPr id="0" name=""/>
        <dsp:cNvSpPr/>
      </dsp:nvSpPr>
      <dsp:spPr>
        <a:xfrm>
          <a:off x="0" y="2742049"/>
          <a:ext cx="1100276" cy="652513"/>
        </a:xfrm>
        <a:prstGeom prst="roundRect">
          <a:avLst/>
        </a:prstGeom>
        <a:solidFill>
          <a:schemeClr val="accent2">
            <a:alpha val="90000"/>
            <a:hueOff val="0"/>
            <a:satOff val="0"/>
            <a:lumOff val="0"/>
            <a:alpha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solidFill>
                <a:schemeClr val="tx2">
                  <a:lumMod val="50000"/>
                </a:schemeClr>
              </a:solidFill>
            </a:rPr>
            <a:t>Step 5</a:t>
          </a:r>
          <a:endParaRPr lang="en-GB" sz="2000" kern="1200" dirty="0">
            <a:solidFill>
              <a:schemeClr val="tx2">
                <a:lumMod val="50000"/>
              </a:schemeClr>
            </a:solidFill>
          </a:endParaRPr>
        </a:p>
      </dsp:txBody>
      <dsp:txXfrm>
        <a:off x="31853" y="2773902"/>
        <a:ext cx="1036570" cy="5888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07AC07-91B3-4B54-B1A3-50AE1FEE2708}">
      <dsp:nvSpPr>
        <dsp:cNvPr id="0" name=""/>
        <dsp:cNvSpPr/>
      </dsp:nvSpPr>
      <dsp:spPr>
        <a:xfrm>
          <a:off x="4186449" y="675493"/>
          <a:ext cx="1789366" cy="178969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80A60C-FF49-41E2-8016-2D77FD025156}">
      <dsp:nvSpPr>
        <dsp:cNvPr id="0" name=""/>
        <dsp:cNvSpPr/>
      </dsp:nvSpPr>
      <dsp:spPr>
        <a:xfrm>
          <a:off x="4245861" y="735160"/>
          <a:ext cx="1670541" cy="1670363"/>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b="1" kern="1200" dirty="0">
              <a:solidFill>
                <a:schemeClr val="accent2">
                  <a:lumMod val="75000"/>
                </a:schemeClr>
              </a:solidFill>
              <a:latin typeface="+mn-lt"/>
            </a:rPr>
            <a:t>p-value greater than specified significance level?</a:t>
          </a:r>
          <a:endParaRPr lang="en-GB" sz="1700" kern="1200" dirty="0"/>
        </a:p>
      </dsp:txBody>
      <dsp:txXfrm>
        <a:off x="4484677" y="973829"/>
        <a:ext cx="1192910" cy="1193026"/>
      </dsp:txXfrm>
    </dsp:sp>
    <dsp:sp modelId="{A677CE90-EB94-4B63-98E7-96111F2E0F33}">
      <dsp:nvSpPr>
        <dsp:cNvPr id="0" name=""/>
        <dsp:cNvSpPr/>
      </dsp:nvSpPr>
      <dsp:spPr>
        <a:xfrm rot="2700000">
          <a:off x="2339242" y="677657"/>
          <a:ext cx="1785056" cy="1785056"/>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5A084F-8A99-458E-8268-D000087DF1FF}">
      <dsp:nvSpPr>
        <dsp:cNvPr id="0" name=""/>
        <dsp:cNvSpPr/>
      </dsp:nvSpPr>
      <dsp:spPr>
        <a:xfrm>
          <a:off x="2396500" y="735160"/>
          <a:ext cx="1670541" cy="1670363"/>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b="1" kern="1200" dirty="0">
              <a:solidFill>
                <a:schemeClr val="accent2">
                  <a:lumMod val="75000"/>
                </a:schemeClr>
              </a:solidFill>
              <a:latin typeface="+mn-lt"/>
            </a:rPr>
            <a:t>calculate the p-value</a:t>
          </a:r>
          <a:endParaRPr lang="en-GB" sz="1700" kern="1200" dirty="0"/>
        </a:p>
      </dsp:txBody>
      <dsp:txXfrm>
        <a:off x="2635315" y="973829"/>
        <a:ext cx="1192910" cy="1193026"/>
      </dsp:txXfrm>
    </dsp:sp>
    <dsp:sp modelId="{45B501D0-6534-48D9-9B8F-371E6B6F8BD0}">
      <dsp:nvSpPr>
        <dsp:cNvPr id="0" name=""/>
        <dsp:cNvSpPr/>
      </dsp:nvSpPr>
      <dsp:spPr>
        <a:xfrm rot="2700000">
          <a:off x="489881" y="677657"/>
          <a:ext cx="1785056" cy="1785056"/>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46130F-A422-4226-9BEC-C3E661EBD674}">
      <dsp:nvSpPr>
        <dsp:cNvPr id="0" name=""/>
        <dsp:cNvSpPr/>
      </dsp:nvSpPr>
      <dsp:spPr>
        <a:xfrm>
          <a:off x="547139" y="735160"/>
          <a:ext cx="1670541" cy="1670363"/>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b="1" kern="1200" dirty="0">
              <a:solidFill>
                <a:schemeClr val="accent2">
                  <a:lumMod val="75000"/>
                </a:schemeClr>
              </a:solidFill>
              <a:latin typeface="+mn-lt"/>
            </a:rPr>
            <a:t>set the significance level</a:t>
          </a:r>
          <a:endParaRPr lang="en-GB" sz="1700" kern="1200" dirty="0"/>
        </a:p>
      </dsp:txBody>
      <dsp:txXfrm>
        <a:off x="785954" y="973829"/>
        <a:ext cx="1192910" cy="119302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8:58:10.132"/>
    </inkml:context>
    <inkml:brush xml:id="br0">
      <inkml:brushProperty name="width" value="0.05" units="cm"/>
      <inkml:brushProperty name="height" value="0.05" units="cm"/>
      <inkml:brushProperty name="color" value="#66CC00"/>
    </inkml:brush>
  </inkml:definitions>
  <inkml:trace contextRef="#ctx0" brushRef="#br0">1240 0 24575,'-1216'0'-1365,"1193"0"-5461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8:58:12.377"/>
    </inkml:context>
    <inkml:brush xml:id="br0">
      <inkml:brushProperty name="width" value="0.05" units="cm"/>
      <inkml:brushProperty name="height" value="0.05" units="cm"/>
      <inkml:brushProperty name="color" value="#66CC00"/>
    </inkml:brush>
  </inkml:definitions>
  <inkml:trace contextRef="#ctx0" brushRef="#br0">320 0 24575,'-9'2'0,"0"0"0,1 1 0,-1 0 0,1 1 0,0-1 0,0 2 0,0-1 0,-13 10 0,1-1 0,-26 17 0,33-21 0,-1 0 0,0-1 0,0 0 0,-25 9 0,34-16 0,0 1 0,0 0 0,0 0 0,0 0 0,0 0 0,1 1 0,-1 0 0,1 0 0,-1 0 0,1 0 0,0 1 0,-4 5 0,6-7 0,1 0 0,0 1 0,1-1 0,-1 1 0,0-1 0,1 1 0,-1-1 0,1 1 0,0-1 0,0 1 0,0 0 0,0-1 0,1 1 0,-1-1 0,0 1 0,1-1 0,0 1 0,0-1 0,0 1 0,0-1 0,0 0 0,0 1 0,0-1 0,1 0 0,-1 0 0,4 3 0,13 20-184,1-1-1,2-1 1,0-1-1,36 30 1,51 27-8132,-103-76 7761,67 43-3523,-32-20 5038,3-3 1,46 20-1,-13-7 5051,-58-26-9223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2:32:02.571"/>
    </inkml:context>
    <inkml:brush xml:id="br0">
      <inkml:brushProperty name="width" value="0.05" units="cm"/>
      <inkml:brushProperty name="height" value="0.05" units="cm"/>
      <inkml:brushProperty name="color" value="#66CC00"/>
    </inkml:brush>
  </inkml:definitions>
  <inkml:trace contextRef="#ctx0" brushRef="#br0">1490 1168 24575,'2'-1'0,"-1"1"0,1-1 0,-1 1 0,1-1 0,0 0 0,-1 0 0,0 0 0,1 1 0,-1-2 0,1 1 0,-1 0 0,0 0 0,0 0 0,0 0 0,0-1 0,0 1 0,0-1 0,0 1 0,0-1 0,1-1 0,16-39 0,-14 31 0,7-12 0,-2-1 0,0 0 0,-2 0 0,-1-1 0,-1 0 0,-1 0 0,2-47 0,-8-378 0,2 438 0,0 0 0,-1 1 0,0-1 0,-1 1 0,-1 0 0,1-1 0,-2 1 0,0 0 0,0 1 0,-1-1 0,0 1 0,0 0 0,-2 0 0,1 0 0,-1 1 0,0 0 0,-1 1 0,-10-10 0,1 4 0,-1 0 0,-1 2 0,0 0 0,-1 1 0,0 0 0,0 2 0,-1 1 0,-1 0 0,-30-6 0,0-1 0,29 6 0,-2 2 0,1 1 0,-1 1 0,-34-2 0,-100-6 0,-58-1 0,116 13 0,-88 4 0,178-2 0,1 2 0,-1-1 0,1 2 0,0-1 0,0 1 0,0 1 0,0 0 0,1 0 0,0 1 0,0 0 0,0 1 0,1-1 0,0 2 0,0-1 0,1 1 0,-8 10 0,-11 17 0,2 1 0,-33 64 0,46-80 0,-8 21 0,1 1 0,-18 69 0,12-35 0,16-43 0,2 0 0,1 1 0,2 0 0,1 0 0,2 0 0,4 40 0,-1 18 0,-3-57 0,-1-3 0,2-1 0,7 49 0,-7-71 0,1-1 0,0 1 0,1-1 0,0 1 0,0-1 0,1 0 0,0 0 0,1 0 0,-1-1 0,2 1 0,-1-1 0,1 0 0,11 10 0,16 13 0,2-2 0,2-1 0,0-2 0,1-1 0,51 22 0,21-12 0,-32-12 0,-37-10 0,0-2 0,0-2 0,79 6 0,127-12 0,-127-3 0,-113 0 0,-1 1 0,1-1 0,-1-1 0,0 1 0,0-1 0,1 0 0,-1 0 0,0-1 0,-1 0 0,1 0 0,0 0 0,-1-1 0,0 0 0,0 0 0,0 0 0,8-9 0,4-6 0,-1-1 0,24-42 0,-38 59 0,17-35-1365,-13 20-5461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2:32:05.630"/>
    </inkml:context>
    <inkml:brush xml:id="br0">
      <inkml:brushProperty name="width" value="0.05" units="cm"/>
      <inkml:brushProperty name="height" value="0.05" units="cm"/>
      <inkml:brushProperty name="color" value="#66CC00"/>
    </inkml:brush>
  </inkml:definitions>
  <inkml:trace contextRef="#ctx0" brushRef="#br0">1 1 24575,'540'0'-8188,"721"0"8179,-1023 11-3762,-2 18 4506,232 60 7327,-286-51-4891,49 12-3171,53 11 0,-218-46 0,-1 2 0,75 31 0,119 65 0,-17 7 0,411 276 0,-122 35 0,-526-427 0,215 199 0,-176-158 0,-1 3 0,60 87 0,-83-100 0,17 36 0,-20-35 0,23 35 0,-32-57 0,-1 0 0,0 1 0,-1 0 0,-1 0 0,-1 0 0,0 0 0,4 30 0,-4-21 0,1 0 0,10 27 0,-7-34-1365,0-3-5461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2:32:06.751"/>
    </inkml:context>
    <inkml:brush xml:id="br0">
      <inkml:brushProperty name="width" value="0.05" units="cm"/>
      <inkml:brushProperty name="height" value="0.05" units="cm"/>
      <inkml:brushProperty name="color" value="#66CC00"/>
    </inkml:brush>
  </inkml:definitions>
  <inkml:trace contextRef="#ctx0" brushRef="#br0">1 136 24575,'16'1'0,"0"2"0,0 0 0,0 0 0,0 2 0,-1 0 0,0 1 0,0 0 0,0 1 0,-1 1 0,0 0 0,20 16 0,-23-17 0,0 0 0,0-1 0,0-1 0,20 8 0,-28-12 0,0-1 0,0 1 0,-1 0 0,1-1 0,0 1 0,0-1 0,0 0 0,0 0 0,0 0 0,0 0 0,0 0 0,0-1 0,0 0 0,0 1 0,0-1 0,0 0 0,0 0 0,0-1 0,-1 1 0,1-1 0,-1 1 0,1-1 0,-1 0 0,3-2 0,4-5 0,-2 0 0,0-1 0,0 1 0,0-1 0,-1-1 0,-1 1 0,0-1 0,0 0 0,-1 0 0,0-1 0,-1 1 0,2-16 0,12-40-1365,-13 48-5461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2:32:10.321"/>
    </inkml:context>
    <inkml:brush xml:id="br0">
      <inkml:brushProperty name="width" value="0.05" units="cm"/>
      <inkml:brushProperty name="height" value="0.05" units="cm"/>
      <inkml:brushProperty name="color" value="#66CC00"/>
    </inkml:brush>
  </inkml:definitions>
  <inkml:trace contextRef="#ctx0" brushRef="#br0">401 847 24575,'0'2'0,"1"-1"0,0 1 0,-1 0 0,1 0 0,0-1 0,0 1 0,0 0 0,0-1 0,0 1 0,0-1 0,1 1 0,-1-1 0,0 0 0,1 1 0,-1-1 0,1 0 0,0 0 0,-1 0 0,1 0 0,0-1 0,-1 1 0,4 1 0,40 13 0,-30-13 0,1 0 0,-1-1 0,0-1 0,0 0 0,1-1 0,-1-1 0,0 0 0,0-1 0,0-1 0,0 0 0,-1-1 0,1 0 0,-1-1 0,14-9 0,-7 3 0,-1 0 0,-1-2 0,0 0 0,0-1 0,-2-1 0,0-1 0,0 0 0,18-27 0,-19 23 0,-2-2 0,18-33 0,-27 45 0,-1 0 0,-1 0 0,1 0 0,-2-1 0,0 1 0,0-1 0,0-23 0,-2 11 0,0-1 0,-2 1 0,-6-36 0,5 50 0,0 1 0,0-1 0,-1 1 0,0-1 0,0 1 0,-1 1 0,0-1 0,-1 1 0,0-1 0,-1 1 0,-7-7 0,-26-29 0,31 33 0,0 1 0,0 0 0,-1 0 0,0 1 0,-1 0 0,0 1 0,-17-10 0,-14-5 0,31 16 0,-1 0 0,0 1 0,0 0 0,0 0 0,-1 2 0,0 0 0,0 0 0,0 1 0,-22-2 0,-55-8 0,75 9 0,1 1 0,0 1 0,-1 0 0,1 1 0,-1 1 0,1 0 0,-1 1 0,1 0 0,-21 6 0,21-3 0,1 0 0,-1 1 0,1 1 0,0 0 0,1 1 0,0 0 0,0 1 0,0 1 0,-11 10 0,20-17 0,-8 7 0,-1 0 0,2 1 0,-1 0 0,1 1 0,1 0 0,-1 0 0,2 1 0,0 0 0,0 1 0,2-1 0,-9 21 0,-6 26 0,6-17 0,-12 55 0,24-82 0,0 0 0,2 0 0,0 1 0,0-1 0,2 0 0,0 0 0,4 25 0,-2-27 0,1 0 0,0 0 0,1 0 0,0-1 0,1 0 0,0 0 0,1 0 0,0-1 0,1 0 0,0 0 0,1-1 0,0 0 0,1 0 0,0-1 0,0-1 0,1 0 0,0 0 0,1-1 0,-1 0 0,25 9 0,-25-12-227,2-1-1,-1-1 1,0 0-1,0-1 1,23 0-1,-12-1-6598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2:32:11.603"/>
    </inkml:context>
    <inkml:brush xml:id="br0">
      <inkml:brushProperty name="width" value="0.05" units="cm"/>
      <inkml:brushProperty name="height" value="0.05" units="cm"/>
      <inkml:brushProperty name="color" value="#66CC00"/>
    </inkml:brush>
  </inkml:definitions>
  <inkml:trace contextRef="#ctx0" brushRef="#br0">1372 1 24575,'-1'5'0,"1"-1"0,-1 1 0,-1 0 0,1-1 0,0 1 0,-1-1 0,0 1 0,0-1 0,-1 0 0,-4 8 0,-35 41 0,30-40 0,-115 167 0,33-5 0,-267 443 0,268-444-9473,-26 57 2901,13-9 8369,-83 206-1397,114-264 125,55-128 205,3 0-1,0 2 1,3 0-1,1 0 1,-9 48-1,-2 28 1199,19-91-3101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2:32:12.635"/>
    </inkml:context>
    <inkml:brush xml:id="br0">
      <inkml:brushProperty name="width" value="0.05" units="cm"/>
      <inkml:brushProperty name="height" value="0.05" units="cm"/>
      <inkml:brushProperty name="color" value="#66CC00"/>
    </inkml:brush>
  </inkml:definitions>
  <inkml:trace contextRef="#ctx0" brushRef="#br0">1 31 24575,'4'0'0,"-1"0"0,1 1 0,-1 0 0,1-1 0,-1 1 0,1 1 0,-1-1 0,0 0 0,1 1 0,-1 0 0,0-1 0,0 1 0,0 1 0,0-1 0,-1 0 0,1 1 0,-1-1 0,1 1 0,-1 0 0,0 0 0,0 0 0,0 0 0,0 0 0,-1 0 0,1 0 0,-1 1 0,2 3 0,3 13 0,-1 0 0,0 0 0,3 35 0,-3-20 0,-5-34 0,0 1 0,0 0 0,0-1 0,0 1 0,1 0 0,-1-1 0,1 1 0,-1 0 0,1-1 0,0 1 0,-1-1 0,1 0 0,0 1 0,0-1 0,0 1 0,0-1 0,0 0 0,1 0 0,1 2 0,-2-3 0,0 1 0,0-1 0,0 0 0,0 0 0,0 0 0,0-1 0,0 1 0,0 0 0,0 0 0,0 0 0,0-1 0,0 1 0,0-1 0,0 1 0,-1 0 0,1-1 0,0 0 0,0 1 0,0-1 0,-1 1 0,1-1 0,0 0 0,0-1 0,5-5 0,-1 1 0,0-1 0,0-1 0,0 1 0,-1-1 0,3-9 0,69-169-1365,-71 168-5461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3:05:18.953"/>
    </inkml:context>
    <inkml:brush xml:id="br0">
      <inkml:brushProperty name="width" value="0.05" units="cm"/>
      <inkml:brushProperty name="height" value="0.05" units="cm"/>
      <inkml:brushProperty name="color" value="#66CC00"/>
    </inkml:brush>
  </inkml:definitions>
  <inkml:trace contextRef="#ctx0" brushRef="#br0">1 29 24575,'0'-1'0,"1"-1"0,-1 1 0,1 0 0,-1 0 0,1 0 0,0 0 0,0 0 0,-1 0 0,1 0 0,0 0 0,0 0 0,0 0 0,0 1 0,0-1 0,0 0 0,0 0 0,0 1 0,0-1 0,0 1 0,1-1 0,-1 1 0,0-1 0,0 1 0,0 0 0,1 0 0,-1 0 0,2-1 0,41-3 0,-39 3 0,443-2 0,-230 6 0,72-3-1365,-267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23:05:20.547"/>
    </inkml:context>
    <inkml:brush xml:id="br0">
      <inkml:brushProperty name="width" value="0.05" units="cm"/>
      <inkml:brushProperty name="height" value="0.05" units="cm"/>
      <inkml:brushProperty name="color" value="#66CC00"/>
    </inkml:brush>
  </inkml:definitions>
  <inkml:trace contextRef="#ctx0" brushRef="#br0">1 1 24575,'8'1'0,"0"0"0,0 0 0,0 1 0,0 0 0,0 0 0,-1 1 0,1 0 0,-1 0 0,0 1 0,0 0 0,0 1 0,8 5 0,42 23 0,-52-31 0,0 0 0,0 0 0,0 1 0,0 0 0,-1-1 0,1 2 0,-1-1 0,0 0 0,0 1 0,0 0 0,-1 0 0,1 0 0,4 7 0,-7-8 0,0 0 0,0 1 0,0-1 0,0 0 0,0 0 0,-1 1 0,1-1 0,-1 1 0,0-1 0,0 0 0,0 1 0,0-1 0,-1 0 0,0 1 0,1-1 0,-1 0 0,0 1 0,-1-1 0,1 0 0,0 0 0,-1 0 0,-3 5 0,-40 56 0,33-49 0,1 0 0,0 0 0,2 1 0,-14 30 0,17-34-39,1-1 1,-2 0-1,1-1 0,-17 20 0,10-12-1132,2-3-5655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24:58.231"/>
    </inkml:context>
    <inkml:brush xml:id="br0">
      <inkml:brushProperty name="width" value="0.025" units="cm"/>
      <inkml:brushProperty name="height" value="0.025" units="cm"/>
    </inkml:brush>
  </inkml:definitions>
  <inkml:trace contextRef="#ctx0" brushRef="#br0">0 146 24575,'1'-1'0,"-1"0"0,0 0 0,0-1 0,1 1 0,-1 0 0,1 0 0,-1 0 0,1 0 0,0 0 0,0 0 0,-1 0 0,1 0 0,0 0 0,0 0 0,0 1 0,0-1 0,0 0 0,0 0 0,0 1 0,0-1 0,0 0 0,0 1 0,0-1 0,1 1 0,-1 0 0,0-1 0,2 1 0,42-8 0,-33 6 0,202-25 665,298-7-8351,-439 30 7923,1004-7-7677,-618 15 7815,-287-4 2276,1097-21 2894,-960 8-85,1 7-4322,624 8-11637,-335 1 4008,60-3 10376,1843 0 2436,-1430 0-482,-1048 2-5805,0 0-1,0 1 0,26 8 0,50 5-1531,-69-14-5328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25:20.648"/>
    </inkml:context>
    <inkml:brush xml:id="br0">
      <inkml:brushProperty name="width" value="0.025" units="cm"/>
      <inkml:brushProperty name="height" value="0.025" units="cm"/>
    </inkml:brush>
  </inkml:definitions>
  <inkml:trace contextRef="#ctx0" brushRef="#br0">5122 1 24575,'-29'1'0,"-1"0"0,1 3 0,-48 12 0,-112 20 0,94-18 0,66-14 0,0 1 0,1 2 0,-46 17 0,30-7 120,-74 17 0,-5 1-1838,44 0-3588,34-11 4230,-24 7 3676,-17 9 2201,32-9-4342,-26 24-459,-88 80 0,92-77 0,-18 17 0,14-3 0,46-44 0,-46 50 0,-21 25 0,-5 11 0,28-32 0,-133 180 0,-92 176 0,133-178 0,124-187 0,31-47 0,-2-1 0,-34 42 0,40-52 0,0 0 0,1 1 0,0 0 0,-14 33 0,-19 32 0,-291 487 0,242-403 0,66-114 0,-45 64 0,12-23 0,13-23 0,31-48 0,0 1 0,-22 46 0,32-58 0,-1 0 0,1 0 0,-2 0 0,1-1 0,-1 0 0,0 0 0,-1-1 0,0 0 0,0-1 0,-14 10 0,13-9 0,2-1 0,-1 2 0,1-1 0,-11 17 0,13-17 0,0 0 0,-1-1 0,0 1 0,0-2 0,0 1 0,-1-1 0,0 0 0,-8 6 0,-154 108 0,-153 74 0,291-174 0,22-13 0,0 0 0,0-2 0,-1 1 0,0-1 0,0-1 0,0 0 0,-1 0 0,1-1 0,-1-1 0,-13 2 0,-192-6 0,-33 3 0,199 12-1365,30-6-5461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25:28.880"/>
    </inkml:context>
    <inkml:brush xml:id="br0">
      <inkml:brushProperty name="width" value="0.025" units="cm"/>
      <inkml:brushProperty name="height" value="0.025" units="cm"/>
    </inkml:brush>
  </inkml:definitions>
  <inkml:trace contextRef="#ctx0" brushRef="#br0">1 1 24575,'29'1'0,"0"0"0,0 3 0,49 12 0,111 20 0,-94-18 0,-66-14 0,0 1 0,-1 2 0,46 17 0,-30-7 120,74 17 0,5 1-1838,-44 0-3588,-35-11 4230,25 7 3676,18 9 2201,-33-9-4342,26 24-459,88 80 0,-92-77 0,17 17 0,-12-3 0,-48-44 0,48 50 0,20 25 0,5 11 0,-28-32 0,133 180 0,92 176 0,-133-178 0,-124-187 0,-31-47 0,1-1 0,35 42 0,-39-52 0,-1 0 0,-1 1 0,0 0 0,14 33 0,19 32 0,290 487 0,-241-403 0,-65-114 0,44 64 0,-13-23 0,-11-23 0,-32-48 0,-1 1 0,24 46 0,-33-58 0,0 0 0,1 0 0,0 0 0,1-1 0,0 0 0,0 0 0,1-1 0,0 0 0,0-1 0,14 10 0,-14-9 0,0-1 0,0 2 0,-1-1 0,10 17 0,-12-17 0,1 0 0,-1-1 0,1 1 0,1-2 0,-1 1 0,1-1 0,0 0 0,8 6 0,153 108 0,155 74 0,-292-174 0,-22-13 0,0 0 0,0-2 0,1 1 0,0-1 0,0-1 0,0 0 0,0 0 0,1-1 0,-1-1 0,15 2 0,191-6 0,33 3 0,-199 12-1365,-30-6-5461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26:03.056"/>
    </inkml:context>
    <inkml:brush xml:id="br0">
      <inkml:brushProperty name="width" value="0.025" units="cm"/>
      <inkml:brushProperty name="height" value="0.025" units="cm"/>
    </inkml:brush>
  </inkml:definitions>
  <inkml:trace contextRef="#ctx0" brushRef="#br0">41 3 24575,'3'124'0,"-7"138"0,-14-146 0,10-74 0,-4 79 0,10 2153 0,5-1060 0,-2-1195 12,2-1-1,0 0 1,8 29-1,1-2-1422,-7-20-5415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13.983"/>
    </inkml:context>
    <inkml:brush xml:id="br0">
      <inkml:brushProperty name="width" value="0.05" units="cm"/>
      <inkml:brushProperty name="height" value="0.05" units="cm"/>
      <inkml:brushProperty name="color" value="#F6630D"/>
    </inkml:brush>
  </inkml:definitions>
  <inkml:trace contextRef="#ctx0" brushRef="#br0">54 4347 24575,'0'-504'0,"1"484"0,1 1 0,9-37 0,-6 35 0,-1 0 0,1-27 0,-4-546 0,-3 288 0,1 275 0,-12-58 0,8 58 0,-4-56 0,12-48 0,-5-100 0,-23 101 0,11 28 0,8 71 0,-3-61 0,10-777 0,0 853 0,1 1 0,9-37 0,-6 35 0,-1 0 0,1-27 0,-7-95 0,4-58 0,10 130 0,-7 51 0,-1 0 0,1-28 0,-6-12-41,0 41-179,0 1-1,2 0 0,0-1 0,1 1 1,7-31-1,-3 32-6605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18.939"/>
    </inkml:context>
    <inkml:brush xml:id="br0">
      <inkml:brushProperty name="width" value="0.05" units="cm"/>
      <inkml:brushProperty name="height" value="0.05" units="cm"/>
      <inkml:brushProperty name="color" value="#F6630D"/>
    </inkml:brush>
  </inkml:definitions>
  <inkml:trace contextRef="#ctx0" brushRef="#br0">83 4283 24575,'1'-51'0,"0"13"0,-1-1 0,-3 1 0,-12-72 0,9 81 0,-2-51 0,-5-23 0,8 72 0,1-1 0,2 0 0,3-53 0,0 53 0,-1 0 0,-1 0 0,-9-52 0,1 29 0,3 1 0,2-2 0,5-84 0,0 48 0,0 73 0,1-1 0,9-36 0,-6 36 0,-1-2 0,1-25 0,-3-653 0,-5 341 0,3-1413-1365,0 1749-5461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20.704"/>
    </inkml:context>
    <inkml:brush xml:id="br0">
      <inkml:brushProperty name="width" value="0.05" units="cm"/>
      <inkml:brushProperty name="height" value="0.05" units="cm"/>
      <inkml:brushProperty name="color" value="#F6630D"/>
    </inkml:brush>
  </inkml:definitions>
  <inkml:trace contextRef="#ctx0" brushRef="#br0">668 1 24575,'-6'1'0,"0"0"0,0 1 0,1 0 0,-1 0 0,0 0 0,1 1 0,-1 0 0,1 0 0,0 0 0,0 1 0,0-1 0,-7 8 0,-16 10 0,-26 16 0,0 1 0,-78 76 0,115-99 0,-1 0 0,-38 22 0,-20 16 0,44-22-212,-56 67-1,68-74-727,5-7-5886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21.763"/>
    </inkml:context>
    <inkml:brush xml:id="br0">
      <inkml:brushProperty name="width" value="0.05" units="cm"/>
      <inkml:brushProperty name="height" value="0.05" units="cm"/>
      <inkml:brushProperty name="color" value="#F6630D"/>
    </inkml:brush>
  </inkml:definitions>
  <inkml:trace contextRef="#ctx0" brushRef="#br0">863 1 24575,'0'1'0,"1"0"0,-1 0 0,0 0 0,0 0 0,0 0 0,0 0 0,0 0 0,-1 0 0,1 0 0,0 0 0,0 0 0,-1 0 0,1 0 0,-1 0 0,1 0 0,-1 0 0,1-1 0,-1 1 0,1 0 0,-1 0 0,0 0 0,-1 1 0,-18 29 0,19-30 0,-19 25 96,-2-1-1,0 0 0,-41 33 0,2-7-4577,44-36 1604,-322 261 9857,284-231-6979,-90 85 0,66-72-1365,68-46-5461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22.776"/>
    </inkml:context>
    <inkml:brush xml:id="br0">
      <inkml:brushProperty name="width" value="0.05" units="cm"/>
      <inkml:brushProperty name="height" value="0.05" units="cm"/>
      <inkml:brushProperty name="color" value="#F6630D"/>
    </inkml:brush>
  </inkml:definitions>
  <inkml:trace contextRef="#ctx0" brushRef="#br0">864 1 24575,'-163'155'0,"1"-42"0,69-52 0,6-2 0,-109 81 0,148-103-41,28-24-290,2 1 0,0 1 0,-31 34 0,39-36-6495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23.631"/>
    </inkml:context>
    <inkml:brush xml:id="br0">
      <inkml:brushProperty name="width" value="0.05" units="cm"/>
      <inkml:brushProperty name="height" value="0.05" units="cm"/>
      <inkml:brushProperty name="color" value="#F6630D"/>
    </inkml:brush>
  </inkml:definitions>
  <inkml:trace contextRef="#ctx0" brushRef="#br0">595 1 24575,'-2'9'0,"-1"0"0,0-1 0,0 1 0,-1-1 0,0 1 0,-1-1 0,0 0 0,0-1 0,-1 1 0,-10 10 0,10-11 0,-29 33 0,-2-3 0,-2-1 0,-1-2 0,-1-1 0,-55 32 0,85-57 0,0 1 0,1 0 0,0 0 0,-10 13 0,-24 22 0,34-34 0,1-1 0,0 1 0,1 1 0,0 0 0,0 0 0,1 1 0,-5 12 0,-19 27 0,5-20-1365,15-19-5461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24.435"/>
    </inkml:context>
    <inkml:brush xml:id="br0">
      <inkml:brushProperty name="width" value="0.05" units="cm"/>
      <inkml:brushProperty name="height" value="0.05" units="cm"/>
      <inkml:brushProperty name="color" value="#F6630D"/>
    </inkml:brush>
  </inkml:definitions>
  <inkml:trace contextRef="#ctx0" brushRef="#br0">698 1 24575,'0'5'0,"-1"-1"0,1 1 0,-1 0 0,0-1 0,-1 1 0,1 0 0,-1-1 0,0 0 0,0 1 0,-1-1 0,1 0 0,-1 0 0,0 0 0,-4 4 0,-55 49 0,31-30 0,-95 84 0,54-39 0,-100 108 0,-19 58-1365,178-222-5461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0:25.124"/>
    </inkml:context>
    <inkml:brush xml:id="br0">
      <inkml:brushProperty name="width" value="0.05" units="cm"/>
      <inkml:brushProperty name="height" value="0.05" units="cm"/>
      <inkml:brushProperty name="color" value="#F6630D"/>
    </inkml:brush>
  </inkml:definitions>
  <inkml:trace contextRef="#ctx0" brushRef="#br0">489 1 24575,'-2'3'0,"0"1"0,0 0 0,-1-1 0,1 0 0,-1 0 0,0 0 0,0 0 0,0 0 0,-5 3 0,-3 4 0,-38 34 0,-84 59 0,40-34 0,-62 57-1365,139-111-5461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48:26.455"/>
    </inkml:context>
    <inkml:brush xml:id="br0">
      <inkml:brushProperty name="width" value="0.05" units="cm"/>
      <inkml:brushProperty name="height" value="0.05" units="cm"/>
      <inkml:brushProperty name="color" value="#66CC00"/>
    </inkml:brush>
  </inkml:definitions>
  <inkml:trace contextRef="#ctx0" brushRef="#br0">2279 79 24575,'-10'-1'0,"-1"0"0,1-1 0,0 1 0,-1-1 0,1-1 0,0 0 0,-11-4 0,-46-11 0,-222-14 0,257 29 0,-66-3 0,-151 6 0,102 2 0,-388-2 0,521 0 0,0 1 0,1 1 0,-1-1 0,0 2 0,0-1 0,-20 7 0,-77 30 0,23-7 0,65-24 0,1 1 0,-25 13 0,-20 9 0,32-17 0,2 2 0,0 1 0,-40 28 0,62-38 0,0 1 0,1 0 0,0 0 0,1 1 0,0 0 0,1 0 0,0 0 0,1 1 0,1 0 0,0 0 0,1 0 0,0 1 0,1-1 0,1 1 0,0 0 0,1-1 0,1 1 0,0 0 0,2 17 0,-1 0 0,0 1 0,9 47 0,-7-65 0,2-1 0,-1 1 0,2-1 0,0 0 0,1 0 0,0 0 0,16 17 0,3-2 0,35 27 0,-11-11 0,-27-25 0,0 0 0,2-2 0,0 1 0,43 17 0,-6-2 0,-24-13 0,0-1 0,79 23 0,-42-15 0,-29-10 25,0-2 0,1-1 0,78 11-1,-36-12-639,94 3 1,-56-10-8736,65-4 8646,-52 0 568,-120 1 596,0-1 0,-1 0 1,1-1-1,-1-1 0,0 0 1,27-8-1,-34 8-256,0 0 0,-1-1-1,0 0 1,0-1 0,0 1 0,0-1-1,-1-1 1,0 1 0,-1-1-1,0 0 1,11-11 0,10-12 4825,2 2-3852,-7 6-1453,24-27-1,-3 8 277,-37 33 0,1 0 0,-1 0 0,-1 0 0,1 0 0,6-11 0,15-24 0,-15 23 0,-1 0 0,16-36 0,-14 20 0,10-30 0,4-66 0,-18 72-1,-5 26-681,2-47 0,-8 64-6144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54:03.352"/>
    </inkml:context>
    <inkml:brush xml:id="br0">
      <inkml:brushProperty name="width" value="0.05" units="cm"/>
      <inkml:brushProperty name="height" value="0.05" units="cm"/>
      <inkml:brushProperty name="color" value="#66CC00"/>
    </inkml:brush>
  </inkml:definitions>
  <inkml:trace contextRef="#ctx0" brushRef="#br0">0 1939 24575,'43'0'955,"81"0"-703,60-7-4411,-120 2 1604,-1-3 1,113-29 0,-147 29 2587,304-96-2585,-274 81 1983,-2-2-1,0-2 1,80-53-1,26-41 2979,-110 75-2389,-2-1 1,-2-3-1,-2-2 0,67-97 0,-21 19 2425,38-60-1136,50-87 1046,-174 267-2346,41-68 2253,-4-2-1,58-145 0,-80 146-2127,-6 16-1633,-10 46-5327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0:54:04.646"/>
    </inkml:context>
    <inkml:brush xml:id="br0">
      <inkml:brushProperty name="width" value="0.05" units="cm"/>
      <inkml:brushProperty name="height" value="0.05" units="cm"/>
      <inkml:brushProperty name="color" value="#66CC00"/>
    </inkml:brush>
  </inkml:definitions>
  <inkml:trace contextRef="#ctx0" brushRef="#br0">0 175 24575,'12'-2'0,"0"0"0,0-1 0,0 0 0,0-1 0,-1-1 0,0 1 0,0-2 0,0 1 0,19-15 0,38-17 0,-36 23 0,0-2 0,42-27 0,-73 42 0,0-1 0,1 2 0,-1-1 0,1 0 0,-1 0 0,1 0 0,0 1 0,-1-1 0,1 0 0,0 1 0,-1 0 0,1-1 0,0 1 0,-1 0 0,1 0 0,0 0 0,0 0 0,-1 0 0,1 0 0,0 1 0,-1-1 0,1 1 0,0-1 0,-1 1 0,3 1 0,-1-1 0,-1 2 0,0-1 0,0 0 0,0 0 0,0 1 0,0-1 0,0 1 0,0 0 0,-1-1 0,0 1 0,1 0 0,-1 0 0,1 3 0,2 10 0,0 0 0,-1 0 0,-1 0 0,0 22 0,-2 44-1365,-1-59-5461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1:21:23.442"/>
    </inkml:context>
    <inkml:brush xml:id="br0">
      <inkml:brushProperty name="width" value="0.05" units="cm"/>
      <inkml:brushProperty name="height" value="0.05" units="cm"/>
      <inkml:brushProperty name="color" value="#66CC00"/>
    </inkml:brush>
  </inkml:definitions>
  <inkml:trace contextRef="#ctx0" brushRef="#br0">1725 61 24575,'0'-1'0,"-1"-1"0,1 1 0,-1 0 0,0 0 0,1 0 0,-1 0 0,0 0 0,0 0 0,0 0 0,1 0 0,-1 0 0,0 0 0,0 0 0,-1 0 0,1 1 0,0-1 0,0 0 0,0 1 0,0-1 0,-2 0 0,-33-13 0,27 11 0,-18-4 0,0 1 0,0 2 0,-1 0 0,1 2 0,-1 1 0,1 1 0,-32 5 0,-25-2 0,39 1 0,-1 2 0,1 2 0,1 1 0,-1 3 0,2 2 0,-46 21 0,70-26 0,1 0 0,1 1 0,-32 25 0,-26 15 0,48-33 0,-43 34 0,26-19 0,-3 15 0,8-6 0,-29 20 0,-99 113 0,142-141 0,1 0 0,-34 68 0,48-82 0,-7 18 0,1 0 0,-19 74 0,23-70 0,-22 97 0,-14 41 0,42-157 0,1 1 0,2-1 0,0 1 0,1 0 0,1 0 0,2 26 0,0-21 0,-1 0 0,-2 1 0,-6 37 0,-2 1 0,3 0 0,3 0 0,7 106 0,-1-44 0,-2 352 0,0-473 0,0-1 0,0 0 0,1 0 0,0 0 0,0 0 0,1 0 0,-1 0 0,1-1 0,1 1 0,0-1 0,0 1 0,0-1 0,0 0 0,1 0 0,0 0 0,1 0 0,-1-1 0,1 0 0,0 0 0,0 0 0,8 6 0,43 42 0,-48-43 0,0-1 0,1-1 0,-1 1 0,2-2 0,-1 1 0,1-1 0,15 8 0,187 92 0,-185-93 0,1-1 0,0-1 0,0-1 0,49 11 0,-52-18 0,0 2 0,0 1 0,0 1 0,-1 1 0,30 15 0,-39-17 0,0-2 0,0 1 0,1-2 0,0 0 0,-1-1 0,18 1 0,5 2 0,67 10 0,125 3 0,74-20 0,-283-1 0,-1-1 0,1-1 0,-1-1 0,0-1 0,0-1 0,-1 0 0,1-2 0,-2 0 0,1-1 0,-1-1 0,-1 0 0,0-2 0,-1 0 0,18-18 0,-7 4 0,-2-2 0,-1 0 0,-1-1 0,-1-2 0,-2 0 0,31-68 0,-36 64 0,6-6 0,-3-1 0,-2 0 0,-1-2 0,14-80 0,6-79-4388,1-20-5617,-26 71 9818,-13-594 5719,2 701-4710,-3 0 1,-1 1 0,-3-1-1,-17-59 1,-72-170 4130,95 270-4971,-20-42 18,-2 2 0,-2 0 0,-55-71 0,38 56 0,-129-172-1365,163 219-5461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1:21:25.047"/>
    </inkml:context>
    <inkml:brush xml:id="br0">
      <inkml:brushProperty name="width" value="0.05" units="cm"/>
      <inkml:brushProperty name="height" value="0.05" units="cm"/>
      <inkml:brushProperty name="color" value="#66CC00"/>
    </inkml:brush>
  </inkml:definitions>
  <inkml:trace contextRef="#ctx0" brushRef="#br0">0 1 24575,'9'-1'0,"-1"1"0,0 1 0,1-1 0,-1 1 0,0 1 0,0 0 0,1 0 0,8 4 0,-13-4 0,0 1 0,0 0 0,0-1 0,0 2 0,-1-1 0,1 0 0,-1 1 0,0 0 0,0 0 0,0 0 0,0 0 0,-1 0 0,1 0 0,-1 1 0,2 6 0,4 12 0,-1 2 0,8 48 0,-5-21 0,-4-8 0,-2-1 0,-1 0 0,-6 70 0,1-22 0,1-74-170,0-1-1,-2 0 0,0 1 1,-1-1-1,0 0 0,-2-1 1,-8 20-1,7-19-6655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01:21:26.096"/>
    </inkml:context>
    <inkml:brush xml:id="br0">
      <inkml:brushProperty name="width" value="0.05" units="cm"/>
      <inkml:brushProperty name="height" value="0.05" units="cm"/>
      <inkml:brushProperty name="color" value="#66CC00"/>
    </inkml:brush>
  </inkml:definitions>
  <inkml:trace contextRef="#ctx0" brushRef="#br0">5 1 24575,'-2'74'0,"0"-39"0,2 1 0,5 48 0,-5-84 0,0 1 0,0-1 0,0 0 0,0 1 0,0-1 0,0 1 0,0-1 0,0 0 0,0 1 0,1-1 0,-1 0 0,0 1 0,0-1 0,0 1 0,1-1 0,-1 0 0,0 1 0,0-1 0,1 0 0,-1 0 0,0 1 0,1-1 0,-1 0 0,0 0 0,1 1 0,-1-1 0,0 0 0,1 0 0,-1 0 0,0 0 0,1 1 0,-1-1 0,1 0 0,14-7 0,15-23 0,-26 25 0,9-8-341,1 0 0,0 0-1,20-12 1,-13 12-6485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02.757"/>
    </inkml:context>
    <inkml:brush xml:id="br0">
      <inkml:brushProperty name="width" value="0.05" units="cm"/>
      <inkml:brushProperty name="height" value="0.05" units="cm"/>
      <inkml:brushProperty name="color" value="#F6630D"/>
    </inkml:brush>
  </inkml:definitions>
  <inkml:trace contextRef="#ctx0" brushRef="#br0">83 1 24575,'-2'38'0,"-10"59"0,6-58 0,-2 55 0,4-43 0,-1 1 0,-13 54 0,8-58 0,2 1 0,-1 74 0,10 838-1365,-1-938-5461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04.047"/>
    </inkml:context>
    <inkml:brush xml:id="br0">
      <inkml:brushProperty name="width" value="0.05" units="cm"/>
      <inkml:brushProperty name="height" value="0.05" units="cm"/>
      <inkml:brushProperty name="color" value="#F6630D"/>
    </inkml:brush>
  </inkml:definitions>
  <inkml:trace contextRef="#ctx0" brushRef="#br0">0 1 24575,'0'4'0,"5"2"0,1 5 0,-1 4 0,0 5 0,-2 3 0,4-2 0,4-5 0,6-5 0,4-4 0,4-4 0,-4-6 0,1-8 0,-1-2 0,-2 2-8191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06.030"/>
    </inkml:context>
    <inkml:brush xml:id="br0">
      <inkml:brushProperty name="width" value="0.05" units="cm"/>
      <inkml:brushProperty name="height" value="0.05" units="cm"/>
      <inkml:brushProperty name="color" value="#F6630D"/>
    </inkml:brush>
  </inkml:definitions>
  <inkml:trace contextRef="#ctx0" brushRef="#br0">163 0 24575,'1'28'0,"2"0"0,6 28 0,-4-25 0,3 46 0,-7 32 0,-23 179 0,17-249 0,3-13 0,-2 0 0,0 0 0,-2 0 0,-13 35 0,11-39 133,2 0 0,1 1 0,-5 42 0,3-17-1523,-3-1-3405,-26 127 4239,21-56 6765,1-13-6209,7-62 0,-2 74 0,10-10-1365,-1-84-5461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10.243"/>
    </inkml:context>
    <inkml:brush xml:id="br0">
      <inkml:brushProperty name="width" value="0.05" units="cm"/>
      <inkml:brushProperty name="height" value="0.05" units="cm"/>
      <inkml:brushProperty name="color" value="#F6630D"/>
    </inkml:brush>
  </inkml:definitions>
  <inkml:trace contextRef="#ctx0" brushRef="#br0">0 17 24575,'5'0'0,"1"4"0,4 2 0,5 0 0,0 4 0,3-1 0,-3 3 0,1 0 0,2-7 0,3-9 0,-2-8 0,0-2 0,1 1 0,-2-2 0,0 2 0,-3 4-8191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12.216"/>
    </inkml:context>
    <inkml:brush xml:id="br0">
      <inkml:brushProperty name="width" value="0.05" units="cm"/>
      <inkml:brushProperty name="height" value="0.05" units="cm"/>
      <inkml:brushProperty name="color" value="#F6630D"/>
    </inkml:brush>
  </inkml:definitions>
  <inkml:trace contextRef="#ctx0" brushRef="#br0">0 0 24575,'0'881'0,"2"-849"0,10 59 0,-7-58 0,3 54 0,-9 528 0,0-600-307,0 1 0,-2-1 0,-7 28-1,9-42 172,-3 17-6690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13.368"/>
    </inkml:context>
    <inkml:brush xml:id="br0">
      <inkml:brushProperty name="width" value="0.05" units="cm"/>
      <inkml:brushProperty name="height" value="0.05" units="cm"/>
      <inkml:brushProperty name="color" value="#F6630D"/>
    </inkml:brush>
  </inkml:definitions>
  <inkml:trace contextRef="#ctx0" brushRef="#br0">0 8 24575,'1'12'0,"1"1"0,0-1 0,6 22 0,4 24 0,-2-5 0,-9-52 0,-1 0 0,0 0 0,1 0 0,-1 0 0,1-1 0,-1 1 0,1 0 0,-1 0 0,1-1 0,-1 1 0,1 0 0,0-1 0,-1 1 0,1-1 0,0 1 0,-1-1 0,1 1 0,0-1 0,0 1 0,0-1 0,1 1 0,-1-1 0,0-1 0,1 1 0,-1 0 0,0-1 0,0 1 0,1 0 0,-1-1 0,0 0 0,0 1 0,0-1 0,0 0 0,0 1 0,0-1 0,0 0 0,0 0 0,0 0 0,0 0 0,0 0 0,0 0 0,0-2 0,18-23-79,-2-1-1,-1-1 0,15-33 1,-16 30-968,-7 15-5779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42.616"/>
    </inkml:context>
    <inkml:brush xml:id="br0">
      <inkml:brushProperty name="width" value="0.05" units="cm"/>
      <inkml:brushProperty name="height" value="0.05" units="cm"/>
      <inkml:brushProperty name="color" value="#66CC00"/>
    </inkml:brush>
  </inkml:definitions>
  <inkml:trace contextRef="#ctx0" brushRef="#br0">4415 0 24575,'-10'1'0,"1"0"0,-1 1 0,1 0 0,0 0 0,0 1 0,0 0 0,0 1 0,0-1 0,-9 7 0,-77 52 0,55-34 0,-195 108-60,-11-16-5857,130-65 700,-138 51 3323,45-19 1964,-1003 433-1406,744-343 1993,398-157-451,-121 20 0,3-2-187,-207 56 9282,202-66-5336,-47-2-3965,199-20-57,28-5-130,1 0 0,0 1 0,0 1 0,1 0 1,-1 1-1,-18 8 0,12-2-6639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43.824"/>
    </inkml:context>
    <inkml:brush xml:id="br0">
      <inkml:brushProperty name="width" value="0.05" units="cm"/>
      <inkml:brushProperty name="height" value="0.05" units="cm"/>
      <inkml:brushProperty name="color" value="#66CC00"/>
    </inkml:brush>
  </inkml:definitions>
  <inkml:trace contextRef="#ctx0" brushRef="#br0">120 0 24575,'-1'13'0,"-1"-1"0,0 0 0,-1 1 0,0-1 0,-1-1 0,-1 1 0,0-1 0,0 1 0,-1-1 0,0-1 0,-1 1 0,0-1 0,-1 0 0,0-1 0,-1 0 0,-10 9 0,17-16 0,1-1 0,-1 0 0,1 1 0,-1-1 0,1 1 0,0 0 0,-1-1 0,1 1 0,0 0 0,0 0 0,1 0 0,-1 0 0,0 0 0,0 0 0,1 0 0,0 0 0,-1 0 0,1 0 0,0 0 0,0 0 0,0 0 0,0 0 0,0 0 0,0 0 0,1 0 0,-1 0 0,1 0 0,0 0 0,-1 0 0,1 0 0,0 0 0,0 0 0,0 0 0,0 0 0,0-1 0,1 1 0,-1-1 0,1 1 0,1 1 0,8 8 0,1-1 0,1 0 0,0-1 0,20 11 0,5 5 0,26 21-1365,-52-36-5461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1:50.777"/>
    </inkml:context>
    <inkml:brush xml:id="br0">
      <inkml:brushProperty name="width" value="0.05" units="cm"/>
      <inkml:brushProperty name="height" value="0.05" units="cm"/>
      <inkml:brushProperty name="color" value="#66CC00"/>
    </inkml:brush>
  </inkml:definitions>
  <inkml:trace contextRef="#ctx0" brushRef="#br0">11547 0 24575,'0'0'0,"1"0"0,-1 0 0,0 0 0,1 0 0,-1 0 0,1 0 0,-1 0 0,1 1 0,-1-1 0,1 0 0,-1 0 0,0 0 0,1 0 0,-1 1 0,1-1 0,-1 0 0,0 0 0,1 1 0,-1-1 0,0 0 0,1 0 0,-1 1 0,0-1 0,1 1 0,-1-1 0,0 0 0,0 1 0,1-1 0,-1 0 0,0 1 0,0-1 0,0 1 0,0-1 0,0 1 0,1-1 0,-1 1 0,0-1 0,0 0 0,0 1 0,0-1 0,0 1 0,0-1 0,-1 1 0,1-1 0,0 1 0,0-1 0,0 0 0,0 1 0,0-1 0,-1 1 0,1-1 0,0 1 0,0-1 0,-1 0 0,1 1 0,-1-1 0,-16 25 0,4-14 0,0-1 0,-1-1 0,0 0 0,0 0 0,-1-1 0,0-1 0,-1-1 0,-24 8 0,-12-2 0,-71 9 0,43-8 0,13-4-5269,-82 2-1,-67-11 929,-99 6 6287,-226 28 9856,269-26-9922,0-6-3758,27-5-2266,-111 1-4381,119 7 5941,-209 33 3717,121-6 268,-231-3 1572,2-21-6790,-6 5 2087,2 15 6379,300-13-415,-135 9 2738,-192 30-6404,78-16-11480,1-21 5654,45-3 5237,-2 17 4386,-12 10-3663,155-21-4271,154-8 1735,-81 1 6535,189-9 487,-108 19 0,58-5-2795,-1-8-3336,65-7 943,0 3 0,1 1 0,-62 19 0,-9 2 0,89-22 31,0 2 0,-45 20 0,51-19-274,-1 0 0,0-2 0,0-1 0,-1 0 0,-24 3 0,22-7-6583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2:01.591"/>
    </inkml:context>
    <inkml:brush xml:id="br0">
      <inkml:brushProperty name="width" value="0.05" units="cm"/>
      <inkml:brushProperty name="height" value="0.05" units="cm"/>
      <inkml:brushProperty name="color" value="#66CC00"/>
    </inkml:brush>
  </inkml:definitions>
  <inkml:trace contextRef="#ctx0" brushRef="#br0">247 0 24575,'-2'4'0,"0"0"0,0 0 0,0 0 0,-1-1 0,1 1 0,-1-1 0,0 0 0,0 0 0,0 0 0,0 0 0,-1 0 0,-4 2 0,-5 6 0,-11 13 0,1 0 0,0 2 0,2 0 0,1 1 0,2 2 0,0-1 0,-15 37 0,31-62 0,0 1 0,0 0 0,1 0 0,-1 0 0,1 0 0,0 0 0,0 0 0,0 0 0,1 0 0,-1 9 0,2-11 0,0 1 0,0-1 0,0 0 0,1 1 0,-1-1 0,0 0 0,1 0 0,0 0 0,-1-1 0,1 1 0,0 0 0,0 0 0,0-1 0,0 1 0,0-1 0,0 0 0,1 0 0,-1 0 0,5 2 0,13 4-136,0 0-1,0-1 1,0-1-1,1 0 1,0-2-1,0-1 1,0 0-1,0-2 0,29-2 1,-27 2-6690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2:08.148"/>
    </inkml:context>
    <inkml:brush xml:id="br0">
      <inkml:brushProperty name="width" value="0.05" units="cm"/>
      <inkml:brushProperty name="height" value="0.05" units="cm"/>
      <inkml:brushProperty name="color" value="#66CC00"/>
    </inkml:brush>
  </inkml:definitions>
  <inkml:trace contextRef="#ctx0" brushRef="#br0">6533 244 24575,'-94'0'960,"-91"0"-3187,-94-16-5562,146 7 6957,-68 9 6718,44 1-1663,53-4-4444,-39-10 221,-84-2 0,-221 0 0,195 4 0,-40-4 0,61 5-6103,19 2-2120,71-10 6331,46 4 3453,-168 0-1,21 3 2440,-426-49-1687,135 48 3196,328 14-4234,-1016-2-1275,1213 0 12,0 1 0,-1 0 0,1 0 0,1 1 0,-1 0 0,0 0 0,0 1 0,1 0 0,-11 6 0,3 0-383,1 1-1,0 0 1,-21 21 0,22-19-6455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12:09.771"/>
    </inkml:context>
    <inkml:brush xml:id="br0">
      <inkml:brushProperty name="width" value="0.05" units="cm"/>
      <inkml:brushProperty name="height" value="0.05" units="cm"/>
      <inkml:brushProperty name="color" value="#66CC00"/>
    </inkml:brush>
  </inkml:definitions>
  <inkml:trace contextRef="#ctx0" brushRef="#br0">11 0 24575,'0'28'0,"-1"0"0,-7 36 0,7-62 0,1-1 0,0 1 0,-1-1 0,1 0 0,0 1 0,0-1 0,0 1 0,0-1 0,0 1 0,1-1 0,-1 1 0,0-1 0,1 1 0,-1-1 0,1 1 0,-1-1 0,1 0 0,0 1 0,0-1 0,-1 0 0,1 0 0,0 0 0,0 0 0,0 1 0,0-1 0,0 0 0,1-1 0,-1 1 0,0 0 0,0 0 0,1 0 0,-1-1 0,0 1 0,1-1 0,-1 1 0,1-1 0,-1 1 0,1-1 0,-1 0 0,1 0 0,-1 0 0,1 0 0,-1 0 0,0 0 0,3 0 0,9-1 0,1 0 0,0-1 0,26-7 0,-25 6 0,17-3-455,1 2 0,44 0 0,-53 3-6371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1:11.567"/>
    </inkml:context>
    <inkml:brush xml:id="br0">
      <inkml:brushProperty name="width" value="0.05" units="cm"/>
      <inkml:brushProperty name="height" value="0.05" units="cm"/>
      <inkml:brushProperty name="color" value="#66CC00"/>
    </inkml:brush>
  </inkml:definitions>
  <inkml:trace contextRef="#ctx0" brushRef="#br0">1556 0 24575,'-1'6'0,"0"0"0,0 0 0,0-1 0,-1 1 0,0-1 0,0 1 0,0-1 0,-1 0 0,0 0 0,0 0 0,0 0 0,0 0 0,-6 5 0,-59 58 0,56-57 0,-39 30 0,-1-3 0,-83 48 0,-45 30 0,76-41 0,52-40 0,-88 78 0,73-58 0,-7 8 0,29-20-3802,-78 61-1,45-49 4624,68-47 462,0 0-1,1 0 1,0 1-1,-13 17 1,14-16-1209,-1 0 0,0-1 1,0 0-1,-17 12 0,-98 77-74,112-88-183,1 0 0,0 0 0,1 2 0,0-1 0,-17 26 0,24-34-84,-7 12-6559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1:12.956"/>
    </inkml:context>
    <inkml:brush xml:id="br0">
      <inkml:brushProperty name="width" value="0.05" units="cm"/>
      <inkml:brushProperty name="height" value="0.05" units="cm"/>
      <inkml:brushProperty name="color" value="#66CC00"/>
    </inkml:brush>
  </inkml:definitions>
  <inkml:trace contextRef="#ctx0" brushRef="#br0">2265 1 24575,'-1'6'0,"0"1"0,0-1 0,0 1 0,-1-1 0,0 0 0,0 0 0,0 0 0,-1 0 0,0 0 0,0 0 0,-7 8 0,-51 59 0,38-48 0,-11 10-188,-67 55 0,4-15-6489,-92 44 3881,26-18 3578,-185 120-2980,177-118 439,-71 41 999,-89 57 3661,205-124-763,19-12-1118,38-17 3854,27-17-3498,18-14-1349,0 0 1,1 2-1,-24 26 1,36-31-6854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1:14.374"/>
    </inkml:context>
    <inkml:brush xml:id="br0">
      <inkml:brushProperty name="width" value="0.05" units="cm"/>
      <inkml:brushProperty name="height" value="0.05" units="cm"/>
      <inkml:brushProperty name="color" value="#66CC00"/>
    </inkml:brush>
  </inkml:definitions>
  <inkml:trace contextRef="#ctx0" brushRef="#br0">2149 1 24575,'-53'60'0,"-18"19"0,-107 83-215,-102 71-9541,149-140 8030,-167 92 1,227-139 1792,-109 92 0,102-75-52,-313 272 13258,388-332-13273,-36 32 0,1 1 0,-56 72 0,-3 3 0,47-54 0,40-48 0,1 1 0,-1 1 0,2-1 0,-1 2 0,1-1 0,-9 20 0,-1 10-1365,11-24-5461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1:15.457"/>
    </inkml:context>
    <inkml:brush xml:id="br0">
      <inkml:brushProperty name="width" value="0.05" units="cm"/>
      <inkml:brushProperty name="height" value="0.05" units="cm"/>
      <inkml:brushProperty name="color" value="#66CC00"/>
    </inkml:brush>
  </inkml:definitions>
  <inkml:trace contextRef="#ctx0" brushRef="#br0">2300 0 24575,'-1'3'0,"1"1"0,-1-1 0,0 0 0,0 0 0,0 0 0,0 0 0,-1 0 0,1 0 0,-1-1 0,0 1 0,0 0 0,0-1 0,-2 3 0,-34 32 0,33-32 0,-59 46 0,-2-2 0,-1-4 0,-81 40 0,49-29 0,-155 89-189,126-72-6406,-145 69 1165,51-27 2134,77-32 5109,-40 18-1322,108-63-538,-85 59 0,61-33 2264,-39 28 3213,116-74-1311,-6 4-2386,-8 17-3297,25-20-5262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1:16.611"/>
    </inkml:context>
    <inkml:brush xml:id="br0">
      <inkml:brushProperty name="width" value="0.05" units="cm"/>
      <inkml:brushProperty name="height" value="0.05" units="cm"/>
      <inkml:brushProperty name="color" value="#66CC00"/>
    </inkml:brush>
  </inkml:definitions>
  <inkml:trace contextRef="#ctx0" brushRef="#br0">788 0 24575,'-1'6'0,"-2"-1"0,1 0 0,0 0 0,-1 0 0,0 0 0,0-1 0,-1 1 0,0-1 0,1 0 0,-1 0 0,0 0 0,-1 0 0,-6 4 0,-5 6 0,10-8 0,-22 22 0,-1-2 0,-48 34 0,-134 84 0,81-42 0,-53 37 0,142-109-1365,27-17-5461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2:00.615"/>
    </inkml:context>
    <inkml:brush xml:id="br0">
      <inkml:brushProperty name="width" value="0.05" units="cm"/>
      <inkml:brushProperty name="height" value="0.05" units="cm"/>
      <inkml:brushProperty name="color" value="#66CC00"/>
    </inkml:brush>
  </inkml:definitions>
  <inkml:trace contextRef="#ctx0" brushRef="#br0">1 61 24575,'29'0'0,"0"-2"0,0-1 0,41-9 0,-8-2 0,0 2 0,1 4 0,84-1 0,332 10-294,640-1-7125,-803 0 9271,-1 0 4009,-127 15-7124,-14 1-8038,101-19 5231,127 6 8625,-281 11-1197,45 1-1848,-154-15-1829,58 0 1702,0 2-1,1 4 1,87 18-1,-89-13-3565,0-2 0,0-3-1,137-8 1,67 5-2436,-165 11 5905,-62-6-164,64 1 0,310-10 5754,-161 1-5295,-233 0-8407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2:01.726"/>
    </inkml:context>
    <inkml:brush xml:id="br0">
      <inkml:brushProperty name="width" value="0.05" units="cm"/>
      <inkml:brushProperty name="height" value="0.05" units="cm"/>
      <inkml:brushProperty name="color" value="#66CC00"/>
    </inkml:brush>
  </inkml:definitions>
  <inkml:trace contextRef="#ctx0" brushRef="#br0">1 859 24575,'1'-9'0,"0"1"0,1-1 0,0 1 0,0 0 0,1 0 0,0 0 0,1 0 0,-1 0 0,2 1 0,-1-1 0,1 1 0,0 0 0,12-11 0,10-11 0,51-41 0,-61 55 0,71-59 0,3 3 0,4 5 0,200-106 0,-45 54 0,-229 108-62,0-2 0,0 1 1,-1-2-1,30-26 0,-24 19-994,-2 2-5770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4:22:02.895"/>
    </inkml:context>
    <inkml:brush xml:id="br0">
      <inkml:brushProperty name="width" value="0.05" units="cm"/>
      <inkml:brushProperty name="height" value="0.05" units="cm"/>
      <inkml:brushProperty name="color" value="#66CC00"/>
    </inkml:brush>
  </inkml:definitions>
  <inkml:trace contextRef="#ctx0" brushRef="#br0">0 2 24575,'107'-1'0,"120"4"0,-223-3 0,0 0 0,0 1 0,-1 0 0,1 0 0,0 0 0,0 0 0,0 0 0,-1 1 0,1 0 0,0 0 0,-1 0 0,0 0 0,1 0 0,-1 1 0,0 0 0,0-1 0,-1 1 0,1 0 0,0 0 0,2 6 0,-1-1 0,0-1 0,-1 1 0,0 0 0,-1 0 0,0 0 0,0 0 0,-1 0 0,0 1 0,0 12 0,-2 12 0,-1 0 0,-2 0 0,-16 63 0,-34 89-1365,45-157-5461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4:31.440"/>
    </inkml:context>
    <inkml:brush xml:id="br0">
      <inkml:brushProperty name="width" value="0.025" units="cm"/>
      <inkml:brushProperty name="height" value="0.025" units="cm"/>
    </inkml:brush>
  </inkml:definitions>
  <inkml:trace contextRef="#ctx0" brushRef="#br0">0 146 24575,'1'-1'0,"-1"0"0,0 0 0,0-1 0,1 1 0,-1 0 0,1 0 0,-1 0 0,1 0 0,0 0 0,0 0 0,-1 0 0,1 0 0,0 0 0,0 0 0,0 1 0,0-1 0,0 0 0,0 0 0,0 1 0,0-1 0,0 0 0,0 1 0,0-1 0,1 1 0,-1 0 0,0-1 0,2 1 0,42-8 0,-33 6 0,202-25 665,298-7-8351,-439 30 7923,1004-7-7677,-618 15 7815,-287-4 2276,1097-21 2894,-960 8-85,1 7-4322,624 8-11637,-335 1 4008,60-3 10376,1843 0 2436,-1430 0-482,-1048 2-5805,0 0-1,0 1 0,26 8 0,50 5-1531,-69-14-5328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4:31.441"/>
    </inkml:context>
    <inkml:brush xml:id="br0">
      <inkml:brushProperty name="width" value="0.025" units="cm"/>
      <inkml:brushProperty name="height" value="0.025" units="cm"/>
    </inkml:brush>
  </inkml:definitions>
  <inkml:trace contextRef="#ctx0" brushRef="#br0">5122 1 24575,'-29'1'0,"-1"0"0,1 3 0,-48 12 0,-112 20 0,94-18 0,66-14 0,0 1 0,1 2 0,-46 17 0,30-7 120,-74 17 0,-5 1-1838,44 0-3588,34-11 4230,-24 7 3676,-17 9 2201,32-9-4342,-26 24-459,-88 80 0,92-77 0,-18 17 0,14-3 0,46-44 0,-46 50 0,-21 25 0,-5 11 0,28-32 0,-133 180 0,-92 176 0,133-178 0,124-187 0,31-47 0,-2-1 0,-34 42 0,40-52 0,0 0 0,1 1 0,0 0 0,-14 33 0,-19 32 0,-291 487 0,242-403 0,66-114 0,-45 64 0,12-23 0,13-23 0,31-48 0,0 1 0,-22 46 0,32-58 0,-1 0 0,1 0 0,-2 0 0,1-1 0,-1 0 0,0 0 0,-1-1 0,0 0 0,0-1 0,-14 10 0,13-9 0,2-1 0,-1 2 0,1-1 0,-11 17 0,13-17 0,0 0 0,-1-1 0,0 1 0,0-2 0,0 1 0,-1-1 0,0 0 0,-8 6 0,-154 108 0,-153 74 0,291-174 0,22-13 0,0 0 0,0-2 0,-1 1 0,0-1 0,0-1 0,0 0 0,-1 0 0,1-1 0,-1-1 0,-13 2 0,-192-6 0,-33 3 0,199 12-1365,30-6-5461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4:31.442"/>
    </inkml:context>
    <inkml:brush xml:id="br0">
      <inkml:brushProperty name="width" value="0.025" units="cm"/>
      <inkml:brushProperty name="height" value="0.025" units="cm"/>
    </inkml:brush>
  </inkml:definitions>
  <inkml:trace contextRef="#ctx0" brushRef="#br0">1 1 24575,'29'1'0,"0"0"0,0 3 0,49 12 0,111 20 0,-94-18 0,-66-14 0,0 1 0,-1 2 0,46 17 0,-30-7 120,74 17 0,5 1-1838,-44 0-3588,-35-11 4230,25 7 3676,18 9 2201,-33-9-4342,26 24-459,88 80 0,-92-77 0,17 17 0,-12-3 0,-48-44 0,48 50 0,20 25 0,5 11 0,-28-32 0,133 180 0,92 176 0,-133-178 0,-124-187 0,-31-47 0,1-1 0,35 42 0,-39-52 0,-1 0 0,-1 1 0,0 0 0,14 33 0,19 32 0,290 487 0,-241-403 0,-65-114 0,44 64 0,-13-23 0,-11-23 0,-32-48 0,-1 1 0,24 46 0,-33-58 0,0 0 0,1 0 0,0 0 0,1-1 0,0 0 0,0 0 0,1-1 0,0 0 0,0-1 0,14 10 0,-14-9 0,0-1 0,0 2 0,-1-1 0,10 17 0,-12-17 0,1 0 0,-1-1 0,1 1 0,1-2 0,-1 1 0,1-1 0,0 0 0,8 6 0,153 108 0,155 74 0,-292-174 0,-22-13 0,0 0 0,0-2 0,1 1 0,0-1 0,0-1 0,0 0 0,0 0 0,1-1 0,-1-1 0,15 2 0,191-6 0,33 3 0,-199 12-1365,-30-6-5461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4:31.443"/>
    </inkml:context>
    <inkml:brush xml:id="br0">
      <inkml:brushProperty name="width" value="0.025" units="cm"/>
      <inkml:brushProperty name="height" value="0.025" units="cm"/>
    </inkml:brush>
  </inkml:definitions>
  <inkml:trace contextRef="#ctx0" brushRef="#br0">41 3 24575,'3'124'0,"-7"138"0,-14-146 0,10-74 0,-4 79 0,10 2153 0,5-1060 0,-2-1195 12,2-1-1,0 0 1,8 29-1,1-2-1422,-7-20-5415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8:51.854"/>
    </inkml:context>
    <inkml:brush xml:id="br0">
      <inkml:brushProperty name="width" value="0.05" units="cm"/>
      <inkml:brushProperty name="height" value="0.05" units="cm"/>
      <inkml:brushProperty name="color" value="#F6630D"/>
    </inkml:brush>
  </inkml:definitions>
  <inkml:trace contextRef="#ctx0" brushRef="#br0">2 0 24575,'-1'51'0,"0"10"0,3-1 0,14 91 0,-10-108 0,1 75 0,-6-75 0,12 75 0,-8-76 0,-1 1 0,-2 0 0,-4 44 0,4 70 0,11-84 0,-9-53 0,0 0 0,1 28 0,-4 470 0,-2-249 0,2-242 0,2 1 0,7 32 0,-5-32 0,4 58 0,-9-54-77,-1-9-352,2-1-1,3 23 1,1-17-6397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8:53.603"/>
    </inkml:context>
    <inkml:brush xml:id="br0">
      <inkml:brushProperty name="width" value="0.05" units="cm"/>
      <inkml:brushProperty name="height" value="0.05" units="cm"/>
      <inkml:brushProperty name="color" value="#F6630D"/>
    </inkml:brush>
  </inkml:definitions>
  <inkml:trace contextRef="#ctx0" brushRef="#br0">235 1 24575,'-1'5'0,"0"-1"0,-1 1 0,1 0 0,-1-1 0,0 0 0,-1 1 0,1-1 0,-6 6 0,-5 12 0,-8 20 0,-50 74 0,19-23 0,16-27 0,25-45-1365,3-2-5461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8:54.783"/>
    </inkml:context>
    <inkml:brush xml:id="br0">
      <inkml:brushProperty name="width" value="0.05" units="cm"/>
      <inkml:brushProperty name="height" value="0.05" units="cm"/>
      <inkml:brushProperty name="color" value="#F6630D"/>
    </inkml:brush>
  </inkml:definitions>
  <inkml:trace contextRef="#ctx0" brushRef="#br0">334 0 24575,'1'0'0,"0"0"0,0 0 0,-1 1 0,1-1 0,0 0 0,0 0 0,-1 0 0,1 1 0,0-1 0,0 0 0,-1 1 0,1-1 0,0 0 0,-1 1 0,1-1 0,-1 1 0,1-1 0,0 1 0,-1-1 0,1 1 0,-1 0 0,1-1 0,-1 1 0,0 0 0,1-1 0,-1 1 0,0 0 0,1 0 0,-1-1 0,0 1 0,0 0 0,0 0 0,1-1 0,-1 1 0,0 0 0,0 0 0,0 0 0,0-1 0,0 1 0,-1 0 0,1 0 0,0-1 0,0 1 0,0 0 0,-1 0 0,1-1 0,0 1 0,-1 1 0,-17 38 0,16-37 0,-25 57 0,21-45 0,0 0 0,-1-1 0,-1 0 0,0 0 0,-1-1 0,-16 19 0,17-22 0,0 0 0,1 0 0,0 1 0,-8 19 0,-21 29 0,17-31 45,1 1-1,-24 50 1,23-42-795,-24 37 1,32-57-6077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8:56.125"/>
    </inkml:context>
    <inkml:brush xml:id="br0">
      <inkml:brushProperty name="width" value="0.05" units="cm"/>
      <inkml:brushProperty name="height" value="0.05" units="cm"/>
      <inkml:brushProperty name="color" value="#F6630D"/>
    </inkml:brush>
  </inkml:definitions>
  <inkml:trace contextRef="#ctx0" brushRef="#br0">417 0 24575,'-1'10'0,"0"1"0,0-1 0,-1 0 0,0 0 0,-1 0 0,-1-1 0,1 1 0,-1-1 0,-1 1 0,-6 10 0,-10 12 0,-36 41 0,31-40 0,-36 38 0,-14 19 0,-51 99-1365,116-174-5461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06.284"/>
    </inkml:context>
    <inkml:brush xml:id="br0">
      <inkml:brushProperty name="width" value="0.05" units="cm"/>
      <inkml:brushProperty name="height" value="0.05" units="cm"/>
      <inkml:brushProperty name="color" value="#F6630D"/>
    </inkml:brush>
  </inkml:definitions>
  <inkml:trace contextRef="#ctx0" brushRef="#br0">606 1 24575,'-2'0'0,"0"1"0,0-1 0,0 1 0,0 0 0,0-1 0,0 1 0,1 0 0,-1 0 0,0 0 0,0 1 0,1-1 0,-1 0 0,0 1 0,1-1 0,-1 1 0,1-1 0,-1 3 0,-26 36 0,13-18 0,-22 31 0,24-34 0,-1 0 0,-27 29 0,4-2 0,30-37 0,1 0 0,-1 0 0,-1-1 0,0 0 0,-11 9 0,-31 32 0,41-38 0,-1-1 0,0-1 0,-15 13 0,-121 90 0,136-103-47,0 1 0,1 0 0,1 0 0,0 1 0,-10 15 0,7-8-1036,2-4-5743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08.035"/>
    </inkml:context>
    <inkml:brush xml:id="br0">
      <inkml:brushProperty name="width" value="0.05" units="cm"/>
      <inkml:brushProperty name="height" value="0.05" units="cm"/>
      <inkml:brushProperty name="color" value="#F6630D"/>
    </inkml:brush>
  </inkml:definitions>
  <inkml:trace contextRef="#ctx0" brushRef="#br0">596 0 24575,'-5'2'0,"-1"-1"0,1 1 0,0 0 0,0 0 0,1 1 0,-1-1 0,0 1 0,1 0 0,0 0 0,-1 1 0,1-1 0,1 1 0,-1 0 0,-5 7 0,-12 10 0,-116 88 0,-55 42 0,158-114 0,28-30 0,1 0 0,-2-1 0,1 0 0,-1 0 0,1 0 0,-2-1 0,-8 6 0,-48 30-1365,50-32-5461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09.349"/>
    </inkml:context>
    <inkml:brush xml:id="br0">
      <inkml:brushProperty name="width" value="0.05" units="cm"/>
      <inkml:brushProperty name="height" value="0.05" units="cm"/>
      <inkml:brushProperty name="color" value="#F6630D"/>
    </inkml:brush>
  </inkml:definitions>
  <inkml:trace contextRef="#ctx0" brushRef="#br0">389 1 24575,'-1'6'0,"0"1"0,0-1 0,-1 0 0,0 0 0,0 0 0,0 0 0,-1 0 0,0 0 0,0 0 0,0-1 0,-6 7 0,-48 57 0,49-61 0,-24 25 0,-52 39 0,47-42 0,-40 43 0,28-34-1365,36-28-5461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10.593"/>
    </inkml:context>
    <inkml:brush xml:id="br0">
      <inkml:brushProperty name="width" value="0.05" units="cm"/>
      <inkml:brushProperty name="height" value="0.05" units="cm"/>
      <inkml:brushProperty name="color" value="#F6630D"/>
    </inkml:brush>
  </inkml:definitions>
  <inkml:trace contextRef="#ctx0" brushRef="#br0">98 0 24575,'0'5'0,"0"5"0,-4 2 0,-7-1 0,0 1 0,1 4 0,-3-1 0,2 1 0,2 3 0,-2-2 0,1 0 0,3-1-8191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11.926"/>
    </inkml:context>
    <inkml:brush xml:id="br0">
      <inkml:brushProperty name="width" value="0.05" units="cm"/>
      <inkml:brushProperty name="height" value="0.05" units="cm"/>
      <inkml:brushProperty name="color" value="#F6630D"/>
    </inkml:brush>
  </inkml:definitions>
  <inkml:trace contextRef="#ctx0" brushRef="#br0">130 0 24575,'-4'0'0,"-2"5"0,-4 6 0,-5 0 0,0 4 0,-2 0 0,2 0 0,-1-1 0,2 1 0,3 3 0,4-2-8191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12.633"/>
    </inkml:context>
    <inkml:brush xml:id="br0">
      <inkml:brushProperty name="width" value="0.05" units="cm"/>
      <inkml:brushProperty name="height" value="0.05" units="cm"/>
      <inkml:brushProperty name="color" value="#F6630D"/>
    </inkml:brush>
  </inkml:definitions>
  <inkml:trace contextRef="#ctx0" brushRef="#br0">58 0 24575,'0'5'0,"-4"1"0,-2 5 0,-5-1 0,1 4 0,-4-1 0,1-3-8191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9:13.418"/>
    </inkml:context>
    <inkml:brush xml:id="br0">
      <inkml:brushProperty name="width" value="0.05" units="cm"/>
      <inkml:brushProperty name="height" value="0.05" units="cm"/>
      <inkml:brushProperty name="color" value="#F6630D"/>
    </inkml:brush>
  </inkml:definitions>
  <inkml:trace contextRef="#ctx0" brushRef="#br0">78 1 24575,'-4'0'0,"-7"0"0,-1 4 0,-3 7 0,-3 1 0,1-2-8191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12T12:57:34.389"/>
    </inkml:context>
    <inkml:brush xml:id="br0">
      <inkml:brushProperty name="width" value="0.025" units="cm"/>
      <inkml:brushProperty name="height" value="0.15" units="cm"/>
      <inkml:brushProperty name="color" value="#00A0D7"/>
      <inkml:brushProperty name="ignorePressure" value="1"/>
      <inkml:brushProperty name="inkEffects" value="pencil"/>
    </inkml:brush>
  </inkml:definitions>
  <inkml:trace contextRef="#ctx0" brushRef="#br0">1 0,'0'0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19.500"/>
    </inkml:context>
    <inkml:brush xml:id="br0">
      <inkml:brushProperty name="width" value="0.05" units="cm"/>
      <inkml:brushProperty name="height" value="0.05" units="cm"/>
      <inkml:brushProperty name="color" value="#33CCFF"/>
    </inkml:brush>
  </inkml:definitions>
  <inkml:trace contextRef="#ctx0" brushRef="#br0">0 0 24575,'0'5'0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13.628"/>
    </inkml:context>
    <inkml:brush xml:id="br0">
      <inkml:brushProperty name="width" value="0.05" units="cm"/>
      <inkml:brushProperty name="height" value="0.05" units="cm"/>
      <inkml:brushProperty name="color" value="#33CCFF"/>
    </inkml:brush>
  </inkml:definitions>
  <inkml:trace contextRef="#ctx0" brushRef="#br0">1 1 24575,'20'56'0,"-14"-9"0,-2 1 0,-4 78 0,-1-79 0,1 0 0,13 91 0,15 33 0,-23-142 0,3 47 0,-6-46 0,9 48 0,-6-53-455,-2-1 0,1 49 0,-4-50-6371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15.232"/>
    </inkml:context>
    <inkml:brush xml:id="br0">
      <inkml:brushProperty name="width" value="0.05" units="cm"/>
      <inkml:brushProperty name="height" value="0.05" units="cm"/>
      <inkml:brushProperty name="color" value="#33CCFF"/>
    </inkml:brush>
  </inkml:definitions>
  <inkml:trace contextRef="#ctx0" brushRef="#br0">1 63 24575,'2'1'0,"1"-1"0,-1 1 0,1 0 0,-1 0 0,0 0 0,1 0 0,-1 0 0,0 1 0,0-1 0,0 1 0,0-1 0,0 1 0,0 0 0,0 0 0,2 2 0,28 38 0,-23-29 0,-7-10 0,0-1 0,-1 1 0,1-1 0,0 0 0,0 0 0,0 0 0,1 0 0,-1 0 0,0 0 0,1 0 0,-1-1 0,1 1 0,0-1 0,-1 0 0,1 0 0,0 0 0,0 0 0,0 0 0,0 0 0,0-1 0,0 0 0,0 1 0,3-1 0,-3-1 0,1-1 0,0 1 0,-1-1 0,1 1 0,0-1 0,-1 0 0,0-1 0,0 1 0,1 0 0,-1-1 0,-1 0 0,1 0 0,0 0 0,-1 0 0,1 0 0,-1 0 0,2-4 0,71-108-1365,-65 101-5461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37.568"/>
    </inkml:context>
    <inkml:brush xml:id="br0">
      <inkml:brushProperty name="width" value="0.05" units="cm"/>
      <inkml:brushProperty name="height" value="0.05" units="cm"/>
      <inkml:brushProperty name="color" value="#33CCFF"/>
    </inkml:brush>
  </inkml:definitions>
  <inkml:trace contextRef="#ctx0" brushRef="#br0">1 1 24575,'0'589'-1365,"0"-566"-5461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38.608"/>
    </inkml:context>
    <inkml:brush xml:id="br0">
      <inkml:brushProperty name="width" value="0.05" units="cm"/>
      <inkml:brushProperty name="height" value="0.05" units="cm"/>
      <inkml:brushProperty name="color" value="#33CCFF"/>
    </inkml:brush>
  </inkml:definitions>
  <inkml:trace contextRef="#ctx0" brushRef="#br0">0 0 24575,'10'1'0,"0"0"0,-1 0 0,1 1 0,-1 0 0,1 0 0,-1 1 0,0 0 0,0 1 0,0 0 0,0 1 0,12 8 0,-1 2 0,0 0 0,-1 2 0,21 23 0,36 16-1365,-65-45-5461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39.623"/>
    </inkml:context>
    <inkml:brush xml:id="br0">
      <inkml:brushProperty name="width" value="0.05" units="cm"/>
      <inkml:brushProperty name="height" value="0.05" units="cm"/>
      <inkml:brushProperty name="color" value="#33CCFF"/>
    </inkml:brush>
  </inkml:definitions>
  <inkml:trace contextRef="#ctx0" brushRef="#br0">1 0 24575,'5'1'0,"0"0"0,1 0 0,-1 0 0,0 0 0,0 1 0,0 0 0,0 0 0,-1 0 0,1 0 0,6 6 0,49 36 0,-30-20 0,-23-17 0,0-1 0,0 1 0,0 1 0,8 12 0,-9-12 0,0-1 0,1 1 0,0-1 0,14 12 0,-12-11-273,1 0 0,-2 0 0,1 0 0,8 13 0,-6-8-6553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40.609"/>
    </inkml:context>
    <inkml:brush xml:id="br0">
      <inkml:brushProperty name="width" value="0.05" units="cm"/>
      <inkml:brushProperty name="height" value="0.05" units="cm"/>
      <inkml:brushProperty name="color" value="#33CCFF"/>
    </inkml:brush>
  </inkml:definitions>
  <inkml:trace contextRef="#ctx0" brushRef="#br0">1 0 24575,'4'0'0,"7"0"0,1 5 0,2 6 0,0 5 0,2 1 0,-2 1 0,1-2 0,-2 1 0,2-3 0,-2-3-8191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41.608"/>
    </inkml:context>
    <inkml:brush xml:id="br0">
      <inkml:brushProperty name="width" value="0.05" units="cm"/>
      <inkml:brushProperty name="height" value="0.05" units="cm"/>
      <inkml:brushProperty name="color" value="#33CCFF"/>
    </inkml:brush>
  </inkml:definitions>
  <inkml:trace contextRef="#ctx0" brushRef="#br0">0 21 24575,'0'-4'0,"5"-2"0,5 0 0,7 2 0,-1 5 0,2 3 0,-2 5 0,1 1 0,-3 4 0,-3-1-8191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8:42.825"/>
    </inkml:context>
    <inkml:brush xml:id="br0">
      <inkml:brushProperty name="width" value="0.05" units="cm"/>
      <inkml:brushProperty name="height" value="0.05" units="cm"/>
      <inkml:brushProperty name="color" value="#33CCFF"/>
    </inkml:brush>
  </inkml:definitions>
  <inkml:trace contextRef="#ctx0" brushRef="#br0">1 0 24575,'5'0'0,"5"0"0,6 0 0,5 0 0,3 0 0,-2 5 0,-5 1-8191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6:49.408"/>
    </inkml:context>
    <inkml:brush xml:id="br0">
      <inkml:brushProperty name="width" value="0.05" units="cm"/>
      <inkml:brushProperty name="height" value="0.05" units="cm"/>
      <inkml:brushProperty name="color" value="#66CC00"/>
    </inkml:brush>
  </inkml:definitions>
  <inkml:trace contextRef="#ctx0" brushRef="#br0">0 627 24575,'1'-12'0,"1"0"0,1-1 0,0 1 0,0 0 0,1 0 0,0 0 0,1 1 0,1-1 0,0 1 0,0 1 0,1-1 0,10-11 0,10-12 0,2 2 0,38-35 0,-35 37 0,2 0 0,1 2 0,1 2 0,1 1 0,80-39 0,-21 13 0,-74 37 0,1 1 0,0 1 0,33-11 0,-38 16-1365,-3-1-5461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46:50.830"/>
    </inkml:context>
    <inkml:brush xml:id="br0">
      <inkml:brushProperty name="width" value="0.05" units="cm"/>
      <inkml:brushProperty name="height" value="0.05" units="cm"/>
      <inkml:brushProperty name="color" value="#66CC00"/>
    </inkml:brush>
  </inkml:definitions>
  <inkml:trace contextRef="#ctx0" brushRef="#br0">1 2 24575,'86'-2'0,"95"4"0,-179-2 0,0 0 0,0 1 0,0-1 0,-1 0 0,1 0 0,0 1 0,0-1 0,0 1 0,-1 0 0,1-1 0,0 1 0,-1 0 0,1 0 0,-1 0 0,1 0 0,-1 0 0,1 0 0,-1 1 0,0-1 0,0 0 0,1 1 0,-1-1 0,0 1 0,0-1 0,0 1 0,1 2 0,-2 0 0,1 0 0,-1 0 0,1 0 0,-1-1 0,0 1 0,0 0 0,-1 0 0,1 0 0,-1 0 0,0 0 0,0-1 0,-2 5 0,-4 11 0,-2-1 0,0 0 0,-21 31 0,1-7-59,4-6-594,-22 40 0,40-61-6173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9:51.360"/>
    </inkml:context>
    <inkml:brush xml:id="br0">
      <inkml:brushProperty name="width" value="0.05" units="cm"/>
      <inkml:brushProperty name="height" value="0.05" units="cm"/>
      <inkml:brushProperty name="color" value="#66CC00"/>
    </inkml:brush>
  </inkml:definitions>
  <inkml:trace contextRef="#ctx0" brushRef="#br0">9292 8278 24575,'9'-1'0,"0"0"0,-1-1 0,1 0 0,12-5 0,26-4 0,100-11-3439,-2-6 0,232-77-1,-259 63 2762,223-113 0,-304 135 1296,49-36 0,-46 26 1386,-2-2 1,-2-1 0,-1-2 0,59-76 0,-65 69-1867,-1 0 0,24-51 0,62-120-3693,64-140-3846,-118 208 8528,166-454 8702,-135 265-10274,-39 99-7355,28-327 0,-76 495 7385,-4-73 0,-5 63 3123,-4 1 0,-18-76-1,3 58 1618,-41-107-1,-15 11-4221,-69-87-1126,-27 14-8518,91 155 6670,-98-96 0,-113-85 4484,70 91 4948,33 48-8596,-305-182-1,183 156 8586,167 99-6833,-4 7 1,-2 7-1,-298-80 0,197 76 11,-64-13 1675,181 52 4167,1 2-5167,-277-42-11287,86 16 6295,-169-21 4123,222 37 2205,-253-16-3904,318 38 2107,-276-66 8428,174 24-8177,73 23-5685,-1 5 4086,-76-9 5209,2-12 5702,-51-7-8180,-43-8-2650,288 40-4427,-155-33-1892,3-17 6967,149 39 2582,-20-7 1455,50 5 5448,46 18-8231,-80-21 1,20 8-603,37 12 25,-99-16 0,20 5 0,77 14 0,-1 1 0,2-4 0,-84-35 0,85 31 0,-1 2 0,0 3 0,-111-14 0,88 17 0,64 10-120,-139-30-1125,138 27-5581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9:52.602"/>
    </inkml:context>
    <inkml:brush xml:id="br0">
      <inkml:brushProperty name="width" value="0.05" units="cm"/>
      <inkml:brushProperty name="height" value="0.05" units="cm"/>
      <inkml:brushProperty name="color" value="#66CC00"/>
    </inkml:brush>
  </inkml:definitions>
  <inkml:trace contextRef="#ctx0" brushRef="#br0">0 0 24575,'5'1'0,"0"-1"0,0 1 0,1-1 0,-1 1 0,0 1 0,0-1 0,-1 1 0,1 0 0,0 0 0,0 0 0,-1 1 0,0-1 0,7 6 0,2 3 0,-1 1 0,19 23 0,22 20 0,-53-55-5,10 7-222,0 0 0,-1 1 1,0 1-1,-1-1 1,13 18-1,-12-12-6599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2:59:53.527"/>
    </inkml:context>
    <inkml:brush xml:id="br0">
      <inkml:brushProperty name="width" value="0.05" units="cm"/>
      <inkml:brushProperty name="height" value="0.05" units="cm"/>
      <inkml:brushProperty name="color" value="#66CC00"/>
    </inkml:brush>
  </inkml:definitions>
  <inkml:trace contextRef="#ctx0" brushRef="#br0">0 21 24575,'5'0'0,"5"0"0,7 0 0,4 0 0,3 0 0,2 0 0,2 0 0,-1 0 0,1 0 0,0 0 0,-1 0 0,1 0 0,-1 0 0,0-4 0,-1-2 0,1 0 0,-5 1-8191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41.522"/>
    </inkml:context>
    <inkml:brush xml:id="br0">
      <inkml:brushProperty name="width" value="0.05" units="cm"/>
      <inkml:brushProperty name="height" value="0.05" units="cm"/>
      <inkml:brushProperty name="color" value="#FF0066"/>
    </inkml:brush>
  </inkml:definitions>
  <inkml:trace contextRef="#ctx0" brushRef="#br0">23 1 24575,'-10'150'0,"0"8"0,8-11 0,5 116 0,16-141-1365,-18-104-5461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43.189"/>
    </inkml:context>
    <inkml:brush xml:id="br0">
      <inkml:brushProperty name="width" value="0.05" units="cm"/>
      <inkml:brushProperty name="height" value="0.05" units="cm"/>
      <inkml:brushProperty name="color" value="#FF0066"/>
    </inkml:brush>
  </inkml:definitions>
  <inkml:trace contextRef="#ctx0" brushRef="#br0">0 1 24575,'1'4'0,"0"1"0,1 0 0,-1-1 0,1 1 0,0-1 0,0 0 0,1 0 0,3 6 0,7 12 0,-2 5 0,-7-16 0,0 0 0,0-1 0,2 1 0,-1-1 0,1 0 0,8 9 0,-13-18 0,-1 0 0,1-1 0,0 1 0,0 0 0,-1-1 0,1 1 0,0-1 0,0 1 0,0-1 0,0 1 0,0-1 0,0 1 0,0-1 0,0 0 0,0 0 0,0 1 0,0-1 0,0 0 0,0 0 0,0 0 0,0 0 0,0 0 0,0-1 0,0 1 0,0 0 0,2-1 0,-1 0 0,1 0 0,0-1 0,0 0 0,0 1 0,-1-1 0,1 0 0,-1 0 0,5-5 0,35-51 0,-41 55 0,16-21-1365,-8 15-5461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46.446"/>
    </inkml:context>
    <inkml:brush xml:id="br0">
      <inkml:brushProperty name="width" value="0.05" units="cm"/>
      <inkml:brushProperty name="height" value="0.05" units="cm"/>
      <inkml:brushProperty name="color" value="#FF0066"/>
    </inkml:brush>
  </inkml:definitions>
  <inkml:trace contextRef="#ctx0" brushRef="#br0">42 3971 24575,'-2'-93'0,"5"-102"0,6 131 0,-4 41 0,1-45 0,-8-38 0,4-84 0,8 118 0,-6 42 0,3-52 0,-10-49 0,6-148 0,6 202 0,-4 40 0,1-54 0,-7-1315 0,0 1375 0,-8-43 0,4 44 0,-1-47 0,6 34 0,-2-1 0,-11-58 0,9 69 0,1 0 0,2-39 0,1 39 0,-1 1 0,-7-47 0,2 49 0,-18-123 0,15 93 64,-2-23-1493,11 65-5397</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48.239"/>
    </inkml:context>
    <inkml:brush xml:id="br0">
      <inkml:brushProperty name="width" value="0.05" units="cm"/>
      <inkml:brushProperty name="height" value="0.05" units="cm"/>
      <inkml:brushProperty name="color" value="#FF0066"/>
    </inkml:brush>
  </inkml:definitions>
  <inkml:trace contextRef="#ctx0" brushRef="#br0">0 0 24575,'5'2'0,"-1"-1"0,1 1 0,-1-1 0,0 1 0,0 0 0,0 1 0,0-1 0,6 6 0,8 4 0,130 66-123,78 36-11074,-171-84 11312,80 55 0,-15 3 3748,-20-14 3364,-53-45-7227,-33-21 0,-1 0 0,24 19 0,-16-10 44,1-2 0,46 26 0,-42-27-793,45 33 1,-58-36-6078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49.360"/>
    </inkml:context>
    <inkml:brush xml:id="br0">
      <inkml:brushProperty name="width" value="0.05" units="cm"/>
      <inkml:brushProperty name="height" value="0.05" units="cm"/>
      <inkml:brushProperty name="color" value="#FF0066"/>
    </inkml:brush>
  </inkml:definitions>
  <inkml:trace contextRef="#ctx0" brushRef="#br0">1 0 24575,'9'2'0,"0"0"0,0 1 0,0 0 0,-1 0 0,1 1 0,-1 0 0,0 1 0,0-1 0,0 2 0,-1-1 0,9 9 0,17 10 0,278 175 0,-65-6 0,-212-164 0,67 72 0,-69-67 0,58 49 0,-33-42 12,-31-24-471,-2 2 0,26 23 0,-40-32-6367</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50.539"/>
    </inkml:context>
    <inkml:brush xml:id="br0">
      <inkml:brushProperty name="width" value="0.05" units="cm"/>
      <inkml:brushProperty name="height" value="0.05" units="cm"/>
      <inkml:brushProperty name="color" value="#FF0066"/>
    </inkml:brush>
  </inkml:definitions>
  <inkml:trace contextRef="#ctx0" brushRef="#br0">1 0 24575,'0'3'0,"1"-1"0,-1 1 0,1-1 0,0 1 0,0-1 0,0 0 0,0 1 0,0-1 0,1 0 0,-1 0 0,1 0 0,-1 0 0,1 0 0,3 3 0,35 28 0,-21-18 0,47 36 0,1-2 0,96 52 0,58 40 0,-105-64 0,138 69 0,-52-32 0,-108-49 1265,35 45-6701,-3-3 2344,-85-66 6966,-34-33-3196,1 0 0,0 0 0,0 0-1,15 9 1,62 51-2043,-73-58-5461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51.577"/>
    </inkml:context>
    <inkml:brush xml:id="br0">
      <inkml:brushProperty name="width" value="0.05" units="cm"/>
      <inkml:brushProperty name="height" value="0.05" units="cm"/>
      <inkml:brushProperty name="color" value="#FF0066"/>
    </inkml:brush>
  </inkml:definitions>
  <inkml:trace contextRef="#ctx0" brushRef="#br0">1 1 24575,'3'1'0,"-1"0"0,1 0 0,0 1 0,0 0 0,-1-1 0,1 1 0,-1 0 0,1 0 0,3 5 0,7 4 0,55 36 0,98 60 0,217 79-12399,-250-129 11741,2-2 3433,502 217-6847,-454-202 8562,12 6 3045,-159-59-7053,50 33 0,-74-43-7308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01:52.500"/>
    </inkml:context>
    <inkml:brush xml:id="br0">
      <inkml:brushProperty name="width" value="0.05" units="cm"/>
      <inkml:brushProperty name="height" value="0.05" units="cm"/>
      <inkml:brushProperty name="color" value="#FF0066"/>
    </inkml:brush>
  </inkml:definitions>
  <inkml:trace contextRef="#ctx0" brushRef="#br0">0 0 24575,'29'1'19,"-1"1"0,0 2 0,0 1 0,32 9 0,106 42-895,22 6-5127,13 1 1330,-88-26 2431,-36-15 3848,51 10-1562,26 7 4066,-75-15-863,-62-19-6746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20:06.682"/>
    </inkml:context>
    <inkml:brush xml:id="br0">
      <inkml:brushProperty name="width" value="0.05" units="cm"/>
      <inkml:brushProperty name="height" value="0.05" units="cm"/>
      <inkml:brushProperty name="color" value="#66CC00"/>
    </inkml:brush>
  </inkml:definitions>
  <inkml:trace contextRef="#ctx0" brushRef="#br0">4288 6177 24575,'-324'-16'0,"166"8"0,-102-11 0,81-1 0,-64-11 0,202 23 0,1-1 0,0-2 0,0-2 0,-41-20 0,4 0 1268,-43-11-5203,-43-18-182,-249-96-2472,341 130 7256,0-2 1,2-4 0,2-3-1,1-3 1,-64-52 0,75 48 4015,-62-64 1,76 61-4684,2-2 0,-36-61 0,14 21 0,-143-255 0,114 179 0,69 129-436,-47-83 1051,26 39-6447,14 14 3349,-35-121 0,43 122 2909,-151-543-2932,70 129 1057,68 280 3050,7 34-374,10 90-1726,-70-425 998,61 310-1191,-59-229 1,71 362 3232,2 0-1,3 0 1,3-1 0,2-73-1,2 101-2540,-9-51 0,5 49 0,0-45 0,3 35 0,-2 2 0,-11-50 0,7 50 0,3 0 0,-2-55 0,5 52 0,-9-54 0,3 32 0,4 36 0,0 1 0,-2-1 0,-13-36 0,12 52-1365,1 2-5461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20:07.508"/>
    </inkml:context>
    <inkml:brush xml:id="br0">
      <inkml:brushProperty name="width" value="0.05" units="cm"/>
      <inkml:brushProperty name="height" value="0.05" units="cm"/>
      <inkml:brushProperty name="color" value="#66CC00"/>
    </inkml:brush>
  </inkml:definitions>
  <inkml:trace contextRef="#ctx0" brushRef="#br0">206 1 24575,'-3'2'0,"0"0"0,1 1 0,-1-1 0,0 1 0,1-1 0,0 1 0,-1 0 0,1 0 0,0 0 0,0 0 0,-1 5 0,-2 0 0,-20 32 0,2 2 0,1 0 0,2 1 0,-22 74 0,4-16 0,42-124-389,1 1 1,9-23-1,-13 43 190,6-20-6627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13:20:08.484"/>
    </inkml:context>
    <inkml:brush xml:id="br0">
      <inkml:brushProperty name="width" value="0.05" units="cm"/>
      <inkml:brushProperty name="height" value="0.05" units="cm"/>
      <inkml:brushProperty name="color" value="#66CC00"/>
    </inkml:brush>
  </inkml:definitions>
  <inkml:trace contextRef="#ctx0" brushRef="#br0">0 1 24575,'12'0'0,"-1"0"0,1 1 0,-1 0 0,0 1 0,1 0 0,-1 1 0,0 0 0,0 1 0,0 0 0,-1 1 0,0 0 0,0 0 0,0 1 0,14 12 0,127 82-1365,-133-90-5461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8:45:41.313"/>
    </inkml:context>
    <inkml:brush xml:id="br0">
      <inkml:brushProperty name="width" value="0.05" units="cm"/>
      <inkml:brushProperty name="height" value="0.05" units="cm"/>
      <inkml:brushProperty name="color" value="#F6630D"/>
    </inkml:brush>
  </inkml:definitions>
  <inkml:trace contextRef="#ctx0" brushRef="#br0">30 2316 24575,'0'-93'0,"-16"-130"0,5 113 0,8-211 0,6 156 0,-5 40 0,5-137 0,10 188 0,-8 53 0,-2 0 0,3-28 0,-3 4 0,10-47 0,0 7 0,-2 8 0,-4 37 0,2-64 0,-7 75 0,1 0 0,1 0 0,14-47 0,-10 48 0,-1-1 0,-2 1 0,3-54 0,-8 27-1365,0 31-5461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8:45:43.161"/>
    </inkml:context>
    <inkml:brush xml:id="br0">
      <inkml:brushProperty name="width" value="0.05" units="cm"/>
      <inkml:brushProperty name="height" value="0.05" units="cm"/>
      <inkml:brushProperty name="color" value="#F6630D"/>
    </inkml:brush>
  </inkml:definitions>
  <inkml:trace contextRef="#ctx0" brushRef="#br0">30 2564 24575,'1'0'0,"0"-1"0,0 1 0,0-1 0,1 1 0,-1-1 0,0 0 0,0 1 0,0-1 0,0 0 0,0 0 0,-1 0 0,1 0 0,0 0 0,0 0 0,0 0 0,-1 0 0,1 0 0,-1 0 0,1 0 0,-1 0 0,1-1 0,-1 1 0,1 0 0,-1 0 0,0-2 0,9-42 0,-7 30 0,9-47 0,-2 0 0,-1-67 0,-9-130 0,-2 91 0,5 6 0,-5-177 0,-10 227 0,-2-35 0,2-19-328,-1-20-6128,12 139 6456,-10-58 0,5 58 0,-1-60 0,9-20 2229,0-103 961,-1 206-10016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8:46:21.847"/>
    </inkml:context>
    <inkml:brush xml:id="br0">
      <inkml:brushProperty name="width" value="0.05" units="cm"/>
      <inkml:brushProperty name="height" value="0.05" units="cm"/>
      <inkml:brushProperty name="color" value="#F6630D"/>
    </inkml:brush>
  </inkml:definitions>
  <inkml:trace contextRef="#ctx0" brushRef="#br0">0 2400 24575,'0'-1156'0,"2"1107"0,10-56 0,-5 57 0,0-61 0,-5 85 0,1-1 0,0 0 0,2 1 0,10-32 0,-7 31 0,-2 0 0,-1-1 0,4-46 0,-9 52 0,1-11 0,0 0 0,2 0 0,7-33 0,-2 16 0,-3-1 0,-2 0 0,-6-97 0,1 35 0,2 84-1365,0 3-5461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8:46:32.340"/>
    </inkml:context>
    <inkml:brush xml:id="br0">
      <inkml:brushProperty name="width" value="0.05" units="cm"/>
      <inkml:brushProperty name="height" value="0.05" units="cm"/>
      <inkml:brushProperty name="color" value="#F6630D"/>
    </inkml:brush>
  </inkml:definitions>
  <inkml:trace contextRef="#ctx0" brushRef="#br0">1 1957 24575,'2'-3'0,"1"-1"0,-1 1 0,0-1 0,0 0 0,0 0 0,0 0 0,-1 0 0,0 0 0,0 0 0,0 0 0,1-6 0,3-53 0,-5 46 0,4-509 0,-7 270 0,3-212 0,1 448 0,1 0 0,9-39 0,-6 37 0,-1 0 0,2-28 0,7-78 0,-6 85 0,0-61 0,-7 21-1365,-1 59-5461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38:40.113"/>
    </inkml:context>
    <inkml:brush xml:id="br0">
      <inkml:brushProperty name="width" value="0.2" units="cm"/>
      <inkml:brushProperty name="height" value="0.2" units="cm"/>
      <inkml:brushProperty name="color" value="#66CC00"/>
    </inkml:brush>
  </inkml:definitions>
  <inkml:trace contextRef="#ctx0" brushRef="#br0">660 844 24575,'0'310'964,"0"157"-6231,0-36 2786,15-172 2608,0-21-4034,-10 364 1237,-8 302 8442,1-129-4863,2-335-5812,0 0 4477,0 80 4536,0-1 3662,-1-514-7772,1 1 0,0-1 0,1 1 0,-1 0 0,1-1 0,0 1 0,1-1 0,-1 0 0,1 1 0,0-1 0,5 8 0,-5-10 0,1 0 0,0 0 0,-1-1 0,1 1 0,0-1 0,1 0 0,-1 0 0,0 0 0,0 0 0,1 0 0,-1-1 0,1 0 0,0 0 0,-1 0 0,1 0 0,0 0 0,0-1 0,5 1 0,33 0 0,0-1 0,0-2 0,71-13 0,-22 3 0,71-4-1199,217-5-9736,-243 19 11749,53-1-334,94-11 6340,-57 2-2838,8 1-3972,68-3-742,-99 9-5061,451-25 1198,35 0 1389,487 31 3206,-484-45 8227,-127 1-2138,58 19-9598,244-8-6192,-288 25 6566,2699 8 5669,-2210-1-449,533 0 8528,-740 34-10893,-369-9-8013,353 20 1429,-421-17 7845,1 2 3852,-35-7 3705,-135-9-6302,-15-5-1748,121-9-9552,-88-1 2745,-91 4 6138,46 11 857,47 1-66,826-15-783,-854 15 73,-21 1-624,454-15 7753,-319-3-2778,-318 4-2377,60 11-1,22 1-2113,-14-14 240,-59-1 0,-1 3 0,71 10 0,-56-2 11,67 1-1,171-11-10326,-143-3 5472,-86 2 6010,94 3 2498,-145 2-2434,-20-3-816,0 0 1,0 0-1,0 0 1,-1-1-1,1 1 1,0-1-1,7-1 0,-10 1-240,1-1-1,-1 1 0,0-1 1,0 0-1,0 1 0,0-1 1,0 0-1,0 0 0,0 0 0,0 1 1,0-1-1,0 0 0,0 0 1,0 0-1,-1-1 0,1 1 0,0 0 1,-1 0-1,1 0 0,-1 0 1,1-1-1,-1 1 0,0 0 0,1-1 1,-1 1-1,0 0 0,0 0 1,0-2-1,1-9-83,-1 0 0,0 1 0,-1-1 0,0 1 0,0-1 0,-2 1 0,1-1 0,-7-14 0,-41-90-215,41 97 178,-42-98-3591,5-3-1,-59-247 1,54 192 2674,-5-21-142,-13-304-2331,29 205 6843,-2-35-1938,-3-58-3420,1 10 98,36 292 1829,-16-311 735,17 215-1888,-16-91 4200,-7-202 977,30 121-9486,0 1 5561,1-210 8858,-1 284-13889,0-373 13221,0 648-8364,1 0 0,-1 0 0,0 0 0,-1 0 0,1 0 0,-1 0 0,0 0 0,0 0 0,0 1 0,0-1 0,-1 0 0,1 0 0,-1 1 0,0-1 0,0 1 0,-1 0 0,-3-5 0,2 5 0,0 0 0,-1 1 0,1-1 0,-1 1 0,0 0 0,0 1 0,0-1 0,1 1 0,-1 0 0,-1 0 0,1 0 0,0 1 0,-9 0 0,-29 0 286,-72 9-1,-123 36-4395,55-8 904,-70 8 3145,-136 21 629,-3-14 4996,-207 4-4890,220-27-9,-190 23-6645,-229 18-3397,-211-44 8528,312-17 2541,303 4 34,-621 28 3245,658-19-6337,-749 35-6499,519-47 10955,-293-12 6538,244-1-6001,-390 5-6460,-1112-5-5968,936-54 8759,-87-31-167,194 51 209,1026 36 0,-710-43 2025,2-41 1209,170 16-2615,376 50-2583,-119 4 4286,-236 12 3465,489 3-5887,-509-46 100,18 1 0,145 53-10752,149 8 9647,-100-8 6178,365-4-4767,0 0 0,-55 17 0,53-12 480,0-1 1,-32 3-1,-21 5 3094,58-10-4749,-46 4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21:34:31.142"/>
    </inkml:context>
    <inkml:brush xml:id="br0">
      <inkml:brushProperty name="width" value="0.1" units="cm"/>
      <inkml:brushProperty name="height" value="0.1" units="cm"/>
      <inkml:brushProperty name="color" value="#66CC00"/>
    </inkml:brush>
  </inkml:definitions>
  <inkml:trace contextRef="#ctx0" brushRef="#br0">1 0 24575,'0'0'-8191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21:34:36.779"/>
    </inkml:context>
    <inkml:brush xml:id="br0">
      <inkml:brushProperty name="width" value="0.1" units="cm"/>
      <inkml:brushProperty name="height" value="0.1" units="cm"/>
      <inkml:brushProperty name="color" value="#66CC00"/>
    </inkml:brush>
  </inkml:definitions>
  <inkml:trace contextRef="#ctx0" brushRef="#br0">1 1 24575,'6'0'0,"0"2"0,0 1 0,1-1 0,-2 3 0,1-1 0,0 1 0,-1 1 0,6 5 0,24 23 0,119 56-6585,286 87 0,162-66 3575,40 11 8626,-176-3 4047,-69-22-8762,-393-97-901,-2 0 0,1 0 0,-1 3 0,1-3 0,0 2 0,-1 0 0,0 1 0,1-1 0,-1 0 0,0 1 0,1 1 0,-1-1 0,0 2 0,0-2 0,0 1 0,0 1 0,0 0 0,-1-1 0,2 1 0,0 4 0,-1 2 0,0-2 0,-1 0 0,0 1 0,0-1 0,0 1 0,0 0 0,0-1 0,-1 0 0,0 1 0,0 0 0,0 18 0,-4 23 0,0-2 0,-2 1 0,-1 0 0,-8 48 0,7-48 0,-5 55 0,-11 149 0,1-1 0,-23 228-3003,-17 495-1,40-583 2227,10-147-1441,5 5 0,10 450 0,9-552 2306,-8-118 423,0-1 0,-1 1 0,1 3 0,-1 39-1,-3-62-435,1-2 0,-1 0 0,1 0 0,-1 1 0,-1 0-1,0-1 1,1-2 0,-1 3 0,1-3 0,-1 3-1,0-3 1,0 2 0,-1-2 0,1 0 0,-1 0-1,1 1 1,-1-1 0,0-2 0,-4 9 0,-7 5 723,0 2 1,0-3 0,-1-2-1,0 0 1,1-3-1,-3 1 1,-19 7 0,-122 37 1558,85-40-1804,-629 201-553,600-197-682,-115-10-1,185-12-6143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23:17:10.902"/>
    </inkml:context>
    <inkml:brush xml:id="br0">
      <inkml:brushProperty name="width" value="0.1" units="cm"/>
      <inkml:brushProperty name="height" value="0.1" units="cm"/>
      <inkml:brushProperty name="color" value="#00A0D7"/>
    </inkml:brush>
  </inkml:definitions>
  <inkml:trace contextRef="#ctx0" brushRef="#br0">0 681 24575,'2'-3'0,"0"0"0,0 0 0,0 0 0,0 1 0,0-1 0,1 0 0,-1 1 0,1 0 0,-1-1 0,1 1 0,0 0 0,5-3 0,4-3 0,43-29-458,39-7-5318,-19 10 5226,244-116 550,107-80 0,-327 166 6507,-81 51-6779,-1 0 0,-1-2 0,21-21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23:17:12.080"/>
    </inkml:context>
    <inkml:brush xml:id="br0">
      <inkml:brushProperty name="width" value="0.1" units="cm"/>
      <inkml:brushProperty name="height" value="0.1" units="cm"/>
      <inkml:brushProperty name="color" value="#00A0D7"/>
    </inkml:brush>
  </inkml:definitions>
  <inkml:trace contextRef="#ctx0" brushRef="#br0">1 1 24575,'563'0'0,"-558"0"0,0 0 0,0 0 0,0 0 0,0 1 0,0 0 0,-1 0 0,1 0 0,0 1 0,0-1 0,-1 1 0,1 0 0,-1 1 0,1-1 0,-1 1 0,0 0 0,5 3 0,-7-3 0,0 0 0,0 0 0,0 0 0,-1 0 0,1 0 0,-1 0 0,1 1 0,-1-1 0,0 0 0,-1 1 0,1-1 0,0 1 0,-1-1 0,0 1 0,0-1 0,0 1 0,0-1 0,0 1 0,-1-1 0,0 1 0,1-1 0,-1 1 0,-3 5 0,-3 7 16,-1-1 0,0 0 0,-1 0 0,0-1 1,-1 0-1,-1-1 0,-15 15 0,10-10-514,0 1 0,-18 29 0,20-23-6328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23:17:12.973"/>
    </inkml:context>
    <inkml:brush xml:id="br0">
      <inkml:brushProperty name="width" value="0.1" units="cm"/>
      <inkml:brushProperty name="height" value="0.1" units="cm"/>
      <inkml:brushProperty name="color" value="#00A0D7"/>
    </inkml:brush>
  </inkml:definitions>
  <inkml:trace contextRef="#ctx0" brushRef="#br0">0 0 24575,'0'958'-1365,"0"-933"-5461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23:17:14.481"/>
    </inkml:context>
    <inkml:brush xml:id="br0">
      <inkml:brushProperty name="width" value="0.1" units="cm"/>
      <inkml:brushProperty name="height" value="0.1" units="cm"/>
      <inkml:brushProperty name="color" value="#00A0D7"/>
    </inkml:brush>
  </inkml:definitions>
  <inkml:trace contextRef="#ctx0" brushRef="#br0">87 32 24575,'14'0'0,"1"-2"0,-1 0 0,23-7 0,30-4 0,328 8 0,-216 7 0,-168-2 0,-1 1 0,0 0 0,1 1 0,-1 0 0,0 0 0,0 1 0,0 1 0,-1-1 0,1 2 0,-1-1 0,0 1 0,0 1 0,0-1 0,-1 2 0,0-1 0,0 1 0,-1 0 0,1 1 0,-2-1 0,1 2 0,-1-1 0,0 1 0,-1-1 0,0 2 0,0-1 0,-1 0 0,0 1 0,-1 0 0,0 0 0,-1 0 0,0 0 0,0 0 0,-1 1 0,0 10 0,-1-6 0,-1-1 0,0 0 0,-1 0 0,-1 0 0,0 0 0,-1 0 0,-1-1 0,0 0 0,0 1 0,-1-2 0,-1 1 0,0-1 0,-1 0 0,0 0 0,-1-1 0,0 0 0,-1-1 0,0 0 0,-1 0 0,0-1 0,0-1 0,-1 0 0,0 0 0,-1-1 0,1-1 0,-1 0 0,-1-1 0,1 0 0,-1-1 0,-18 3 0,-96 22 0,90-18 0,-2-3 0,1 0 0,-42 1 0,-169 14 0,194-16 0,-64 18-1365,97-22-5461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23:18:53.339"/>
    </inkml:context>
    <inkml:brush xml:id="br0">
      <inkml:brushProperty name="width" value="0.025" units="cm"/>
      <inkml:brushProperty name="height" value="0.025" units="cm"/>
      <inkml:brushProperty name="color" value="#66CC00"/>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allaboutcircuits.com/technical-articles/introduction-to-Gaussian-distribution-electrical-engineering/"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allaboutcircuits.com/technical-articles/introduction-to-Gaussian-distribution-electrical-engineering/"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b="0" i="0" dirty="0">
              <a:solidFill>
                <a:srgbClr val="374151"/>
              </a:solidFill>
              <a:effectLst/>
              <a:latin typeface="Söhne"/>
            </a:endParaRPr>
          </a:p>
          <a:p>
            <a:pPr algn="l"/>
            <a:r>
              <a:rPr lang="en-GB" b="1" i="0" dirty="0">
                <a:solidFill>
                  <a:srgbClr val="374151"/>
                </a:solidFill>
                <a:effectLst/>
                <a:latin typeface="Söhne"/>
              </a:rPr>
              <a:t>Grouped frequency </a:t>
            </a:r>
            <a:r>
              <a:rPr lang="en-GB" b="0" i="0" dirty="0">
                <a:solidFill>
                  <a:srgbClr val="374151"/>
                </a:solidFill>
                <a:effectLst/>
                <a:latin typeface="Söhne"/>
              </a:rPr>
              <a:t>in UX context typically involves categorizing data into ranges or groups and then determining how many occurrences fall within each group. This can be useful when </a:t>
            </a:r>
            <a:r>
              <a:rPr lang="en-GB" b="0" i="0" dirty="0" err="1">
                <a:solidFill>
                  <a:srgbClr val="374151"/>
                </a:solidFill>
                <a:effectLst/>
                <a:latin typeface="Söhne"/>
              </a:rPr>
              <a:t>analyzing</a:t>
            </a:r>
            <a:r>
              <a:rPr lang="en-GB" b="0" i="0" dirty="0">
                <a:solidFill>
                  <a:srgbClr val="374151"/>
                </a:solidFill>
                <a:effectLst/>
                <a:latin typeface="Söhne"/>
              </a:rPr>
              <a:t> quantitative data, such as response times, task completion durations, or other numerical metrics. Here's an example:</a:t>
            </a:r>
          </a:p>
          <a:p>
            <a:pPr algn="l"/>
            <a:r>
              <a:rPr lang="en-GB" b="0" i="0" dirty="0">
                <a:solidFill>
                  <a:srgbClr val="374151"/>
                </a:solidFill>
                <a:effectLst/>
                <a:latin typeface="Söhne"/>
              </a:rPr>
              <a:t>Suppose you are conducting usability testing on a website, and you want to </a:t>
            </a:r>
            <a:r>
              <a:rPr lang="en-GB" b="0" i="0" dirty="0" err="1">
                <a:solidFill>
                  <a:srgbClr val="374151"/>
                </a:solidFill>
                <a:effectLst/>
                <a:latin typeface="Söhne"/>
              </a:rPr>
              <a:t>analyze</a:t>
            </a:r>
            <a:r>
              <a:rPr lang="en-GB" b="0" i="0" dirty="0">
                <a:solidFill>
                  <a:srgbClr val="374151"/>
                </a:solidFill>
                <a:effectLst/>
                <a:latin typeface="Söhne"/>
              </a:rPr>
              <a:t> the time it takes for users to complete a specific task. You collect data on the task completion times for a sample of users:</a:t>
            </a:r>
          </a:p>
          <a:p>
            <a:pPr algn="l">
              <a:buFont typeface="Arial" panose="020B0604020202020204" pitchFamily="34" charset="0"/>
              <a:buChar char="•"/>
            </a:pPr>
            <a:r>
              <a:rPr lang="en-GB" b="0" i="0" dirty="0">
                <a:solidFill>
                  <a:srgbClr val="374151"/>
                </a:solidFill>
                <a:effectLst/>
                <a:latin typeface="Söhne"/>
              </a:rPr>
              <a:t>User 1: 15 seconds</a:t>
            </a:r>
          </a:p>
          <a:p>
            <a:pPr algn="l">
              <a:buFont typeface="Arial" panose="020B0604020202020204" pitchFamily="34" charset="0"/>
              <a:buChar char="•"/>
            </a:pPr>
            <a:r>
              <a:rPr lang="en-GB" b="0" i="0" dirty="0">
                <a:solidFill>
                  <a:srgbClr val="374151"/>
                </a:solidFill>
                <a:effectLst/>
                <a:latin typeface="Söhne"/>
              </a:rPr>
              <a:t>User 2: 22 seconds</a:t>
            </a:r>
          </a:p>
          <a:p>
            <a:pPr algn="l">
              <a:buFont typeface="Arial" panose="020B0604020202020204" pitchFamily="34" charset="0"/>
              <a:buChar char="•"/>
            </a:pPr>
            <a:r>
              <a:rPr lang="en-GB" b="0" i="0" dirty="0">
                <a:solidFill>
                  <a:srgbClr val="374151"/>
                </a:solidFill>
                <a:effectLst/>
                <a:latin typeface="Söhne"/>
              </a:rPr>
              <a:t>User 3: 18 seconds</a:t>
            </a:r>
          </a:p>
          <a:p>
            <a:pPr algn="l">
              <a:buFont typeface="Arial" panose="020B0604020202020204" pitchFamily="34" charset="0"/>
              <a:buChar char="•"/>
            </a:pPr>
            <a:r>
              <a:rPr lang="en-GB" b="0" i="0" dirty="0">
                <a:solidFill>
                  <a:srgbClr val="374151"/>
                </a:solidFill>
                <a:effectLst/>
                <a:latin typeface="Söhne"/>
              </a:rPr>
              <a:t>User 4: 35 seconds</a:t>
            </a:r>
          </a:p>
          <a:p>
            <a:pPr algn="l">
              <a:buFont typeface="Arial" panose="020B0604020202020204" pitchFamily="34" charset="0"/>
              <a:buChar char="•"/>
            </a:pPr>
            <a:r>
              <a:rPr lang="en-GB" b="0" i="0" dirty="0">
                <a:solidFill>
                  <a:srgbClr val="374151"/>
                </a:solidFill>
                <a:effectLst/>
                <a:latin typeface="Söhne"/>
              </a:rPr>
              <a:t>User 5: 27 seconds</a:t>
            </a:r>
          </a:p>
          <a:p>
            <a:pPr algn="l">
              <a:buFont typeface="Arial" panose="020B0604020202020204" pitchFamily="34" charset="0"/>
              <a:buChar char="•"/>
            </a:pPr>
            <a:r>
              <a:rPr lang="en-GB" b="0" i="0" dirty="0">
                <a:solidFill>
                  <a:srgbClr val="374151"/>
                </a:solidFill>
                <a:effectLst/>
                <a:latin typeface="Söhne"/>
              </a:rPr>
              <a:t>User 6: 40 seconds</a:t>
            </a:r>
          </a:p>
          <a:p>
            <a:pPr algn="l">
              <a:buFont typeface="Arial" panose="020B0604020202020204" pitchFamily="34" charset="0"/>
              <a:buChar char="•"/>
            </a:pPr>
            <a:r>
              <a:rPr lang="en-GB" b="0" i="0" dirty="0">
                <a:solidFill>
                  <a:srgbClr val="374151"/>
                </a:solidFill>
                <a:effectLst/>
                <a:latin typeface="Söhne"/>
              </a:rPr>
              <a:t>User 7: 20 seconds</a:t>
            </a:r>
          </a:p>
          <a:p>
            <a:pPr algn="l">
              <a:buFont typeface="Arial" panose="020B0604020202020204" pitchFamily="34" charset="0"/>
              <a:buChar char="•"/>
            </a:pPr>
            <a:r>
              <a:rPr lang="en-GB" b="0" i="0" dirty="0">
                <a:solidFill>
                  <a:srgbClr val="374151"/>
                </a:solidFill>
                <a:effectLst/>
                <a:latin typeface="Söhne"/>
              </a:rPr>
              <a:t>User 8: 32 seconds</a:t>
            </a:r>
          </a:p>
          <a:p>
            <a:pPr algn="l">
              <a:buFont typeface="Arial" panose="020B0604020202020204" pitchFamily="34" charset="0"/>
              <a:buChar char="•"/>
            </a:pPr>
            <a:r>
              <a:rPr lang="en-GB" b="0" i="0" dirty="0">
                <a:solidFill>
                  <a:srgbClr val="374151"/>
                </a:solidFill>
                <a:effectLst/>
                <a:latin typeface="Söhne"/>
              </a:rPr>
              <a:t>User 9: 25 seconds</a:t>
            </a:r>
          </a:p>
          <a:p>
            <a:pPr algn="l">
              <a:buFont typeface="Arial" panose="020B0604020202020204" pitchFamily="34" charset="0"/>
              <a:buChar char="•"/>
            </a:pPr>
            <a:r>
              <a:rPr lang="en-GB" b="0" i="0" dirty="0">
                <a:solidFill>
                  <a:srgbClr val="374151"/>
                </a:solidFill>
                <a:effectLst/>
                <a:latin typeface="Söhne"/>
              </a:rPr>
              <a:t>User 10: 38 seconds</a:t>
            </a:r>
          </a:p>
          <a:p>
            <a:pPr algn="l"/>
            <a:r>
              <a:rPr lang="en-GB" b="0" i="0" dirty="0">
                <a:solidFill>
                  <a:srgbClr val="374151"/>
                </a:solidFill>
                <a:effectLst/>
                <a:latin typeface="Söhne"/>
              </a:rPr>
              <a:t>Now, you can group these completion times into ranges (bins) to create a grouped frequency distribution. For this example, let's use bins of 10 seconds each:</a:t>
            </a:r>
          </a:p>
          <a:p>
            <a:pPr algn="l">
              <a:buFont typeface="Arial" panose="020B0604020202020204" pitchFamily="34" charset="0"/>
              <a:buChar char="•"/>
            </a:pPr>
            <a:r>
              <a:rPr lang="en-GB" b="0" i="0" dirty="0">
                <a:solidFill>
                  <a:srgbClr val="374151"/>
                </a:solidFill>
                <a:effectLst/>
                <a:latin typeface="Söhne"/>
              </a:rPr>
              <a:t>10-19 seconds: 4 occurrences</a:t>
            </a:r>
          </a:p>
          <a:p>
            <a:pPr algn="l">
              <a:buFont typeface="Arial" panose="020B0604020202020204" pitchFamily="34" charset="0"/>
              <a:buChar char="•"/>
            </a:pPr>
            <a:r>
              <a:rPr lang="en-GB" b="0" i="0" dirty="0">
                <a:solidFill>
                  <a:srgbClr val="374151"/>
                </a:solidFill>
                <a:effectLst/>
                <a:latin typeface="Söhne"/>
              </a:rPr>
              <a:t>20-29 seconds: 4 occurrences</a:t>
            </a:r>
          </a:p>
          <a:p>
            <a:pPr algn="l">
              <a:buFont typeface="Arial" panose="020B0604020202020204" pitchFamily="34" charset="0"/>
              <a:buChar char="•"/>
            </a:pPr>
            <a:r>
              <a:rPr lang="en-GB" b="0" i="0" dirty="0">
                <a:solidFill>
                  <a:srgbClr val="374151"/>
                </a:solidFill>
                <a:effectLst/>
                <a:latin typeface="Söhne"/>
              </a:rPr>
              <a:t>30-39 seconds: 2 occurrences</a:t>
            </a:r>
          </a:p>
          <a:p>
            <a:pPr algn="l">
              <a:buFont typeface="Arial" panose="020B0604020202020204" pitchFamily="34" charset="0"/>
              <a:buChar char="•"/>
            </a:pPr>
            <a:r>
              <a:rPr lang="en-GB" b="0" i="0" dirty="0">
                <a:solidFill>
                  <a:srgbClr val="374151"/>
                </a:solidFill>
                <a:effectLst/>
                <a:latin typeface="Söhne"/>
              </a:rPr>
              <a:t>40-49 seconds: 0 occurrences</a:t>
            </a:r>
          </a:p>
          <a:p>
            <a:pPr algn="l"/>
            <a:r>
              <a:rPr lang="en-GB" b="0" i="0" dirty="0">
                <a:solidFill>
                  <a:srgbClr val="374151"/>
                </a:solidFill>
                <a:effectLst/>
                <a:latin typeface="Söhne"/>
              </a:rPr>
              <a:t>In this grouped frequency distribution:</a:t>
            </a:r>
          </a:p>
          <a:p>
            <a:pPr algn="l">
              <a:buFont typeface="Arial" panose="020B0604020202020204" pitchFamily="34" charset="0"/>
              <a:buChar char="•"/>
            </a:pPr>
            <a:r>
              <a:rPr lang="en-GB" b="0" i="0" dirty="0">
                <a:solidFill>
                  <a:srgbClr val="374151"/>
                </a:solidFill>
                <a:effectLst/>
                <a:latin typeface="Söhne"/>
              </a:rPr>
              <a:t>Four users completed the task in the 10-19 second range.</a:t>
            </a:r>
          </a:p>
          <a:p>
            <a:pPr algn="l">
              <a:buFont typeface="Arial" panose="020B0604020202020204" pitchFamily="34" charset="0"/>
              <a:buChar char="•"/>
            </a:pPr>
            <a:r>
              <a:rPr lang="en-GB" b="0" i="0" dirty="0">
                <a:solidFill>
                  <a:srgbClr val="374151"/>
                </a:solidFill>
                <a:effectLst/>
                <a:latin typeface="Söhne"/>
              </a:rPr>
              <a:t>Four users completed the task in the 20-29 second range.</a:t>
            </a:r>
          </a:p>
          <a:p>
            <a:pPr algn="l">
              <a:buFont typeface="Arial" panose="020B0604020202020204" pitchFamily="34" charset="0"/>
              <a:buChar char="•"/>
            </a:pPr>
            <a:r>
              <a:rPr lang="en-GB" b="0" i="0" dirty="0">
                <a:solidFill>
                  <a:srgbClr val="374151"/>
                </a:solidFill>
                <a:effectLst/>
                <a:latin typeface="Söhne"/>
              </a:rPr>
              <a:t>Two users completed the task in the 30-39 second range.</a:t>
            </a:r>
          </a:p>
          <a:p>
            <a:pPr algn="l">
              <a:buFont typeface="Arial" panose="020B0604020202020204" pitchFamily="34" charset="0"/>
              <a:buChar char="•"/>
            </a:pPr>
            <a:r>
              <a:rPr lang="en-GB" b="0" i="0" dirty="0">
                <a:solidFill>
                  <a:srgbClr val="374151"/>
                </a:solidFill>
                <a:effectLst/>
                <a:latin typeface="Söhne"/>
              </a:rPr>
              <a:t>No users completed the task in the 40-49 second range.</a:t>
            </a:r>
          </a:p>
          <a:p>
            <a:pPr algn="l"/>
            <a:r>
              <a:rPr lang="en-GB" b="0" i="0" dirty="0">
                <a:solidFill>
                  <a:srgbClr val="374151"/>
                </a:solidFill>
                <a:effectLst/>
                <a:latin typeface="Söhne"/>
              </a:rPr>
              <a:t>This grouped frequency information can provide insights into the distribution of task completion times. UX designers can use this data to identify common patterns, outliers, or potential usability issues related to task efficiency. For instance, if a significant number of users are consistently taking longer to complete the task, it may indicate an area for improvement in the user interface or workflow.</a:t>
            </a:r>
          </a:p>
          <a:p>
            <a:pPr algn="l"/>
            <a:endParaRPr lang="en-GB" b="0" i="0" dirty="0">
              <a:solidFill>
                <a:srgbClr val="374151"/>
              </a:solidFill>
              <a:effectLst/>
              <a:latin typeface="Söhne"/>
            </a:endParaRPr>
          </a:p>
          <a:p>
            <a:pPr algn="l"/>
            <a:endParaRPr lang="en-GB" b="0" i="0" dirty="0">
              <a:solidFill>
                <a:srgbClr val="374151"/>
              </a:solidFill>
              <a:effectLst/>
              <a:latin typeface="Söhne"/>
            </a:endParaRPr>
          </a:p>
          <a:p>
            <a:pPr algn="l"/>
            <a:r>
              <a:rPr lang="en-GB" b="0" i="0" dirty="0">
                <a:solidFill>
                  <a:srgbClr val="374151"/>
                </a:solidFill>
                <a:effectLst/>
                <a:latin typeface="Söhne"/>
              </a:rPr>
              <a:t>In the context of user experience (UX), </a:t>
            </a:r>
            <a:r>
              <a:rPr lang="en-GB" b="1" i="0" dirty="0">
                <a:solidFill>
                  <a:srgbClr val="374151"/>
                </a:solidFill>
                <a:effectLst/>
                <a:latin typeface="Söhne"/>
              </a:rPr>
              <a:t>relative frequency </a:t>
            </a:r>
            <a:r>
              <a:rPr lang="en-GB" b="0" i="0" dirty="0">
                <a:solidFill>
                  <a:srgbClr val="374151"/>
                </a:solidFill>
                <a:effectLst/>
                <a:latin typeface="Söhne"/>
              </a:rPr>
              <a:t>refers to the proportion or percentage of occurrences of a specific user </a:t>
            </a:r>
            <a:r>
              <a:rPr lang="en-GB" b="0" i="0" dirty="0" err="1">
                <a:solidFill>
                  <a:srgbClr val="374151"/>
                </a:solidFill>
                <a:effectLst/>
                <a:latin typeface="Söhne"/>
              </a:rPr>
              <a:t>behavior</a:t>
            </a:r>
            <a:r>
              <a:rPr lang="en-GB" b="0" i="0" dirty="0">
                <a:solidFill>
                  <a:srgbClr val="374151"/>
                </a:solidFill>
                <a:effectLst/>
                <a:latin typeface="Söhne"/>
              </a:rPr>
              <a:t> or interaction relative to the total number of interactions or sessions.</a:t>
            </a:r>
          </a:p>
          <a:p>
            <a:pPr algn="l"/>
            <a:r>
              <a:rPr lang="en-GB" b="0" i="0" dirty="0">
                <a:solidFill>
                  <a:srgbClr val="374151"/>
                </a:solidFill>
                <a:effectLst/>
                <a:latin typeface="Söhne"/>
              </a:rPr>
              <a:t>Let's consider an example:</a:t>
            </a:r>
          </a:p>
          <a:p>
            <a:pPr algn="l"/>
            <a:r>
              <a:rPr lang="en-GB" b="0" i="0" dirty="0">
                <a:solidFill>
                  <a:srgbClr val="374151"/>
                </a:solidFill>
                <a:effectLst/>
                <a:latin typeface="Söhne"/>
              </a:rPr>
              <a:t>Imagine you have a mobile app, and you're interested in understanding how frequently users engage with a particular feature, let's say a "Save" button. You collect data over a month, and during this time, users performed various interactions with your app.</a:t>
            </a:r>
          </a:p>
          <a:p>
            <a:pPr algn="l">
              <a:buFont typeface="Arial" panose="020B0604020202020204" pitchFamily="34" charset="0"/>
              <a:buChar char="•"/>
            </a:pPr>
            <a:r>
              <a:rPr lang="en-GB" b="0" i="0" dirty="0">
                <a:solidFill>
                  <a:srgbClr val="374151"/>
                </a:solidFill>
                <a:effectLst/>
                <a:latin typeface="Söhne"/>
              </a:rPr>
              <a:t>The "Save" button was clicked 500 times.</a:t>
            </a:r>
          </a:p>
          <a:p>
            <a:pPr algn="l">
              <a:buFont typeface="Arial" panose="020B0604020202020204" pitchFamily="34" charset="0"/>
              <a:buChar char="•"/>
            </a:pPr>
            <a:r>
              <a:rPr lang="en-GB" b="0" i="0" dirty="0">
                <a:solidFill>
                  <a:srgbClr val="374151"/>
                </a:solidFill>
                <a:effectLst/>
                <a:latin typeface="Söhne"/>
              </a:rPr>
              <a:t>The total number of interactions (clicks, swipes, etc.) across the app during this period was 10,000.</a:t>
            </a:r>
          </a:p>
          <a:p>
            <a:pPr algn="l"/>
            <a:r>
              <a:rPr lang="en-GB" b="0" i="0" dirty="0">
                <a:solidFill>
                  <a:srgbClr val="374151"/>
                </a:solidFill>
                <a:effectLst/>
                <a:latin typeface="Söhne"/>
              </a:rPr>
              <a:t>To calculate the relative frequency of the "Save" button clicks:</a:t>
            </a:r>
          </a:p>
          <a:p>
            <a:pPr algn="l"/>
            <a:r>
              <a:rPr lang="en-GB" b="0" i="0" dirty="0">
                <a:solidFill>
                  <a:srgbClr val="374151"/>
                </a:solidFill>
                <a:effectLst/>
                <a:latin typeface="Söhne"/>
              </a:rPr>
              <a:t>Relative Frequency = (Number of "Save" button clicks / Total number of interactions) * 100</a:t>
            </a:r>
          </a:p>
          <a:p>
            <a:pPr algn="l"/>
            <a:r>
              <a:rPr lang="en-GB" b="0" i="0" dirty="0">
                <a:solidFill>
                  <a:srgbClr val="374151"/>
                </a:solidFill>
                <a:effectLst/>
                <a:latin typeface="Söhne"/>
              </a:rPr>
              <a:t>Relative Frequency = (500 / 10,000) * 100 = 5%</a:t>
            </a:r>
          </a:p>
          <a:p>
            <a:pPr algn="l"/>
            <a:r>
              <a:rPr lang="en-GB" b="0" i="0" dirty="0">
                <a:solidFill>
                  <a:srgbClr val="374151"/>
                </a:solidFill>
                <a:effectLst/>
                <a:latin typeface="Söhne"/>
              </a:rPr>
              <a:t>So, in this example, the relative frequency of users clicking the "Save" button is 5%. This information can be valuable for UX designers and product managers to assess the importance of the "Save" feature and make informed decisions about its placement, design, or potential improvements based on user engagement patterns.</a:t>
            </a:r>
          </a:p>
          <a:p>
            <a:endParaRPr lang="en-GB" dirty="0"/>
          </a:p>
          <a:p>
            <a:endParaRPr lang="en-GB" dirty="0"/>
          </a:p>
          <a:p>
            <a:pPr algn="l"/>
            <a:r>
              <a:rPr lang="en-GB" b="0" i="0" dirty="0">
                <a:solidFill>
                  <a:srgbClr val="374151"/>
                </a:solidFill>
                <a:effectLst/>
                <a:latin typeface="Söhne"/>
              </a:rPr>
              <a:t>In UX research and analysis, </a:t>
            </a:r>
            <a:r>
              <a:rPr lang="en-GB" b="1" i="0" dirty="0">
                <a:solidFill>
                  <a:srgbClr val="374151"/>
                </a:solidFill>
                <a:effectLst/>
                <a:latin typeface="Söhne"/>
              </a:rPr>
              <a:t>cumulative frequency </a:t>
            </a:r>
            <a:r>
              <a:rPr lang="en-GB" b="0" i="0" dirty="0">
                <a:solidFill>
                  <a:srgbClr val="374151"/>
                </a:solidFill>
                <a:effectLst/>
                <a:latin typeface="Söhne"/>
              </a:rPr>
              <a:t>can be used to understand the distribution of a particular user </a:t>
            </a:r>
            <a:r>
              <a:rPr lang="en-GB" b="0" i="0" dirty="0" err="1">
                <a:solidFill>
                  <a:srgbClr val="374151"/>
                </a:solidFill>
                <a:effectLst/>
                <a:latin typeface="Söhne"/>
              </a:rPr>
              <a:t>behavior</a:t>
            </a:r>
            <a:r>
              <a:rPr lang="en-GB" b="0" i="0" dirty="0">
                <a:solidFill>
                  <a:srgbClr val="374151"/>
                </a:solidFill>
                <a:effectLst/>
                <a:latin typeface="Söhne"/>
              </a:rPr>
              <a:t> or interaction over time. Let's consider an example:</a:t>
            </a:r>
          </a:p>
          <a:p>
            <a:pPr algn="l"/>
            <a:r>
              <a:rPr lang="en-GB" b="0" i="0" dirty="0">
                <a:solidFill>
                  <a:srgbClr val="374151"/>
                </a:solidFill>
                <a:effectLst/>
                <a:latin typeface="Söhne"/>
              </a:rPr>
              <a:t>Imagine you're tracking the number of user sessions where users successfully complete a purchase on your e-commerce website. You collect data over a month, and you want to </a:t>
            </a:r>
            <a:r>
              <a:rPr lang="en-GB" b="0" i="0" dirty="0" err="1">
                <a:solidFill>
                  <a:srgbClr val="374151"/>
                </a:solidFill>
                <a:effectLst/>
                <a:latin typeface="Söhne"/>
              </a:rPr>
              <a:t>analyze</a:t>
            </a:r>
            <a:r>
              <a:rPr lang="en-GB" b="0" i="0" dirty="0">
                <a:solidFill>
                  <a:srgbClr val="374151"/>
                </a:solidFill>
                <a:effectLst/>
                <a:latin typeface="Söhne"/>
              </a:rPr>
              <a:t> how the cumulative frequency of successful purchases evolves.</a:t>
            </a:r>
          </a:p>
          <a:p>
            <a:pPr algn="l"/>
            <a:r>
              <a:rPr lang="en-GB" b="0" i="0" dirty="0">
                <a:solidFill>
                  <a:srgbClr val="374151"/>
                </a:solidFill>
                <a:effectLst/>
                <a:latin typeface="Söhne"/>
              </a:rPr>
              <a:t>Here's a simplified dataset:</a:t>
            </a:r>
          </a:p>
          <a:p>
            <a:pPr algn="l">
              <a:buFont typeface="Arial" panose="020B0604020202020204" pitchFamily="34" charset="0"/>
              <a:buChar char="•"/>
            </a:pPr>
            <a:r>
              <a:rPr lang="en-GB" b="0" i="0" dirty="0">
                <a:solidFill>
                  <a:srgbClr val="374151"/>
                </a:solidFill>
                <a:effectLst/>
                <a:latin typeface="Söhne"/>
              </a:rPr>
              <a:t>Day 1: 10 successful purchases</a:t>
            </a:r>
          </a:p>
          <a:p>
            <a:pPr algn="l">
              <a:buFont typeface="Arial" panose="020B0604020202020204" pitchFamily="34" charset="0"/>
              <a:buChar char="•"/>
            </a:pPr>
            <a:r>
              <a:rPr lang="en-GB" b="0" i="0" dirty="0">
                <a:solidFill>
                  <a:srgbClr val="374151"/>
                </a:solidFill>
                <a:effectLst/>
                <a:latin typeface="Söhne"/>
              </a:rPr>
              <a:t>Day 2: 15 successful purchases</a:t>
            </a:r>
          </a:p>
          <a:p>
            <a:pPr algn="l">
              <a:buFont typeface="Arial" panose="020B0604020202020204" pitchFamily="34" charset="0"/>
              <a:buChar char="•"/>
            </a:pPr>
            <a:r>
              <a:rPr lang="en-GB" b="0" i="0" dirty="0">
                <a:solidFill>
                  <a:srgbClr val="374151"/>
                </a:solidFill>
                <a:effectLst/>
                <a:latin typeface="Söhne"/>
              </a:rPr>
              <a:t>Day 3: 8 successful purchases</a:t>
            </a:r>
          </a:p>
          <a:p>
            <a:pPr algn="l">
              <a:buFont typeface="Arial" panose="020B0604020202020204" pitchFamily="34" charset="0"/>
              <a:buChar char="•"/>
            </a:pPr>
            <a:r>
              <a:rPr lang="en-GB" b="0" i="0" dirty="0">
                <a:solidFill>
                  <a:srgbClr val="374151"/>
                </a:solidFill>
                <a:effectLst/>
                <a:latin typeface="Söhne"/>
              </a:rPr>
              <a:t>Day 4: 12 successful purchases</a:t>
            </a:r>
          </a:p>
          <a:p>
            <a:pPr algn="l"/>
            <a:r>
              <a:rPr lang="en-GB" b="0" i="0" dirty="0">
                <a:solidFill>
                  <a:srgbClr val="374151"/>
                </a:solidFill>
                <a:effectLst/>
                <a:latin typeface="Söhne"/>
              </a:rPr>
              <a:t>To calculate the cumulative frequency:</a:t>
            </a:r>
          </a:p>
          <a:p>
            <a:pPr algn="l">
              <a:buFont typeface="+mj-lt"/>
              <a:buAutoNum type="arabicPeriod"/>
            </a:pPr>
            <a:r>
              <a:rPr lang="en-GB" b="0" i="0" dirty="0">
                <a:solidFill>
                  <a:srgbClr val="374151"/>
                </a:solidFill>
                <a:effectLst/>
                <a:latin typeface="Söhne"/>
              </a:rPr>
              <a:t>Day 1: 10 (cumulative)</a:t>
            </a:r>
          </a:p>
          <a:p>
            <a:pPr algn="l">
              <a:buFont typeface="+mj-lt"/>
              <a:buAutoNum type="arabicPeriod"/>
            </a:pPr>
            <a:r>
              <a:rPr lang="en-GB" b="0" i="0" dirty="0">
                <a:solidFill>
                  <a:srgbClr val="374151"/>
                </a:solidFill>
                <a:effectLst/>
                <a:latin typeface="Söhne"/>
              </a:rPr>
              <a:t>Day 2: 10 (previous cumulative) + 15 = 25</a:t>
            </a:r>
          </a:p>
          <a:p>
            <a:pPr algn="l">
              <a:buFont typeface="+mj-lt"/>
              <a:buAutoNum type="arabicPeriod"/>
            </a:pPr>
            <a:r>
              <a:rPr lang="en-GB" b="0" i="0" dirty="0">
                <a:solidFill>
                  <a:srgbClr val="374151"/>
                </a:solidFill>
                <a:effectLst/>
                <a:latin typeface="Söhne"/>
              </a:rPr>
              <a:t>Day 3: 25 (previous cumulative) + 8 = 33</a:t>
            </a:r>
          </a:p>
          <a:p>
            <a:pPr algn="l">
              <a:buFont typeface="+mj-lt"/>
              <a:buAutoNum type="arabicPeriod"/>
            </a:pPr>
            <a:r>
              <a:rPr lang="en-GB" b="0" i="0" dirty="0">
                <a:solidFill>
                  <a:srgbClr val="374151"/>
                </a:solidFill>
                <a:effectLst/>
                <a:latin typeface="Söhne"/>
              </a:rPr>
              <a:t>Day 4: 33 (previous cumulative) + 12 = 45</a:t>
            </a:r>
          </a:p>
          <a:p>
            <a:pPr algn="l"/>
            <a:r>
              <a:rPr lang="en-GB" b="0" i="0" dirty="0">
                <a:solidFill>
                  <a:srgbClr val="374151"/>
                </a:solidFill>
                <a:effectLst/>
                <a:latin typeface="Söhne"/>
              </a:rPr>
              <a:t>So, the cumulative frequency of successful purchases after each day would be:</a:t>
            </a:r>
          </a:p>
          <a:p>
            <a:pPr algn="l">
              <a:buFont typeface="Arial" panose="020B0604020202020204" pitchFamily="34" charset="0"/>
              <a:buChar char="•"/>
            </a:pPr>
            <a:r>
              <a:rPr lang="en-GB" b="0" i="0" dirty="0">
                <a:solidFill>
                  <a:srgbClr val="374151"/>
                </a:solidFill>
                <a:effectLst/>
                <a:latin typeface="Söhne"/>
              </a:rPr>
              <a:t>Day 1: 10</a:t>
            </a:r>
          </a:p>
          <a:p>
            <a:pPr algn="l">
              <a:buFont typeface="Arial" panose="020B0604020202020204" pitchFamily="34" charset="0"/>
              <a:buChar char="•"/>
            </a:pPr>
            <a:r>
              <a:rPr lang="en-GB" b="0" i="0" dirty="0">
                <a:solidFill>
                  <a:srgbClr val="374151"/>
                </a:solidFill>
                <a:effectLst/>
                <a:latin typeface="Söhne"/>
              </a:rPr>
              <a:t>Day 2: 25</a:t>
            </a:r>
          </a:p>
          <a:p>
            <a:pPr algn="l">
              <a:buFont typeface="Arial" panose="020B0604020202020204" pitchFamily="34" charset="0"/>
              <a:buChar char="•"/>
            </a:pPr>
            <a:r>
              <a:rPr lang="en-GB" b="0" i="0" dirty="0">
                <a:solidFill>
                  <a:srgbClr val="374151"/>
                </a:solidFill>
                <a:effectLst/>
                <a:latin typeface="Söhne"/>
              </a:rPr>
              <a:t>Day 3: 33</a:t>
            </a:r>
          </a:p>
          <a:p>
            <a:pPr algn="l">
              <a:buFont typeface="Arial" panose="020B0604020202020204" pitchFamily="34" charset="0"/>
              <a:buChar char="•"/>
            </a:pPr>
            <a:r>
              <a:rPr lang="en-GB" b="0" i="0" dirty="0">
                <a:solidFill>
                  <a:srgbClr val="374151"/>
                </a:solidFill>
                <a:effectLst/>
                <a:latin typeface="Söhne"/>
              </a:rPr>
              <a:t>Day 4: 45</a:t>
            </a:r>
          </a:p>
          <a:p>
            <a:pPr algn="l"/>
            <a:r>
              <a:rPr lang="en-GB" b="0" i="0" dirty="0">
                <a:solidFill>
                  <a:srgbClr val="374151"/>
                </a:solidFill>
                <a:effectLst/>
                <a:latin typeface="Söhne"/>
              </a:rPr>
              <a:t>This information helps you understand how the total number of successful purchases accumulates over time. In the context of UX, you might use this data to identify trends, patterns, or potential issues. For instance, if the cumulative frequency of successful purchases is not increasing as expected, it could indicate a usability problem or a barrier in the user journey that needs attention.</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7</a:t>
            </a:fld>
            <a:endParaRPr lang="en-US"/>
          </a:p>
        </p:txBody>
      </p:sp>
    </p:spTree>
    <p:extLst>
      <p:ext uri="{BB962C8B-B14F-4D97-AF65-F5344CB8AC3E}">
        <p14:creationId xmlns:p14="http://schemas.microsoft.com/office/powerpoint/2010/main" val="2168001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212529"/>
                </a:solidFill>
                <a:effectLst/>
                <a:latin typeface="Roboto" panose="02000000000000000000" pitchFamily="2" charset="0"/>
              </a:rPr>
              <a:t>Descriptive statistics</a:t>
            </a:r>
            <a:r>
              <a:rPr lang="en-GB" b="0" i="0" dirty="0">
                <a:solidFill>
                  <a:srgbClr val="212529"/>
                </a:solidFill>
                <a:effectLst/>
                <a:latin typeface="Roboto" panose="02000000000000000000" pitchFamily="2" charset="0"/>
              </a:rPr>
              <a:t> and </a:t>
            </a:r>
            <a:r>
              <a:rPr lang="en-GB" b="1" i="0" dirty="0">
                <a:solidFill>
                  <a:srgbClr val="212529"/>
                </a:solidFill>
                <a:effectLst/>
                <a:latin typeface="Roboto" panose="02000000000000000000" pitchFamily="2" charset="0"/>
              </a:rPr>
              <a:t>inferential statistics</a:t>
            </a:r>
            <a:r>
              <a:rPr lang="en-GB" b="0" i="0" dirty="0">
                <a:solidFill>
                  <a:srgbClr val="212529"/>
                </a:solidFill>
                <a:effectLst/>
                <a:latin typeface="Roboto" panose="02000000000000000000" pitchFamily="2" charset="0"/>
              </a:rPr>
              <a:t> are the two main areas of statistics. Descriptive statistics provides tools to describe a sample. Starting from the sample, inferential statistics can now be used to make a statement about the population.</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13</a:t>
            </a:fld>
            <a:endParaRPr lang="en-US"/>
          </a:p>
        </p:txBody>
      </p:sp>
    </p:spTree>
    <p:extLst>
      <p:ext uri="{BB962C8B-B14F-4D97-AF65-F5344CB8AC3E}">
        <p14:creationId xmlns:p14="http://schemas.microsoft.com/office/powerpoint/2010/main" val="791499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74151"/>
                </a:solidFill>
                <a:effectLst/>
                <a:latin typeface="Söhne"/>
              </a:rPr>
              <a:t>Sampling error is the difference between a sample statistic and the true population parameter it represents. It occurs because we collect data from a subset of the population (the sample) rather than from the entire population. Since a sample is only a portion of the population, the characteristics of the sample may not perfectly reflect the characteristics of the entire population.</a:t>
            </a:r>
          </a:p>
          <a:p>
            <a:pPr algn="l"/>
            <a:r>
              <a:rPr lang="en-GB" b="0" i="0" dirty="0">
                <a:solidFill>
                  <a:srgbClr val="374151"/>
                </a:solidFill>
                <a:effectLst/>
                <a:latin typeface="Söhne"/>
              </a:rPr>
              <a:t>There are various sources of sampling error, including:</a:t>
            </a:r>
          </a:p>
          <a:p>
            <a:pPr algn="l">
              <a:buFont typeface="+mj-lt"/>
              <a:buAutoNum type="arabicPeriod"/>
            </a:pPr>
            <a:r>
              <a:rPr lang="en-GB" b="1" i="0" dirty="0">
                <a:solidFill>
                  <a:srgbClr val="374151"/>
                </a:solidFill>
                <a:effectLst/>
                <a:latin typeface="Söhne"/>
              </a:rPr>
              <a:t>Random Sampling Variability:</a:t>
            </a:r>
            <a:r>
              <a:rPr lang="en-GB" b="0" i="0" dirty="0">
                <a:solidFill>
                  <a:srgbClr val="374151"/>
                </a:solidFill>
                <a:effectLst/>
                <a:latin typeface="Söhne"/>
              </a:rPr>
              <a:t> In a truly random sample, each member of the population has an equal chance of being included. Due to this random variability, different samples from the same population may yield different results.</a:t>
            </a:r>
          </a:p>
          <a:p>
            <a:pPr algn="l">
              <a:buFont typeface="+mj-lt"/>
              <a:buAutoNum type="arabicPeriod"/>
            </a:pPr>
            <a:r>
              <a:rPr lang="en-GB" b="1" i="0" dirty="0">
                <a:solidFill>
                  <a:srgbClr val="374151"/>
                </a:solidFill>
                <a:effectLst/>
                <a:latin typeface="Söhne"/>
              </a:rPr>
              <a:t>Sampling Bias:</a:t>
            </a:r>
            <a:r>
              <a:rPr lang="en-GB" b="0" i="0" dirty="0">
                <a:solidFill>
                  <a:srgbClr val="374151"/>
                </a:solidFill>
                <a:effectLst/>
                <a:latin typeface="Söhne"/>
              </a:rPr>
              <a:t> If the sample is not representative of the population, meaning it doesn't accurately reflect the characteristics of the entire population, sampling bias can occur. This can lead to systematic errors in the sample results.</a:t>
            </a:r>
          </a:p>
          <a:p>
            <a:pPr algn="l">
              <a:buFont typeface="+mj-lt"/>
              <a:buAutoNum type="arabicPeriod"/>
            </a:pPr>
            <a:r>
              <a:rPr lang="en-GB" b="1" i="0" dirty="0" err="1">
                <a:solidFill>
                  <a:srgbClr val="374151"/>
                </a:solidFill>
                <a:effectLst/>
                <a:latin typeface="Söhne"/>
              </a:rPr>
              <a:t>Undercoverage</a:t>
            </a:r>
            <a:r>
              <a:rPr lang="en-GB" b="1" i="0" dirty="0">
                <a:solidFill>
                  <a:srgbClr val="374151"/>
                </a:solidFill>
                <a:effectLst/>
                <a:latin typeface="Söhne"/>
              </a:rPr>
              <a:t>:</a:t>
            </a:r>
            <a:r>
              <a:rPr lang="en-GB" b="0" i="0" dirty="0">
                <a:solidFill>
                  <a:srgbClr val="374151"/>
                </a:solidFill>
                <a:effectLst/>
                <a:latin typeface="Söhne"/>
              </a:rPr>
              <a:t> When certain groups in the population are not included or are underrepresented in the sample, the sample may not accurately represent the entire population.</a:t>
            </a:r>
          </a:p>
          <a:p>
            <a:pPr algn="l">
              <a:buFont typeface="+mj-lt"/>
              <a:buAutoNum type="arabicPeriod"/>
            </a:pPr>
            <a:r>
              <a:rPr lang="en-GB" b="1" i="0" dirty="0">
                <a:solidFill>
                  <a:srgbClr val="374151"/>
                </a:solidFill>
                <a:effectLst/>
                <a:latin typeface="Söhne"/>
              </a:rPr>
              <a:t>Non-response Bias:</a:t>
            </a:r>
            <a:r>
              <a:rPr lang="en-GB" b="0" i="0" dirty="0">
                <a:solidFill>
                  <a:srgbClr val="374151"/>
                </a:solidFill>
                <a:effectLst/>
                <a:latin typeface="Söhne"/>
              </a:rPr>
              <a:t> If a subset of the selected sample does not respond to the survey or study, their absence can introduce bias if they differ systematically from those who do respond.</a:t>
            </a:r>
          </a:p>
          <a:p>
            <a:pPr algn="l"/>
            <a:r>
              <a:rPr lang="en-GB" b="0" i="0" dirty="0">
                <a:solidFill>
                  <a:srgbClr val="374151"/>
                </a:solidFill>
                <a:effectLst/>
                <a:latin typeface="Söhne"/>
              </a:rPr>
              <a:t>Reducing sampling error involves using appropriate sampling methods, ensuring randomness, and minimizing biases. It's important for researchers and statisticians to be aware of the potential sources of error and to report the margin of error when presenting findings based on samples. The margin of error is a measure of the sampling error and is often reported as a range around the estimated parameter.</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16</a:t>
            </a:fld>
            <a:endParaRPr lang="en-US"/>
          </a:p>
        </p:txBody>
      </p:sp>
    </p:spTree>
    <p:extLst>
      <p:ext uri="{BB962C8B-B14F-4D97-AF65-F5344CB8AC3E}">
        <p14:creationId xmlns:p14="http://schemas.microsoft.com/office/powerpoint/2010/main" val="2172578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17</a:t>
            </a:fld>
            <a:endParaRPr lang="en-US"/>
          </a:p>
        </p:txBody>
      </p:sp>
    </p:spTree>
    <p:extLst>
      <p:ext uri="{BB962C8B-B14F-4D97-AF65-F5344CB8AC3E}">
        <p14:creationId xmlns:p14="http://schemas.microsoft.com/office/powerpoint/2010/main" val="665377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means that I have to collect samples from all the population, which is not practical in reality</a:t>
            </a:r>
          </a:p>
        </p:txBody>
      </p:sp>
      <p:sp>
        <p:nvSpPr>
          <p:cNvPr id="4" name="Slide Number Placeholder 3"/>
          <p:cNvSpPr>
            <a:spLocks noGrp="1"/>
          </p:cNvSpPr>
          <p:nvPr>
            <p:ph type="sldNum" sz="quarter" idx="5"/>
          </p:nvPr>
        </p:nvSpPr>
        <p:spPr/>
        <p:txBody>
          <a:bodyPr/>
          <a:lstStyle/>
          <a:p>
            <a:fld id="{3B225748-449B-4E6E-B2FD-9A517E5C9785}" type="slidenum">
              <a:rPr lang="en-US" smtClean="0"/>
              <a:pPr/>
              <a:t>28</a:t>
            </a:fld>
            <a:endParaRPr lang="en-US"/>
          </a:p>
        </p:txBody>
      </p:sp>
    </p:spTree>
    <p:extLst>
      <p:ext uri="{BB962C8B-B14F-4D97-AF65-F5344CB8AC3E}">
        <p14:creationId xmlns:p14="http://schemas.microsoft.com/office/powerpoint/2010/main" val="4122210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dirty="0"/>
              <a:t>This means that I have to collect samples from all the population, which is not practical in reality</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29</a:t>
            </a:fld>
            <a:endParaRPr lang="en-US"/>
          </a:p>
        </p:txBody>
      </p:sp>
    </p:spTree>
    <p:extLst>
      <p:ext uri="{BB962C8B-B14F-4D97-AF65-F5344CB8AC3E}">
        <p14:creationId xmlns:p14="http://schemas.microsoft.com/office/powerpoint/2010/main" val="62692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dirty="0"/>
              <a:t>This means that I have to collect samples from all the population, which is not practical in reality</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30</a:t>
            </a:fld>
            <a:endParaRPr lang="en-US"/>
          </a:p>
        </p:txBody>
      </p:sp>
    </p:spTree>
    <p:extLst>
      <p:ext uri="{BB962C8B-B14F-4D97-AF65-F5344CB8AC3E}">
        <p14:creationId xmlns:p14="http://schemas.microsoft.com/office/powerpoint/2010/main" val="970334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apple-system"/>
              </a:rPr>
              <a:t>An experiment begins with a </a:t>
            </a:r>
            <a:r>
              <a:rPr lang="en-GB" b="1" i="0" dirty="0">
                <a:solidFill>
                  <a:srgbClr val="000000"/>
                </a:solidFill>
                <a:effectLst/>
                <a:latin typeface="-apple-system"/>
              </a:rPr>
              <a:t>null hypothesis</a:t>
            </a:r>
            <a:r>
              <a:rPr lang="en-GB" b="0" i="0" dirty="0">
                <a:solidFill>
                  <a:srgbClr val="000000"/>
                </a:solidFill>
                <a:effectLst/>
                <a:latin typeface="-apple-system"/>
              </a:rPr>
              <a:t>, which states that there is no relationship between the two phenomena for which data will be collected. If the </a:t>
            </a:r>
            <a:r>
              <a:rPr lang="en-GB" b="0" i="1" dirty="0">
                <a:solidFill>
                  <a:srgbClr val="000000"/>
                </a:solidFill>
                <a:effectLst/>
                <a:latin typeface="-apple-system"/>
              </a:rPr>
              <a:t>objective</a:t>
            </a:r>
            <a:r>
              <a:rPr lang="en-GB" b="0" i="0" dirty="0">
                <a:solidFill>
                  <a:srgbClr val="000000"/>
                </a:solidFill>
                <a:effectLst/>
                <a:latin typeface="-apple-system"/>
              </a:rPr>
              <a:t> of the experiment is to find or demonstrate some type of relationship or effect, the null hypothesis is tantamount to saying that the experiment will “fail.”</a:t>
            </a:r>
          </a:p>
          <a:p>
            <a:pPr algn="l"/>
            <a:r>
              <a:rPr lang="en-GB" b="0" i="0" dirty="0">
                <a:solidFill>
                  <a:srgbClr val="000000"/>
                </a:solidFill>
                <a:effectLst/>
                <a:latin typeface="-apple-system"/>
              </a:rPr>
              <a:t>Statistical significance is a mathematical criterion that we can use to decide whether we should accept or reject the null hypothesis.</a:t>
            </a:r>
          </a:p>
          <a:p>
            <a:pPr algn="l"/>
            <a:r>
              <a:rPr lang="en-GB" b="0" i="0" dirty="0">
                <a:solidFill>
                  <a:srgbClr val="000000"/>
                </a:solidFill>
                <a:effectLst/>
                <a:latin typeface="-apple-system"/>
              </a:rPr>
              <a:t>A result that is statistically significant based on a predetermined probability threshold indicates that we should reject the null hypothesis; in other words, something </a:t>
            </a:r>
            <a:r>
              <a:rPr lang="en-GB" b="0" i="1" dirty="0">
                <a:solidFill>
                  <a:srgbClr val="000000"/>
                </a:solidFill>
                <a:effectLst/>
                <a:latin typeface="-apple-system"/>
              </a:rPr>
              <a:t>did</a:t>
            </a:r>
            <a:r>
              <a:rPr lang="en-GB" b="0" i="0" dirty="0">
                <a:solidFill>
                  <a:srgbClr val="000000"/>
                </a:solidFill>
                <a:effectLst/>
                <a:latin typeface="-apple-system"/>
              </a:rPr>
              <a:t> happen—a relationship was observed, an effect was produced, an association exists—and therefore the experiment has revealed something that is potentially meaningful or interesting.</a:t>
            </a:r>
          </a:p>
          <a:p>
            <a:pPr algn="l"/>
            <a:r>
              <a:rPr lang="en-GB" b="0" i="0" dirty="0">
                <a:solidFill>
                  <a:srgbClr val="000000"/>
                </a:solidFill>
                <a:effectLst/>
                <a:latin typeface="-apple-system"/>
              </a:rPr>
              <a:t>Phenomena governed by random processes usually produce a </a:t>
            </a:r>
            <a:r>
              <a:rPr lang="en-GB" b="0" i="0" u="none" strike="noStrike" dirty="0">
                <a:solidFill>
                  <a:srgbClr val="F26B33"/>
                </a:solidFill>
                <a:effectLst/>
                <a:latin typeface="-apple-system"/>
                <a:hlinkClick r:id="rId3"/>
              </a:rPr>
              <a:t>normal distribution of values</a:t>
            </a:r>
            <a:r>
              <a:rPr lang="en-GB" b="0" i="0" dirty="0">
                <a:solidFill>
                  <a:srgbClr val="000000"/>
                </a:solidFill>
                <a:effectLst/>
                <a:latin typeface="-apple-system"/>
              </a:rPr>
              <a:t>. Thus, it is common practice to represent a conceptual null hypothesis as a Gaussian curve, meaning that this is the distribution of observations that we expect when one experimental variable is not affected by the other experimental variable.</a:t>
            </a:r>
          </a:p>
          <a:p>
            <a:pPr algn="l"/>
            <a:r>
              <a:rPr lang="en-GB" b="0" i="0" dirty="0">
                <a:solidFill>
                  <a:srgbClr val="000000"/>
                </a:solidFill>
                <a:effectLst/>
                <a:latin typeface="-apple-system"/>
              </a:rPr>
              <a:t> </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33</a:t>
            </a:fld>
            <a:endParaRPr lang="en-US"/>
          </a:p>
        </p:txBody>
      </p:sp>
    </p:spTree>
    <p:extLst>
      <p:ext uri="{BB962C8B-B14F-4D97-AF65-F5344CB8AC3E}">
        <p14:creationId xmlns:p14="http://schemas.microsoft.com/office/powerpoint/2010/main" val="2108085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apple-system"/>
              </a:rPr>
              <a:t>The null hypothesis often takes the form of a </a:t>
            </a:r>
            <a:r>
              <a:rPr lang="en-GB" b="0" i="0" u="none" strike="noStrike" dirty="0">
                <a:solidFill>
                  <a:srgbClr val="F26B33"/>
                </a:solidFill>
                <a:effectLst/>
                <a:latin typeface="-apple-system"/>
                <a:hlinkClick r:id="rId3"/>
              </a:rPr>
              <a:t>normal distribution</a:t>
            </a:r>
            <a:r>
              <a:rPr lang="en-GB" b="0" i="0" dirty="0">
                <a:solidFill>
                  <a:srgbClr val="000000"/>
                </a:solidFill>
                <a:effectLst/>
                <a:latin typeface="-apple-system"/>
              </a:rPr>
              <a:t>, because that’s the distribution of values produced by so many phenomena that are influenced in random or extremely complex ways. However, when we actually need to calculate a p-value and report statistical significance, we very frequently use the </a:t>
            </a:r>
            <a:r>
              <a:rPr lang="en-GB" b="1" i="0" dirty="0">
                <a:solidFill>
                  <a:srgbClr val="000000"/>
                </a:solidFill>
                <a:effectLst/>
                <a:latin typeface="-apple-system"/>
              </a:rPr>
              <a:t>t-distribution</a:t>
            </a:r>
            <a:r>
              <a:rPr lang="en-GB" b="0" i="0" dirty="0">
                <a:solidFill>
                  <a:srgbClr val="000000"/>
                </a:solidFill>
                <a:effectLst/>
                <a:latin typeface="-apple-system"/>
              </a:rPr>
              <a:t>.</a:t>
            </a:r>
          </a:p>
          <a:p>
            <a:pPr algn="l"/>
            <a:r>
              <a:rPr lang="en-GB" b="0" i="0" dirty="0">
                <a:solidFill>
                  <a:srgbClr val="000000"/>
                </a:solidFill>
                <a:effectLst/>
                <a:latin typeface="-apple-system"/>
              </a:rPr>
              <a:t>The t-distribution is similar to the normal distribution, and as sample size increases it gradually becomes identical to the normal distribution. The term “t-distribution” actually refers to a family of distribution curves, because the curve changes according to the experiment’s sample size.</a:t>
            </a:r>
          </a:p>
          <a:p>
            <a:pPr algn="l"/>
            <a:r>
              <a:rPr lang="en-GB" b="0" i="0" dirty="0">
                <a:solidFill>
                  <a:srgbClr val="000000"/>
                </a:solidFill>
                <a:effectLst/>
                <a:latin typeface="-apple-system"/>
              </a:rPr>
              <a:t>More specifically, the exact shape of a t-distribution is determined by a parameter called </a:t>
            </a:r>
            <a:r>
              <a:rPr lang="en-GB" b="1" i="0" dirty="0">
                <a:solidFill>
                  <a:srgbClr val="000000"/>
                </a:solidFill>
                <a:effectLst/>
                <a:latin typeface="-apple-system"/>
              </a:rPr>
              <a:t>degrees of freedom</a:t>
            </a:r>
            <a:r>
              <a:rPr lang="en-GB" b="0" i="0" dirty="0">
                <a:solidFill>
                  <a:srgbClr val="000000"/>
                </a:solidFill>
                <a:effectLst/>
                <a:latin typeface="-apple-system"/>
              </a:rPr>
              <a:t>, denoted by </a:t>
            </a:r>
            <a:r>
              <a:rPr lang="en-GB" b="0" i="0" dirty="0" err="1">
                <a:solidFill>
                  <a:srgbClr val="000000"/>
                </a:solidFill>
                <a:effectLst/>
                <a:latin typeface="MJXc-TeX-math-I"/>
              </a:rPr>
              <a:t>ν</a:t>
            </a:r>
            <a:r>
              <a:rPr lang="en-GB" b="0" i="0" dirty="0" err="1">
                <a:solidFill>
                  <a:srgbClr val="000000"/>
                </a:solidFill>
                <a:effectLst/>
                <a:latin typeface="-apple-system"/>
              </a:rPr>
              <a:t>ν</a:t>
            </a:r>
            <a:r>
              <a:rPr lang="en-GB" b="0" i="0" dirty="0">
                <a:solidFill>
                  <a:srgbClr val="000000"/>
                </a:solidFill>
                <a:effectLst/>
                <a:latin typeface="-apple-system"/>
              </a:rPr>
              <a:t> (this is the lowercase Greek letter nu, not Latin v). Degrees of freedom is equal to the sample size (denoted by n) minus one:</a:t>
            </a:r>
          </a:p>
          <a:p>
            <a:pPr algn="l"/>
            <a:r>
              <a:rPr lang="en-GB" b="0" i="0" dirty="0">
                <a:solidFill>
                  <a:srgbClr val="000000"/>
                </a:solidFill>
                <a:effectLst/>
                <a:latin typeface="-apple-system"/>
              </a:rPr>
              <a:t> </a:t>
            </a:r>
          </a:p>
          <a:p>
            <a:pPr algn="ctr"/>
            <a:r>
              <a:rPr lang="en-GB" b="0" i="0" dirty="0">
                <a:solidFill>
                  <a:srgbClr val="000000"/>
                </a:solidFill>
                <a:effectLst/>
                <a:latin typeface="MJXc-TeX-math-I"/>
              </a:rPr>
              <a:t>ν</a:t>
            </a:r>
            <a:r>
              <a:rPr lang="en-GB" b="0" i="0" dirty="0">
                <a:solidFill>
                  <a:srgbClr val="000000"/>
                </a:solidFill>
                <a:effectLst/>
                <a:latin typeface="MJXc-TeX-main-R"/>
              </a:rPr>
              <a:t>=</a:t>
            </a:r>
            <a:r>
              <a:rPr lang="en-GB" b="0" i="0" dirty="0">
                <a:solidFill>
                  <a:srgbClr val="000000"/>
                </a:solidFill>
                <a:effectLst/>
                <a:latin typeface="MJXc-TeX-math-I"/>
              </a:rPr>
              <a:t>n</a:t>
            </a:r>
            <a:r>
              <a:rPr lang="en-GB" b="0" i="0" dirty="0">
                <a:solidFill>
                  <a:srgbClr val="000000"/>
                </a:solidFill>
                <a:effectLst/>
                <a:latin typeface="MJXc-TeX-main-R"/>
              </a:rPr>
              <a:t>−1</a:t>
            </a:r>
            <a:r>
              <a:rPr lang="en-GB" b="0" i="0" dirty="0">
                <a:solidFill>
                  <a:srgbClr val="000000"/>
                </a:solidFill>
                <a:effectLst/>
                <a:latin typeface="-apple-system"/>
              </a:rPr>
              <a:t>ν=n−1</a:t>
            </a:r>
          </a:p>
          <a:p>
            <a:pPr algn="l"/>
            <a:r>
              <a:rPr lang="en-GB" b="0" i="0" dirty="0">
                <a:solidFill>
                  <a:srgbClr val="000000"/>
                </a:solidFill>
                <a:effectLst/>
                <a:latin typeface="-apple-system"/>
              </a:rPr>
              <a:t> </a:t>
            </a:r>
          </a:p>
          <a:p>
            <a:pPr algn="l"/>
            <a:r>
              <a:rPr lang="en-GB" b="0" i="0" dirty="0">
                <a:solidFill>
                  <a:srgbClr val="000000"/>
                </a:solidFill>
                <a:effectLst/>
                <a:latin typeface="-apple-system"/>
              </a:rPr>
              <a:t>The following plots show the t-distribution for different values of </a:t>
            </a:r>
            <a:r>
              <a:rPr lang="en-GB" b="0" i="0" dirty="0" err="1">
                <a:solidFill>
                  <a:srgbClr val="000000"/>
                </a:solidFill>
                <a:effectLst/>
                <a:latin typeface="MJXc-TeX-math-I"/>
              </a:rPr>
              <a:t>ν</a:t>
            </a:r>
            <a:r>
              <a:rPr lang="en-GB" b="0" i="0" dirty="0" err="1">
                <a:solidFill>
                  <a:srgbClr val="000000"/>
                </a:solidFill>
                <a:effectLst/>
                <a:latin typeface="-apple-system"/>
              </a:rPr>
              <a:t>ν</a:t>
            </a:r>
            <a:r>
              <a:rPr lang="en-GB" b="0" i="0" dirty="0">
                <a:solidFill>
                  <a:srgbClr val="000000"/>
                </a:solidFill>
                <a:effectLst/>
                <a:latin typeface="-apple-system"/>
              </a:rPr>
              <a:t>, with the normal distribution included for comparison.</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57</a:t>
            </a:fld>
            <a:endParaRPr lang="en-US"/>
          </a:p>
        </p:txBody>
      </p:sp>
    </p:spTree>
    <p:extLst>
      <p:ext uri="{BB962C8B-B14F-4D97-AF65-F5344CB8AC3E}">
        <p14:creationId xmlns:p14="http://schemas.microsoft.com/office/powerpoint/2010/main" val="2750025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000000"/>
                </a:solidFill>
                <a:effectLst/>
                <a:latin typeface="PT Serif" panose="020B0604020202020204" pitchFamily="18" charset="0"/>
              </a:rPr>
              <a:t>The Origin of the t-Distribution</a:t>
            </a:r>
          </a:p>
          <a:p>
            <a:pPr algn="l"/>
            <a:r>
              <a:rPr lang="en-GB" b="0" i="0" dirty="0">
                <a:solidFill>
                  <a:srgbClr val="000000"/>
                </a:solidFill>
                <a:effectLst/>
                <a:latin typeface="-apple-system"/>
              </a:rPr>
              <a:t>A concept that is closely related to statistical significance is the </a:t>
            </a:r>
            <a:r>
              <a:rPr lang="en-GB" b="1" i="0" dirty="0">
                <a:solidFill>
                  <a:srgbClr val="000000"/>
                </a:solidFill>
                <a:effectLst/>
                <a:latin typeface="-apple-system"/>
              </a:rPr>
              <a:t>confidence interval</a:t>
            </a:r>
            <a:r>
              <a:rPr lang="en-GB" b="0" i="0" dirty="0">
                <a:solidFill>
                  <a:srgbClr val="000000"/>
                </a:solidFill>
                <a:effectLst/>
                <a:latin typeface="-apple-system"/>
              </a:rPr>
              <a:t>. The following diagram illustrates the two-sided 95% confidence interval of a standard normal distribution.</a:t>
            </a:r>
          </a:p>
          <a:p>
            <a:pPr algn="l"/>
            <a:r>
              <a:rPr lang="en-GB" b="0" i="0" dirty="0">
                <a:solidFill>
                  <a:srgbClr val="000000"/>
                </a:solidFill>
                <a:effectLst/>
                <a:latin typeface="-apple-system"/>
              </a:rPr>
              <a:t> </a:t>
            </a:r>
          </a:p>
          <a:p>
            <a:pPr algn="ctr"/>
            <a:r>
              <a:rPr lang="en-GB" b="0" i="0" dirty="0">
                <a:solidFill>
                  <a:srgbClr val="000000"/>
                </a:solidFill>
                <a:effectLst/>
                <a:latin typeface="-apple-system"/>
              </a:rPr>
              <a:t>  </a:t>
            </a:r>
          </a:p>
          <a:p>
            <a:pPr algn="l"/>
            <a:r>
              <a:rPr lang="en-GB" b="0" i="0" dirty="0">
                <a:solidFill>
                  <a:srgbClr val="000000"/>
                </a:solidFill>
                <a:effectLst/>
                <a:latin typeface="-apple-system"/>
              </a:rPr>
              <a:t> </a:t>
            </a:r>
          </a:p>
          <a:p>
            <a:pPr algn="l"/>
            <a:r>
              <a:rPr lang="en-GB" b="0" i="0" dirty="0">
                <a:solidFill>
                  <a:srgbClr val="000000"/>
                </a:solidFill>
                <a:effectLst/>
                <a:latin typeface="-apple-system"/>
              </a:rPr>
              <a:t>If the mean of a sample—that is, the mean of the measurements that we gathered during an experiment—falls within this confidence interval, the observed values are not statistically significant at a significance level of 5%. The sample mean must fall </a:t>
            </a:r>
            <a:r>
              <a:rPr lang="en-GB" b="0" i="1" dirty="0">
                <a:solidFill>
                  <a:srgbClr val="000000"/>
                </a:solidFill>
                <a:effectLst/>
                <a:latin typeface="-apple-system"/>
              </a:rPr>
              <a:t>outside</a:t>
            </a:r>
            <a:r>
              <a:rPr lang="en-GB" b="0" i="0" dirty="0">
                <a:solidFill>
                  <a:srgbClr val="000000"/>
                </a:solidFill>
                <a:effectLst/>
                <a:latin typeface="-apple-system"/>
              </a:rPr>
              <a:t> of the confidence interval in order to justify rejection of the null hypothesis.</a:t>
            </a:r>
          </a:p>
          <a:p>
            <a:pPr algn="l"/>
            <a:r>
              <a:rPr lang="en-GB" b="0" i="0" dirty="0">
                <a:solidFill>
                  <a:srgbClr val="000000"/>
                </a:solidFill>
                <a:effectLst/>
                <a:latin typeface="-apple-system"/>
              </a:rPr>
              <a:t>The two values that define the confidence interval are called the </a:t>
            </a:r>
            <a:r>
              <a:rPr lang="en-GB" b="1" i="0" dirty="0">
                <a:solidFill>
                  <a:srgbClr val="000000"/>
                </a:solidFill>
                <a:effectLst/>
                <a:latin typeface="-apple-system"/>
              </a:rPr>
              <a:t>critical values</a:t>
            </a:r>
            <a:r>
              <a:rPr lang="en-GB" b="0" i="0" dirty="0">
                <a:solidFill>
                  <a:srgbClr val="000000"/>
                </a:solidFill>
                <a:effectLst/>
                <a:latin typeface="-apple-system"/>
              </a:rPr>
              <a:t>. In the case of a standard normal distribution, the critical values for a two-sided 95% confidence interval, which corresponds to a significance level of 5%, are –1.96 and +1.96. The critical values will change if we choose a different significance level.</a:t>
            </a:r>
          </a:p>
          <a:p>
            <a:pPr algn="l"/>
            <a:r>
              <a:rPr lang="en-GB" b="0" i="0" dirty="0">
                <a:solidFill>
                  <a:srgbClr val="000000"/>
                </a:solidFill>
                <a:effectLst/>
                <a:latin typeface="-apple-system"/>
              </a:rPr>
              <a:t>It turns out that when the sample size in an experiment is small, the confidence interval will be too narrow if we model the null hypothesis as a normal distribution. This means that some observed values could fall outside the interval and therefore suggest statistical significance when in reality the experimental result is not statistically significant.</a:t>
            </a:r>
          </a:p>
          <a:p>
            <a:pPr algn="l"/>
            <a:r>
              <a:rPr lang="en-GB" b="0" i="0" dirty="0">
                <a:solidFill>
                  <a:srgbClr val="000000"/>
                </a:solidFill>
                <a:effectLst/>
                <a:latin typeface="-apple-system"/>
              </a:rPr>
              <a:t>Why is the confidence interval too narrow when we use the normal distribution?</a:t>
            </a:r>
          </a:p>
          <a:p>
            <a:pPr algn="l"/>
            <a:r>
              <a:rPr lang="en-GB" b="0" i="0" dirty="0">
                <a:solidFill>
                  <a:srgbClr val="000000"/>
                </a:solidFill>
                <a:effectLst/>
                <a:latin typeface="-apple-system"/>
              </a:rPr>
              <a:t>A full explanation would be too long for this article, but the problem boils down to the fact that we do not know the standard deviation of the population and must use the standard deviation of the sample instead. The standard deviation of a very small sample seriously underestimates the actual standard deviation, and we use the t-distribution to compensate for this effect.</a:t>
            </a:r>
          </a:p>
          <a:p>
            <a:pPr algn="l"/>
            <a:r>
              <a:rPr lang="en-GB" b="0" i="0" dirty="0">
                <a:solidFill>
                  <a:srgbClr val="000000"/>
                </a:solidFill>
                <a:effectLst/>
                <a:latin typeface="-apple-system"/>
              </a:rPr>
              <a:t>As sample size increases, less compensation is required, and this is why the t-distribution more closely resembles the normal distribution when we have a larger sample size.</a:t>
            </a:r>
          </a:p>
          <a:p>
            <a:pPr algn="l"/>
            <a:r>
              <a:rPr lang="en-GB" b="0" i="0" dirty="0">
                <a:solidFill>
                  <a:srgbClr val="000000"/>
                </a:solidFill>
                <a:effectLst/>
                <a:latin typeface="-apple-system"/>
              </a:rPr>
              <a:t>As you can see in the following plot, the 95% confidence interval becomes wider when we use the t-distribution instead of the normal distribution.</a:t>
            </a:r>
          </a:p>
          <a:p>
            <a:pPr algn="ctr"/>
            <a:br>
              <a:rPr lang="en-GB" b="0" i="0" dirty="0">
                <a:solidFill>
                  <a:srgbClr val="000000"/>
                </a:solidFill>
                <a:effectLst/>
                <a:latin typeface="-apple-system"/>
              </a:rPr>
            </a:br>
            <a:endParaRPr lang="en-GB" b="0" i="0" dirty="0">
              <a:solidFill>
                <a:srgbClr val="000000"/>
              </a:solidFill>
              <a:effectLst/>
              <a:latin typeface="-apple-system"/>
            </a:endParaRPr>
          </a:p>
          <a:p>
            <a:pPr algn="l"/>
            <a:r>
              <a:rPr lang="en-GB" b="0" i="0" dirty="0">
                <a:solidFill>
                  <a:srgbClr val="000000"/>
                </a:solidFill>
                <a:effectLst/>
                <a:latin typeface="-apple-system"/>
              </a:rPr>
              <a:t> </a:t>
            </a:r>
          </a:p>
          <a:p>
            <a:pPr algn="l"/>
            <a:r>
              <a:rPr lang="en-GB" b="1" i="0" dirty="0">
                <a:solidFill>
                  <a:srgbClr val="000000"/>
                </a:solidFill>
                <a:effectLst/>
                <a:latin typeface="PT Serif" panose="020B0604020202020204" pitchFamily="18" charset="0"/>
              </a:rPr>
              <a:t>Conclusion</a:t>
            </a:r>
          </a:p>
          <a:p>
            <a:pPr algn="l"/>
            <a:r>
              <a:rPr lang="en-GB" b="0" i="0" dirty="0">
                <a:solidFill>
                  <a:srgbClr val="000000"/>
                </a:solidFill>
                <a:effectLst/>
                <a:latin typeface="-apple-system"/>
              </a:rPr>
              <a:t>At this point, our discussion of the t-distribution is still quite theoretical. I hope that it has been theoretical in a good way, but in any event, future articles will help you to understand how we convert some of this theory into practice.</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59</a:t>
            </a:fld>
            <a:endParaRPr lang="en-US"/>
          </a:p>
        </p:txBody>
      </p:sp>
    </p:spTree>
    <p:extLst>
      <p:ext uri="{BB962C8B-B14F-4D97-AF65-F5344CB8AC3E}">
        <p14:creationId xmlns:p14="http://schemas.microsoft.com/office/powerpoint/2010/main" val="1796242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75</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/75</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11/11/2024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/75</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4" name="Date Placeholder 13">
            <a:extLst>
              <a:ext uri="{FF2B5EF4-FFF2-40B4-BE49-F238E27FC236}">
                <a16:creationId xmlns:a16="http://schemas.microsoft.com/office/drawing/2014/main" id="{AA8FF242-D726-3939-959D-4C9E35DEC031}"/>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3" name="Date Placeholder 13">
            <a:extLst>
              <a:ext uri="{FF2B5EF4-FFF2-40B4-BE49-F238E27FC236}">
                <a16:creationId xmlns:a16="http://schemas.microsoft.com/office/drawing/2014/main" id="{C0330034-1A8C-D28B-77A9-1D72891F4FCA}"/>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/75</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/75</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/75</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/75</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customXml" Target="../ink/ink7.xml"/><Relationship Id="rId3" Type="http://schemas.openxmlformats.org/officeDocument/2006/relationships/image" Target="../media/image18.png"/><Relationship Id="rId7" Type="http://schemas.openxmlformats.org/officeDocument/2006/relationships/customXml" Target="../ink/ink4.xml"/><Relationship Id="rId12" Type="http://schemas.openxmlformats.org/officeDocument/2006/relationships/image" Target="../media/image180.png"/><Relationship Id="rId2" Type="http://schemas.openxmlformats.org/officeDocument/2006/relationships/notesSlide" Target="../notesSlides/notesSlide6.xml"/><Relationship Id="rId16"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customXml" Target="../ink/ink6.xml"/><Relationship Id="rId5" Type="http://schemas.openxmlformats.org/officeDocument/2006/relationships/customXml" Target="../ink/ink3.xml"/><Relationship Id="rId15" Type="http://schemas.openxmlformats.org/officeDocument/2006/relationships/customXml" Target="../ink/ink8.xml"/><Relationship Id="rId10" Type="http://schemas.openxmlformats.org/officeDocument/2006/relationships/image" Target="../media/image170.png"/><Relationship Id="rId4" Type="http://schemas.openxmlformats.org/officeDocument/2006/relationships/image" Target="../media/image19.png"/><Relationship Id="rId9" Type="http://schemas.openxmlformats.org/officeDocument/2006/relationships/customXml" Target="../ink/ink5.xml"/><Relationship Id="rId14" Type="http://schemas.openxmlformats.org/officeDocument/2006/relationships/image" Target="../media/image190.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ustomXml" Target="../ink/ink10.xml"/><Relationship Id="rId5" Type="http://schemas.openxmlformats.org/officeDocument/2006/relationships/image" Target="../media/image23.png"/><Relationship Id="rId4" Type="http://schemas.openxmlformats.org/officeDocument/2006/relationships/customXml" Target="../ink/ink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3" Type="http://schemas.openxmlformats.org/officeDocument/2006/relationships/image" Target="../media/image30.png"/><Relationship Id="rId18" Type="http://schemas.openxmlformats.org/officeDocument/2006/relationships/customXml" Target="../ink/ink19.xml"/><Relationship Id="rId26" Type="http://schemas.openxmlformats.org/officeDocument/2006/relationships/customXml" Target="../ink/ink23.xml"/><Relationship Id="rId21" Type="http://schemas.openxmlformats.org/officeDocument/2006/relationships/image" Target="../media/image34.png"/><Relationship Id="rId42" Type="http://schemas.openxmlformats.org/officeDocument/2006/relationships/image" Target="../media/image44.png"/><Relationship Id="rId47" Type="http://schemas.openxmlformats.org/officeDocument/2006/relationships/customXml" Target="../ink/ink29.xml"/><Relationship Id="rId50" Type="http://schemas.openxmlformats.org/officeDocument/2006/relationships/image" Target="../media/image41.png"/><Relationship Id="rId55" Type="http://schemas.openxmlformats.org/officeDocument/2006/relationships/customXml" Target="../ink/ink33.xml"/><Relationship Id="rId63" Type="http://schemas.openxmlformats.org/officeDocument/2006/relationships/customXml" Target="../ink/ink37.xml"/><Relationship Id="rId68" Type="http://schemas.openxmlformats.org/officeDocument/2006/relationships/image" Target="../media/image53.png"/><Relationship Id="rId7" Type="http://schemas.openxmlformats.org/officeDocument/2006/relationships/image" Target="../media/image27.png"/><Relationship Id="rId2" Type="http://schemas.openxmlformats.org/officeDocument/2006/relationships/customXml" Target="../ink/ink11.xml"/><Relationship Id="rId16" Type="http://schemas.openxmlformats.org/officeDocument/2006/relationships/customXml" Target="../ink/ink18.xml"/><Relationship Id="rId29" Type="http://schemas.openxmlformats.org/officeDocument/2006/relationships/image" Target="../media/image38.png"/><Relationship Id="rId11" Type="http://schemas.openxmlformats.org/officeDocument/2006/relationships/image" Target="../media/image29.png"/><Relationship Id="rId24" Type="http://schemas.openxmlformats.org/officeDocument/2006/relationships/customXml" Target="../ink/ink22.xml"/><Relationship Id="rId32" Type="http://schemas.openxmlformats.org/officeDocument/2006/relationships/hyperlink" Target="https://www.mathsisfun.com/data/standard-normal-distribution-table.html" TargetMode="External"/><Relationship Id="rId45" Type="http://schemas.openxmlformats.org/officeDocument/2006/relationships/customXml" Target="../ink/ink28.xml"/><Relationship Id="rId53" Type="http://schemas.openxmlformats.org/officeDocument/2006/relationships/customXml" Target="../ink/ink32.xml"/><Relationship Id="rId58" Type="http://schemas.openxmlformats.org/officeDocument/2006/relationships/image" Target="../media/image48.png"/><Relationship Id="rId66" Type="http://schemas.openxmlformats.org/officeDocument/2006/relationships/image" Target="../media/image52.png"/><Relationship Id="rId5" Type="http://schemas.openxmlformats.org/officeDocument/2006/relationships/image" Target="../media/image26.png"/><Relationship Id="rId61" Type="http://schemas.openxmlformats.org/officeDocument/2006/relationships/customXml" Target="../ink/ink36.xml"/><Relationship Id="rId19" Type="http://schemas.openxmlformats.org/officeDocument/2006/relationships/image" Target="../media/image33.png"/><Relationship Id="rId14" Type="http://schemas.openxmlformats.org/officeDocument/2006/relationships/customXml" Target="../ink/ink17.xml"/><Relationship Id="rId22" Type="http://schemas.openxmlformats.org/officeDocument/2006/relationships/customXml" Target="../ink/ink21.xml"/><Relationship Id="rId27" Type="http://schemas.openxmlformats.org/officeDocument/2006/relationships/image" Target="../media/image37.png"/><Relationship Id="rId30" Type="http://schemas.openxmlformats.org/officeDocument/2006/relationships/customXml" Target="../ink/ink25.xml"/><Relationship Id="rId43" Type="http://schemas.openxmlformats.org/officeDocument/2006/relationships/customXml" Target="../ink/ink27.xml"/><Relationship Id="rId48" Type="http://schemas.openxmlformats.org/officeDocument/2006/relationships/image" Target="../media/image40.png"/><Relationship Id="rId56" Type="http://schemas.openxmlformats.org/officeDocument/2006/relationships/image" Target="../media/image47.png"/><Relationship Id="rId64" Type="http://schemas.openxmlformats.org/officeDocument/2006/relationships/image" Target="../media/image51.png"/><Relationship Id="rId69" Type="http://schemas.openxmlformats.org/officeDocument/2006/relationships/customXml" Target="../ink/ink40.xml"/><Relationship Id="rId8" Type="http://schemas.openxmlformats.org/officeDocument/2006/relationships/customXml" Target="../ink/ink14.xml"/><Relationship Id="rId51" Type="http://schemas.openxmlformats.org/officeDocument/2006/relationships/customXml" Target="../ink/ink31.xml"/><Relationship Id="rId3" Type="http://schemas.openxmlformats.org/officeDocument/2006/relationships/image" Target="../media/image25.png"/><Relationship Id="rId12" Type="http://schemas.openxmlformats.org/officeDocument/2006/relationships/customXml" Target="../ink/ink16.xml"/><Relationship Id="rId17" Type="http://schemas.openxmlformats.org/officeDocument/2006/relationships/image" Target="../media/image32.png"/><Relationship Id="rId25" Type="http://schemas.openxmlformats.org/officeDocument/2006/relationships/image" Target="../media/image36.png"/><Relationship Id="rId33" Type="http://schemas.openxmlformats.org/officeDocument/2006/relationships/customXml" Target="../ink/ink26.xml"/><Relationship Id="rId46" Type="http://schemas.openxmlformats.org/officeDocument/2006/relationships/image" Target="../media/image46.png"/><Relationship Id="rId59" Type="http://schemas.openxmlformats.org/officeDocument/2006/relationships/customXml" Target="../ink/ink35.xml"/><Relationship Id="rId67" Type="http://schemas.openxmlformats.org/officeDocument/2006/relationships/customXml" Target="../ink/ink39.xml"/><Relationship Id="rId20" Type="http://schemas.openxmlformats.org/officeDocument/2006/relationships/customXml" Target="../ink/ink20.xml"/><Relationship Id="rId54" Type="http://schemas.openxmlformats.org/officeDocument/2006/relationships/image" Target="../media/image43.png"/><Relationship Id="rId62" Type="http://schemas.openxmlformats.org/officeDocument/2006/relationships/image" Target="../media/image50.png"/><Relationship Id="rId7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customXml" Target="../ink/ink13.xml"/><Relationship Id="rId15" Type="http://schemas.openxmlformats.org/officeDocument/2006/relationships/image" Target="../media/image31.png"/><Relationship Id="rId23" Type="http://schemas.openxmlformats.org/officeDocument/2006/relationships/image" Target="../media/image35.png"/><Relationship Id="rId28" Type="http://schemas.openxmlformats.org/officeDocument/2006/relationships/customXml" Target="../ink/ink24.xml"/><Relationship Id="rId49" Type="http://schemas.openxmlformats.org/officeDocument/2006/relationships/customXml" Target="../ink/ink30.xml"/><Relationship Id="rId57" Type="http://schemas.openxmlformats.org/officeDocument/2006/relationships/customXml" Target="../ink/ink34.xml"/><Relationship Id="rId10" Type="http://schemas.openxmlformats.org/officeDocument/2006/relationships/customXml" Target="../ink/ink15.xml"/><Relationship Id="rId31" Type="http://schemas.openxmlformats.org/officeDocument/2006/relationships/image" Target="../media/image39.png"/><Relationship Id="rId44" Type="http://schemas.openxmlformats.org/officeDocument/2006/relationships/image" Target="../media/image45.png"/><Relationship Id="rId52" Type="http://schemas.openxmlformats.org/officeDocument/2006/relationships/image" Target="../media/image42.png"/><Relationship Id="rId60" Type="http://schemas.openxmlformats.org/officeDocument/2006/relationships/image" Target="../media/image49.png"/><Relationship Id="rId65" Type="http://schemas.openxmlformats.org/officeDocument/2006/relationships/customXml" Target="../ink/ink38.xml"/><Relationship Id="rId4" Type="http://schemas.openxmlformats.org/officeDocument/2006/relationships/customXml" Target="../ink/ink12.xml"/><Relationship Id="rId9"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customXml" Target="../ink/ink46.xml"/><Relationship Id="rId18" Type="http://schemas.openxmlformats.org/officeDocument/2006/relationships/image" Target="../media/image63.png"/><Relationship Id="rId3" Type="http://schemas.openxmlformats.org/officeDocument/2006/relationships/customXml" Target="../ink/ink41.xml"/><Relationship Id="rId7" Type="http://schemas.openxmlformats.org/officeDocument/2006/relationships/customXml" Target="../ink/ink43.xml"/><Relationship Id="rId12" Type="http://schemas.openxmlformats.org/officeDocument/2006/relationships/image" Target="../media/image60.png"/><Relationship Id="rId17" Type="http://schemas.openxmlformats.org/officeDocument/2006/relationships/customXml" Target="../ink/ink48.xml"/><Relationship Id="rId2" Type="http://schemas.openxmlformats.org/officeDocument/2006/relationships/image" Target="../media/image23.jpeg"/><Relationship Id="rId16"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customXml" Target="../ink/ink45.xml"/><Relationship Id="rId5" Type="http://schemas.openxmlformats.org/officeDocument/2006/relationships/customXml" Target="../ink/ink42.xml"/><Relationship Id="rId15" Type="http://schemas.openxmlformats.org/officeDocument/2006/relationships/customXml" Target="../ink/ink47.xml"/><Relationship Id="rId10" Type="http://schemas.openxmlformats.org/officeDocument/2006/relationships/image" Target="../media/image59.png"/><Relationship Id="rId4" Type="http://schemas.openxmlformats.org/officeDocument/2006/relationships/image" Target="../media/image56.png"/><Relationship Id="rId9" Type="http://schemas.openxmlformats.org/officeDocument/2006/relationships/customXml" Target="../ink/ink44.xml"/><Relationship Id="rId14" Type="http://schemas.openxmlformats.org/officeDocument/2006/relationships/image" Target="../media/image61.png"/></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6" Type="http://schemas.openxmlformats.org/officeDocument/2006/relationships/customXml" Target="../ink/ink61.xml"/><Relationship Id="rId21" Type="http://schemas.openxmlformats.org/officeDocument/2006/relationships/image" Target="../media/image74.png"/><Relationship Id="rId42" Type="http://schemas.openxmlformats.org/officeDocument/2006/relationships/customXml" Target="../ink/ink69.xml"/><Relationship Id="rId47" Type="http://schemas.openxmlformats.org/officeDocument/2006/relationships/image" Target="../media/image87.png"/><Relationship Id="rId63" Type="http://schemas.openxmlformats.org/officeDocument/2006/relationships/image" Target="../media/image95.png"/><Relationship Id="rId68" Type="http://schemas.openxmlformats.org/officeDocument/2006/relationships/customXml" Target="../ink/ink82.xml"/><Relationship Id="rId16" Type="http://schemas.openxmlformats.org/officeDocument/2006/relationships/customXml" Target="../ink/ink56.xml"/><Relationship Id="rId11" Type="http://schemas.openxmlformats.org/officeDocument/2006/relationships/image" Target="../media/image69.png"/><Relationship Id="rId32" Type="http://schemas.openxmlformats.org/officeDocument/2006/relationships/customXml" Target="../ink/ink64.xml"/><Relationship Id="rId37" Type="http://schemas.openxmlformats.org/officeDocument/2006/relationships/image" Target="../media/image82.png"/><Relationship Id="rId53" Type="http://schemas.openxmlformats.org/officeDocument/2006/relationships/image" Target="../media/image90.png"/><Relationship Id="rId58" Type="http://schemas.openxmlformats.org/officeDocument/2006/relationships/customXml" Target="../ink/ink77.xml"/><Relationship Id="rId74" Type="http://schemas.openxmlformats.org/officeDocument/2006/relationships/customXml" Target="../ink/ink85.xml"/><Relationship Id="rId79" Type="http://schemas.openxmlformats.org/officeDocument/2006/relationships/image" Target="../media/image103.png"/><Relationship Id="rId5" Type="http://schemas.openxmlformats.org/officeDocument/2006/relationships/image" Target="../media/image66.png"/><Relationship Id="rId61" Type="http://schemas.openxmlformats.org/officeDocument/2006/relationships/image" Target="../media/image94.png"/><Relationship Id="rId82" Type="http://schemas.openxmlformats.org/officeDocument/2006/relationships/customXml" Target="../ink/ink89.xml"/><Relationship Id="rId19" Type="http://schemas.openxmlformats.org/officeDocument/2006/relationships/image" Target="../media/image73.png"/><Relationship Id="rId14" Type="http://schemas.openxmlformats.org/officeDocument/2006/relationships/customXml" Target="../ink/ink55.xml"/><Relationship Id="rId22" Type="http://schemas.openxmlformats.org/officeDocument/2006/relationships/customXml" Target="../ink/ink59.xml"/><Relationship Id="rId27" Type="http://schemas.openxmlformats.org/officeDocument/2006/relationships/image" Target="../media/image77.png"/><Relationship Id="rId30" Type="http://schemas.openxmlformats.org/officeDocument/2006/relationships/customXml" Target="../ink/ink63.xml"/><Relationship Id="rId35" Type="http://schemas.openxmlformats.org/officeDocument/2006/relationships/image" Target="../media/image81.png"/><Relationship Id="rId43" Type="http://schemas.openxmlformats.org/officeDocument/2006/relationships/image" Target="../media/image85.png"/><Relationship Id="rId48" Type="http://schemas.openxmlformats.org/officeDocument/2006/relationships/customXml" Target="../ink/ink72.xml"/><Relationship Id="rId56" Type="http://schemas.openxmlformats.org/officeDocument/2006/relationships/customXml" Target="../ink/ink76.xml"/><Relationship Id="rId64" Type="http://schemas.openxmlformats.org/officeDocument/2006/relationships/customXml" Target="../ink/ink80.xml"/><Relationship Id="rId69" Type="http://schemas.openxmlformats.org/officeDocument/2006/relationships/image" Target="../media/image98.png"/><Relationship Id="rId77" Type="http://schemas.openxmlformats.org/officeDocument/2006/relationships/image" Target="../media/image102.png"/><Relationship Id="rId8" Type="http://schemas.openxmlformats.org/officeDocument/2006/relationships/customXml" Target="../ink/ink52.xml"/><Relationship Id="rId51" Type="http://schemas.openxmlformats.org/officeDocument/2006/relationships/image" Target="../media/image89.png"/><Relationship Id="rId72" Type="http://schemas.openxmlformats.org/officeDocument/2006/relationships/customXml" Target="../ink/ink84.xml"/><Relationship Id="rId80" Type="http://schemas.openxmlformats.org/officeDocument/2006/relationships/customXml" Target="../ink/ink88.xml"/><Relationship Id="rId3" Type="http://schemas.openxmlformats.org/officeDocument/2006/relationships/image" Target="../media/image65.png"/><Relationship Id="rId12" Type="http://schemas.openxmlformats.org/officeDocument/2006/relationships/customXml" Target="../ink/ink54.xml"/><Relationship Id="rId17" Type="http://schemas.openxmlformats.org/officeDocument/2006/relationships/image" Target="../media/image72.png"/><Relationship Id="rId25" Type="http://schemas.openxmlformats.org/officeDocument/2006/relationships/image" Target="../media/image76.png"/><Relationship Id="rId33" Type="http://schemas.openxmlformats.org/officeDocument/2006/relationships/image" Target="../media/image80.png"/><Relationship Id="rId38" Type="http://schemas.openxmlformats.org/officeDocument/2006/relationships/customXml" Target="../ink/ink67.xml"/><Relationship Id="rId46" Type="http://schemas.openxmlformats.org/officeDocument/2006/relationships/customXml" Target="../ink/ink71.xml"/><Relationship Id="rId59" Type="http://schemas.openxmlformats.org/officeDocument/2006/relationships/image" Target="../media/image93.png"/><Relationship Id="rId67" Type="http://schemas.openxmlformats.org/officeDocument/2006/relationships/image" Target="../media/image97.png"/><Relationship Id="rId20" Type="http://schemas.openxmlformats.org/officeDocument/2006/relationships/customXml" Target="../ink/ink58.xml"/><Relationship Id="rId41" Type="http://schemas.openxmlformats.org/officeDocument/2006/relationships/image" Target="../media/image84.png"/><Relationship Id="rId54" Type="http://schemas.openxmlformats.org/officeDocument/2006/relationships/customXml" Target="../ink/ink75.xml"/><Relationship Id="rId62" Type="http://schemas.openxmlformats.org/officeDocument/2006/relationships/customXml" Target="../ink/ink79.xml"/><Relationship Id="rId70" Type="http://schemas.openxmlformats.org/officeDocument/2006/relationships/customXml" Target="../ink/ink83.xml"/><Relationship Id="rId75" Type="http://schemas.openxmlformats.org/officeDocument/2006/relationships/image" Target="../media/image101.png"/><Relationship Id="rId83"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customXml" Target="../ink/ink51.xml"/><Relationship Id="rId15" Type="http://schemas.openxmlformats.org/officeDocument/2006/relationships/image" Target="../media/image71.png"/><Relationship Id="rId23" Type="http://schemas.openxmlformats.org/officeDocument/2006/relationships/image" Target="../media/image75.png"/><Relationship Id="rId28" Type="http://schemas.openxmlformats.org/officeDocument/2006/relationships/customXml" Target="../ink/ink62.xml"/><Relationship Id="rId36" Type="http://schemas.openxmlformats.org/officeDocument/2006/relationships/customXml" Target="../ink/ink66.xml"/><Relationship Id="rId49" Type="http://schemas.openxmlformats.org/officeDocument/2006/relationships/image" Target="../media/image88.png"/><Relationship Id="rId57" Type="http://schemas.openxmlformats.org/officeDocument/2006/relationships/image" Target="../media/image92.png"/><Relationship Id="rId10" Type="http://schemas.openxmlformats.org/officeDocument/2006/relationships/customXml" Target="../ink/ink53.xml"/><Relationship Id="rId31" Type="http://schemas.openxmlformats.org/officeDocument/2006/relationships/image" Target="../media/image79.png"/><Relationship Id="rId44" Type="http://schemas.openxmlformats.org/officeDocument/2006/relationships/customXml" Target="../ink/ink70.xml"/><Relationship Id="rId52" Type="http://schemas.openxmlformats.org/officeDocument/2006/relationships/customXml" Target="../ink/ink74.xml"/><Relationship Id="rId60" Type="http://schemas.openxmlformats.org/officeDocument/2006/relationships/customXml" Target="../ink/ink78.xml"/><Relationship Id="rId65" Type="http://schemas.openxmlformats.org/officeDocument/2006/relationships/image" Target="../media/image96.png"/><Relationship Id="rId73" Type="http://schemas.openxmlformats.org/officeDocument/2006/relationships/image" Target="../media/image100.png"/><Relationship Id="rId78" Type="http://schemas.openxmlformats.org/officeDocument/2006/relationships/customXml" Target="../ink/ink87.xml"/><Relationship Id="rId81" Type="http://schemas.openxmlformats.org/officeDocument/2006/relationships/image" Target="../media/image104.png"/><Relationship Id="rId4" Type="http://schemas.openxmlformats.org/officeDocument/2006/relationships/customXml" Target="../ink/ink50.xml"/><Relationship Id="rId9" Type="http://schemas.openxmlformats.org/officeDocument/2006/relationships/image" Target="../media/image68.png"/><Relationship Id="rId13" Type="http://schemas.openxmlformats.org/officeDocument/2006/relationships/image" Target="../media/image70.png"/><Relationship Id="rId18" Type="http://schemas.openxmlformats.org/officeDocument/2006/relationships/customXml" Target="../ink/ink57.xml"/><Relationship Id="rId39" Type="http://schemas.openxmlformats.org/officeDocument/2006/relationships/image" Target="../media/image83.png"/><Relationship Id="rId34" Type="http://schemas.openxmlformats.org/officeDocument/2006/relationships/customXml" Target="../ink/ink65.xml"/><Relationship Id="rId50" Type="http://schemas.openxmlformats.org/officeDocument/2006/relationships/customXml" Target="../ink/ink73.xml"/><Relationship Id="rId55" Type="http://schemas.openxmlformats.org/officeDocument/2006/relationships/image" Target="../media/image91.png"/><Relationship Id="rId76" Type="http://schemas.openxmlformats.org/officeDocument/2006/relationships/customXml" Target="../ink/ink86.xml"/><Relationship Id="rId7" Type="http://schemas.openxmlformats.org/officeDocument/2006/relationships/image" Target="../media/image67.png"/><Relationship Id="rId71" Type="http://schemas.openxmlformats.org/officeDocument/2006/relationships/image" Target="../media/image99.png"/><Relationship Id="rId2" Type="http://schemas.openxmlformats.org/officeDocument/2006/relationships/customXml" Target="../ink/ink49.xml"/><Relationship Id="rId29" Type="http://schemas.openxmlformats.org/officeDocument/2006/relationships/image" Target="../media/image78.png"/><Relationship Id="rId24" Type="http://schemas.openxmlformats.org/officeDocument/2006/relationships/customXml" Target="../ink/ink60.xml"/><Relationship Id="rId40" Type="http://schemas.openxmlformats.org/officeDocument/2006/relationships/customXml" Target="../ink/ink68.xml"/><Relationship Id="rId45" Type="http://schemas.openxmlformats.org/officeDocument/2006/relationships/image" Target="../media/image86.png"/><Relationship Id="rId66" Type="http://schemas.openxmlformats.org/officeDocument/2006/relationships/customXml" Target="../ink/ink8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hyperlink" Target="https://www.scribbr.com/methodology/hypothesis/" TargetMode="External"/><Relationship Id="rId3" Type="http://schemas.openxmlformats.org/officeDocument/2006/relationships/diagramLayout" Target="../diagrams/layout1.xml"/><Relationship Id="rId7" Type="http://schemas.openxmlformats.org/officeDocument/2006/relationships/hyperlink" Target="https://www.scribbr.com/?cat_ID=34372" TargetMode="Externa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64.png"/><Relationship Id="rId4" Type="http://schemas.openxmlformats.org/officeDocument/2006/relationships/diagramQuickStyle" Target="../diagrams/quickStyle1.xml"/><Relationship Id="rId9" Type="http://schemas.openxmlformats.org/officeDocument/2006/relationships/hyperlink" Target="https://youtu.be/p0W1oKPP6eQ"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customXml" Target="../ink/ink90.xml"/><Relationship Id="rId1" Type="http://schemas.openxmlformats.org/officeDocument/2006/relationships/slideLayout" Target="../slideLayouts/slideLayout2.xml"/><Relationship Id="rId5" Type="http://schemas.openxmlformats.org/officeDocument/2006/relationships/image" Target="../media/image670.png"/><Relationship Id="rId4" Type="http://schemas.openxmlformats.org/officeDocument/2006/relationships/customXml" Target="../ink/ink91.xml"/></Relationships>
</file>

<file path=ppt/slides/_rels/slide45.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customXml" Target="../ink/ink92.xml"/><Relationship Id="rId1" Type="http://schemas.openxmlformats.org/officeDocument/2006/relationships/slideLayout" Target="../slideLayouts/slideLayout2.xml"/><Relationship Id="rId5" Type="http://schemas.openxmlformats.org/officeDocument/2006/relationships/image" Target="../media/image690.png"/><Relationship Id="rId4" Type="http://schemas.openxmlformats.org/officeDocument/2006/relationships/customXml" Target="../ink/ink93.xml"/></Relationships>
</file>

<file path=ppt/slides/_rels/slide4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customXml" Target="../ink/ink9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6.xml.rels><?xml version="1.0" encoding="UTF-8" standalone="yes"?>
<Relationships xmlns="http://schemas.openxmlformats.org/package/2006/relationships"><Relationship Id="rId7" Type="http://schemas.openxmlformats.org/officeDocument/2006/relationships/image" Target="../media/image740.png"/><Relationship Id="rId2" Type="http://schemas.openxmlformats.org/officeDocument/2006/relationships/customXml" Target="../ink/ink95.xml"/><Relationship Id="rId1" Type="http://schemas.openxmlformats.org/officeDocument/2006/relationships/slideLayout" Target="../slideLayouts/slideLayout3.xml"/><Relationship Id="rId6" Type="http://schemas.openxmlformats.org/officeDocument/2006/relationships/customXml" Target="../ink/ink96.xml"/><Relationship Id="rId5" Type="http://schemas.openxmlformats.org/officeDocument/2006/relationships/image" Target="../media/image100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jpeg"/><Relationship Id="rId1" Type="http://schemas.openxmlformats.org/officeDocument/2006/relationships/slideLayout" Target="../slideLayouts/slideLayout2.xml"/><Relationship Id="rId5" Type="http://schemas.openxmlformats.org/officeDocument/2006/relationships/image" Target="../media/image112.jpeg"/><Relationship Id="rId4" Type="http://schemas.openxmlformats.org/officeDocument/2006/relationships/image" Target="../media/image111.jpeg"/></Relationships>
</file>

<file path=ppt/slides/_rels/slide59.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63.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customXml" Target="../ink/ink97.xml"/><Relationship Id="rId7" Type="http://schemas.openxmlformats.org/officeDocument/2006/relationships/customXml" Target="../ink/ink99.xml"/><Relationship Id="rId2" Type="http://schemas.openxmlformats.org/officeDocument/2006/relationships/image" Target="../media/image117.jpe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customXml" Target="../ink/ink98.xml"/><Relationship Id="rId10" Type="http://schemas.openxmlformats.org/officeDocument/2006/relationships/image" Target="../media/image250.png"/><Relationship Id="rId4" Type="http://schemas.openxmlformats.org/officeDocument/2006/relationships/image" Target="../media/image220.png"/><Relationship Id="rId9" Type="http://schemas.openxmlformats.org/officeDocument/2006/relationships/customXml" Target="../ink/ink10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5" Type="http://schemas.openxmlformats.org/officeDocument/2006/relationships/customXml" Target="../ink/ink101.xml"/><Relationship Id="rId4" Type="http://schemas.openxmlformats.org/officeDocument/2006/relationships/image" Target="../media/image116.png"/></Relationships>
</file>

<file path=ppt/slides/_rels/slide6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67.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hyperlink" Target="https://vitalflux.com/wp-content/uploads/2022/01/z-test-vs-t-test.jpg"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hyperlink" Target="https://www.scribbr.com/statistics/central-limit-theorem/" TargetMode="External"/><Relationship Id="rId3" Type="http://schemas.openxmlformats.org/officeDocument/2006/relationships/hyperlink" Target="https://www.scribbr.com/statistics/frequency-distributions/" TargetMode="External"/><Relationship Id="rId7" Type="http://schemas.openxmlformats.org/officeDocument/2006/relationships/hyperlink" Target="https://www.scribbr.com/statistics/inferential-statistics/" TargetMode="External"/><Relationship Id="rId12" Type="http://schemas.openxmlformats.org/officeDocument/2006/relationships/hyperlink" Target="https://www.gigacalculator.com/articles/p-value-definition-and-interpretation-in-statistics/#pmeanin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scribbr.com/statistics/standard-normal-distribution/" TargetMode="External"/><Relationship Id="rId11" Type="http://schemas.openxmlformats.org/officeDocument/2006/relationships/hyperlink" Target="https://www.scribbr.com/statistics/t-test/" TargetMode="External"/><Relationship Id="rId5" Type="http://schemas.openxmlformats.org/officeDocument/2006/relationships/hyperlink" Target="https://www.scribbr.com/statistics/normal-distribution/" TargetMode="External"/><Relationship Id="rId10" Type="http://schemas.openxmlformats.org/officeDocument/2006/relationships/hyperlink" Target="https://www.scribbr.com/statistics/hypothesis-testing/" TargetMode="External"/><Relationship Id="rId4" Type="http://schemas.openxmlformats.org/officeDocument/2006/relationships/hyperlink" Target="https://www.scribbr.com/statistics/probability-distributions/" TargetMode="External"/><Relationship Id="rId9" Type="http://schemas.openxmlformats.org/officeDocument/2006/relationships/hyperlink" Target="https://www.scribbr.com/statistics/confidence-interv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Hypothesis Testing Process</a:t>
            </a:r>
            <a:br>
              <a:rPr lang="en-US" dirty="0"/>
            </a:br>
            <a:r>
              <a:rPr lang="en-US" dirty="0"/>
              <a:t>Parametric tests</a:t>
            </a:r>
            <a:endParaRPr lang="en-GB" dirty="0"/>
          </a:p>
        </p:txBody>
      </p:sp>
      <p:sp>
        <p:nvSpPr>
          <p:cNvPr id="3" name="Subtitle 2"/>
          <p:cNvSpPr>
            <a:spLocks noGrp="1"/>
          </p:cNvSpPr>
          <p:nvPr>
            <p:ph type="subTitle" idx="1"/>
          </p:nvPr>
        </p:nvSpPr>
        <p:spPr/>
        <p:txBody>
          <a:bodyPr>
            <a:normAutofit/>
          </a:bodyPr>
          <a:lstStyle/>
          <a:p>
            <a:r>
              <a:rPr lang="en-GB" dirty="0"/>
              <a:t>Week 8</a:t>
            </a:r>
          </a:p>
        </p:txBody>
      </p:sp>
      <p:sp>
        <p:nvSpPr>
          <p:cNvPr id="7" name="Date Placeholder 6">
            <a:extLst>
              <a:ext uri="{FF2B5EF4-FFF2-40B4-BE49-F238E27FC236}">
                <a16:creationId xmlns:a16="http://schemas.microsoft.com/office/drawing/2014/main" id="{1D70950B-87AA-9B52-E4CF-5531D1199734}"/>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53788EC4-81DC-B9BE-01D5-9E7325923069}"/>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2AC6BF01-7418-2AC7-A0CF-3353AF699325}"/>
              </a:ext>
            </a:extLst>
          </p:cNvPr>
          <p:cNvSpPr>
            <a:spLocks noGrp="1"/>
          </p:cNvSpPr>
          <p:nvPr>
            <p:ph type="sldNum" sz="quarter" idx="12"/>
          </p:nvPr>
        </p:nvSpPr>
        <p:spPr/>
        <p:txBody>
          <a:bodyPr/>
          <a:lstStyle/>
          <a:p>
            <a:fld id="{C060DF7E-57CF-4468-B64C-3049F1FBC5EB}" type="slidenum">
              <a:rPr lang="en-US" smtClean="0"/>
              <a:pPr/>
              <a:t>1</a:t>
            </a:fld>
            <a:r>
              <a:rPr lang="en-GB"/>
              <a:t>/75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a:xfrm>
            <a:off x="612648" y="1600200"/>
            <a:ext cx="8153400" cy="4781128"/>
          </a:xfrm>
        </p:spPr>
        <p:txBody>
          <a:bodyPr>
            <a:normAutofit fontScale="70000" lnSpcReduction="20000"/>
          </a:bodyPr>
          <a:lstStyle/>
          <a:p>
            <a:pPr>
              <a:lnSpc>
                <a:spcPct val="110000"/>
              </a:lnSpc>
              <a:spcBef>
                <a:spcPts val="600"/>
              </a:spcBef>
              <a:spcAft>
                <a:spcPts val="600"/>
              </a:spcAft>
            </a:pPr>
            <a:r>
              <a:rPr lang="en-GB" sz="2800" dirty="0">
                <a:solidFill>
                  <a:schemeClr val="tx2">
                    <a:lumMod val="50000"/>
                  </a:schemeClr>
                </a:solidFill>
              </a:rPr>
              <a:t>In Week 7</a:t>
            </a:r>
          </a:p>
          <a:p>
            <a:pPr lvl="1">
              <a:lnSpc>
                <a:spcPct val="110000"/>
              </a:lnSpc>
              <a:spcBef>
                <a:spcPts val="600"/>
              </a:spcBef>
              <a:spcAft>
                <a:spcPts val="600"/>
              </a:spcAft>
            </a:pPr>
            <a:r>
              <a:rPr lang="en-GB" sz="2100" dirty="0"/>
              <a:t>Basic concepts of statistical analysis</a:t>
            </a:r>
          </a:p>
          <a:p>
            <a:pPr lvl="1">
              <a:lnSpc>
                <a:spcPct val="110000"/>
              </a:lnSpc>
              <a:spcBef>
                <a:spcPts val="600"/>
              </a:spcBef>
              <a:spcAft>
                <a:spcPts val="600"/>
              </a:spcAft>
            </a:pPr>
            <a:r>
              <a:rPr lang="en-GB" sz="2100" dirty="0"/>
              <a:t>Preparing data for analysis</a:t>
            </a:r>
          </a:p>
          <a:p>
            <a:pPr lvl="1">
              <a:lnSpc>
                <a:spcPct val="110000"/>
              </a:lnSpc>
              <a:spcBef>
                <a:spcPts val="600"/>
              </a:spcBef>
              <a:spcAft>
                <a:spcPts val="600"/>
              </a:spcAft>
            </a:pPr>
            <a:r>
              <a:rPr lang="en-GB" sz="2100" dirty="0"/>
              <a:t>Descriptive statistics</a:t>
            </a:r>
            <a:endParaRPr lang="el-GR" sz="2100" dirty="0"/>
          </a:p>
          <a:p>
            <a:pPr lvl="2">
              <a:lnSpc>
                <a:spcPct val="110000"/>
              </a:lnSpc>
              <a:spcBef>
                <a:spcPts val="600"/>
              </a:spcBef>
              <a:spcAft>
                <a:spcPts val="600"/>
              </a:spcAft>
            </a:pPr>
            <a:r>
              <a:rPr lang="en-GB" sz="1800" dirty="0"/>
              <a:t>Measures of central tendency</a:t>
            </a:r>
          </a:p>
          <a:p>
            <a:pPr lvl="2">
              <a:lnSpc>
                <a:spcPct val="110000"/>
              </a:lnSpc>
              <a:spcBef>
                <a:spcPts val="600"/>
              </a:spcBef>
              <a:spcAft>
                <a:spcPts val="600"/>
              </a:spcAft>
            </a:pPr>
            <a:r>
              <a:rPr lang="en-GB" sz="1800" dirty="0"/>
              <a:t>Measures of variability</a:t>
            </a:r>
          </a:p>
          <a:p>
            <a:pPr lvl="1">
              <a:lnSpc>
                <a:spcPct val="110000"/>
              </a:lnSpc>
              <a:spcBef>
                <a:spcPts val="600"/>
              </a:spcBef>
              <a:spcAft>
                <a:spcPts val="600"/>
              </a:spcAft>
            </a:pPr>
            <a:r>
              <a:rPr lang="en-GB" sz="2100"/>
              <a:t>Graphs</a:t>
            </a:r>
          </a:p>
          <a:p>
            <a:pPr>
              <a:lnSpc>
                <a:spcPct val="110000"/>
              </a:lnSpc>
              <a:spcBef>
                <a:spcPts val="600"/>
              </a:spcBef>
              <a:spcAft>
                <a:spcPts val="600"/>
              </a:spcAft>
            </a:pPr>
            <a:r>
              <a:rPr lang="en-GB" sz="2800">
                <a:solidFill>
                  <a:schemeClr val="tx2">
                    <a:lumMod val="50000"/>
                  </a:schemeClr>
                </a:solidFill>
              </a:rPr>
              <a:t>This </a:t>
            </a:r>
            <a:r>
              <a:rPr lang="en-GB" sz="2800" dirty="0">
                <a:solidFill>
                  <a:schemeClr val="tx2">
                    <a:lumMod val="50000"/>
                  </a:schemeClr>
                </a:solidFill>
              </a:rPr>
              <a:t>week</a:t>
            </a:r>
          </a:p>
          <a:p>
            <a:pPr marL="623888" lvl="1" indent="-268288">
              <a:lnSpc>
                <a:spcPct val="110000"/>
              </a:lnSpc>
              <a:spcBef>
                <a:spcPts val="600"/>
              </a:spcBef>
              <a:spcAft>
                <a:spcPts val="600"/>
              </a:spcAft>
            </a:pPr>
            <a:r>
              <a:rPr lang="en-GB" sz="2100" dirty="0">
                <a:solidFill>
                  <a:schemeClr val="tx2">
                    <a:lumMod val="50000"/>
                  </a:schemeClr>
                </a:solidFill>
              </a:rPr>
              <a:t>Inferential statistics</a:t>
            </a:r>
          </a:p>
          <a:p>
            <a:pPr marL="623888" lvl="1" indent="-268288">
              <a:lnSpc>
                <a:spcPct val="110000"/>
              </a:lnSpc>
              <a:spcBef>
                <a:spcPts val="600"/>
              </a:spcBef>
              <a:spcAft>
                <a:spcPts val="600"/>
              </a:spcAft>
            </a:pPr>
            <a:r>
              <a:rPr lang="en-GB" sz="2100" dirty="0">
                <a:solidFill>
                  <a:schemeClr val="tx2">
                    <a:lumMod val="50000"/>
                  </a:schemeClr>
                </a:solidFill>
              </a:rPr>
              <a:t>Comparing means</a:t>
            </a:r>
          </a:p>
          <a:p>
            <a:pPr marL="623888" lvl="1" indent="-268288">
              <a:lnSpc>
                <a:spcPct val="110000"/>
              </a:lnSpc>
              <a:spcBef>
                <a:spcPts val="600"/>
              </a:spcBef>
              <a:spcAft>
                <a:spcPts val="600"/>
              </a:spcAft>
            </a:pPr>
            <a:r>
              <a:rPr lang="en-GB" sz="2100" dirty="0">
                <a:solidFill>
                  <a:schemeClr val="tx2">
                    <a:lumMod val="50000"/>
                  </a:schemeClr>
                </a:solidFill>
              </a:rPr>
              <a:t>Hypothesis testing process</a:t>
            </a:r>
          </a:p>
          <a:p>
            <a:pPr marL="623888" lvl="1" indent="-268288">
              <a:lnSpc>
                <a:spcPct val="110000"/>
              </a:lnSpc>
              <a:spcBef>
                <a:spcPts val="600"/>
              </a:spcBef>
              <a:spcAft>
                <a:spcPts val="600"/>
              </a:spcAft>
            </a:pPr>
            <a:r>
              <a:rPr lang="en-GB" sz="2100" dirty="0">
                <a:solidFill>
                  <a:schemeClr val="tx2">
                    <a:lumMod val="50000"/>
                  </a:schemeClr>
                </a:solidFill>
              </a:rPr>
              <a:t>Types of Hypothesis</a:t>
            </a:r>
          </a:p>
          <a:p>
            <a:pPr marL="623888" lvl="1" indent="-268288">
              <a:lnSpc>
                <a:spcPct val="110000"/>
              </a:lnSpc>
              <a:spcBef>
                <a:spcPts val="600"/>
              </a:spcBef>
              <a:spcAft>
                <a:spcPts val="600"/>
              </a:spcAft>
            </a:pPr>
            <a:r>
              <a:rPr lang="en-GB" sz="2100" dirty="0">
                <a:solidFill>
                  <a:schemeClr val="tx2">
                    <a:lumMod val="50000"/>
                  </a:schemeClr>
                </a:solidFill>
              </a:rPr>
              <a:t>Parametric Tests t-Tests, z-Tests</a:t>
            </a: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100" dirty="0">
              <a:solidFill>
                <a:schemeClr val="tx2">
                  <a:lumMod val="50000"/>
                </a:schemeClr>
              </a:solidFill>
            </a:endParaRPr>
          </a:p>
        </p:txBody>
      </p:sp>
      <p:sp>
        <p:nvSpPr>
          <p:cNvPr id="4" name="Footer Placeholder 3">
            <a:extLst>
              <a:ext uri="{FF2B5EF4-FFF2-40B4-BE49-F238E27FC236}">
                <a16:creationId xmlns:a16="http://schemas.microsoft.com/office/drawing/2014/main" id="{280675E5-5895-E8BD-D1A6-53AFB0E8FE4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D646C182-3B59-C309-7FDD-4309A80DBB4C}"/>
              </a:ext>
            </a:extLst>
          </p:cNvPr>
          <p:cNvSpPr>
            <a:spLocks noGrp="1"/>
          </p:cNvSpPr>
          <p:nvPr>
            <p:ph type="sldNum" sz="quarter" idx="4"/>
          </p:nvPr>
        </p:nvSpPr>
        <p:spPr/>
        <p:txBody>
          <a:bodyPr/>
          <a:lstStyle/>
          <a:p>
            <a:fld id="{9FD7ECCF-50E7-4327-B945-FA93FF7B2BEF}" type="slidenum">
              <a:rPr lang="en-US" smtClean="0"/>
              <a:pPr/>
              <a:t>2</a:t>
            </a:fld>
            <a:r>
              <a:rPr lang="en-GB"/>
              <a:t>/75</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16E557E-CFA3-9A70-937A-F76C24A79886}"/>
              </a:ext>
            </a:extLst>
          </p:cNvPr>
          <p:cNvSpPr>
            <a:spLocks noGrp="1"/>
          </p:cNvSpPr>
          <p:nvPr>
            <p:ph type="body" idx="1"/>
          </p:nvPr>
        </p:nvSpPr>
        <p:spPr/>
        <p:txBody>
          <a:bodyPr/>
          <a:lstStyle/>
          <a:p>
            <a:endParaRPr lang="en-GB"/>
          </a:p>
        </p:txBody>
      </p:sp>
      <p:sp>
        <p:nvSpPr>
          <p:cNvPr id="6" name="Title 5">
            <a:extLst>
              <a:ext uri="{FF2B5EF4-FFF2-40B4-BE49-F238E27FC236}">
                <a16:creationId xmlns:a16="http://schemas.microsoft.com/office/drawing/2014/main" id="{598F9E58-82D7-2B06-7F0F-33BBF6FC74AD}"/>
              </a:ext>
            </a:extLst>
          </p:cNvPr>
          <p:cNvSpPr>
            <a:spLocks noGrp="1"/>
          </p:cNvSpPr>
          <p:nvPr>
            <p:ph type="title"/>
          </p:nvPr>
        </p:nvSpPr>
        <p:spPr/>
        <p:txBody>
          <a:bodyPr>
            <a:normAutofit fontScale="90000"/>
          </a:bodyPr>
          <a:lstStyle/>
          <a:p>
            <a:r>
              <a:rPr lang="en-GB" dirty="0"/>
              <a:t>Basic concepts of inferential statistics</a:t>
            </a:r>
          </a:p>
        </p:txBody>
      </p:sp>
      <p:pic>
        <p:nvPicPr>
          <p:cNvPr id="9" name="Picture 8">
            <a:extLst>
              <a:ext uri="{FF2B5EF4-FFF2-40B4-BE49-F238E27FC236}">
                <a16:creationId xmlns:a16="http://schemas.microsoft.com/office/drawing/2014/main" id="{F5D5ECAE-FAA2-A604-D3F5-A8A819EEF50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320141" y="2743200"/>
            <a:ext cx="2816128" cy="3387778"/>
          </a:xfrm>
          <a:prstGeom prst="rect">
            <a:avLst/>
          </a:prstGeom>
        </p:spPr>
      </p:pic>
      <p:sp>
        <p:nvSpPr>
          <p:cNvPr id="5" name="Date Placeholder 4">
            <a:extLst>
              <a:ext uri="{FF2B5EF4-FFF2-40B4-BE49-F238E27FC236}">
                <a16:creationId xmlns:a16="http://schemas.microsoft.com/office/drawing/2014/main" id="{70E96E18-3B21-F00C-B183-ABD769448C91}"/>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9ECBCAAA-E15C-0E4D-B2F3-FFFAE066166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CB5E0B59-2F71-46F5-318D-598D3F3DCB19}"/>
              </a:ext>
            </a:extLst>
          </p:cNvPr>
          <p:cNvSpPr>
            <a:spLocks noGrp="1"/>
          </p:cNvSpPr>
          <p:nvPr>
            <p:ph type="sldNum" sz="quarter" idx="11"/>
          </p:nvPr>
        </p:nvSpPr>
        <p:spPr/>
        <p:txBody>
          <a:bodyPr/>
          <a:lstStyle/>
          <a:p>
            <a:fld id="{4F96EDF4-259A-48E8-B98E-8CB70E21F623}" type="slidenum">
              <a:rPr lang="en-US" smtClean="0"/>
              <a:pPr/>
              <a:t>3</a:t>
            </a:fld>
            <a:r>
              <a:rPr lang="en-GB"/>
              <a:t>/75</a:t>
            </a:r>
            <a:endParaRPr lang="en-US" dirty="0"/>
          </a:p>
        </p:txBody>
      </p:sp>
    </p:spTree>
    <p:extLst>
      <p:ext uri="{BB962C8B-B14F-4D97-AF65-F5344CB8AC3E}">
        <p14:creationId xmlns:p14="http://schemas.microsoft.com/office/powerpoint/2010/main" val="2803745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90CDBE4-C9E8-BDDE-C0C0-C7C06E37092E}"/>
              </a:ext>
            </a:extLst>
          </p:cNvPr>
          <p:cNvSpPr>
            <a:spLocks noGrp="1"/>
          </p:cNvSpPr>
          <p:nvPr>
            <p:ph type="body" idx="1"/>
          </p:nvPr>
        </p:nvSpPr>
        <p:spPr/>
        <p:txBody>
          <a:bodyPr/>
          <a:lstStyle/>
          <a:p>
            <a:endParaRPr lang="en-GB"/>
          </a:p>
        </p:txBody>
      </p:sp>
      <p:sp>
        <p:nvSpPr>
          <p:cNvPr id="6" name="Title 5">
            <a:extLst>
              <a:ext uri="{FF2B5EF4-FFF2-40B4-BE49-F238E27FC236}">
                <a16:creationId xmlns:a16="http://schemas.microsoft.com/office/drawing/2014/main" id="{5CBE9E07-E170-B764-1523-BDBD8F611259}"/>
              </a:ext>
            </a:extLst>
          </p:cNvPr>
          <p:cNvSpPr>
            <a:spLocks noGrp="1"/>
          </p:cNvSpPr>
          <p:nvPr>
            <p:ph type="title"/>
          </p:nvPr>
        </p:nvSpPr>
        <p:spPr/>
        <p:txBody>
          <a:bodyPr/>
          <a:lstStyle/>
          <a:p>
            <a:r>
              <a:rPr lang="en-GB" dirty="0"/>
              <a:t>Frequency distribution</a:t>
            </a:r>
          </a:p>
        </p:txBody>
      </p:sp>
      <p:sp>
        <p:nvSpPr>
          <p:cNvPr id="4" name="Date Placeholder 3">
            <a:extLst>
              <a:ext uri="{FF2B5EF4-FFF2-40B4-BE49-F238E27FC236}">
                <a16:creationId xmlns:a16="http://schemas.microsoft.com/office/drawing/2014/main" id="{F45960C8-546F-48F2-1966-152F37E6D2EC}"/>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F5C7F1F3-DDC8-A84F-863A-972C6304480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566389C9-0192-4C82-35DF-C3FF602EE6BF}"/>
              </a:ext>
            </a:extLst>
          </p:cNvPr>
          <p:cNvSpPr>
            <a:spLocks noGrp="1"/>
          </p:cNvSpPr>
          <p:nvPr>
            <p:ph type="sldNum" sz="quarter" idx="11"/>
          </p:nvPr>
        </p:nvSpPr>
        <p:spPr/>
        <p:txBody>
          <a:bodyPr/>
          <a:lstStyle/>
          <a:p>
            <a:fld id="{4F96EDF4-259A-48E8-B98E-8CB70E21F623}" type="slidenum">
              <a:rPr lang="en-US" smtClean="0"/>
              <a:pPr/>
              <a:t>4</a:t>
            </a:fld>
            <a:r>
              <a:rPr lang="en-GB"/>
              <a:t>/75</a:t>
            </a:r>
            <a:endParaRPr lang="en-US" dirty="0"/>
          </a:p>
        </p:txBody>
      </p:sp>
    </p:spTree>
    <p:extLst>
      <p:ext uri="{BB962C8B-B14F-4D97-AF65-F5344CB8AC3E}">
        <p14:creationId xmlns:p14="http://schemas.microsoft.com/office/powerpoint/2010/main" val="151996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F1663DD-356D-1648-6B83-594D663C116E}"/>
              </a:ext>
            </a:extLst>
          </p:cNvPr>
          <p:cNvSpPr>
            <a:spLocks noGrp="1"/>
          </p:cNvSpPr>
          <p:nvPr>
            <p:ph type="title"/>
          </p:nvPr>
        </p:nvSpPr>
        <p:spPr/>
        <p:txBody>
          <a:bodyPr/>
          <a:lstStyle/>
          <a:p>
            <a:r>
              <a:rPr lang="en-GB" dirty="0"/>
              <a:t>Frequency distribution</a:t>
            </a:r>
          </a:p>
        </p:txBody>
      </p:sp>
      <p:sp>
        <p:nvSpPr>
          <p:cNvPr id="8" name="Content Placeholder 7">
            <a:extLst>
              <a:ext uri="{FF2B5EF4-FFF2-40B4-BE49-F238E27FC236}">
                <a16:creationId xmlns:a16="http://schemas.microsoft.com/office/drawing/2014/main" id="{B75F5062-52D1-FF23-0A71-02CA9C41F40A}"/>
              </a:ext>
            </a:extLst>
          </p:cNvPr>
          <p:cNvSpPr>
            <a:spLocks noGrp="1"/>
          </p:cNvSpPr>
          <p:nvPr>
            <p:ph sz="quarter" idx="1"/>
          </p:nvPr>
        </p:nvSpPr>
        <p:spPr/>
        <p:txBody>
          <a:bodyPr/>
          <a:lstStyle/>
          <a:p>
            <a:r>
              <a:rPr lang="en-GB" dirty="0">
                <a:solidFill>
                  <a:schemeClr val="accent6">
                    <a:lumMod val="50000"/>
                  </a:schemeClr>
                </a:solidFill>
              </a:rPr>
              <a:t>The </a:t>
            </a:r>
            <a:r>
              <a:rPr lang="en-GB" b="1" dirty="0">
                <a:solidFill>
                  <a:schemeClr val="accent2">
                    <a:lumMod val="75000"/>
                  </a:schemeClr>
                </a:solidFill>
              </a:rPr>
              <a:t>frequency</a:t>
            </a:r>
            <a:r>
              <a:rPr lang="en-GB" dirty="0">
                <a:solidFill>
                  <a:schemeClr val="accent6">
                    <a:lumMod val="50000"/>
                  </a:schemeClr>
                </a:solidFill>
              </a:rPr>
              <a:t> of a value is the number of times it occurs in a dataset. </a:t>
            </a:r>
          </a:p>
          <a:p>
            <a:r>
              <a:rPr lang="en-GB" dirty="0">
                <a:solidFill>
                  <a:schemeClr val="accent6">
                    <a:lumMod val="50000"/>
                  </a:schemeClr>
                </a:solidFill>
              </a:rPr>
              <a:t>A </a:t>
            </a:r>
            <a:r>
              <a:rPr lang="en-GB" b="1" dirty="0">
                <a:solidFill>
                  <a:schemeClr val="accent2">
                    <a:lumMod val="75000"/>
                  </a:schemeClr>
                </a:solidFill>
              </a:rPr>
              <a:t>frequency distribution </a:t>
            </a:r>
            <a:r>
              <a:rPr lang="en-GB" dirty="0">
                <a:solidFill>
                  <a:schemeClr val="accent6">
                    <a:lumMod val="50000"/>
                  </a:schemeClr>
                </a:solidFill>
              </a:rPr>
              <a:t>is the </a:t>
            </a:r>
            <a:r>
              <a:rPr lang="en-GB" b="1" dirty="0">
                <a:solidFill>
                  <a:schemeClr val="accent6">
                    <a:lumMod val="50000"/>
                  </a:schemeClr>
                </a:solidFill>
              </a:rPr>
              <a:t>pattern of frequencies of a variable.</a:t>
            </a:r>
            <a:r>
              <a:rPr lang="en-GB" dirty="0">
                <a:solidFill>
                  <a:schemeClr val="accent6">
                    <a:lumMod val="50000"/>
                  </a:schemeClr>
                </a:solidFill>
              </a:rPr>
              <a:t> </a:t>
            </a:r>
          </a:p>
          <a:p>
            <a:r>
              <a:rPr lang="en-GB" dirty="0">
                <a:solidFill>
                  <a:schemeClr val="accent6">
                    <a:lumMod val="50000"/>
                  </a:schemeClr>
                </a:solidFill>
              </a:rPr>
              <a:t>It’s the number of times each possible value of a variable occurs in a dataset.</a:t>
            </a:r>
          </a:p>
        </p:txBody>
      </p:sp>
      <p:sp>
        <p:nvSpPr>
          <p:cNvPr id="4" name="Footer Placeholder 3">
            <a:extLst>
              <a:ext uri="{FF2B5EF4-FFF2-40B4-BE49-F238E27FC236}">
                <a16:creationId xmlns:a16="http://schemas.microsoft.com/office/drawing/2014/main" id="{BBE7794C-B980-CBDF-123B-891B81E5864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F398758-743C-6414-A2D3-DA37BCA2D07A}"/>
              </a:ext>
            </a:extLst>
          </p:cNvPr>
          <p:cNvSpPr>
            <a:spLocks noGrp="1"/>
          </p:cNvSpPr>
          <p:nvPr>
            <p:ph type="sldNum" sz="quarter" idx="4"/>
          </p:nvPr>
        </p:nvSpPr>
        <p:spPr/>
        <p:txBody>
          <a:bodyPr/>
          <a:lstStyle/>
          <a:p>
            <a:fld id="{9FD7ECCF-50E7-4327-B945-FA93FF7B2BEF}" type="slidenum">
              <a:rPr lang="en-US" smtClean="0"/>
              <a:pPr/>
              <a:t>5</a:t>
            </a:fld>
            <a:r>
              <a:rPr lang="en-GB"/>
              <a:t>/75</a:t>
            </a:r>
            <a:endParaRPr lang="en-US" dirty="0"/>
          </a:p>
        </p:txBody>
      </p:sp>
    </p:spTree>
    <p:extLst>
      <p:ext uri="{BB962C8B-B14F-4D97-AF65-F5344CB8AC3E}">
        <p14:creationId xmlns:p14="http://schemas.microsoft.com/office/powerpoint/2010/main" val="79546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3F389-D4D2-18D0-7B5F-3EAF1B9EC25F}"/>
              </a:ext>
            </a:extLst>
          </p:cNvPr>
          <p:cNvSpPr>
            <a:spLocks noGrp="1"/>
          </p:cNvSpPr>
          <p:nvPr>
            <p:ph type="title"/>
          </p:nvPr>
        </p:nvSpPr>
        <p:spPr/>
        <p:txBody>
          <a:bodyPr/>
          <a:lstStyle/>
          <a:p>
            <a:r>
              <a:rPr lang="en-GB" dirty="0"/>
              <a:t>Frequency table</a:t>
            </a:r>
          </a:p>
        </p:txBody>
      </p:sp>
      <p:sp>
        <p:nvSpPr>
          <p:cNvPr id="3" name="Content Placeholder 2">
            <a:extLst>
              <a:ext uri="{FF2B5EF4-FFF2-40B4-BE49-F238E27FC236}">
                <a16:creationId xmlns:a16="http://schemas.microsoft.com/office/drawing/2014/main" id="{015FE568-5B8B-D42B-6A7F-E4C161F346E8}"/>
              </a:ext>
            </a:extLst>
          </p:cNvPr>
          <p:cNvSpPr>
            <a:spLocks noGrp="1"/>
          </p:cNvSpPr>
          <p:nvPr>
            <p:ph sz="quarter" idx="1"/>
          </p:nvPr>
        </p:nvSpPr>
        <p:spPr>
          <a:xfrm>
            <a:off x="612648" y="1600200"/>
            <a:ext cx="4535416" cy="4495800"/>
          </a:xfrm>
        </p:spPr>
        <p:txBody>
          <a:bodyPr>
            <a:normAutofit fontScale="92500" lnSpcReduction="10000"/>
          </a:bodyPr>
          <a:lstStyle/>
          <a:p>
            <a:pPr>
              <a:lnSpc>
                <a:spcPct val="110000"/>
              </a:lnSpc>
              <a:spcBef>
                <a:spcPts val="600"/>
              </a:spcBef>
            </a:pPr>
            <a:r>
              <a:rPr lang="en-GB" dirty="0">
                <a:solidFill>
                  <a:schemeClr val="accent2">
                    <a:lumMod val="75000"/>
                  </a:schemeClr>
                </a:solidFill>
              </a:rPr>
              <a:t>Frequency distributions </a:t>
            </a:r>
            <a:r>
              <a:rPr lang="en-GB" dirty="0">
                <a:solidFill>
                  <a:schemeClr val="accent6">
                    <a:lumMod val="50000"/>
                  </a:schemeClr>
                </a:solidFill>
              </a:rPr>
              <a:t>are often displayed using </a:t>
            </a:r>
            <a:r>
              <a:rPr lang="en-GB" b="1" dirty="0">
                <a:solidFill>
                  <a:schemeClr val="accent2">
                    <a:lumMod val="75000"/>
                  </a:schemeClr>
                </a:solidFill>
              </a:rPr>
              <a:t>frequency tables</a:t>
            </a:r>
            <a:r>
              <a:rPr lang="en-GB" dirty="0">
                <a:solidFill>
                  <a:schemeClr val="accent6">
                    <a:lumMod val="50000"/>
                  </a:schemeClr>
                </a:solidFill>
              </a:rPr>
              <a:t>. A frequency table is an effective way to summarize or organize a dataset. It’s usually composed of two columns:</a:t>
            </a:r>
          </a:p>
          <a:p>
            <a:pPr lvl="1">
              <a:lnSpc>
                <a:spcPct val="110000"/>
              </a:lnSpc>
              <a:spcBef>
                <a:spcPts val="600"/>
              </a:spcBef>
            </a:pPr>
            <a:r>
              <a:rPr lang="en-GB" dirty="0">
                <a:solidFill>
                  <a:schemeClr val="accent6">
                    <a:lumMod val="50000"/>
                  </a:schemeClr>
                </a:solidFill>
              </a:rPr>
              <a:t>The values or class intervals</a:t>
            </a:r>
          </a:p>
          <a:p>
            <a:pPr lvl="1">
              <a:lnSpc>
                <a:spcPct val="110000"/>
              </a:lnSpc>
              <a:spcBef>
                <a:spcPts val="600"/>
              </a:spcBef>
            </a:pPr>
            <a:r>
              <a:rPr lang="en-GB" dirty="0">
                <a:solidFill>
                  <a:schemeClr val="accent6">
                    <a:lumMod val="50000"/>
                  </a:schemeClr>
                </a:solidFill>
              </a:rPr>
              <a:t>Their frequencies</a:t>
            </a:r>
          </a:p>
        </p:txBody>
      </p:sp>
      <p:graphicFrame>
        <p:nvGraphicFramePr>
          <p:cNvPr id="4" name="Table 3">
            <a:extLst>
              <a:ext uri="{FF2B5EF4-FFF2-40B4-BE49-F238E27FC236}">
                <a16:creationId xmlns:a16="http://schemas.microsoft.com/office/drawing/2014/main" id="{14204856-77FF-4E16-3339-B260570869FC}"/>
              </a:ext>
            </a:extLst>
          </p:cNvPr>
          <p:cNvGraphicFramePr>
            <a:graphicFrameLocks noGrp="1"/>
          </p:cNvGraphicFramePr>
          <p:nvPr>
            <p:extLst>
              <p:ext uri="{D42A27DB-BD31-4B8C-83A1-F6EECF244321}">
                <p14:modId xmlns:p14="http://schemas.microsoft.com/office/powerpoint/2010/main" val="1132898754"/>
              </p:ext>
            </p:extLst>
          </p:nvPr>
        </p:nvGraphicFramePr>
        <p:xfrm>
          <a:off x="5436452" y="2492896"/>
          <a:ext cx="3094900" cy="2315150"/>
        </p:xfrm>
        <a:graphic>
          <a:graphicData uri="http://schemas.openxmlformats.org/drawingml/2006/table">
            <a:tbl>
              <a:tblPr firstRow="1" bandRow="1">
                <a:tableStyleId>{5C22544A-7EE6-4342-B048-85BDC9FD1C3A}</a:tableStyleId>
              </a:tblPr>
              <a:tblGrid>
                <a:gridCol w="1547450">
                  <a:extLst>
                    <a:ext uri="{9D8B030D-6E8A-4147-A177-3AD203B41FA5}">
                      <a16:colId xmlns:a16="http://schemas.microsoft.com/office/drawing/2014/main" val="4174941107"/>
                    </a:ext>
                  </a:extLst>
                </a:gridCol>
                <a:gridCol w="1547450">
                  <a:extLst>
                    <a:ext uri="{9D8B030D-6E8A-4147-A177-3AD203B41FA5}">
                      <a16:colId xmlns:a16="http://schemas.microsoft.com/office/drawing/2014/main" val="2931851468"/>
                    </a:ext>
                  </a:extLst>
                </a:gridCol>
              </a:tblGrid>
              <a:tr h="463030">
                <a:tc>
                  <a:txBody>
                    <a:bodyPr/>
                    <a:lstStyle/>
                    <a:p>
                      <a:r>
                        <a:rPr lang="en-GB" dirty="0"/>
                        <a:t>Error Type</a:t>
                      </a:r>
                    </a:p>
                  </a:txBody>
                  <a:tcPr/>
                </a:tc>
                <a:tc>
                  <a:txBody>
                    <a:bodyPr/>
                    <a:lstStyle/>
                    <a:p>
                      <a:r>
                        <a:rPr lang="en-GB" dirty="0"/>
                        <a:t>Frequency</a:t>
                      </a:r>
                    </a:p>
                  </a:txBody>
                  <a:tcPr/>
                </a:tc>
                <a:extLst>
                  <a:ext uri="{0D108BD9-81ED-4DB2-BD59-A6C34878D82A}">
                    <a16:rowId xmlns:a16="http://schemas.microsoft.com/office/drawing/2014/main" val="1063968879"/>
                  </a:ext>
                </a:extLst>
              </a:tr>
              <a:tr h="463030">
                <a:tc>
                  <a:txBody>
                    <a:bodyPr/>
                    <a:lstStyle/>
                    <a:p>
                      <a:r>
                        <a:rPr lang="en-GB" dirty="0"/>
                        <a:t>High</a:t>
                      </a:r>
                    </a:p>
                  </a:txBody>
                  <a:tcPr/>
                </a:tc>
                <a:tc>
                  <a:txBody>
                    <a:bodyPr/>
                    <a:lstStyle/>
                    <a:p>
                      <a:r>
                        <a:rPr lang="en-GB" dirty="0"/>
                        <a:t>5</a:t>
                      </a:r>
                    </a:p>
                  </a:txBody>
                  <a:tcPr/>
                </a:tc>
                <a:extLst>
                  <a:ext uri="{0D108BD9-81ED-4DB2-BD59-A6C34878D82A}">
                    <a16:rowId xmlns:a16="http://schemas.microsoft.com/office/drawing/2014/main" val="3140855965"/>
                  </a:ext>
                </a:extLst>
              </a:tr>
              <a:tr h="463030">
                <a:tc>
                  <a:txBody>
                    <a:bodyPr/>
                    <a:lstStyle/>
                    <a:p>
                      <a:r>
                        <a:rPr lang="en-GB" dirty="0"/>
                        <a:t>Medium</a:t>
                      </a:r>
                    </a:p>
                  </a:txBody>
                  <a:tcPr/>
                </a:tc>
                <a:tc>
                  <a:txBody>
                    <a:bodyPr/>
                    <a:lstStyle/>
                    <a:p>
                      <a:r>
                        <a:rPr lang="en-GB" dirty="0"/>
                        <a:t>8</a:t>
                      </a:r>
                    </a:p>
                  </a:txBody>
                  <a:tcPr/>
                </a:tc>
                <a:extLst>
                  <a:ext uri="{0D108BD9-81ED-4DB2-BD59-A6C34878D82A}">
                    <a16:rowId xmlns:a16="http://schemas.microsoft.com/office/drawing/2014/main" val="2755620317"/>
                  </a:ext>
                </a:extLst>
              </a:tr>
              <a:tr h="463030">
                <a:tc>
                  <a:txBody>
                    <a:bodyPr/>
                    <a:lstStyle/>
                    <a:p>
                      <a:r>
                        <a:rPr lang="en-GB" dirty="0"/>
                        <a:t>Low</a:t>
                      </a:r>
                    </a:p>
                  </a:txBody>
                  <a:tcPr/>
                </a:tc>
                <a:tc>
                  <a:txBody>
                    <a:bodyPr/>
                    <a:lstStyle/>
                    <a:p>
                      <a:r>
                        <a:rPr lang="en-GB" dirty="0"/>
                        <a:t>18</a:t>
                      </a:r>
                    </a:p>
                  </a:txBody>
                  <a:tcPr/>
                </a:tc>
                <a:extLst>
                  <a:ext uri="{0D108BD9-81ED-4DB2-BD59-A6C34878D82A}">
                    <a16:rowId xmlns:a16="http://schemas.microsoft.com/office/drawing/2014/main" val="1542446632"/>
                  </a:ext>
                </a:extLst>
              </a:tr>
              <a:tr h="463030">
                <a:tc>
                  <a:txBody>
                    <a:bodyPr/>
                    <a:lstStyle/>
                    <a:p>
                      <a:r>
                        <a:rPr lang="en-GB" dirty="0"/>
                        <a:t>Trivial</a:t>
                      </a:r>
                    </a:p>
                  </a:txBody>
                  <a:tcPr/>
                </a:tc>
                <a:tc>
                  <a:txBody>
                    <a:bodyPr/>
                    <a:lstStyle/>
                    <a:p>
                      <a:r>
                        <a:rPr lang="en-GB" dirty="0"/>
                        <a:t>25</a:t>
                      </a:r>
                    </a:p>
                  </a:txBody>
                  <a:tcPr/>
                </a:tc>
                <a:extLst>
                  <a:ext uri="{0D108BD9-81ED-4DB2-BD59-A6C34878D82A}">
                    <a16:rowId xmlns:a16="http://schemas.microsoft.com/office/drawing/2014/main" val="1151964303"/>
                  </a:ext>
                </a:extLst>
              </a:tr>
            </a:tbl>
          </a:graphicData>
        </a:graphic>
      </p:graphicFrame>
      <p:sp>
        <p:nvSpPr>
          <p:cNvPr id="5" name="Footer Placeholder 4">
            <a:extLst>
              <a:ext uri="{FF2B5EF4-FFF2-40B4-BE49-F238E27FC236}">
                <a16:creationId xmlns:a16="http://schemas.microsoft.com/office/drawing/2014/main" id="{265E0CC2-9731-6C51-B8E1-7D270FF85A2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F9E9E096-3043-8085-32B3-C96BE78AD37E}"/>
              </a:ext>
            </a:extLst>
          </p:cNvPr>
          <p:cNvSpPr>
            <a:spLocks noGrp="1"/>
          </p:cNvSpPr>
          <p:nvPr>
            <p:ph type="sldNum" sz="quarter" idx="4"/>
          </p:nvPr>
        </p:nvSpPr>
        <p:spPr/>
        <p:txBody>
          <a:bodyPr/>
          <a:lstStyle/>
          <a:p>
            <a:fld id="{9FD7ECCF-50E7-4327-B945-FA93FF7B2BEF}" type="slidenum">
              <a:rPr lang="en-US" smtClean="0"/>
              <a:pPr/>
              <a:t>6</a:t>
            </a:fld>
            <a:r>
              <a:rPr lang="en-GB"/>
              <a:t>/75</a:t>
            </a:r>
            <a:endParaRPr lang="en-US" dirty="0"/>
          </a:p>
        </p:txBody>
      </p:sp>
    </p:spTree>
    <p:extLst>
      <p:ext uri="{BB962C8B-B14F-4D97-AF65-F5344CB8AC3E}">
        <p14:creationId xmlns:p14="http://schemas.microsoft.com/office/powerpoint/2010/main" val="2427372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3DC55-B9FB-F92B-B87F-21044E8ECFCE}"/>
              </a:ext>
            </a:extLst>
          </p:cNvPr>
          <p:cNvSpPr>
            <a:spLocks noGrp="1"/>
          </p:cNvSpPr>
          <p:nvPr>
            <p:ph type="title"/>
          </p:nvPr>
        </p:nvSpPr>
        <p:spPr/>
        <p:txBody>
          <a:bodyPr/>
          <a:lstStyle/>
          <a:p>
            <a:r>
              <a:rPr lang="en-GB" dirty="0"/>
              <a:t>Types of frequency distributions</a:t>
            </a:r>
          </a:p>
        </p:txBody>
      </p:sp>
      <p:sp>
        <p:nvSpPr>
          <p:cNvPr id="3" name="Content Placeholder 2">
            <a:extLst>
              <a:ext uri="{FF2B5EF4-FFF2-40B4-BE49-F238E27FC236}">
                <a16:creationId xmlns:a16="http://schemas.microsoft.com/office/drawing/2014/main" id="{DE39F746-2FF1-3DE1-58A4-6F1799388B8F}"/>
              </a:ext>
            </a:extLst>
          </p:cNvPr>
          <p:cNvSpPr>
            <a:spLocks noGrp="1"/>
          </p:cNvSpPr>
          <p:nvPr>
            <p:ph sz="quarter" idx="1"/>
          </p:nvPr>
        </p:nvSpPr>
        <p:spPr>
          <a:xfrm>
            <a:off x="612648" y="1600200"/>
            <a:ext cx="4319392" cy="4495800"/>
          </a:xfrm>
        </p:spPr>
        <p:txBody>
          <a:bodyPr>
            <a:normAutofit fontScale="55000" lnSpcReduction="20000"/>
          </a:bodyPr>
          <a:lstStyle/>
          <a:p>
            <a:pPr>
              <a:spcAft>
                <a:spcPts val="600"/>
              </a:spcAft>
            </a:pPr>
            <a:r>
              <a:rPr lang="en-GB" b="1" dirty="0">
                <a:solidFill>
                  <a:schemeClr val="accent2">
                    <a:lumMod val="75000"/>
                  </a:schemeClr>
                </a:solidFill>
              </a:rPr>
              <a:t>Ungrouped</a:t>
            </a:r>
            <a:r>
              <a:rPr lang="en-GB" b="1" dirty="0">
                <a:solidFill>
                  <a:schemeClr val="accent6">
                    <a:lumMod val="50000"/>
                  </a:schemeClr>
                </a:solidFill>
              </a:rPr>
              <a:t> frequency distributions</a:t>
            </a:r>
            <a:r>
              <a:rPr lang="en-GB" dirty="0">
                <a:solidFill>
                  <a:schemeClr val="accent6">
                    <a:lumMod val="50000"/>
                  </a:schemeClr>
                </a:solidFill>
              </a:rPr>
              <a:t> – the number of observations of each value of a variable (categorical variables).</a:t>
            </a:r>
          </a:p>
          <a:p>
            <a:pPr>
              <a:spcAft>
                <a:spcPts val="600"/>
              </a:spcAft>
            </a:pPr>
            <a:r>
              <a:rPr lang="en-GB" b="1" dirty="0">
                <a:solidFill>
                  <a:schemeClr val="accent2">
                    <a:lumMod val="75000"/>
                  </a:schemeClr>
                </a:solidFill>
              </a:rPr>
              <a:t>Grouped</a:t>
            </a:r>
            <a:r>
              <a:rPr lang="en-GB" b="1" dirty="0">
                <a:solidFill>
                  <a:schemeClr val="accent6">
                    <a:lumMod val="50000"/>
                  </a:schemeClr>
                </a:solidFill>
              </a:rPr>
              <a:t> frequency distributions</a:t>
            </a:r>
            <a:r>
              <a:rPr lang="en-GB" dirty="0">
                <a:solidFill>
                  <a:schemeClr val="accent6">
                    <a:lumMod val="50000"/>
                  </a:schemeClr>
                </a:solidFill>
              </a:rPr>
              <a:t> – the number of observations of </a:t>
            </a:r>
            <a:r>
              <a:rPr lang="en-GB" b="1" dirty="0">
                <a:solidFill>
                  <a:schemeClr val="accent6">
                    <a:lumMod val="50000"/>
                  </a:schemeClr>
                </a:solidFill>
              </a:rPr>
              <a:t>each class interval of a variable </a:t>
            </a:r>
            <a:r>
              <a:rPr lang="en-GB" dirty="0">
                <a:solidFill>
                  <a:schemeClr val="accent6">
                    <a:lumMod val="50000"/>
                  </a:schemeClr>
                </a:solidFill>
              </a:rPr>
              <a:t>(ordered groupings of a variable’s values for quantitative variables).</a:t>
            </a:r>
          </a:p>
          <a:p>
            <a:pPr>
              <a:spcAft>
                <a:spcPts val="600"/>
              </a:spcAft>
            </a:pPr>
            <a:r>
              <a:rPr lang="en-GB" b="1" dirty="0">
                <a:solidFill>
                  <a:schemeClr val="accent2">
                    <a:lumMod val="75000"/>
                  </a:schemeClr>
                </a:solidFill>
              </a:rPr>
              <a:t>Relative</a:t>
            </a:r>
            <a:r>
              <a:rPr lang="en-GB" b="1" dirty="0">
                <a:solidFill>
                  <a:schemeClr val="accent6">
                    <a:lumMod val="50000"/>
                  </a:schemeClr>
                </a:solidFill>
              </a:rPr>
              <a:t> frequency distributions</a:t>
            </a:r>
            <a:r>
              <a:rPr lang="en-GB" dirty="0">
                <a:solidFill>
                  <a:schemeClr val="accent6">
                    <a:lumMod val="50000"/>
                  </a:schemeClr>
                </a:solidFill>
              </a:rPr>
              <a:t> – the proportion of observations of each value or class interval of a variable (any type of variable when comparing frequencies than the actual number of observations).</a:t>
            </a:r>
          </a:p>
          <a:p>
            <a:pPr>
              <a:spcAft>
                <a:spcPts val="600"/>
              </a:spcAft>
            </a:pPr>
            <a:r>
              <a:rPr lang="en-GB" b="1" dirty="0">
                <a:solidFill>
                  <a:schemeClr val="accent2">
                    <a:lumMod val="75000"/>
                  </a:schemeClr>
                </a:solidFill>
              </a:rPr>
              <a:t>Cumulative</a:t>
            </a:r>
            <a:r>
              <a:rPr lang="en-GB" b="1" dirty="0">
                <a:solidFill>
                  <a:schemeClr val="accent6">
                    <a:lumMod val="50000"/>
                  </a:schemeClr>
                </a:solidFill>
              </a:rPr>
              <a:t> frequency distributions</a:t>
            </a:r>
            <a:r>
              <a:rPr lang="en-GB" dirty="0">
                <a:solidFill>
                  <a:schemeClr val="accent6">
                    <a:lumMod val="50000"/>
                  </a:schemeClr>
                </a:solidFill>
              </a:rPr>
              <a:t> – the sum of the frequencies less than or equal to each value or class interval of a variable (for ordinal or quantitative variables when you want to understand how often observations fall below certain values).</a:t>
            </a:r>
          </a:p>
        </p:txBody>
      </p:sp>
      <p:sp>
        <p:nvSpPr>
          <p:cNvPr id="4" name="TextBox 3">
            <a:extLst>
              <a:ext uri="{FF2B5EF4-FFF2-40B4-BE49-F238E27FC236}">
                <a16:creationId xmlns:a16="http://schemas.microsoft.com/office/drawing/2014/main" id="{9C92979B-2969-C1CF-569A-9E019E006889}"/>
              </a:ext>
            </a:extLst>
          </p:cNvPr>
          <p:cNvSpPr txBox="1"/>
          <p:nvPr/>
        </p:nvSpPr>
        <p:spPr>
          <a:xfrm>
            <a:off x="4932040" y="2665571"/>
            <a:ext cx="4072986" cy="2308324"/>
          </a:xfrm>
          <a:prstGeom prst="rect">
            <a:avLst/>
          </a:prstGeom>
          <a:solidFill>
            <a:schemeClr val="accent1">
              <a:lumMod val="20000"/>
              <a:lumOff val="80000"/>
            </a:schemeClr>
          </a:solidFill>
        </p:spPr>
        <p:txBody>
          <a:bodyPr wrap="square" rtlCol="0">
            <a:spAutoFit/>
          </a:bodyPr>
          <a:lstStyle/>
          <a:p>
            <a:pPr algn="l"/>
            <a:r>
              <a:rPr lang="en-GB" sz="1600" b="0" i="0" dirty="0">
                <a:solidFill>
                  <a:srgbClr val="374151"/>
                </a:solidFill>
                <a:effectLst/>
                <a:latin typeface="Söhne"/>
              </a:rPr>
              <a:t>The "Save" button was clicked 500 times.</a:t>
            </a:r>
          </a:p>
          <a:p>
            <a:pPr algn="l"/>
            <a:r>
              <a:rPr lang="en-GB" sz="1600" b="0" i="0" dirty="0">
                <a:solidFill>
                  <a:srgbClr val="374151"/>
                </a:solidFill>
                <a:effectLst/>
                <a:latin typeface="Söhne"/>
              </a:rPr>
              <a:t>The total number of interactions (clicks, swipes, etc.) across the app during this period was 10,000.</a:t>
            </a:r>
          </a:p>
          <a:p>
            <a:pPr algn="l"/>
            <a:r>
              <a:rPr lang="en-GB" sz="1600" b="0" i="0" dirty="0">
                <a:solidFill>
                  <a:srgbClr val="374151"/>
                </a:solidFill>
                <a:effectLst/>
                <a:latin typeface="Söhne"/>
              </a:rPr>
              <a:t>Relative Frequency = (Number of "Save" button clicks / Total number of interactions) * 100</a:t>
            </a:r>
          </a:p>
          <a:p>
            <a:pPr algn="l"/>
            <a:r>
              <a:rPr lang="en-GB" sz="1600" b="0" i="0" dirty="0">
                <a:solidFill>
                  <a:srgbClr val="374151"/>
                </a:solidFill>
                <a:effectLst/>
                <a:latin typeface="Söhne"/>
              </a:rPr>
              <a:t>Relative Frequency = (500 / 10,000) * 100 = 5%</a:t>
            </a:r>
          </a:p>
          <a:p>
            <a:endParaRPr lang="en-GB" sz="1600" dirty="0"/>
          </a:p>
        </p:txBody>
      </p:sp>
      <p:sp>
        <p:nvSpPr>
          <p:cNvPr id="5" name="TextBox 4">
            <a:extLst>
              <a:ext uri="{FF2B5EF4-FFF2-40B4-BE49-F238E27FC236}">
                <a16:creationId xmlns:a16="http://schemas.microsoft.com/office/drawing/2014/main" id="{8300C832-E5C7-F884-4806-B141CC80E8FF}"/>
              </a:ext>
            </a:extLst>
          </p:cNvPr>
          <p:cNvSpPr txBox="1"/>
          <p:nvPr/>
        </p:nvSpPr>
        <p:spPr>
          <a:xfrm>
            <a:off x="5227222" y="2036311"/>
            <a:ext cx="3298482" cy="1631216"/>
          </a:xfrm>
          <a:prstGeom prst="rect">
            <a:avLst/>
          </a:prstGeom>
          <a:solidFill>
            <a:schemeClr val="accent2">
              <a:lumMod val="20000"/>
              <a:lumOff val="80000"/>
            </a:schemeClr>
          </a:solidFill>
        </p:spPr>
        <p:txBody>
          <a:bodyPr wrap="square" rtlCol="0">
            <a:spAutoFit/>
          </a:bodyPr>
          <a:lstStyle/>
          <a:p>
            <a:pPr algn="l"/>
            <a:r>
              <a:rPr lang="fr-FR" sz="1600" b="0" i="0" dirty="0" err="1">
                <a:solidFill>
                  <a:srgbClr val="374151"/>
                </a:solidFill>
                <a:effectLst/>
                <a:latin typeface="Söhne"/>
              </a:rPr>
              <a:t>Task</a:t>
            </a:r>
            <a:r>
              <a:rPr lang="fr-FR" sz="1600" b="0" i="0" dirty="0">
                <a:solidFill>
                  <a:srgbClr val="374151"/>
                </a:solidFill>
                <a:effectLst/>
                <a:latin typeface="Söhne"/>
              </a:rPr>
              <a:t> </a:t>
            </a:r>
            <a:r>
              <a:rPr lang="fr-FR" sz="1600" b="0" i="0" dirty="0" err="1">
                <a:solidFill>
                  <a:srgbClr val="374151"/>
                </a:solidFill>
                <a:effectLst/>
                <a:latin typeface="Söhne"/>
              </a:rPr>
              <a:t>completion</a:t>
            </a:r>
            <a:r>
              <a:rPr lang="fr-FR" sz="1600" b="0" i="0" dirty="0">
                <a:solidFill>
                  <a:srgbClr val="374151"/>
                </a:solidFill>
                <a:effectLst/>
                <a:latin typeface="Söhne"/>
              </a:rPr>
              <a:t>:</a:t>
            </a:r>
          </a:p>
          <a:p>
            <a:pPr marL="171450" indent="-171450" algn="l">
              <a:buFont typeface="Arial" panose="020B0604020202020204" pitchFamily="34" charset="0"/>
              <a:buChar char="•"/>
            </a:pPr>
            <a:r>
              <a:rPr lang="fr-FR" sz="1600" b="0" i="0" dirty="0">
                <a:solidFill>
                  <a:srgbClr val="374151"/>
                </a:solidFill>
                <a:effectLst/>
                <a:latin typeface="Söhne"/>
              </a:rPr>
              <a:t>10-19 seconds: 4 occurrences</a:t>
            </a:r>
          </a:p>
          <a:p>
            <a:pPr marL="171450" indent="-171450" algn="l">
              <a:buFont typeface="Arial" panose="020B0604020202020204" pitchFamily="34" charset="0"/>
              <a:buChar char="•"/>
            </a:pPr>
            <a:r>
              <a:rPr lang="fr-FR" sz="1600" b="0" i="0" dirty="0">
                <a:solidFill>
                  <a:srgbClr val="374151"/>
                </a:solidFill>
                <a:effectLst/>
                <a:latin typeface="Söhne"/>
              </a:rPr>
              <a:t>20-29 seconds: 4 occurrences</a:t>
            </a:r>
          </a:p>
          <a:p>
            <a:pPr marL="171450" indent="-171450" algn="l">
              <a:buFont typeface="Arial" panose="020B0604020202020204" pitchFamily="34" charset="0"/>
              <a:buChar char="•"/>
            </a:pPr>
            <a:r>
              <a:rPr lang="fr-FR" sz="1600" b="0" i="0" dirty="0">
                <a:solidFill>
                  <a:srgbClr val="374151"/>
                </a:solidFill>
                <a:effectLst/>
                <a:latin typeface="Söhne"/>
              </a:rPr>
              <a:t>30-39 seconds: 2 occurrences</a:t>
            </a:r>
          </a:p>
          <a:p>
            <a:pPr marL="171450" indent="-171450" algn="l">
              <a:buFont typeface="Arial" panose="020B0604020202020204" pitchFamily="34" charset="0"/>
              <a:buChar char="•"/>
            </a:pPr>
            <a:r>
              <a:rPr lang="fr-FR" sz="1600" b="0" i="0" dirty="0">
                <a:solidFill>
                  <a:srgbClr val="374151"/>
                </a:solidFill>
                <a:effectLst/>
                <a:latin typeface="Söhne"/>
              </a:rPr>
              <a:t>40-49 seconds: 0 occurrences</a:t>
            </a:r>
          </a:p>
          <a:p>
            <a:endParaRPr lang="en-GB" sz="2000" dirty="0"/>
          </a:p>
        </p:txBody>
      </p:sp>
      <p:sp>
        <p:nvSpPr>
          <p:cNvPr id="8" name="TextBox 7">
            <a:extLst>
              <a:ext uri="{FF2B5EF4-FFF2-40B4-BE49-F238E27FC236}">
                <a16:creationId xmlns:a16="http://schemas.microsoft.com/office/drawing/2014/main" id="{38CC6DAF-2153-C9AA-5486-27D6F198991C}"/>
              </a:ext>
            </a:extLst>
          </p:cNvPr>
          <p:cNvSpPr txBox="1"/>
          <p:nvPr/>
        </p:nvSpPr>
        <p:spPr>
          <a:xfrm>
            <a:off x="4943342" y="3233678"/>
            <a:ext cx="3822706" cy="2862322"/>
          </a:xfrm>
          <a:prstGeom prst="rect">
            <a:avLst/>
          </a:prstGeom>
          <a:solidFill>
            <a:schemeClr val="accent2">
              <a:lumMod val="20000"/>
              <a:lumOff val="80000"/>
            </a:schemeClr>
          </a:solidFill>
        </p:spPr>
        <p:txBody>
          <a:bodyPr wrap="square" rtlCol="0">
            <a:spAutoFit/>
          </a:bodyPr>
          <a:lstStyle/>
          <a:p>
            <a:r>
              <a:rPr lang="en-GB" sz="1600" dirty="0">
                <a:solidFill>
                  <a:srgbClr val="374151"/>
                </a:solidFill>
                <a:latin typeface="Söhne"/>
              </a:rPr>
              <a:t>Cumulative frequency:</a:t>
            </a:r>
          </a:p>
          <a:p>
            <a:r>
              <a:rPr lang="en-GB" sz="1600" dirty="0">
                <a:solidFill>
                  <a:srgbClr val="374151"/>
                </a:solidFill>
                <a:latin typeface="Söhne"/>
              </a:rPr>
              <a:t>Day 1: 10 successful purchases</a:t>
            </a:r>
          </a:p>
          <a:p>
            <a:r>
              <a:rPr lang="en-GB" sz="1600" dirty="0">
                <a:solidFill>
                  <a:srgbClr val="374151"/>
                </a:solidFill>
                <a:latin typeface="Söhne"/>
              </a:rPr>
              <a:t>Day 2: 15 successful purchases</a:t>
            </a:r>
          </a:p>
          <a:p>
            <a:r>
              <a:rPr lang="en-GB" sz="1600" dirty="0">
                <a:solidFill>
                  <a:srgbClr val="374151"/>
                </a:solidFill>
                <a:latin typeface="Söhne"/>
              </a:rPr>
              <a:t>Day 3: 8 successful purchases</a:t>
            </a:r>
          </a:p>
          <a:p>
            <a:r>
              <a:rPr lang="en-GB" sz="1600" dirty="0">
                <a:solidFill>
                  <a:srgbClr val="374151"/>
                </a:solidFill>
                <a:latin typeface="Söhne"/>
              </a:rPr>
              <a:t>Day 4: 12 successful purchases</a:t>
            </a:r>
          </a:p>
          <a:p>
            <a:endParaRPr lang="en-GB" sz="1600" dirty="0">
              <a:solidFill>
                <a:srgbClr val="374151"/>
              </a:solidFill>
              <a:latin typeface="Söhne"/>
            </a:endParaRPr>
          </a:p>
          <a:p>
            <a:r>
              <a:rPr lang="en-GB" sz="1600" dirty="0">
                <a:solidFill>
                  <a:srgbClr val="374151"/>
                </a:solidFill>
                <a:latin typeface="Söhne"/>
              </a:rPr>
              <a:t>Day 1: 10 (cumulative)</a:t>
            </a:r>
          </a:p>
          <a:p>
            <a:r>
              <a:rPr lang="en-GB" sz="1600" dirty="0">
                <a:solidFill>
                  <a:srgbClr val="374151"/>
                </a:solidFill>
                <a:latin typeface="Söhne"/>
              </a:rPr>
              <a:t>Day 2: 10 (previous cumulative) + 15 = 25</a:t>
            </a:r>
          </a:p>
          <a:p>
            <a:r>
              <a:rPr lang="en-GB" sz="1600" dirty="0">
                <a:solidFill>
                  <a:srgbClr val="374151"/>
                </a:solidFill>
                <a:latin typeface="Söhne"/>
              </a:rPr>
              <a:t>Day 3: 25 (previous cumulative) + 8 = 33</a:t>
            </a:r>
          </a:p>
          <a:p>
            <a:r>
              <a:rPr lang="en-GB" sz="1600" dirty="0">
                <a:solidFill>
                  <a:srgbClr val="374151"/>
                </a:solidFill>
                <a:latin typeface="Söhne"/>
              </a:rPr>
              <a:t>Day 4: 33 (previous cumulative) + 12 = 45</a:t>
            </a:r>
          </a:p>
          <a:p>
            <a:endParaRPr lang="en-GB" sz="2000" dirty="0"/>
          </a:p>
        </p:txBody>
      </p:sp>
      <p:sp>
        <p:nvSpPr>
          <p:cNvPr id="9" name="Footer Placeholder 8">
            <a:extLst>
              <a:ext uri="{FF2B5EF4-FFF2-40B4-BE49-F238E27FC236}">
                <a16:creationId xmlns:a16="http://schemas.microsoft.com/office/drawing/2014/main" id="{D5C7278A-81B9-93A8-0F4F-67556AE4A43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89D4CCED-D892-7326-0FDC-80D881D79DD0}"/>
              </a:ext>
            </a:extLst>
          </p:cNvPr>
          <p:cNvSpPr>
            <a:spLocks noGrp="1"/>
          </p:cNvSpPr>
          <p:nvPr>
            <p:ph type="sldNum" sz="quarter" idx="4"/>
          </p:nvPr>
        </p:nvSpPr>
        <p:spPr/>
        <p:txBody>
          <a:bodyPr/>
          <a:lstStyle/>
          <a:p>
            <a:fld id="{9FD7ECCF-50E7-4327-B945-FA93FF7B2BEF}" type="slidenum">
              <a:rPr lang="en-US" smtClean="0"/>
              <a:pPr/>
              <a:t>7</a:t>
            </a:fld>
            <a:r>
              <a:rPr lang="en-GB"/>
              <a:t>/75</a:t>
            </a:r>
            <a:endParaRPr lang="en-US" dirty="0"/>
          </a:p>
        </p:txBody>
      </p:sp>
    </p:spTree>
    <p:extLst>
      <p:ext uri="{BB962C8B-B14F-4D97-AF65-F5344CB8AC3E}">
        <p14:creationId xmlns:p14="http://schemas.microsoft.com/office/powerpoint/2010/main" val="36410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5"/>
                                        </p:tgtEl>
                                        <p:attrNameLst>
                                          <p:attrName>ppt_x</p:attrName>
                                        </p:attrNameLst>
                                      </p:cBhvr>
                                      <p:tavLst>
                                        <p:tav tm="0">
                                          <p:val>
                                            <p:strVal val="ppt_x"/>
                                          </p:val>
                                        </p:tav>
                                        <p:tav tm="100000">
                                          <p:val>
                                            <p:strVal val="ppt_x"/>
                                          </p:val>
                                        </p:tav>
                                      </p:tavLst>
                                    </p:anim>
                                    <p:anim calcmode="lin" valueType="num">
                                      <p:cBhvr additive="base">
                                        <p:cTn id="13" dur="500"/>
                                        <p:tgtEl>
                                          <p:spTgt spid="5"/>
                                        </p:tgtEl>
                                        <p:attrNameLst>
                                          <p:attrName>ppt_y</p:attrName>
                                        </p:attrNameLst>
                                      </p:cBhvr>
                                      <p:tavLst>
                                        <p:tav tm="0">
                                          <p:val>
                                            <p:strVal val="ppt_y"/>
                                          </p:val>
                                        </p:tav>
                                        <p:tav tm="100000">
                                          <p:val>
                                            <p:strVal val="1+ppt_h/2"/>
                                          </p:val>
                                        </p:tav>
                                      </p:tavLst>
                                    </p:anim>
                                    <p:set>
                                      <p:cBhvr>
                                        <p:cTn id="14" dur="1" fill="hold">
                                          <p:stCondLst>
                                            <p:cond delay="499"/>
                                          </p:stCondLst>
                                        </p:cTn>
                                        <p:tgtEl>
                                          <p:spTgt spid="5"/>
                                        </p:tgtEl>
                                        <p:attrNameLst>
                                          <p:attrName>style.visibility</p:attrName>
                                        </p:attrNameLst>
                                      </p:cBhvr>
                                      <p:to>
                                        <p:strVal val="hidden"/>
                                      </p:to>
                                    </p:set>
                                  </p:childTnLst>
                                </p:cTn>
                              </p:par>
                              <p:par>
                                <p:cTn id="15" presetID="2" presetClass="entr" presetSubtype="2"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grpId="1" nodeType="clickEffect">
                                  <p:stCondLst>
                                    <p:cond delay="0"/>
                                  </p:stCondLst>
                                  <p:childTnLst>
                                    <p:anim calcmode="lin" valueType="num">
                                      <p:cBhvr additive="base">
                                        <p:cTn id="22" dur="500"/>
                                        <p:tgtEl>
                                          <p:spTgt spid="4"/>
                                        </p:tgtEl>
                                        <p:attrNameLst>
                                          <p:attrName>ppt_x</p:attrName>
                                        </p:attrNameLst>
                                      </p:cBhvr>
                                      <p:tavLst>
                                        <p:tav tm="0">
                                          <p:val>
                                            <p:strVal val="ppt_x"/>
                                          </p:val>
                                        </p:tav>
                                        <p:tav tm="100000">
                                          <p:val>
                                            <p:strVal val="ppt_x"/>
                                          </p:val>
                                        </p:tav>
                                      </p:tavLst>
                                    </p:anim>
                                    <p:anim calcmode="lin" valueType="num">
                                      <p:cBhvr additive="base">
                                        <p:cTn id="23" dur="500"/>
                                        <p:tgtEl>
                                          <p:spTgt spid="4"/>
                                        </p:tgtEl>
                                        <p:attrNameLst>
                                          <p:attrName>ppt_y</p:attrName>
                                        </p:attrNameLst>
                                      </p:cBhvr>
                                      <p:tavLst>
                                        <p:tav tm="0">
                                          <p:val>
                                            <p:strVal val="ppt_y"/>
                                          </p:val>
                                        </p:tav>
                                        <p:tav tm="100000">
                                          <p:val>
                                            <p:strVal val="1+ppt_h/2"/>
                                          </p:val>
                                        </p:tav>
                                      </p:tavLst>
                                    </p:anim>
                                    <p:set>
                                      <p:cBhvr>
                                        <p:cTn id="24" dur="1" fill="hold">
                                          <p:stCondLst>
                                            <p:cond delay="499"/>
                                          </p:stCondLst>
                                        </p:cTn>
                                        <p:tgtEl>
                                          <p:spTgt spid="4"/>
                                        </p:tgtEl>
                                        <p:attrNameLst>
                                          <p:attrName>style.visibility</p:attrName>
                                        </p:attrNameLst>
                                      </p:cBhvr>
                                      <p:to>
                                        <p:strVal val="hidden"/>
                                      </p:to>
                                    </p:set>
                                  </p:childTnLst>
                                </p:cTn>
                              </p:par>
                              <p:par>
                                <p:cTn id="25" presetID="2" presetClass="entr" presetSubtype="2"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1+#ppt_w/2"/>
                                          </p:val>
                                        </p:tav>
                                        <p:tav tm="100000">
                                          <p:val>
                                            <p:strVal val="#ppt_x"/>
                                          </p:val>
                                        </p:tav>
                                      </p:tavLst>
                                    </p:anim>
                                    <p:anim calcmode="lin" valueType="num">
                                      <p:cBhvr additive="base">
                                        <p:cTn id="2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272F72-85F7-13F5-CDAC-DD1BAC4A6DE5}"/>
              </a:ext>
            </a:extLst>
          </p:cNvPr>
          <p:cNvPicPr>
            <a:picLocks noChangeAspect="1"/>
          </p:cNvPicPr>
          <p:nvPr/>
        </p:nvPicPr>
        <p:blipFill>
          <a:blip r:embed="rId2"/>
          <a:stretch>
            <a:fillRect/>
          </a:stretch>
        </p:blipFill>
        <p:spPr>
          <a:xfrm>
            <a:off x="2096344" y="2657896"/>
            <a:ext cx="4619625" cy="3962400"/>
          </a:xfrm>
          <a:prstGeom prst="rect">
            <a:avLst/>
          </a:prstGeom>
        </p:spPr>
      </p:pic>
      <p:sp>
        <p:nvSpPr>
          <p:cNvPr id="6" name="Title 5">
            <a:extLst>
              <a:ext uri="{FF2B5EF4-FFF2-40B4-BE49-F238E27FC236}">
                <a16:creationId xmlns:a16="http://schemas.microsoft.com/office/drawing/2014/main" id="{1B2497D5-6644-19FE-C744-395480A05FD9}"/>
              </a:ext>
            </a:extLst>
          </p:cNvPr>
          <p:cNvSpPr>
            <a:spLocks noGrp="1"/>
          </p:cNvSpPr>
          <p:nvPr>
            <p:ph type="title"/>
          </p:nvPr>
        </p:nvSpPr>
        <p:spPr/>
        <p:txBody>
          <a:bodyPr/>
          <a:lstStyle/>
          <a:p>
            <a:r>
              <a:rPr lang="en-GB" dirty="0"/>
              <a:t>Probability</a:t>
            </a:r>
          </a:p>
        </p:txBody>
      </p:sp>
      <p:pic>
        <p:nvPicPr>
          <p:cNvPr id="15" name="Picture 14">
            <a:extLst>
              <a:ext uri="{FF2B5EF4-FFF2-40B4-BE49-F238E27FC236}">
                <a16:creationId xmlns:a16="http://schemas.microsoft.com/office/drawing/2014/main" id="{FF73FA95-61EF-469E-6DC2-A039A115BE1B}"/>
              </a:ext>
            </a:extLst>
          </p:cNvPr>
          <p:cNvPicPr>
            <a:picLocks noChangeAspect="1"/>
          </p:cNvPicPr>
          <p:nvPr/>
        </p:nvPicPr>
        <p:blipFill>
          <a:blip r:embed="rId3"/>
          <a:stretch>
            <a:fillRect/>
          </a:stretch>
        </p:blipFill>
        <p:spPr>
          <a:xfrm>
            <a:off x="2586037" y="2999471"/>
            <a:ext cx="3971925" cy="2705100"/>
          </a:xfrm>
          <a:prstGeom prst="rect">
            <a:avLst/>
          </a:prstGeom>
        </p:spPr>
      </p:pic>
      <p:pic>
        <p:nvPicPr>
          <p:cNvPr id="17" name="Picture 16">
            <a:extLst>
              <a:ext uri="{FF2B5EF4-FFF2-40B4-BE49-F238E27FC236}">
                <a16:creationId xmlns:a16="http://schemas.microsoft.com/office/drawing/2014/main" id="{43D410E8-135D-38CD-CE4F-03B1AA8F5B6C}"/>
              </a:ext>
            </a:extLst>
          </p:cNvPr>
          <p:cNvPicPr>
            <a:picLocks noChangeAspect="1"/>
          </p:cNvPicPr>
          <p:nvPr/>
        </p:nvPicPr>
        <p:blipFill>
          <a:blip r:embed="rId4"/>
          <a:stretch>
            <a:fillRect/>
          </a:stretch>
        </p:blipFill>
        <p:spPr>
          <a:xfrm>
            <a:off x="2339972" y="3014663"/>
            <a:ext cx="4248150" cy="2505075"/>
          </a:xfrm>
          <a:prstGeom prst="rect">
            <a:avLst/>
          </a:prstGeom>
        </p:spPr>
      </p:pic>
      <p:pic>
        <p:nvPicPr>
          <p:cNvPr id="21" name="Picture 20" descr="coin probability rule">
            <a:extLst>
              <a:ext uri="{FF2B5EF4-FFF2-40B4-BE49-F238E27FC236}">
                <a16:creationId xmlns:a16="http://schemas.microsoft.com/office/drawing/2014/main" id="{21970E99-42F8-620C-0933-AF08449BB641}"/>
              </a:ext>
            </a:extLst>
          </p:cNvPr>
          <p:cNvPicPr>
            <a:picLocks noChangeAspect="1"/>
          </p:cNvPicPr>
          <p:nvPr/>
        </p:nvPicPr>
        <p:blipFill>
          <a:blip r:embed="rId5"/>
          <a:stretch>
            <a:fillRect/>
          </a:stretch>
        </p:blipFill>
        <p:spPr>
          <a:xfrm>
            <a:off x="2127557" y="2794782"/>
            <a:ext cx="5467350" cy="2867025"/>
          </a:xfrm>
          <a:prstGeom prst="rect">
            <a:avLst/>
          </a:prstGeom>
        </p:spPr>
      </p:pic>
      <p:sp>
        <p:nvSpPr>
          <p:cNvPr id="7" name="Date Placeholder 6">
            <a:extLst>
              <a:ext uri="{FF2B5EF4-FFF2-40B4-BE49-F238E27FC236}">
                <a16:creationId xmlns:a16="http://schemas.microsoft.com/office/drawing/2014/main" id="{58FE2705-CAAA-7BDF-E131-DB5EECCD560F}"/>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73DD4192-8DA7-77F1-8DEA-C0EDAE35FED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ABCF74CB-FE3E-FBE5-DAFC-8134A2F5DF49}"/>
              </a:ext>
            </a:extLst>
          </p:cNvPr>
          <p:cNvSpPr>
            <a:spLocks noGrp="1"/>
          </p:cNvSpPr>
          <p:nvPr>
            <p:ph type="sldNum" sz="quarter" idx="11"/>
          </p:nvPr>
        </p:nvSpPr>
        <p:spPr/>
        <p:txBody>
          <a:bodyPr/>
          <a:lstStyle/>
          <a:p>
            <a:fld id="{4F96EDF4-259A-48E8-B98E-8CB70E21F623}" type="slidenum">
              <a:rPr lang="en-US" smtClean="0"/>
              <a:pPr/>
              <a:t>8</a:t>
            </a:fld>
            <a:r>
              <a:rPr lang="en-GB"/>
              <a:t>/75</a:t>
            </a:r>
            <a:endParaRPr lang="en-US" dirty="0"/>
          </a:p>
        </p:txBody>
      </p:sp>
    </p:spTree>
    <p:extLst>
      <p:ext uri="{BB962C8B-B14F-4D97-AF65-F5344CB8AC3E}">
        <p14:creationId xmlns:p14="http://schemas.microsoft.com/office/powerpoint/2010/main" val="314615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15"/>
                                        </p:tgtEl>
                                        <p:attrNameLst>
                                          <p:attrName>ppt_x</p:attrName>
                                        </p:attrNameLst>
                                      </p:cBhvr>
                                      <p:tavLst>
                                        <p:tav tm="0">
                                          <p:val>
                                            <p:strVal val="ppt_x"/>
                                          </p:val>
                                        </p:tav>
                                        <p:tav tm="100000">
                                          <p:val>
                                            <p:strVal val="0-ppt_w/2"/>
                                          </p:val>
                                        </p:tav>
                                      </p:tavLst>
                                    </p:anim>
                                    <p:anim calcmode="lin" valueType="num">
                                      <p:cBhvr additive="base">
                                        <p:cTn id="7" dur="500"/>
                                        <p:tgtEl>
                                          <p:spTgt spid="15"/>
                                        </p:tgtEl>
                                        <p:attrNameLst>
                                          <p:attrName>ppt_y</p:attrName>
                                        </p:attrNameLst>
                                      </p:cBhvr>
                                      <p:tavLst>
                                        <p:tav tm="0">
                                          <p:val>
                                            <p:strVal val="ppt_y"/>
                                          </p:val>
                                        </p:tav>
                                        <p:tav tm="100000">
                                          <p:val>
                                            <p:strVal val="ppt_y"/>
                                          </p:val>
                                        </p:tav>
                                      </p:tavLst>
                                    </p:anim>
                                    <p:set>
                                      <p:cBhvr>
                                        <p:cTn id="8" dur="1" fill="hold">
                                          <p:stCondLst>
                                            <p:cond delay="499"/>
                                          </p:stCondLst>
                                        </p:cTn>
                                        <p:tgtEl>
                                          <p:spTgt spid="15"/>
                                        </p:tgtEl>
                                        <p:attrNameLst>
                                          <p:attrName>style.visibility</p:attrName>
                                        </p:attrNameLst>
                                      </p:cBhvr>
                                      <p:to>
                                        <p:strVal val="hidden"/>
                                      </p:to>
                                    </p:set>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xit" presetSubtype="8" fill="hold" nodeType="clickEffect">
                                  <p:stCondLst>
                                    <p:cond delay="0"/>
                                  </p:stCondLst>
                                  <p:childTnLst>
                                    <p:anim calcmode="lin" valueType="num">
                                      <p:cBhvr additive="base">
                                        <p:cTn id="17" dur="500"/>
                                        <p:tgtEl>
                                          <p:spTgt spid="17"/>
                                        </p:tgtEl>
                                        <p:attrNameLst>
                                          <p:attrName>ppt_x</p:attrName>
                                        </p:attrNameLst>
                                      </p:cBhvr>
                                      <p:tavLst>
                                        <p:tav tm="0">
                                          <p:val>
                                            <p:strVal val="ppt_x"/>
                                          </p:val>
                                        </p:tav>
                                        <p:tav tm="100000">
                                          <p:val>
                                            <p:strVal val="0-ppt_w/2"/>
                                          </p:val>
                                        </p:tav>
                                      </p:tavLst>
                                    </p:anim>
                                    <p:anim calcmode="lin" valueType="num">
                                      <p:cBhvr additive="base">
                                        <p:cTn id="18" dur="500"/>
                                        <p:tgtEl>
                                          <p:spTgt spid="17"/>
                                        </p:tgtEl>
                                        <p:attrNameLst>
                                          <p:attrName>ppt_y</p:attrName>
                                        </p:attrNameLst>
                                      </p:cBhvr>
                                      <p:tavLst>
                                        <p:tav tm="0">
                                          <p:val>
                                            <p:strVal val="ppt_y"/>
                                          </p:val>
                                        </p:tav>
                                        <p:tav tm="100000">
                                          <p:val>
                                            <p:strVal val="ppt_y"/>
                                          </p:val>
                                        </p:tav>
                                      </p:tavLst>
                                    </p:anim>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500"/>
                            </p:stCondLst>
                            <p:childTnLst>
                              <p:par>
                                <p:cTn id="21" presetID="2" presetClass="entr" presetSubtype="2"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1+#ppt_w/2"/>
                                          </p:val>
                                        </p:tav>
                                        <p:tav tm="100000">
                                          <p:val>
                                            <p:strVal val="#ppt_x"/>
                                          </p:val>
                                        </p:tav>
                                      </p:tavLst>
                                    </p:anim>
                                    <p:anim calcmode="lin" valueType="num">
                                      <p:cBhvr additive="base">
                                        <p:cTn id="2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xit" presetSubtype="8" fill="hold" nodeType="clickEffect">
                                  <p:stCondLst>
                                    <p:cond delay="0"/>
                                  </p:stCondLst>
                                  <p:childTnLst>
                                    <p:anim calcmode="lin" valueType="num">
                                      <p:cBhvr additive="base">
                                        <p:cTn id="28" dur="500"/>
                                        <p:tgtEl>
                                          <p:spTgt spid="21"/>
                                        </p:tgtEl>
                                        <p:attrNameLst>
                                          <p:attrName>ppt_x</p:attrName>
                                        </p:attrNameLst>
                                      </p:cBhvr>
                                      <p:tavLst>
                                        <p:tav tm="0">
                                          <p:val>
                                            <p:strVal val="ppt_x"/>
                                          </p:val>
                                        </p:tav>
                                        <p:tav tm="100000">
                                          <p:val>
                                            <p:strVal val="0-ppt_w/2"/>
                                          </p:val>
                                        </p:tav>
                                      </p:tavLst>
                                    </p:anim>
                                    <p:anim calcmode="lin" valueType="num">
                                      <p:cBhvr additive="base">
                                        <p:cTn id="29" dur="500"/>
                                        <p:tgtEl>
                                          <p:spTgt spid="21"/>
                                        </p:tgtEl>
                                        <p:attrNameLst>
                                          <p:attrName>ppt_y</p:attrName>
                                        </p:attrNameLst>
                                      </p:cBhvr>
                                      <p:tavLst>
                                        <p:tav tm="0">
                                          <p:val>
                                            <p:strVal val="ppt_y"/>
                                          </p:val>
                                        </p:tav>
                                        <p:tav tm="100000">
                                          <p:val>
                                            <p:strVal val="ppt_y"/>
                                          </p:val>
                                        </p:tav>
                                      </p:tavLst>
                                    </p:anim>
                                    <p:set>
                                      <p:cBhvr>
                                        <p:cTn id="30" dur="1" fill="hold">
                                          <p:stCondLst>
                                            <p:cond delay="499"/>
                                          </p:stCondLst>
                                        </p:cTn>
                                        <p:tgtEl>
                                          <p:spTgt spid="21"/>
                                        </p:tgtEl>
                                        <p:attrNameLst>
                                          <p:attrName>style.visibility</p:attrName>
                                        </p:attrNameLst>
                                      </p:cBhvr>
                                      <p:to>
                                        <p:strVal val="hidden"/>
                                      </p:to>
                                    </p:set>
                                  </p:childTnLst>
                                </p:cTn>
                              </p:par>
                            </p:childTnLst>
                          </p:cTn>
                        </p:par>
                        <p:par>
                          <p:cTn id="31" fill="hold">
                            <p:stCondLst>
                              <p:cond delay="500"/>
                            </p:stCondLst>
                            <p:childTnLst>
                              <p:par>
                                <p:cTn id="32" presetID="2" presetClass="entr" presetSubtype="2"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1+#ppt_w/2"/>
                                          </p:val>
                                        </p:tav>
                                        <p:tav tm="100000">
                                          <p:val>
                                            <p:strVal val="#ppt_x"/>
                                          </p:val>
                                        </p:tav>
                                      </p:tavLst>
                                    </p:anim>
                                    <p:anim calcmode="lin" valueType="num">
                                      <p:cBhvr additive="base">
                                        <p:cTn id="3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E3BBB1-2A26-20DD-4C95-F0C29450901E}"/>
              </a:ext>
            </a:extLst>
          </p:cNvPr>
          <p:cNvSpPr>
            <a:spLocks noGrp="1"/>
          </p:cNvSpPr>
          <p:nvPr>
            <p:ph type="title"/>
          </p:nvPr>
        </p:nvSpPr>
        <p:spPr/>
        <p:txBody>
          <a:bodyPr/>
          <a:lstStyle/>
          <a:p>
            <a:r>
              <a:rPr lang="en-GB" dirty="0"/>
              <a:t>Probability distribution</a:t>
            </a:r>
          </a:p>
        </p:txBody>
      </p:sp>
      <p:sp>
        <p:nvSpPr>
          <p:cNvPr id="8" name="Content Placeholder 7">
            <a:extLst>
              <a:ext uri="{FF2B5EF4-FFF2-40B4-BE49-F238E27FC236}">
                <a16:creationId xmlns:a16="http://schemas.microsoft.com/office/drawing/2014/main" id="{27F00263-5C3E-D002-4932-8A26B1294B16}"/>
              </a:ext>
            </a:extLst>
          </p:cNvPr>
          <p:cNvSpPr>
            <a:spLocks noGrp="1"/>
          </p:cNvSpPr>
          <p:nvPr>
            <p:ph sz="quarter" idx="1"/>
          </p:nvPr>
        </p:nvSpPr>
        <p:spPr>
          <a:xfrm>
            <a:off x="612648" y="1600200"/>
            <a:ext cx="8153400" cy="4495800"/>
          </a:xfrm>
        </p:spPr>
        <p:txBody>
          <a:bodyPr>
            <a:normAutofit/>
          </a:bodyPr>
          <a:lstStyle/>
          <a:p>
            <a:pPr>
              <a:spcAft>
                <a:spcPts val="600"/>
              </a:spcAft>
            </a:pPr>
            <a:r>
              <a:rPr lang="en-GB" dirty="0">
                <a:solidFill>
                  <a:schemeClr val="accent6">
                    <a:lumMod val="50000"/>
                  </a:schemeClr>
                </a:solidFill>
              </a:rPr>
              <a:t>A </a:t>
            </a:r>
            <a:r>
              <a:rPr lang="en-GB" b="1" dirty="0">
                <a:solidFill>
                  <a:schemeClr val="accent2">
                    <a:lumMod val="75000"/>
                  </a:schemeClr>
                </a:solidFill>
              </a:rPr>
              <a:t>probability distribution </a:t>
            </a:r>
            <a:r>
              <a:rPr lang="en-GB" dirty="0">
                <a:solidFill>
                  <a:schemeClr val="accent6">
                    <a:lumMod val="50000"/>
                  </a:schemeClr>
                </a:solidFill>
              </a:rPr>
              <a:t>is a mathematical function that describes the probability of different possible values of a variable.</a:t>
            </a:r>
          </a:p>
          <a:p>
            <a:pPr algn="l">
              <a:spcAft>
                <a:spcPts val="600"/>
              </a:spcAft>
            </a:pPr>
            <a:r>
              <a:rPr lang="en-GB" dirty="0">
                <a:solidFill>
                  <a:schemeClr val="accent6">
                    <a:lumMod val="50000"/>
                  </a:schemeClr>
                </a:solidFill>
              </a:rPr>
              <a:t>A probability distribution is an </a:t>
            </a:r>
            <a:r>
              <a:rPr lang="en-GB" b="1" dirty="0">
                <a:solidFill>
                  <a:schemeClr val="accent2">
                    <a:lumMod val="75000"/>
                  </a:schemeClr>
                </a:solidFill>
              </a:rPr>
              <a:t>idealised frequency distribution</a:t>
            </a:r>
            <a:r>
              <a:rPr lang="en-GB" dirty="0">
                <a:solidFill>
                  <a:schemeClr val="accent6">
                    <a:lumMod val="50000"/>
                  </a:schemeClr>
                </a:solidFill>
              </a:rPr>
              <a:t>.</a:t>
            </a:r>
          </a:p>
          <a:p>
            <a:pPr algn="l">
              <a:spcAft>
                <a:spcPts val="600"/>
              </a:spcAft>
            </a:pPr>
            <a:r>
              <a:rPr lang="en-GB" dirty="0">
                <a:solidFill>
                  <a:schemeClr val="accent6">
                    <a:lumMod val="50000"/>
                  </a:schemeClr>
                </a:solidFill>
              </a:rPr>
              <a:t>A </a:t>
            </a:r>
            <a:r>
              <a:rPr lang="en-GB" b="1" dirty="0">
                <a:solidFill>
                  <a:schemeClr val="accent2">
                    <a:lumMod val="75000"/>
                  </a:schemeClr>
                </a:solidFill>
              </a:rPr>
              <a:t>frequency distribution describes a specific sample or dataset</a:t>
            </a:r>
            <a:r>
              <a:rPr lang="en-GB" dirty="0">
                <a:solidFill>
                  <a:schemeClr val="accent6">
                    <a:lumMod val="50000"/>
                  </a:schemeClr>
                </a:solidFill>
              </a:rPr>
              <a:t>. It’s the number of times each possible value of a variable occurs in the dataset.</a:t>
            </a:r>
          </a:p>
          <a:p>
            <a:pPr>
              <a:spcAft>
                <a:spcPts val="600"/>
              </a:spcAft>
            </a:pPr>
            <a:endParaRPr lang="en-GB" dirty="0">
              <a:solidFill>
                <a:schemeClr val="accent6">
                  <a:lumMod val="50000"/>
                </a:schemeClr>
              </a:solidFill>
            </a:endParaRPr>
          </a:p>
        </p:txBody>
      </p:sp>
      <p:sp>
        <p:nvSpPr>
          <p:cNvPr id="4" name="Footer Placeholder 3">
            <a:extLst>
              <a:ext uri="{FF2B5EF4-FFF2-40B4-BE49-F238E27FC236}">
                <a16:creationId xmlns:a16="http://schemas.microsoft.com/office/drawing/2014/main" id="{178D2791-8090-667A-B95C-38F8DA6B51A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BDA6A11-48C2-ED20-58AF-97254481F9BB}"/>
              </a:ext>
            </a:extLst>
          </p:cNvPr>
          <p:cNvSpPr>
            <a:spLocks noGrp="1"/>
          </p:cNvSpPr>
          <p:nvPr>
            <p:ph type="sldNum" sz="quarter" idx="4"/>
          </p:nvPr>
        </p:nvSpPr>
        <p:spPr/>
        <p:txBody>
          <a:bodyPr/>
          <a:lstStyle/>
          <a:p>
            <a:fld id="{9FD7ECCF-50E7-4327-B945-FA93FF7B2BEF}" type="slidenum">
              <a:rPr lang="en-US" smtClean="0"/>
              <a:pPr/>
              <a:t>9</a:t>
            </a:fld>
            <a:r>
              <a:rPr lang="en-GB"/>
              <a:t>/75</a:t>
            </a:r>
            <a:endParaRPr lang="en-US" dirty="0"/>
          </a:p>
        </p:txBody>
      </p:sp>
    </p:spTree>
    <p:extLst>
      <p:ext uri="{BB962C8B-B14F-4D97-AF65-F5344CB8AC3E}">
        <p14:creationId xmlns:p14="http://schemas.microsoft.com/office/powerpoint/2010/main" val="2001595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BC535-6FEF-03F3-DABD-47E724076AE8}"/>
              </a:ext>
            </a:extLst>
          </p:cNvPr>
          <p:cNvSpPr>
            <a:spLocks noGrp="1"/>
          </p:cNvSpPr>
          <p:nvPr>
            <p:ph type="title"/>
          </p:nvPr>
        </p:nvSpPr>
        <p:spPr/>
        <p:txBody>
          <a:bodyPr/>
          <a:lstStyle/>
          <a:p>
            <a:r>
              <a:rPr lang="en-GB" dirty="0"/>
              <a:t>Probability distribution</a:t>
            </a:r>
          </a:p>
        </p:txBody>
      </p:sp>
      <p:sp>
        <p:nvSpPr>
          <p:cNvPr id="3" name="Content Placeholder 2">
            <a:extLst>
              <a:ext uri="{FF2B5EF4-FFF2-40B4-BE49-F238E27FC236}">
                <a16:creationId xmlns:a16="http://schemas.microsoft.com/office/drawing/2014/main" id="{075B464B-F948-A132-787C-B970A26DF0DF}"/>
              </a:ext>
            </a:extLst>
          </p:cNvPr>
          <p:cNvSpPr>
            <a:spLocks noGrp="1"/>
          </p:cNvSpPr>
          <p:nvPr>
            <p:ph sz="quarter" idx="1"/>
          </p:nvPr>
        </p:nvSpPr>
        <p:spPr>
          <a:xfrm>
            <a:off x="612648" y="1600200"/>
            <a:ext cx="8153400" cy="4853136"/>
          </a:xfrm>
        </p:spPr>
        <p:txBody>
          <a:bodyPr>
            <a:normAutofit fontScale="70000" lnSpcReduction="20000"/>
          </a:bodyPr>
          <a:lstStyle/>
          <a:p>
            <a:pPr>
              <a:lnSpc>
                <a:spcPct val="120000"/>
              </a:lnSpc>
              <a:spcBef>
                <a:spcPts val="600"/>
              </a:spcBef>
            </a:pPr>
            <a:r>
              <a:rPr lang="en-GB" b="1" dirty="0">
                <a:solidFill>
                  <a:schemeClr val="accent2">
                    <a:lumMod val="75000"/>
                  </a:schemeClr>
                </a:solidFill>
              </a:rPr>
              <a:t>Probability is a number between 0 and 1 </a:t>
            </a:r>
            <a:r>
              <a:rPr lang="en-GB" dirty="0">
                <a:solidFill>
                  <a:schemeClr val="accent6">
                    <a:lumMod val="50000"/>
                  </a:schemeClr>
                </a:solidFill>
              </a:rPr>
              <a:t>that says how likely something is to occur:</a:t>
            </a:r>
          </a:p>
          <a:p>
            <a:pPr lvl="1">
              <a:lnSpc>
                <a:spcPct val="120000"/>
              </a:lnSpc>
              <a:spcBef>
                <a:spcPts val="600"/>
              </a:spcBef>
            </a:pPr>
            <a:r>
              <a:rPr lang="en-GB" dirty="0">
                <a:solidFill>
                  <a:schemeClr val="accent6">
                    <a:lumMod val="50000"/>
                  </a:schemeClr>
                </a:solidFill>
              </a:rPr>
              <a:t>0 means it’s impossible.</a:t>
            </a:r>
          </a:p>
          <a:p>
            <a:pPr lvl="1">
              <a:lnSpc>
                <a:spcPct val="120000"/>
              </a:lnSpc>
              <a:spcBef>
                <a:spcPts val="600"/>
              </a:spcBef>
            </a:pPr>
            <a:r>
              <a:rPr lang="en-GB" dirty="0">
                <a:solidFill>
                  <a:schemeClr val="accent6">
                    <a:lumMod val="50000"/>
                  </a:schemeClr>
                </a:solidFill>
              </a:rPr>
              <a:t>1 means it’s certain.</a:t>
            </a:r>
          </a:p>
          <a:p>
            <a:pPr>
              <a:lnSpc>
                <a:spcPct val="120000"/>
              </a:lnSpc>
              <a:spcBef>
                <a:spcPts val="600"/>
              </a:spcBef>
            </a:pPr>
            <a:r>
              <a:rPr lang="en-GB" dirty="0">
                <a:solidFill>
                  <a:schemeClr val="accent6">
                    <a:lumMod val="50000"/>
                  </a:schemeClr>
                </a:solidFill>
              </a:rPr>
              <a:t>The higher the frequency of a value in a sample the higher its probability. More specifically, </a:t>
            </a:r>
            <a:r>
              <a:rPr lang="en-GB" b="1" dirty="0">
                <a:solidFill>
                  <a:schemeClr val="accent6">
                    <a:lumMod val="50000"/>
                  </a:schemeClr>
                </a:solidFill>
              </a:rPr>
              <a:t>the probability of a value is its relative frequency in an infinitely large sample</a:t>
            </a:r>
            <a:r>
              <a:rPr lang="en-GB" dirty="0">
                <a:solidFill>
                  <a:schemeClr val="accent6">
                    <a:lumMod val="50000"/>
                  </a:schemeClr>
                </a:solidFill>
              </a:rPr>
              <a:t>.</a:t>
            </a:r>
          </a:p>
          <a:p>
            <a:pPr>
              <a:lnSpc>
                <a:spcPct val="120000"/>
              </a:lnSpc>
              <a:spcBef>
                <a:spcPts val="600"/>
              </a:spcBef>
            </a:pPr>
            <a:r>
              <a:rPr lang="en-GB" dirty="0">
                <a:solidFill>
                  <a:schemeClr val="accent6">
                    <a:lumMod val="50000"/>
                  </a:schemeClr>
                </a:solidFill>
              </a:rPr>
              <a:t>Infinitely large samples are impossible in real life, so </a:t>
            </a:r>
            <a:r>
              <a:rPr lang="en-GB" b="1" dirty="0">
                <a:solidFill>
                  <a:schemeClr val="accent6">
                    <a:lumMod val="50000"/>
                  </a:schemeClr>
                </a:solidFill>
              </a:rPr>
              <a:t>probability distributions are </a:t>
            </a:r>
            <a:r>
              <a:rPr lang="en-GB" dirty="0">
                <a:solidFill>
                  <a:schemeClr val="accent6">
                    <a:lumMod val="50000"/>
                  </a:schemeClr>
                </a:solidFill>
              </a:rPr>
              <a:t>theoretical. </a:t>
            </a:r>
            <a:r>
              <a:rPr lang="en-GB" b="1" dirty="0">
                <a:solidFill>
                  <a:schemeClr val="accent6">
                    <a:lumMod val="50000"/>
                  </a:schemeClr>
                </a:solidFill>
              </a:rPr>
              <a:t>They’re idealised versions of frequency distributions that aim to describe the population the sample was drawn from</a:t>
            </a:r>
            <a:r>
              <a:rPr lang="en-GB" dirty="0">
                <a:solidFill>
                  <a:schemeClr val="accent6">
                    <a:lumMod val="50000"/>
                  </a:schemeClr>
                </a:solidFill>
              </a:rPr>
              <a:t>.</a:t>
            </a:r>
          </a:p>
          <a:p>
            <a:pPr>
              <a:lnSpc>
                <a:spcPct val="120000"/>
              </a:lnSpc>
              <a:spcBef>
                <a:spcPts val="600"/>
              </a:spcBef>
            </a:pPr>
            <a:r>
              <a:rPr lang="en-GB" dirty="0">
                <a:solidFill>
                  <a:schemeClr val="accent6">
                    <a:lumMod val="50000"/>
                  </a:schemeClr>
                </a:solidFill>
              </a:rPr>
              <a:t>Probability distributions are used to describe the populations of real-life variables, like coin tosses or the weight of chicken eggs. They’re also used in hypothesis testing to determine the </a:t>
            </a:r>
            <a:r>
              <a:rPr lang="en-GB" b="1" dirty="0">
                <a:solidFill>
                  <a:schemeClr val="accent2">
                    <a:lumMod val="75000"/>
                  </a:schemeClr>
                </a:solidFill>
                <a:highlight>
                  <a:srgbClr val="D4FEFD"/>
                </a:highlight>
              </a:rPr>
              <a:t>p-value</a:t>
            </a:r>
            <a:r>
              <a:rPr lang="en-GB" dirty="0">
                <a:solidFill>
                  <a:schemeClr val="accent6">
                    <a:lumMod val="50000"/>
                  </a:schemeClr>
                </a:solidFill>
              </a:rPr>
              <a:t>.</a:t>
            </a:r>
          </a:p>
        </p:txBody>
      </p:sp>
      <p:sp>
        <p:nvSpPr>
          <p:cNvPr id="4" name="Footer Placeholder 3">
            <a:extLst>
              <a:ext uri="{FF2B5EF4-FFF2-40B4-BE49-F238E27FC236}">
                <a16:creationId xmlns:a16="http://schemas.microsoft.com/office/drawing/2014/main" id="{D4146714-44DD-3012-C572-55BC28081B3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3F27994-4711-868D-0455-500435B779BE}"/>
              </a:ext>
            </a:extLst>
          </p:cNvPr>
          <p:cNvSpPr>
            <a:spLocks noGrp="1"/>
          </p:cNvSpPr>
          <p:nvPr>
            <p:ph type="sldNum" sz="quarter" idx="4"/>
          </p:nvPr>
        </p:nvSpPr>
        <p:spPr/>
        <p:txBody>
          <a:bodyPr/>
          <a:lstStyle/>
          <a:p>
            <a:fld id="{9FD7ECCF-50E7-4327-B945-FA93FF7B2BEF}" type="slidenum">
              <a:rPr lang="en-US" smtClean="0"/>
              <a:pPr/>
              <a:t>10</a:t>
            </a:fld>
            <a:r>
              <a:rPr lang="en-GB"/>
              <a:t>/75</a:t>
            </a:r>
            <a:endParaRPr lang="en-US" dirty="0"/>
          </a:p>
        </p:txBody>
      </p:sp>
    </p:spTree>
    <p:extLst>
      <p:ext uri="{BB962C8B-B14F-4D97-AF65-F5344CB8AC3E}">
        <p14:creationId xmlns:p14="http://schemas.microsoft.com/office/powerpoint/2010/main" val="389116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5A70-B585-437F-7CC9-1417EC658DEA}"/>
              </a:ext>
            </a:extLst>
          </p:cNvPr>
          <p:cNvSpPr>
            <a:spLocks noGrp="1"/>
          </p:cNvSpPr>
          <p:nvPr>
            <p:ph type="title"/>
          </p:nvPr>
        </p:nvSpPr>
        <p:spPr/>
        <p:txBody>
          <a:bodyPr/>
          <a:lstStyle/>
          <a:p>
            <a:r>
              <a:rPr lang="en-GB" dirty="0"/>
              <a:t>p-value</a:t>
            </a:r>
          </a:p>
        </p:txBody>
      </p:sp>
      <p:sp>
        <p:nvSpPr>
          <p:cNvPr id="3" name="Content Placeholder 2">
            <a:extLst>
              <a:ext uri="{FF2B5EF4-FFF2-40B4-BE49-F238E27FC236}">
                <a16:creationId xmlns:a16="http://schemas.microsoft.com/office/drawing/2014/main" id="{06A1F32A-84E0-F295-6B2B-11561AE6C0BF}"/>
              </a:ext>
            </a:extLst>
          </p:cNvPr>
          <p:cNvSpPr>
            <a:spLocks noGrp="1"/>
          </p:cNvSpPr>
          <p:nvPr>
            <p:ph sz="quarter" idx="1"/>
          </p:nvPr>
        </p:nvSpPr>
        <p:spPr/>
        <p:txBody>
          <a:bodyPr>
            <a:normAutofit/>
          </a:bodyPr>
          <a:lstStyle/>
          <a:p>
            <a:r>
              <a:rPr lang="en-GB" b="0" i="0" dirty="0">
                <a:solidFill>
                  <a:schemeClr val="accent6">
                    <a:lumMod val="50000"/>
                  </a:schemeClr>
                </a:solidFill>
                <a:effectLst/>
              </a:rPr>
              <a:t>A p-value is </a:t>
            </a:r>
            <a:r>
              <a:rPr lang="en-GB" b="1" i="0" dirty="0">
                <a:solidFill>
                  <a:schemeClr val="accent6">
                    <a:lumMod val="50000"/>
                  </a:schemeClr>
                </a:solidFill>
                <a:effectLst/>
              </a:rPr>
              <a:t>a statistical measurement used to validate a hypothesis against observed data</a:t>
            </a:r>
            <a:r>
              <a:rPr lang="en-GB" b="0" i="0" dirty="0">
                <a:solidFill>
                  <a:schemeClr val="accent6">
                    <a:lumMod val="50000"/>
                  </a:schemeClr>
                </a:solidFill>
                <a:effectLst/>
              </a:rPr>
              <a:t>. </a:t>
            </a:r>
          </a:p>
          <a:p>
            <a:r>
              <a:rPr lang="en-GB" b="0" i="0" dirty="0">
                <a:solidFill>
                  <a:schemeClr val="accent6">
                    <a:lumMod val="50000"/>
                  </a:schemeClr>
                </a:solidFill>
                <a:effectLst/>
              </a:rPr>
              <a:t>A p-value measures the probability of obtaining the observed results, assuming that the null hypothesis is true.</a:t>
            </a:r>
          </a:p>
          <a:p>
            <a:endParaRPr lang="en-GB" dirty="0">
              <a:solidFill>
                <a:schemeClr val="accent6">
                  <a:lumMod val="50000"/>
                </a:schemeClr>
              </a:solidFill>
            </a:endParaRPr>
          </a:p>
          <a:p>
            <a:r>
              <a:rPr lang="en-GB" i="1" dirty="0">
                <a:solidFill>
                  <a:schemeClr val="accent6">
                    <a:lumMod val="50000"/>
                  </a:schemeClr>
                </a:solidFill>
              </a:rPr>
              <a:t>We will examine the p-value later</a:t>
            </a:r>
          </a:p>
        </p:txBody>
      </p:sp>
      <p:sp>
        <p:nvSpPr>
          <p:cNvPr id="4" name="Footer Placeholder 3">
            <a:extLst>
              <a:ext uri="{FF2B5EF4-FFF2-40B4-BE49-F238E27FC236}">
                <a16:creationId xmlns:a16="http://schemas.microsoft.com/office/drawing/2014/main" id="{46DAAC11-E742-362C-F3D4-483A24A36CF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E8B8D1F-32A8-3D62-6254-478C276E2EA6}"/>
              </a:ext>
            </a:extLst>
          </p:cNvPr>
          <p:cNvSpPr>
            <a:spLocks noGrp="1"/>
          </p:cNvSpPr>
          <p:nvPr>
            <p:ph type="sldNum" sz="quarter" idx="4"/>
          </p:nvPr>
        </p:nvSpPr>
        <p:spPr/>
        <p:txBody>
          <a:bodyPr/>
          <a:lstStyle/>
          <a:p>
            <a:fld id="{9FD7ECCF-50E7-4327-B945-FA93FF7B2BEF}" type="slidenum">
              <a:rPr lang="en-US" smtClean="0"/>
              <a:pPr/>
              <a:t>11</a:t>
            </a:fld>
            <a:r>
              <a:rPr lang="en-GB"/>
              <a:t>/75</a:t>
            </a:r>
            <a:endParaRPr lang="en-US" dirty="0"/>
          </a:p>
        </p:txBody>
      </p:sp>
    </p:spTree>
    <p:extLst>
      <p:ext uri="{BB962C8B-B14F-4D97-AF65-F5344CB8AC3E}">
        <p14:creationId xmlns:p14="http://schemas.microsoft.com/office/powerpoint/2010/main" val="2640239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CCAB8-53EF-F494-B04D-12B1F9878270}"/>
              </a:ext>
            </a:extLst>
          </p:cNvPr>
          <p:cNvSpPr>
            <a:spLocks noGrp="1"/>
          </p:cNvSpPr>
          <p:nvPr>
            <p:ph type="title"/>
          </p:nvPr>
        </p:nvSpPr>
        <p:spPr/>
        <p:txBody>
          <a:bodyPr/>
          <a:lstStyle/>
          <a:p>
            <a:r>
              <a:rPr lang="en-GB" dirty="0"/>
              <a:t>Types of probability distributions</a:t>
            </a:r>
          </a:p>
        </p:txBody>
      </p:sp>
      <p:sp>
        <p:nvSpPr>
          <p:cNvPr id="3" name="Content Placeholder 2">
            <a:extLst>
              <a:ext uri="{FF2B5EF4-FFF2-40B4-BE49-F238E27FC236}">
                <a16:creationId xmlns:a16="http://schemas.microsoft.com/office/drawing/2014/main" id="{CEE5F7B3-C88E-1EE3-6D3F-E87169BF0BE0}"/>
              </a:ext>
            </a:extLst>
          </p:cNvPr>
          <p:cNvSpPr>
            <a:spLocks noGrp="1"/>
          </p:cNvSpPr>
          <p:nvPr>
            <p:ph sz="quarter" idx="1"/>
          </p:nvPr>
        </p:nvSpPr>
        <p:spPr/>
        <p:txBody>
          <a:bodyPr/>
          <a:lstStyle/>
          <a:p>
            <a:r>
              <a:rPr lang="en-GB" b="1" dirty="0">
                <a:solidFill>
                  <a:schemeClr val="accent2">
                    <a:lumMod val="75000"/>
                  </a:schemeClr>
                </a:solidFill>
              </a:rPr>
              <a:t>Discrete probability distributions </a:t>
            </a:r>
            <a:r>
              <a:rPr lang="en-GB" dirty="0">
                <a:solidFill>
                  <a:schemeClr val="accent6">
                    <a:lumMod val="50000"/>
                  </a:schemeClr>
                </a:solidFill>
              </a:rPr>
              <a:t>is distributions of a categorical or discrete variable</a:t>
            </a:r>
          </a:p>
          <a:p>
            <a:pPr lvl="1"/>
            <a:r>
              <a:rPr lang="en-GB" dirty="0">
                <a:solidFill>
                  <a:schemeClr val="accent6">
                    <a:lumMod val="50000"/>
                  </a:schemeClr>
                </a:solidFill>
              </a:rPr>
              <a:t>No possibility for 0 (dice rolls)</a:t>
            </a:r>
          </a:p>
          <a:p>
            <a:r>
              <a:rPr lang="en-GB" b="1" dirty="0">
                <a:solidFill>
                  <a:schemeClr val="accent2">
                    <a:lumMod val="75000"/>
                  </a:schemeClr>
                </a:solidFill>
              </a:rPr>
              <a:t>Continuous probability distribution </a:t>
            </a:r>
            <a:r>
              <a:rPr lang="en-GB" dirty="0">
                <a:solidFill>
                  <a:schemeClr val="accent6">
                    <a:lumMod val="50000"/>
                  </a:schemeClr>
                </a:solidFill>
              </a:rPr>
              <a:t>is the probability distribution of a continuous variable</a:t>
            </a:r>
          </a:p>
          <a:p>
            <a:pPr lvl="1"/>
            <a:r>
              <a:rPr lang="en-GB" dirty="0">
                <a:solidFill>
                  <a:schemeClr val="accent6">
                    <a:lumMod val="50000"/>
                  </a:schemeClr>
                </a:solidFill>
              </a:rPr>
              <a:t>A continuous variable can have any value between its lowest and highest values. Therefore, continuous probability distributions include every number in the variable’s range.</a:t>
            </a:r>
          </a:p>
        </p:txBody>
      </p:sp>
      <p:sp>
        <p:nvSpPr>
          <p:cNvPr id="4" name="Footer Placeholder 3">
            <a:extLst>
              <a:ext uri="{FF2B5EF4-FFF2-40B4-BE49-F238E27FC236}">
                <a16:creationId xmlns:a16="http://schemas.microsoft.com/office/drawing/2014/main" id="{C9EB3CC4-5749-913E-1A77-FD61B27ED9C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86643118-1A2A-2FD0-A5E4-1DEC00AF7A27}"/>
              </a:ext>
            </a:extLst>
          </p:cNvPr>
          <p:cNvSpPr>
            <a:spLocks noGrp="1"/>
          </p:cNvSpPr>
          <p:nvPr>
            <p:ph type="sldNum" sz="quarter" idx="4"/>
          </p:nvPr>
        </p:nvSpPr>
        <p:spPr/>
        <p:txBody>
          <a:bodyPr/>
          <a:lstStyle/>
          <a:p>
            <a:fld id="{9FD7ECCF-50E7-4327-B945-FA93FF7B2BEF}" type="slidenum">
              <a:rPr lang="en-US" smtClean="0"/>
              <a:pPr/>
              <a:t>12</a:t>
            </a:fld>
            <a:r>
              <a:rPr lang="en-GB"/>
              <a:t>/75</a:t>
            </a:r>
            <a:endParaRPr lang="en-US" dirty="0"/>
          </a:p>
        </p:txBody>
      </p:sp>
    </p:spTree>
    <p:extLst>
      <p:ext uri="{BB962C8B-B14F-4D97-AF65-F5344CB8AC3E}">
        <p14:creationId xmlns:p14="http://schemas.microsoft.com/office/powerpoint/2010/main" val="293861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B2497D5-6644-19FE-C744-395480A05FD9}"/>
              </a:ext>
            </a:extLst>
          </p:cNvPr>
          <p:cNvSpPr>
            <a:spLocks noGrp="1"/>
          </p:cNvSpPr>
          <p:nvPr>
            <p:ph type="title"/>
          </p:nvPr>
        </p:nvSpPr>
        <p:spPr/>
        <p:txBody>
          <a:bodyPr/>
          <a:lstStyle/>
          <a:p>
            <a:r>
              <a:rPr lang="en-GB" dirty="0"/>
              <a:t>Inferential statistics</a:t>
            </a:r>
          </a:p>
        </p:txBody>
      </p:sp>
      <p:pic>
        <p:nvPicPr>
          <p:cNvPr id="3" name="Picture 2">
            <a:extLst>
              <a:ext uri="{FF2B5EF4-FFF2-40B4-BE49-F238E27FC236}">
                <a16:creationId xmlns:a16="http://schemas.microsoft.com/office/drawing/2014/main" id="{A0D65585-D22C-6AF6-ED87-75B3DE93B03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835696" y="3130819"/>
            <a:ext cx="5791200" cy="2438400"/>
          </a:xfrm>
          <a:prstGeom prst="rect">
            <a:avLst/>
          </a:prstGeom>
        </p:spPr>
      </p:pic>
      <p:sp>
        <p:nvSpPr>
          <p:cNvPr id="7" name="Date Placeholder 6">
            <a:extLst>
              <a:ext uri="{FF2B5EF4-FFF2-40B4-BE49-F238E27FC236}">
                <a16:creationId xmlns:a16="http://schemas.microsoft.com/office/drawing/2014/main" id="{7B9A4F21-5C96-027B-6D68-5C7DCA4CABFE}"/>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D7E36836-30D8-D34B-526F-07E1900CD4D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99CF4D1A-45A6-53DF-B10D-4AA5A55B570D}"/>
              </a:ext>
            </a:extLst>
          </p:cNvPr>
          <p:cNvSpPr>
            <a:spLocks noGrp="1"/>
          </p:cNvSpPr>
          <p:nvPr>
            <p:ph type="sldNum" sz="quarter" idx="11"/>
          </p:nvPr>
        </p:nvSpPr>
        <p:spPr/>
        <p:txBody>
          <a:bodyPr/>
          <a:lstStyle/>
          <a:p>
            <a:fld id="{4F96EDF4-259A-48E8-B98E-8CB70E21F623}" type="slidenum">
              <a:rPr lang="en-US" smtClean="0"/>
              <a:pPr/>
              <a:t>13</a:t>
            </a:fld>
            <a:r>
              <a:rPr lang="en-GB"/>
              <a:t>/75</a:t>
            </a:r>
            <a:endParaRPr lang="en-US" dirty="0"/>
          </a:p>
        </p:txBody>
      </p:sp>
    </p:spTree>
    <p:extLst>
      <p:ext uri="{BB962C8B-B14F-4D97-AF65-F5344CB8AC3E}">
        <p14:creationId xmlns:p14="http://schemas.microsoft.com/office/powerpoint/2010/main" val="1914240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B4451C-4C04-356A-2F37-96F2F758360B}"/>
              </a:ext>
            </a:extLst>
          </p:cNvPr>
          <p:cNvSpPr>
            <a:spLocks noGrp="1"/>
          </p:cNvSpPr>
          <p:nvPr>
            <p:ph type="title"/>
          </p:nvPr>
        </p:nvSpPr>
        <p:spPr/>
        <p:txBody>
          <a:bodyPr/>
          <a:lstStyle/>
          <a:p>
            <a:r>
              <a:rPr lang="en-GB" dirty="0"/>
              <a:t>Inferential statistics</a:t>
            </a:r>
          </a:p>
        </p:txBody>
      </p:sp>
      <p:sp>
        <p:nvSpPr>
          <p:cNvPr id="8" name="Content Placeholder 7">
            <a:extLst>
              <a:ext uri="{FF2B5EF4-FFF2-40B4-BE49-F238E27FC236}">
                <a16:creationId xmlns:a16="http://schemas.microsoft.com/office/drawing/2014/main" id="{DA9DDF3A-8736-4F0C-E1C0-7C9B85CC251A}"/>
              </a:ext>
            </a:extLst>
          </p:cNvPr>
          <p:cNvSpPr>
            <a:spLocks noGrp="1"/>
          </p:cNvSpPr>
          <p:nvPr>
            <p:ph sz="quarter" idx="1"/>
          </p:nvPr>
        </p:nvSpPr>
        <p:spPr/>
        <p:txBody>
          <a:bodyPr>
            <a:normAutofit/>
          </a:bodyPr>
          <a:lstStyle/>
          <a:p>
            <a:r>
              <a:rPr lang="en-GB" dirty="0">
                <a:solidFill>
                  <a:schemeClr val="accent6">
                    <a:lumMod val="50000"/>
                  </a:schemeClr>
                </a:solidFill>
              </a:rPr>
              <a:t>While descriptive statistics can only summarize a sample’s characteristics, inferential statistics use the sample to make reasonable guesses about the larger population.</a:t>
            </a:r>
          </a:p>
          <a:p>
            <a:r>
              <a:rPr lang="en-GB" dirty="0">
                <a:solidFill>
                  <a:schemeClr val="accent6">
                    <a:lumMod val="50000"/>
                  </a:schemeClr>
                </a:solidFill>
              </a:rPr>
              <a:t>Inferential statistics have two main uses:</a:t>
            </a:r>
          </a:p>
          <a:p>
            <a:pPr lvl="1"/>
            <a:r>
              <a:rPr lang="en-GB" dirty="0">
                <a:solidFill>
                  <a:schemeClr val="accent6">
                    <a:lumMod val="50000"/>
                  </a:schemeClr>
                </a:solidFill>
              </a:rPr>
              <a:t>making estimates about populations</a:t>
            </a:r>
          </a:p>
          <a:p>
            <a:pPr lvl="1"/>
            <a:r>
              <a:rPr lang="en-GB" dirty="0">
                <a:solidFill>
                  <a:schemeClr val="accent6">
                    <a:lumMod val="50000"/>
                  </a:schemeClr>
                </a:solidFill>
              </a:rPr>
              <a:t>testing hypotheses to draw conclusions about populations</a:t>
            </a:r>
          </a:p>
        </p:txBody>
      </p:sp>
      <p:sp>
        <p:nvSpPr>
          <p:cNvPr id="4" name="Footer Placeholder 3">
            <a:extLst>
              <a:ext uri="{FF2B5EF4-FFF2-40B4-BE49-F238E27FC236}">
                <a16:creationId xmlns:a16="http://schemas.microsoft.com/office/drawing/2014/main" id="{6455361A-0A87-B6D3-8AAB-7731E239CF0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EDB146E-D18A-F2C3-E025-93315A1F32B9}"/>
              </a:ext>
            </a:extLst>
          </p:cNvPr>
          <p:cNvSpPr>
            <a:spLocks noGrp="1"/>
          </p:cNvSpPr>
          <p:nvPr>
            <p:ph type="sldNum" sz="quarter" idx="4"/>
          </p:nvPr>
        </p:nvSpPr>
        <p:spPr/>
        <p:txBody>
          <a:bodyPr/>
          <a:lstStyle/>
          <a:p>
            <a:fld id="{9FD7ECCF-50E7-4327-B945-FA93FF7B2BEF}" type="slidenum">
              <a:rPr lang="en-US" smtClean="0"/>
              <a:pPr/>
              <a:t>14</a:t>
            </a:fld>
            <a:r>
              <a:rPr lang="en-GB"/>
              <a:t>/75</a:t>
            </a:r>
            <a:endParaRPr lang="en-US" dirty="0"/>
          </a:p>
        </p:txBody>
      </p:sp>
    </p:spTree>
    <p:extLst>
      <p:ext uri="{BB962C8B-B14F-4D97-AF65-F5344CB8AC3E}">
        <p14:creationId xmlns:p14="http://schemas.microsoft.com/office/powerpoint/2010/main" val="2671251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74E4F-4F20-E1EC-2FF9-0557FD3F42EC}"/>
              </a:ext>
            </a:extLst>
          </p:cNvPr>
          <p:cNvSpPr>
            <a:spLocks noGrp="1"/>
          </p:cNvSpPr>
          <p:nvPr>
            <p:ph type="title"/>
          </p:nvPr>
        </p:nvSpPr>
        <p:spPr/>
        <p:txBody>
          <a:bodyPr/>
          <a:lstStyle/>
          <a:p>
            <a:r>
              <a:rPr lang="en-GB" dirty="0"/>
              <a:t>Importance of sample</a:t>
            </a:r>
          </a:p>
        </p:txBody>
      </p:sp>
      <p:sp>
        <p:nvSpPr>
          <p:cNvPr id="3" name="Content Placeholder 2">
            <a:extLst>
              <a:ext uri="{FF2B5EF4-FFF2-40B4-BE49-F238E27FC236}">
                <a16:creationId xmlns:a16="http://schemas.microsoft.com/office/drawing/2014/main" id="{D9B5D154-F602-7490-5E53-77EEA3B378F8}"/>
              </a:ext>
            </a:extLst>
          </p:cNvPr>
          <p:cNvSpPr>
            <a:spLocks noGrp="1"/>
          </p:cNvSpPr>
          <p:nvPr>
            <p:ph sz="quarter" idx="1"/>
          </p:nvPr>
        </p:nvSpPr>
        <p:spPr>
          <a:xfrm>
            <a:off x="612648" y="1600200"/>
            <a:ext cx="8153400" cy="1828800"/>
          </a:xfrm>
        </p:spPr>
        <p:txBody>
          <a:bodyPr>
            <a:normAutofit fontScale="92500" lnSpcReduction="20000"/>
          </a:bodyPr>
          <a:lstStyle/>
          <a:p>
            <a:r>
              <a:rPr lang="en-GB" dirty="0">
                <a:solidFill>
                  <a:schemeClr val="accent6">
                    <a:lumMod val="50000"/>
                  </a:schemeClr>
                </a:solidFill>
              </a:rPr>
              <a:t>Since the size of a sample is always smaller than the size of the population, some of the population isn’t captured by sample data. This creates </a:t>
            </a:r>
            <a:r>
              <a:rPr lang="en-GB" b="1" dirty="0">
                <a:solidFill>
                  <a:schemeClr val="accent6">
                    <a:lumMod val="50000"/>
                  </a:schemeClr>
                </a:solidFill>
              </a:rPr>
              <a:t>sampling error</a:t>
            </a:r>
            <a:r>
              <a:rPr lang="en-GB" dirty="0">
                <a:solidFill>
                  <a:schemeClr val="accent6">
                    <a:lumMod val="50000"/>
                  </a:schemeClr>
                </a:solidFill>
              </a:rPr>
              <a:t>, which is the difference between the true population values and the measured sample values.</a:t>
            </a:r>
          </a:p>
        </p:txBody>
      </p:sp>
      <p:pic>
        <p:nvPicPr>
          <p:cNvPr id="6" name="Picture 5">
            <a:extLst>
              <a:ext uri="{FF2B5EF4-FFF2-40B4-BE49-F238E27FC236}">
                <a16:creationId xmlns:a16="http://schemas.microsoft.com/office/drawing/2014/main" id="{9728D5B1-7984-2980-D415-5151B48F0AD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06147" y="3553523"/>
            <a:ext cx="4824536" cy="2448370"/>
          </a:xfrm>
          <a:prstGeom prst="rect">
            <a:avLst/>
          </a:prstGeom>
        </p:spPr>
      </p:pic>
      <p:sp>
        <p:nvSpPr>
          <p:cNvPr id="4" name="TextBox 3">
            <a:extLst>
              <a:ext uri="{FF2B5EF4-FFF2-40B4-BE49-F238E27FC236}">
                <a16:creationId xmlns:a16="http://schemas.microsoft.com/office/drawing/2014/main" id="{4A81F4D3-D409-23CA-9360-F87A8EA39E1C}"/>
              </a:ext>
            </a:extLst>
          </p:cNvPr>
          <p:cNvSpPr txBox="1"/>
          <p:nvPr/>
        </p:nvSpPr>
        <p:spPr>
          <a:xfrm>
            <a:off x="6588224" y="3553523"/>
            <a:ext cx="1782616" cy="2308324"/>
          </a:xfrm>
          <a:prstGeom prst="rect">
            <a:avLst/>
          </a:prstGeom>
          <a:noFill/>
        </p:spPr>
        <p:txBody>
          <a:bodyPr wrap="square" rtlCol="0">
            <a:spAutoFit/>
          </a:bodyPr>
          <a:lstStyle/>
          <a:p>
            <a:pPr algn="ctr"/>
            <a:r>
              <a:rPr lang="en-GB" sz="2000" b="1" i="0" dirty="0">
                <a:solidFill>
                  <a:schemeClr val="accent6">
                    <a:lumMod val="50000"/>
                  </a:schemeClr>
                </a:solidFill>
                <a:effectLst/>
                <a:latin typeface="+mn-lt"/>
              </a:rPr>
              <a:t>Sample size </a:t>
            </a:r>
            <a:r>
              <a:rPr lang="en-GB" sz="2000" b="0" i="0" dirty="0">
                <a:solidFill>
                  <a:schemeClr val="accent6">
                    <a:lumMod val="50000"/>
                  </a:schemeClr>
                </a:solidFill>
                <a:effectLst/>
                <a:latin typeface="+mn-lt"/>
              </a:rPr>
              <a:t>is a part of the population chosen for a survey or experiment</a:t>
            </a:r>
            <a:endParaRPr lang="en-GB" sz="2000" dirty="0">
              <a:solidFill>
                <a:schemeClr val="accent6">
                  <a:lumMod val="50000"/>
                </a:schemeClr>
              </a:solidFill>
              <a:latin typeface="+mn-lt"/>
            </a:endParaRPr>
          </a:p>
          <a:p>
            <a:pPr algn="ctr"/>
            <a:endParaRPr lang="en-GB" sz="2000" dirty="0">
              <a:latin typeface="+mn-lt"/>
            </a:endParaRPr>
          </a:p>
        </p:txBody>
      </p:sp>
      <p:grpSp>
        <p:nvGrpSpPr>
          <p:cNvPr id="10" name="Group 9">
            <a:extLst>
              <a:ext uri="{FF2B5EF4-FFF2-40B4-BE49-F238E27FC236}">
                <a16:creationId xmlns:a16="http://schemas.microsoft.com/office/drawing/2014/main" id="{60803DAA-4B16-8253-6BB9-5E2F01A99D5E}"/>
              </a:ext>
            </a:extLst>
          </p:cNvPr>
          <p:cNvGrpSpPr/>
          <p:nvPr/>
        </p:nvGrpSpPr>
        <p:grpSpPr>
          <a:xfrm>
            <a:off x="5997146" y="4452511"/>
            <a:ext cx="473040" cy="235440"/>
            <a:chOff x="5997146" y="4452511"/>
            <a:chExt cx="473040" cy="23544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CA8DD0C9-4B13-44BD-8D61-7FC3915C149A}"/>
                    </a:ext>
                  </a:extLst>
                </p14:cNvPr>
                <p14:cNvContentPartPr/>
                <p14:nvPr/>
              </p14:nvContentPartPr>
              <p14:xfrm>
                <a:off x="6023786" y="4541791"/>
                <a:ext cx="446400" cy="360"/>
              </p14:xfrm>
            </p:contentPart>
          </mc:Choice>
          <mc:Fallback xmlns="">
            <p:pic>
              <p:nvPicPr>
                <p:cNvPr id="5" name="Ink 4">
                  <a:extLst>
                    <a:ext uri="{FF2B5EF4-FFF2-40B4-BE49-F238E27FC236}">
                      <a16:creationId xmlns:a16="http://schemas.microsoft.com/office/drawing/2014/main" id="{CA8DD0C9-4B13-44BD-8D61-7FC3915C149A}"/>
                    </a:ext>
                  </a:extLst>
                </p:cNvPr>
                <p:cNvPicPr/>
                <p:nvPr/>
              </p:nvPicPr>
              <p:blipFill>
                <a:blip r:embed="rId4"/>
                <a:stretch>
                  <a:fillRect/>
                </a:stretch>
              </p:blipFill>
              <p:spPr>
                <a:xfrm>
                  <a:off x="6015146" y="4532791"/>
                  <a:ext cx="464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314240F-4BD6-6D98-CFCA-5F502E9E0407}"/>
                    </a:ext>
                  </a:extLst>
                </p14:cNvPr>
                <p14:cNvContentPartPr/>
                <p14:nvPr/>
              </p14:nvContentPartPr>
              <p14:xfrm>
                <a:off x="5997146" y="4452511"/>
                <a:ext cx="217800" cy="235440"/>
              </p14:xfrm>
            </p:contentPart>
          </mc:Choice>
          <mc:Fallback xmlns="">
            <p:pic>
              <p:nvPicPr>
                <p:cNvPr id="9" name="Ink 8">
                  <a:extLst>
                    <a:ext uri="{FF2B5EF4-FFF2-40B4-BE49-F238E27FC236}">
                      <a16:creationId xmlns:a16="http://schemas.microsoft.com/office/drawing/2014/main" id="{6314240F-4BD6-6D98-CFCA-5F502E9E0407}"/>
                    </a:ext>
                  </a:extLst>
                </p:cNvPr>
                <p:cNvPicPr/>
                <p:nvPr/>
              </p:nvPicPr>
              <p:blipFill>
                <a:blip r:embed="rId6"/>
                <a:stretch>
                  <a:fillRect/>
                </a:stretch>
              </p:blipFill>
              <p:spPr>
                <a:xfrm>
                  <a:off x="5988506" y="4443511"/>
                  <a:ext cx="235440" cy="253080"/>
                </a:xfrm>
                <a:prstGeom prst="rect">
                  <a:avLst/>
                </a:prstGeom>
              </p:spPr>
            </p:pic>
          </mc:Fallback>
        </mc:AlternateContent>
      </p:grpSp>
      <p:sp>
        <p:nvSpPr>
          <p:cNvPr id="11" name="Footer Placeholder 10">
            <a:extLst>
              <a:ext uri="{FF2B5EF4-FFF2-40B4-BE49-F238E27FC236}">
                <a16:creationId xmlns:a16="http://schemas.microsoft.com/office/drawing/2014/main" id="{C5693FF4-64E7-5E21-9E72-6A92E3BAE9C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46C978E7-2266-3810-B948-A1D52992916C}"/>
              </a:ext>
            </a:extLst>
          </p:cNvPr>
          <p:cNvSpPr>
            <a:spLocks noGrp="1"/>
          </p:cNvSpPr>
          <p:nvPr>
            <p:ph type="sldNum" sz="quarter" idx="4"/>
          </p:nvPr>
        </p:nvSpPr>
        <p:spPr/>
        <p:txBody>
          <a:bodyPr/>
          <a:lstStyle/>
          <a:p>
            <a:fld id="{9FD7ECCF-50E7-4327-B945-FA93FF7B2BEF}" type="slidenum">
              <a:rPr lang="en-US" smtClean="0"/>
              <a:pPr/>
              <a:t>15</a:t>
            </a:fld>
            <a:r>
              <a:rPr lang="en-GB"/>
              <a:t>/75</a:t>
            </a:r>
            <a:endParaRPr lang="en-US" dirty="0"/>
          </a:p>
        </p:txBody>
      </p:sp>
    </p:spTree>
    <p:extLst>
      <p:ext uri="{BB962C8B-B14F-4D97-AF65-F5344CB8AC3E}">
        <p14:creationId xmlns:p14="http://schemas.microsoft.com/office/powerpoint/2010/main" val="2284973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417D7-9C02-4ECD-8385-F53215141BDB}"/>
              </a:ext>
            </a:extLst>
          </p:cNvPr>
          <p:cNvSpPr>
            <a:spLocks noGrp="1"/>
          </p:cNvSpPr>
          <p:nvPr>
            <p:ph type="title"/>
          </p:nvPr>
        </p:nvSpPr>
        <p:spPr>
          <a:xfrm>
            <a:off x="609600" y="134144"/>
            <a:ext cx="8153400" cy="918592"/>
          </a:xfrm>
        </p:spPr>
        <p:txBody>
          <a:bodyPr>
            <a:normAutofit fontScale="90000"/>
          </a:bodyPr>
          <a:lstStyle/>
          <a:p>
            <a:pPr>
              <a:lnSpc>
                <a:spcPts val="3500"/>
              </a:lnSpc>
            </a:pPr>
            <a:r>
              <a:rPr lang="en-GB" dirty="0"/>
              <a:t>Estimating population parameters from sample statistics</a:t>
            </a:r>
          </a:p>
        </p:txBody>
      </p:sp>
      <p:sp>
        <p:nvSpPr>
          <p:cNvPr id="3" name="Content Placeholder 2">
            <a:extLst>
              <a:ext uri="{FF2B5EF4-FFF2-40B4-BE49-F238E27FC236}">
                <a16:creationId xmlns:a16="http://schemas.microsoft.com/office/drawing/2014/main" id="{BC5C6374-FE78-D549-40C5-649BDB7F7D45}"/>
              </a:ext>
            </a:extLst>
          </p:cNvPr>
          <p:cNvSpPr>
            <a:spLocks noGrp="1"/>
          </p:cNvSpPr>
          <p:nvPr>
            <p:ph sz="quarter" idx="1"/>
          </p:nvPr>
        </p:nvSpPr>
        <p:spPr>
          <a:xfrm>
            <a:off x="612648" y="1600200"/>
            <a:ext cx="8153400" cy="4493096"/>
          </a:xfrm>
        </p:spPr>
        <p:txBody>
          <a:bodyPr>
            <a:normAutofit fontScale="85000" lnSpcReduction="20000"/>
          </a:bodyPr>
          <a:lstStyle/>
          <a:p>
            <a:pPr>
              <a:lnSpc>
                <a:spcPct val="120000"/>
              </a:lnSpc>
              <a:spcBef>
                <a:spcPts val="600"/>
              </a:spcBef>
            </a:pPr>
            <a:r>
              <a:rPr lang="en-GB" dirty="0">
                <a:solidFill>
                  <a:schemeClr val="accent6">
                    <a:lumMod val="50000"/>
                  </a:schemeClr>
                </a:solidFill>
              </a:rPr>
              <a:t>The characteristics of samples and populations are described by numbers called </a:t>
            </a:r>
            <a:r>
              <a:rPr lang="en-GB" b="1" dirty="0">
                <a:solidFill>
                  <a:schemeClr val="accent6">
                    <a:lumMod val="50000"/>
                  </a:schemeClr>
                </a:solidFill>
              </a:rPr>
              <a:t>statistics</a:t>
            </a:r>
            <a:r>
              <a:rPr lang="en-GB" dirty="0">
                <a:solidFill>
                  <a:schemeClr val="accent6">
                    <a:lumMod val="50000"/>
                  </a:schemeClr>
                </a:solidFill>
              </a:rPr>
              <a:t> and </a:t>
            </a:r>
            <a:r>
              <a:rPr lang="en-GB" b="1" dirty="0">
                <a:solidFill>
                  <a:schemeClr val="accent6">
                    <a:lumMod val="50000"/>
                  </a:schemeClr>
                </a:solidFill>
              </a:rPr>
              <a:t>parameters</a:t>
            </a:r>
            <a:r>
              <a:rPr lang="en-GB" dirty="0">
                <a:solidFill>
                  <a:schemeClr val="accent6">
                    <a:lumMod val="50000"/>
                  </a:schemeClr>
                </a:solidFill>
              </a:rPr>
              <a:t>:</a:t>
            </a:r>
          </a:p>
          <a:p>
            <a:pPr lvl="1">
              <a:lnSpc>
                <a:spcPct val="120000"/>
              </a:lnSpc>
              <a:spcBef>
                <a:spcPts val="600"/>
              </a:spcBef>
            </a:pPr>
            <a:r>
              <a:rPr lang="en-GB" dirty="0">
                <a:solidFill>
                  <a:schemeClr val="accent6">
                    <a:lumMod val="50000"/>
                  </a:schemeClr>
                </a:solidFill>
              </a:rPr>
              <a:t>A </a:t>
            </a:r>
            <a:r>
              <a:rPr lang="en-GB" b="1" dirty="0">
                <a:solidFill>
                  <a:schemeClr val="accent2">
                    <a:lumMod val="75000"/>
                  </a:schemeClr>
                </a:solidFill>
              </a:rPr>
              <a:t>statistic</a:t>
            </a:r>
            <a:r>
              <a:rPr lang="en-GB" dirty="0">
                <a:solidFill>
                  <a:schemeClr val="accent6">
                    <a:lumMod val="50000"/>
                  </a:schemeClr>
                </a:solidFill>
              </a:rPr>
              <a:t> is a measure that describes the sample (e.g., sample mean).</a:t>
            </a:r>
          </a:p>
          <a:p>
            <a:pPr lvl="1">
              <a:lnSpc>
                <a:spcPct val="120000"/>
              </a:lnSpc>
              <a:spcBef>
                <a:spcPts val="600"/>
              </a:spcBef>
            </a:pPr>
            <a:r>
              <a:rPr lang="en-GB" dirty="0">
                <a:solidFill>
                  <a:schemeClr val="accent6">
                    <a:lumMod val="50000"/>
                  </a:schemeClr>
                </a:solidFill>
              </a:rPr>
              <a:t>A </a:t>
            </a:r>
            <a:r>
              <a:rPr lang="en-GB" b="1" dirty="0">
                <a:solidFill>
                  <a:schemeClr val="accent2">
                    <a:lumMod val="75000"/>
                  </a:schemeClr>
                </a:solidFill>
              </a:rPr>
              <a:t>parameter</a:t>
            </a:r>
            <a:r>
              <a:rPr lang="en-GB" dirty="0">
                <a:solidFill>
                  <a:schemeClr val="accent6">
                    <a:lumMod val="50000"/>
                  </a:schemeClr>
                </a:solidFill>
              </a:rPr>
              <a:t> is a measure that describes the whole population (e.g., population mean).</a:t>
            </a:r>
          </a:p>
          <a:p>
            <a:pPr>
              <a:lnSpc>
                <a:spcPct val="120000"/>
              </a:lnSpc>
              <a:spcBef>
                <a:spcPts val="600"/>
              </a:spcBef>
            </a:pPr>
            <a:r>
              <a:rPr lang="en-GB" b="1" dirty="0">
                <a:solidFill>
                  <a:schemeClr val="accent2">
                    <a:lumMod val="75000"/>
                  </a:schemeClr>
                </a:solidFill>
              </a:rPr>
              <a:t>Sampling error </a:t>
            </a:r>
            <a:r>
              <a:rPr lang="en-GB" dirty="0">
                <a:solidFill>
                  <a:schemeClr val="accent6">
                    <a:lumMod val="50000"/>
                  </a:schemeClr>
                </a:solidFill>
              </a:rPr>
              <a:t>is the difference between a sample statistic and the true population parameter it represents. Since in most cases you don’t know the real population parameter, you can use inferential statistics to estimate these parameters in a way that takes sampling error into account.</a:t>
            </a:r>
          </a:p>
        </p:txBody>
      </p:sp>
      <p:sp>
        <p:nvSpPr>
          <p:cNvPr id="4" name="Footer Placeholder 3">
            <a:extLst>
              <a:ext uri="{FF2B5EF4-FFF2-40B4-BE49-F238E27FC236}">
                <a16:creationId xmlns:a16="http://schemas.microsoft.com/office/drawing/2014/main" id="{2F597A8C-8C88-5BBB-A0FF-95A4021B536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6522183-F70E-4EA4-7211-56B66BCF2385}"/>
              </a:ext>
            </a:extLst>
          </p:cNvPr>
          <p:cNvSpPr>
            <a:spLocks noGrp="1"/>
          </p:cNvSpPr>
          <p:nvPr>
            <p:ph type="sldNum" sz="quarter" idx="4"/>
          </p:nvPr>
        </p:nvSpPr>
        <p:spPr/>
        <p:txBody>
          <a:bodyPr/>
          <a:lstStyle/>
          <a:p>
            <a:fld id="{9FD7ECCF-50E7-4327-B945-FA93FF7B2BEF}" type="slidenum">
              <a:rPr lang="en-US" smtClean="0"/>
              <a:pPr/>
              <a:t>16</a:t>
            </a:fld>
            <a:r>
              <a:rPr lang="en-GB"/>
              <a:t>/75</a:t>
            </a:r>
            <a:endParaRPr lang="en-US" dirty="0"/>
          </a:p>
        </p:txBody>
      </p:sp>
    </p:spTree>
    <p:extLst>
      <p:ext uri="{BB962C8B-B14F-4D97-AF65-F5344CB8AC3E}">
        <p14:creationId xmlns:p14="http://schemas.microsoft.com/office/powerpoint/2010/main" val="155659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78C5-9CED-4530-1C32-1F9557E81A76}"/>
              </a:ext>
            </a:extLst>
          </p:cNvPr>
          <p:cNvSpPr>
            <a:spLocks noGrp="1"/>
          </p:cNvSpPr>
          <p:nvPr>
            <p:ph type="title"/>
          </p:nvPr>
        </p:nvSpPr>
        <p:spPr/>
        <p:txBody>
          <a:bodyPr>
            <a:normAutofit fontScale="90000"/>
          </a:bodyPr>
          <a:lstStyle/>
          <a:p>
            <a:r>
              <a:rPr lang="en-GB" dirty="0"/>
              <a:t>Confidence intervals &amp; confidence levels</a:t>
            </a:r>
          </a:p>
        </p:txBody>
      </p:sp>
      <p:sp>
        <p:nvSpPr>
          <p:cNvPr id="3" name="Content Placeholder 2">
            <a:extLst>
              <a:ext uri="{FF2B5EF4-FFF2-40B4-BE49-F238E27FC236}">
                <a16:creationId xmlns:a16="http://schemas.microsoft.com/office/drawing/2014/main" id="{691CC5AC-F9F5-F6BB-950B-687795A17FEC}"/>
              </a:ext>
            </a:extLst>
          </p:cNvPr>
          <p:cNvSpPr>
            <a:spLocks noGrp="1"/>
          </p:cNvSpPr>
          <p:nvPr>
            <p:ph sz="quarter" idx="1"/>
          </p:nvPr>
        </p:nvSpPr>
        <p:spPr>
          <a:xfrm>
            <a:off x="612648" y="1600200"/>
            <a:ext cx="8153400" cy="4781128"/>
          </a:xfrm>
        </p:spPr>
        <p:txBody>
          <a:bodyPr>
            <a:normAutofit fontScale="85000" lnSpcReduction="10000"/>
          </a:bodyPr>
          <a:lstStyle/>
          <a:p>
            <a:pPr>
              <a:lnSpc>
                <a:spcPct val="110000"/>
              </a:lnSpc>
              <a:spcAft>
                <a:spcPts val="600"/>
              </a:spcAft>
            </a:pPr>
            <a:r>
              <a:rPr lang="en-GB" sz="1800" dirty="0">
                <a:solidFill>
                  <a:schemeClr val="accent6">
                    <a:lumMod val="50000"/>
                  </a:schemeClr>
                </a:solidFill>
              </a:rPr>
              <a:t>A </a:t>
            </a:r>
            <a:r>
              <a:rPr lang="en-GB" sz="1800" b="1" dirty="0">
                <a:solidFill>
                  <a:schemeClr val="accent2">
                    <a:lumMod val="75000"/>
                  </a:schemeClr>
                </a:solidFill>
              </a:rPr>
              <a:t>confidence interval </a:t>
            </a:r>
            <a:r>
              <a:rPr lang="en-GB" sz="1800" dirty="0">
                <a:solidFill>
                  <a:schemeClr val="accent6">
                    <a:lumMod val="50000"/>
                  </a:schemeClr>
                </a:solidFill>
              </a:rPr>
              <a:t>is a range of values that gives an estimate of where a population parameter (like a mean or proportion) is likely to fall, based on sample data. It provides a way to understand the uncertainty in our </a:t>
            </a:r>
            <a:r>
              <a:rPr lang="en-GB" sz="1800" b="1" dirty="0">
                <a:solidFill>
                  <a:schemeClr val="accent2">
                    <a:lumMod val="75000"/>
                  </a:schemeClr>
                </a:solidFill>
              </a:rPr>
              <a:t>estimate</a:t>
            </a:r>
            <a:r>
              <a:rPr lang="en-GB" sz="1800" dirty="0">
                <a:solidFill>
                  <a:schemeClr val="accent6">
                    <a:lumMod val="50000"/>
                  </a:schemeClr>
                </a:solidFill>
              </a:rPr>
              <a:t>.</a:t>
            </a:r>
          </a:p>
          <a:p>
            <a:pPr>
              <a:lnSpc>
                <a:spcPct val="110000"/>
              </a:lnSpc>
              <a:spcAft>
                <a:spcPts val="600"/>
              </a:spcAft>
            </a:pPr>
            <a:r>
              <a:rPr lang="en-GB" sz="1800" b="1" dirty="0">
                <a:solidFill>
                  <a:schemeClr val="accent6">
                    <a:lumMod val="50000"/>
                  </a:schemeClr>
                </a:solidFill>
                <a:highlight>
                  <a:srgbClr val="E0CBA3"/>
                </a:highlight>
              </a:rPr>
              <a:t>For example</a:t>
            </a:r>
            <a:r>
              <a:rPr lang="en-GB" sz="1800" dirty="0">
                <a:solidFill>
                  <a:schemeClr val="accent6">
                    <a:lumMod val="50000"/>
                  </a:schemeClr>
                </a:solidFill>
                <a:highlight>
                  <a:srgbClr val="E0CBA3"/>
                </a:highlight>
              </a:rPr>
              <a:t>, if you survey a sample of people and find that the average time they spend on a task is 5 minutes, a confidence interval might tell you that you’re 95% confident the true average time for everyone in the population is somewhere between 4.5 and 5.5 minutes.</a:t>
            </a:r>
          </a:p>
          <a:p>
            <a:pPr>
              <a:lnSpc>
                <a:spcPct val="110000"/>
              </a:lnSpc>
              <a:spcAft>
                <a:spcPts val="600"/>
              </a:spcAft>
            </a:pPr>
            <a:r>
              <a:rPr lang="en-GB" sz="1800" dirty="0">
                <a:solidFill>
                  <a:schemeClr val="accent6">
                    <a:lumMod val="50000"/>
                  </a:schemeClr>
                </a:solidFill>
              </a:rPr>
              <a:t>Confidence intervals are useful for estimating parameters because they take </a:t>
            </a:r>
            <a:r>
              <a:rPr lang="en-GB" sz="1800" b="1" dirty="0">
                <a:solidFill>
                  <a:schemeClr val="accent6">
                    <a:lumMod val="50000"/>
                  </a:schemeClr>
                </a:solidFill>
              </a:rPr>
              <a:t>sampling error into account</a:t>
            </a:r>
            <a:r>
              <a:rPr lang="en-GB" sz="1800" dirty="0">
                <a:solidFill>
                  <a:schemeClr val="accent6">
                    <a:lumMod val="50000"/>
                  </a:schemeClr>
                </a:solidFill>
              </a:rPr>
              <a:t>.</a:t>
            </a:r>
          </a:p>
          <a:p>
            <a:pPr>
              <a:lnSpc>
                <a:spcPct val="120000"/>
              </a:lnSpc>
              <a:spcBef>
                <a:spcPts val="600"/>
              </a:spcBef>
            </a:pPr>
            <a:r>
              <a:rPr lang="en-GB" sz="1800" dirty="0">
                <a:solidFill>
                  <a:schemeClr val="accent6">
                    <a:lumMod val="50000"/>
                  </a:schemeClr>
                </a:solidFill>
              </a:rPr>
              <a:t>Each confidence interval is associated with a </a:t>
            </a:r>
            <a:r>
              <a:rPr lang="en-GB" sz="1800" b="1" dirty="0">
                <a:solidFill>
                  <a:schemeClr val="accent2">
                    <a:lumMod val="75000"/>
                  </a:schemeClr>
                </a:solidFill>
              </a:rPr>
              <a:t>confidence level</a:t>
            </a:r>
            <a:r>
              <a:rPr lang="en-GB" sz="1800" dirty="0">
                <a:solidFill>
                  <a:schemeClr val="accent6">
                    <a:lumMod val="50000"/>
                  </a:schemeClr>
                </a:solidFill>
              </a:rPr>
              <a:t>. A confidence level tells you the probability (in percentage) of the interval containing the parameter estimate if you repeat the study again.</a:t>
            </a:r>
          </a:p>
          <a:p>
            <a:pPr>
              <a:lnSpc>
                <a:spcPct val="120000"/>
              </a:lnSpc>
              <a:spcBef>
                <a:spcPts val="600"/>
              </a:spcBef>
            </a:pPr>
            <a:r>
              <a:rPr lang="en-GB" sz="1800" dirty="0">
                <a:solidFill>
                  <a:schemeClr val="accent6">
                    <a:lumMod val="50000"/>
                  </a:schemeClr>
                </a:solidFill>
              </a:rPr>
              <a:t>A </a:t>
            </a:r>
            <a:r>
              <a:rPr lang="en-GB" sz="1800" b="1" dirty="0">
                <a:solidFill>
                  <a:schemeClr val="accent6">
                    <a:lumMod val="50000"/>
                  </a:schemeClr>
                </a:solidFill>
              </a:rPr>
              <a:t>95% confidence interval </a:t>
            </a:r>
            <a:r>
              <a:rPr lang="en-GB" sz="1800" dirty="0">
                <a:solidFill>
                  <a:schemeClr val="accent6">
                    <a:lumMod val="50000"/>
                  </a:schemeClr>
                </a:solidFill>
              </a:rPr>
              <a:t>means that if you repeat your study with a new sample in exactly the same way 100 times, you can expect your estimate to lie within the specified range of values 95 times.</a:t>
            </a:r>
          </a:p>
          <a:p>
            <a:pPr>
              <a:lnSpc>
                <a:spcPct val="120000"/>
              </a:lnSpc>
              <a:spcBef>
                <a:spcPts val="600"/>
              </a:spcBef>
            </a:pPr>
            <a:r>
              <a:rPr lang="en-GB" sz="1800" dirty="0">
                <a:solidFill>
                  <a:schemeClr val="accent6">
                    <a:lumMod val="50000"/>
                  </a:schemeClr>
                </a:solidFill>
              </a:rPr>
              <a:t>Random sampling and suitable sample size, can ensure that the confidence interval contains the parameter a certain percentage of the time.</a:t>
            </a:r>
          </a:p>
          <a:p>
            <a:pPr>
              <a:lnSpc>
                <a:spcPct val="110000"/>
              </a:lnSpc>
              <a:spcAft>
                <a:spcPts val="600"/>
              </a:spcAft>
            </a:pPr>
            <a:endParaRPr lang="en-GB" sz="1800" dirty="0">
              <a:solidFill>
                <a:schemeClr val="accent6">
                  <a:lumMod val="50000"/>
                </a:schemeClr>
              </a:solidFill>
            </a:endParaRPr>
          </a:p>
        </p:txBody>
      </p:sp>
      <p:sp>
        <p:nvSpPr>
          <p:cNvPr id="4" name="Footer Placeholder 3">
            <a:extLst>
              <a:ext uri="{FF2B5EF4-FFF2-40B4-BE49-F238E27FC236}">
                <a16:creationId xmlns:a16="http://schemas.microsoft.com/office/drawing/2014/main" id="{2A4BA071-F937-8B1C-3A43-01E7641187C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9F96A84-BD3C-5CCC-C0C8-60E2758BFD01}"/>
              </a:ext>
            </a:extLst>
          </p:cNvPr>
          <p:cNvSpPr>
            <a:spLocks noGrp="1"/>
          </p:cNvSpPr>
          <p:nvPr>
            <p:ph type="sldNum" sz="quarter" idx="4"/>
          </p:nvPr>
        </p:nvSpPr>
        <p:spPr/>
        <p:txBody>
          <a:bodyPr/>
          <a:lstStyle/>
          <a:p>
            <a:fld id="{9FD7ECCF-50E7-4327-B945-FA93FF7B2BEF}" type="slidenum">
              <a:rPr lang="en-US" smtClean="0"/>
              <a:pPr/>
              <a:t>17</a:t>
            </a:fld>
            <a:r>
              <a:rPr lang="en-GB"/>
              <a:t>/75</a:t>
            </a:r>
            <a:endParaRPr lang="en-US" dirty="0"/>
          </a:p>
        </p:txBody>
      </p:sp>
    </p:spTree>
    <p:extLst>
      <p:ext uri="{BB962C8B-B14F-4D97-AF65-F5344CB8AC3E}">
        <p14:creationId xmlns:p14="http://schemas.microsoft.com/office/powerpoint/2010/main" val="25906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C9D4-029F-FDEA-1658-D1B4EF5EF5FB}"/>
              </a:ext>
            </a:extLst>
          </p:cNvPr>
          <p:cNvSpPr>
            <a:spLocks noGrp="1"/>
          </p:cNvSpPr>
          <p:nvPr>
            <p:ph type="title"/>
          </p:nvPr>
        </p:nvSpPr>
        <p:spPr/>
        <p:txBody>
          <a:bodyPr>
            <a:normAutofit/>
          </a:bodyPr>
          <a:lstStyle/>
          <a:p>
            <a:r>
              <a:rPr lang="en-GB" dirty="0"/>
              <a:t>In simple terms:</a:t>
            </a:r>
          </a:p>
        </p:txBody>
      </p:sp>
      <p:sp>
        <p:nvSpPr>
          <p:cNvPr id="3" name="Content Placeholder 2">
            <a:extLst>
              <a:ext uri="{FF2B5EF4-FFF2-40B4-BE49-F238E27FC236}">
                <a16:creationId xmlns:a16="http://schemas.microsoft.com/office/drawing/2014/main" id="{06E98845-12F6-5B19-8BDD-7E632E2995C8}"/>
              </a:ext>
            </a:extLst>
          </p:cNvPr>
          <p:cNvSpPr>
            <a:spLocks noGrp="1"/>
          </p:cNvSpPr>
          <p:nvPr>
            <p:ph sz="quarter" idx="1"/>
          </p:nvPr>
        </p:nvSpPr>
        <p:spPr/>
        <p:txBody>
          <a:bodyPr>
            <a:normAutofit/>
          </a:bodyPr>
          <a:lstStyle/>
          <a:p>
            <a:pPr>
              <a:buFont typeface="Arial" panose="020B0604020202020204" pitchFamily="34" charset="0"/>
              <a:buChar char="•"/>
            </a:pPr>
            <a:r>
              <a:rPr lang="en-GB" sz="2200" dirty="0">
                <a:solidFill>
                  <a:schemeClr val="accent6">
                    <a:lumMod val="50000"/>
                  </a:schemeClr>
                </a:solidFill>
              </a:rPr>
              <a:t>The </a:t>
            </a:r>
            <a:r>
              <a:rPr lang="en-GB" sz="2200" b="1" dirty="0" err="1">
                <a:solidFill>
                  <a:schemeClr val="accent6">
                    <a:lumMod val="50000"/>
                  </a:schemeClr>
                </a:solidFill>
              </a:rPr>
              <a:t>center</a:t>
            </a:r>
            <a:r>
              <a:rPr lang="en-GB" sz="2200" dirty="0">
                <a:solidFill>
                  <a:schemeClr val="accent6">
                    <a:lumMod val="50000"/>
                  </a:schemeClr>
                </a:solidFill>
              </a:rPr>
              <a:t> of the confidence interval is the </a:t>
            </a:r>
            <a:r>
              <a:rPr lang="en-GB" sz="2200" b="1" dirty="0">
                <a:solidFill>
                  <a:schemeClr val="accent2">
                    <a:lumMod val="75000"/>
                  </a:schemeClr>
                </a:solidFill>
              </a:rPr>
              <a:t>sample’s estimate </a:t>
            </a:r>
            <a:r>
              <a:rPr lang="en-GB" sz="2200" dirty="0">
                <a:solidFill>
                  <a:schemeClr val="accent6">
                    <a:lumMod val="50000"/>
                  </a:schemeClr>
                </a:solidFill>
              </a:rPr>
              <a:t>(like the sample mean).</a:t>
            </a:r>
          </a:p>
          <a:p>
            <a:pPr>
              <a:buFont typeface="Arial" panose="020B0604020202020204" pitchFamily="34" charset="0"/>
              <a:buChar char="•"/>
            </a:pPr>
            <a:r>
              <a:rPr lang="en-GB" sz="2200" dirty="0">
                <a:solidFill>
                  <a:schemeClr val="accent6">
                    <a:lumMod val="50000"/>
                  </a:schemeClr>
                </a:solidFill>
              </a:rPr>
              <a:t>The </a:t>
            </a:r>
            <a:r>
              <a:rPr lang="en-GB" sz="2200" b="1" dirty="0">
                <a:solidFill>
                  <a:schemeClr val="accent6">
                    <a:lumMod val="50000"/>
                  </a:schemeClr>
                </a:solidFill>
              </a:rPr>
              <a:t>width</a:t>
            </a:r>
            <a:r>
              <a:rPr lang="en-GB" sz="2200" dirty="0">
                <a:solidFill>
                  <a:schemeClr val="accent6">
                    <a:lumMod val="50000"/>
                  </a:schemeClr>
                </a:solidFill>
              </a:rPr>
              <a:t> of the interval reflects how much uncertainty there is, influenced by the sample size and variability.</a:t>
            </a:r>
          </a:p>
          <a:p>
            <a:pPr>
              <a:buFont typeface="Arial" panose="020B0604020202020204" pitchFamily="34" charset="0"/>
              <a:buChar char="•"/>
            </a:pPr>
            <a:r>
              <a:rPr lang="en-GB" sz="2200" dirty="0">
                <a:solidFill>
                  <a:schemeClr val="accent6">
                    <a:lumMod val="50000"/>
                  </a:schemeClr>
                </a:solidFill>
              </a:rPr>
              <a:t>A </a:t>
            </a:r>
            <a:r>
              <a:rPr lang="en-GB" sz="2200" b="1" dirty="0">
                <a:solidFill>
                  <a:schemeClr val="accent6">
                    <a:lumMod val="50000"/>
                  </a:schemeClr>
                </a:solidFill>
              </a:rPr>
              <a:t>95% confidence level </a:t>
            </a:r>
            <a:r>
              <a:rPr lang="en-GB" sz="2200" dirty="0">
                <a:solidFill>
                  <a:schemeClr val="accent6">
                    <a:lumMod val="50000"/>
                  </a:schemeClr>
                </a:solidFill>
              </a:rPr>
              <a:t>means that if you repeated the study many times, 95% of the calculated intervals would contain the true population parameter.</a:t>
            </a:r>
          </a:p>
          <a:p>
            <a:endParaRPr lang="en-GB" dirty="0"/>
          </a:p>
        </p:txBody>
      </p:sp>
      <p:sp>
        <p:nvSpPr>
          <p:cNvPr id="6" name="Footer Placeholder 5">
            <a:extLst>
              <a:ext uri="{FF2B5EF4-FFF2-40B4-BE49-F238E27FC236}">
                <a16:creationId xmlns:a16="http://schemas.microsoft.com/office/drawing/2014/main" id="{029AEBCB-DDF2-9B9D-09B8-E44A8B772BA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2A08CAE7-1E79-D89A-639C-B178A68ADEE3}"/>
              </a:ext>
            </a:extLst>
          </p:cNvPr>
          <p:cNvSpPr>
            <a:spLocks noGrp="1"/>
          </p:cNvSpPr>
          <p:nvPr>
            <p:ph type="sldNum" sz="quarter" idx="4"/>
          </p:nvPr>
        </p:nvSpPr>
        <p:spPr/>
        <p:txBody>
          <a:bodyPr/>
          <a:lstStyle/>
          <a:p>
            <a:fld id="{9FD7ECCF-50E7-4327-B945-FA93FF7B2BEF}" type="slidenum">
              <a:rPr lang="en-US" smtClean="0"/>
              <a:pPr/>
              <a:t>18</a:t>
            </a:fld>
            <a:r>
              <a:rPr lang="en-GB"/>
              <a:t>/75</a:t>
            </a:r>
            <a:endParaRPr lang="en-US" dirty="0"/>
          </a:p>
        </p:txBody>
      </p:sp>
    </p:spTree>
    <p:extLst>
      <p:ext uri="{BB962C8B-B14F-4D97-AF65-F5344CB8AC3E}">
        <p14:creationId xmlns:p14="http://schemas.microsoft.com/office/powerpoint/2010/main" val="1181643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E992-0590-6308-CF9D-E41A087292E3}"/>
              </a:ext>
            </a:extLst>
          </p:cNvPr>
          <p:cNvSpPr>
            <a:spLocks noGrp="1"/>
          </p:cNvSpPr>
          <p:nvPr>
            <p:ph type="title"/>
          </p:nvPr>
        </p:nvSpPr>
        <p:spPr/>
        <p:txBody>
          <a:bodyPr/>
          <a:lstStyle/>
          <a:p>
            <a:r>
              <a:rPr lang="en-GB" dirty="0"/>
              <a:t>Sample size depends on</a:t>
            </a:r>
          </a:p>
        </p:txBody>
      </p:sp>
      <p:sp>
        <p:nvSpPr>
          <p:cNvPr id="3" name="Content Placeholder 2">
            <a:extLst>
              <a:ext uri="{FF2B5EF4-FFF2-40B4-BE49-F238E27FC236}">
                <a16:creationId xmlns:a16="http://schemas.microsoft.com/office/drawing/2014/main" id="{39A23654-A963-49FD-809E-50245E11E869}"/>
              </a:ext>
            </a:extLst>
          </p:cNvPr>
          <p:cNvSpPr>
            <a:spLocks noGrp="1"/>
          </p:cNvSpPr>
          <p:nvPr>
            <p:ph sz="quarter" idx="1"/>
          </p:nvPr>
        </p:nvSpPr>
        <p:spPr>
          <a:xfrm>
            <a:off x="612648" y="1600200"/>
            <a:ext cx="8279832" cy="4853136"/>
          </a:xfrm>
        </p:spPr>
        <p:txBody>
          <a:bodyPr>
            <a:normAutofit fontScale="85000" lnSpcReduction="10000"/>
          </a:bodyPr>
          <a:lstStyle/>
          <a:p>
            <a:r>
              <a:rPr lang="en-GB" sz="1600" dirty="0"/>
              <a:t>Nature of the Study</a:t>
            </a:r>
          </a:p>
          <a:p>
            <a:pPr lvl="1"/>
            <a:r>
              <a:rPr lang="en-GB" sz="1400" b="1" dirty="0"/>
              <a:t>Usability Testing</a:t>
            </a:r>
            <a:r>
              <a:rPr lang="en-GB" sz="1400" dirty="0"/>
              <a:t>: For </a:t>
            </a:r>
            <a:r>
              <a:rPr lang="en-GB" sz="1400" b="1" dirty="0"/>
              <a:t>qualitative</a:t>
            </a:r>
            <a:r>
              <a:rPr lang="en-GB" sz="1400" dirty="0"/>
              <a:t> usability testing, 5–10 participants per group are often sufficient to identify the majority of usability issues, as these tests are usually aimed at finding patterns rather than statistical significance.</a:t>
            </a:r>
          </a:p>
          <a:p>
            <a:pPr lvl="1"/>
            <a:r>
              <a:rPr lang="en-GB" sz="1400" b="1" dirty="0"/>
              <a:t>Quantitative</a:t>
            </a:r>
            <a:r>
              <a:rPr lang="en-GB" sz="1400" dirty="0"/>
              <a:t> </a:t>
            </a:r>
            <a:r>
              <a:rPr lang="en-GB" sz="1400" b="1" dirty="0"/>
              <a:t>Studies</a:t>
            </a:r>
            <a:r>
              <a:rPr lang="en-GB" sz="1400" dirty="0"/>
              <a:t>: For studies that require statistical analysis (e.g., comparing groups, correlations), a larger sample size is necessary to achieve reliable results.</a:t>
            </a:r>
          </a:p>
          <a:p>
            <a:r>
              <a:rPr lang="en-GB" sz="1600" dirty="0"/>
              <a:t>Effect Size and Statistical Power</a:t>
            </a:r>
          </a:p>
          <a:p>
            <a:pPr lvl="1"/>
            <a:r>
              <a:rPr lang="en-GB" sz="1400" b="1" dirty="0"/>
              <a:t>Effect Size</a:t>
            </a:r>
            <a:r>
              <a:rPr lang="en-GB" sz="1400" dirty="0"/>
              <a:t>: This is a measure of how strong the relationship is between variables. If you expect a small effect size, a larger sample size is required to detect it, whereas a larger effect size can be detected with fewer participants.</a:t>
            </a:r>
          </a:p>
          <a:p>
            <a:pPr lvl="1"/>
            <a:r>
              <a:rPr lang="en-GB" sz="1400" b="1" dirty="0"/>
              <a:t>Statistical Power</a:t>
            </a:r>
            <a:r>
              <a:rPr lang="en-GB" sz="1400" dirty="0"/>
              <a:t>: To achieve a standard power level of 0.80 (80%), which means an 80% chance of detecting an effect if it exists, sample size requirements vary depending on the analysis method and effect size. Example: For a medium effect size (Cohen's d = 0.5) in a t-test, about 30 participants per group are generally recommended for adequate power.</a:t>
            </a:r>
          </a:p>
          <a:p>
            <a:r>
              <a:rPr lang="en-GB" sz="1600" dirty="0"/>
              <a:t>Research Design</a:t>
            </a:r>
          </a:p>
          <a:p>
            <a:pPr lvl="1"/>
            <a:r>
              <a:rPr lang="en-GB" sz="1400" b="1" dirty="0"/>
              <a:t>Between-Subjects Design</a:t>
            </a:r>
            <a:r>
              <a:rPr lang="en-GB" sz="1400" dirty="0"/>
              <a:t>: This design compares different groups, so each group needs an adequate sample size (e.g., 30–50 participants per group for quantitative studies).</a:t>
            </a:r>
          </a:p>
          <a:p>
            <a:pPr lvl="1"/>
            <a:r>
              <a:rPr lang="en-GB" sz="1400" b="1" dirty="0"/>
              <a:t>Within-Subjects Design</a:t>
            </a:r>
            <a:r>
              <a:rPr lang="en-GB" sz="1400" dirty="0"/>
              <a:t>: Fewer participants are typically needed, as each participant serves as their own control, so variability is reduced.</a:t>
            </a:r>
          </a:p>
          <a:p>
            <a:r>
              <a:rPr lang="en-GB" sz="1600" dirty="0"/>
              <a:t>Confidence Level and Margin of Error</a:t>
            </a:r>
          </a:p>
          <a:p>
            <a:pPr lvl="1"/>
            <a:r>
              <a:rPr lang="en-GB" sz="1400" b="1" dirty="0"/>
              <a:t>Confidence Level</a:t>
            </a:r>
            <a:r>
              <a:rPr lang="en-GB" sz="1400" dirty="0"/>
              <a:t>: A higher confidence level (e.g., 95% or 99%) requires a larger sample size to ensure precision.</a:t>
            </a:r>
          </a:p>
          <a:p>
            <a:pPr lvl="1"/>
            <a:r>
              <a:rPr lang="en-GB" sz="1400" b="1" dirty="0"/>
              <a:t>Margin of Error</a:t>
            </a:r>
            <a:r>
              <a:rPr lang="en-GB" sz="1400" dirty="0"/>
              <a:t>: A smaller margin of error (e.g., ±5%) requires a larger sample size. For example, in survey research, about 385 participants are typically needed for a 5% margin of error at a 95% confidence level for a large population.</a:t>
            </a:r>
          </a:p>
        </p:txBody>
      </p:sp>
      <p:sp>
        <p:nvSpPr>
          <p:cNvPr id="6" name="Footer Placeholder 5">
            <a:extLst>
              <a:ext uri="{FF2B5EF4-FFF2-40B4-BE49-F238E27FC236}">
                <a16:creationId xmlns:a16="http://schemas.microsoft.com/office/drawing/2014/main" id="{2F3FC9A7-6148-DA6B-008E-211D0EE119E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41FFCB9A-3111-5AF6-6720-8C7669685C0F}"/>
              </a:ext>
            </a:extLst>
          </p:cNvPr>
          <p:cNvSpPr>
            <a:spLocks noGrp="1"/>
          </p:cNvSpPr>
          <p:nvPr>
            <p:ph type="sldNum" sz="quarter" idx="4"/>
          </p:nvPr>
        </p:nvSpPr>
        <p:spPr/>
        <p:txBody>
          <a:bodyPr/>
          <a:lstStyle/>
          <a:p>
            <a:fld id="{9FD7ECCF-50E7-4327-B945-FA93FF7B2BEF}" type="slidenum">
              <a:rPr lang="en-US" smtClean="0"/>
              <a:pPr/>
              <a:t>19</a:t>
            </a:fld>
            <a:r>
              <a:rPr lang="en-GB"/>
              <a:t>/75</a:t>
            </a:r>
            <a:endParaRPr lang="en-US" dirty="0"/>
          </a:p>
        </p:txBody>
      </p:sp>
    </p:spTree>
    <p:extLst>
      <p:ext uri="{BB962C8B-B14F-4D97-AF65-F5344CB8AC3E}">
        <p14:creationId xmlns:p14="http://schemas.microsoft.com/office/powerpoint/2010/main" val="2586500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20049-BBB4-8167-3A76-0D3E17F48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BF796-A38F-9ED1-753F-8F45C7F11222}"/>
              </a:ext>
            </a:extLst>
          </p:cNvPr>
          <p:cNvSpPr>
            <a:spLocks noGrp="1"/>
          </p:cNvSpPr>
          <p:nvPr>
            <p:ph type="title"/>
          </p:nvPr>
        </p:nvSpPr>
        <p:spPr/>
        <p:txBody>
          <a:bodyPr/>
          <a:lstStyle/>
          <a:p>
            <a:r>
              <a:rPr lang="en-GB" dirty="0"/>
              <a:t>Sample size summary</a:t>
            </a:r>
          </a:p>
        </p:txBody>
      </p:sp>
      <p:sp>
        <p:nvSpPr>
          <p:cNvPr id="3" name="Content Placeholder 2">
            <a:extLst>
              <a:ext uri="{FF2B5EF4-FFF2-40B4-BE49-F238E27FC236}">
                <a16:creationId xmlns:a16="http://schemas.microsoft.com/office/drawing/2014/main" id="{F0D75DC8-6550-F6C2-D59D-A24A392E63C8}"/>
              </a:ext>
            </a:extLst>
          </p:cNvPr>
          <p:cNvSpPr>
            <a:spLocks noGrp="1"/>
          </p:cNvSpPr>
          <p:nvPr>
            <p:ph sz="quarter" idx="1"/>
          </p:nvPr>
        </p:nvSpPr>
        <p:spPr/>
        <p:txBody>
          <a:bodyPr>
            <a:normAutofit fontScale="85000" lnSpcReduction="10000"/>
          </a:bodyPr>
          <a:lstStyle/>
          <a:p>
            <a:r>
              <a:rPr lang="en-GB" dirty="0"/>
              <a:t>General Guidelines by Study Type</a:t>
            </a:r>
          </a:p>
          <a:p>
            <a:pPr lvl="1"/>
            <a:r>
              <a:rPr lang="en-GB" b="1" dirty="0"/>
              <a:t>Usability Testing (Qualitative): </a:t>
            </a:r>
            <a:r>
              <a:rPr lang="en-GB" dirty="0"/>
              <a:t>5–10 participants per group.</a:t>
            </a:r>
          </a:p>
          <a:p>
            <a:pPr lvl="1"/>
            <a:r>
              <a:rPr lang="en-GB" b="1" dirty="0"/>
              <a:t>A/B Testing (Quantitative): </a:t>
            </a:r>
            <a:r>
              <a:rPr lang="en-GB" dirty="0"/>
              <a:t>At least 30–50 participants per group for statistical significance, but larger samples are ideal.</a:t>
            </a:r>
          </a:p>
          <a:p>
            <a:pPr lvl="1"/>
            <a:r>
              <a:rPr lang="en-GB" b="1" dirty="0"/>
              <a:t>Survey Research</a:t>
            </a:r>
            <a:r>
              <a:rPr lang="en-GB" dirty="0"/>
              <a:t>: Around 385 participants for a large population, aiming for a 5% margin of error and a 95% confidence level.</a:t>
            </a:r>
          </a:p>
          <a:p>
            <a:pPr lvl="1"/>
            <a:r>
              <a:rPr lang="en-GB" b="1" dirty="0"/>
              <a:t>Experimental Research (Quantitative)</a:t>
            </a:r>
            <a:r>
              <a:rPr lang="en-GB" dirty="0"/>
              <a:t>: Typically 15–30 participants per condition for initial studies, and ideally 50+ per condition for more reliable results.</a:t>
            </a:r>
          </a:p>
          <a:p>
            <a:pPr lvl="1"/>
            <a:r>
              <a:rPr lang="en-GB" b="1" dirty="0"/>
              <a:t>Using Sample Size Calculators - </a:t>
            </a:r>
            <a:r>
              <a:rPr lang="en-GB" dirty="0"/>
              <a:t>Tools such as G*Power, </a:t>
            </a:r>
            <a:r>
              <a:rPr lang="en-GB" dirty="0" err="1"/>
              <a:t>Raosoft</a:t>
            </a:r>
            <a:r>
              <a:rPr lang="en-GB" dirty="0"/>
              <a:t>, or online sample size calculators can help determine the sample size based on desired power, effect size, and confidence level.</a:t>
            </a:r>
          </a:p>
        </p:txBody>
      </p:sp>
      <p:sp>
        <p:nvSpPr>
          <p:cNvPr id="6" name="Footer Placeholder 5">
            <a:extLst>
              <a:ext uri="{FF2B5EF4-FFF2-40B4-BE49-F238E27FC236}">
                <a16:creationId xmlns:a16="http://schemas.microsoft.com/office/drawing/2014/main" id="{BFE0338C-C3FC-02DB-D308-6E1DA72C03A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99A0DBCA-51F2-E1E1-3E8C-2FFD3171A027}"/>
              </a:ext>
            </a:extLst>
          </p:cNvPr>
          <p:cNvSpPr>
            <a:spLocks noGrp="1"/>
          </p:cNvSpPr>
          <p:nvPr>
            <p:ph type="sldNum" sz="quarter" idx="4"/>
          </p:nvPr>
        </p:nvSpPr>
        <p:spPr/>
        <p:txBody>
          <a:bodyPr/>
          <a:lstStyle/>
          <a:p>
            <a:fld id="{9FD7ECCF-50E7-4327-B945-FA93FF7B2BEF}" type="slidenum">
              <a:rPr lang="en-US" smtClean="0"/>
              <a:pPr/>
              <a:t>20</a:t>
            </a:fld>
            <a:r>
              <a:rPr lang="en-GB"/>
              <a:t>/75</a:t>
            </a:r>
            <a:endParaRPr lang="en-US" dirty="0"/>
          </a:p>
        </p:txBody>
      </p:sp>
    </p:spTree>
    <p:extLst>
      <p:ext uri="{BB962C8B-B14F-4D97-AF65-F5344CB8AC3E}">
        <p14:creationId xmlns:p14="http://schemas.microsoft.com/office/powerpoint/2010/main" val="2149190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EC46-D27E-00FB-F29A-7D7019DCC9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110750-E4ED-2260-9058-2236EECF0522}"/>
              </a:ext>
            </a:extLst>
          </p:cNvPr>
          <p:cNvSpPr>
            <a:spLocks noGrp="1"/>
          </p:cNvSpPr>
          <p:nvPr>
            <p:ph type="title"/>
          </p:nvPr>
        </p:nvSpPr>
        <p:spPr>
          <a:xfrm>
            <a:off x="612648" y="228600"/>
            <a:ext cx="8531352" cy="990600"/>
          </a:xfrm>
        </p:spPr>
        <p:txBody>
          <a:bodyPr>
            <a:normAutofit fontScale="90000"/>
          </a:bodyPr>
          <a:lstStyle/>
          <a:p>
            <a:r>
              <a:rPr lang="en-GB" dirty="0"/>
              <a:t>Sample size for proportion (binary data)</a:t>
            </a:r>
          </a:p>
        </p:txBody>
      </p:sp>
      <p:sp>
        <p:nvSpPr>
          <p:cNvPr id="8" name="Content Placeholder 7">
            <a:extLst>
              <a:ext uri="{FF2B5EF4-FFF2-40B4-BE49-F238E27FC236}">
                <a16:creationId xmlns:a16="http://schemas.microsoft.com/office/drawing/2014/main" id="{3F95BBC8-1F1F-359A-4734-EE187757643C}"/>
              </a:ext>
            </a:extLst>
          </p:cNvPr>
          <p:cNvSpPr>
            <a:spLocks noGrp="1"/>
          </p:cNvSpPr>
          <p:nvPr>
            <p:ph sz="quarter" idx="1"/>
          </p:nvPr>
        </p:nvSpPr>
        <p:spPr>
          <a:xfrm>
            <a:off x="612648" y="1600200"/>
            <a:ext cx="8351840" cy="4853136"/>
          </a:xfrm>
        </p:spPr>
        <p:txBody>
          <a:bodyPr>
            <a:normAutofit/>
          </a:bodyPr>
          <a:lstStyle/>
          <a:p>
            <a:pPr marL="0" indent="0">
              <a:buNone/>
            </a:pPr>
            <a:r>
              <a:rPr lang="en-GB" sz="1800" dirty="0">
                <a:highlight>
                  <a:srgbClr val="E0CBA3"/>
                </a:highlight>
              </a:rPr>
              <a:t>If you're calculating the sample size for a proportion (e.g., the percentage of users who are satisfied with a product):</a:t>
            </a:r>
            <a:endParaRPr lang="en-GB" sz="3200" dirty="0">
              <a:solidFill>
                <a:schemeClr val="accent6">
                  <a:lumMod val="50000"/>
                </a:schemeClr>
              </a:solidFill>
              <a:highlight>
                <a:srgbClr val="E0CBA3"/>
              </a:highlight>
            </a:endParaRPr>
          </a:p>
        </p:txBody>
      </p:sp>
      <p:sp>
        <p:nvSpPr>
          <p:cNvPr id="11" name="Content Placeholder 2">
            <a:extLst>
              <a:ext uri="{FF2B5EF4-FFF2-40B4-BE49-F238E27FC236}">
                <a16:creationId xmlns:a16="http://schemas.microsoft.com/office/drawing/2014/main" id="{91E5D37C-8D64-BB35-E5CE-11F0B532FA5B}"/>
              </a:ext>
            </a:extLst>
          </p:cNvPr>
          <p:cNvSpPr txBox="1">
            <a:spLocks/>
          </p:cNvSpPr>
          <p:nvPr/>
        </p:nvSpPr>
        <p:spPr>
          <a:xfrm>
            <a:off x="6196856" y="2433526"/>
            <a:ext cx="2664296" cy="3581400"/>
          </a:xfrm>
          <a:prstGeom prst="rect">
            <a:avLst/>
          </a:prstGeom>
          <a:ln w="9525">
            <a:solidFill>
              <a:schemeClr val="tx1"/>
            </a:solidFill>
          </a:ln>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65760" lvl="1" indent="0" fontAlgn="auto">
              <a:spcAft>
                <a:spcPts val="0"/>
              </a:spcAft>
              <a:buFont typeface="Wingdings 2"/>
              <a:buNone/>
            </a:pPr>
            <a:endParaRPr lang="el-GR" sz="2100" dirty="0">
              <a:solidFill>
                <a:schemeClr val="tx1">
                  <a:lumMod val="75000"/>
                  <a:lumOff val="25000"/>
                </a:schemeClr>
              </a:solidFill>
            </a:endParaRPr>
          </a:p>
          <a:p>
            <a:pPr marL="365760" lvl="1" indent="0" fontAlgn="auto">
              <a:spcAft>
                <a:spcPts val="0"/>
              </a:spcAft>
              <a:buFont typeface="Wingdings 2"/>
              <a:buNone/>
            </a:pPr>
            <a:endParaRPr lang="el-GR" sz="2100" dirty="0">
              <a:solidFill>
                <a:schemeClr val="tx1">
                  <a:lumMod val="75000"/>
                  <a:lumOff val="25000"/>
                </a:schemeClr>
              </a:solidFill>
            </a:endParaRPr>
          </a:p>
          <a:p>
            <a:pPr marL="365760" lvl="1" indent="0" fontAlgn="auto">
              <a:spcAft>
                <a:spcPts val="0"/>
              </a:spcAft>
              <a:buFont typeface="Wingdings 2"/>
              <a:buNone/>
            </a:pPr>
            <a:endParaRPr lang="en-GB" sz="2100" dirty="0">
              <a:solidFill>
                <a:schemeClr val="tx1">
                  <a:lumMod val="75000"/>
                  <a:lumOff val="25000"/>
                </a:schemeClr>
              </a:solidFill>
            </a:endParaRPr>
          </a:p>
          <a:p>
            <a:pPr marL="0" indent="0">
              <a:buNone/>
            </a:pPr>
            <a:r>
              <a:rPr lang="en-GB" sz="1400" dirty="0"/>
              <a:t>Where:</a:t>
            </a:r>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n</a:t>
            </a:r>
            <a:r>
              <a:rPr lang="en-GB" sz="1400" i="1" dirty="0"/>
              <a:t> = required sample size</a:t>
            </a:r>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Z</a:t>
            </a:r>
            <a:r>
              <a:rPr lang="en-GB" sz="1400" i="1" dirty="0"/>
              <a:t> = Z-score corresponding to the confidence level (e.g., 1.96 for 95% confidence)</a:t>
            </a:r>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p</a:t>
            </a:r>
            <a:r>
              <a:rPr lang="en-GB" sz="1400" i="1" dirty="0"/>
              <a:t> = estimated proportion (use 0.5 if unknown, for maximum variability)</a:t>
            </a:r>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E</a:t>
            </a:r>
            <a:r>
              <a:rPr lang="en-GB" sz="1400" i="1" dirty="0"/>
              <a:t> = margin of error</a:t>
            </a:r>
          </a:p>
          <a:p>
            <a:pPr lvl="1" fontAlgn="auto">
              <a:spcAft>
                <a:spcPts val="0"/>
              </a:spcAft>
            </a:pPr>
            <a:endParaRPr lang="en-GB" sz="2000" dirty="0">
              <a:solidFill>
                <a:schemeClr val="tx1">
                  <a:lumMod val="75000"/>
                  <a:lumOff val="25000"/>
                </a:schemeClr>
              </a:solidFill>
            </a:endParaRPr>
          </a:p>
        </p:txBody>
      </p:sp>
      <p:sp>
        <p:nvSpPr>
          <p:cNvPr id="13" name="Content Placeholder 7">
            <a:extLst>
              <a:ext uri="{FF2B5EF4-FFF2-40B4-BE49-F238E27FC236}">
                <a16:creationId xmlns:a16="http://schemas.microsoft.com/office/drawing/2014/main" id="{D490E9D7-D908-F5C7-A8B1-911A09F43D89}"/>
              </a:ext>
            </a:extLst>
          </p:cNvPr>
          <p:cNvSpPr txBox="1">
            <a:spLocks/>
          </p:cNvSpPr>
          <p:nvPr/>
        </p:nvSpPr>
        <p:spPr>
          <a:xfrm>
            <a:off x="569394" y="2433526"/>
            <a:ext cx="5525572" cy="3811339"/>
          </a:xfrm>
          <a:prstGeom prst="rect">
            <a:avLst/>
          </a:prstGeom>
        </p:spPr>
        <p:txBody>
          <a:bodyPr vert="horz">
            <a:normAutofit fontScale="400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GB" dirty="0"/>
              <a:t>1. Identify the Desired Confidence Level</a:t>
            </a:r>
          </a:p>
          <a:p>
            <a:pPr lvl="1" fontAlgn="auto">
              <a:spcAft>
                <a:spcPts val="0"/>
              </a:spcAft>
            </a:pPr>
            <a:r>
              <a:rPr lang="en-GB" dirty="0"/>
              <a:t>Common confidence levels are 90%, 95%, and 99%. A higher confidence level increases the required sample size because it demands a more precise estimate.</a:t>
            </a:r>
          </a:p>
          <a:p>
            <a:pPr lvl="1" fontAlgn="auto">
              <a:spcAft>
                <a:spcPts val="0"/>
              </a:spcAft>
            </a:pPr>
            <a:r>
              <a:rPr lang="en-GB" dirty="0"/>
              <a:t>Z-score values correspond to confidence levels:</a:t>
            </a:r>
          </a:p>
          <a:p>
            <a:pPr lvl="1" fontAlgn="auto">
              <a:spcAft>
                <a:spcPts val="0"/>
              </a:spcAft>
            </a:pPr>
            <a:r>
              <a:rPr lang="en-GB" dirty="0"/>
              <a:t>90% confidence level: Z = 1.645</a:t>
            </a:r>
          </a:p>
          <a:p>
            <a:pPr lvl="1" fontAlgn="auto">
              <a:spcAft>
                <a:spcPts val="0"/>
              </a:spcAft>
            </a:pPr>
            <a:r>
              <a:rPr lang="en-GB" dirty="0"/>
              <a:t>95% confidence level: Z = 1.96</a:t>
            </a:r>
          </a:p>
          <a:p>
            <a:pPr lvl="1" fontAlgn="auto">
              <a:spcAft>
                <a:spcPts val="0"/>
              </a:spcAft>
            </a:pPr>
            <a:r>
              <a:rPr lang="en-GB" dirty="0"/>
              <a:t>99% confidence level: Z = 2.576</a:t>
            </a:r>
          </a:p>
          <a:p>
            <a:pPr fontAlgn="auto">
              <a:spcAft>
                <a:spcPts val="0"/>
              </a:spcAft>
            </a:pPr>
            <a:r>
              <a:rPr lang="en-GB" dirty="0"/>
              <a:t>2. Define the Margin of Error (E)</a:t>
            </a:r>
          </a:p>
          <a:p>
            <a:pPr lvl="1" fontAlgn="auto">
              <a:spcAft>
                <a:spcPts val="0"/>
              </a:spcAft>
            </a:pPr>
            <a:r>
              <a:rPr lang="en-GB" dirty="0"/>
              <a:t>The margin of error represents the maximum allowable difference between the sample estimate and the true population parameter.</a:t>
            </a:r>
          </a:p>
          <a:p>
            <a:pPr lvl="1" fontAlgn="auto">
              <a:spcAft>
                <a:spcPts val="0"/>
              </a:spcAft>
            </a:pPr>
            <a:r>
              <a:rPr lang="en-GB" dirty="0"/>
              <a:t>A smaller margin of error requires a larger sample size for greater precision.</a:t>
            </a:r>
          </a:p>
          <a:p>
            <a:pPr fontAlgn="auto">
              <a:spcAft>
                <a:spcPts val="0"/>
              </a:spcAft>
            </a:pPr>
            <a:r>
              <a:rPr lang="en-GB" dirty="0"/>
              <a:t>3. Estimate the Population Variability</a:t>
            </a:r>
          </a:p>
          <a:p>
            <a:pPr lvl="1" fontAlgn="auto">
              <a:spcAft>
                <a:spcPts val="0"/>
              </a:spcAft>
            </a:pPr>
            <a:r>
              <a:rPr lang="en-GB" dirty="0"/>
              <a:t>For continuous data, use the estimated standard deviation (σ) based on previous studies or a pilot study.</a:t>
            </a:r>
          </a:p>
          <a:p>
            <a:pPr lvl="1" fontAlgn="auto">
              <a:spcAft>
                <a:spcPts val="0"/>
              </a:spcAft>
            </a:pPr>
            <a:r>
              <a:rPr lang="en-GB" dirty="0"/>
              <a:t>For proportions (e.g., in surveys), use p = 0.5 if no prior information is available, as it provides the maximum variability and thus the largest sample size.</a:t>
            </a:r>
          </a:p>
          <a:p>
            <a:pPr fontAlgn="auto">
              <a:spcAft>
                <a:spcPts val="0"/>
              </a:spcAft>
            </a:pPr>
            <a:r>
              <a:rPr lang="en-GB" dirty="0"/>
              <a:t>4. Calculate the Sample Size</a:t>
            </a:r>
          </a:p>
          <a:p>
            <a:pPr lvl="1" fontAlgn="auto">
              <a:spcAft>
                <a:spcPts val="0"/>
              </a:spcAft>
            </a:pPr>
            <a:r>
              <a:rPr lang="en-GB" dirty="0"/>
              <a:t>Use the following formulas based on data </a:t>
            </a:r>
            <a:r>
              <a:rPr lang="en-GB" dirty="0" err="1"/>
              <a:t>type:For</a:t>
            </a:r>
            <a:r>
              <a:rPr lang="en-GB" dirty="0"/>
              <a:t> a Proportion (Binary Data)If you're calculating the sample size for a proportion (e.g., the percentage of users who are satisfied with a product):</a:t>
            </a:r>
            <a:endParaRPr lang="en-GB" dirty="0">
              <a:solidFill>
                <a:schemeClr val="accent6">
                  <a:lumMod val="50000"/>
                </a:schemeClr>
              </a:solidFill>
            </a:endParaRPr>
          </a:p>
        </p:txBody>
      </p:sp>
      <p:pic>
        <p:nvPicPr>
          <p:cNvPr id="6" name="Picture 5">
            <a:extLst>
              <a:ext uri="{FF2B5EF4-FFF2-40B4-BE49-F238E27FC236}">
                <a16:creationId xmlns:a16="http://schemas.microsoft.com/office/drawing/2014/main" id="{BAD7D86E-E664-DB83-6DBB-620D29380D8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372200" y="2460135"/>
            <a:ext cx="2260386" cy="784508"/>
          </a:xfrm>
          <a:prstGeom prst="rect">
            <a:avLst/>
          </a:prstGeom>
        </p:spPr>
      </p:pic>
      <p:sp>
        <p:nvSpPr>
          <p:cNvPr id="4" name="Footer Placeholder 3">
            <a:extLst>
              <a:ext uri="{FF2B5EF4-FFF2-40B4-BE49-F238E27FC236}">
                <a16:creationId xmlns:a16="http://schemas.microsoft.com/office/drawing/2014/main" id="{2A0C3093-2292-C321-6259-A568ED45A5C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76CEE3E-0207-8540-C6FA-CC4AB24932CB}"/>
              </a:ext>
            </a:extLst>
          </p:cNvPr>
          <p:cNvSpPr>
            <a:spLocks noGrp="1"/>
          </p:cNvSpPr>
          <p:nvPr>
            <p:ph type="sldNum" sz="quarter" idx="4"/>
          </p:nvPr>
        </p:nvSpPr>
        <p:spPr/>
        <p:txBody>
          <a:bodyPr/>
          <a:lstStyle/>
          <a:p>
            <a:fld id="{9FD7ECCF-50E7-4327-B945-FA93FF7B2BEF}" type="slidenum">
              <a:rPr lang="en-US" smtClean="0"/>
              <a:pPr/>
              <a:t>21</a:t>
            </a:fld>
            <a:r>
              <a:rPr lang="en-GB"/>
              <a:t>/75</a:t>
            </a:r>
            <a:endParaRPr lang="en-US" dirty="0"/>
          </a:p>
        </p:txBody>
      </p:sp>
    </p:spTree>
    <p:extLst>
      <p:ext uri="{BB962C8B-B14F-4D97-AF65-F5344CB8AC3E}">
        <p14:creationId xmlns:p14="http://schemas.microsoft.com/office/powerpoint/2010/main" val="2957460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FEDCB8F-02D2-8F36-F02D-D680665847C6}"/>
              </a:ext>
            </a:extLst>
          </p:cNvPr>
          <p:cNvSpPr>
            <a:spLocks noGrp="1"/>
          </p:cNvSpPr>
          <p:nvPr>
            <p:ph type="title"/>
          </p:nvPr>
        </p:nvSpPr>
        <p:spPr>
          <a:xfrm>
            <a:off x="609600" y="171190"/>
            <a:ext cx="8153400" cy="990600"/>
          </a:xfrm>
        </p:spPr>
        <p:txBody>
          <a:bodyPr>
            <a:normAutofit/>
          </a:bodyPr>
          <a:lstStyle/>
          <a:p>
            <a:pPr>
              <a:lnSpc>
                <a:spcPts val="3000"/>
              </a:lnSpc>
            </a:pPr>
            <a:r>
              <a:rPr lang="en-GB" sz="4000" dirty="0"/>
              <a:t>Sample size for Continuous Variable (Mean with Standard Deviation)</a:t>
            </a:r>
          </a:p>
        </p:txBody>
      </p:sp>
      <p:sp>
        <p:nvSpPr>
          <p:cNvPr id="8" name="Content Placeholder 7">
            <a:extLst>
              <a:ext uri="{FF2B5EF4-FFF2-40B4-BE49-F238E27FC236}">
                <a16:creationId xmlns:a16="http://schemas.microsoft.com/office/drawing/2014/main" id="{72AE1558-E348-8CF3-D959-073C74EA0683}"/>
              </a:ext>
            </a:extLst>
          </p:cNvPr>
          <p:cNvSpPr>
            <a:spLocks noGrp="1"/>
          </p:cNvSpPr>
          <p:nvPr>
            <p:ph sz="quarter" idx="1"/>
          </p:nvPr>
        </p:nvSpPr>
        <p:spPr>
          <a:xfrm>
            <a:off x="612648" y="1600200"/>
            <a:ext cx="8351840" cy="4853136"/>
          </a:xfrm>
        </p:spPr>
        <p:txBody>
          <a:bodyPr>
            <a:normAutofit/>
          </a:bodyPr>
          <a:lstStyle/>
          <a:p>
            <a:pPr marL="0" indent="0">
              <a:buNone/>
            </a:pPr>
            <a:r>
              <a:rPr lang="en-GB" sz="1800" dirty="0">
                <a:highlight>
                  <a:srgbClr val="E0CBA3"/>
                </a:highlight>
              </a:rPr>
              <a:t>If you’re calculating the sample size for a continuous variable (e.g., task completion time):</a:t>
            </a:r>
            <a:endParaRPr lang="en-GB" sz="3200" dirty="0">
              <a:solidFill>
                <a:schemeClr val="accent6">
                  <a:lumMod val="50000"/>
                </a:schemeClr>
              </a:solidFill>
              <a:highlight>
                <a:srgbClr val="E0CBA3"/>
              </a:highlight>
            </a:endParaRPr>
          </a:p>
        </p:txBody>
      </p:sp>
      <p:sp>
        <p:nvSpPr>
          <p:cNvPr id="11" name="Content Placeholder 2">
            <a:extLst>
              <a:ext uri="{FF2B5EF4-FFF2-40B4-BE49-F238E27FC236}">
                <a16:creationId xmlns:a16="http://schemas.microsoft.com/office/drawing/2014/main" id="{9583143C-83AD-F7C2-208E-F2239D8F6AE7}"/>
              </a:ext>
            </a:extLst>
          </p:cNvPr>
          <p:cNvSpPr txBox="1">
            <a:spLocks/>
          </p:cNvSpPr>
          <p:nvPr/>
        </p:nvSpPr>
        <p:spPr>
          <a:xfrm>
            <a:off x="6196856" y="2433526"/>
            <a:ext cx="2664296" cy="3581400"/>
          </a:xfrm>
          <a:prstGeom prst="rect">
            <a:avLst/>
          </a:prstGeom>
          <a:ln w="9525">
            <a:solidFill>
              <a:schemeClr val="tx1"/>
            </a:solidFill>
          </a:ln>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65760" lvl="1" indent="0" fontAlgn="auto">
              <a:spcAft>
                <a:spcPts val="0"/>
              </a:spcAft>
              <a:buFont typeface="Wingdings 2"/>
              <a:buNone/>
            </a:pPr>
            <a:endParaRPr lang="el-GR" sz="2100" dirty="0">
              <a:solidFill>
                <a:schemeClr val="tx1">
                  <a:lumMod val="75000"/>
                  <a:lumOff val="25000"/>
                </a:schemeClr>
              </a:solidFill>
            </a:endParaRPr>
          </a:p>
          <a:p>
            <a:pPr marL="365760" lvl="1" indent="0" fontAlgn="auto">
              <a:spcAft>
                <a:spcPts val="0"/>
              </a:spcAft>
              <a:buFont typeface="Wingdings 2"/>
              <a:buNone/>
            </a:pPr>
            <a:endParaRPr lang="el-GR" sz="2100" dirty="0">
              <a:solidFill>
                <a:schemeClr val="tx1">
                  <a:lumMod val="75000"/>
                  <a:lumOff val="25000"/>
                </a:schemeClr>
              </a:solidFill>
            </a:endParaRPr>
          </a:p>
          <a:p>
            <a:pPr marL="365760" lvl="1" indent="0" fontAlgn="auto">
              <a:spcAft>
                <a:spcPts val="0"/>
              </a:spcAft>
              <a:buFont typeface="Wingdings 2"/>
              <a:buNone/>
            </a:pPr>
            <a:endParaRPr lang="en-GB" sz="2100" dirty="0">
              <a:solidFill>
                <a:schemeClr val="tx1">
                  <a:lumMod val="75000"/>
                  <a:lumOff val="25000"/>
                </a:schemeClr>
              </a:solidFill>
            </a:endParaRPr>
          </a:p>
          <a:p>
            <a:pPr marL="0" indent="0">
              <a:buNone/>
            </a:pPr>
            <a:r>
              <a:rPr lang="en-GB" sz="1400" dirty="0"/>
              <a:t>Where:</a:t>
            </a:r>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n</a:t>
            </a:r>
            <a:r>
              <a:rPr lang="en-GB" sz="1400" i="1" dirty="0"/>
              <a:t> = required sample size</a:t>
            </a:r>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Z</a:t>
            </a:r>
            <a:r>
              <a:rPr lang="en-GB" sz="1400" i="1" dirty="0"/>
              <a:t> = Z-score corresponding to the confidence level (e.g., 1.96 for 95% confidence)</a:t>
            </a:r>
          </a:p>
          <a:p>
            <a:pPr>
              <a:buFont typeface="Arial" panose="020B0604020202020204" pitchFamily="34" charset="0"/>
              <a:buChar char="•"/>
            </a:pPr>
            <a:r>
              <a:rPr lang="el-GR" sz="1400" i="1" dirty="0">
                <a:latin typeface="Times New Roman" panose="02020603050405020304" pitchFamily="18" charset="0"/>
                <a:cs typeface="Times New Roman" panose="02020603050405020304" pitchFamily="18" charset="0"/>
              </a:rPr>
              <a:t>σ</a:t>
            </a:r>
            <a:r>
              <a:rPr lang="en-GB" sz="1400" i="1" dirty="0"/>
              <a:t> = estimated standard deviation (from prior data or pilot study</a:t>
            </a:r>
            <a:r>
              <a:rPr lang="en-GB" sz="1000" dirty="0"/>
              <a:t>)</a:t>
            </a:r>
            <a:endParaRPr lang="el-GR" sz="1000" dirty="0"/>
          </a:p>
          <a:p>
            <a:pPr>
              <a:buFont typeface="Arial" panose="020B0604020202020204" pitchFamily="34" charset="0"/>
              <a:buChar char="•"/>
            </a:pPr>
            <a:r>
              <a:rPr lang="en-GB" sz="1400" i="1" dirty="0">
                <a:latin typeface="Times New Roman" panose="02020603050405020304" pitchFamily="18" charset="0"/>
                <a:cs typeface="Times New Roman" panose="02020603050405020304" pitchFamily="18" charset="0"/>
              </a:rPr>
              <a:t>E</a:t>
            </a:r>
            <a:r>
              <a:rPr lang="en-GB" sz="1400" i="1" dirty="0"/>
              <a:t> = margin of error</a:t>
            </a:r>
          </a:p>
          <a:p>
            <a:pPr lvl="1" fontAlgn="auto">
              <a:spcAft>
                <a:spcPts val="0"/>
              </a:spcAft>
            </a:pPr>
            <a:endParaRPr lang="en-GB" sz="2000" dirty="0">
              <a:solidFill>
                <a:schemeClr val="tx1">
                  <a:lumMod val="75000"/>
                  <a:lumOff val="25000"/>
                </a:schemeClr>
              </a:solidFill>
            </a:endParaRPr>
          </a:p>
        </p:txBody>
      </p:sp>
      <p:sp>
        <p:nvSpPr>
          <p:cNvPr id="13" name="Content Placeholder 7">
            <a:extLst>
              <a:ext uri="{FF2B5EF4-FFF2-40B4-BE49-F238E27FC236}">
                <a16:creationId xmlns:a16="http://schemas.microsoft.com/office/drawing/2014/main" id="{7E1A6098-846D-7544-AD3C-F2893284D15B}"/>
              </a:ext>
            </a:extLst>
          </p:cNvPr>
          <p:cNvSpPr txBox="1">
            <a:spLocks/>
          </p:cNvSpPr>
          <p:nvPr/>
        </p:nvSpPr>
        <p:spPr>
          <a:xfrm>
            <a:off x="569394" y="2433526"/>
            <a:ext cx="5525572" cy="3811339"/>
          </a:xfrm>
          <a:prstGeom prst="rect">
            <a:avLst/>
          </a:prstGeom>
        </p:spPr>
        <p:txBody>
          <a:bodyPr vert="horz">
            <a:normAutofit fontScale="400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GB" dirty="0"/>
              <a:t>1. Identify the Desired Confidence Level</a:t>
            </a:r>
          </a:p>
          <a:p>
            <a:pPr lvl="1" fontAlgn="auto">
              <a:spcAft>
                <a:spcPts val="0"/>
              </a:spcAft>
            </a:pPr>
            <a:r>
              <a:rPr lang="en-GB" dirty="0"/>
              <a:t>Common confidence levels are 90%, 95%, and 99%. A higher confidence level increases the required sample size because it demands a more precise estimate.</a:t>
            </a:r>
          </a:p>
          <a:p>
            <a:pPr lvl="1" fontAlgn="auto">
              <a:spcAft>
                <a:spcPts val="0"/>
              </a:spcAft>
            </a:pPr>
            <a:r>
              <a:rPr lang="en-GB" dirty="0"/>
              <a:t>Z-score values correspond to confidence levels:</a:t>
            </a:r>
          </a:p>
          <a:p>
            <a:pPr lvl="1" fontAlgn="auto">
              <a:spcAft>
                <a:spcPts val="0"/>
              </a:spcAft>
            </a:pPr>
            <a:r>
              <a:rPr lang="en-GB" dirty="0"/>
              <a:t>90% confidence level: Z = 1.645</a:t>
            </a:r>
          </a:p>
          <a:p>
            <a:pPr lvl="1" fontAlgn="auto">
              <a:spcAft>
                <a:spcPts val="0"/>
              </a:spcAft>
            </a:pPr>
            <a:r>
              <a:rPr lang="en-GB" dirty="0"/>
              <a:t>95% confidence level: Z = 1.96</a:t>
            </a:r>
          </a:p>
          <a:p>
            <a:pPr lvl="1" fontAlgn="auto">
              <a:spcAft>
                <a:spcPts val="0"/>
              </a:spcAft>
            </a:pPr>
            <a:r>
              <a:rPr lang="en-GB" dirty="0"/>
              <a:t>99% confidence level: Z = 2.576</a:t>
            </a:r>
          </a:p>
          <a:p>
            <a:pPr fontAlgn="auto">
              <a:spcAft>
                <a:spcPts val="0"/>
              </a:spcAft>
            </a:pPr>
            <a:r>
              <a:rPr lang="en-GB" dirty="0"/>
              <a:t>2. Define the Margin of Error (E)</a:t>
            </a:r>
          </a:p>
          <a:p>
            <a:pPr lvl="1" fontAlgn="auto">
              <a:spcAft>
                <a:spcPts val="0"/>
              </a:spcAft>
            </a:pPr>
            <a:r>
              <a:rPr lang="en-GB" dirty="0"/>
              <a:t>The margin of error represents the maximum allowable difference between the sample estimate and the true population parameter.</a:t>
            </a:r>
          </a:p>
          <a:p>
            <a:pPr lvl="1" fontAlgn="auto">
              <a:spcAft>
                <a:spcPts val="0"/>
              </a:spcAft>
            </a:pPr>
            <a:r>
              <a:rPr lang="en-GB" dirty="0"/>
              <a:t>A smaller margin of error requires a larger sample size for greater precision.</a:t>
            </a:r>
          </a:p>
          <a:p>
            <a:pPr fontAlgn="auto">
              <a:spcAft>
                <a:spcPts val="0"/>
              </a:spcAft>
            </a:pPr>
            <a:r>
              <a:rPr lang="en-GB" dirty="0"/>
              <a:t>3. Estimate the Population Variability</a:t>
            </a:r>
          </a:p>
          <a:p>
            <a:pPr lvl="1" fontAlgn="auto">
              <a:spcAft>
                <a:spcPts val="0"/>
              </a:spcAft>
            </a:pPr>
            <a:r>
              <a:rPr lang="en-GB" dirty="0"/>
              <a:t>For continuous data, use the estimated standard deviation (σ) based on previous studies or a pilot study.</a:t>
            </a:r>
          </a:p>
          <a:p>
            <a:pPr lvl="1" fontAlgn="auto">
              <a:spcAft>
                <a:spcPts val="0"/>
              </a:spcAft>
            </a:pPr>
            <a:r>
              <a:rPr lang="en-GB" dirty="0"/>
              <a:t>For proportions (e.g., in surveys), use p = 0.5 if no prior information is available, as it provides the maximum variability and thus the largest sample size.</a:t>
            </a:r>
          </a:p>
          <a:p>
            <a:pPr fontAlgn="auto">
              <a:spcAft>
                <a:spcPts val="0"/>
              </a:spcAft>
            </a:pPr>
            <a:r>
              <a:rPr lang="en-GB" dirty="0"/>
              <a:t>4. Calculate the Sample Size</a:t>
            </a:r>
          </a:p>
          <a:p>
            <a:pPr lvl="1" fontAlgn="auto">
              <a:spcAft>
                <a:spcPts val="0"/>
              </a:spcAft>
            </a:pPr>
            <a:r>
              <a:rPr lang="en-GB" dirty="0"/>
              <a:t>Use the following formulas based on data </a:t>
            </a:r>
            <a:r>
              <a:rPr lang="en-GB" dirty="0" err="1"/>
              <a:t>type:For</a:t>
            </a:r>
            <a:r>
              <a:rPr lang="en-GB" dirty="0"/>
              <a:t> a Proportion (Binary Data)If you're calculating the sample size for a proportion (e.g., the percentage of users who are satisfied with a product):</a:t>
            </a:r>
            <a:endParaRPr lang="en-GB" dirty="0">
              <a:solidFill>
                <a:schemeClr val="accent6">
                  <a:lumMod val="50000"/>
                </a:schemeClr>
              </a:solidFill>
            </a:endParaRPr>
          </a:p>
        </p:txBody>
      </p:sp>
      <p:pic>
        <p:nvPicPr>
          <p:cNvPr id="10" name="Picture 9">
            <a:extLst>
              <a:ext uri="{FF2B5EF4-FFF2-40B4-BE49-F238E27FC236}">
                <a16:creationId xmlns:a16="http://schemas.microsoft.com/office/drawing/2014/main" id="{735A5627-0710-E7DB-4556-B346854B0A3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81397" y="2551426"/>
            <a:ext cx="1535019" cy="919510"/>
          </a:xfrm>
          <a:prstGeom prst="rect">
            <a:avLst/>
          </a:prstGeom>
        </p:spPr>
      </p:pic>
      <p:sp>
        <p:nvSpPr>
          <p:cNvPr id="14" name="Footer Placeholder 13">
            <a:extLst>
              <a:ext uri="{FF2B5EF4-FFF2-40B4-BE49-F238E27FC236}">
                <a16:creationId xmlns:a16="http://schemas.microsoft.com/office/drawing/2014/main" id="{376C79DD-D3CB-AE4C-5602-CFC5FED501A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F6CE9F44-698B-F37D-44CB-C96DE59E5376}"/>
              </a:ext>
            </a:extLst>
          </p:cNvPr>
          <p:cNvSpPr>
            <a:spLocks noGrp="1"/>
          </p:cNvSpPr>
          <p:nvPr>
            <p:ph type="sldNum" sz="quarter" idx="4"/>
          </p:nvPr>
        </p:nvSpPr>
        <p:spPr/>
        <p:txBody>
          <a:bodyPr/>
          <a:lstStyle/>
          <a:p>
            <a:fld id="{9FD7ECCF-50E7-4327-B945-FA93FF7B2BEF}" type="slidenum">
              <a:rPr lang="en-US" smtClean="0"/>
              <a:pPr/>
              <a:t>22</a:t>
            </a:fld>
            <a:r>
              <a:rPr lang="en-GB"/>
              <a:t>/75</a:t>
            </a:r>
            <a:endParaRPr lang="en-US" dirty="0"/>
          </a:p>
        </p:txBody>
      </p:sp>
    </p:spTree>
    <p:extLst>
      <p:ext uri="{BB962C8B-B14F-4D97-AF65-F5344CB8AC3E}">
        <p14:creationId xmlns:p14="http://schemas.microsoft.com/office/powerpoint/2010/main" val="2984855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5692-40E8-C8B7-6663-C111683887F7}"/>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BD1D5CC7-5503-4D2F-B1F8-E6BDBE450FD4}"/>
              </a:ext>
            </a:extLst>
          </p:cNvPr>
          <p:cNvSpPr>
            <a:spLocks noGrp="1"/>
          </p:cNvSpPr>
          <p:nvPr>
            <p:ph sz="quarter" idx="2"/>
          </p:nvPr>
        </p:nvSpPr>
        <p:spPr/>
        <p:txBody>
          <a:bodyPr>
            <a:normAutofit fontScale="85000" lnSpcReduction="10000"/>
          </a:bodyPr>
          <a:lstStyle/>
          <a:p>
            <a:r>
              <a:rPr lang="en-GB" dirty="0"/>
              <a:t>For a 95% confidence level, a margin of error of 5%, and an estimated proportion of 0.5:</a:t>
            </a:r>
          </a:p>
          <a:p>
            <a:endParaRPr lang="en-GB" dirty="0"/>
          </a:p>
          <a:p>
            <a:endParaRPr lang="en-GB" dirty="0"/>
          </a:p>
          <a:p>
            <a:pPr marL="0" indent="0">
              <a:buNone/>
            </a:pPr>
            <a:r>
              <a:rPr lang="en-GB" dirty="0"/>
              <a:t>So, approximately </a:t>
            </a:r>
            <a:r>
              <a:rPr lang="en-GB" b="1" dirty="0"/>
              <a:t>385 participants</a:t>
            </a:r>
            <a:r>
              <a:rPr lang="en-GB" dirty="0"/>
              <a:t> are needed for this level of accuracy.</a:t>
            </a:r>
          </a:p>
        </p:txBody>
      </p:sp>
      <p:sp>
        <p:nvSpPr>
          <p:cNvPr id="10" name="Content Placeholder 9">
            <a:extLst>
              <a:ext uri="{FF2B5EF4-FFF2-40B4-BE49-F238E27FC236}">
                <a16:creationId xmlns:a16="http://schemas.microsoft.com/office/drawing/2014/main" id="{F3EF6BCF-E415-2DFB-0887-159BE63E3791}"/>
              </a:ext>
            </a:extLst>
          </p:cNvPr>
          <p:cNvSpPr>
            <a:spLocks noGrp="1"/>
          </p:cNvSpPr>
          <p:nvPr>
            <p:ph sz="quarter" idx="4"/>
          </p:nvPr>
        </p:nvSpPr>
        <p:spPr/>
        <p:txBody>
          <a:bodyPr>
            <a:normAutofit fontScale="85000" lnSpcReduction="10000"/>
          </a:bodyPr>
          <a:lstStyle/>
          <a:p>
            <a:r>
              <a:rPr lang="en-GB" dirty="0"/>
              <a:t>For a 95% confidence level, a margin of error of 5 units, and an estimated standard deviation of 20:</a:t>
            </a:r>
            <a:endParaRPr lang="el-GR" dirty="0"/>
          </a:p>
          <a:p>
            <a:endParaRPr lang="el-GR" dirty="0"/>
          </a:p>
          <a:p>
            <a:endParaRPr lang="el-GR" dirty="0"/>
          </a:p>
          <a:p>
            <a:endParaRPr lang="el-GR" dirty="0"/>
          </a:p>
          <a:p>
            <a:r>
              <a:rPr lang="en-GB" dirty="0"/>
              <a:t>So, approximately </a:t>
            </a:r>
            <a:r>
              <a:rPr lang="en-GB" b="1" dirty="0"/>
              <a:t>62 participants</a:t>
            </a:r>
            <a:r>
              <a:rPr lang="en-GB" dirty="0"/>
              <a:t> are needed.</a:t>
            </a:r>
          </a:p>
        </p:txBody>
      </p:sp>
      <p:sp>
        <p:nvSpPr>
          <p:cNvPr id="8" name="Text Placeholder 7">
            <a:extLst>
              <a:ext uri="{FF2B5EF4-FFF2-40B4-BE49-F238E27FC236}">
                <a16:creationId xmlns:a16="http://schemas.microsoft.com/office/drawing/2014/main" id="{C9F26446-2B0B-780C-BDDC-BE8BC059603F}"/>
              </a:ext>
            </a:extLst>
          </p:cNvPr>
          <p:cNvSpPr>
            <a:spLocks noGrp="1"/>
          </p:cNvSpPr>
          <p:nvPr>
            <p:ph type="body" sz="quarter" idx="1"/>
          </p:nvPr>
        </p:nvSpPr>
        <p:spPr/>
        <p:txBody>
          <a:bodyPr/>
          <a:lstStyle/>
          <a:p>
            <a:r>
              <a:rPr lang="en-GB" dirty="0"/>
              <a:t>Proportion</a:t>
            </a:r>
          </a:p>
        </p:txBody>
      </p:sp>
      <p:sp>
        <p:nvSpPr>
          <p:cNvPr id="9" name="Text Placeholder 8">
            <a:extLst>
              <a:ext uri="{FF2B5EF4-FFF2-40B4-BE49-F238E27FC236}">
                <a16:creationId xmlns:a16="http://schemas.microsoft.com/office/drawing/2014/main" id="{6FD09468-8096-28E2-F9F7-ED64A73CF30C}"/>
              </a:ext>
            </a:extLst>
          </p:cNvPr>
          <p:cNvSpPr>
            <a:spLocks noGrp="1"/>
          </p:cNvSpPr>
          <p:nvPr>
            <p:ph type="body" sz="quarter" idx="3"/>
          </p:nvPr>
        </p:nvSpPr>
        <p:spPr/>
        <p:txBody>
          <a:bodyPr/>
          <a:lstStyle/>
          <a:p>
            <a:r>
              <a:rPr lang="en-GB" sz="2000" dirty="0"/>
              <a:t>Continuous Variable</a:t>
            </a:r>
            <a:endParaRPr lang="en-GB" dirty="0"/>
          </a:p>
        </p:txBody>
      </p:sp>
      <p:pic>
        <p:nvPicPr>
          <p:cNvPr id="7" name="Picture 6">
            <a:extLst>
              <a:ext uri="{FF2B5EF4-FFF2-40B4-BE49-F238E27FC236}">
                <a16:creationId xmlns:a16="http://schemas.microsoft.com/office/drawing/2014/main" id="{BCAC804D-87F8-03E7-9560-DC1965A9917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33400" y="4048663"/>
            <a:ext cx="3958814" cy="640080"/>
          </a:xfrm>
          <a:prstGeom prst="rect">
            <a:avLst/>
          </a:prstGeom>
        </p:spPr>
      </p:pic>
      <p:pic>
        <p:nvPicPr>
          <p:cNvPr id="12" name="Picture 11">
            <a:extLst>
              <a:ext uri="{FF2B5EF4-FFF2-40B4-BE49-F238E27FC236}">
                <a16:creationId xmlns:a16="http://schemas.microsoft.com/office/drawing/2014/main" id="{B1BEECFE-BC50-870E-5DBD-D5014DA9D86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246890" y="4058359"/>
            <a:ext cx="3275856" cy="620688"/>
          </a:xfrm>
          <a:prstGeom prst="rect">
            <a:avLst/>
          </a:prstGeom>
        </p:spPr>
      </p:pic>
      <p:pic>
        <p:nvPicPr>
          <p:cNvPr id="13" name="Picture 12">
            <a:extLst>
              <a:ext uri="{FF2B5EF4-FFF2-40B4-BE49-F238E27FC236}">
                <a16:creationId xmlns:a16="http://schemas.microsoft.com/office/drawing/2014/main" id="{6B76F444-63CC-7478-95C2-D4F18F13F09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313676" y="1425486"/>
            <a:ext cx="2260386" cy="784508"/>
          </a:xfrm>
          <a:prstGeom prst="rect">
            <a:avLst/>
          </a:prstGeom>
          <a:ln>
            <a:solidFill>
              <a:schemeClr val="tx1"/>
            </a:solid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31F1CF8E-E6B0-0332-F601-2BD473001E82}"/>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08304" y="1353621"/>
            <a:ext cx="1535019" cy="919510"/>
          </a:xfrm>
          <a:prstGeom prst="rect">
            <a:avLst/>
          </a:prstGeom>
          <a:ln>
            <a:solidFill>
              <a:schemeClr val="tx1"/>
            </a:solidFill>
          </a:ln>
          <a:effectLst>
            <a:outerShdw blurRad="292100" dist="139700" dir="2700000" algn="tl" rotWithShape="0">
              <a:srgbClr val="333333">
                <a:alpha val="65000"/>
              </a:srgbClr>
            </a:outerShdw>
          </a:effectLst>
        </p:spPr>
      </p:pic>
      <p:sp>
        <p:nvSpPr>
          <p:cNvPr id="15" name="Date Placeholder 14">
            <a:extLst>
              <a:ext uri="{FF2B5EF4-FFF2-40B4-BE49-F238E27FC236}">
                <a16:creationId xmlns:a16="http://schemas.microsoft.com/office/drawing/2014/main" id="{0A3E47B4-36E8-87C0-3461-59FC206049A8}"/>
              </a:ext>
            </a:extLst>
          </p:cNvPr>
          <p:cNvSpPr>
            <a:spLocks noGrp="1"/>
          </p:cNvSpPr>
          <p:nvPr>
            <p:ph type="dt" sz="half" idx="13"/>
          </p:nvPr>
        </p:nvSpPr>
        <p:spPr/>
        <p:txBody>
          <a:bodyPr/>
          <a:lstStyle/>
          <a:p>
            <a:endParaRPr lang="en-US" dirty="0"/>
          </a:p>
        </p:txBody>
      </p:sp>
      <p:sp>
        <p:nvSpPr>
          <p:cNvPr id="16" name="Footer Placeholder 15">
            <a:extLst>
              <a:ext uri="{FF2B5EF4-FFF2-40B4-BE49-F238E27FC236}">
                <a16:creationId xmlns:a16="http://schemas.microsoft.com/office/drawing/2014/main" id="{8CD46938-57BE-A5FF-829E-D71B69A3913D}"/>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61F4E051-C79D-87B4-DBAD-456457A5C8C0}"/>
              </a:ext>
            </a:extLst>
          </p:cNvPr>
          <p:cNvSpPr>
            <a:spLocks noGrp="1"/>
          </p:cNvSpPr>
          <p:nvPr>
            <p:ph type="sldNum" sz="quarter" idx="12"/>
          </p:nvPr>
        </p:nvSpPr>
        <p:spPr/>
        <p:txBody>
          <a:bodyPr/>
          <a:lstStyle/>
          <a:p>
            <a:fld id="{9FD7ECCF-50E7-4327-B945-FA93FF7B2BEF}" type="slidenum">
              <a:rPr lang="en-US" smtClean="0"/>
              <a:pPr/>
              <a:t>23</a:t>
            </a:fld>
            <a:r>
              <a:rPr lang="en-GB"/>
              <a:t>/75</a:t>
            </a:r>
            <a:endParaRPr lang="en-US" dirty="0"/>
          </a:p>
        </p:txBody>
      </p:sp>
    </p:spTree>
    <p:extLst>
      <p:ext uri="{BB962C8B-B14F-4D97-AF65-F5344CB8AC3E}">
        <p14:creationId xmlns:p14="http://schemas.microsoft.com/office/powerpoint/2010/main" val="2608218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C2C02-A3A4-6FB5-F5B3-097F15398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F661C-FA04-649F-0332-F70CB151D0C7}"/>
              </a:ext>
            </a:extLst>
          </p:cNvPr>
          <p:cNvSpPr>
            <a:spLocks noGrp="1"/>
          </p:cNvSpPr>
          <p:nvPr>
            <p:ph type="title"/>
          </p:nvPr>
        </p:nvSpPr>
        <p:spPr/>
        <p:txBody>
          <a:bodyPr/>
          <a:lstStyle/>
          <a:p>
            <a:r>
              <a:rPr lang="en-GB" dirty="0"/>
              <a:t>Summary sample size calculation</a:t>
            </a:r>
          </a:p>
        </p:txBody>
      </p:sp>
      <p:sp>
        <p:nvSpPr>
          <p:cNvPr id="3" name="Content Placeholder 2">
            <a:extLst>
              <a:ext uri="{FF2B5EF4-FFF2-40B4-BE49-F238E27FC236}">
                <a16:creationId xmlns:a16="http://schemas.microsoft.com/office/drawing/2014/main" id="{0AF0FC82-867B-F8AA-BBE7-89749FD0D24A}"/>
              </a:ext>
            </a:extLst>
          </p:cNvPr>
          <p:cNvSpPr>
            <a:spLocks noGrp="1"/>
          </p:cNvSpPr>
          <p:nvPr>
            <p:ph sz="quarter" idx="1"/>
          </p:nvPr>
        </p:nvSpPr>
        <p:spPr/>
        <p:txBody>
          <a:bodyPr>
            <a:normAutofit fontScale="85000" lnSpcReduction="20000"/>
          </a:bodyPr>
          <a:lstStyle/>
          <a:p>
            <a:r>
              <a:rPr lang="en-GB" sz="2800" b="1" dirty="0"/>
              <a:t>Higher Confidence Level</a:t>
            </a:r>
            <a:r>
              <a:rPr lang="en-GB" sz="2800" dirty="0"/>
              <a:t>: Increases sample size.</a:t>
            </a:r>
          </a:p>
          <a:p>
            <a:r>
              <a:rPr lang="en-GB" sz="2800" b="1" dirty="0"/>
              <a:t>Smaller Margin of Error</a:t>
            </a:r>
            <a:r>
              <a:rPr lang="en-GB" sz="2800" dirty="0"/>
              <a:t>: Increases sample size.</a:t>
            </a:r>
          </a:p>
          <a:p>
            <a:r>
              <a:rPr lang="en-GB" sz="2800" b="1" dirty="0"/>
              <a:t>Higher Variability </a:t>
            </a:r>
            <a:r>
              <a:rPr lang="en-GB" sz="2800" dirty="0"/>
              <a:t>(Proportion close to 0.5 or higher standard deviation): Increases sample size.</a:t>
            </a:r>
          </a:p>
          <a:p>
            <a:r>
              <a:rPr lang="en-GB" dirty="0"/>
              <a:t>Using these steps ensures that you calculate an adequate sample size to achieve the desired measurement accuracy for your study.</a:t>
            </a:r>
          </a:p>
          <a:p>
            <a:endParaRPr lang="en-GB" b="1" dirty="0"/>
          </a:p>
          <a:p>
            <a:r>
              <a:rPr lang="en-GB" b="1" dirty="0"/>
              <a:t>Using Sample Size Calculators - </a:t>
            </a:r>
            <a:r>
              <a:rPr lang="en-GB" dirty="0"/>
              <a:t>Tools such as G*Power, </a:t>
            </a:r>
            <a:r>
              <a:rPr lang="en-GB" dirty="0" err="1"/>
              <a:t>Raosoft</a:t>
            </a:r>
            <a:r>
              <a:rPr lang="en-GB" dirty="0"/>
              <a:t>, or online sample size calculators can help determine the sample size based on desired power, effect size, and confidence level.</a:t>
            </a:r>
          </a:p>
        </p:txBody>
      </p:sp>
      <p:sp>
        <p:nvSpPr>
          <p:cNvPr id="6" name="Footer Placeholder 5">
            <a:extLst>
              <a:ext uri="{FF2B5EF4-FFF2-40B4-BE49-F238E27FC236}">
                <a16:creationId xmlns:a16="http://schemas.microsoft.com/office/drawing/2014/main" id="{4FB3EB03-A8B4-012A-8D7B-4ECC67BDA9E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E9AECBB1-9EA6-D507-ADCE-85F28CF5A13A}"/>
              </a:ext>
            </a:extLst>
          </p:cNvPr>
          <p:cNvSpPr>
            <a:spLocks noGrp="1"/>
          </p:cNvSpPr>
          <p:nvPr>
            <p:ph type="sldNum" sz="quarter" idx="4"/>
          </p:nvPr>
        </p:nvSpPr>
        <p:spPr/>
        <p:txBody>
          <a:bodyPr/>
          <a:lstStyle/>
          <a:p>
            <a:fld id="{9FD7ECCF-50E7-4327-B945-FA93FF7B2BEF}" type="slidenum">
              <a:rPr lang="en-US" smtClean="0"/>
              <a:pPr/>
              <a:t>24</a:t>
            </a:fld>
            <a:r>
              <a:rPr lang="en-GB"/>
              <a:t>/75</a:t>
            </a:r>
            <a:endParaRPr lang="en-US" dirty="0"/>
          </a:p>
        </p:txBody>
      </p:sp>
    </p:spTree>
    <p:extLst>
      <p:ext uri="{BB962C8B-B14F-4D97-AF65-F5344CB8AC3E}">
        <p14:creationId xmlns:p14="http://schemas.microsoft.com/office/powerpoint/2010/main" val="810908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417D7-9C02-4ECD-8385-F53215141BDB}"/>
              </a:ext>
            </a:extLst>
          </p:cNvPr>
          <p:cNvSpPr>
            <a:spLocks noGrp="1"/>
          </p:cNvSpPr>
          <p:nvPr>
            <p:ph type="title"/>
          </p:nvPr>
        </p:nvSpPr>
        <p:spPr>
          <a:xfrm>
            <a:off x="609600" y="134144"/>
            <a:ext cx="8153400" cy="918592"/>
          </a:xfrm>
        </p:spPr>
        <p:txBody>
          <a:bodyPr>
            <a:normAutofit fontScale="90000"/>
          </a:bodyPr>
          <a:lstStyle/>
          <a:p>
            <a:pPr>
              <a:lnSpc>
                <a:spcPts val="3500"/>
              </a:lnSpc>
            </a:pPr>
            <a:r>
              <a:rPr lang="en-GB" dirty="0"/>
              <a:t>Estimating population parameters from sample statistics</a:t>
            </a:r>
          </a:p>
        </p:txBody>
      </p:sp>
      <p:sp>
        <p:nvSpPr>
          <p:cNvPr id="3" name="Content Placeholder 2">
            <a:extLst>
              <a:ext uri="{FF2B5EF4-FFF2-40B4-BE49-F238E27FC236}">
                <a16:creationId xmlns:a16="http://schemas.microsoft.com/office/drawing/2014/main" id="{BC5C6374-FE78-D549-40C5-649BDB7F7D45}"/>
              </a:ext>
            </a:extLst>
          </p:cNvPr>
          <p:cNvSpPr>
            <a:spLocks noGrp="1"/>
          </p:cNvSpPr>
          <p:nvPr>
            <p:ph sz="quarter" idx="1"/>
          </p:nvPr>
        </p:nvSpPr>
        <p:spPr>
          <a:xfrm>
            <a:off x="609600" y="1484784"/>
            <a:ext cx="7199712" cy="4781128"/>
          </a:xfrm>
        </p:spPr>
        <p:txBody>
          <a:bodyPr>
            <a:noAutofit/>
          </a:bodyPr>
          <a:lstStyle/>
          <a:p>
            <a:pPr>
              <a:lnSpc>
                <a:spcPct val="120000"/>
              </a:lnSpc>
              <a:spcBef>
                <a:spcPts val="0"/>
              </a:spcBef>
            </a:pPr>
            <a:r>
              <a:rPr lang="en-GB" sz="1200" dirty="0"/>
              <a:t>There are two types of estimates you can make about the population: </a:t>
            </a:r>
          </a:p>
          <a:p>
            <a:pPr lvl="1">
              <a:lnSpc>
                <a:spcPct val="120000"/>
              </a:lnSpc>
              <a:spcBef>
                <a:spcPts val="0"/>
              </a:spcBef>
            </a:pPr>
            <a:r>
              <a:rPr lang="en-GB" sz="1200" b="1" dirty="0">
                <a:solidFill>
                  <a:schemeClr val="accent2">
                    <a:lumMod val="75000"/>
                  </a:schemeClr>
                </a:solidFill>
              </a:rPr>
              <a:t>point estimate</a:t>
            </a:r>
            <a:r>
              <a:rPr lang="en-GB" sz="1200" dirty="0"/>
              <a:t>, a single value estimate of a parameter. For instance, </a:t>
            </a:r>
            <a:r>
              <a:rPr lang="en-GB" sz="1200" b="1" dirty="0"/>
              <a:t>a sample mean </a:t>
            </a:r>
            <a:r>
              <a:rPr lang="en-GB" sz="1200" dirty="0"/>
              <a:t>is a point estimate of a population mean.</a:t>
            </a:r>
          </a:p>
          <a:p>
            <a:pPr lvl="1">
              <a:lnSpc>
                <a:spcPct val="120000"/>
              </a:lnSpc>
              <a:spcBef>
                <a:spcPts val="0"/>
              </a:spcBef>
            </a:pPr>
            <a:r>
              <a:rPr lang="en-GB" sz="1200" b="1" dirty="0">
                <a:highlight>
                  <a:srgbClr val="E0CBA3"/>
                </a:highlight>
              </a:rPr>
              <a:t>Example: </a:t>
            </a:r>
            <a:r>
              <a:rPr lang="en-GB" sz="1200" dirty="0">
                <a:highlight>
                  <a:srgbClr val="E0CBA3"/>
                </a:highlight>
              </a:rPr>
              <a:t>Suppose you conduct a usability test with a sample of 50 users to determine the </a:t>
            </a:r>
            <a:r>
              <a:rPr lang="en-GB" sz="1200" b="1" dirty="0">
                <a:highlight>
                  <a:srgbClr val="E0CBA3"/>
                </a:highlight>
              </a:rPr>
              <a:t>average task completion time</a:t>
            </a:r>
            <a:r>
              <a:rPr lang="en-GB" sz="1200" dirty="0">
                <a:highlight>
                  <a:srgbClr val="E0CBA3"/>
                </a:highlight>
              </a:rPr>
              <a:t> for a new feature.</a:t>
            </a:r>
          </a:p>
          <a:p>
            <a:pPr lvl="1">
              <a:lnSpc>
                <a:spcPct val="120000"/>
              </a:lnSpc>
              <a:spcBef>
                <a:spcPts val="0"/>
              </a:spcBef>
              <a:buFont typeface="+mj-lt"/>
              <a:buAutoNum type="arabicPeriod"/>
            </a:pPr>
            <a:r>
              <a:rPr lang="en-GB" sz="1200" b="1" dirty="0">
                <a:highlight>
                  <a:srgbClr val="E0CBA3"/>
                </a:highlight>
              </a:rPr>
              <a:t>Collect Data</a:t>
            </a:r>
            <a:r>
              <a:rPr lang="en-GB" sz="1200" dirty="0">
                <a:highlight>
                  <a:srgbClr val="E0CBA3"/>
                </a:highlight>
              </a:rPr>
              <a:t>: After testing, you calculate that the </a:t>
            </a:r>
            <a:r>
              <a:rPr lang="en-GB" sz="1200" b="1" dirty="0">
                <a:highlight>
                  <a:srgbClr val="E0CBA3"/>
                </a:highlight>
              </a:rPr>
              <a:t>mean task completion time</a:t>
            </a:r>
            <a:r>
              <a:rPr lang="en-GB" sz="1200" dirty="0">
                <a:highlight>
                  <a:srgbClr val="E0CBA3"/>
                </a:highlight>
              </a:rPr>
              <a:t> for the 50 users is </a:t>
            </a:r>
            <a:r>
              <a:rPr lang="en-GB" sz="1200" b="1" dirty="0">
                <a:highlight>
                  <a:srgbClr val="E0CBA3"/>
                </a:highlight>
              </a:rPr>
              <a:t>4.5 minutes</a:t>
            </a:r>
            <a:r>
              <a:rPr lang="en-GB" sz="1200" dirty="0">
                <a:highlight>
                  <a:srgbClr val="E0CBA3"/>
                </a:highlight>
              </a:rPr>
              <a:t>.</a:t>
            </a:r>
          </a:p>
          <a:p>
            <a:pPr lvl="1">
              <a:lnSpc>
                <a:spcPct val="120000"/>
              </a:lnSpc>
              <a:spcBef>
                <a:spcPts val="0"/>
              </a:spcBef>
              <a:buFont typeface="+mj-lt"/>
              <a:buAutoNum type="arabicPeriod"/>
            </a:pPr>
            <a:r>
              <a:rPr lang="en-GB" sz="1200" b="1" dirty="0">
                <a:highlight>
                  <a:srgbClr val="E0CBA3"/>
                </a:highlight>
              </a:rPr>
              <a:t>Point Estimate</a:t>
            </a:r>
            <a:r>
              <a:rPr lang="en-GB" sz="1200" dirty="0">
                <a:highlight>
                  <a:srgbClr val="E0CBA3"/>
                </a:highlight>
              </a:rPr>
              <a:t>: The sample mean (4.5 minutes) is your </a:t>
            </a:r>
            <a:r>
              <a:rPr lang="en-GB" sz="1200" b="1" dirty="0">
                <a:highlight>
                  <a:srgbClr val="E0CBA3"/>
                </a:highlight>
              </a:rPr>
              <a:t>point estimate</a:t>
            </a:r>
            <a:r>
              <a:rPr lang="en-GB" sz="1200" dirty="0">
                <a:highlight>
                  <a:srgbClr val="E0CBA3"/>
                </a:highlight>
              </a:rPr>
              <a:t> for the population mean—i.e., the average task completion time for all potential users of the feature.</a:t>
            </a:r>
          </a:p>
          <a:p>
            <a:pPr lvl="1">
              <a:lnSpc>
                <a:spcPct val="120000"/>
              </a:lnSpc>
              <a:spcBef>
                <a:spcPts val="0"/>
              </a:spcBef>
            </a:pPr>
            <a:r>
              <a:rPr lang="en-GB" sz="1200" dirty="0">
                <a:highlight>
                  <a:srgbClr val="E0CBA3"/>
                </a:highlight>
              </a:rPr>
              <a:t>In this case, </a:t>
            </a:r>
            <a:r>
              <a:rPr lang="en-GB" sz="1200" b="1" dirty="0">
                <a:highlight>
                  <a:srgbClr val="E0CBA3"/>
                </a:highlight>
              </a:rPr>
              <a:t>4.5 minutes</a:t>
            </a:r>
            <a:r>
              <a:rPr lang="en-GB" sz="1200" dirty="0">
                <a:highlight>
                  <a:srgbClr val="E0CBA3"/>
                </a:highlight>
              </a:rPr>
              <a:t> is the point estimate of the population mean task completion time based on your sample. This single value provides a straightforward, though approximate, answer for the average time users take to complete the task.</a:t>
            </a:r>
          </a:p>
          <a:p>
            <a:pPr lvl="1">
              <a:lnSpc>
                <a:spcPct val="120000"/>
              </a:lnSpc>
              <a:spcBef>
                <a:spcPts val="0"/>
              </a:spcBef>
            </a:pPr>
            <a:r>
              <a:rPr lang="en-GB" sz="1200" b="1" dirty="0">
                <a:solidFill>
                  <a:schemeClr val="accent2">
                    <a:lumMod val="75000"/>
                  </a:schemeClr>
                </a:solidFill>
              </a:rPr>
              <a:t>interval estimate</a:t>
            </a:r>
            <a:r>
              <a:rPr lang="en-GB" sz="1200" dirty="0"/>
              <a:t>, that gives you </a:t>
            </a:r>
            <a:r>
              <a:rPr lang="en-GB" sz="1200" b="1" dirty="0"/>
              <a:t>a range of values </a:t>
            </a:r>
            <a:r>
              <a:rPr lang="en-GB" sz="1200" dirty="0"/>
              <a:t>where the parameter is expected to lie. A </a:t>
            </a:r>
            <a:r>
              <a:rPr lang="en-GB" sz="1200" b="1" dirty="0"/>
              <a:t>confidence interval</a:t>
            </a:r>
            <a:r>
              <a:rPr lang="en-GB" sz="1200" dirty="0"/>
              <a:t> is the most common type of interval estimate.</a:t>
            </a:r>
          </a:p>
          <a:p>
            <a:pPr lvl="1">
              <a:lnSpc>
                <a:spcPct val="120000"/>
              </a:lnSpc>
              <a:spcBef>
                <a:spcPts val="0"/>
              </a:spcBef>
              <a:buFont typeface="+mj-lt"/>
              <a:buAutoNum type="arabicPeriod"/>
            </a:pPr>
            <a:r>
              <a:rPr lang="en-GB" sz="1200" dirty="0">
                <a:highlight>
                  <a:srgbClr val="E0CBA3"/>
                </a:highlight>
              </a:rPr>
              <a:t>In the above example lets say that the standard deviation is 1.2 minutes. </a:t>
            </a:r>
          </a:p>
          <a:p>
            <a:pPr lvl="1">
              <a:lnSpc>
                <a:spcPct val="120000"/>
              </a:lnSpc>
              <a:spcBef>
                <a:spcPts val="0"/>
              </a:spcBef>
              <a:buFont typeface="+mj-lt"/>
              <a:buAutoNum type="arabicPeriod"/>
            </a:pPr>
            <a:r>
              <a:rPr lang="en-GB" sz="1200" dirty="0">
                <a:highlight>
                  <a:srgbClr val="E0CBA3"/>
                </a:highlight>
              </a:rPr>
              <a:t>Set the Confidence Level: You choose a 95% confidence level, which corresponds </a:t>
            </a:r>
            <a:br>
              <a:rPr lang="en-GB" sz="1200" dirty="0">
                <a:highlight>
                  <a:srgbClr val="E0CBA3"/>
                </a:highlight>
              </a:rPr>
            </a:br>
            <a:r>
              <a:rPr lang="en-GB" sz="1200" dirty="0">
                <a:highlight>
                  <a:srgbClr val="E0CBA3"/>
                </a:highlight>
              </a:rPr>
              <a:t>to a Z-score of 1.96.Calculate the Margin of Error (E):</a:t>
            </a:r>
          </a:p>
          <a:p>
            <a:pPr lvl="1">
              <a:lnSpc>
                <a:spcPct val="120000"/>
              </a:lnSpc>
              <a:spcBef>
                <a:spcPts val="0"/>
              </a:spcBef>
              <a:buFont typeface="+mj-lt"/>
              <a:buAutoNum type="arabicPeriod"/>
            </a:pPr>
            <a:r>
              <a:rPr lang="en-GB" sz="1200" dirty="0">
                <a:highlight>
                  <a:srgbClr val="E0CBA3"/>
                </a:highlight>
              </a:rPr>
              <a:t>Construct the Confidence Interval:</a:t>
            </a:r>
          </a:p>
          <a:p>
            <a:pPr lvl="2">
              <a:lnSpc>
                <a:spcPct val="120000"/>
              </a:lnSpc>
              <a:spcBef>
                <a:spcPts val="0"/>
              </a:spcBef>
            </a:pPr>
            <a:r>
              <a:rPr lang="en-GB" sz="1200" dirty="0">
                <a:highlight>
                  <a:srgbClr val="E0CBA3"/>
                </a:highlight>
              </a:rPr>
              <a:t>Lower bound = sample mean - E = 4.5 - 0.332 = 4.168 minutes</a:t>
            </a:r>
          </a:p>
          <a:p>
            <a:pPr lvl="2">
              <a:lnSpc>
                <a:spcPct val="120000"/>
              </a:lnSpc>
              <a:spcBef>
                <a:spcPts val="0"/>
              </a:spcBef>
            </a:pPr>
            <a:r>
              <a:rPr lang="en-GB" sz="1200" dirty="0">
                <a:highlight>
                  <a:srgbClr val="E0CBA3"/>
                </a:highlight>
              </a:rPr>
              <a:t>Upper bound = sample mean + E = 4.5 + 0.332 = 4.832 minutes</a:t>
            </a:r>
          </a:p>
          <a:p>
            <a:pPr lvl="1">
              <a:lnSpc>
                <a:spcPct val="120000"/>
              </a:lnSpc>
              <a:spcBef>
                <a:spcPts val="0"/>
              </a:spcBef>
            </a:pPr>
            <a:r>
              <a:rPr lang="en-GB" sz="1200" dirty="0">
                <a:highlight>
                  <a:srgbClr val="E0CBA3"/>
                </a:highlight>
              </a:rPr>
              <a:t>So, the 95% confidence interval for the average task completion time is 4.168 to 4.832 minutes.</a:t>
            </a:r>
          </a:p>
          <a:p>
            <a:pPr>
              <a:lnSpc>
                <a:spcPct val="120000"/>
              </a:lnSpc>
              <a:spcBef>
                <a:spcPts val="0"/>
              </a:spcBef>
            </a:pPr>
            <a:r>
              <a:rPr lang="en-GB" sz="1200" dirty="0"/>
              <a:t>Both types of estimates are important for gathering a clear idea of where a parameter is likely to lie.</a:t>
            </a:r>
          </a:p>
        </p:txBody>
      </p:sp>
      <p:pic>
        <p:nvPicPr>
          <p:cNvPr id="8" name="Picture 7">
            <a:extLst>
              <a:ext uri="{FF2B5EF4-FFF2-40B4-BE49-F238E27FC236}">
                <a16:creationId xmlns:a16="http://schemas.microsoft.com/office/drawing/2014/main" id="{01FA5F02-98C2-E6CC-465B-44A2D010390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030683" y="5239711"/>
            <a:ext cx="878831" cy="468098"/>
          </a:xfrm>
          <a:prstGeom prst="rect">
            <a:avLst/>
          </a:prstGeom>
        </p:spPr>
      </p:pic>
      <p:pic>
        <p:nvPicPr>
          <p:cNvPr id="10" name="Picture 9">
            <a:extLst>
              <a:ext uri="{FF2B5EF4-FFF2-40B4-BE49-F238E27FC236}">
                <a16:creationId xmlns:a16="http://schemas.microsoft.com/office/drawing/2014/main" id="{B5392D4C-9F81-667E-54D4-836C2F894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72833" y="5239711"/>
            <a:ext cx="2071167" cy="918593"/>
          </a:xfrm>
          <a:prstGeom prst="rect">
            <a:avLst/>
          </a:prstGeom>
        </p:spPr>
      </p:pic>
      <p:cxnSp>
        <p:nvCxnSpPr>
          <p:cNvPr id="12" name="Straight Arrow Connector 11">
            <a:extLst>
              <a:ext uri="{FF2B5EF4-FFF2-40B4-BE49-F238E27FC236}">
                <a16:creationId xmlns:a16="http://schemas.microsoft.com/office/drawing/2014/main" id="{5AEE9944-31FE-E134-1D9F-88D552B6AD5C}"/>
              </a:ext>
            </a:extLst>
          </p:cNvPr>
          <p:cNvCxnSpPr>
            <a:cxnSpLocks/>
          </p:cNvCxnSpPr>
          <p:nvPr/>
        </p:nvCxnSpPr>
        <p:spPr>
          <a:xfrm>
            <a:off x="4686300" y="5252427"/>
            <a:ext cx="1253852" cy="120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Footer Placeholder 13">
            <a:extLst>
              <a:ext uri="{FF2B5EF4-FFF2-40B4-BE49-F238E27FC236}">
                <a16:creationId xmlns:a16="http://schemas.microsoft.com/office/drawing/2014/main" id="{A0BE83E5-7A83-8B69-4B0C-B7282A8BCE3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3CD2B49A-D3FC-6E83-2477-8410FF151BEA}"/>
              </a:ext>
            </a:extLst>
          </p:cNvPr>
          <p:cNvSpPr>
            <a:spLocks noGrp="1"/>
          </p:cNvSpPr>
          <p:nvPr>
            <p:ph type="sldNum" sz="quarter" idx="4"/>
          </p:nvPr>
        </p:nvSpPr>
        <p:spPr/>
        <p:txBody>
          <a:bodyPr/>
          <a:lstStyle/>
          <a:p>
            <a:fld id="{9FD7ECCF-50E7-4327-B945-FA93FF7B2BEF}" type="slidenum">
              <a:rPr lang="en-US" smtClean="0"/>
              <a:pPr/>
              <a:t>25</a:t>
            </a:fld>
            <a:r>
              <a:rPr lang="en-GB"/>
              <a:t>/75</a:t>
            </a:r>
            <a:endParaRPr lang="en-US" dirty="0"/>
          </a:p>
        </p:txBody>
      </p:sp>
    </p:spTree>
    <p:extLst>
      <p:ext uri="{BB962C8B-B14F-4D97-AF65-F5344CB8AC3E}">
        <p14:creationId xmlns:p14="http://schemas.microsoft.com/office/powerpoint/2010/main" val="1042472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AAF5-838E-3871-03CE-77200712B37E}"/>
              </a:ext>
            </a:extLst>
          </p:cNvPr>
          <p:cNvSpPr>
            <a:spLocks noGrp="1"/>
          </p:cNvSpPr>
          <p:nvPr>
            <p:ph type="title"/>
          </p:nvPr>
        </p:nvSpPr>
        <p:spPr/>
        <p:txBody>
          <a:bodyPr/>
          <a:lstStyle/>
          <a:p>
            <a:r>
              <a:rPr lang="en-GB" dirty="0"/>
              <a:t>Why all this is important?</a:t>
            </a:r>
          </a:p>
        </p:txBody>
      </p:sp>
      <p:sp>
        <p:nvSpPr>
          <p:cNvPr id="3" name="Content Placeholder 2">
            <a:extLst>
              <a:ext uri="{FF2B5EF4-FFF2-40B4-BE49-F238E27FC236}">
                <a16:creationId xmlns:a16="http://schemas.microsoft.com/office/drawing/2014/main" id="{8A769266-B0F0-EE62-B291-CF2C9E045858}"/>
              </a:ext>
            </a:extLst>
          </p:cNvPr>
          <p:cNvSpPr>
            <a:spLocks noGrp="1"/>
          </p:cNvSpPr>
          <p:nvPr>
            <p:ph sz="quarter" idx="1"/>
          </p:nvPr>
        </p:nvSpPr>
        <p:spPr/>
        <p:txBody>
          <a:bodyPr>
            <a:normAutofit fontScale="62500" lnSpcReduction="20000"/>
          </a:bodyPr>
          <a:lstStyle/>
          <a:p>
            <a:r>
              <a:rPr lang="en-GB" dirty="0"/>
              <a:t>The </a:t>
            </a:r>
            <a:r>
              <a:rPr lang="en-GB" b="1" dirty="0"/>
              <a:t>relationship between probability distribution and sample size</a:t>
            </a:r>
            <a:r>
              <a:rPr lang="en-GB" dirty="0"/>
              <a:t> is essential in understanding how well sample data represents the population and affects the accuracy of statistical estimates.</a:t>
            </a:r>
          </a:p>
          <a:p>
            <a:endParaRPr lang="en-GB" dirty="0"/>
          </a:p>
          <a:p>
            <a:pPr marL="514350" indent="-514350">
              <a:buFont typeface="+mj-lt"/>
              <a:buAutoNum type="arabicPeriod"/>
            </a:pPr>
            <a:r>
              <a:rPr lang="en-GB" dirty="0"/>
              <a:t>The </a:t>
            </a:r>
            <a:r>
              <a:rPr lang="en-GB" b="1" dirty="0"/>
              <a:t>Central Limit Theorem</a:t>
            </a:r>
            <a:r>
              <a:rPr lang="en-GB" dirty="0"/>
              <a:t> states that as the sample size increases, the </a:t>
            </a:r>
            <a:r>
              <a:rPr lang="en-GB" b="1" dirty="0"/>
              <a:t>sampling distribution</a:t>
            </a:r>
            <a:r>
              <a:rPr lang="en-GB" dirty="0"/>
              <a:t> of the sample mean (or sum) approaches a </a:t>
            </a:r>
            <a:r>
              <a:rPr lang="en-GB" b="1" dirty="0"/>
              <a:t>normal distribution</a:t>
            </a:r>
            <a:r>
              <a:rPr lang="en-GB" dirty="0"/>
              <a:t> (bell-shaped), regardless of the population's distribution shape (as long as it has a finite mean and variance).</a:t>
            </a:r>
          </a:p>
          <a:p>
            <a:pPr marL="514350" indent="-514350">
              <a:buFont typeface="+mj-lt"/>
              <a:buAutoNum type="arabicPeriod"/>
            </a:pPr>
            <a:r>
              <a:rPr lang="en-GB" dirty="0"/>
              <a:t>As </a:t>
            </a:r>
            <a:r>
              <a:rPr lang="en-GB" b="1" dirty="0"/>
              <a:t>sample size increases</a:t>
            </a:r>
            <a:r>
              <a:rPr lang="en-GB" dirty="0"/>
              <a:t>, the </a:t>
            </a:r>
            <a:r>
              <a:rPr lang="en-GB" b="1" dirty="0"/>
              <a:t>variability</a:t>
            </a:r>
            <a:r>
              <a:rPr lang="en-GB" dirty="0"/>
              <a:t> (standard deviation) of the sampling distribution decreases. Larger sample sizes make the sampling distribution narrower, leading to more accurate and </a:t>
            </a:r>
            <a:r>
              <a:rPr lang="en-GB" b="1" dirty="0"/>
              <a:t>precise estimates</a:t>
            </a:r>
            <a:r>
              <a:rPr lang="en-GB" dirty="0"/>
              <a:t> of the population parameter.</a:t>
            </a:r>
          </a:p>
          <a:p>
            <a:pPr marL="514350" indent="-514350">
              <a:buFont typeface="+mj-lt"/>
              <a:buAutoNum type="arabicPeriod"/>
            </a:pPr>
            <a:r>
              <a:rPr lang="en-GB" dirty="0"/>
              <a:t>A larger sample size leads to a </a:t>
            </a:r>
            <a:r>
              <a:rPr lang="en-GB" b="1" dirty="0"/>
              <a:t>smaller margin of error</a:t>
            </a:r>
            <a:r>
              <a:rPr lang="en-GB" dirty="0"/>
              <a:t>, making </a:t>
            </a:r>
            <a:r>
              <a:rPr lang="en-GB" b="1" dirty="0"/>
              <a:t>confidence intervals narrower</a:t>
            </a:r>
            <a:r>
              <a:rPr lang="en-GB" dirty="0"/>
              <a:t>. This gives a more precise estimate of the population parameter, as we are more certain of where the true value lies.</a:t>
            </a:r>
          </a:p>
          <a:p>
            <a:pPr marL="514350" indent="-514350">
              <a:buFont typeface="+mj-lt"/>
              <a:buAutoNum type="arabicPeriod"/>
            </a:pPr>
            <a:r>
              <a:rPr lang="en-GB" dirty="0"/>
              <a:t>With a larger sample size, statistical tests become more </a:t>
            </a:r>
            <a:r>
              <a:rPr lang="en-GB" b="1" dirty="0"/>
              <a:t>powerful</a:t>
            </a:r>
            <a:r>
              <a:rPr lang="en-GB" dirty="0"/>
              <a:t>, meaning the probability of correctly rejecting a false null hypothesis increases.</a:t>
            </a:r>
          </a:p>
        </p:txBody>
      </p:sp>
      <p:sp>
        <p:nvSpPr>
          <p:cNvPr id="6" name="Footer Placeholder 5">
            <a:extLst>
              <a:ext uri="{FF2B5EF4-FFF2-40B4-BE49-F238E27FC236}">
                <a16:creationId xmlns:a16="http://schemas.microsoft.com/office/drawing/2014/main" id="{64C81EE5-3657-499B-48C8-ABDA15317C2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B87B4548-5855-26C8-ECEE-8255775830F7}"/>
              </a:ext>
            </a:extLst>
          </p:cNvPr>
          <p:cNvSpPr>
            <a:spLocks noGrp="1"/>
          </p:cNvSpPr>
          <p:nvPr>
            <p:ph type="sldNum" sz="quarter" idx="4"/>
          </p:nvPr>
        </p:nvSpPr>
        <p:spPr/>
        <p:txBody>
          <a:bodyPr/>
          <a:lstStyle/>
          <a:p>
            <a:fld id="{9FD7ECCF-50E7-4327-B945-FA93FF7B2BEF}" type="slidenum">
              <a:rPr lang="en-US" smtClean="0"/>
              <a:pPr/>
              <a:t>26</a:t>
            </a:fld>
            <a:r>
              <a:rPr lang="en-GB"/>
              <a:t>/75</a:t>
            </a:r>
            <a:endParaRPr lang="en-US" dirty="0"/>
          </a:p>
        </p:txBody>
      </p:sp>
    </p:spTree>
    <p:extLst>
      <p:ext uri="{BB962C8B-B14F-4D97-AF65-F5344CB8AC3E}">
        <p14:creationId xmlns:p14="http://schemas.microsoft.com/office/powerpoint/2010/main" val="1423986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9DDA-79EA-A7E5-0094-9B51FACB5D65}"/>
              </a:ext>
            </a:extLst>
          </p:cNvPr>
          <p:cNvSpPr>
            <a:spLocks noGrp="1"/>
          </p:cNvSpPr>
          <p:nvPr>
            <p:ph type="title"/>
          </p:nvPr>
        </p:nvSpPr>
        <p:spPr/>
        <p:txBody>
          <a:bodyPr>
            <a:normAutofit/>
          </a:bodyPr>
          <a:lstStyle/>
          <a:p>
            <a:r>
              <a:rPr lang="en-GB" dirty="0"/>
              <a:t>Normality Characteristics of CLT</a:t>
            </a:r>
          </a:p>
        </p:txBody>
      </p:sp>
      <p:sp>
        <p:nvSpPr>
          <p:cNvPr id="3" name="Content Placeholder 2">
            <a:extLst>
              <a:ext uri="{FF2B5EF4-FFF2-40B4-BE49-F238E27FC236}">
                <a16:creationId xmlns:a16="http://schemas.microsoft.com/office/drawing/2014/main" id="{37D81C90-F346-D4FA-69FB-D67E2576F098}"/>
              </a:ext>
            </a:extLst>
          </p:cNvPr>
          <p:cNvSpPr>
            <a:spLocks noGrp="1"/>
          </p:cNvSpPr>
          <p:nvPr>
            <p:ph sz="quarter" idx="1"/>
          </p:nvPr>
        </p:nvSpPr>
        <p:spPr/>
        <p:txBody>
          <a:bodyPr>
            <a:normAutofit/>
          </a:bodyPr>
          <a:lstStyle/>
          <a:p>
            <a:r>
              <a:rPr lang="en-GB" dirty="0"/>
              <a:t>Normal Distributions are mainly defined by two parameters: </a:t>
            </a:r>
          </a:p>
          <a:p>
            <a:pPr lvl="1"/>
            <a:r>
              <a:rPr lang="en-GB" sz="2800" dirty="0"/>
              <a:t>the </a:t>
            </a:r>
            <a:r>
              <a:rPr lang="en-GB" sz="2800" b="1" dirty="0"/>
              <a:t>mean</a:t>
            </a:r>
            <a:r>
              <a:rPr lang="en-GB" sz="2800" dirty="0"/>
              <a:t> and</a:t>
            </a:r>
          </a:p>
          <a:p>
            <a:pPr lvl="1"/>
            <a:r>
              <a:rPr lang="en-GB" sz="2800" dirty="0"/>
              <a:t>the </a:t>
            </a:r>
            <a:r>
              <a:rPr lang="en-GB" sz="2800" b="1" dirty="0"/>
              <a:t>standard deviation</a:t>
            </a:r>
          </a:p>
          <a:p>
            <a:endParaRPr lang="en-GB" dirty="0"/>
          </a:p>
        </p:txBody>
      </p:sp>
      <p:sp>
        <p:nvSpPr>
          <p:cNvPr id="6" name="Footer Placeholder 5">
            <a:extLst>
              <a:ext uri="{FF2B5EF4-FFF2-40B4-BE49-F238E27FC236}">
                <a16:creationId xmlns:a16="http://schemas.microsoft.com/office/drawing/2014/main" id="{E2BA7BF0-A532-D856-440F-C24C7B7B202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F22867A2-AD04-1C78-32C4-F25107FCEE6D}"/>
              </a:ext>
            </a:extLst>
          </p:cNvPr>
          <p:cNvSpPr>
            <a:spLocks noGrp="1"/>
          </p:cNvSpPr>
          <p:nvPr>
            <p:ph type="sldNum" sz="quarter" idx="4"/>
          </p:nvPr>
        </p:nvSpPr>
        <p:spPr/>
        <p:txBody>
          <a:bodyPr/>
          <a:lstStyle/>
          <a:p>
            <a:fld id="{9FD7ECCF-50E7-4327-B945-FA93FF7B2BEF}" type="slidenum">
              <a:rPr lang="en-US" smtClean="0"/>
              <a:pPr/>
              <a:t>27</a:t>
            </a:fld>
            <a:r>
              <a:rPr lang="en-GB"/>
              <a:t>/75</a:t>
            </a:r>
            <a:endParaRPr lang="en-US" dirty="0"/>
          </a:p>
        </p:txBody>
      </p:sp>
    </p:spTree>
    <p:extLst>
      <p:ext uri="{BB962C8B-B14F-4D97-AF65-F5344CB8AC3E}">
        <p14:creationId xmlns:p14="http://schemas.microsoft.com/office/powerpoint/2010/main" val="2919068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F79E0C-36CD-D0BA-F68B-A528F5588918}"/>
              </a:ext>
            </a:extLst>
          </p:cNvPr>
          <p:cNvSpPr>
            <a:spLocks noGrp="1"/>
          </p:cNvSpPr>
          <p:nvPr>
            <p:ph sz="quarter" idx="1"/>
          </p:nvPr>
        </p:nvSpPr>
        <p:spPr>
          <a:xfrm>
            <a:off x="612648" y="1600199"/>
            <a:ext cx="8279832" cy="1788615"/>
          </a:xfrm>
        </p:spPr>
        <p:txBody>
          <a:bodyPr>
            <a:normAutofit fontScale="62500" lnSpcReduction="20000"/>
          </a:bodyPr>
          <a:lstStyle/>
          <a:p>
            <a:r>
              <a:rPr lang="en-GB" dirty="0"/>
              <a:t>The Central Limit Theorem </a:t>
            </a:r>
            <a:r>
              <a:rPr lang="el-GR" dirty="0"/>
              <a:t>(</a:t>
            </a:r>
            <a:r>
              <a:rPr lang="en-GB" dirty="0"/>
              <a:t>CLT</a:t>
            </a:r>
            <a:r>
              <a:rPr lang="el-GR" dirty="0"/>
              <a:t>) </a:t>
            </a:r>
            <a:r>
              <a:rPr lang="en-GB" dirty="0"/>
              <a:t>is a fundamental concept in probability and statistics that determines the type of statistics we can conduct depending on the distribution of the sample</a:t>
            </a:r>
          </a:p>
          <a:p>
            <a:endParaRPr lang="en-GB" dirty="0"/>
          </a:p>
          <a:p>
            <a:pPr marL="0" indent="0" algn="ctr">
              <a:buNone/>
            </a:pPr>
            <a:r>
              <a:rPr lang="en-GB" sz="3200" b="1" dirty="0"/>
              <a:t>CLT: The mean of the sample means = mean of the population</a:t>
            </a:r>
          </a:p>
          <a:p>
            <a:pPr marL="320040" lvl="1" indent="0" algn="ctr">
              <a:buNone/>
            </a:pPr>
            <a:r>
              <a:rPr lang="el-GR" sz="2900" b="1" dirty="0"/>
              <a:t>μ</a:t>
            </a:r>
            <a:r>
              <a:rPr lang="en-GB" sz="3200" b="1" i="0" dirty="0">
                <a:solidFill>
                  <a:srgbClr val="000000"/>
                </a:solidFill>
                <a:effectLst/>
              </a:rPr>
              <a:t> </a:t>
            </a:r>
            <a:r>
              <a:rPr lang="en-GB" sz="3200" b="1" baseline="-25000" dirty="0">
                <a:solidFill>
                  <a:srgbClr val="000000"/>
                </a:solidFill>
              </a:rPr>
              <a:t>x̅ </a:t>
            </a:r>
            <a:r>
              <a:rPr lang="el-GR" sz="3200" b="1" baseline="-25000" dirty="0">
                <a:solidFill>
                  <a:srgbClr val="000000"/>
                </a:solidFill>
              </a:rPr>
              <a:t> </a:t>
            </a:r>
            <a:r>
              <a:rPr lang="el-GR" sz="3200" b="1" dirty="0">
                <a:solidFill>
                  <a:srgbClr val="000000"/>
                </a:solidFill>
              </a:rPr>
              <a:t>= μ</a:t>
            </a:r>
            <a:endParaRPr lang="el-GR" sz="2900" b="1" dirty="0">
              <a:solidFill>
                <a:srgbClr val="000000"/>
              </a:solidFill>
            </a:endParaRPr>
          </a:p>
        </p:txBody>
      </p:sp>
      <p:grpSp>
        <p:nvGrpSpPr>
          <p:cNvPr id="16" name="Group 15" descr="Central Limit Theorem (CLT)">
            <a:extLst>
              <a:ext uri="{FF2B5EF4-FFF2-40B4-BE49-F238E27FC236}">
                <a16:creationId xmlns:a16="http://schemas.microsoft.com/office/drawing/2014/main" id="{58794A7E-542D-26B4-5705-E850586D5AF2}"/>
              </a:ext>
            </a:extLst>
          </p:cNvPr>
          <p:cNvGrpSpPr/>
          <p:nvPr/>
        </p:nvGrpSpPr>
        <p:grpSpPr>
          <a:xfrm>
            <a:off x="2946065" y="3673476"/>
            <a:ext cx="6169235" cy="2491110"/>
            <a:chOff x="533400" y="3566243"/>
            <a:chExt cx="6169235" cy="2491110"/>
          </a:xfrm>
        </p:grpSpPr>
        <p:pic>
          <p:nvPicPr>
            <p:cNvPr id="11" name="Picture 10">
              <a:extLst>
                <a:ext uri="{FF2B5EF4-FFF2-40B4-BE49-F238E27FC236}">
                  <a16:creationId xmlns:a16="http://schemas.microsoft.com/office/drawing/2014/main" id="{1A3A28E9-A839-0CB0-9EAE-58DAF99936D8}"/>
                </a:ext>
              </a:extLst>
            </p:cNvPr>
            <p:cNvPicPr>
              <a:picLocks noChangeAspect="1"/>
            </p:cNvPicPr>
            <p:nvPr/>
          </p:nvPicPr>
          <p:blipFill>
            <a:blip r:embed="rId3"/>
            <a:stretch>
              <a:fillRect/>
            </a:stretch>
          </p:blipFill>
          <p:spPr>
            <a:xfrm>
              <a:off x="533400" y="3566243"/>
              <a:ext cx="5709473" cy="2112370"/>
            </a:xfrm>
            <a:prstGeom prst="rect">
              <a:avLst/>
            </a:prstGeom>
          </p:spPr>
        </p:pic>
        <p:sp>
          <p:nvSpPr>
            <p:cNvPr id="12" name="TextBox 11">
              <a:extLst>
                <a:ext uri="{FF2B5EF4-FFF2-40B4-BE49-F238E27FC236}">
                  <a16:creationId xmlns:a16="http://schemas.microsoft.com/office/drawing/2014/main" id="{E1214856-B533-813C-C7B3-CFB33CE44270}"/>
                </a:ext>
              </a:extLst>
            </p:cNvPr>
            <p:cNvSpPr txBox="1"/>
            <p:nvPr/>
          </p:nvSpPr>
          <p:spPr>
            <a:xfrm>
              <a:off x="1043608" y="5700189"/>
              <a:ext cx="1996059" cy="338554"/>
            </a:xfrm>
            <a:prstGeom prst="rect">
              <a:avLst/>
            </a:prstGeom>
            <a:noFill/>
          </p:spPr>
          <p:txBody>
            <a:bodyPr wrap="none" rtlCol="0">
              <a:spAutoFit/>
            </a:bodyPr>
            <a:lstStyle/>
            <a:p>
              <a:r>
                <a:rPr lang="en-GB" sz="1600" dirty="0">
                  <a:latin typeface="+mn-lt"/>
                </a:rPr>
                <a:t>Population distribution</a:t>
              </a:r>
            </a:p>
          </p:txBody>
        </p:sp>
        <p:sp>
          <p:nvSpPr>
            <p:cNvPr id="13" name="TextBox 12">
              <a:extLst>
                <a:ext uri="{FF2B5EF4-FFF2-40B4-BE49-F238E27FC236}">
                  <a16:creationId xmlns:a16="http://schemas.microsoft.com/office/drawing/2014/main" id="{40B47936-1824-E053-FBE8-C905C675D658}"/>
                </a:ext>
              </a:extLst>
            </p:cNvPr>
            <p:cNvSpPr txBox="1"/>
            <p:nvPr/>
          </p:nvSpPr>
          <p:spPr>
            <a:xfrm>
              <a:off x="3707904" y="5718799"/>
              <a:ext cx="2994731" cy="338554"/>
            </a:xfrm>
            <a:prstGeom prst="rect">
              <a:avLst/>
            </a:prstGeom>
            <a:noFill/>
          </p:spPr>
          <p:txBody>
            <a:bodyPr wrap="none" rtlCol="0">
              <a:spAutoFit/>
            </a:bodyPr>
            <a:lstStyle/>
            <a:p>
              <a:r>
                <a:rPr lang="en-GB" sz="1600" dirty="0">
                  <a:latin typeface="+mn-lt"/>
                </a:rPr>
                <a:t>Sampling distribution of the means</a:t>
              </a:r>
            </a:p>
          </p:txBody>
        </p:sp>
      </p:grpSp>
      <p:pic>
        <p:nvPicPr>
          <p:cNvPr id="18" name="Picture 17" descr="Central Limit Theorem (CLT)">
            <a:extLst>
              <a:ext uri="{FF2B5EF4-FFF2-40B4-BE49-F238E27FC236}">
                <a16:creationId xmlns:a16="http://schemas.microsoft.com/office/drawing/2014/main" id="{3EEC682B-6F36-2BC7-34EC-88499EA49893}"/>
              </a:ext>
            </a:extLst>
          </p:cNvPr>
          <p:cNvPicPr>
            <a:picLocks noChangeAspect="1"/>
          </p:cNvPicPr>
          <p:nvPr/>
        </p:nvPicPr>
        <p:blipFill>
          <a:blip r:embed="rId4"/>
          <a:stretch>
            <a:fillRect/>
          </a:stretch>
        </p:blipFill>
        <p:spPr>
          <a:xfrm>
            <a:off x="103101" y="3673476"/>
            <a:ext cx="2859013" cy="1653485"/>
          </a:xfrm>
          <a:prstGeom prst="rect">
            <a:avLst/>
          </a:prstGeom>
        </p:spPr>
      </p:pic>
      <mc:AlternateContent xmlns:mc="http://schemas.openxmlformats.org/markup-compatibility/2006" xmlns:p14="http://schemas.microsoft.com/office/powerpoint/2010/main">
        <mc:Choice Requires="p14">
          <p:contentPart p14:bwMode="auto" r:id="rId5">
            <p14:nvContentPartPr>
              <p14:cNvPr id="25" name="Ink 24">
                <a:extLst>
                  <a:ext uri="{FF2B5EF4-FFF2-40B4-BE49-F238E27FC236}">
                    <a16:creationId xmlns:a16="http://schemas.microsoft.com/office/drawing/2014/main" id="{996FE5E1-2EBE-C12C-AF58-E5B511448FD9}"/>
                  </a:ext>
                </a:extLst>
              </p14:cNvPr>
              <p14:cNvContentPartPr/>
              <p14:nvPr/>
            </p14:nvContentPartPr>
            <p14:xfrm>
              <a:off x="4349940" y="2951430"/>
              <a:ext cx="574920" cy="544320"/>
            </p14:xfrm>
          </p:contentPart>
        </mc:Choice>
        <mc:Fallback xmlns="">
          <p:pic>
            <p:nvPicPr>
              <p:cNvPr id="25" name="Ink 24">
                <a:extLst>
                  <a:ext uri="{FF2B5EF4-FFF2-40B4-BE49-F238E27FC236}">
                    <a16:creationId xmlns:a16="http://schemas.microsoft.com/office/drawing/2014/main" id="{996FE5E1-2EBE-C12C-AF58-E5B511448FD9}"/>
                  </a:ext>
                </a:extLst>
              </p:cNvPr>
              <p:cNvPicPr/>
              <p:nvPr/>
            </p:nvPicPr>
            <p:blipFill>
              <a:blip r:embed="rId6"/>
              <a:stretch>
                <a:fillRect/>
              </a:stretch>
            </p:blipFill>
            <p:spPr>
              <a:xfrm>
                <a:off x="4340940" y="2942430"/>
                <a:ext cx="592560" cy="561960"/>
              </a:xfrm>
              <a:prstGeom prst="rect">
                <a:avLst/>
              </a:prstGeom>
            </p:spPr>
          </p:pic>
        </mc:Fallback>
      </mc:AlternateContent>
      <p:grpSp>
        <p:nvGrpSpPr>
          <p:cNvPr id="28" name="Group 27">
            <a:extLst>
              <a:ext uri="{FF2B5EF4-FFF2-40B4-BE49-F238E27FC236}">
                <a16:creationId xmlns:a16="http://schemas.microsoft.com/office/drawing/2014/main" id="{98A0227E-5BA3-AB8A-1218-552839C5C788}"/>
              </a:ext>
            </a:extLst>
          </p:cNvPr>
          <p:cNvGrpSpPr/>
          <p:nvPr/>
        </p:nvGrpSpPr>
        <p:grpSpPr>
          <a:xfrm>
            <a:off x="4847820" y="3009390"/>
            <a:ext cx="2237040" cy="863280"/>
            <a:chOff x="4847820" y="3009390"/>
            <a:chExt cx="2237040" cy="863280"/>
          </a:xfrm>
        </p:grpSpPr>
        <mc:AlternateContent xmlns:mc="http://schemas.openxmlformats.org/markup-compatibility/2006" xmlns:p14="http://schemas.microsoft.com/office/powerpoint/2010/main">
          <mc:Choice Requires="p14">
            <p:contentPart p14:bwMode="auto" r:id="rId7">
              <p14:nvContentPartPr>
                <p14:cNvPr id="26" name="Ink 25">
                  <a:extLst>
                    <a:ext uri="{FF2B5EF4-FFF2-40B4-BE49-F238E27FC236}">
                      <a16:creationId xmlns:a16="http://schemas.microsoft.com/office/drawing/2014/main" id="{94BA69B1-0150-7EC1-D15C-496E34C80DA1}"/>
                    </a:ext>
                  </a:extLst>
                </p14:cNvPr>
                <p14:cNvContentPartPr/>
                <p14:nvPr/>
              </p14:nvContentPartPr>
              <p14:xfrm>
                <a:off x="4847820" y="3009390"/>
                <a:ext cx="2165760" cy="844200"/>
              </p14:xfrm>
            </p:contentPart>
          </mc:Choice>
          <mc:Fallback xmlns="">
            <p:pic>
              <p:nvPicPr>
                <p:cNvPr id="26" name="Ink 25">
                  <a:extLst>
                    <a:ext uri="{FF2B5EF4-FFF2-40B4-BE49-F238E27FC236}">
                      <a16:creationId xmlns:a16="http://schemas.microsoft.com/office/drawing/2014/main" id="{94BA69B1-0150-7EC1-D15C-496E34C80DA1}"/>
                    </a:ext>
                  </a:extLst>
                </p:cNvPr>
                <p:cNvPicPr/>
                <p:nvPr/>
              </p:nvPicPr>
              <p:blipFill>
                <a:blip r:embed="rId8"/>
                <a:stretch>
                  <a:fillRect/>
                </a:stretch>
              </p:blipFill>
              <p:spPr>
                <a:xfrm>
                  <a:off x="4839180" y="3000750"/>
                  <a:ext cx="2183400" cy="861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AE8FBBE6-FB5A-9457-1244-F926785F869D}"/>
                    </a:ext>
                  </a:extLst>
                </p14:cNvPr>
                <p14:cNvContentPartPr/>
                <p14:nvPr/>
              </p14:nvContentPartPr>
              <p14:xfrm>
                <a:off x="6924300" y="3780150"/>
                <a:ext cx="160560" cy="92520"/>
              </p14:xfrm>
            </p:contentPart>
          </mc:Choice>
          <mc:Fallback xmlns="">
            <p:pic>
              <p:nvPicPr>
                <p:cNvPr id="27" name="Ink 26">
                  <a:extLst>
                    <a:ext uri="{FF2B5EF4-FFF2-40B4-BE49-F238E27FC236}">
                      <a16:creationId xmlns:a16="http://schemas.microsoft.com/office/drawing/2014/main" id="{AE8FBBE6-FB5A-9457-1244-F926785F869D}"/>
                    </a:ext>
                  </a:extLst>
                </p:cNvPr>
                <p:cNvPicPr/>
                <p:nvPr/>
              </p:nvPicPr>
              <p:blipFill>
                <a:blip r:embed="rId10"/>
                <a:stretch>
                  <a:fillRect/>
                </a:stretch>
              </p:blipFill>
              <p:spPr>
                <a:xfrm>
                  <a:off x="6915660" y="3771510"/>
                  <a:ext cx="178200" cy="110160"/>
                </a:xfrm>
                <a:prstGeom prst="rect">
                  <a:avLst/>
                </a:prstGeom>
              </p:spPr>
            </p:pic>
          </mc:Fallback>
        </mc:AlternateContent>
      </p:grpSp>
      <p:grpSp>
        <p:nvGrpSpPr>
          <p:cNvPr id="32" name="Group 31">
            <a:extLst>
              <a:ext uri="{FF2B5EF4-FFF2-40B4-BE49-F238E27FC236}">
                <a16:creationId xmlns:a16="http://schemas.microsoft.com/office/drawing/2014/main" id="{157F68B4-E1E6-C25F-C08F-6BB0034A31B9}"/>
              </a:ext>
            </a:extLst>
          </p:cNvPr>
          <p:cNvGrpSpPr/>
          <p:nvPr/>
        </p:nvGrpSpPr>
        <p:grpSpPr>
          <a:xfrm>
            <a:off x="4685820" y="3038190"/>
            <a:ext cx="687240" cy="1411560"/>
            <a:chOff x="4685820" y="3038190"/>
            <a:chExt cx="687240" cy="1411560"/>
          </a:xfrm>
        </p:grpSpPr>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9D789C9A-E95C-98FC-D7C1-1A76178483DE}"/>
                    </a:ext>
                  </a:extLst>
                </p14:cNvPr>
                <p14:cNvContentPartPr/>
                <p14:nvPr/>
              </p14:nvContentPartPr>
              <p14:xfrm>
                <a:off x="5018100" y="3038190"/>
                <a:ext cx="354960" cy="323640"/>
              </p14:xfrm>
            </p:contentPart>
          </mc:Choice>
          <mc:Fallback xmlns="">
            <p:pic>
              <p:nvPicPr>
                <p:cNvPr id="29" name="Ink 28">
                  <a:extLst>
                    <a:ext uri="{FF2B5EF4-FFF2-40B4-BE49-F238E27FC236}">
                      <a16:creationId xmlns:a16="http://schemas.microsoft.com/office/drawing/2014/main" id="{9D789C9A-E95C-98FC-D7C1-1A76178483DE}"/>
                    </a:ext>
                  </a:extLst>
                </p:cNvPr>
                <p:cNvPicPr/>
                <p:nvPr/>
              </p:nvPicPr>
              <p:blipFill>
                <a:blip r:embed="rId12"/>
                <a:stretch>
                  <a:fillRect/>
                </a:stretch>
              </p:blipFill>
              <p:spPr>
                <a:xfrm>
                  <a:off x="5009100" y="3029550"/>
                  <a:ext cx="3726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45871985-3A61-2A0D-30B7-F587224DEACF}"/>
                    </a:ext>
                  </a:extLst>
                </p14:cNvPr>
                <p14:cNvContentPartPr/>
                <p14:nvPr/>
              </p14:nvContentPartPr>
              <p14:xfrm>
                <a:off x="4716060" y="3380910"/>
                <a:ext cx="494280" cy="981000"/>
              </p14:xfrm>
            </p:contentPart>
          </mc:Choice>
          <mc:Fallback xmlns="">
            <p:pic>
              <p:nvPicPr>
                <p:cNvPr id="30" name="Ink 29">
                  <a:extLst>
                    <a:ext uri="{FF2B5EF4-FFF2-40B4-BE49-F238E27FC236}">
                      <a16:creationId xmlns:a16="http://schemas.microsoft.com/office/drawing/2014/main" id="{45871985-3A61-2A0D-30B7-F587224DEACF}"/>
                    </a:ext>
                  </a:extLst>
                </p:cNvPr>
                <p:cNvPicPr/>
                <p:nvPr/>
              </p:nvPicPr>
              <p:blipFill>
                <a:blip r:embed="rId14"/>
                <a:stretch>
                  <a:fillRect/>
                </a:stretch>
              </p:blipFill>
              <p:spPr>
                <a:xfrm>
                  <a:off x="4707060" y="3372270"/>
                  <a:ext cx="511920" cy="998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1" name="Ink 30">
                  <a:extLst>
                    <a:ext uri="{FF2B5EF4-FFF2-40B4-BE49-F238E27FC236}">
                      <a16:creationId xmlns:a16="http://schemas.microsoft.com/office/drawing/2014/main" id="{CC381A9A-E9D5-514B-C31B-FCAC8FBFD29D}"/>
                    </a:ext>
                  </a:extLst>
                </p14:cNvPr>
                <p14:cNvContentPartPr/>
                <p14:nvPr/>
              </p14:nvContentPartPr>
              <p14:xfrm>
                <a:off x="4685820" y="4351110"/>
                <a:ext cx="94320" cy="98640"/>
              </p14:xfrm>
            </p:contentPart>
          </mc:Choice>
          <mc:Fallback xmlns="">
            <p:pic>
              <p:nvPicPr>
                <p:cNvPr id="31" name="Ink 30">
                  <a:extLst>
                    <a:ext uri="{FF2B5EF4-FFF2-40B4-BE49-F238E27FC236}">
                      <a16:creationId xmlns:a16="http://schemas.microsoft.com/office/drawing/2014/main" id="{CC381A9A-E9D5-514B-C31B-FCAC8FBFD29D}"/>
                    </a:ext>
                  </a:extLst>
                </p:cNvPr>
                <p:cNvPicPr/>
                <p:nvPr/>
              </p:nvPicPr>
              <p:blipFill>
                <a:blip r:embed="rId16"/>
                <a:stretch>
                  <a:fillRect/>
                </a:stretch>
              </p:blipFill>
              <p:spPr>
                <a:xfrm>
                  <a:off x="4677180" y="4342110"/>
                  <a:ext cx="111960" cy="116280"/>
                </a:xfrm>
                <a:prstGeom prst="rect">
                  <a:avLst/>
                </a:prstGeom>
              </p:spPr>
            </p:pic>
          </mc:Fallback>
        </mc:AlternateContent>
      </p:grpSp>
      <p:sp>
        <p:nvSpPr>
          <p:cNvPr id="35" name="Title 1">
            <a:extLst>
              <a:ext uri="{FF2B5EF4-FFF2-40B4-BE49-F238E27FC236}">
                <a16:creationId xmlns:a16="http://schemas.microsoft.com/office/drawing/2014/main" id="{BDA9CA8C-7157-12C9-14AB-826E5B4ED7F0}"/>
              </a:ext>
            </a:extLst>
          </p:cNvPr>
          <p:cNvSpPr>
            <a:spLocks noGrp="1"/>
          </p:cNvSpPr>
          <p:nvPr>
            <p:ph type="title"/>
          </p:nvPr>
        </p:nvSpPr>
        <p:spPr>
          <a:xfrm>
            <a:off x="609600" y="-116881"/>
            <a:ext cx="8153400" cy="990600"/>
          </a:xfrm>
        </p:spPr>
        <p:txBody>
          <a:bodyPr>
            <a:normAutofit fontScale="90000"/>
          </a:bodyPr>
          <a:lstStyle/>
          <a:p>
            <a:pPr>
              <a:lnSpc>
                <a:spcPts val="3500"/>
              </a:lnSpc>
            </a:pPr>
            <a:br>
              <a:rPr lang="en-GB" dirty="0"/>
            </a:br>
            <a:r>
              <a:rPr lang="en-GB" dirty="0"/>
              <a:t>Central Limit Theorem (CLT)</a:t>
            </a:r>
            <a:br>
              <a:rPr lang="en-GB" dirty="0"/>
            </a:br>
            <a:r>
              <a:rPr lang="en-GB" dirty="0"/>
              <a:t>1</a:t>
            </a:r>
            <a:r>
              <a:rPr lang="en-GB" baseline="30000" dirty="0"/>
              <a:t>st</a:t>
            </a:r>
            <a:r>
              <a:rPr lang="en-GB" dirty="0"/>
              <a:t> normality characteristic</a:t>
            </a:r>
          </a:p>
        </p:txBody>
      </p:sp>
      <p:sp>
        <p:nvSpPr>
          <p:cNvPr id="5" name="Footer Placeholder 4">
            <a:extLst>
              <a:ext uri="{FF2B5EF4-FFF2-40B4-BE49-F238E27FC236}">
                <a16:creationId xmlns:a16="http://schemas.microsoft.com/office/drawing/2014/main" id="{CF27274E-2135-6186-E530-E8573A23A57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D4765162-8A10-B964-F517-BDF0266D038D}"/>
              </a:ext>
            </a:extLst>
          </p:cNvPr>
          <p:cNvSpPr>
            <a:spLocks noGrp="1"/>
          </p:cNvSpPr>
          <p:nvPr>
            <p:ph type="sldNum" sz="quarter" idx="4"/>
          </p:nvPr>
        </p:nvSpPr>
        <p:spPr/>
        <p:txBody>
          <a:bodyPr/>
          <a:lstStyle/>
          <a:p>
            <a:fld id="{9FD7ECCF-50E7-4327-B945-FA93FF7B2BEF}" type="slidenum">
              <a:rPr lang="en-US" smtClean="0"/>
              <a:pPr/>
              <a:t>28</a:t>
            </a:fld>
            <a:r>
              <a:rPr lang="en-GB"/>
              <a:t>/75</a:t>
            </a:r>
            <a:endParaRPr lang="en-US" dirty="0"/>
          </a:p>
        </p:txBody>
      </p:sp>
    </p:spTree>
    <p:extLst>
      <p:ext uri="{BB962C8B-B14F-4D97-AF65-F5344CB8AC3E}">
        <p14:creationId xmlns:p14="http://schemas.microsoft.com/office/powerpoint/2010/main" val="2814955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A90E73-6A0E-DBAC-7055-9E537388AE2E}"/>
              </a:ext>
            </a:extLst>
          </p:cNvPr>
          <p:cNvSpPr>
            <a:spLocks noGrp="1"/>
          </p:cNvSpPr>
          <p:nvPr>
            <p:ph sz="quarter" idx="1"/>
          </p:nvPr>
        </p:nvSpPr>
        <p:spPr>
          <a:xfrm>
            <a:off x="612648" y="1600200"/>
            <a:ext cx="4463408" cy="4853136"/>
          </a:xfrm>
        </p:spPr>
        <p:txBody>
          <a:bodyPr>
            <a:normAutofit fontScale="55000" lnSpcReduction="20000"/>
          </a:bodyPr>
          <a:lstStyle/>
          <a:p>
            <a:pPr marL="0" indent="0" algn="ctr">
              <a:lnSpc>
                <a:spcPct val="120000"/>
              </a:lnSpc>
              <a:spcBef>
                <a:spcPts val="600"/>
              </a:spcBef>
              <a:buNone/>
            </a:pPr>
            <a:r>
              <a:rPr lang="en-GB" sz="3200" b="1" dirty="0"/>
              <a:t>CLT: The standard deviation of the sampling distribution of means (symbolically denoted by </a:t>
            </a:r>
            <a:r>
              <a:rPr lang="en-GB" sz="3200" b="1" dirty="0" err="1"/>
              <a:t>σx</a:t>
            </a:r>
            <a:r>
              <a:rPr lang="en-GB" sz="3200" b="1" dirty="0"/>
              <a:t>̅) is equal to σ/√n, where σ is the standard deviation of the population distribution and n is the sample size.</a:t>
            </a:r>
          </a:p>
          <a:p>
            <a:pPr marL="0" indent="0" algn="ctr">
              <a:lnSpc>
                <a:spcPct val="120000"/>
              </a:lnSpc>
              <a:spcBef>
                <a:spcPts val="600"/>
              </a:spcBef>
              <a:buNone/>
            </a:pPr>
            <a:r>
              <a:rPr lang="en-GB" sz="3200" b="1" dirty="0" err="1">
                <a:solidFill>
                  <a:srgbClr val="000000"/>
                </a:solidFill>
              </a:rPr>
              <a:t>σx</a:t>
            </a:r>
            <a:r>
              <a:rPr lang="en-GB" sz="3200" b="1" dirty="0">
                <a:solidFill>
                  <a:srgbClr val="000000"/>
                </a:solidFill>
              </a:rPr>
              <a:t>̅ = σ/√n</a:t>
            </a:r>
          </a:p>
          <a:p>
            <a:pPr marL="539750" indent="-539750" algn="l">
              <a:lnSpc>
                <a:spcPct val="120000"/>
              </a:lnSpc>
              <a:spcBef>
                <a:spcPts val="600"/>
              </a:spcBef>
            </a:pPr>
            <a:r>
              <a:rPr lang="en-GB" sz="3200" dirty="0">
                <a:solidFill>
                  <a:srgbClr val="000000"/>
                </a:solidFill>
              </a:rPr>
              <a:t>As we increase the sample size (n), the standard deviation of the sampling distribution of means (</a:t>
            </a:r>
            <a:r>
              <a:rPr lang="en-GB" sz="3200" dirty="0" err="1">
                <a:solidFill>
                  <a:srgbClr val="000000"/>
                </a:solidFill>
              </a:rPr>
              <a:t>σx</a:t>
            </a:r>
            <a:r>
              <a:rPr lang="en-GB" sz="3200" dirty="0">
                <a:solidFill>
                  <a:srgbClr val="000000"/>
                </a:solidFill>
              </a:rPr>
              <a:t>̅ = σ/√n) will become smaller, since we have the square root of the sample size in the denominator. In other words, </a:t>
            </a:r>
            <a:r>
              <a:rPr lang="en-GB" sz="3200" b="1" dirty="0">
                <a:solidFill>
                  <a:srgbClr val="000000"/>
                </a:solidFill>
              </a:rPr>
              <a:t>the sampling distribution clusters more tightly around the mean as sample size increases</a:t>
            </a:r>
            <a:r>
              <a:rPr lang="en-GB" sz="3200" dirty="0">
                <a:solidFill>
                  <a:srgbClr val="000000"/>
                </a:solidFill>
              </a:rPr>
              <a:t>.</a:t>
            </a:r>
          </a:p>
          <a:p>
            <a:endParaRPr lang="en-GB" dirty="0"/>
          </a:p>
        </p:txBody>
      </p:sp>
      <p:sp>
        <p:nvSpPr>
          <p:cNvPr id="10" name="Title 1">
            <a:extLst>
              <a:ext uri="{FF2B5EF4-FFF2-40B4-BE49-F238E27FC236}">
                <a16:creationId xmlns:a16="http://schemas.microsoft.com/office/drawing/2014/main" id="{5F170EF7-E15A-5ADC-4A06-A8E1542AEEB9}"/>
              </a:ext>
            </a:extLst>
          </p:cNvPr>
          <p:cNvSpPr>
            <a:spLocks noGrp="1"/>
          </p:cNvSpPr>
          <p:nvPr>
            <p:ph type="title"/>
          </p:nvPr>
        </p:nvSpPr>
        <p:spPr>
          <a:xfrm>
            <a:off x="609600" y="-116881"/>
            <a:ext cx="8153400" cy="990600"/>
          </a:xfrm>
        </p:spPr>
        <p:txBody>
          <a:bodyPr>
            <a:normAutofit fontScale="90000"/>
          </a:bodyPr>
          <a:lstStyle/>
          <a:p>
            <a:pPr>
              <a:lnSpc>
                <a:spcPts val="3500"/>
              </a:lnSpc>
            </a:pPr>
            <a:br>
              <a:rPr lang="en-GB" dirty="0"/>
            </a:br>
            <a:r>
              <a:rPr lang="en-GB" dirty="0"/>
              <a:t>Central Limit Theorem (CLT)</a:t>
            </a:r>
            <a:br>
              <a:rPr lang="en-GB" dirty="0"/>
            </a:br>
            <a:r>
              <a:rPr lang="en-GB" dirty="0"/>
              <a:t>2</a:t>
            </a:r>
            <a:r>
              <a:rPr lang="en-GB" baseline="30000" dirty="0"/>
              <a:t>nd</a:t>
            </a:r>
            <a:r>
              <a:rPr lang="en-GB" dirty="0"/>
              <a:t> normality characteristic</a:t>
            </a:r>
          </a:p>
        </p:txBody>
      </p:sp>
      <p:pic>
        <p:nvPicPr>
          <p:cNvPr id="11" name="Picture 10" descr="Central Limit Theorem (CLT)">
            <a:extLst>
              <a:ext uri="{FF2B5EF4-FFF2-40B4-BE49-F238E27FC236}">
                <a16:creationId xmlns:a16="http://schemas.microsoft.com/office/drawing/2014/main" id="{960F0BBB-3A5B-0E4C-CE28-0CB75D4A76D3}"/>
              </a:ext>
            </a:extLst>
          </p:cNvPr>
          <p:cNvPicPr>
            <a:picLocks noChangeAspect="1"/>
          </p:cNvPicPr>
          <p:nvPr/>
        </p:nvPicPr>
        <p:blipFill>
          <a:blip r:embed="rId3"/>
          <a:stretch>
            <a:fillRect/>
          </a:stretch>
        </p:blipFill>
        <p:spPr>
          <a:xfrm>
            <a:off x="5145346" y="2420888"/>
            <a:ext cx="3964721" cy="2625849"/>
          </a:xfrm>
          <a:prstGeom prst="rect">
            <a:avLst/>
          </a:prstGeom>
        </p:spPr>
      </p:pic>
      <p:sp>
        <p:nvSpPr>
          <p:cNvPr id="7" name="Footer Placeholder 6">
            <a:extLst>
              <a:ext uri="{FF2B5EF4-FFF2-40B4-BE49-F238E27FC236}">
                <a16:creationId xmlns:a16="http://schemas.microsoft.com/office/drawing/2014/main" id="{83408822-D30A-9FBB-0720-23E201DFFCE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873F7010-CC73-C0C2-1E28-00811F86E998}"/>
              </a:ext>
            </a:extLst>
          </p:cNvPr>
          <p:cNvSpPr>
            <a:spLocks noGrp="1"/>
          </p:cNvSpPr>
          <p:nvPr>
            <p:ph type="sldNum" sz="quarter" idx="4"/>
          </p:nvPr>
        </p:nvSpPr>
        <p:spPr/>
        <p:txBody>
          <a:bodyPr/>
          <a:lstStyle/>
          <a:p>
            <a:fld id="{9FD7ECCF-50E7-4327-B945-FA93FF7B2BEF}" type="slidenum">
              <a:rPr lang="en-US" smtClean="0"/>
              <a:pPr/>
              <a:t>29</a:t>
            </a:fld>
            <a:r>
              <a:rPr lang="en-GB"/>
              <a:t>/75</a:t>
            </a:r>
            <a:endParaRPr lang="en-US" dirty="0"/>
          </a:p>
        </p:txBody>
      </p:sp>
    </p:spTree>
    <p:extLst>
      <p:ext uri="{BB962C8B-B14F-4D97-AF65-F5344CB8AC3E}">
        <p14:creationId xmlns:p14="http://schemas.microsoft.com/office/powerpoint/2010/main" val="2448265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A90E73-6A0E-DBAC-7055-9E537388AE2E}"/>
              </a:ext>
            </a:extLst>
          </p:cNvPr>
          <p:cNvSpPr>
            <a:spLocks noGrp="1"/>
          </p:cNvSpPr>
          <p:nvPr>
            <p:ph sz="quarter" idx="1"/>
          </p:nvPr>
        </p:nvSpPr>
        <p:spPr>
          <a:xfrm>
            <a:off x="585983" y="1516698"/>
            <a:ext cx="8150352" cy="1828801"/>
          </a:xfrm>
        </p:spPr>
        <p:txBody>
          <a:bodyPr>
            <a:normAutofit fontScale="47500" lnSpcReduction="20000"/>
          </a:bodyPr>
          <a:lstStyle/>
          <a:p>
            <a:pPr marL="0" indent="0" algn="ctr">
              <a:lnSpc>
                <a:spcPct val="120000"/>
              </a:lnSpc>
              <a:spcBef>
                <a:spcPts val="1200"/>
              </a:spcBef>
              <a:buNone/>
            </a:pPr>
            <a:r>
              <a:rPr lang="en-GB" sz="4200" b="1" dirty="0"/>
              <a:t>CLT: If the population is normal, then the sample mean will have normal distribution (independent of sample size) </a:t>
            </a:r>
          </a:p>
          <a:p>
            <a:pPr marL="0" indent="0" algn="ctr">
              <a:lnSpc>
                <a:spcPct val="120000"/>
              </a:lnSpc>
              <a:spcBef>
                <a:spcPts val="1200"/>
              </a:spcBef>
              <a:buNone/>
            </a:pPr>
            <a:r>
              <a:rPr lang="en-GB" sz="4200" b="1" dirty="0"/>
              <a:t>CLT: If the population is NOT normal but the sample size n &gt; 30 then the sampling distribution of sample means approximates a Normal Distribution for any Population Distribution Shape</a:t>
            </a:r>
          </a:p>
          <a:p>
            <a:pPr marL="0" indent="0" algn="ctr">
              <a:lnSpc>
                <a:spcPct val="120000"/>
              </a:lnSpc>
              <a:spcBef>
                <a:spcPts val="1200"/>
              </a:spcBef>
              <a:buNone/>
            </a:pPr>
            <a:endParaRPr lang="en-GB" sz="3200" b="1" dirty="0">
              <a:solidFill>
                <a:srgbClr val="000000"/>
              </a:solidFill>
            </a:endParaRPr>
          </a:p>
          <a:p>
            <a:pPr>
              <a:spcBef>
                <a:spcPts val="1200"/>
              </a:spcBef>
            </a:pPr>
            <a:endParaRPr lang="en-GB" dirty="0"/>
          </a:p>
        </p:txBody>
      </p:sp>
      <p:sp>
        <p:nvSpPr>
          <p:cNvPr id="10" name="Title 1">
            <a:extLst>
              <a:ext uri="{FF2B5EF4-FFF2-40B4-BE49-F238E27FC236}">
                <a16:creationId xmlns:a16="http://schemas.microsoft.com/office/drawing/2014/main" id="{5F170EF7-E15A-5ADC-4A06-A8E1542AEEB9}"/>
              </a:ext>
            </a:extLst>
          </p:cNvPr>
          <p:cNvSpPr>
            <a:spLocks noGrp="1"/>
          </p:cNvSpPr>
          <p:nvPr>
            <p:ph type="title"/>
          </p:nvPr>
        </p:nvSpPr>
        <p:spPr>
          <a:xfrm>
            <a:off x="609600" y="-116881"/>
            <a:ext cx="8153400" cy="990600"/>
          </a:xfrm>
        </p:spPr>
        <p:txBody>
          <a:bodyPr>
            <a:normAutofit fontScale="90000"/>
          </a:bodyPr>
          <a:lstStyle/>
          <a:p>
            <a:pPr>
              <a:lnSpc>
                <a:spcPts val="3500"/>
              </a:lnSpc>
            </a:pPr>
            <a:br>
              <a:rPr lang="en-GB" dirty="0"/>
            </a:br>
            <a:r>
              <a:rPr lang="en-GB" dirty="0"/>
              <a:t>Central Limit Theorem (CLT)</a:t>
            </a:r>
            <a:br>
              <a:rPr lang="en-GB" dirty="0"/>
            </a:br>
            <a:r>
              <a:rPr lang="en-GB" dirty="0"/>
              <a:t>3</a:t>
            </a:r>
            <a:r>
              <a:rPr lang="en-GB" baseline="30000" dirty="0"/>
              <a:t>rd</a:t>
            </a:r>
            <a:r>
              <a:rPr lang="en-GB" dirty="0"/>
              <a:t> and 4</a:t>
            </a:r>
            <a:r>
              <a:rPr lang="en-GB" baseline="30000" dirty="0"/>
              <a:t>th</a:t>
            </a:r>
            <a:r>
              <a:rPr lang="en-GB" dirty="0"/>
              <a:t> normality characteristics</a:t>
            </a:r>
          </a:p>
        </p:txBody>
      </p:sp>
      <p:grpSp>
        <p:nvGrpSpPr>
          <p:cNvPr id="15" name="Group 14" descr="Central Limit Theorem (CLT)">
            <a:extLst>
              <a:ext uri="{FF2B5EF4-FFF2-40B4-BE49-F238E27FC236}">
                <a16:creationId xmlns:a16="http://schemas.microsoft.com/office/drawing/2014/main" id="{55BF7460-7386-E9F0-50BC-A85639C62CB9}"/>
              </a:ext>
            </a:extLst>
          </p:cNvPr>
          <p:cNvGrpSpPr/>
          <p:nvPr/>
        </p:nvGrpSpPr>
        <p:grpSpPr>
          <a:xfrm>
            <a:off x="840048" y="3345499"/>
            <a:ext cx="8087954" cy="2995881"/>
            <a:chOff x="840048" y="3345499"/>
            <a:chExt cx="8087954" cy="2995881"/>
          </a:xfrm>
        </p:grpSpPr>
        <p:pic>
          <p:nvPicPr>
            <p:cNvPr id="2" name="Picture 1">
              <a:extLst>
                <a:ext uri="{FF2B5EF4-FFF2-40B4-BE49-F238E27FC236}">
                  <a16:creationId xmlns:a16="http://schemas.microsoft.com/office/drawing/2014/main" id="{E427B049-ABC3-A279-610B-BD90EF0972E6}"/>
                </a:ext>
              </a:extLst>
            </p:cNvPr>
            <p:cNvPicPr>
              <a:picLocks noChangeAspect="1"/>
            </p:cNvPicPr>
            <p:nvPr/>
          </p:nvPicPr>
          <p:blipFill>
            <a:blip r:embed="rId3"/>
            <a:stretch>
              <a:fillRect/>
            </a:stretch>
          </p:blipFill>
          <p:spPr>
            <a:xfrm>
              <a:off x="3134269" y="3345499"/>
              <a:ext cx="4032448" cy="2995881"/>
            </a:xfrm>
            <a:prstGeom prst="rect">
              <a:avLst/>
            </a:prstGeom>
          </p:spPr>
        </p:pic>
        <p:sp>
          <p:nvSpPr>
            <p:cNvPr id="6" name="TextBox 5">
              <a:extLst>
                <a:ext uri="{FF2B5EF4-FFF2-40B4-BE49-F238E27FC236}">
                  <a16:creationId xmlns:a16="http://schemas.microsoft.com/office/drawing/2014/main" id="{580E8E76-1559-B675-664F-C90886FD62B8}"/>
                </a:ext>
              </a:extLst>
            </p:cNvPr>
            <p:cNvSpPr txBox="1"/>
            <p:nvPr/>
          </p:nvSpPr>
          <p:spPr>
            <a:xfrm>
              <a:off x="840048" y="3947223"/>
              <a:ext cx="2001044" cy="2031325"/>
            </a:xfrm>
            <a:prstGeom prst="rect">
              <a:avLst/>
            </a:prstGeom>
            <a:noFill/>
          </p:spPr>
          <p:txBody>
            <a:bodyPr wrap="square" rtlCol="0">
              <a:spAutoFit/>
            </a:bodyPr>
            <a:lstStyle/>
            <a:p>
              <a:r>
                <a:rPr lang="en-GB" sz="1400" b="0" i="0" dirty="0">
                  <a:solidFill>
                    <a:srgbClr val="000000"/>
                  </a:solidFill>
                  <a:effectLst/>
                  <a:latin typeface="+mn-lt"/>
                </a:rPr>
                <a:t>A </a:t>
              </a:r>
              <a:r>
                <a:rPr lang="en-GB" sz="1400" b="1" i="0" dirty="0">
                  <a:solidFill>
                    <a:srgbClr val="000000"/>
                  </a:solidFill>
                  <a:effectLst/>
                  <a:latin typeface="+mn-lt"/>
                </a:rPr>
                <a:t>sample of size 30 (i.e. n = 30) </a:t>
              </a:r>
              <a:r>
                <a:rPr lang="en-GB" sz="1400" b="0" i="0" dirty="0">
                  <a:solidFill>
                    <a:srgbClr val="000000"/>
                  </a:solidFill>
                  <a:effectLst/>
                  <a:latin typeface="+mn-lt"/>
                </a:rPr>
                <a:t>is considered large enough to see the effect and power of Central Limit theorem.</a:t>
              </a:r>
            </a:p>
            <a:p>
              <a:r>
                <a:rPr lang="en-GB" sz="1400" b="0" i="0" dirty="0">
                  <a:solidFill>
                    <a:srgbClr val="000000"/>
                  </a:solidFill>
                  <a:effectLst/>
                  <a:latin typeface="+mn-lt"/>
                </a:rPr>
                <a:t>If the population is normal, then the theorem holds true even for samples smaller than 30</a:t>
              </a:r>
              <a:endParaRPr lang="en-GB" sz="1400" dirty="0">
                <a:latin typeface="+mn-lt"/>
              </a:endParaRPr>
            </a:p>
          </p:txBody>
        </p:sp>
        <p:sp>
          <p:nvSpPr>
            <p:cNvPr id="8" name="TextBox 7">
              <a:extLst>
                <a:ext uri="{FF2B5EF4-FFF2-40B4-BE49-F238E27FC236}">
                  <a16:creationId xmlns:a16="http://schemas.microsoft.com/office/drawing/2014/main" id="{01BB052F-AF65-9CCB-FD84-CDAB9C5E75D6}"/>
                </a:ext>
              </a:extLst>
            </p:cNvPr>
            <p:cNvSpPr txBox="1"/>
            <p:nvPr/>
          </p:nvSpPr>
          <p:spPr>
            <a:xfrm>
              <a:off x="7679902" y="5147421"/>
              <a:ext cx="1248100" cy="1169551"/>
            </a:xfrm>
            <a:prstGeom prst="rect">
              <a:avLst/>
            </a:prstGeom>
            <a:noFill/>
          </p:spPr>
          <p:txBody>
            <a:bodyPr wrap="square" rtlCol="0">
              <a:spAutoFit/>
            </a:bodyPr>
            <a:lstStyle/>
            <a:p>
              <a:pPr algn="ctr"/>
              <a:r>
                <a:rPr lang="en-GB" sz="1400" b="0" i="0" dirty="0">
                  <a:solidFill>
                    <a:srgbClr val="000000"/>
                  </a:solidFill>
                  <a:effectLst/>
                  <a:latin typeface="+mn-lt"/>
                </a:rPr>
                <a:t>The distribution of sample means </a:t>
              </a:r>
              <a:r>
                <a:rPr lang="el-GR" sz="1400" b="1" dirty="0"/>
                <a:t>μ</a:t>
              </a:r>
              <a:r>
                <a:rPr lang="en-GB" sz="1400" b="1" i="0" dirty="0">
                  <a:solidFill>
                    <a:srgbClr val="000000"/>
                  </a:solidFill>
                  <a:effectLst/>
                </a:rPr>
                <a:t> </a:t>
              </a:r>
              <a:r>
                <a:rPr lang="en-GB" sz="1400" b="1" baseline="-25000" dirty="0">
                  <a:solidFill>
                    <a:srgbClr val="000000"/>
                  </a:solidFill>
                </a:rPr>
                <a:t>x̅</a:t>
              </a:r>
              <a:endParaRPr lang="en-GB" sz="1400" dirty="0"/>
            </a:p>
            <a:p>
              <a:pPr algn="ctr"/>
              <a:r>
                <a:rPr lang="en-GB" sz="1400" b="0" i="0" dirty="0">
                  <a:solidFill>
                    <a:srgbClr val="000000"/>
                  </a:solidFill>
                  <a:effectLst/>
                  <a:latin typeface="+mn-lt"/>
                </a:rPr>
                <a:t>is normal </a:t>
              </a:r>
              <a:endParaRPr lang="en-GB" sz="1400" dirty="0">
                <a:latin typeface="+mn-lt"/>
              </a:endParaRPr>
            </a:p>
          </p:txBody>
        </p:sp>
        <p:grpSp>
          <p:nvGrpSpPr>
            <p:cNvPr id="14" name="Group 13">
              <a:extLst>
                <a:ext uri="{FF2B5EF4-FFF2-40B4-BE49-F238E27FC236}">
                  <a16:creationId xmlns:a16="http://schemas.microsoft.com/office/drawing/2014/main" id="{74A1E2B5-A30C-D59F-2FA9-3DFCE5D8585E}"/>
                </a:ext>
              </a:extLst>
            </p:cNvPr>
            <p:cNvGrpSpPr/>
            <p:nvPr/>
          </p:nvGrpSpPr>
          <p:grpSpPr>
            <a:xfrm>
              <a:off x="7129656" y="5833332"/>
              <a:ext cx="408960" cy="174240"/>
              <a:chOff x="7124100" y="5733540"/>
              <a:chExt cx="408960" cy="17424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A3363DE7-601E-1A4B-1CD2-B4DF84DF8195}"/>
                      </a:ext>
                    </a:extLst>
                  </p14:cNvPr>
                  <p14:cNvContentPartPr/>
                  <p14:nvPr/>
                </p14:nvContentPartPr>
                <p14:xfrm>
                  <a:off x="7124100" y="5809140"/>
                  <a:ext cx="380520" cy="10800"/>
                </p14:xfrm>
              </p:contentPart>
            </mc:Choice>
            <mc:Fallback xmlns="">
              <p:pic>
                <p:nvPicPr>
                  <p:cNvPr id="12" name="Ink 11">
                    <a:extLst>
                      <a:ext uri="{FF2B5EF4-FFF2-40B4-BE49-F238E27FC236}">
                        <a16:creationId xmlns:a16="http://schemas.microsoft.com/office/drawing/2014/main" id="{A3363DE7-601E-1A4B-1CD2-B4DF84DF8195}"/>
                      </a:ext>
                    </a:extLst>
                  </p:cNvPr>
                  <p:cNvPicPr/>
                  <p:nvPr/>
                </p:nvPicPr>
                <p:blipFill>
                  <a:blip r:embed="rId5"/>
                  <a:stretch>
                    <a:fillRect/>
                  </a:stretch>
                </p:blipFill>
                <p:spPr>
                  <a:xfrm>
                    <a:off x="7115460" y="5800140"/>
                    <a:ext cx="398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88C5BDB0-54B5-0C4B-C3A4-C7CAA6EE6648}"/>
                      </a:ext>
                    </a:extLst>
                  </p14:cNvPr>
                  <p14:cNvContentPartPr/>
                  <p14:nvPr/>
                </p14:nvContentPartPr>
                <p14:xfrm>
                  <a:off x="7448100" y="5733540"/>
                  <a:ext cx="84960" cy="174240"/>
                </p14:xfrm>
              </p:contentPart>
            </mc:Choice>
            <mc:Fallback xmlns="">
              <p:pic>
                <p:nvPicPr>
                  <p:cNvPr id="13" name="Ink 12">
                    <a:extLst>
                      <a:ext uri="{FF2B5EF4-FFF2-40B4-BE49-F238E27FC236}">
                        <a16:creationId xmlns:a16="http://schemas.microsoft.com/office/drawing/2014/main" id="{88C5BDB0-54B5-0C4B-C3A4-C7CAA6EE6648}"/>
                      </a:ext>
                    </a:extLst>
                  </p:cNvPr>
                  <p:cNvPicPr/>
                  <p:nvPr/>
                </p:nvPicPr>
                <p:blipFill>
                  <a:blip r:embed="rId7"/>
                  <a:stretch>
                    <a:fillRect/>
                  </a:stretch>
                </p:blipFill>
                <p:spPr>
                  <a:xfrm>
                    <a:off x="7439460" y="5724900"/>
                    <a:ext cx="102600" cy="191880"/>
                  </a:xfrm>
                  <a:prstGeom prst="rect">
                    <a:avLst/>
                  </a:prstGeom>
                </p:spPr>
              </p:pic>
            </mc:Fallback>
          </mc:AlternateContent>
        </p:grpSp>
      </p:grpSp>
      <p:sp>
        <p:nvSpPr>
          <p:cNvPr id="9" name="TextBox 8">
            <a:extLst>
              <a:ext uri="{FF2B5EF4-FFF2-40B4-BE49-F238E27FC236}">
                <a16:creationId xmlns:a16="http://schemas.microsoft.com/office/drawing/2014/main" id="{68F45E40-E0A8-F2C2-B8D3-39BD66DFF836}"/>
              </a:ext>
            </a:extLst>
          </p:cNvPr>
          <p:cNvSpPr txBox="1"/>
          <p:nvPr/>
        </p:nvSpPr>
        <p:spPr>
          <a:xfrm>
            <a:off x="3156371" y="2377563"/>
            <a:ext cx="3059858" cy="1569660"/>
          </a:xfrm>
          <a:prstGeom prst="rect">
            <a:avLst/>
          </a:prstGeom>
          <a:solidFill>
            <a:schemeClr val="accent2">
              <a:lumMod val="20000"/>
              <a:lumOff val="80000"/>
            </a:schemeClr>
          </a:solidFill>
        </p:spPr>
        <p:txBody>
          <a:bodyPr wrap="square" rtlCol="0">
            <a:spAutoFit/>
          </a:bodyPr>
          <a:lstStyle/>
          <a:p>
            <a:pPr algn="ctr"/>
            <a:r>
              <a:rPr lang="en-GB" b="0" i="0" dirty="0">
                <a:solidFill>
                  <a:srgbClr val="000000"/>
                </a:solidFill>
                <a:effectLst/>
                <a:latin typeface="+mn-lt"/>
              </a:rPr>
              <a:t>We can use the normal distribution z tables  to calculate useful information</a:t>
            </a:r>
            <a:endParaRPr lang="en-GB" dirty="0">
              <a:latin typeface="+mn-lt"/>
            </a:endParaRPr>
          </a:p>
        </p:txBody>
      </p:sp>
      <p:sp>
        <p:nvSpPr>
          <p:cNvPr id="7" name="Footer Placeholder 6">
            <a:extLst>
              <a:ext uri="{FF2B5EF4-FFF2-40B4-BE49-F238E27FC236}">
                <a16:creationId xmlns:a16="http://schemas.microsoft.com/office/drawing/2014/main" id="{6AA991E2-7D3A-85E7-9911-0665A8B9865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3A8DBFF2-D933-0C70-9371-387786AD647D}"/>
              </a:ext>
            </a:extLst>
          </p:cNvPr>
          <p:cNvSpPr>
            <a:spLocks noGrp="1"/>
          </p:cNvSpPr>
          <p:nvPr>
            <p:ph type="sldNum" sz="quarter" idx="4"/>
          </p:nvPr>
        </p:nvSpPr>
        <p:spPr/>
        <p:txBody>
          <a:bodyPr/>
          <a:lstStyle/>
          <a:p>
            <a:fld id="{9FD7ECCF-50E7-4327-B945-FA93FF7B2BEF}" type="slidenum">
              <a:rPr lang="en-US" smtClean="0"/>
              <a:pPr/>
              <a:t>30</a:t>
            </a:fld>
            <a:r>
              <a:rPr lang="en-GB"/>
              <a:t>/75</a:t>
            </a:r>
            <a:endParaRPr lang="en-US" dirty="0"/>
          </a:p>
        </p:txBody>
      </p:sp>
    </p:spTree>
    <p:extLst>
      <p:ext uri="{BB962C8B-B14F-4D97-AF65-F5344CB8AC3E}">
        <p14:creationId xmlns:p14="http://schemas.microsoft.com/office/powerpoint/2010/main" val="85629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80F82-92B3-B3C5-AD72-A7B2151228FC}"/>
              </a:ext>
            </a:extLst>
          </p:cNvPr>
          <p:cNvSpPr>
            <a:spLocks noGrp="1"/>
          </p:cNvSpPr>
          <p:nvPr>
            <p:ph type="title"/>
          </p:nvPr>
        </p:nvSpPr>
        <p:spPr/>
        <p:txBody>
          <a:bodyPr/>
          <a:lstStyle/>
          <a:p>
            <a:r>
              <a:rPr lang="en-GB" dirty="0"/>
              <a:t>Application of CLT</a:t>
            </a:r>
          </a:p>
        </p:txBody>
      </p:sp>
      <p:sp>
        <p:nvSpPr>
          <p:cNvPr id="3" name="Content Placeholder 2">
            <a:extLst>
              <a:ext uri="{FF2B5EF4-FFF2-40B4-BE49-F238E27FC236}">
                <a16:creationId xmlns:a16="http://schemas.microsoft.com/office/drawing/2014/main" id="{719B64C7-F1D5-A2F8-5704-B15939C2EDE0}"/>
              </a:ext>
            </a:extLst>
          </p:cNvPr>
          <p:cNvSpPr>
            <a:spLocks noGrp="1"/>
          </p:cNvSpPr>
          <p:nvPr>
            <p:ph sz="quarter" idx="1"/>
          </p:nvPr>
        </p:nvSpPr>
        <p:spPr/>
        <p:txBody>
          <a:bodyPr>
            <a:normAutofit fontScale="92500" lnSpcReduction="10000"/>
          </a:bodyPr>
          <a:lstStyle/>
          <a:p>
            <a:pPr>
              <a:spcAft>
                <a:spcPts val="600"/>
              </a:spcAft>
            </a:pPr>
            <a:r>
              <a:rPr lang="en-GB" b="0" i="0" dirty="0">
                <a:solidFill>
                  <a:srgbClr val="000000"/>
                </a:solidFill>
                <a:effectLst/>
              </a:rPr>
              <a:t>Every distribution in some sense could become a normal distribution.</a:t>
            </a:r>
          </a:p>
          <a:p>
            <a:pPr>
              <a:spcAft>
                <a:spcPts val="600"/>
              </a:spcAft>
            </a:pPr>
            <a:r>
              <a:rPr lang="en-GB" b="0" i="0" dirty="0">
                <a:solidFill>
                  <a:srgbClr val="000000"/>
                </a:solidFill>
                <a:effectLst/>
              </a:rPr>
              <a:t>The Central Limit Theorem is a key concept in probability theory because it implies that probabilistic and statistical methods that work for normal distributions can be applicable to many problems involving multiple types of non-normal distributions.</a:t>
            </a:r>
          </a:p>
          <a:p>
            <a:pPr>
              <a:spcAft>
                <a:spcPts val="600"/>
              </a:spcAft>
            </a:pPr>
            <a:r>
              <a:rPr lang="en-GB" b="1" i="0" dirty="0">
                <a:solidFill>
                  <a:srgbClr val="000000"/>
                </a:solidFill>
                <a:effectLst/>
              </a:rPr>
              <a:t>If the distribution is not known or not normal, we consider the sample distribution to be normal according to CTL.</a:t>
            </a:r>
            <a:r>
              <a:rPr lang="en-GB" b="0" i="0" dirty="0">
                <a:solidFill>
                  <a:srgbClr val="000000"/>
                </a:solidFill>
                <a:effectLst/>
              </a:rPr>
              <a:t> This helps in </a:t>
            </a:r>
            <a:r>
              <a:rPr lang="en-GB" b="0" i="0" dirty="0" err="1">
                <a:solidFill>
                  <a:srgbClr val="000000"/>
                </a:solidFill>
                <a:effectLst/>
              </a:rPr>
              <a:t>analyzing</a:t>
            </a:r>
            <a:r>
              <a:rPr lang="en-GB" b="0" i="0" dirty="0">
                <a:solidFill>
                  <a:srgbClr val="000000"/>
                </a:solidFill>
                <a:effectLst/>
              </a:rPr>
              <a:t> data in methods like constructing confidence intervals.</a:t>
            </a:r>
            <a:endParaRPr lang="en-GB" dirty="0"/>
          </a:p>
        </p:txBody>
      </p:sp>
      <p:sp>
        <p:nvSpPr>
          <p:cNvPr id="6" name="Footer Placeholder 5">
            <a:extLst>
              <a:ext uri="{FF2B5EF4-FFF2-40B4-BE49-F238E27FC236}">
                <a16:creationId xmlns:a16="http://schemas.microsoft.com/office/drawing/2014/main" id="{AAB4E79D-6F05-8C63-12D0-60C5D1A5ECB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C5E9C407-3440-0443-8AD4-AF0E21F7CDF8}"/>
              </a:ext>
            </a:extLst>
          </p:cNvPr>
          <p:cNvSpPr>
            <a:spLocks noGrp="1"/>
          </p:cNvSpPr>
          <p:nvPr>
            <p:ph type="sldNum" sz="quarter" idx="4"/>
          </p:nvPr>
        </p:nvSpPr>
        <p:spPr/>
        <p:txBody>
          <a:bodyPr/>
          <a:lstStyle/>
          <a:p>
            <a:fld id="{9FD7ECCF-50E7-4327-B945-FA93FF7B2BEF}" type="slidenum">
              <a:rPr lang="en-US" smtClean="0"/>
              <a:pPr/>
              <a:t>31</a:t>
            </a:fld>
            <a:r>
              <a:rPr lang="en-GB"/>
              <a:t>/75</a:t>
            </a:r>
            <a:endParaRPr lang="en-US" dirty="0"/>
          </a:p>
        </p:txBody>
      </p:sp>
    </p:spTree>
    <p:extLst>
      <p:ext uri="{BB962C8B-B14F-4D97-AF65-F5344CB8AC3E}">
        <p14:creationId xmlns:p14="http://schemas.microsoft.com/office/powerpoint/2010/main" val="3550954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CB0B6-B1DC-9E75-9C53-39027D3E16DE}"/>
              </a:ext>
            </a:extLst>
          </p:cNvPr>
          <p:cNvSpPr>
            <a:spLocks noGrp="1"/>
          </p:cNvSpPr>
          <p:nvPr>
            <p:ph type="title"/>
          </p:nvPr>
        </p:nvSpPr>
        <p:spPr/>
        <p:txBody>
          <a:bodyPr/>
          <a:lstStyle/>
          <a:p>
            <a:r>
              <a:rPr lang="en-GB" dirty="0"/>
              <a:t>Exercise that applied CLT</a:t>
            </a:r>
          </a:p>
        </p:txBody>
      </p:sp>
      <p:sp>
        <p:nvSpPr>
          <p:cNvPr id="3" name="Content Placeholder 2">
            <a:extLst>
              <a:ext uri="{FF2B5EF4-FFF2-40B4-BE49-F238E27FC236}">
                <a16:creationId xmlns:a16="http://schemas.microsoft.com/office/drawing/2014/main" id="{038E0C87-22CC-5C82-348C-2F930E5F5ECD}"/>
              </a:ext>
            </a:extLst>
          </p:cNvPr>
          <p:cNvSpPr>
            <a:spLocks noGrp="1"/>
          </p:cNvSpPr>
          <p:nvPr>
            <p:ph sz="quarter" idx="1"/>
          </p:nvPr>
        </p:nvSpPr>
        <p:spPr>
          <a:xfrm>
            <a:off x="612648" y="1600200"/>
            <a:ext cx="4751440" cy="892696"/>
          </a:xfrm>
        </p:spPr>
        <p:txBody>
          <a:bodyPr>
            <a:normAutofit fontScale="55000" lnSpcReduction="20000"/>
          </a:bodyPr>
          <a:lstStyle/>
          <a:p>
            <a:r>
              <a:rPr lang="en-GB" dirty="0"/>
              <a:t>The average time to complete a purchase using a website is 4.68 minutes. If the standard deviation is 1.5, find the probability that a random sample of 40 users finish between 4 and 5 minutes.  </a:t>
            </a:r>
          </a:p>
          <a:p>
            <a:endParaRPr lang="en-GB" dirty="0"/>
          </a:p>
        </p:txBody>
      </p:sp>
      <p:sp>
        <p:nvSpPr>
          <p:cNvPr id="12" name="TextBox 11">
            <a:extLst>
              <a:ext uri="{FF2B5EF4-FFF2-40B4-BE49-F238E27FC236}">
                <a16:creationId xmlns:a16="http://schemas.microsoft.com/office/drawing/2014/main" id="{7F975CA6-BEE1-40EF-1609-C9E1BDAA7A2C}"/>
              </a:ext>
            </a:extLst>
          </p:cNvPr>
          <p:cNvSpPr txBox="1"/>
          <p:nvPr/>
        </p:nvSpPr>
        <p:spPr>
          <a:xfrm>
            <a:off x="-217300" y="3242397"/>
            <a:ext cx="1575710" cy="523220"/>
          </a:xfrm>
          <a:prstGeom prst="rect">
            <a:avLst/>
          </a:prstGeom>
          <a:noFill/>
        </p:spPr>
        <p:txBody>
          <a:bodyPr wrap="square" rtlCol="0">
            <a:spAutoFit/>
          </a:bodyPr>
          <a:lstStyle/>
          <a:p>
            <a:pPr algn="ctr"/>
            <a:r>
              <a:rPr lang="el-GR" sz="1400" b="1" dirty="0">
                <a:solidFill>
                  <a:srgbClr val="000000"/>
                </a:solidFill>
              </a:rPr>
              <a:t>μ</a:t>
            </a:r>
            <a:r>
              <a:rPr lang="en-GB" sz="1400" b="1" dirty="0">
                <a:solidFill>
                  <a:srgbClr val="000000"/>
                </a:solidFill>
              </a:rPr>
              <a:t> </a:t>
            </a:r>
            <a:r>
              <a:rPr lang="en-GB" sz="1400" b="1" baseline="-25000" dirty="0">
                <a:solidFill>
                  <a:srgbClr val="000000"/>
                </a:solidFill>
              </a:rPr>
              <a:t>x̅  </a:t>
            </a:r>
            <a:r>
              <a:rPr lang="el-GR" sz="1400" b="1" baseline="-25000" dirty="0">
                <a:solidFill>
                  <a:srgbClr val="000000"/>
                </a:solidFill>
              </a:rPr>
              <a:t> </a:t>
            </a:r>
            <a:r>
              <a:rPr lang="en-GB" sz="1400" b="1" dirty="0">
                <a:solidFill>
                  <a:srgbClr val="000000"/>
                </a:solidFill>
              </a:rPr>
              <a:t>= 4.68</a:t>
            </a:r>
          </a:p>
          <a:p>
            <a:pPr algn="ctr"/>
            <a:r>
              <a:rPr lang="el-GR" sz="1400" b="1" dirty="0">
                <a:solidFill>
                  <a:srgbClr val="000000"/>
                </a:solidFill>
              </a:rPr>
              <a:t>σ = 1.5</a:t>
            </a:r>
            <a:endParaRPr lang="en-GB" sz="1400" b="1" dirty="0">
              <a:solidFill>
                <a:srgbClr val="000000"/>
              </a:solidFill>
            </a:endParaRPr>
          </a:p>
        </p:txBody>
      </p:sp>
      <p:sp>
        <p:nvSpPr>
          <p:cNvPr id="14" name="TextBox 13">
            <a:extLst>
              <a:ext uri="{FF2B5EF4-FFF2-40B4-BE49-F238E27FC236}">
                <a16:creationId xmlns:a16="http://schemas.microsoft.com/office/drawing/2014/main" id="{ECAAA48C-DD02-A5C9-4323-6DD2DB17A632}"/>
              </a:ext>
            </a:extLst>
          </p:cNvPr>
          <p:cNvSpPr txBox="1"/>
          <p:nvPr/>
        </p:nvSpPr>
        <p:spPr>
          <a:xfrm>
            <a:off x="363081" y="5234191"/>
            <a:ext cx="648072" cy="307777"/>
          </a:xfrm>
          <a:prstGeom prst="rect">
            <a:avLst/>
          </a:prstGeom>
          <a:noFill/>
        </p:spPr>
        <p:txBody>
          <a:bodyPr wrap="square" rtlCol="0">
            <a:spAutoFit/>
          </a:bodyPr>
          <a:lstStyle/>
          <a:p>
            <a:pPr algn="ctr"/>
            <a:r>
              <a:rPr lang="en-GB" sz="1400" b="1" dirty="0">
                <a:solidFill>
                  <a:srgbClr val="000000"/>
                </a:solidFill>
              </a:rPr>
              <a:t>x̅</a:t>
            </a:r>
          </a:p>
        </p:txBody>
      </p:sp>
      <p:sp>
        <p:nvSpPr>
          <p:cNvPr id="15" name="TextBox 14">
            <a:extLst>
              <a:ext uri="{FF2B5EF4-FFF2-40B4-BE49-F238E27FC236}">
                <a16:creationId xmlns:a16="http://schemas.microsoft.com/office/drawing/2014/main" id="{855487CA-18A6-404A-95BE-7FA43E91F167}"/>
              </a:ext>
            </a:extLst>
          </p:cNvPr>
          <p:cNvSpPr txBox="1"/>
          <p:nvPr/>
        </p:nvSpPr>
        <p:spPr>
          <a:xfrm>
            <a:off x="382514" y="4641411"/>
            <a:ext cx="648072" cy="307777"/>
          </a:xfrm>
          <a:prstGeom prst="rect">
            <a:avLst/>
          </a:prstGeom>
          <a:noFill/>
        </p:spPr>
        <p:txBody>
          <a:bodyPr wrap="square" rtlCol="0">
            <a:spAutoFit/>
          </a:bodyPr>
          <a:lstStyle/>
          <a:p>
            <a:pPr algn="ctr"/>
            <a:r>
              <a:rPr lang="en-GB" sz="1400" b="1" dirty="0">
                <a:solidFill>
                  <a:srgbClr val="000000"/>
                </a:solidFill>
              </a:rPr>
              <a:t>z</a:t>
            </a:r>
          </a:p>
        </p:txBody>
      </p:sp>
      <p:sp>
        <p:nvSpPr>
          <p:cNvPr id="16" name="TextBox 15">
            <a:extLst>
              <a:ext uri="{FF2B5EF4-FFF2-40B4-BE49-F238E27FC236}">
                <a16:creationId xmlns:a16="http://schemas.microsoft.com/office/drawing/2014/main" id="{CDA99387-B055-BF89-116B-D005B1508108}"/>
              </a:ext>
            </a:extLst>
          </p:cNvPr>
          <p:cNvSpPr txBox="1"/>
          <p:nvPr/>
        </p:nvSpPr>
        <p:spPr>
          <a:xfrm>
            <a:off x="1881507" y="5088900"/>
            <a:ext cx="648072" cy="261610"/>
          </a:xfrm>
          <a:prstGeom prst="rect">
            <a:avLst/>
          </a:prstGeom>
          <a:noFill/>
        </p:spPr>
        <p:txBody>
          <a:bodyPr wrap="square" rtlCol="0">
            <a:spAutoFit/>
          </a:bodyPr>
          <a:lstStyle/>
          <a:p>
            <a:pPr algn="ctr"/>
            <a:r>
              <a:rPr lang="en-GB" sz="1100" b="1" dirty="0">
                <a:solidFill>
                  <a:schemeClr val="accent2">
                    <a:lumMod val="75000"/>
                  </a:schemeClr>
                </a:solidFill>
              </a:rPr>
              <a:t>4</a:t>
            </a:r>
          </a:p>
        </p:txBody>
      </p:sp>
      <p:sp>
        <p:nvSpPr>
          <p:cNvPr id="17" name="TextBox 16">
            <a:extLst>
              <a:ext uri="{FF2B5EF4-FFF2-40B4-BE49-F238E27FC236}">
                <a16:creationId xmlns:a16="http://schemas.microsoft.com/office/drawing/2014/main" id="{6C18C1B8-F025-78CC-7CDE-5A701EEE4CC8}"/>
              </a:ext>
            </a:extLst>
          </p:cNvPr>
          <p:cNvSpPr txBox="1"/>
          <p:nvPr/>
        </p:nvSpPr>
        <p:spPr>
          <a:xfrm>
            <a:off x="2304588" y="5088900"/>
            <a:ext cx="648072" cy="261610"/>
          </a:xfrm>
          <a:prstGeom prst="rect">
            <a:avLst/>
          </a:prstGeom>
          <a:noFill/>
        </p:spPr>
        <p:txBody>
          <a:bodyPr wrap="square" rtlCol="0">
            <a:spAutoFit/>
          </a:bodyPr>
          <a:lstStyle/>
          <a:p>
            <a:pPr algn="ctr"/>
            <a:r>
              <a:rPr lang="en-GB" sz="1100" b="1" dirty="0">
                <a:solidFill>
                  <a:schemeClr val="accent2">
                    <a:lumMod val="75000"/>
                  </a:schemeClr>
                </a:solidFill>
              </a:rPr>
              <a:t>5</a:t>
            </a:r>
          </a:p>
        </p:txBody>
      </p:sp>
      <p:sp>
        <p:nvSpPr>
          <p:cNvPr id="18" name="TextBox 17">
            <a:extLst>
              <a:ext uri="{FF2B5EF4-FFF2-40B4-BE49-F238E27FC236}">
                <a16:creationId xmlns:a16="http://schemas.microsoft.com/office/drawing/2014/main" id="{AED48307-FF24-6532-9B87-AECAE08A0F6F}"/>
              </a:ext>
            </a:extLst>
          </p:cNvPr>
          <p:cNvSpPr txBox="1"/>
          <p:nvPr/>
        </p:nvSpPr>
        <p:spPr>
          <a:xfrm>
            <a:off x="2110580" y="5221835"/>
            <a:ext cx="648072" cy="307777"/>
          </a:xfrm>
          <a:prstGeom prst="rect">
            <a:avLst/>
          </a:prstGeom>
          <a:noFill/>
        </p:spPr>
        <p:txBody>
          <a:bodyPr wrap="square" rtlCol="0">
            <a:spAutoFit/>
          </a:bodyPr>
          <a:lstStyle/>
          <a:p>
            <a:pPr algn="ctr"/>
            <a:r>
              <a:rPr lang="en-GB" sz="1400" b="1" dirty="0">
                <a:solidFill>
                  <a:srgbClr val="000000"/>
                </a:solidFill>
              </a:rPr>
              <a:t>4.68</a:t>
            </a:r>
          </a:p>
        </p:txBody>
      </p:sp>
      <p:grpSp>
        <p:nvGrpSpPr>
          <p:cNvPr id="45" name="Group 44">
            <a:extLst>
              <a:ext uri="{FF2B5EF4-FFF2-40B4-BE49-F238E27FC236}">
                <a16:creationId xmlns:a16="http://schemas.microsoft.com/office/drawing/2014/main" id="{747427DC-E430-8E67-F471-CA592BD500D7}"/>
              </a:ext>
            </a:extLst>
          </p:cNvPr>
          <p:cNvGrpSpPr/>
          <p:nvPr/>
        </p:nvGrpSpPr>
        <p:grpSpPr>
          <a:xfrm>
            <a:off x="609600" y="2693350"/>
            <a:ext cx="3778903" cy="1987406"/>
            <a:chOff x="505065" y="3304619"/>
            <a:chExt cx="2675520" cy="1507243"/>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662592E7-6774-F5CB-5177-6A7B3347AB15}"/>
                    </a:ext>
                  </a:extLst>
                </p14:cNvPr>
                <p14:cNvContentPartPr/>
                <p14:nvPr/>
              </p14:nvContentPartPr>
              <p14:xfrm>
                <a:off x="505065" y="4526956"/>
                <a:ext cx="2675520" cy="39960"/>
              </p14:xfrm>
            </p:contentPart>
          </mc:Choice>
          <mc:Fallback xmlns="">
            <p:pic>
              <p:nvPicPr>
                <p:cNvPr id="6" name="Ink 5">
                  <a:extLst>
                    <a:ext uri="{FF2B5EF4-FFF2-40B4-BE49-F238E27FC236}">
                      <a16:creationId xmlns:a16="http://schemas.microsoft.com/office/drawing/2014/main" id="{662592E7-6774-F5CB-5177-6A7B3347AB15}"/>
                    </a:ext>
                  </a:extLst>
                </p:cNvPr>
                <p:cNvPicPr/>
                <p:nvPr/>
              </p:nvPicPr>
              <p:blipFill>
                <a:blip r:embed="rId3"/>
                <a:stretch>
                  <a:fillRect/>
                </a:stretch>
              </p:blipFill>
              <p:spPr>
                <a:xfrm>
                  <a:off x="502006" y="4523672"/>
                  <a:ext cx="2681638" cy="46529"/>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88CD5ED9-E946-6DA3-2DAF-18C1B8B15B65}"/>
                    </a:ext>
                  </a:extLst>
                </p14:cNvPr>
                <p14:cNvContentPartPr/>
                <p14:nvPr/>
              </p14:nvContentPartPr>
              <p14:xfrm>
                <a:off x="523245" y="3304620"/>
                <a:ext cx="1305720" cy="1177920"/>
              </p14:xfrm>
            </p:contentPart>
          </mc:Choice>
          <mc:Fallback xmlns="">
            <p:pic>
              <p:nvPicPr>
                <p:cNvPr id="9" name="Ink 8">
                  <a:extLst>
                    <a:ext uri="{FF2B5EF4-FFF2-40B4-BE49-F238E27FC236}">
                      <a16:creationId xmlns:a16="http://schemas.microsoft.com/office/drawing/2014/main" id="{88CD5ED9-E946-6DA3-2DAF-18C1B8B15B65}"/>
                    </a:ext>
                  </a:extLst>
                </p:cNvPr>
                <p:cNvPicPr/>
                <p:nvPr/>
              </p:nvPicPr>
              <p:blipFill>
                <a:blip r:embed="rId5"/>
                <a:stretch>
                  <a:fillRect/>
                </a:stretch>
              </p:blipFill>
              <p:spPr>
                <a:xfrm>
                  <a:off x="520187" y="3301343"/>
                  <a:ext cx="1311837" cy="118447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3AABDC9D-DF58-C48B-CF2D-79CBE061CC24}"/>
                    </a:ext>
                  </a:extLst>
                </p14:cNvPr>
                <p14:cNvContentPartPr/>
                <p14:nvPr/>
              </p14:nvContentPartPr>
              <p14:xfrm flipH="1">
                <a:off x="1822659" y="3304620"/>
                <a:ext cx="1305720" cy="1177920"/>
              </p14:xfrm>
            </p:contentPart>
          </mc:Choice>
          <mc:Fallback xmlns="">
            <p:pic>
              <p:nvPicPr>
                <p:cNvPr id="10" name="Ink 9">
                  <a:extLst>
                    <a:ext uri="{FF2B5EF4-FFF2-40B4-BE49-F238E27FC236}">
                      <a16:creationId xmlns:a16="http://schemas.microsoft.com/office/drawing/2014/main" id="{3AABDC9D-DF58-C48B-CF2D-79CBE061CC24}"/>
                    </a:ext>
                  </a:extLst>
                </p:cNvPr>
                <p:cNvPicPr/>
                <p:nvPr/>
              </p:nvPicPr>
              <p:blipFill>
                <a:blip r:embed="rId7"/>
                <a:stretch>
                  <a:fillRect/>
                </a:stretch>
              </p:blipFill>
              <p:spPr>
                <a:xfrm flipH="1">
                  <a:off x="1819601" y="3301343"/>
                  <a:ext cx="1311837" cy="118447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F01BDAC3-8822-633F-5A25-4097840B57C1}"/>
                    </a:ext>
                  </a:extLst>
                </p14:cNvPr>
                <p14:cNvContentPartPr/>
                <p14:nvPr/>
              </p14:nvContentPartPr>
              <p14:xfrm>
                <a:off x="1799085" y="3314340"/>
                <a:ext cx="11520" cy="1181160"/>
              </p14:xfrm>
            </p:contentPart>
          </mc:Choice>
          <mc:Fallback xmlns="">
            <p:pic>
              <p:nvPicPr>
                <p:cNvPr id="11" name="Ink 10">
                  <a:extLst>
                    <a:ext uri="{FF2B5EF4-FFF2-40B4-BE49-F238E27FC236}">
                      <a16:creationId xmlns:a16="http://schemas.microsoft.com/office/drawing/2014/main" id="{F01BDAC3-8822-633F-5A25-4097840B57C1}"/>
                    </a:ext>
                  </a:extLst>
                </p:cNvPr>
                <p:cNvPicPr/>
                <p:nvPr/>
              </p:nvPicPr>
              <p:blipFill>
                <a:blip r:embed="rId9"/>
                <a:stretch>
                  <a:fillRect/>
                </a:stretch>
              </p:blipFill>
              <p:spPr>
                <a:xfrm>
                  <a:off x="1795943" y="3311064"/>
                  <a:ext cx="17804" cy="1187713"/>
                </a:xfrm>
                <a:prstGeom prst="rect">
                  <a:avLst/>
                </a:prstGeom>
              </p:spPr>
            </p:pic>
          </mc:Fallback>
        </mc:AlternateContent>
        <p:grpSp>
          <p:nvGrpSpPr>
            <p:cNvPr id="35" name="Group 34">
              <a:extLst>
                <a:ext uri="{FF2B5EF4-FFF2-40B4-BE49-F238E27FC236}">
                  <a16:creationId xmlns:a16="http://schemas.microsoft.com/office/drawing/2014/main" id="{03E48795-D4A0-61F4-B264-6B35E8FC98CE}"/>
                </a:ext>
              </a:extLst>
            </p:cNvPr>
            <p:cNvGrpSpPr/>
            <p:nvPr/>
          </p:nvGrpSpPr>
          <p:grpSpPr>
            <a:xfrm>
              <a:off x="923470" y="3304619"/>
              <a:ext cx="1776322" cy="1229601"/>
              <a:chOff x="923470" y="2806029"/>
              <a:chExt cx="1776322" cy="1728192"/>
            </a:xfrm>
          </p:grpSpPr>
          <p:cxnSp>
            <p:nvCxnSpPr>
              <p:cNvPr id="23" name="Straight Connector 22">
                <a:extLst>
                  <a:ext uri="{FF2B5EF4-FFF2-40B4-BE49-F238E27FC236}">
                    <a16:creationId xmlns:a16="http://schemas.microsoft.com/office/drawing/2014/main" id="{36A84DB0-391E-4372-F51A-D671D1622699}"/>
                  </a:ext>
                </a:extLst>
              </p:cNvPr>
              <p:cNvCxnSpPr>
                <a:cxnSpLocks/>
              </p:cNvCxnSpPr>
              <p:nvPr/>
            </p:nvCxnSpPr>
            <p:spPr>
              <a:xfrm flipV="1">
                <a:off x="2123121" y="2806029"/>
                <a:ext cx="0" cy="1728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10375B2-1AA7-0E61-AE31-25922F63B263}"/>
                  </a:ext>
                </a:extLst>
              </p:cNvPr>
              <p:cNvCxnSpPr>
                <a:cxnSpLocks/>
              </p:cNvCxnSpPr>
              <p:nvPr/>
            </p:nvCxnSpPr>
            <p:spPr>
              <a:xfrm flipV="1">
                <a:off x="2411760" y="2806029"/>
                <a:ext cx="0" cy="1728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B8524C-CC3D-6F97-7A65-E84D615C35ED}"/>
                  </a:ext>
                </a:extLst>
              </p:cNvPr>
              <p:cNvCxnSpPr>
                <a:cxnSpLocks/>
              </p:cNvCxnSpPr>
              <p:nvPr/>
            </p:nvCxnSpPr>
            <p:spPr>
              <a:xfrm flipV="1">
                <a:off x="2699792" y="2806029"/>
                <a:ext cx="0" cy="1728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824C8AC-3EE0-A220-B555-1104AF232D73}"/>
                  </a:ext>
                </a:extLst>
              </p:cNvPr>
              <p:cNvCxnSpPr>
                <a:cxnSpLocks/>
              </p:cNvCxnSpPr>
              <p:nvPr/>
            </p:nvCxnSpPr>
            <p:spPr>
              <a:xfrm flipV="1">
                <a:off x="923470" y="2806029"/>
                <a:ext cx="0" cy="1728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01AB46A-B5E6-0F12-A209-76B8E6B44C93}"/>
                  </a:ext>
                </a:extLst>
              </p:cNvPr>
              <p:cNvCxnSpPr>
                <a:cxnSpLocks/>
              </p:cNvCxnSpPr>
              <p:nvPr/>
            </p:nvCxnSpPr>
            <p:spPr>
              <a:xfrm flipV="1">
                <a:off x="1212109" y="2806029"/>
                <a:ext cx="0" cy="1728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D080D99-D39D-2C7D-94A9-09A15B83FE3B}"/>
                  </a:ext>
                </a:extLst>
              </p:cNvPr>
              <p:cNvCxnSpPr>
                <a:cxnSpLocks/>
              </p:cNvCxnSpPr>
              <p:nvPr/>
            </p:nvCxnSpPr>
            <p:spPr>
              <a:xfrm flipV="1">
                <a:off x="1500141" y="2806029"/>
                <a:ext cx="0" cy="172819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B3C12747-0565-B4C6-36A5-4ED49364C46B}"/>
                </a:ext>
              </a:extLst>
            </p:cNvPr>
            <p:cNvSpPr txBox="1"/>
            <p:nvPr/>
          </p:nvSpPr>
          <p:spPr>
            <a:xfrm>
              <a:off x="1810605" y="4564366"/>
              <a:ext cx="648072" cy="246221"/>
            </a:xfrm>
            <a:prstGeom prst="rect">
              <a:avLst/>
            </a:prstGeom>
            <a:noFill/>
          </p:spPr>
          <p:txBody>
            <a:bodyPr wrap="square" rtlCol="0">
              <a:spAutoFit/>
            </a:bodyPr>
            <a:lstStyle/>
            <a:p>
              <a:pPr algn="ctr"/>
              <a:r>
                <a:rPr lang="en-GB" sz="1000" b="1" dirty="0">
                  <a:solidFill>
                    <a:srgbClr val="000000"/>
                  </a:solidFill>
                </a:rPr>
                <a:t>+</a:t>
              </a:r>
              <a:r>
                <a:rPr lang="el-GR" sz="1000" b="1" dirty="0">
                  <a:solidFill>
                    <a:srgbClr val="000000"/>
                  </a:solidFill>
                </a:rPr>
                <a:t>σ</a:t>
              </a:r>
              <a:endParaRPr lang="en-GB" sz="1000" b="1" dirty="0">
                <a:solidFill>
                  <a:srgbClr val="000000"/>
                </a:solidFill>
              </a:endParaRPr>
            </a:p>
          </p:txBody>
        </p:sp>
        <p:sp>
          <p:nvSpPr>
            <p:cNvPr id="38" name="TextBox 37">
              <a:extLst>
                <a:ext uri="{FF2B5EF4-FFF2-40B4-BE49-F238E27FC236}">
                  <a16:creationId xmlns:a16="http://schemas.microsoft.com/office/drawing/2014/main" id="{8BDF098F-6345-F5A3-3121-AA4940A2AD8F}"/>
                </a:ext>
              </a:extLst>
            </p:cNvPr>
            <p:cNvSpPr txBox="1"/>
            <p:nvPr/>
          </p:nvSpPr>
          <p:spPr>
            <a:xfrm>
              <a:off x="2087724" y="4564366"/>
              <a:ext cx="648072" cy="246221"/>
            </a:xfrm>
            <a:prstGeom prst="rect">
              <a:avLst/>
            </a:prstGeom>
            <a:noFill/>
          </p:spPr>
          <p:txBody>
            <a:bodyPr wrap="square" rtlCol="0">
              <a:spAutoFit/>
            </a:bodyPr>
            <a:lstStyle/>
            <a:p>
              <a:pPr algn="ctr"/>
              <a:r>
                <a:rPr lang="en-GB" sz="1000" b="1" dirty="0">
                  <a:solidFill>
                    <a:srgbClr val="000000"/>
                  </a:solidFill>
                </a:rPr>
                <a:t>+</a:t>
              </a:r>
              <a:r>
                <a:rPr lang="el-GR" sz="1000" b="1" dirty="0">
                  <a:solidFill>
                    <a:srgbClr val="000000"/>
                  </a:solidFill>
                </a:rPr>
                <a:t>2σ</a:t>
              </a:r>
              <a:endParaRPr lang="en-GB" sz="1000" b="1" dirty="0">
                <a:solidFill>
                  <a:srgbClr val="000000"/>
                </a:solidFill>
              </a:endParaRPr>
            </a:p>
          </p:txBody>
        </p:sp>
        <p:sp>
          <p:nvSpPr>
            <p:cNvPr id="39" name="TextBox 38">
              <a:extLst>
                <a:ext uri="{FF2B5EF4-FFF2-40B4-BE49-F238E27FC236}">
                  <a16:creationId xmlns:a16="http://schemas.microsoft.com/office/drawing/2014/main" id="{20ADF87D-DBB6-254E-137D-938CC26A7895}"/>
                </a:ext>
              </a:extLst>
            </p:cNvPr>
            <p:cNvSpPr txBox="1"/>
            <p:nvPr/>
          </p:nvSpPr>
          <p:spPr>
            <a:xfrm>
              <a:off x="2388287" y="4564366"/>
              <a:ext cx="648072" cy="246221"/>
            </a:xfrm>
            <a:prstGeom prst="rect">
              <a:avLst/>
            </a:prstGeom>
            <a:noFill/>
          </p:spPr>
          <p:txBody>
            <a:bodyPr wrap="square" rtlCol="0">
              <a:spAutoFit/>
            </a:bodyPr>
            <a:lstStyle/>
            <a:p>
              <a:pPr algn="ctr"/>
              <a:r>
                <a:rPr lang="en-GB" sz="1000" b="1" dirty="0">
                  <a:solidFill>
                    <a:srgbClr val="000000"/>
                  </a:solidFill>
                </a:rPr>
                <a:t>+</a:t>
              </a:r>
              <a:r>
                <a:rPr lang="el-GR" sz="1000" b="1" dirty="0">
                  <a:solidFill>
                    <a:srgbClr val="000000"/>
                  </a:solidFill>
                </a:rPr>
                <a:t>3σ</a:t>
              </a:r>
              <a:endParaRPr lang="en-GB" sz="1000" b="1" dirty="0">
                <a:solidFill>
                  <a:srgbClr val="000000"/>
                </a:solidFill>
              </a:endParaRPr>
            </a:p>
          </p:txBody>
        </p:sp>
        <p:sp>
          <p:nvSpPr>
            <p:cNvPr id="42" name="TextBox 41">
              <a:extLst>
                <a:ext uri="{FF2B5EF4-FFF2-40B4-BE49-F238E27FC236}">
                  <a16:creationId xmlns:a16="http://schemas.microsoft.com/office/drawing/2014/main" id="{1B39C582-DE91-920B-2C94-F345001B5CB7}"/>
                </a:ext>
              </a:extLst>
            </p:cNvPr>
            <p:cNvSpPr txBox="1"/>
            <p:nvPr/>
          </p:nvSpPr>
          <p:spPr>
            <a:xfrm>
              <a:off x="1002949" y="4565641"/>
              <a:ext cx="445793" cy="246221"/>
            </a:xfrm>
            <a:prstGeom prst="rect">
              <a:avLst/>
            </a:prstGeom>
            <a:noFill/>
          </p:spPr>
          <p:txBody>
            <a:bodyPr wrap="square" rtlCol="0">
              <a:spAutoFit/>
            </a:bodyPr>
            <a:lstStyle/>
            <a:p>
              <a:pPr algn="ctr"/>
              <a:r>
                <a:rPr lang="el-GR" sz="1000" b="1" dirty="0">
                  <a:solidFill>
                    <a:srgbClr val="000000"/>
                  </a:solidFill>
                </a:rPr>
                <a:t>-2σ</a:t>
              </a:r>
              <a:endParaRPr lang="en-GB" sz="1000" b="1" dirty="0">
                <a:solidFill>
                  <a:srgbClr val="000000"/>
                </a:solidFill>
              </a:endParaRPr>
            </a:p>
          </p:txBody>
        </p:sp>
        <p:sp>
          <p:nvSpPr>
            <p:cNvPr id="43" name="TextBox 42">
              <a:extLst>
                <a:ext uri="{FF2B5EF4-FFF2-40B4-BE49-F238E27FC236}">
                  <a16:creationId xmlns:a16="http://schemas.microsoft.com/office/drawing/2014/main" id="{59FE726D-3F96-7B14-8DB1-7EC5E0B3C901}"/>
                </a:ext>
              </a:extLst>
            </p:cNvPr>
            <p:cNvSpPr txBox="1"/>
            <p:nvPr/>
          </p:nvSpPr>
          <p:spPr>
            <a:xfrm>
              <a:off x="1326806" y="4563946"/>
              <a:ext cx="398556" cy="246221"/>
            </a:xfrm>
            <a:prstGeom prst="rect">
              <a:avLst/>
            </a:prstGeom>
            <a:noFill/>
          </p:spPr>
          <p:txBody>
            <a:bodyPr wrap="square" rtlCol="0">
              <a:spAutoFit/>
            </a:bodyPr>
            <a:lstStyle/>
            <a:p>
              <a:pPr algn="ctr"/>
              <a:r>
                <a:rPr lang="el-GR" sz="1000" b="1" dirty="0">
                  <a:solidFill>
                    <a:srgbClr val="000000"/>
                  </a:solidFill>
                </a:rPr>
                <a:t>-1σ</a:t>
              </a:r>
              <a:endParaRPr lang="en-GB" sz="1000" b="1" dirty="0">
                <a:solidFill>
                  <a:srgbClr val="000000"/>
                </a:solidFill>
              </a:endParaRPr>
            </a:p>
          </p:txBody>
        </p:sp>
        <p:sp>
          <p:nvSpPr>
            <p:cNvPr id="44" name="TextBox 43">
              <a:extLst>
                <a:ext uri="{FF2B5EF4-FFF2-40B4-BE49-F238E27FC236}">
                  <a16:creationId xmlns:a16="http://schemas.microsoft.com/office/drawing/2014/main" id="{7125933C-7BE7-4112-1D2B-7B4ADF87E82A}"/>
                </a:ext>
              </a:extLst>
            </p:cNvPr>
            <p:cNvSpPr txBox="1"/>
            <p:nvPr/>
          </p:nvSpPr>
          <p:spPr>
            <a:xfrm>
              <a:off x="636908" y="4560402"/>
              <a:ext cx="476714" cy="246221"/>
            </a:xfrm>
            <a:prstGeom prst="rect">
              <a:avLst/>
            </a:prstGeom>
            <a:noFill/>
          </p:spPr>
          <p:txBody>
            <a:bodyPr wrap="square" rtlCol="0">
              <a:spAutoFit/>
            </a:bodyPr>
            <a:lstStyle/>
            <a:p>
              <a:pPr algn="ctr"/>
              <a:r>
                <a:rPr lang="el-GR" sz="1000" b="1" dirty="0">
                  <a:solidFill>
                    <a:srgbClr val="000000"/>
                  </a:solidFill>
                </a:rPr>
                <a:t>-3σ</a:t>
              </a:r>
              <a:endParaRPr lang="en-GB" sz="1000" b="1" dirty="0">
                <a:solidFill>
                  <a:srgbClr val="000000"/>
                </a:solidFill>
              </a:endParaRPr>
            </a:p>
          </p:txBody>
        </p:sp>
      </p:grpSp>
      <p:sp>
        <p:nvSpPr>
          <p:cNvPr id="46" name="TextBox 45">
            <a:extLst>
              <a:ext uri="{FF2B5EF4-FFF2-40B4-BE49-F238E27FC236}">
                <a16:creationId xmlns:a16="http://schemas.microsoft.com/office/drawing/2014/main" id="{61374698-64C3-F977-89F2-8899C76230F6}"/>
              </a:ext>
            </a:extLst>
          </p:cNvPr>
          <p:cNvSpPr txBox="1"/>
          <p:nvPr/>
        </p:nvSpPr>
        <p:spPr>
          <a:xfrm>
            <a:off x="2629698" y="5252613"/>
            <a:ext cx="562920" cy="246221"/>
          </a:xfrm>
          <a:prstGeom prst="rect">
            <a:avLst/>
          </a:prstGeom>
          <a:noFill/>
        </p:spPr>
        <p:txBody>
          <a:bodyPr wrap="square" rtlCol="0">
            <a:spAutoFit/>
          </a:bodyPr>
          <a:lstStyle/>
          <a:p>
            <a:pPr algn="ctr"/>
            <a:r>
              <a:rPr lang="en-GB" sz="1000" b="1" dirty="0">
                <a:solidFill>
                  <a:srgbClr val="000000"/>
                </a:solidFill>
              </a:rPr>
              <a:t>6.18</a:t>
            </a:r>
          </a:p>
        </p:txBody>
      </p:sp>
      <p:sp>
        <p:nvSpPr>
          <p:cNvPr id="47" name="TextBox 46">
            <a:extLst>
              <a:ext uri="{FF2B5EF4-FFF2-40B4-BE49-F238E27FC236}">
                <a16:creationId xmlns:a16="http://schemas.microsoft.com/office/drawing/2014/main" id="{C6339CE7-0A13-842B-4512-7FA24C35F5A6}"/>
              </a:ext>
            </a:extLst>
          </p:cNvPr>
          <p:cNvSpPr txBox="1"/>
          <p:nvPr/>
        </p:nvSpPr>
        <p:spPr>
          <a:xfrm>
            <a:off x="3054213" y="5252613"/>
            <a:ext cx="562920" cy="246221"/>
          </a:xfrm>
          <a:prstGeom prst="rect">
            <a:avLst/>
          </a:prstGeom>
          <a:noFill/>
        </p:spPr>
        <p:txBody>
          <a:bodyPr wrap="square" rtlCol="0">
            <a:spAutoFit/>
          </a:bodyPr>
          <a:lstStyle/>
          <a:p>
            <a:pPr algn="ctr"/>
            <a:r>
              <a:rPr lang="en-GB" sz="1000" b="1" dirty="0">
                <a:solidFill>
                  <a:srgbClr val="000000"/>
                </a:solidFill>
              </a:rPr>
              <a:t>7.68</a:t>
            </a:r>
          </a:p>
        </p:txBody>
      </p:sp>
      <p:sp>
        <p:nvSpPr>
          <p:cNvPr id="48" name="TextBox 47">
            <a:extLst>
              <a:ext uri="{FF2B5EF4-FFF2-40B4-BE49-F238E27FC236}">
                <a16:creationId xmlns:a16="http://schemas.microsoft.com/office/drawing/2014/main" id="{DD3AA5C3-C594-62A1-52A6-C8967367584F}"/>
              </a:ext>
            </a:extLst>
          </p:cNvPr>
          <p:cNvSpPr txBox="1"/>
          <p:nvPr/>
        </p:nvSpPr>
        <p:spPr>
          <a:xfrm>
            <a:off x="3427330" y="5252613"/>
            <a:ext cx="562920" cy="246221"/>
          </a:xfrm>
          <a:prstGeom prst="rect">
            <a:avLst/>
          </a:prstGeom>
          <a:noFill/>
        </p:spPr>
        <p:txBody>
          <a:bodyPr wrap="square" rtlCol="0">
            <a:spAutoFit/>
          </a:bodyPr>
          <a:lstStyle/>
          <a:p>
            <a:pPr algn="ctr"/>
            <a:r>
              <a:rPr lang="en-GB" sz="1000" b="1" dirty="0">
                <a:solidFill>
                  <a:srgbClr val="000000"/>
                </a:solidFill>
              </a:rPr>
              <a:t>9.18</a:t>
            </a:r>
          </a:p>
        </p:txBody>
      </p:sp>
      <p:sp>
        <p:nvSpPr>
          <p:cNvPr id="49" name="TextBox 48">
            <a:extLst>
              <a:ext uri="{FF2B5EF4-FFF2-40B4-BE49-F238E27FC236}">
                <a16:creationId xmlns:a16="http://schemas.microsoft.com/office/drawing/2014/main" id="{600C72A3-287F-DFB2-02B0-277723596BC2}"/>
              </a:ext>
            </a:extLst>
          </p:cNvPr>
          <p:cNvSpPr txBox="1"/>
          <p:nvPr/>
        </p:nvSpPr>
        <p:spPr>
          <a:xfrm>
            <a:off x="943724" y="5252613"/>
            <a:ext cx="562920" cy="246221"/>
          </a:xfrm>
          <a:prstGeom prst="rect">
            <a:avLst/>
          </a:prstGeom>
          <a:noFill/>
        </p:spPr>
        <p:txBody>
          <a:bodyPr wrap="square" rtlCol="0">
            <a:spAutoFit/>
          </a:bodyPr>
          <a:lstStyle/>
          <a:p>
            <a:pPr algn="ctr"/>
            <a:r>
              <a:rPr lang="en-GB" sz="1000" b="1" dirty="0">
                <a:solidFill>
                  <a:srgbClr val="000000"/>
                </a:solidFill>
              </a:rPr>
              <a:t>0.18</a:t>
            </a:r>
          </a:p>
        </p:txBody>
      </p:sp>
      <p:sp>
        <p:nvSpPr>
          <p:cNvPr id="50" name="TextBox 49">
            <a:extLst>
              <a:ext uri="{FF2B5EF4-FFF2-40B4-BE49-F238E27FC236}">
                <a16:creationId xmlns:a16="http://schemas.microsoft.com/office/drawing/2014/main" id="{F9FD20F2-88F5-8582-1EC6-946457CBE49E}"/>
              </a:ext>
            </a:extLst>
          </p:cNvPr>
          <p:cNvSpPr txBox="1"/>
          <p:nvPr/>
        </p:nvSpPr>
        <p:spPr>
          <a:xfrm>
            <a:off x="1368239" y="5252613"/>
            <a:ext cx="562920" cy="246221"/>
          </a:xfrm>
          <a:prstGeom prst="rect">
            <a:avLst/>
          </a:prstGeom>
          <a:noFill/>
        </p:spPr>
        <p:txBody>
          <a:bodyPr wrap="square" rtlCol="0">
            <a:spAutoFit/>
          </a:bodyPr>
          <a:lstStyle/>
          <a:p>
            <a:pPr algn="ctr"/>
            <a:r>
              <a:rPr lang="en-GB" sz="1000" b="1" dirty="0">
                <a:solidFill>
                  <a:srgbClr val="000000"/>
                </a:solidFill>
              </a:rPr>
              <a:t>1.68</a:t>
            </a:r>
          </a:p>
        </p:txBody>
      </p:sp>
      <p:sp>
        <p:nvSpPr>
          <p:cNvPr id="51" name="TextBox 50">
            <a:extLst>
              <a:ext uri="{FF2B5EF4-FFF2-40B4-BE49-F238E27FC236}">
                <a16:creationId xmlns:a16="http://schemas.microsoft.com/office/drawing/2014/main" id="{42F346F0-93BE-851C-8860-15ECD6DCE0E8}"/>
              </a:ext>
            </a:extLst>
          </p:cNvPr>
          <p:cNvSpPr txBox="1"/>
          <p:nvPr/>
        </p:nvSpPr>
        <p:spPr>
          <a:xfrm>
            <a:off x="1741356" y="5252613"/>
            <a:ext cx="562920" cy="246221"/>
          </a:xfrm>
          <a:prstGeom prst="rect">
            <a:avLst/>
          </a:prstGeom>
          <a:noFill/>
        </p:spPr>
        <p:txBody>
          <a:bodyPr wrap="square" rtlCol="0">
            <a:spAutoFit/>
          </a:bodyPr>
          <a:lstStyle/>
          <a:p>
            <a:pPr algn="ctr"/>
            <a:r>
              <a:rPr lang="en-GB" sz="1000" b="1" dirty="0">
                <a:solidFill>
                  <a:srgbClr val="000000"/>
                </a:solidFill>
              </a:rPr>
              <a:t>3.18</a:t>
            </a:r>
          </a:p>
        </p:txBody>
      </p:sp>
      <mc:AlternateContent xmlns:mc="http://schemas.openxmlformats.org/markup-compatibility/2006" xmlns:p14="http://schemas.microsoft.com/office/powerpoint/2010/main">
        <mc:Choice Requires="p14">
          <p:contentPart p14:bwMode="auto" r:id="rId10">
            <p14:nvContentPartPr>
              <p14:cNvPr id="52" name="Ink 51">
                <a:extLst>
                  <a:ext uri="{FF2B5EF4-FFF2-40B4-BE49-F238E27FC236}">
                    <a16:creationId xmlns:a16="http://schemas.microsoft.com/office/drawing/2014/main" id="{A8519253-41A9-4D05-D2ED-2049718B9558}"/>
                  </a:ext>
                </a:extLst>
              </p14:cNvPr>
              <p14:cNvContentPartPr/>
              <p14:nvPr/>
            </p14:nvContentPartPr>
            <p14:xfrm>
              <a:off x="2209125" y="2749830"/>
              <a:ext cx="30240" cy="1565280"/>
            </p14:xfrm>
          </p:contentPart>
        </mc:Choice>
        <mc:Fallback xmlns="">
          <p:pic>
            <p:nvPicPr>
              <p:cNvPr id="52" name="Ink 51">
                <a:extLst>
                  <a:ext uri="{FF2B5EF4-FFF2-40B4-BE49-F238E27FC236}">
                    <a16:creationId xmlns:a16="http://schemas.microsoft.com/office/drawing/2014/main" id="{A8519253-41A9-4D05-D2ED-2049718B9558}"/>
                  </a:ext>
                </a:extLst>
              </p:cNvPr>
              <p:cNvPicPr/>
              <p:nvPr/>
            </p:nvPicPr>
            <p:blipFill>
              <a:blip r:embed="rId11"/>
              <a:stretch>
                <a:fillRect/>
              </a:stretch>
            </p:blipFill>
            <p:spPr>
              <a:xfrm>
                <a:off x="2200125" y="2740830"/>
                <a:ext cx="47880" cy="1582920"/>
              </a:xfrm>
              <a:prstGeom prst="rect">
                <a:avLst/>
              </a:prstGeom>
            </p:spPr>
          </p:pic>
        </mc:Fallback>
      </mc:AlternateContent>
      <p:grpSp>
        <p:nvGrpSpPr>
          <p:cNvPr id="61" name="Group 60">
            <a:extLst>
              <a:ext uri="{FF2B5EF4-FFF2-40B4-BE49-F238E27FC236}">
                <a16:creationId xmlns:a16="http://schemas.microsoft.com/office/drawing/2014/main" id="{74963408-F3B1-ADC2-8681-77A53B342F23}"/>
              </a:ext>
            </a:extLst>
          </p:cNvPr>
          <p:cNvGrpSpPr/>
          <p:nvPr/>
        </p:nvGrpSpPr>
        <p:grpSpPr>
          <a:xfrm>
            <a:off x="2269965" y="2763150"/>
            <a:ext cx="426240" cy="1542240"/>
            <a:chOff x="2269965" y="2763150"/>
            <a:chExt cx="426240" cy="1542240"/>
          </a:xfrm>
        </p:grpSpPr>
        <mc:AlternateContent xmlns:mc="http://schemas.openxmlformats.org/markup-compatibility/2006" xmlns:p14="http://schemas.microsoft.com/office/powerpoint/2010/main">
          <mc:Choice Requires="p14">
            <p:contentPart p14:bwMode="auto" r:id="rId12">
              <p14:nvContentPartPr>
                <p14:cNvPr id="53" name="Ink 52">
                  <a:extLst>
                    <a:ext uri="{FF2B5EF4-FFF2-40B4-BE49-F238E27FC236}">
                      <a16:creationId xmlns:a16="http://schemas.microsoft.com/office/drawing/2014/main" id="{E301735F-C13D-64BA-4E98-9EDA87337539}"/>
                    </a:ext>
                  </a:extLst>
                </p14:cNvPr>
                <p14:cNvContentPartPr/>
                <p14:nvPr/>
              </p14:nvContentPartPr>
              <p14:xfrm>
                <a:off x="2665605" y="2763150"/>
                <a:ext cx="30600" cy="1542240"/>
              </p14:xfrm>
            </p:contentPart>
          </mc:Choice>
          <mc:Fallback xmlns="">
            <p:pic>
              <p:nvPicPr>
                <p:cNvPr id="53" name="Ink 52">
                  <a:extLst>
                    <a:ext uri="{FF2B5EF4-FFF2-40B4-BE49-F238E27FC236}">
                      <a16:creationId xmlns:a16="http://schemas.microsoft.com/office/drawing/2014/main" id="{E301735F-C13D-64BA-4E98-9EDA87337539}"/>
                    </a:ext>
                  </a:extLst>
                </p:cNvPr>
                <p:cNvPicPr/>
                <p:nvPr/>
              </p:nvPicPr>
              <p:blipFill>
                <a:blip r:embed="rId13"/>
                <a:stretch>
                  <a:fillRect/>
                </a:stretch>
              </p:blipFill>
              <p:spPr>
                <a:xfrm>
                  <a:off x="2656965" y="2754150"/>
                  <a:ext cx="48240" cy="1559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4" name="Ink 53">
                  <a:extLst>
                    <a:ext uri="{FF2B5EF4-FFF2-40B4-BE49-F238E27FC236}">
                      <a16:creationId xmlns:a16="http://schemas.microsoft.com/office/drawing/2014/main" id="{D9B8FC8D-DB5C-12D4-D8D3-95498A7B9516}"/>
                    </a:ext>
                  </a:extLst>
                </p14:cNvPr>
                <p14:cNvContentPartPr/>
                <p14:nvPr/>
              </p14:nvContentPartPr>
              <p14:xfrm>
                <a:off x="2312085" y="2799870"/>
                <a:ext cx="240840" cy="194760"/>
              </p14:xfrm>
            </p:contentPart>
          </mc:Choice>
          <mc:Fallback xmlns="">
            <p:pic>
              <p:nvPicPr>
                <p:cNvPr id="54" name="Ink 53">
                  <a:extLst>
                    <a:ext uri="{FF2B5EF4-FFF2-40B4-BE49-F238E27FC236}">
                      <a16:creationId xmlns:a16="http://schemas.microsoft.com/office/drawing/2014/main" id="{D9B8FC8D-DB5C-12D4-D8D3-95498A7B9516}"/>
                    </a:ext>
                  </a:extLst>
                </p:cNvPr>
                <p:cNvPicPr/>
                <p:nvPr/>
              </p:nvPicPr>
              <p:blipFill>
                <a:blip r:embed="rId15"/>
                <a:stretch>
                  <a:fillRect/>
                </a:stretch>
              </p:blipFill>
              <p:spPr>
                <a:xfrm>
                  <a:off x="2303085" y="2791230"/>
                  <a:ext cx="2584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5" name="Ink 54">
                  <a:extLst>
                    <a:ext uri="{FF2B5EF4-FFF2-40B4-BE49-F238E27FC236}">
                      <a16:creationId xmlns:a16="http://schemas.microsoft.com/office/drawing/2014/main" id="{E87A2160-1224-CD23-FEF3-309BD706F3F0}"/>
                    </a:ext>
                  </a:extLst>
                </p14:cNvPr>
                <p14:cNvContentPartPr/>
                <p14:nvPr/>
              </p14:nvContentPartPr>
              <p14:xfrm>
                <a:off x="2270325" y="2952150"/>
                <a:ext cx="311400" cy="279720"/>
              </p14:xfrm>
            </p:contentPart>
          </mc:Choice>
          <mc:Fallback xmlns="">
            <p:pic>
              <p:nvPicPr>
                <p:cNvPr id="55" name="Ink 54">
                  <a:extLst>
                    <a:ext uri="{FF2B5EF4-FFF2-40B4-BE49-F238E27FC236}">
                      <a16:creationId xmlns:a16="http://schemas.microsoft.com/office/drawing/2014/main" id="{E87A2160-1224-CD23-FEF3-309BD706F3F0}"/>
                    </a:ext>
                  </a:extLst>
                </p:cNvPr>
                <p:cNvPicPr/>
                <p:nvPr/>
              </p:nvPicPr>
              <p:blipFill>
                <a:blip r:embed="rId17"/>
                <a:stretch>
                  <a:fillRect/>
                </a:stretch>
              </p:blipFill>
              <p:spPr>
                <a:xfrm>
                  <a:off x="2261325" y="2943510"/>
                  <a:ext cx="32904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7" name="Ink 56">
                  <a:extLst>
                    <a:ext uri="{FF2B5EF4-FFF2-40B4-BE49-F238E27FC236}">
                      <a16:creationId xmlns:a16="http://schemas.microsoft.com/office/drawing/2014/main" id="{A48E06D3-6AED-B4FD-6B6E-2FF26585F54F}"/>
                    </a:ext>
                  </a:extLst>
                </p14:cNvPr>
                <p14:cNvContentPartPr/>
                <p14:nvPr/>
              </p14:nvContentPartPr>
              <p14:xfrm>
                <a:off x="2269965" y="3199830"/>
                <a:ext cx="311400" cy="241200"/>
              </p14:xfrm>
            </p:contentPart>
          </mc:Choice>
          <mc:Fallback xmlns="">
            <p:pic>
              <p:nvPicPr>
                <p:cNvPr id="57" name="Ink 56">
                  <a:extLst>
                    <a:ext uri="{FF2B5EF4-FFF2-40B4-BE49-F238E27FC236}">
                      <a16:creationId xmlns:a16="http://schemas.microsoft.com/office/drawing/2014/main" id="{A48E06D3-6AED-B4FD-6B6E-2FF26585F54F}"/>
                    </a:ext>
                  </a:extLst>
                </p:cNvPr>
                <p:cNvPicPr/>
                <p:nvPr/>
              </p:nvPicPr>
              <p:blipFill>
                <a:blip r:embed="rId19"/>
                <a:stretch>
                  <a:fillRect/>
                </a:stretch>
              </p:blipFill>
              <p:spPr>
                <a:xfrm>
                  <a:off x="2260965" y="3191190"/>
                  <a:ext cx="3290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8" name="Ink 57">
                  <a:extLst>
                    <a:ext uri="{FF2B5EF4-FFF2-40B4-BE49-F238E27FC236}">
                      <a16:creationId xmlns:a16="http://schemas.microsoft.com/office/drawing/2014/main" id="{E27ABC00-311F-1EC3-170D-419BA686C8CF}"/>
                    </a:ext>
                  </a:extLst>
                </p14:cNvPr>
                <p14:cNvContentPartPr/>
                <p14:nvPr/>
              </p14:nvContentPartPr>
              <p14:xfrm>
                <a:off x="2347725" y="3485670"/>
                <a:ext cx="214560" cy="232920"/>
              </p14:xfrm>
            </p:contentPart>
          </mc:Choice>
          <mc:Fallback xmlns="">
            <p:pic>
              <p:nvPicPr>
                <p:cNvPr id="58" name="Ink 57">
                  <a:extLst>
                    <a:ext uri="{FF2B5EF4-FFF2-40B4-BE49-F238E27FC236}">
                      <a16:creationId xmlns:a16="http://schemas.microsoft.com/office/drawing/2014/main" id="{E27ABC00-311F-1EC3-170D-419BA686C8CF}"/>
                    </a:ext>
                  </a:extLst>
                </p:cNvPr>
                <p:cNvPicPr/>
                <p:nvPr/>
              </p:nvPicPr>
              <p:blipFill>
                <a:blip r:embed="rId21"/>
                <a:stretch>
                  <a:fillRect/>
                </a:stretch>
              </p:blipFill>
              <p:spPr>
                <a:xfrm>
                  <a:off x="2338725" y="3477030"/>
                  <a:ext cx="23220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9" name="Ink 58">
                  <a:extLst>
                    <a:ext uri="{FF2B5EF4-FFF2-40B4-BE49-F238E27FC236}">
                      <a16:creationId xmlns:a16="http://schemas.microsoft.com/office/drawing/2014/main" id="{F57D40A2-2ECF-3370-0A9F-5FCEB53B8678}"/>
                    </a:ext>
                  </a:extLst>
                </p14:cNvPr>
                <p14:cNvContentPartPr/>
                <p14:nvPr/>
              </p14:nvContentPartPr>
              <p14:xfrm>
                <a:off x="2320365" y="3771510"/>
                <a:ext cx="251280" cy="277920"/>
              </p14:xfrm>
            </p:contentPart>
          </mc:Choice>
          <mc:Fallback xmlns="">
            <p:pic>
              <p:nvPicPr>
                <p:cNvPr id="59" name="Ink 58">
                  <a:extLst>
                    <a:ext uri="{FF2B5EF4-FFF2-40B4-BE49-F238E27FC236}">
                      <a16:creationId xmlns:a16="http://schemas.microsoft.com/office/drawing/2014/main" id="{F57D40A2-2ECF-3370-0A9F-5FCEB53B8678}"/>
                    </a:ext>
                  </a:extLst>
                </p:cNvPr>
                <p:cNvPicPr/>
                <p:nvPr/>
              </p:nvPicPr>
              <p:blipFill>
                <a:blip r:embed="rId23"/>
                <a:stretch>
                  <a:fillRect/>
                </a:stretch>
              </p:blipFill>
              <p:spPr>
                <a:xfrm>
                  <a:off x="2311725" y="3762870"/>
                  <a:ext cx="26892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0" name="Ink 59">
                  <a:extLst>
                    <a:ext uri="{FF2B5EF4-FFF2-40B4-BE49-F238E27FC236}">
                      <a16:creationId xmlns:a16="http://schemas.microsoft.com/office/drawing/2014/main" id="{8AF1B12C-10D8-32B0-8F7D-1AB5F4F7A85A}"/>
                    </a:ext>
                  </a:extLst>
                </p14:cNvPr>
                <p14:cNvContentPartPr/>
                <p14:nvPr/>
              </p14:nvContentPartPr>
              <p14:xfrm>
                <a:off x="2376525" y="4057350"/>
                <a:ext cx="176400" cy="145440"/>
              </p14:xfrm>
            </p:contentPart>
          </mc:Choice>
          <mc:Fallback xmlns="">
            <p:pic>
              <p:nvPicPr>
                <p:cNvPr id="60" name="Ink 59">
                  <a:extLst>
                    <a:ext uri="{FF2B5EF4-FFF2-40B4-BE49-F238E27FC236}">
                      <a16:creationId xmlns:a16="http://schemas.microsoft.com/office/drawing/2014/main" id="{8AF1B12C-10D8-32B0-8F7D-1AB5F4F7A85A}"/>
                    </a:ext>
                  </a:extLst>
                </p:cNvPr>
                <p:cNvPicPr/>
                <p:nvPr/>
              </p:nvPicPr>
              <p:blipFill>
                <a:blip r:embed="rId25"/>
                <a:stretch>
                  <a:fillRect/>
                </a:stretch>
              </p:blipFill>
              <p:spPr>
                <a:xfrm>
                  <a:off x="2367885" y="4048710"/>
                  <a:ext cx="194040" cy="163080"/>
                </a:xfrm>
                <a:prstGeom prst="rect">
                  <a:avLst/>
                </a:prstGeom>
              </p:spPr>
            </p:pic>
          </mc:Fallback>
        </mc:AlternateContent>
      </p:grpSp>
      <p:sp>
        <p:nvSpPr>
          <p:cNvPr id="74" name="Rectangle 73">
            <a:extLst>
              <a:ext uri="{FF2B5EF4-FFF2-40B4-BE49-F238E27FC236}">
                <a16:creationId xmlns:a16="http://schemas.microsoft.com/office/drawing/2014/main" id="{7AB773AC-2536-8C50-CE77-8529EC43B0CA}"/>
              </a:ext>
            </a:extLst>
          </p:cNvPr>
          <p:cNvSpPr/>
          <p:nvPr/>
        </p:nvSpPr>
        <p:spPr>
          <a:xfrm>
            <a:off x="1386988" y="4742492"/>
            <a:ext cx="688085" cy="29246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2">
                    <a:lumMod val="75000"/>
                  </a:schemeClr>
                </a:solidFill>
              </a:rPr>
              <a:t>-2.87</a:t>
            </a:r>
          </a:p>
        </p:txBody>
      </p:sp>
      <p:sp>
        <p:nvSpPr>
          <p:cNvPr id="75" name="Rectangle 74">
            <a:extLst>
              <a:ext uri="{FF2B5EF4-FFF2-40B4-BE49-F238E27FC236}">
                <a16:creationId xmlns:a16="http://schemas.microsoft.com/office/drawing/2014/main" id="{9E854AE8-46A3-232F-7D13-2B54F749BC18}"/>
              </a:ext>
            </a:extLst>
          </p:cNvPr>
          <p:cNvSpPr/>
          <p:nvPr/>
        </p:nvSpPr>
        <p:spPr>
          <a:xfrm>
            <a:off x="2792545" y="4729457"/>
            <a:ext cx="562920" cy="29246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2">
                    <a:lumMod val="75000"/>
                  </a:schemeClr>
                </a:solidFill>
              </a:rPr>
              <a:t>1.35</a:t>
            </a:r>
            <a:endParaRPr lang="en-GB" sz="1400" dirty="0"/>
          </a:p>
        </p:txBody>
      </p:sp>
      <p:grpSp>
        <p:nvGrpSpPr>
          <p:cNvPr id="102" name="Group 101">
            <a:extLst>
              <a:ext uri="{FF2B5EF4-FFF2-40B4-BE49-F238E27FC236}">
                <a16:creationId xmlns:a16="http://schemas.microsoft.com/office/drawing/2014/main" id="{56DE09BF-061D-2CA8-3828-2DADD89679C0}"/>
              </a:ext>
            </a:extLst>
          </p:cNvPr>
          <p:cNvGrpSpPr/>
          <p:nvPr/>
        </p:nvGrpSpPr>
        <p:grpSpPr>
          <a:xfrm>
            <a:off x="4374941" y="2189326"/>
            <a:ext cx="2108470" cy="1294753"/>
            <a:chOff x="4307673" y="2703806"/>
            <a:chExt cx="2108470" cy="1294753"/>
          </a:xfrm>
        </p:grpSpPr>
        <p:sp>
          <p:nvSpPr>
            <p:cNvPr id="82" name="TextBox 81">
              <a:extLst>
                <a:ext uri="{FF2B5EF4-FFF2-40B4-BE49-F238E27FC236}">
                  <a16:creationId xmlns:a16="http://schemas.microsoft.com/office/drawing/2014/main" id="{D93C4B6D-6288-26D2-585E-DDD9259C8F26}"/>
                </a:ext>
              </a:extLst>
            </p:cNvPr>
            <p:cNvSpPr txBox="1"/>
            <p:nvPr/>
          </p:nvSpPr>
          <p:spPr>
            <a:xfrm>
              <a:off x="4509803" y="2703806"/>
              <a:ext cx="1906340" cy="830997"/>
            </a:xfrm>
            <a:prstGeom prst="rect">
              <a:avLst/>
            </a:prstGeom>
            <a:noFill/>
          </p:spPr>
          <p:txBody>
            <a:bodyPr wrap="square" rtlCol="0">
              <a:spAutoFit/>
            </a:bodyPr>
            <a:lstStyle/>
            <a:p>
              <a:pPr algn="ctr"/>
              <a:r>
                <a:rPr lang="en-GB" b="1" dirty="0">
                  <a:solidFill>
                    <a:srgbClr val="000000"/>
                  </a:solidFill>
                </a:rPr>
                <a:t>x̅ - </a:t>
              </a:r>
              <a:r>
                <a:rPr lang="el-GR" b="1" dirty="0">
                  <a:solidFill>
                    <a:srgbClr val="000000"/>
                  </a:solidFill>
                </a:rPr>
                <a:t>μ</a:t>
              </a:r>
              <a:r>
                <a:rPr lang="en-GB" b="1" dirty="0">
                  <a:solidFill>
                    <a:srgbClr val="000000"/>
                  </a:solidFill>
                </a:rPr>
                <a:t> </a:t>
              </a:r>
              <a:r>
                <a:rPr lang="en-GB" b="1" baseline="-25000" dirty="0">
                  <a:solidFill>
                    <a:srgbClr val="000000"/>
                  </a:solidFill>
                </a:rPr>
                <a:t>x̅ </a:t>
              </a:r>
            </a:p>
            <a:p>
              <a:pPr algn="ctr"/>
              <a:endParaRPr lang="en-GB" b="1" dirty="0">
                <a:solidFill>
                  <a:srgbClr val="000000"/>
                </a:solidFill>
              </a:endParaRPr>
            </a:p>
          </p:txBody>
        </p:sp>
        <p:sp>
          <p:nvSpPr>
            <p:cNvPr id="84" name="TextBox 83">
              <a:extLst>
                <a:ext uri="{FF2B5EF4-FFF2-40B4-BE49-F238E27FC236}">
                  <a16:creationId xmlns:a16="http://schemas.microsoft.com/office/drawing/2014/main" id="{709E603B-3208-505F-FF4C-B440092F0F1A}"/>
                </a:ext>
              </a:extLst>
            </p:cNvPr>
            <p:cNvSpPr txBox="1"/>
            <p:nvPr/>
          </p:nvSpPr>
          <p:spPr>
            <a:xfrm>
              <a:off x="4427447" y="3167562"/>
              <a:ext cx="1906340" cy="830997"/>
            </a:xfrm>
            <a:prstGeom prst="rect">
              <a:avLst/>
            </a:prstGeom>
            <a:noFill/>
          </p:spPr>
          <p:txBody>
            <a:bodyPr wrap="square" rtlCol="0">
              <a:spAutoFit/>
            </a:bodyPr>
            <a:lstStyle/>
            <a:p>
              <a:pPr algn="ctr"/>
              <a:r>
                <a:rPr lang="el-GR" b="1" dirty="0">
                  <a:solidFill>
                    <a:srgbClr val="000000"/>
                  </a:solidFill>
                </a:rPr>
                <a:t>σ</a:t>
              </a:r>
              <a:r>
                <a:rPr lang="en-GB" b="1" dirty="0">
                  <a:solidFill>
                    <a:srgbClr val="000000"/>
                  </a:solidFill>
                </a:rPr>
                <a:t> </a:t>
              </a:r>
              <a:r>
                <a:rPr lang="en-GB" b="1" baseline="-25000" dirty="0">
                  <a:solidFill>
                    <a:srgbClr val="000000"/>
                  </a:solidFill>
                </a:rPr>
                <a:t>x̅ </a:t>
              </a:r>
            </a:p>
            <a:p>
              <a:pPr algn="ctr"/>
              <a:endParaRPr lang="en-GB" b="1" dirty="0">
                <a:solidFill>
                  <a:srgbClr val="000000"/>
                </a:solidFill>
              </a:endParaRPr>
            </a:p>
          </p:txBody>
        </p:sp>
        <p:cxnSp>
          <p:nvCxnSpPr>
            <p:cNvPr id="86" name="Straight Connector 85">
              <a:extLst>
                <a:ext uri="{FF2B5EF4-FFF2-40B4-BE49-F238E27FC236}">
                  <a16:creationId xmlns:a16="http://schemas.microsoft.com/office/drawing/2014/main" id="{61822F57-354D-A886-486C-A08CD5802D3F}"/>
                </a:ext>
              </a:extLst>
            </p:cNvPr>
            <p:cNvCxnSpPr>
              <a:cxnSpLocks/>
            </p:cNvCxnSpPr>
            <p:nvPr/>
          </p:nvCxnSpPr>
          <p:spPr>
            <a:xfrm>
              <a:off x="5000933" y="3230034"/>
              <a:ext cx="1029750" cy="0"/>
            </a:xfrm>
            <a:prstGeom prst="line">
              <a:avLst/>
            </a:prstGeom>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C539864E-4597-EE1B-8406-2B6C61003098}"/>
                </a:ext>
              </a:extLst>
            </p:cNvPr>
            <p:cNvSpPr txBox="1"/>
            <p:nvPr/>
          </p:nvSpPr>
          <p:spPr>
            <a:xfrm>
              <a:off x="4307673" y="2919315"/>
              <a:ext cx="693260" cy="461665"/>
            </a:xfrm>
            <a:prstGeom prst="rect">
              <a:avLst/>
            </a:prstGeom>
            <a:noFill/>
          </p:spPr>
          <p:txBody>
            <a:bodyPr wrap="square" rtlCol="0">
              <a:spAutoFit/>
            </a:bodyPr>
            <a:lstStyle/>
            <a:p>
              <a:pPr algn="ctr"/>
              <a:r>
                <a:rPr lang="en-GB" b="1" dirty="0">
                  <a:solidFill>
                    <a:schemeClr val="accent2">
                      <a:lumMod val="75000"/>
                    </a:schemeClr>
                  </a:solidFill>
                </a:rPr>
                <a:t>z</a:t>
              </a:r>
              <a:r>
                <a:rPr lang="en-GB" b="1" dirty="0">
                  <a:solidFill>
                    <a:srgbClr val="000000"/>
                  </a:solidFill>
                </a:rPr>
                <a:t> =</a:t>
              </a:r>
            </a:p>
          </p:txBody>
        </p:sp>
      </p:grpSp>
      <mc:AlternateContent xmlns:mc="http://schemas.openxmlformats.org/markup-compatibility/2006" xmlns:p14="http://schemas.microsoft.com/office/powerpoint/2010/main">
        <mc:Choice Requires="p14">
          <p:contentPart p14:bwMode="auto" r:id="rId26">
            <p14:nvContentPartPr>
              <p14:cNvPr id="94" name="Ink 93">
                <a:extLst>
                  <a:ext uri="{FF2B5EF4-FFF2-40B4-BE49-F238E27FC236}">
                    <a16:creationId xmlns:a16="http://schemas.microsoft.com/office/drawing/2014/main" id="{59C05AB3-5A72-C8B2-AF0C-EE65D2DB2F50}"/>
                  </a:ext>
                </a:extLst>
              </p14:cNvPr>
              <p14:cNvContentPartPr/>
              <p14:nvPr/>
            </p14:nvContentPartPr>
            <p14:xfrm>
              <a:off x="5010380" y="2791042"/>
              <a:ext cx="849240" cy="402402"/>
            </p14:xfrm>
          </p:contentPart>
        </mc:Choice>
        <mc:Fallback xmlns="">
          <p:pic>
            <p:nvPicPr>
              <p:cNvPr id="94" name="Ink 93">
                <a:extLst>
                  <a:ext uri="{FF2B5EF4-FFF2-40B4-BE49-F238E27FC236}">
                    <a16:creationId xmlns:a16="http://schemas.microsoft.com/office/drawing/2014/main" id="{59C05AB3-5A72-C8B2-AF0C-EE65D2DB2F50}"/>
                  </a:ext>
                </a:extLst>
              </p:cNvPr>
              <p:cNvPicPr/>
              <p:nvPr/>
            </p:nvPicPr>
            <p:blipFill>
              <a:blip r:embed="rId27"/>
              <a:stretch>
                <a:fillRect/>
              </a:stretch>
            </p:blipFill>
            <p:spPr>
              <a:xfrm>
                <a:off x="5001740" y="2782044"/>
                <a:ext cx="866880" cy="420039"/>
              </a:xfrm>
              <a:prstGeom prst="rect">
                <a:avLst/>
              </a:prstGeom>
            </p:spPr>
          </p:pic>
        </mc:Fallback>
      </mc:AlternateContent>
      <p:sp>
        <p:nvSpPr>
          <p:cNvPr id="95" name="TextBox 94">
            <a:extLst>
              <a:ext uri="{FF2B5EF4-FFF2-40B4-BE49-F238E27FC236}">
                <a16:creationId xmlns:a16="http://schemas.microsoft.com/office/drawing/2014/main" id="{C9C00607-70D0-0EB5-2734-F43E8FD9C4EF}"/>
              </a:ext>
            </a:extLst>
          </p:cNvPr>
          <p:cNvSpPr txBox="1"/>
          <p:nvPr/>
        </p:nvSpPr>
        <p:spPr>
          <a:xfrm>
            <a:off x="5955043" y="1843013"/>
            <a:ext cx="3333796" cy="395749"/>
          </a:xfrm>
          <a:prstGeom prst="rect">
            <a:avLst/>
          </a:prstGeom>
          <a:noFill/>
        </p:spPr>
        <p:txBody>
          <a:bodyPr wrap="square" rtlCol="0">
            <a:spAutoFit/>
          </a:bodyPr>
          <a:lstStyle/>
          <a:p>
            <a:pPr marL="0" indent="0" algn="ctr">
              <a:lnSpc>
                <a:spcPct val="120000"/>
              </a:lnSpc>
              <a:spcBef>
                <a:spcPts val="600"/>
              </a:spcBef>
              <a:buNone/>
            </a:pPr>
            <a:r>
              <a:rPr lang="en-GB" sz="1800" b="1" dirty="0" err="1">
                <a:solidFill>
                  <a:srgbClr val="000000"/>
                </a:solidFill>
              </a:rPr>
              <a:t>σ</a:t>
            </a:r>
            <a:r>
              <a:rPr lang="en-GB" sz="1800" b="1" baseline="-25000" dirty="0" err="1">
                <a:solidFill>
                  <a:srgbClr val="000000"/>
                </a:solidFill>
              </a:rPr>
              <a:t>x</a:t>
            </a:r>
            <a:r>
              <a:rPr lang="en-GB" sz="1800" b="1" baseline="-25000" dirty="0">
                <a:solidFill>
                  <a:srgbClr val="000000"/>
                </a:solidFill>
              </a:rPr>
              <a:t>̅ </a:t>
            </a:r>
            <a:r>
              <a:rPr lang="en-GB" sz="1800" b="1" dirty="0">
                <a:solidFill>
                  <a:srgbClr val="000000"/>
                </a:solidFill>
              </a:rPr>
              <a:t>= σ/√n = 1.5 /√40 = 2.3717   </a:t>
            </a:r>
          </a:p>
        </p:txBody>
      </p:sp>
      <p:sp>
        <p:nvSpPr>
          <p:cNvPr id="96" name="TextBox 95">
            <a:extLst>
              <a:ext uri="{FF2B5EF4-FFF2-40B4-BE49-F238E27FC236}">
                <a16:creationId xmlns:a16="http://schemas.microsoft.com/office/drawing/2014/main" id="{66CE9581-0C96-B69A-A3D9-4F81E692F420}"/>
              </a:ext>
            </a:extLst>
          </p:cNvPr>
          <p:cNvSpPr txBox="1"/>
          <p:nvPr/>
        </p:nvSpPr>
        <p:spPr>
          <a:xfrm>
            <a:off x="5435000" y="3403000"/>
            <a:ext cx="3333796" cy="362022"/>
          </a:xfrm>
          <a:prstGeom prst="rect">
            <a:avLst/>
          </a:prstGeom>
          <a:noFill/>
        </p:spPr>
        <p:txBody>
          <a:bodyPr wrap="square" rtlCol="0">
            <a:spAutoFit/>
          </a:bodyPr>
          <a:lstStyle/>
          <a:p>
            <a:pPr marL="0" indent="0" algn="ctr">
              <a:lnSpc>
                <a:spcPct val="120000"/>
              </a:lnSpc>
              <a:spcBef>
                <a:spcPts val="600"/>
              </a:spcBef>
              <a:buNone/>
            </a:pPr>
            <a:r>
              <a:rPr lang="en-GB" sz="1600" b="1" dirty="0">
                <a:solidFill>
                  <a:srgbClr val="000000"/>
                </a:solidFill>
              </a:rPr>
              <a:t>= (4-4.68) / 2.3717 = </a:t>
            </a:r>
            <a:r>
              <a:rPr lang="en-GB" sz="1600" b="1" dirty="0">
                <a:solidFill>
                  <a:schemeClr val="accent2">
                    <a:lumMod val="75000"/>
                  </a:schemeClr>
                </a:solidFill>
              </a:rPr>
              <a:t>-2.87</a:t>
            </a:r>
          </a:p>
        </p:txBody>
      </p:sp>
      <p:grpSp>
        <p:nvGrpSpPr>
          <p:cNvPr id="105" name="Group 104">
            <a:extLst>
              <a:ext uri="{FF2B5EF4-FFF2-40B4-BE49-F238E27FC236}">
                <a16:creationId xmlns:a16="http://schemas.microsoft.com/office/drawing/2014/main" id="{6577E674-7678-B792-6D16-DFCBCDA80899}"/>
              </a:ext>
            </a:extLst>
          </p:cNvPr>
          <p:cNvGrpSpPr/>
          <p:nvPr/>
        </p:nvGrpSpPr>
        <p:grpSpPr>
          <a:xfrm>
            <a:off x="5867198" y="2271655"/>
            <a:ext cx="953640" cy="729720"/>
            <a:chOff x="5828925" y="2861070"/>
            <a:chExt cx="953640" cy="729720"/>
          </a:xfrm>
        </p:grpSpPr>
        <mc:AlternateContent xmlns:mc="http://schemas.openxmlformats.org/markup-compatibility/2006" xmlns:p14="http://schemas.microsoft.com/office/powerpoint/2010/main">
          <mc:Choice Requires="p14">
            <p:contentPart p14:bwMode="auto" r:id="rId28">
              <p14:nvContentPartPr>
                <p14:cNvPr id="103" name="Ink 102">
                  <a:extLst>
                    <a:ext uri="{FF2B5EF4-FFF2-40B4-BE49-F238E27FC236}">
                      <a16:creationId xmlns:a16="http://schemas.microsoft.com/office/drawing/2014/main" id="{4268FBF0-5D6A-AB92-558E-DF2E425AA3B6}"/>
                    </a:ext>
                  </a:extLst>
                </p14:cNvPr>
                <p14:cNvContentPartPr/>
                <p14:nvPr/>
              </p14:nvContentPartPr>
              <p14:xfrm>
                <a:off x="5828925" y="2892750"/>
                <a:ext cx="883080" cy="698040"/>
              </p14:xfrm>
            </p:contentPart>
          </mc:Choice>
          <mc:Fallback xmlns="">
            <p:pic>
              <p:nvPicPr>
                <p:cNvPr id="103" name="Ink 102">
                  <a:extLst>
                    <a:ext uri="{FF2B5EF4-FFF2-40B4-BE49-F238E27FC236}">
                      <a16:creationId xmlns:a16="http://schemas.microsoft.com/office/drawing/2014/main" id="{4268FBF0-5D6A-AB92-558E-DF2E425AA3B6}"/>
                    </a:ext>
                  </a:extLst>
                </p:cNvPr>
                <p:cNvPicPr/>
                <p:nvPr/>
              </p:nvPicPr>
              <p:blipFill>
                <a:blip r:embed="rId29"/>
                <a:stretch>
                  <a:fillRect/>
                </a:stretch>
              </p:blipFill>
              <p:spPr>
                <a:xfrm>
                  <a:off x="5819925" y="2884110"/>
                  <a:ext cx="900720" cy="715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4" name="Ink 103">
                  <a:extLst>
                    <a:ext uri="{FF2B5EF4-FFF2-40B4-BE49-F238E27FC236}">
                      <a16:creationId xmlns:a16="http://schemas.microsoft.com/office/drawing/2014/main" id="{F9AB7B33-5DE2-34C0-8849-3EA1661E7759}"/>
                    </a:ext>
                  </a:extLst>
                </p14:cNvPr>
                <p14:cNvContentPartPr/>
                <p14:nvPr/>
              </p14:nvContentPartPr>
              <p14:xfrm>
                <a:off x="6629205" y="2861070"/>
                <a:ext cx="153360" cy="90360"/>
              </p14:xfrm>
            </p:contentPart>
          </mc:Choice>
          <mc:Fallback xmlns="">
            <p:pic>
              <p:nvPicPr>
                <p:cNvPr id="104" name="Ink 103">
                  <a:extLst>
                    <a:ext uri="{FF2B5EF4-FFF2-40B4-BE49-F238E27FC236}">
                      <a16:creationId xmlns:a16="http://schemas.microsoft.com/office/drawing/2014/main" id="{F9AB7B33-5DE2-34C0-8849-3EA1661E7759}"/>
                    </a:ext>
                  </a:extLst>
                </p:cNvPr>
                <p:cNvPicPr/>
                <p:nvPr/>
              </p:nvPicPr>
              <p:blipFill>
                <a:blip r:embed="rId31"/>
                <a:stretch>
                  <a:fillRect/>
                </a:stretch>
              </p:blipFill>
              <p:spPr>
                <a:xfrm>
                  <a:off x="6620205" y="2852430"/>
                  <a:ext cx="171000" cy="108000"/>
                </a:xfrm>
                <a:prstGeom prst="rect">
                  <a:avLst/>
                </a:prstGeom>
              </p:spPr>
            </p:pic>
          </mc:Fallback>
        </mc:AlternateContent>
      </p:grpSp>
      <p:grpSp>
        <p:nvGrpSpPr>
          <p:cNvPr id="106" name="Group 105">
            <a:extLst>
              <a:ext uri="{FF2B5EF4-FFF2-40B4-BE49-F238E27FC236}">
                <a16:creationId xmlns:a16="http://schemas.microsoft.com/office/drawing/2014/main" id="{D8806CA4-7B63-37FE-36AB-CE32C439DE9B}"/>
              </a:ext>
            </a:extLst>
          </p:cNvPr>
          <p:cNvGrpSpPr/>
          <p:nvPr/>
        </p:nvGrpSpPr>
        <p:grpSpPr>
          <a:xfrm>
            <a:off x="4594193" y="3206805"/>
            <a:ext cx="1657016" cy="1004644"/>
            <a:chOff x="4307673" y="2703806"/>
            <a:chExt cx="2108470" cy="1300286"/>
          </a:xfrm>
        </p:grpSpPr>
        <p:sp>
          <p:nvSpPr>
            <p:cNvPr id="107" name="TextBox 106">
              <a:extLst>
                <a:ext uri="{FF2B5EF4-FFF2-40B4-BE49-F238E27FC236}">
                  <a16:creationId xmlns:a16="http://schemas.microsoft.com/office/drawing/2014/main" id="{6E90094C-384F-2B42-4613-3AAEE790E5AF}"/>
                </a:ext>
              </a:extLst>
            </p:cNvPr>
            <p:cNvSpPr txBox="1"/>
            <p:nvPr/>
          </p:nvSpPr>
          <p:spPr>
            <a:xfrm>
              <a:off x="4509803" y="2703806"/>
              <a:ext cx="1906340" cy="836530"/>
            </a:xfrm>
            <a:prstGeom prst="rect">
              <a:avLst/>
            </a:prstGeom>
            <a:noFill/>
          </p:spPr>
          <p:txBody>
            <a:bodyPr wrap="square" rtlCol="0">
              <a:spAutoFit/>
            </a:bodyPr>
            <a:lstStyle/>
            <a:p>
              <a:pPr algn="ctr"/>
              <a:r>
                <a:rPr lang="en-GB" sz="1800" b="1" dirty="0">
                  <a:solidFill>
                    <a:srgbClr val="000000"/>
                  </a:solidFill>
                </a:rPr>
                <a:t>x̅ - </a:t>
              </a:r>
              <a:r>
                <a:rPr lang="el-GR" sz="1800" b="1" dirty="0">
                  <a:solidFill>
                    <a:srgbClr val="000000"/>
                  </a:solidFill>
                </a:rPr>
                <a:t>μ</a:t>
              </a:r>
              <a:r>
                <a:rPr lang="en-GB" sz="1800" b="1" dirty="0">
                  <a:solidFill>
                    <a:srgbClr val="000000"/>
                  </a:solidFill>
                </a:rPr>
                <a:t> </a:t>
              </a:r>
              <a:r>
                <a:rPr lang="en-GB" sz="1800" b="1" baseline="-25000" dirty="0">
                  <a:solidFill>
                    <a:srgbClr val="000000"/>
                  </a:solidFill>
                </a:rPr>
                <a:t>x̅ </a:t>
              </a:r>
            </a:p>
            <a:p>
              <a:pPr algn="ctr"/>
              <a:endParaRPr lang="en-GB" sz="1800" b="1" dirty="0">
                <a:solidFill>
                  <a:srgbClr val="000000"/>
                </a:solidFill>
              </a:endParaRPr>
            </a:p>
          </p:txBody>
        </p:sp>
        <p:sp>
          <p:nvSpPr>
            <p:cNvPr id="108" name="TextBox 107">
              <a:extLst>
                <a:ext uri="{FF2B5EF4-FFF2-40B4-BE49-F238E27FC236}">
                  <a16:creationId xmlns:a16="http://schemas.microsoft.com/office/drawing/2014/main" id="{4325E27E-BC17-A543-808C-4A86F0F98447}"/>
                </a:ext>
              </a:extLst>
            </p:cNvPr>
            <p:cNvSpPr txBox="1"/>
            <p:nvPr/>
          </p:nvSpPr>
          <p:spPr>
            <a:xfrm>
              <a:off x="4427447" y="3167562"/>
              <a:ext cx="1906340" cy="836530"/>
            </a:xfrm>
            <a:prstGeom prst="rect">
              <a:avLst/>
            </a:prstGeom>
            <a:noFill/>
          </p:spPr>
          <p:txBody>
            <a:bodyPr wrap="square" rtlCol="0">
              <a:spAutoFit/>
            </a:bodyPr>
            <a:lstStyle/>
            <a:p>
              <a:pPr algn="ctr"/>
              <a:r>
                <a:rPr lang="el-GR" sz="1800" b="1" dirty="0">
                  <a:solidFill>
                    <a:srgbClr val="000000"/>
                  </a:solidFill>
                </a:rPr>
                <a:t>σ</a:t>
              </a:r>
              <a:r>
                <a:rPr lang="en-GB" sz="1800" b="1" dirty="0">
                  <a:solidFill>
                    <a:srgbClr val="000000"/>
                  </a:solidFill>
                </a:rPr>
                <a:t> </a:t>
              </a:r>
              <a:r>
                <a:rPr lang="en-GB" sz="1800" b="1" baseline="-25000" dirty="0">
                  <a:solidFill>
                    <a:srgbClr val="000000"/>
                  </a:solidFill>
                </a:rPr>
                <a:t>x̅ </a:t>
              </a:r>
            </a:p>
            <a:p>
              <a:pPr algn="ctr"/>
              <a:endParaRPr lang="en-GB" sz="1800" b="1" dirty="0">
                <a:solidFill>
                  <a:srgbClr val="000000"/>
                </a:solidFill>
              </a:endParaRPr>
            </a:p>
          </p:txBody>
        </p:sp>
        <p:cxnSp>
          <p:nvCxnSpPr>
            <p:cNvPr id="109" name="Straight Connector 108">
              <a:extLst>
                <a:ext uri="{FF2B5EF4-FFF2-40B4-BE49-F238E27FC236}">
                  <a16:creationId xmlns:a16="http://schemas.microsoft.com/office/drawing/2014/main" id="{6A2932CA-6DB5-E8D1-068B-3AED102B47E7}"/>
                </a:ext>
              </a:extLst>
            </p:cNvPr>
            <p:cNvCxnSpPr>
              <a:cxnSpLocks/>
            </p:cNvCxnSpPr>
            <p:nvPr/>
          </p:nvCxnSpPr>
          <p:spPr>
            <a:xfrm>
              <a:off x="5000933" y="3230034"/>
              <a:ext cx="1029750" cy="0"/>
            </a:xfrm>
            <a:prstGeom prst="line">
              <a:avLst/>
            </a:prstGeom>
          </p:spPr>
          <p:style>
            <a:lnRef idx="1">
              <a:schemeClr val="dk1"/>
            </a:lnRef>
            <a:fillRef idx="0">
              <a:schemeClr val="dk1"/>
            </a:fillRef>
            <a:effectRef idx="0">
              <a:schemeClr val="dk1"/>
            </a:effectRef>
            <a:fontRef idx="minor">
              <a:schemeClr val="tx1"/>
            </a:fontRef>
          </p:style>
        </p:cxnSp>
        <p:sp>
          <p:nvSpPr>
            <p:cNvPr id="110" name="TextBox 109">
              <a:extLst>
                <a:ext uri="{FF2B5EF4-FFF2-40B4-BE49-F238E27FC236}">
                  <a16:creationId xmlns:a16="http://schemas.microsoft.com/office/drawing/2014/main" id="{2C2A4DDB-6B42-E19E-6A25-79B7E68803A0}"/>
                </a:ext>
              </a:extLst>
            </p:cNvPr>
            <p:cNvSpPr txBox="1"/>
            <p:nvPr/>
          </p:nvSpPr>
          <p:spPr>
            <a:xfrm>
              <a:off x="4307673" y="2919315"/>
              <a:ext cx="693260" cy="478017"/>
            </a:xfrm>
            <a:prstGeom prst="rect">
              <a:avLst/>
            </a:prstGeom>
            <a:noFill/>
          </p:spPr>
          <p:txBody>
            <a:bodyPr wrap="square" rtlCol="0">
              <a:spAutoFit/>
            </a:bodyPr>
            <a:lstStyle/>
            <a:p>
              <a:pPr algn="ctr"/>
              <a:r>
                <a:rPr lang="en-GB" sz="1800" b="1" dirty="0">
                  <a:solidFill>
                    <a:srgbClr val="000000"/>
                  </a:solidFill>
                </a:rPr>
                <a:t>z =</a:t>
              </a:r>
            </a:p>
          </p:txBody>
        </p:sp>
      </p:grpSp>
      <p:sp>
        <p:nvSpPr>
          <p:cNvPr id="111" name="TextBox 110">
            <a:extLst>
              <a:ext uri="{FF2B5EF4-FFF2-40B4-BE49-F238E27FC236}">
                <a16:creationId xmlns:a16="http://schemas.microsoft.com/office/drawing/2014/main" id="{40E4EB8F-6EB3-56AB-8D60-2B6FCD2691FE}"/>
              </a:ext>
            </a:extLst>
          </p:cNvPr>
          <p:cNvSpPr txBox="1"/>
          <p:nvPr/>
        </p:nvSpPr>
        <p:spPr>
          <a:xfrm>
            <a:off x="5424587" y="4141453"/>
            <a:ext cx="3333796" cy="362022"/>
          </a:xfrm>
          <a:prstGeom prst="rect">
            <a:avLst/>
          </a:prstGeom>
          <a:noFill/>
        </p:spPr>
        <p:txBody>
          <a:bodyPr wrap="square" rtlCol="0">
            <a:spAutoFit/>
          </a:bodyPr>
          <a:lstStyle/>
          <a:p>
            <a:pPr marL="0" indent="0" algn="ctr">
              <a:lnSpc>
                <a:spcPct val="120000"/>
              </a:lnSpc>
              <a:spcBef>
                <a:spcPts val="600"/>
              </a:spcBef>
              <a:buNone/>
            </a:pPr>
            <a:r>
              <a:rPr lang="en-GB" sz="1600" b="1" dirty="0">
                <a:solidFill>
                  <a:srgbClr val="000000"/>
                </a:solidFill>
              </a:rPr>
              <a:t>= (5-4.68) / 2.3717 = </a:t>
            </a:r>
            <a:r>
              <a:rPr lang="en-GB" sz="1600" b="1" dirty="0">
                <a:solidFill>
                  <a:schemeClr val="accent2">
                    <a:lumMod val="75000"/>
                  </a:schemeClr>
                </a:solidFill>
              </a:rPr>
              <a:t>1.35</a:t>
            </a:r>
          </a:p>
        </p:txBody>
      </p:sp>
      <p:grpSp>
        <p:nvGrpSpPr>
          <p:cNvPr id="112" name="Group 111">
            <a:extLst>
              <a:ext uri="{FF2B5EF4-FFF2-40B4-BE49-F238E27FC236}">
                <a16:creationId xmlns:a16="http://schemas.microsoft.com/office/drawing/2014/main" id="{536600EC-29C9-DD17-CEC3-656CDC26FAFF}"/>
              </a:ext>
            </a:extLst>
          </p:cNvPr>
          <p:cNvGrpSpPr/>
          <p:nvPr/>
        </p:nvGrpSpPr>
        <p:grpSpPr>
          <a:xfrm>
            <a:off x="4619377" y="3954224"/>
            <a:ext cx="1657016" cy="1004644"/>
            <a:chOff x="4307673" y="2703806"/>
            <a:chExt cx="2108470" cy="1300286"/>
          </a:xfrm>
        </p:grpSpPr>
        <p:sp>
          <p:nvSpPr>
            <p:cNvPr id="113" name="TextBox 112">
              <a:extLst>
                <a:ext uri="{FF2B5EF4-FFF2-40B4-BE49-F238E27FC236}">
                  <a16:creationId xmlns:a16="http://schemas.microsoft.com/office/drawing/2014/main" id="{5324BAFB-EE46-EF96-390D-86718D481C8E}"/>
                </a:ext>
              </a:extLst>
            </p:cNvPr>
            <p:cNvSpPr txBox="1"/>
            <p:nvPr/>
          </p:nvSpPr>
          <p:spPr>
            <a:xfrm>
              <a:off x="4509803" y="2703806"/>
              <a:ext cx="1906340" cy="836530"/>
            </a:xfrm>
            <a:prstGeom prst="rect">
              <a:avLst/>
            </a:prstGeom>
            <a:noFill/>
          </p:spPr>
          <p:txBody>
            <a:bodyPr wrap="square" rtlCol="0">
              <a:spAutoFit/>
            </a:bodyPr>
            <a:lstStyle/>
            <a:p>
              <a:pPr algn="ctr"/>
              <a:r>
                <a:rPr lang="en-GB" sz="1800" b="1" dirty="0">
                  <a:solidFill>
                    <a:srgbClr val="000000"/>
                  </a:solidFill>
                </a:rPr>
                <a:t>x̅ - </a:t>
              </a:r>
              <a:r>
                <a:rPr lang="el-GR" sz="1800" b="1" dirty="0">
                  <a:solidFill>
                    <a:srgbClr val="000000"/>
                  </a:solidFill>
                </a:rPr>
                <a:t>μ</a:t>
              </a:r>
              <a:r>
                <a:rPr lang="en-GB" sz="1800" b="1" dirty="0">
                  <a:solidFill>
                    <a:srgbClr val="000000"/>
                  </a:solidFill>
                </a:rPr>
                <a:t> </a:t>
              </a:r>
              <a:r>
                <a:rPr lang="en-GB" sz="1800" b="1" baseline="-25000" dirty="0">
                  <a:solidFill>
                    <a:srgbClr val="000000"/>
                  </a:solidFill>
                </a:rPr>
                <a:t>x̅ </a:t>
              </a:r>
            </a:p>
            <a:p>
              <a:pPr algn="ctr"/>
              <a:endParaRPr lang="en-GB" sz="1800" b="1" dirty="0">
                <a:solidFill>
                  <a:srgbClr val="000000"/>
                </a:solidFill>
              </a:endParaRPr>
            </a:p>
          </p:txBody>
        </p:sp>
        <p:sp>
          <p:nvSpPr>
            <p:cNvPr id="114" name="TextBox 113">
              <a:extLst>
                <a:ext uri="{FF2B5EF4-FFF2-40B4-BE49-F238E27FC236}">
                  <a16:creationId xmlns:a16="http://schemas.microsoft.com/office/drawing/2014/main" id="{4E383536-15A7-F941-D357-15B39E82A721}"/>
                </a:ext>
              </a:extLst>
            </p:cNvPr>
            <p:cNvSpPr txBox="1"/>
            <p:nvPr/>
          </p:nvSpPr>
          <p:spPr>
            <a:xfrm>
              <a:off x="4427447" y="3167562"/>
              <a:ext cx="1906340" cy="836530"/>
            </a:xfrm>
            <a:prstGeom prst="rect">
              <a:avLst/>
            </a:prstGeom>
            <a:noFill/>
          </p:spPr>
          <p:txBody>
            <a:bodyPr wrap="square" rtlCol="0">
              <a:spAutoFit/>
            </a:bodyPr>
            <a:lstStyle/>
            <a:p>
              <a:pPr algn="ctr"/>
              <a:r>
                <a:rPr lang="el-GR" sz="1800" b="1" dirty="0">
                  <a:solidFill>
                    <a:srgbClr val="000000"/>
                  </a:solidFill>
                </a:rPr>
                <a:t>σ</a:t>
              </a:r>
              <a:r>
                <a:rPr lang="en-GB" sz="1800" b="1" dirty="0">
                  <a:solidFill>
                    <a:srgbClr val="000000"/>
                  </a:solidFill>
                </a:rPr>
                <a:t> </a:t>
              </a:r>
              <a:r>
                <a:rPr lang="en-GB" sz="1800" b="1" baseline="-25000" dirty="0">
                  <a:solidFill>
                    <a:srgbClr val="000000"/>
                  </a:solidFill>
                </a:rPr>
                <a:t>x̅ </a:t>
              </a:r>
            </a:p>
            <a:p>
              <a:pPr algn="ctr"/>
              <a:endParaRPr lang="en-GB" sz="1800" b="1" dirty="0">
                <a:solidFill>
                  <a:srgbClr val="000000"/>
                </a:solidFill>
              </a:endParaRPr>
            </a:p>
          </p:txBody>
        </p:sp>
        <p:cxnSp>
          <p:nvCxnSpPr>
            <p:cNvPr id="115" name="Straight Connector 114">
              <a:extLst>
                <a:ext uri="{FF2B5EF4-FFF2-40B4-BE49-F238E27FC236}">
                  <a16:creationId xmlns:a16="http://schemas.microsoft.com/office/drawing/2014/main" id="{EE7859FB-A0B0-4831-AE0E-25E4A03FFEE0}"/>
                </a:ext>
              </a:extLst>
            </p:cNvPr>
            <p:cNvCxnSpPr>
              <a:cxnSpLocks/>
            </p:cNvCxnSpPr>
            <p:nvPr/>
          </p:nvCxnSpPr>
          <p:spPr>
            <a:xfrm>
              <a:off x="5000933" y="3230034"/>
              <a:ext cx="1029750" cy="0"/>
            </a:xfrm>
            <a:prstGeom prst="line">
              <a:avLst/>
            </a:prstGeom>
          </p:spPr>
          <p:style>
            <a:lnRef idx="1">
              <a:schemeClr val="dk1"/>
            </a:lnRef>
            <a:fillRef idx="0">
              <a:schemeClr val="dk1"/>
            </a:fillRef>
            <a:effectRef idx="0">
              <a:schemeClr val="dk1"/>
            </a:effectRef>
            <a:fontRef idx="minor">
              <a:schemeClr val="tx1"/>
            </a:fontRef>
          </p:style>
        </p:cxnSp>
        <p:sp>
          <p:nvSpPr>
            <p:cNvPr id="116" name="TextBox 115">
              <a:extLst>
                <a:ext uri="{FF2B5EF4-FFF2-40B4-BE49-F238E27FC236}">
                  <a16:creationId xmlns:a16="http://schemas.microsoft.com/office/drawing/2014/main" id="{7139AA6E-4B86-65EC-8286-FFDF67DEEE0A}"/>
                </a:ext>
              </a:extLst>
            </p:cNvPr>
            <p:cNvSpPr txBox="1"/>
            <p:nvPr/>
          </p:nvSpPr>
          <p:spPr>
            <a:xfrm>
              <a:off x="4307673" y="2919315"/>
              <a:ext cx="693260" cy="478017"/>
            </a:xfrm>
            <a:prstGeom prst="rect">
              <a:avLst/>
            </a:prstGeom>
            <a:noFill/>
          </p:spPr>
          <p:txBody>
            <a:bodyPr wrap="square" rtlCol="0">
              <a:spAutoFit/>
            </a:bodyPr>
            <a:lstStyle/>
            <a:p>
              <a:pPr algn="ctr"/>
              <a:r>
                <a:rPr lang="en-GB" sz="1800" b="1" dirty="0">
                  <a:solidFill>
                    <a:srgbClr val="000000"/>
                  </a:solidFill>
                </a:rPr>
                <a:t>z =</a:t>
              </a:r>
            </a:p>
          </p:txBody>
        </p:sp>
      </p:grpSp>
      <p:sp>
        <p:nvSpPr>
          <p:cNvPr id="131" name="TextBox 130">
            <a:extLst>
              <a:ext uri="{FF2B5EF4-FFF2-40B4-BE49-F238E27FC236}">
                <a16:creationId xmlns:a16="http://schemas.microsoft.com/office/drawing/2014/main" id="{D1F00311-A7D3-A424-8DF3-5615ED96215F}"/>
              </a:ext>
            </a:extLst>
          </p:cNvPr>
          <p:cNvSpPr txBox="1"/>
          <p:nvPr/>
        </p:nvSpPr>
        <p:spPr>
          <a:xfrm>
            <a:off x="4663704" y="4736790"/>
            <a:ext cx="4065537" cy="646331"/>
          </a:xfrm>
          <a:prstGeom prst="rect">
            <a:avLst/>
          </a:prstGeom>
          <a:noFill/>
        </p:spPr>
        <p:txBody>
          <a:bodyPr wrap="none" rtlCol="0">
            <a:spAutoFit/>
          </a:bodyPr>
          <a:lstStyle/>
          <a:p>
            <a:r>
              <a:rPr lang="en-GB" sz="1800" dirty="0">
                <a:latin typeface="+mn-lt"/>
              </a:rPr>
              <a:t>Look up those values at the </a:t>
            </a:r>
            <a:r>
              <a:rPr lang="en-GB" sz="1800" dirty="0">
                <a:latin typeface="+mn-lt"/>
                <a:hlinkClick r:id="rId32"/>
              </a:rPr>
              <a:t>z normal table</a:t>
            </a:r>
            <a:endParaRPr lang="en-GB" sz="1800" dirty="0">
              <a:latin typeface="+mn-lt"/>
            </a:endParaRPr>
          </a:p>
          <a:p>
            <a:endParaRPr lang="en-GB" sz="1800" dirty="0">
              <a:latin typeface="+mn-lt"/>
            </a:endParaRPr>
          </a:p>
        </p:txBody>
      </p:sp>
      <p:sp>
        <p:nvSpPr>
          <p:cNvPr id="132" name="TextBox 131">
            <a:extLst>
              <a:ext uri="{FF2B5EF4-FFF2-40B4-BE49-F238E27FC236}">
                <a16:creationId xmlns:a16="http://schemas.microsoft.com/office/drawing/2014/main" id="{55DF9E10-E1FB-2AE2-0143-4922B5DFB4BF}"/>
              </a:ext>
            </a:extLst>
          </p:cNvPr>
          <p:cNvSpPr txBox="1"/>
          <p:nvPr/>
        </p:nvSpPr>
        <p:spPr>
          <a:xfrm>
            <a:off x="3320141" y="5426035"/>
            <a:ext cx="3333796" cy="523220"/>
          </a:xfrm>
          <a:prstGeom prst="rect">
            <a:avLst/>
          </a:prstGeom>
          <a:noFill/>
        </p:spPr>
        <p:txBody>
          <a:bodyPr wrap="square" rtlCol="0">
            <a:spAutoFit/>
          </a:bodyPr>
          <a:lstStyle/>
          <a:p>
            <a:pPr marL="0" indent="0" algn="ctr">
              <a:spcBef>
                <a:spcPts val="0"/>
              </a:spcBef>
              <a:buNone/>
            </a:pPr>
            <a:r>
              <a:rPr lang="en-GB" sz="1400" b="1" dirty="0">
                <a:solidFill>
                  <a:schemeClr val="accent2">
                    <a:lumMod val="75000"/>
                  </a:schemeClr>
                </a:solidFill>
                <a:latin typeface="+mn-lt"/>
              </a:rPr>
              <a:t>1.35 = 0.91149</a:t>
            </a:r>
          </a:p>
          <a:p>
            <a:pPr marL="0" indent="0" algn="ctr">
              <a:spcBef>
                <a:spcPts val="0"/>
              </a:spcBef>
              <a:buNone/>
            </a:pPr>
            <a:r>
              <a:rPr lang="en-GB" sz="1400" b="1" dirty="0">
                <a:solidFill>
                  <a:schemeClr val="accent2">
                    <a:lumMod val="75000"/>
                  </a:schemeClr>
                </a:solidFill>
                <a:latin typeface="+mn-lt"/>
              </a:rPr>
              <a:t>-2.87 = 0.00205</a:t>
            </a:r>
          </a:p>
        </p:txBody>
      </p:sp>
      <p:sp>
        <p:nvSpPr>
          <p:cNvPr id="133" name="TextBox 132">
            <a:extLst>
              <a:ext uri="{FF2B5EF4-FFF2-40B4-BE49-F238E27FC236}">
                <a16:creationId xmlns:a16="http://schemas.microsoft.com/office/drawing/2014/main" id="{40D3175F-2044-0992-97E7-D4A43FF14959}"/>
              </a:ext>
            </a:extLst>
          </p:cNvPr>
          <p:cNvSpPr txBox="1"/>
          <p:nvPr/>
        </p:nvSpPr>
        <p:spPr>
          <a:xfrm>
            <a:off x="5956357" y="5318115"/>
            <a:ext cx="2899826" cy="984885"/>
          </a:xfrm>
          <a:prstGeom prst="rect">
            <a:avLst/>
          </a:prstGeom>
          <a:noFill/>
        </p:spPr>
        <p:txBody>
          <a:bodyPr wrap="square" rtlCol="0">
            <a:spAutoFit/>
          </a:bodyPr>
          <a:lstStyle/>
          <a:p>
            <a:pPr marL="0" indent="0" algn="ctr">
              <a:spcBef>
                <a:spcPts val="0"/>
              </a:spcBef>
              <a:buNone/>
            </a:pPr>
            <a:r>
              <a:rPr lang="en-GB" sz="1400" b="1" dirty="0">
                <a:latin typeface="+mn-lt"/>
              </a:rPr>
              <a:t>0.91149 - 0.00205 = 0.90944 </a:t>
            </a:r>
          </a:p>
          <a:p>
            <a:pPr marL="0" indent="0" algn="ctr">
              <a:spcBef>
                <a:spcPts val="0"/>
              </a:spcBef>
              <a:buNone/>
            </a:pPr>
            <a:r>
              <a:rPr lang="en-GB" sz="1400" b="1" dirty="0">
                <a:latin typeface="+mn-lt"/>
              </a:rPr>
              <a:t>The probability of users completing a purchase within 4-5 minutes is </a:t>
            </a:r>
            <a:r>
              <a:rPr lang="en-GB" sz="1600" b="1" dirty="0">
                <a:solidFill>
                  <a:schemeClr val="accent2">
                    <a:lumMod val="75000"/>
                  </a:schemeClr>
                </a:solidFill>
                <a:latin typeface="+mn-lt"/>
              </a:rPr>
              <a:t>90.94%</a:t>
            </a:r>
            <a:endParaRPr lang="en-GB" sz="1400" b="1" dirty="0">
              <a:solidFill>
                <a:schemeClr val="accent2">
                  <a:lumMod val="75000"/>
                </a:schemeClr>
              </a:solidFill>
              <a:latin typeface="+mn-lt"/>
            </a:endParaRPr>
          </a:p>
        </p:txBody>
      </p:sp>
      <p:grpSp>
        <p:nvGrpSpPr>
          <p:cNvPr id="137" name="Group 136">
            <a:extLst>
              <a:ext uri="{FF2B5EF4-FFF2-40B4-BE49-F238E27FC236}">
                <a16:creationId xmlns:a16="http://schemas.microsoft.com/office/drawing/2014/main" id="{6D3FF694-142E-E404-A426-0001281A3DBA}"/>
              </a:ext>
            </a:extLst>
          </p:cNvPr>
          <p:cNvGrpSpPr/>
          <p:nvPr/>
        </p:nvGrpSpPr>
        <p:grpSpPr>
          <a:xfrm>
            <a:off x="7684365" y="3349950"/>
            <a:ext cx="829080" cy="1384200"/>
            <a:chOff x="7684365" y="3349950"/>
            <a:chExt cx="829080" cy="1384200"/>
          </a:xfrm>
        </p:grpSpPr>
        <mc:AlternateContent xmlns:mc="http://schemas.openxmlformats.org/markup-compatibility/2006" xmlns:p14="http://schemas.microsoft.com/office/powerpoint/2010/main">
          <mc:Choice Requires="p14">
            <p:contentPart p14:bwMode="auto" r:id="rId33">
              <p14:nvContentPartPr>
                <p14:cNvPr id="134" name="Ink 133">
                  <a:extLst>
                    <a:ext uri="{FF2B5EF4-FFF2-40B4-BE49-F238E27FC236}">
                      <a16:creationId xmlns:a16="http://schemas.microsoft.com/office/drawing/2014/main" id="{5EB60697-D4FB-743B-FAB7-5ACE2B454DFB}"/>
                    </a:ext>
                  </a:extLst>
                </p14:cNvPr>
                <p14:cNvContentPartPr/>
                <p14:nvPr/>
              </p14:nvContentPartPr>
              <p14:xfrm>
                <a:off x="7684365" y="3349950"/>
                <a:ext cx="822240" cy="1174680"/>
              </p14:xfrm>
            </p:contentPart>
          </mc:Choice>
          <mc:Fallback xmlns="">
            <p:pic>
              <p:nvPicPr>
                <p:cNvPr id="134" name="Ink 133">
                  <a:extLst>
                    <a:ext uri="{FF2B5EF4-FFF2-40B4-BE49-F238E27FC236}">
                      <a16:creationId xmlns:a16="http://schemas.microsoft.com/office/drawing/2014/main" id="{5EB60697-D4FB-743B-FAB7-5ACE2B454DFB}"/>
                    </a:ext>
                  </a:extLst>
                </p:cNvPr>
                <p:cNvPicPr/>
                <p:nvPr/>
              </p:nvPicPr>
              <p:blipFill>
                <a:blip r:embed="rId42"/>
                <a:stretch>
                  <a:fillRect/>
                </a:stretch>
              </p:blipFill>
              <p:spPr>
                <a:xfrm>
                  <a:off x="7675725" y="3340950"/>
                  <a:ext cx="839880" cy="1192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35" name="Ink 134">
                  <a:extLst>
                    <a:ext uri="{FF2B5EF4-FFF2-40B4-BE49-F238E27FC236}">
                      <a16:creationId xmlns:a16="http://schemas.microsoft.com/office/drawing/2014/main" id="{3AC123F5-4D07-36FB-C59D-823DE24AFCDD}"/>
                    </a:ext>
                  </a:extLst>
                </p14:cNvPr>
                <p14:cNvContentPartPr/>
                <p14:nvPr/>
              </p14:nvContentPartPr>
              <p14:xfrm>
                <a:off x="8419845" y="4409430"/>
                <a:ext cx="68760" cy="269640"/>
              </p14:xfrm>
            </p:contentPart>
          </mc:Choice>
          <mc:Fallback xmlns="">
            <p:pic>
              <p:nvPicPr>
                <p:cNvPr id="135" name="Ink 134">
                  <a:extLst>
                    <a:ext uri="{FF2B5EF4-FFF2-40B4-BE49-F238E27FC236}">
                      <a16:creationId xmlns:a16="http://schemas.microsoft.com/office/drawing/2014/main" id="{3AC123F5-4D07-36FB-C59D-823DE24AFCDD}"/>
                    </a:ext>
                  </a:extLst>
                </p:cNvPr>
                <p:cNvPicPr/>
                <p:nvPr/>
              </p:nvPicPr>
              <p:blipFill>
                <a:blip r:embed="rId44"/>
                <a:stretch>
                  <a:fillRect/>
                </a:stretch>
              </p:blipFill>
              <p:spPr>
                <a:xfrm>
                  <a:off x="8410845" y="4400430"/>
                  <a:ext cx="8640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36" name="Ink 135">
                  <a:extLst>
                    <a:ext uri="{FF2B5EF4-FFF2-40B4-BE49-F238E27FC236}">
                      <a16:creationId xmlns:a16="http://schemas.microsoft.com/office/drawing/2014/main" id="{B01DA625-22A9-AFFE-460F-E6C9B2A18EE8}"/>
                    </a:ext>
                  </a:extLst>
                </p14:cNvPr>
                <p14:cNvContentPartPr/>
                <p14:nvPr/>
              </p14:nvContentPartPr>
              <p14:xfrm>
                <a:off x="8456205" y="4647750"/>
                <a:ext cx="57240" cy="86400"/>
              </p14:xfrm>
            </p:contentPart>
          </mc:Choice>
          <mc:Fallback xmlns="">
            <p:pic>
              <p:nvPicPr>
                <p:cNvPr id="136" name="Ink 135">
                  <a:extLst>
                    <a:ext uri="{FF2B5EF4-FFF2-40B4-BE49-F238E27FC236}">
                      <a16:creationId xmlns:a16="http://schemas.microsoft.com/office/drawing/2014/main" id="{B01DA625-22A9-AFFE-460F-E6C9B2A18EE8}"/>
                    </a:ext>
                  </a:extLst>
                </p:cNvPr>
                <p:cNvPicPr/>
                <p:nvPr/>
              </p:nvPicPr>
              <p:blipFill>
                <a:blip r:embed="rId46"/>
                <a:stretch>
                  <a:fillRect/>
                </a:stretch>
              </p:blipFill>
              <p:spPr>
                <a:xfrm>
                  <a:off x="8447565" y="4639110"/>
                  <a:ext cx="74880" cy="104040"/>
                </a:xfrm>
                <a:prstGeom prst="rect">
                  <a:avLst/>
                </a:prstGeom>
              </p:spPr>
            </p:pic>
          </mc:Fallback>
        </mc:AlternateContent>
      </p:grpSp>
      <p:sp>
        <p:nvSpPr>
          <p:cNvPr id="4" name="TextBox 3">
            <a:extLst>
              <a:ext uri="{FF2B5EF4-FFF2-40B4-BE49-F238E27FC236}">
                <a16:creationId xmlns:a16="http://schemas.microsoft.com/office/drawing/2014/main" id="{ED26C179-3543-048E-8225-2479727E3E87}"/>
              </a:ext>
            </a:extLst>
          </p:cNvPr>
          <p:cNvSpPr txBox="1"/>
          <p:nvPr/>
        </p:nvSpPr>
        <p:spPr>
          <a:xfrm>
            <a:off x="3990250" y="4255541"/>
            <a:ext cx="648072" cy="307777"/>
          </a:xfrm>
          <a:prstGeom prst="rect">
            <a:avLst/>
          </a:prstGeom>
          <a:noFill/>
        </p:spPr>
        <p:txBody>
          <a:bodyPr wrap="square" rtlCol="0">
            <a:spAutoFit/>
          </a:bodyPr>
          <a:lstStyle/>
          <a:p>
            <a:pPr algn="ctr"/>
            <a:r>
              <a:rPr lang="en-GB" sz="1400" b="1" dirty="0">
                <a:solidFill>
                  <a:srgbClr val="000000"/>
                </a:solidFill>
              </a:rPr>
              <a:t>z</a:t>
            </a:r>
          </a:p>
        </p:txBody>
      </p:sp>
      <p:sp>
        <p:nvSpPr>
          <p:cNvPr id="5" name="TextBox 4">
            <a:extLst>
              <a:ext uri="{FF2B5EF4-FFF2-40B4-BE49-F238E27FC236}">
                <a16:creationId xmlns:a16="http://schemas.microsoft.com/office/drawing/2014/main" id="{7FA08523-3CBA-30B8-280C-D4DD70D28003}"/>
              </a:ext>
            </a:extLst>
          </p:cNvPr>
          <p:cNvSpPr txBox="1"/>
          <p:nvPr/>
        </p:nvSpPr>
        <p:spPr>
          <a:xfrm>
            <a:off x="2116923" y="4306284"/>
            <a:ext cx="648072" cy="307777"/>
          </a:xfrm>
          <a:prstGeom prst="rect">
            <a:avLst/>
          </a:prstGeom>
          <a:noFill/>
        </p:spPr>
        <p:txBody>
          <a:bodyPr wrap="square" rtlCol="0">
            <a:spAutoFit/>
          </a:bodyPr>
          <a:lstStyle/>
          <a:p>
            <a:pPr algn="ctr"/>
            <a:r>
              <a:rPr lang="en-GB" sz="1400" b="1" dirty="0">
                <a:solidFill>
                  <a:srgbClr val="000000"/>
                </a:solidFill>
              </a:rPr>
              <a:t>0</a:t>
            </a:r>
          </a:p>
        </p:txBody>
      </p:sp>
      <p:grpSp>
        <p:nvGrpSpPr>
          <p:cNvPr id="71" name="Group 70">
            <a:extLst>
              <a:ext uri="{FF2B5EF4-FFF2-40B4-BE49-F238E27FC236}">
                <a16:creationId xmlns:a16="http://schemas.microsoft.com/office/drawing/2014/main" id="{643DC4FE-5FDF-93DC-17F2-76ED1ABED207}"/>
              </a:ext>
            </a:extLst>
          </p:cNvPr>
          <p:cNvGrpSpPr/>
          <p:nvPr/>
        </p:nvGrpSpPr>
        <p:grpSpPr>
          <a:xfrm>
            <a:off x="2165495" y="4427261"/>
            <a:ext cx="539280" cy="879840"/>
            <a:chOff x="2165495" y="4427261"/>
            <a:chExt cx="539280" cy="879840"/>
          </a:xfrm>
        </p:grpSpPr>
        <mc:AlternateContent xmlns:mc="http://schemas.openxmlformats.org/markup-compatibility/2006" xmlns:p14="http://schemas.microsoft.com/office/powerpoint/2010/main">
          <mc:Choice Requires="p14">
            <p:contentPart p14:bwMode="auto" r:id="rId47">
              <p14:nvContentPartPr>
                <p14:cNvPr id="62" name="Ink 61">
                  <a:extLst>
                    <a:ext uri="{FF2B5EF4-FFF2-40B4-BE49-F238E27FC236}">
                      <a16:creationId xmlns:a16="http://schemas.microsoft.com/office/drawing/2014/main" id="{884B949B-B703-2AF4-D4BC-20BECA090898}"/>
                    </a:ext>
                  </a:extLst>
                </p14:cNvPr>
                <p14:cNvContentPartPr/>
                <p14:nvPr/>
              </p14:nvContentPartPr>
              <p14:xfrm>
                <a:off x="2193575" y="4456061"/>
                <a:ext cx="29880" cy="605520"/>
              </p14:xfrm>
            </p:contentPart>
          </mc:Choice>
          <mc:Fallback xmlns="">
            <p:pic>
              <p:nvPicPr>
                <p:cNvPr id="62" name="Ink 61">
                  <a:extLst>
                    <a:ext uri="{FF2B5EF4-FFF2-40B4-BE49-F238E27FC236}">
                      <a16:creationId xmlns:a16="http://schemas.microsoft.com/office/drawing/2014/main" id="{884B949B-B703-2AF4-D4BC-20BECA090898}"/>
                    </a:ext>
                  </a:extLst>
                </p:cNvPr>
                <p:cNvPicPr/>
                <p:nvPr/>
              </p:nvPicPr>
              <p:blipFill>
                <a:blip r:embed="rId48"/>
                <a:stretch>
                  <a:fillRect/>
                </a:stretch>
              </p:blipFill>
              <p:spPr>
                <a:xfrm>
                  <a:off x="2184935" y="4447421"/>
                  <a:ext cx="47520" cy="6231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3" name="Ink 62">
                  <a:extLst>
                    <a:ext uri="{FF2B5EF4-FFF2-40B4-BE49-F238E27FC236}">
                      <a16:creationId xmlns:a16="http://schemas.microsoft.com/office/drawing/2014/main" id="{C69951C3-DA73-4872-9D50-08CF6A2BFCDF}"/>
                    </a:ext>
                  </a:extLst>
                </p14:cNvPr>
                <p14:cNvContentPartPr/>
                <p14:nvPr/>
              </p14:nvContentPartPr>
              <p14:xfrm>
                <a:off x="2165495" y="5033501"/>
                <a:ext cx="67680" cy="50040"/>
              </p14:xfrm>
            </p:contentPart>
          </mc:Choice>
          <mc:Fallback xmlns="">
            <p:pic>
              <p:nvPicPr>
                <p:cNvPr id="63" name="Ink 62">
                  <a:extLst>
                    <a:ext uri="{FF2B5EF4-FFF2-40B4-BE49-F238E27FC236}">
                      <a16:creationId xmlns:a16="http://schemas.microsoft.com/office/drawing/2014/main" id="{C69951C3-DA73-4872-9D50-08CF6A2BFCDF}"/>
                    </a:ext>
                  </a:extLst>
                </p:cNvPr>
                <p:cNvPicPr/>
                <p:nvPr/>
              </p:nvPicPr>
              <p:blipFill>
                <a:blip r:embed="rId50"/>
                <a:stretch>
                  <a:fillRect/>
                </a:stretch>
              </p:blipFill>
              <p:spPr>
                <a:xfrm>
                  <a:off x="2156495" y="5024861"/>
                  <a:ext cx="853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5" name="Ink 64">
                  <a:extLst>
                    <a:ext uri="{FF2B5EF4-FFF2-40B4-BE49-F238E27FC236}">
                      <a16:creationId xmlns:a16="http://schemas.microsoft.com/office/drawing/2014/main" id="{4A52C853-A276-85D4-ACE3-C1D9BB26E5E6}"/>
                    </a:ext>
                  </a:extLst>
                </p14:cNvPr>
                <p14:cNvContentPartPr/>
                <p14:nvPr/>
              </p14:nvContentPartPr>
              <p14:xfrm>
                <a:off x="2636375" y="4427261"/>
                <a:ext cx="68400" cy="624960"/>
              </p14:xfrm>
            </p:contentPart>
          </mc:Choice>
          <mc:Fallback xmlns="">
            <p:pic>
              <p:nvPicPr>
                <p:cNvPr id="65" name="Ink 64">
                  <a:extLst>
                    <a:ext uri="{FF2B5EF4-FFF2-40B4-BE49-F238E27FC236}">
                      <a16:creationId xmlns:a16="http://schemas.microsoft.com/office/drawing/2014/main" id="{4A52C853-A276-85D4-ACE3-C1D9BB26E5E6}"/>
                    </a:ext>
                  </a:extLst>
                </p:cNvPr>
                <p:cNvPicPr/>
                <p:nvPr/>
              </p:nvPicPr>
              <p:blipFill>
                <a:blip r:embed="rId52"/>
                <a:stretch>
                  <a:fillRect/>
                </a:stretch>
              </p:blipFill>
              <p:spPr>
                <a:xfrm>
                  <a:off x="2627735" y="4418261"/>
                  <a:ext cx="86040" cy="642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68" name="Ink 67">
                  <a:extLst>
                    <a:ext uri="{FF2B5EF4-FFF2-40B4-BE49-F238E27FC236}">
                      <a16:creationId xmlns:a16="http://schemas.microsoft.com/office/drawing/2014/main" id="{BB8BB4F4-7BBC-2249-83FE-47C7E4F17B70}"/>
                    </a:ext>
                  </a:extLst>
                </p14:cNvPr>
                <p14:cNvContentPartPr/>
                <p14:nvPr/>
              </p14:nvContentPartPr>
              <p14:xfrm>
                <a:off x="2588855" y="5027741"/>
                <a:ext cx="89280" cy="29520"/>
              </p14:xfrm>
            </p:contentPart>
          </mc:Choice>
          <mc:Fallback xmlns="">
            <p:pic>
              <p:nvPicPr>
                <p:cNvPr id="68" name="Ink 67">
                  <a:extLst>
                    <a:ext uri="{FF2B5EF4-FFF2-40B4-BE49-F238E27FC236}">
                      <a16:creationId xmlns:a16="http://schemas.microsoft.com/office/drawing/2014/main" id="{BB8BB4F4-7BBC-2249-83FE-47C7E4F17B70}"/>
                    </a:ext>
                  </a:extLst>
                </p:cNvPr>
                <p:cNvPicPr/>
                <p:nvPr/>
              </p:nvPicPr>
              <p:blipFill>
                <a:blip r:embed="rId54"/>
                <a:stretch>
                  <a:fillRect/>
                </a:stretch>
              </p:blipFill>
              <p:spPr>
                <a:xfrm>
                  <a:off x="2579855" y="5019101"/>
                  <a:ext cx="1069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9" name="Ink 68">
                  <a:extLst>
                    <a:ext uri="{FF2B5EF4-FFF2-40B4-BE49-F238E27FC236}">
                      <a16:creationId xmlns:a16="http://schemas.microsoft.com/office/drawing/2014/main" id="{CBB17785-AB70-5416-254B-33D06E512C15}"/>
                    </a:ext>
                  </a:extLst>
                </p14:cNvPr>
                <p14:cNvContentPartPr/>
                <p14:nvPr/>
              </p14:nvContentPartPr>
              <p14:xfrm>
                <a:off x="2435135" y="4600781"/>
                <a:ext cx="10080" cy="665280"/>
              </p14:xfrm>
            </p:contentPart>
          </mc:Choice>
          <mc:Fallback xmlns="">
            <p:pic>
              <p:nvPicPr>
                <p:cNvPr id="69" name="Ink 68">
                  <a:extLst>
                    <a:ext uri="{FF2B5EF4-FFF2-40B4-BE49-F238E27FC236}">
                      <a16:creationId xmlns:a16="http://schemas.microsoft.com/office/drawing/2014/main" id="{CBB17785-AB70-5416-254B-33D06E512C15}"/>
                    </a:ext>
                  </a:extLst>
                </p:cNvPr>
                <p:cNvPicPr/>
                <p:nvPr/>
              </p:nvPicPr>
              <p:blipFill>
                <a:blip r:embed="rId56"/>
                <a:stretch>
                  <a:fillRect/>
                </a:stretch>
              </p:blipFill>
              <p:spPr>
                <a:xfrm>
                  <a:off x="2426135" y="4591781"/>
                  <a:ext cx="27720" cy="682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0" name="Ink 69">
                  <a:extLst>
                    <a:ext uri="{FF2B5EF4-FFF2-40B4-BE49-F238E27FC236}">
                      <a16:creationId xmlns:a16="http://schemas.microsoft.com/office/drawing/2014/main" id="{20323D5A-C705-8B1E-8A0C-8987D149D870}"/>
                    </a:ext>
                  </a:extLst>
                </p14:cNvPr>
                <p14:cNvContentPartPr/>
                <p14:nvPr/>
              </p14:nvContentPartPr>
              <p14:xfrm>
                <a:off x="2405975" y="5233301"/>
                <a:ext cx="64800" cy="73800"/>
              </p14:xfrm>
            </p:contentPart>
          </mc:Choice>
          <mc:Fallback xmlns="">
            <p:pic>
              <p:nvPicPr>
                <p:cNvPr id="70" name="Ink 69">
                  <a:extLst>
                    <a:ext uri="{FF2B5EF4-FFF2-40B4-BE49-F238E27FC236}">
                      <a16:creationId xmlns:a16="http://schemas.microsoft.com/office/drawing/2014/main" id="{20323D5A-C705-8B1E-8A0C-8987D149D870}"/>
                    </a:ext>
                  </a:extLst>
                </p:cNvPr>
                <p:cNvPicPr/>
                <p:nvPr/>
              </p:nvPicPr>
              <p:blipFill>
                <a:blip r:embed="rId58"/>
                <a:stretch>
                  <a:fillRect/>
                </a:stretch>
              </p:blipFill>
              <p:spPr>
                <a:xfrm>
                  <a:off x="2396975" y="5224301"/>
                  <a:ext cx="82440" cy="91440"/>
                </a:xfrm>
                <a:prstGeom prst="rect">
                  <a:avLst/>
                </a:prstGeom>
              </p:spPr>
            </p:pic>
          </mc:Fallback>
        </mc:AlternateContent>
      </p:grpSp>
      <p:grpSp>
        <p:nvGrpSpPr>
          <p:cNvPr id="77" name="Group 76">
            <a:extLst>
              <a:ext uri="{FF2B5EF4-FFF2-40B4-BE49-F238E27FC236}">
                <a16:creationId xmlns:a16="http://schemas.microsoft.com/office/drawing/2014/main" id="{029D8340-8DEE-F057-A59B-264040DA931E}"/>
              </a:ext>
            </a:extLst>
          </p:cNvPr>
          <p:cNvGrpSpPr/>
          <p:nvPr/>
        </p:nvGrpSpPr>
        <p:grpSpPr>
          <a:xfrm>
            <a:off x="5751095" y="5158781"/>
            <a:ext cx="1621800" cy="639360"/>
            <a:chOff x="5751095" y="5158781"/>
            <a:chExt cx="1621800" cy="639360"/>
          </a:xfrm>
        </p:grpSpPr>
        <mc:AlternateContent xmlns:mc="http://schemas.openxmlformats.org/markup-compatibility/2006" xmlns:p14="http://schemas.microsoft.com/office/powerpoint/2010/main">
          <mc:Choice Requires="p14">
            <p:contentPart p14:bwMode="auto" r:id="rId59">
              <p14:nvContentPartPr>
                <p14:cNvPr id="72" name="Ink 71">
                  <a:extLst>
                    <a:ext uri="{FF2B5EF4-FFF2-40B4-BE49-F238E27FC236}">
                      <a16:creationId xmlns:a16="http://schemas.microsoft.com/office/drawing/2014/main" id="{BD8A31B2-9D0E-F187-07CB-CF3CBBCF4908}"/>
                    </a:ext>
                  </a:extLst>
                </p14:cNvPr>
                <p14:cNvContentPartPr/>
                <p14:nvPr/>
              </p14:nvContentPartPr>
              <p14:xfrm>
                <a:off x="5783495" y="5158781"/>
                <a:ext cx="1589400" cy="579960"/>
              </p14:xfrm>
            </p:contentPart>
          </mc:Choice>
          <mc:Fallback xmlns="">
            <p:pic>
              <p:nvPicPr>
                <p:cNvPr id="72" name="Ink 71">
                  <a:extLst>
                    <a:ext uri="{FF2B5EF4-FFF2-40B4-BE49-F238E27FC236}">
                      <a16:creationId xmlns:a16="http://schemas.microsoft.com/office/drawing/2014/main" id="{BD8A31B2-9D0E-F187-07CB-CF3CBBCF4908}"/>
                    </a:ext>
                  </a:extLst>
                </p:cNvPr>
                <p:cNvPicPr/>
                <p:nvPr/>
              </p:nvPicPr>
              <p:blipFill>
                <a:blip r:embed="rId60"/>
                <a:stretch>
                  <a:fillRect/>
                </a:stretch>
              </p:blipFill>
              <p:spPr>
                <a:xfrm>
                  <a:off x="5774855" y="5149781"/>
                  <a:ext cx="1607040" cy="597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6" name="Ink 75">
                  <a:extLst>
                    <a:ext uri="{FF2B5EF4-FFF2-40B4-BE49-F238E27FC236}">
                      <a16:creationId xmlns:a16="http://schemas.microsoft.com/office/drawing/2014/main" id="{EFD0BD6F-080B-F9D3-20B7-CB9B83EBAF20}"/>
                    </a:ext>
                  </a:extLst>
                </p14:cNvPr>
                <p14:cNvContentPartPr/>
                <p14:nvPr/>
              </p14:nvContentPartPr>
              <p14:xfrm>
                <a:off x="5751095" y="5649821"/>
                <a:ext cx="77040" cy="148320"/>
              </p14:xfrm>
            </p:contentPart>
          </mc:Choice>
          <mc:Fallback xmlns="">
            <p:pic>
              <p:nvPicPr>
                <p:cNvPr id="76" name="Ink 75">
                  <a:extLst>
                    <a:ext uri="{FF2B5EF4-FFF2-40B4-BE49-F238E27FC236}">
                      <a16:creationId xmlns:a16="http://schemas.microsoft.com/office/drawing/2014/main" id="{EFD0BD6F-080B-F9D3-20B7-CB9B83EBAF20}"/>
                    </a:ext>
                  </a:extLst>
                </p:cNvPr>
                <p:cNvPicPr/>
                <p:nvPr/>
              </p:nvPicPr>
              <p:blipFill>
                <a:blip r:embed="rId62"/>
                <a:stretch>
                  <a:fillRect/>
                </a:stretch>
              </p:blipFill>
              <p:spPr>
                <a:xfrm>
                  <a:off x="5742455" y="5640821"/>
                  <a:ext cx="94680" cy="165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78" name="Ink 77">
                <a:extLst>
                  <a:ext uri="{FF2B5EF4-FFF2-40B4-BE49-F238E27FC236}">
                    <a16:creationId xmlns:a16="http://schemas.microsoft.com/office/drawing/2014/main" id="{2258741D-0715-50EF-2945-1485ABCDEC95}"/>
                  </a:ext>
                </a:extLst>
              </p14:cNvPr>
              <p14:cNvContentPartPr/>
              <p14:nvPr/>
            </p14:nvContentPartPr>
            <p14:xfrm>
              <a:off x="3620255" y="4436981"/>
              <a:ext cx="4161600" cy="318600"/>
            </p14:xfrm>
          </p:contentPart>
        </mc:Choice>
        <mc:Fallback xmlns="">
          <p:pic>
            <p:nvPicPr>
              <p:cNvPr id="78" name="Ink 77">
                <a:extLst>
                  <a:ext uri="{FF2B5EF4-FFF2-40B4-BE49-F238E27FC236}">
                    <a16:creationId xmlns:a16="http://schemas.microsoft.com/office/drawing/2014/main" id="{2258741D-0715-50EF-2945-1485ABCDEC95}"/>
                  </a:ext>
                </a:extLst>
              </p:cNvPr>
              <p:cNvPicPr/>
              <p:nvPr/>
            </p:nvPicPr>
            <p:blipFill>
              <a:blip r:embed="rId64"/>
              <a:stretch>
                <a:fillRect/>
              </a:stretch>
            </p:blipFill>
            <p:spPr>
              <a:xfrm>
                <a:off x="3611255" y="4427981"/>
                <a:ext cx="41792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5" name="Ink 84">
                <a:extLst>
                  <a:ext uri="{FF2B5EF4-FFF2-40B4-BE49-F238E27FC236}">
                    <a16:creationId xmlns:a16="http://schemas.microsoft.com/office/drawing/2014/main" id="{187BCA4D-3A96-BA7C-943E-4C1E26E5DEED}"/>
                  </a:ext>
                </a:extLst>
              </p14:cNvPr>
              <p14:cNvContentPartPr/>
              <p14:nvPr/>
            </p14:nvContentPartPr>
            <p14:xfrm>
              <a:off x="3558695" y="4677461"/>
              <a:ext cx="107280" cy="155880"/>
            </p14:xfrm>
          </p:contentPart>
        </mc:Choice>
        <mc:Fallback xmlns="">
          <p:pic>
            <p:nvPicPr>
              <p:cNvPr id="85" name="Ink 84">
                <a:extLst>
                  <a:ext uri="{FF2B5EF4-FFF2-40B4-BE49-F238E27FC236}">
                    <a16:creationId xmlns:a16="http://schemas.microsoft.com/office/drawing/2014/main" id="{187BCA4D-3A96-BA7C-943E-4C1E26E5DEED}"/>
                  </a:ext>
                </a:extLst>
              </p:cNvPr>
              <p:cNvPicPr/>
              <p:nvPr/>
            </p:nvPicPr>
            <p:blipFill>
              <a:blip r:embed="rId66"/>
              <a:stretch>
                <a:fillRect/>
              </a:stretch>
            </p:blipFill>
            <p:spPr>
              <a:xfrm>
                <a:off x="3549695" y="4668461"/>
                <a:ext cx="124920" cy="173520"/>
              </a:xfrm>
              <a:prstGeom prst="rect">
                <a:avLst/>
              </a:prstGeom>
            </p:spPr>
          </p:pic>
        </mc:Fallback>
      </mc:AlternateContent>
      <p:grpSp>
        <p:nvGrpSpPr>
          <p:cNvPr id="92" name="Group 91">
            <a:extLst>
              <a:ext uri="{FF2B5EF4-FFF2-40B4-BE49-F238E27FC236}">
                <a16:creationId xmlns:a16="http://schemas.microsoft.com/office/drawing/2014/main" id="{5A9CB331-4D16-65AA-9B1F-568A7D0A8484}"/>
              </a:ext>
            </a:extLst>
          </p:cNvPr>
          <p:cNvGrpSpPr/>
          <p:nvPr/>
        </p:nvGrpSpPr>
        <p:grpSpPr>
          <a:xfrm>
            <a:off x="1814855" y="4570541"/>
            <a:ext cx="2372040" cy="87840"/>
            <a:chOff x="1814855" y="4570541"/>
            <a:chExt cx="2372040" cy="87840"/>
          </a:xfrm>
        </p:grpSpPr>
        <mc:AlternateContent xmlns:mc="http://schemas.openxmlformats.org/markup-compatibility/2006" xmlns:p14="http://schemas.microsoft.com/office/powerpoint/2010/main">
          <mc:Choice Requires="p14">
            <p:contentPart p14:bwMode="auto" r:id="rId67">
              <p14:nvContentPartPr>
                <p14:cNvPr id="90" name="Ink 89">
                  <a:extLst>
                    <a:ext uri="{FF2B5EF4-FFF2-40B4-BE49-F238E27FC236}">
                      <a16:creationId xmlns:a16="http://schemas.microsoft.com/office/drawing/2014/main" id="{4960E261-992D-C99B-4326-2191210DDC93}"/>
                    </a:ext>
                  </a:extLst>
                </p14:cNvPr>
                <p14:cNvContentPartPr/>
                <p14:nvPr/>
              </p14:nvContentPartPr>
              <p14:xfrm>
                <a:off x="1835015" y="4570541"/>
                <a:ext cx="2351880" cy="87840"/>
              </p14:xfrm>
            </p:contentPart>
          </mc:Choice>
          <mc:Fallback xmlns="">
            <p:pic>
              <p:nvPicPr>
                <p:cNvPr id="90" name="Ink 89">
                  <a:extLst>
                    <a:ext uri="{FF2B5EF4-FFF2-40B4-BE49-F238E27FC236}">
                      <a16:creationId xmlns:a16="http://schemas.microsoft.com/office/drawing/2014/main" id="{4960E261-992D-C99B-4326-2191210DDC93}"/>
                    </a:ext>
                  </a:extLst>
                </p:cNvPr>
                <p:cNvPicPr/>
                <p:nvPr/>
              </p:nvPicPr>
              <p:blipFill>
                <a:blip r:embed="rId68"/>
                <a:stretch>
                  <a:fillRect/>
                </a:stretch>
              </p:blipFill>
              <p:spPr>
                <a:xfrm>
                  <a:off x="1826015" y="4561901"/>
                  <a:ext cx="2369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1" name="Ink 90">
                  <a:extLst>
                    <a:ext uri="{FF2B5EF4-FFF2-40B4-BE49-F238E27FC236}">
                      <a16:creationId xmlns:a16="http://schemas.microsoft.com/office/drawing/2014/main" id="{28110803-3455-F3A0-9A82-8668FACBC2F3}"/>
                    </a:ext>
                  </a:extLst>
                </p14:cNvPr>
                <p14:cNvContentPartPr/>
                <p14:nvPr/>
              </p14:nvContentPartPr>
              <p14:xfrm>
                <a:off x="1814855" y="4571621"/>
                <a:ext cx="109440" cy="59400"/>
              </p14:xfrm>
            </p:contentPart>
          </mc:Choice>
          <mc:Fallback xmlns="">
            <p:pic>
              <p:nvPicPr>
                <p:cNvPr id="91" name="Ink 90">
                  <a:extLst>
                    <a:ext uri="{FF2B5EF4-FFF2-40B4-BE49-F238E27FC236}">
                      <a16:creationId xmlns:a16="http://schemas.microsoft.com/office/drawing/2014/main" id="{28110803-3455-F3A0-9A82-8668FACBC2F3}"/>
                    </a:ext>
                  </a:extLst>
                </p:cNvPr>
                <p:cNvPicPr/>
                <p:nvPr/>
              </p:nvPicPr>
              <p:blipFill>
                <a:blip r:embed="rId70"/>
                <a:stretch>
                  <a:fillRect/>
                </a:stretch>
              </p:blipFill>
              <p:spPr>
                <a:xfrm>
                  <a:off x="1805855" y="4562621"/>
                  <a:ext cx="127080" cy="77040"/>
                </a:xfrm>
                <a:prstGeom prst="rect">
                  <a:avLst/>
                </a:prstGeom>
              </p:spPr>
            </p:pic>
          </mc:Fallback>
        </mc:AlternateContent>
      </p:grpSp>
      <p:sp>
        <p:nvSpPr>
          <p:cNvPr id="7" name="Footer Placeholder 6">
            <a:extLst>
              <a:ext uri="{FF2B5EF4-FFF2-40B4-BE49-F238E27FC236}">
                <a16:creationId xmlns:a16="http://schemas.microsoft.com/office/drawing/2014/main" id="{73BA947C-8A61-0C30-6C99-9A421C3B7AB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DEB61A84-006F-BD9B-0683-2ACF65F9F6B8}"/>
              </a:ext>
            </a:extLst>
          </p:cNvPr>
          <p:cNvSpPr>
            <a:spLocks noGrp="1"/>
          </p:cNvSpPr>
          <p:nvPr>
            <p:ph type="sldNum" sz="quarter" idx="4"/>
          </p:nvPr>
        </p:nvSpPr>
        <p:spPr/>
        <p:txBody>
          <a:bodyPr/>
          <a:lstStyle/>
          <a:p>
            <a:fld id="{9FD7ECCF-50E7-4327-B945-FA93FF7B2BEF}" type="slidenum">
              <a:rPr lang="en-US" smtClean="0"/>
              <a:pPr/>
              <a:t>32</a:t>
            </a:fld>
            <a:r>
              <a:rPr lang="en-GB"/>
              <a:t>/75</a:t>
            </a:r>
            <a:endParaRPr lang="en-US" dirty="0"/>
          </a:p>
        </p:txBody>
      </p:sp>
    </p:spTree>
    <p:extLst>
      <p:ext uri="{BB962C8B-B14F-4D97-AF65-F5344CB8AC3E}">
        <p14:creationId xmlns:p14="http://schemas.microsoft.com/office/powerpoint/2010/main" val="1600690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D85B3D-F300-0003-7154-03C7F9C93402}"/>
              </a:ext>
            </a:extLst>
          </p:cNvPr>
          <p:cNvSpPr>
            <a:spLocks noGrp="1"/>
          </p:cNvSpPr>
          <p:nvPr>
            <p:ph type="title"/>
          </p:nvPr>
        </p:nvSpPr>
        <p:spPr/>
        <p:txBody>
          <a:bodyPr/>
          <a:lstStyle/>
          <a:p>
            <a:r>
              <a:rPr lang="en-GB" dirty="0"/>
              <a:t>What is statistical significance?</a:t>
            </a:r>
          </a:p>
        </p:txBody>
      </p:sp>
      <p:sp>
        <p:nvSpPr>
          <p:cNvPr id="8" name="Content Placeholder 7">
            <a:extLst>
              <a:ext uri="{FF2B5EF4-FFF2-40B4-BE49-F238E27FC236}">
                <a16:creationId xmlns:a16="http://schemas.microsoft.com/office/drawing/2014/main" id="{C7A9F5CB-9DBD-E6BB-9A28-E5D10DD337C7}"/>
              </a:ext>
            </a:extLst>
          </p:cNvPr>
          <p:cNvSpPr>
            <a:spLocks noGrp="1"/>
          </p:cNvSpPr>
          <p:nvPr>
            <p:ph sz="quarter" idx="1"/>
          </p:nvPr>
        </p:nvSpPr>
        <p:spPr>
          <a:xfrm>
            <a:off x="609600" y="1700808"/>
            <a:ext cx="8153400" cy="4680520"/>
          </a:xfrm>
        </p:spPr>
        <p:txBody>
          <a:bodyPr>
            <a:normAutofit fontScale="62500" lnSpcReduction="20000"/>
          </a:bodyPr>
          <a:lstStyle/>
          <a:p>
            <a:pPr>
              <a:lnSpc>
                <a:spcPct val="120000"/>
              </a:lnSpc>
              <a:spcBef>
                <a:spcPts val="1200"/>
              </a:spcBef>
            </a:pPr>
            <a:r>
              <a:rPr lang="en-GB" b="0" i="0" dirty="0">
                <a:solidFill>
                  <a:srgbClr val="000000"/>
                </a:solidFill>
                <a:effectLst/>
              </a:rPr>
              <a:t>An experiment begins with a </a:t>
            </a:r>
            <a:r>
              <a:rPr lang="en-GB" b="1" i="0" dirty="0">
                <a:solidFill>
                  <a:srgbClr val="000000"/>
                </a:solidFill>
                <a:effectLst/>
              </a:rPr>
              <a:t>null hypothesis</a:t>
            </a:r>
            <a:r>
              <a:rPr lang="en-GB" b="0" i="0" dirty="0">
                <a:solidFill>
                  <a:srgbClr val="000000"/>
                </a:solidFill>
                <a:effectLst/>
              </a:rPr>
              <a:t>, which states that there is no relationship between the two phenomena for which data will be collected.</a:t>
            </a:r>
          </a:p>
          <a:p>
            <a:pPr>
              <a:lnSpc>
                <a:spcPct val="120000"/>
              </a:lnSpc>
              <a:spcBef>
                <a:spcPts val="1200"/>
              </a:spcBef>
            </a:pPr>
            <a:r>
              <a:rPr lang="en-GB" b="0" i="0" dirty="0">
                <a:solidFill>
                  <a:srgbClr val="000000"/>
                </a:solidFill>
                <a:effectLst/>
              </a:rPr>
              <a:t>We conduct the experiment to collect data to demonstrate if there is some type of relationship or effect. If there is the null hypothesis is rejected.</a:t>
            </a:r>
          </a:p>
          <a:p>
            <a:pPr>
              <a:lnSpc>
                <a:spcPct val="120000"/>
              </a:lnSpc>
              <a:spcBef>
                <a:spcPts val="1200"/>
              </a:spcBef>
            </a:pPr>
            <a:r>
              <a:rPr lang="en-GB" b="0" i="0" dirty="0">
                <a:solidFill>
                  <a:srgbClr val="000000"/>
                </a:solidFill>
                <a:effectLst/>
              </a:rPr>
              <a:t>If a result is </a:t>
            </a:r>
            <a:r>
              <a:rPr lang="en-GB" b="1" i="0" dirty="0">
                <a:solidFill>
                  <a:srgbClr val="000000"/>
                </a:solidFill>
                <a:effectLst/>
              </a:rPr>
              <a:t>statistically significant, that means it’s unlikely to be explained solely by chance or random factors</a:t>
            </a:r>
            <a:r>
              <a:rPr lang="en-GB" b="0" i="0" dirty="0">
                <a:solidFill>
                  <a:srgbClr val="000000"/>
                </a:solidFill>
                <a:effectLst/>
              </a:rPr>
              <a:t>. In other words, </a:t>
            </a:r>
            <a:r>
              <a:rPr lang="en-GB" b="1" i="0" dirty="0">
                <a:solidFill>
                  <a:srgbClr val="000000"/>
                </a:solidFill>
                <a:effectLst/>
              </a:rPr>
              <a:t>a statistically significant result has a very low chance of occurring if there were no true effect in a research study</a:t>
            </a:r>
            <a:r>
              <a:rPr lang="en-GB" b="0" i="0" dirty="0">
                <a:solidFill>
                  <a:srgbClr val="000000"/>
                </a:solidFill>
                <a:effectLst/>
              </a:rPr>
              <a:t>.</a:t>
            </a:r>
          </a:p>
          <a:p>
            <a:pPr>
              <a:lnSpc>
                <a:spcPct val="120000"/>
              </a:lnSpc>
              <a:spcBef>
                <a:spcPts val="1200"/>
              </a:spcBef>
            </a:pPr>
            <a:r>
              <a:rPr lang="en-GB" b="0" i="0" dirty="0">
                <a:solidFill>
                  <a:srgbClr val="000000"/>
                </a:solidFill>
                <a:effectLst/>
              </a:rPr>
              <a:t>A result that is statistically significant is based on a predetermined </a:t>
            </a:r>
            <a:r>
              <a:rPr lang="en-GB" b="1" i="0" dirty="0">
                <a:solidFill>
                  <a:srgbClr val="000000"/>
                </a:solidFill>
                <a:effectLst/>
              </a:rPr>
              <a:t>probability threshold</a:t>
            </a:r>
            <a:r>
              <a:rPr lang="en-GB" b="0" i="0" dirty="0">
                <a:solidFill>
                  <a:srgbClr val="000000"/>
                </a:solidFill>
                <a:effectLst/>
              </a:rPr>
              <a:t> that indicates that we should reject the null hypothesis; in other words, something did happen—a relationship was observed, an effect was produced, an association exists—and therefore the experiment has revealed something that is potentially meaningful or interesting.</a:t>
            </a:r>
            <a:endParaRPr lang="en-GB" dirty="0"/>
          </a:p>
          <a:p>
            <a:pPr>
              <a:lnSpc>
                <a:spcPct val="120000"/>
              </a:lnSpc>
              <a:spcBef>
                <a:spcPts val="1200"/>
              </a:spcBef>
            </a:pPr>
            <a:endParaRPr lang="en-GB" dirty="0"/>
          </a:p>
        </p:txBody>
      </p:sp>
      <p:sp>
        <p:nvSpPr>
          <p:cNvPr id="4" name="Footer Placeholder 3">
            <a:extLst>
              <a:ext uri="{FF2B5EF4-FFF2-40B4-BE49-F238E27FC236}">
                <a16:creationId xmlns:a16="http://schemas.microsoft.com/office/drawing/2014/main" id="{2B763BEE-611E-3CC9-AD56-BE58AEA0A5E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0BE92B5-C71C-5610-D583-DC9764926DF0}"/>
              </a:ext>
            </a:extLst>
          </p:cNvPr>
          <p:cNvSpPr>
            <a:spLocks noGrp="1"/>
          </p:cNvSpPr>
          <p:nvPr>
            <p:ph type="sldNum" sz="quarter" idx="4"/>
          </p:nvPr>
        </p:nvSpPr>
        <p:spPr/>
        <p:txBody>
          <a:bodyPr/>
          <a:lstStyle/>
          <a:p>
            <a:fld id="{9FD7ECCF-50E7-4327-B945-FA93FF7B2BEF}" type="slidenum">
              <a:rPr lang="en-US" smtClean="0"/>
              <a:pPr/>
              <a:t>33</a:t>
            </a:fld>
            <a:r>
              <a:rPr lang="en-GB"/>
              <a:t>/75</a:t>
            </a:r>
            <a:endParaRPr lang="en-US" dirty="0"/>
          </a:p>
        </p:txBody>
      </p:sp>
    </p:spTree>
    <p:extLst>
      <p:ext uri="{BB962C8B-B14F-4D97-AF65-F5344CB8AC3E}">
        <p14:creationId xmlns:p14="http://schemas.microsoft.com/office/powerpoint/2010/main" val="2860133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obability threshold graph">
            <a:extLst>
              <a:ext uri="{FF2B5EF4-FFF2-40B4-BE49-F238E27FC236}">
                <a16:creationId xmlns:a16="http://schemas.microsoft.com/office/drawing/2014/main" id="{AFBA7B06-3727-9E8D-83B8-1F9B36D70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2231842"/>
            <a:ext cx="4788024" cy="307801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60B6583-CC12-7291-6031-2A0123D00BE9}"/>
              </a:ext>
            </a:extLst>
          </p:cNvPr>
          <p:cNvSpPr>
            <a:spLocks noGrp="1"/>
          </p:cNvSpPr>
          <p:nvPr>
            <p:ph type="title"/>
          </p:nvPr>
        </p:nvSpPr>
        <p:spPr/>
        <p:txBody>
          <a:bodyPr>
            <a:normAutofit/>
          </a:bodyPr>
          <a:lstStyle/>
          <a:p>
            <a:r>
              <a:rPr lang="en-GB" dirty="0"/>
              <a:t>Probability threshold</a:t>
            </a:r>
          </a:p>
        </p:txBody>
      </p:sp>
      <p:sp>
        <p:nvSpPr>
          <p:cNvPr id="3" name="Content Placeholder 2">
            <a:extLst>
              <a:ext uri="{FF2B5EF4-FFF2-40B4-BE49-F238E27FC236}">
                <a16:creationId xmlns:a16="http://schemas.microsoft.com/office/drawing/2014/main" id="{015388B9-0D27-9570-B3F0-401472B48B05}"/>
              </a:ext>
            </a:extLst>
          </p:cNvPr>
          <p:cNvSpPr>
            <a:spLocks noGrp="1"/>
          </p:cNvSpPr>
          <p:nvPr>
            <p:ph sz="quarter" idx="1"/>
          </p:nvPr>
        </p:nvSpPr>
        <p:spPr>
          <a:xfrm>
            <a:off x="107504" y="1527010"/>
            <a:ext cx="4283449" cy="4926326"/>
          </a:xfrm>
        </p:spPr>
        <p:txBody>
          <a:bodyPr>
            <a:normAutofit/>
          </a:bodyPr>
          <a:lstStyle/>
          <a:p>
            <a:r>
              <a:rPr lang="en-GB" sz="1500" dirty="0"/>
              <a:t>Let’s say that through our experiment we obtained the number x (this could be anything—an average test completion time, number of errors).</a:t>
            </a:r>
          </a:p>
          <a:p>
            <a:r>
              <a:rPr lang="en-GB" sz="1500" dirty="0"/>
              <a:t>By referring to the probability density function associated with the null hypothesis, we can determine whether the probability of obtaining x, or some other number that is more unlikely than x. The </a:t>
            </a:r>
            <a:r>
              <a:rPr lang="en-GB" sz="1500" b="1" dirty="0"/>
              <a:t>p-value conveys the probability of obtaining a result that is equal to or more extreme than the observed result when there is no relationship between the variables of interest</a:t>
            </a:r>
            <a:r>
              <a:rPr lang="en-GB" sz="1500" dirty="0"/>
              <a:t>.</a:t>
            </a:r>
          </a:p>
          <a:p>
            <a:r>
              <a:rPr lang="en-GB" sz="1500" dirty="0"/>
              <a:t>If the p-value is </a:t>
            </a:r>
            <a:r>
              <a:rPr lang="en-GB" sz="1500" i="1" dirty="0"/>
              <a:t>sufficiently</a:t>
            </a:r>
            <a:r>
              <a:rPr lang="en-GB" sz="1500" dirty="0"/>
              <a:t> low, it doesn’t make sense to continue assuming that no relationship exists between the two variables. Thus, we reject the null hypothesis and claim that a relationship exists.</a:t>
            </a:r>
          </a:p>
        </p:txBody>
      </p:sp>
      <p:sp>
        <p:nvSpPr>
          <p:cNvPr id="6" name="TextBox 5">
            <a:extLst>
              <a:ext uri="{FF2B5EF4-FFF2-40B4-BE49-F238E27FC236}">
                <a16:creationId xmlns:a16="http://schemas.microsoft.com/office/drawing/2014/main" id="{A7EA5194-90E5-5D76-3F6E-5AC1247F9791}"/>
              </a:ext>
            </a:extLst>
          </p:cNvPr>
          <p:cNvSpPr txBox="1"/>
          <p:nvPr/>
        </p:nvSpPr>
        <p:spPr>
          <a:xfrm>
            <a:off x="5962133" y="1839691"/>
            <a:ext cx="1575710" cy="307777"/>
          </a:xfrm>
          <a:prstGeom prst="rect">
            <a:avLst/>
          </a:prstGeom>
          <a:noFill/>
        </p:spPr>
        <p:txBody>
          <a:bodyPr wrap="square" rtlCol="0">
            <a:spAutoFit/>
          </a:bodyPr>
          <a:lstStyle/>
          <a:p>
            <a:pPr algn="ctr"/>
            <a:r>
              <a:rPr lang="en-GB" sz="1400" b="1" dirty="0">
                <a:solidFill>
                  <a:srgbClr val="000000"/>
                </a:solidFill>
              </a:rPr>
              <a:t>P(a) ≤ x ≥ P(b)</a:t>
            </a:r>
          </a:p>
        </p:txBody>
      </p:sp>
      <p:sp>
        <p:nvSpPr>
          <p:cNvPr id="7" name="TextBox 6">
            <a:extLst>
              <a:ext uri="{FF2B5EF4-FFF2-40B4-BE49-F238E27FC236}">
                <a16:creationId xmlns:a16="http://schemas.microsoft.com/office/drawing/2014/main" id="{F9AD44D8-63AE-8DA7-7723-23DB31425922}"/>
              </a:ext>
            </a:extLst>
          </p:cNvPr>
          <p:cNvSpPr txBox="1"/>
          <p:nvPr/>
        </p:nvSpPr>
        <p:spPr>
          <a:xfrm>
            <a:off x="5242828" y="3006221"/>
            <a:ext cx="1575710" cy="307777"/>
          </a:xfrm>
          <a:prstGeom prst="rect">
            <a:avLst/>
          </a:prstGeom>
          <a:noFill/>
        </p:spPr>
        <p:txBody>
          <a:bodyPr wrap="square" rtlCol="0">
            <a:spAutoFit/>
          </a:bodyPr>
          <a:lstStyle/>
          <a:p>
            <a:pPr algn="ctr"/>
            <a:r>
              <a:rPr lang="en-GB" sz="1400" b="1" dirty="0">
                <a:solidFill>
                  <a:srgbClr val="000000"/>
                </a:solidFill>
              </a:rPr>
              <a:t>P(a)</a:t>
            </a:r>
          </a:p>
        </p:txBody>
      </p:sp>
      <p:sp>
        <p:nvSpPr>
          <p:cNvPr id="8" name="TextBox 7">
            <a:extLst>
              <a:ext uri="{FF2B5EF4-FFF2-40B4-BE49-F238E27FC236}">
                <a16:creationId xmlns:a16="http://schemas.microsoft.com/office/drawing/2014/main" id="{091D290F-7402-1152-1E60-83FEB17D321D}"/>
              </a:ext>
            </a:extLst>
          </p:cNvPr>
          <p:cNvSpPr txBox="1"/>
          <p:nvPr/>
        </p:nvSpPr>
        <p:spPr>
          <a:xfrm>
            <a:off x="6948264" y="3006221"/>
            <a:ext cx="1575710" cy="307777"/>
          </a:xfrm>
          <a:prstGeom prst="rect">
            <a:avLst/>
          </a:prstGeom>
          <a:noFill/>
        </p:spPr>
        <p:txBody>
          <a:bodyPr wrap="square" rtlCol="0">
            <a:spAutoFit/>
          </a:bodyPr>
          <a:lstStyle/>
          <a:p>
            <a:pPr algn="ctr"/>
            <a:r>
              <a:rPr lang="en-GB" sz="1400" b="1" dirty="0">
                <a:solidFill>
                  <a:srgbClr val="000000"/>
                </a:solidFill>
              </a:rPr>
              <a:t>P(b)</a:t>
            </a:r>
          </a:p>
        </p:txBody>
      </p:sp>
      <p:sp>
        <p:nvSpPr>
          <p:cNvPr id="9" name="TextBox 8">
            <a:extLst>
              <a:ext uri="{FF2B5EF4-FFF2-40B4-BE49-F238E27FC236}">
                <a16:creationId xmlns:a16="http://schemas.microsoft.com/office/drawing/2014/main" id="{A09037B6-0DF2-24F3-3C70-40100396E448}"/>
              </a:ext>
            </a:extLst>
          </p:cNvPr>
          <p:cNvSpPr txBox="1"/>
          <p:nvPr/>
        </p:nvSpPr>
        <p:spPr>
          <a:xfrm>
            <a:off x="6156176" y="5240342"/>
            <a:ext cx="382021" cy="307777"/>
          </a:xfrm>
          <a:prstGeom prst="rect">
            <a:avLst/>
          </a:prstGeom>
          <a:noFill/>
        </p:spPr>
        <p:txBody>
          <a:bodyPr wrap="square" rtlCol="0">
            <a:spAutoFit/>
          </a:bodyPr>
          <a:lstStyle/>
          <a:p>
            <a:pPr algn="ctr"/>
            <a:r>
              <a:rPr lang="en-GB" sz="1400" b="1" dirty="0">
                <a:solidFill>
                  <a:srgbClr val="000000"/>
                </a:solidFill>
              </a:rPr>
              <a:t>a</a:t>
            </a:r>
          </a:p>
        </p:txBody>
      </p:sp>
      <p:sp>
        <p:nvSpPr>
          <p:cNvPr id="10" name="TextBox 9">
            <a:extLst>
              <a:ext uri="{FF2B5EF4-FFF2-40B4-BE49-F238E27FC236}">
                <a16:creationId xmlns:a16="http://schemas.microsoft.com/office/drawing/2014/main" id="{81AC0903-3C2D-8CAD-55E3-5913415DA316}"/>
              </a:ext>
            </a:extLst>
          </p:cNvPr>
          <p:cNvSpPr txBox="1"/>
          <p:nvPr/>
        </p:nvSpPr>
        <p:spPr>
          <a:xfrm>
            <a:off x="7224711" y="5254090"/>
            <a:ext cx="382021" cy="307777"/>
          </a:xfrm>
          <a:prstGeom prst="rect">
            <a:avLst/>
          </a:prstGeom>
          <a:noFill/>
        </p:spPr>
        <p:txBody>
          <a:bodyPr wrap="square" rtlCol="0">
            <a:spAutoFit/>
          </a:bodyPr>
          <a:lstStyle/>
          <a:p>
            <a:pPr algn="ctr"/>
            <a:r>
              <a:rPr lang="en-GB" sz="1400" b="1" dirty="0">
                <a:solidFill>
                  <a:srgbClr val="000000"/>
                </a:solidFill>
              </a:rPr>
              <a:t>b</a:t>
            </a:r>
          </a:p>
        </p:txBody>
      </p:sp>
      <p:sp>
        <p:nvSpPr>
          <p:cNvPr id="11" name="TextBox 10">
            <a:extLst>
              <a:ext uri="{FF2B5EF4-FFF2-40B4-BE49-F238E27FC236}">
                <a16:creationId xmlns:a16="http://schemas.microsoft.com/office/drawing/2014/main" id="{2AD4C887-AB31-DC13-A3CA-DB3124C5AB76}"/>
              </a:ext>
            </a:extLst>
          </p:cNvPr>
          <p:cNvSpPr txBox="1"/>
          <p:nvPr/>
        </p:nvSpPr>
        <p:spPr>
          <a:xfrm>
            <a:off x="4413822" y="1924065"/>
            <a:ext cx="551051" cy="307777"/>
          </a:xfrm>
          <a:prstGeom prst="rect">
            <a:avLst/>
          </a:prstGeom>
          <a:noFill/>
        </p:spPr>
        <p:txBody>
          <a:bodyPr wrap="square" rtlCol="0">
            <a:spAutoFit/>
          </a:bodyPr>
          <a:lstStyle/>
          <a:p>
            <a:pPr algn="ctr"/>
            <a:r>
              <a:rPr lang="en-GB" sz="1400" b="1" dirty="0">
                <a:solidFill>
                  <a:srgbClr val="000000"/>
                </a:solidFill>
              </a:rPr>
              <a:t>f(x)</a:t>
            </a:r>
          </a:p>
        </p:txBody>
      </p:sp>
      <p:grpSp>
        <p:nvGrpSpPr>
          <p:cNvPr id="18" name="Group 17">
            <a:extLst>
              <a:ext uri="{FF2B5EF4-FFF2-40B4-BE49-F238E27FC236}">
                <a16:creationId xmlns:a16="http://schemas.microsoft.com/office/drawing/2014/main" id="{4DDC789B-E525-2BA6-1ECE-EAEE2ADBA5AF}"/>
              </a:ext>
            </a:extLst>
          </p:cNvPr>
          <p:cNvGrpSpPr/>
          <p:nvPr/>
        </p:nvGrpSpPr>
        <p:grpSpPr>
          <a:xfrm>
            <a:off x="6404073" y="3040711"/>
            <a:ext cx="953640" cy="1353960"/>
            <a:chOff x="6404073" y="3040711"/>
            <a:chExt cx="953640" cy="1353960"/>
          </a:xfrm>
        </p:grpSpPr>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77D1FAA2-F31A-CBA1-69FD-CAF2F01930A1}"/>
                    </a:ext>
                  </a:extLst>
                </p14:cNvPr>
                <p14:cNvContentPartPr/>
                <p14:nvPr/>
              </p14:nvContentPartPr>
              <p14:xfrm>
                <a:off x="6510633" y="3040711"/>
                <a:ext cx="560160" cy="470880"/>
              </p14:xfrm>
            </p:contentPart>
          </mc:Choice>
          <mc:Fallback xmlns="">
            <p:pic>
              <p:nvPicPr>
                <p:cNvPr id="12" name="Ink 11">
                  <a:extLst>
                    <a:ext uri="{FF2B5EF4-FFF2-40B4-BE49-F238E27FC236}">
                      <a16:creationId xmlns:a16="http://schemas.microsoft.com/office/drawing/2014/main" id="{77D1FAA2-F31A-CBA1-69FD-CAF2F01930A1}"/>
                    </a:ext>
                  </a:extLst>
                </p:cNvPr>
                <p:cNvPicPr/>
                <p:nvPr/>
              </p:nvPicPr>
              <p:blipFill>
                <a:blip r:embed="rId4"/>
                <a:stretch>
                  <a:fillRect/>
                </a:stretch>
              </p:blipFill>
              <p:spPr>
                <a:xfrm>
                  <a:off x="6501633" y="3031711"/>
                  <a:ext cx="577800"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FCF245EC-1FB7-A02C-35FD-556938139E29}"/>
                    </a:ext>
                  </a:extLst>
                </p14:cNvPr>
                <p14:cNvContentPartPr/>
                <p14:nvPr/>
              </p14:nvContentPartPr>
              <p14:xfrm>
                <a:off x="6404073" y="3231871"/>
                <a:ext cx="815400" cy="577440"/>
              </p14:xfrm>
            </p:contentPart>
          </mc:Choice>
          <mc:Fallback xmlns="">
            <p:pic>
              <p:nvPicPr>
                <p:cNvPr id="13" name="Ink 12">
                  <a:extLst>
                    <a:ext uri="{FF2B5EF4-FFF2-40B4-BE49-F238E27FC236}">
                      <a16:creationId xmlns:a16="http://schemas.microsoft.com/office/drawing/2014/main" id="{FCF245EC-1FB7-A02C-35FD-556938139E29}"/>
                    </a:ext>
                  </a:extLst>
                </p:cNvPr>
                <p:cNvPicPr/>
                <p:nvPr/>
              </p:nvPicPr>
              <p:blipFill>
                <a:blip r:embed="rId6"/>
                <a:stretch>
                  <a:fillRect/>
                </a:stretch>
              </p:blipFill>
              <p:spPr>
                <a:xfrm>
                  <a:off x="6395433" y="3223231"/>
                  <a:ext cx="83304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A86E4E0B-BC2B-AD0C-64CA-AE1C84C791A5}"/>
                    </a:ext>
                  </a:extLst>
                </p14:cNvPr>
                <p14:cNvContentPartPr/>
                <p14:nvPr/>
              </p14:nvContentPartPr>
              <p14:xfrm>
                <a:off x="6541233" y="3497551"/>
                <a:ext cx="773640" cy="683280"/>
              </p14:xfrm>
            </p:contentPart>
          </mc:Choice>
          <mc:Fallback xmlns="">
            <p:pic>
              <p:nvPicPr>
                <p:cNvPr id="15" name="Ink 14">
                  <a:extLst>
                    <a:ext uri="{FF2B5EF4-FFF2-40B4-BE49-F238E27FC236}">
                      <a16:creationId xmlns:a16="http://schemas.microsoft.com/office/drawing/2014/main" id="{A86E4E0B-BC2B-AD0C-64CA-AE1C84C791A5}"/>
                    </a:ext>
                  </a:extLst>
                </p:cNvPr>
                <p:cNvPicPr/>
                <p:nvPr/>
              </p:nvPicPr>
              <p:blipFill>
                <a:blip r:embed="rId8"/>
                <a:stretch>
                  <a:fillRect/>
                </a:stretch>
              </p:blipFill>
              <p:spPr>
                <a:xfrm>
                  <a:off x="6532593" y="3488911"/>
                  <a:ext cx="791280"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4EC30DC9-E7CA-6C49-4152-F78B95A4EF41}"/>
                    </a:ext>
                  </a:extLst>
                </p14:cNvPr>
                <p14:cNvContentPartPr/>
                <p14:nvPr/>
              </p14:nvContentPartPr>
              <p14:xfrm>
                <a:off x="6529713" y="3859351"/>
                <a:ext cx="828000" cy="510840"/>
              </p14:xfrm>
            </p:contentPart>
          </mc:Choice>
          <mc:Fallback xmlns="">
            <p:pic>
              <p:nvPicPr>
                <p:cNvPr id="16" name="Ink 15">
                  <a:extLst>
                    <a:ext uri="{FF2B5EF4-FFF2-40B4-BE49-F238E27FC236}">
                      <a16:creationId xmlns:a16="http://schemas.microsoft.com/office/drawing/2014/main" id="{4EC30DC9-E7CA-6C49-4152-F78B95A4EF41}"/>
                    </a:ext>
                  </a:extLst>
                </p:cNvPr>
                <p:cNvPicPr/>
                <p:nvPr/>
              </p:nvPicPr>
              <p:blipFill>
                <a:blip r:embed="rId10"/>
                <a:stretch>
                  <a:fillRect/>
                </a:stretch>
              </p:blipFill>
              <p:spPr>
                <a:xfrm>
                  <a:off x="6520713" y="3850351"/>
                  <a:ext cx="845640" cy="528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E3FC4C83-D402-6582-696C-AF6F821C77E6}"/>
                    </a:ext>
                  </a:extLst>
                </p14:cNvPr>
                <p14:cNvContentPartPr/>
                <p14:nvPr/>
              </p14:nvContentPartPr>
              <p14:xfrm>
                <a:off x="7062873" y="4167511"/>
                <a:ext cx="284040" cy="227160"/>
              </p14:xfrm>
            </p:contentPart>
          </mc:Choice>
          <mc:Fallback xmlns="">
            <p:pic>
              <p:nvPicPr>
                <p:cNvPr id="17" name="Ink 16">
                  <a:extLst>
                    <a:ext uri="{FF2B5EF4-FFF2-40B4-BE49-F238E27FC236}">
                      <a16:creationId xmlns:a16="http://schemas.microsoft.com/office/drawing/2014/main" id="{E3FC4C83-D402-6582-696C-AF6F821C77E6}"/>
                    </a:ext>
                  </a:extLst>
                </p:cNvPr>
                <p:cNvPicPr/>
                <p:nvPr/>
              </p:nvPicPr>
              <p:blipFill>
                <a:blip r:embed="rId12"/>
                <a:stretch>
                  <a:fillRect/>
                </a:stretch>
              </p:blipFill>
              <p:spPr>
                <a:xfrm>
                  <a:off x="7054233" y="4158511"/>
                  <a:ext cx="301680" cy="244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8033C5D0-3B59-61D9-27A2-48CD7E2AE0A1}"/>
                  </a:ext>
                </a:extLst>
              </p14:cNvPr>
              <p14:cNvContentPartPr/>
              <p14:nvPr/>
            </p14:nvContentPartPr>
            <p14:xfrm>
              <a:off x="2014466" y="2852936"/>
              <a:ext cx="2189880" cy="54720"/>
            </p14:xfrm>
          </p:contentPart>
        </mc:Choice>
        <mc:Fallback xmlns="">
          <p:pic>
            <p:nvPicPr>
              <p:cNvPr id="19" name="Ink 18">
                <a:extLst>
                  <a:ext uri="{FF2B5EF4-FFF2-40B4-BE49-F238E27FC236}">
                    <a16:creationId xmlns:a16="http://schemas.microsoft.com/office/drawing/2014/main" id="{8033C5D0-3B59-61D9-27A2-48CD7E2AE0A1}"/>
                  </a:ext>
                </a:extLst>
              </p:cNvPr>
              <p:cNvPicPr/>
              <p:nvPr/>
            </p:nvPicPr>
            <p:blipFill>
              <a:blip r:embed="rId14"/>
              <a:stretch>
                <a:fillRect/>
              </a:stretch>
            </p:blipFill>
            <p:spPr>
              <a:xfrm>
                <a:off x="2005826" y="2844296"/>
                <a:ext cx="2207520" cy="72360"/>
              </a:xfrm>
              <a:prstGeom prst="rect">
                <a:avLst/>
              </a:prstGeom>
            </p:spPr>
          </p:pic>
        </mc:Fallback>
      </mc:AlternateContent>
      <p:grpSp>
        <p:nvGrpSpPr>
          <p:cNvPr id="22" name="Group 21">
            <a:extLst>
              <a:ext uri="{FF2B5EF4-FFF2-40B4-BE49-F238E27FC236}">
                <a16:creationId xmlns:a16="http://schemas.microsoft.com/office/drawing/2014/main" id="{13C2107D-370F-F66E-7652-DF331877977F}"/>
              </a:ext>
            </a:extLst>
          </p:cNvPr>
          <p:cNvGrpSpPr/>
          <p:nvPr/>
        </p:nvGrpSpPr>
        <p:grpSpPr>
          <a:xfrm>
            <a:off x="4016900" y="2231842"/>
            <a:ext cx="516361" cy="376460"/>
            <a:chOff x="4135713" y="2115151"/>
            <a:chExt cx="365400" cy="266400"/>
          </a:xfrm>
        </p:grpSpPr>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87A8BAEB-A23A-ECFA-77C9-1C8FA1682513}"/>
                    </a:ext>
                  </a:extLst>
                </p14:cNvPr>
                <p14:cNvContentPartPr/>
                <p14:nvPr/>
              </p14:nvContentPartPr>
              <p14:xfrm>
                <a:off x="4135713" y="2162671"/>
                <a:ext cx="301320" cy="218880"/>
              </p14:xfrm>
            </p:contentPart>
          </mc:Choice>
          <mc:Fallback xmlns="">
            <p:pic>
              <p:nvPicPr>
                <p:cNvPr id="20" name="Ink 19">
                  <a:extLst>
                    <a:ext uri="{FF2B5EF4-FFF2-40B4-BE49-F238E27FC236}">
                      <a16:creationId xmlns:a16="http://schemas.microsoft.com/office/drawing/2014/main" id="{87A8BAEB-A23A-ECFA-77C9-1C8FA1682513}"/>
                    </a:ext>
                  </a:extLst>
                </p:cNvPr>
                <p:cNvPicPr/>
                <p:nvPr/>
              </p:nvPicPr>
              <p:blipFill>
                <a:blip r:embed="rId16"/>
                <a:stretch>
                  <a:fillRect/>
                </a:stretch>
              </p:blipFill>
              <p:spPr>
                <a:xfrm>
                  <a:off x="4129595" y="2156301"/>
                  <a:ext cx="313811" cy="231366"/>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ACF0C208-8438-D0B6-41C1-FFE16087C431}"/>
                    </a:ext>
                  </a:extLst>
                </p14:cNvPr>
                <p14:cNvContentPartPr/>
                <p14:nvPr/>
              </p14:nvContentPartPr>
              <p14:xfrm>
                <a:off x="4390953" y="2115151"/>
                <a:ext cx="110160" cy="140040"/>
              </p14:xfrm>
            </p:contentPart>
          </mc:Choice>
          <mc:Fallback xmlns="">
            <p:pic>
              <p:nvPicPr>
                <p:cNvPr id="21" name="Ink 20">
                  <a:extLst>
                    <a:ext uri="{FF2B5EF4-FFF2-40B4-BE49-F238E27FC236}">
                      <a16:creationId xmlns:a16="http://schemas.microsoft.com/office/drawing/2014/main" id="{ACF0C208-8438-D0B6-41C1-FFE16087C431}"/>
                    </a:ext>
                  </a:extLst>
                </p:cNvPr>
                <p:cNvPicPr/>
                <p:nvPr/>
              </p:nvPicPr>
              <p:blipFill>
                <a:blip r:embed="rId18"/>
                <a:stretch>
                  <a:fillRect/>
                </a:stretch>
              </p:blipFill>
              <p:spPr>
                <a:xfrm>
                  <a:off x="4384578" y="2109029"/>
                  <a:ext cx="122655" cy="152539"/>
                </a:xfrm>
                <a:prstGeom prst="rect">
                  <a:avLst/>
                </a:prstGeom>
              </p:spPr>
            </p:pic>
          </mc:Fallback>
        </mc:AlternateContent>
      </p:grpSp>
      <p:sp>
        <p:nvSpPr>
          <p:cNvPr id="4" name="Footer Placeholder 3">
            <a:extLst>
              <a:ext uri="{FF2B5EF4-FFF2-40B4-BE49-F238E27FC236}">
                <a16:creationId xmlns:a16="http://schemas.microsoft.com/office/drawing/2014/main" id="{7051BD59-50CB-3278-CAAD-9A1651AFE52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6A5A6042-D54E-3A87-55FC-7AE38559B005}"/>
              </a:ext>
            </a:extLst>
          </p:cNvPr>
          <p:cNvSpPr>
            <a:spLocks noGrp="1"/>
          </p:cNvSpPr>
          <p:nvPr>
            <p:ph type="sldNum" sz="quarter" idx="4"/>
          </p:nvPr>
        </p:nvSpPr>
        <p:spPr/>
        <p:txBody>
          <a:bodyPr/>
          <a:lstStyle/>
          <a:p>
            <a:fld id="{9FD7ECCF-50E7-4327-B945-FA93FF7B2BEF}" type="slidenum">
              <a:rPr lang="en-US" smtClean="0"/>
              <a:pPr/>
              <a:t>34</a:t>
            </a:fld>
            <a:r>
              <a:rPr lang="en-GB"/>
              <a:t>/75</a:t>
            </a:r>
            <a:endParaRPr lang="en-US" dirty="0"/>
          </a:p>
        </p:txBody>
      </p:sp>
    </p:spTree>
    <p:extLst>
      <p:ext uri="{BB962C8B-B14F-4D97-AF65-F5344CB8AC3E}">
        <p14:creationId xmlns:p14="http://schemas.microsoft.com/office/powerpoint/2010/main" val="929187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5B1D4-09C7-5A4A-68DD-65F0EDF5B93E}"/>
              </a:ext>
            </a:extLst>
          </p:cNvPr>
          <p:cNvSpPr>
            <a:spLocks noGrp="1"/>
          </p:cNvSpPr>
          <p:nvPr>
            <p:ph sz="quarter" idx="1"/>
          </p:nvPr>
        </p:nvSpPr>
        <p:spPr>
          <a:xfrm>
            <a:off x="0" y="1607034"/>
            <a:ext cx="3995936" cy="5006297"/>
          </a:xfrm>
        </p:spPr>
        <p:txBody>
          <a:bodyPr>
            <a:normAutofit/>
          </a:bodyPr>
          <a:lstStyle/>
          <a:p>
            <a:pPr>
              <a:lnSpc>
                <a:spcPct val="120000"/>
              </a:lnSpc>
              <a:spcBef>
                <a:spcPts val="600"/>
              </a:spcBef>
            </a:pPr>
            <a:r>
              <a:rPr lang="en-GB" sz="1400" dirty="0"/>
              <a:t>To establish statistical significance, we </a:t>
            </a:r>
            <a:r>
              <a:rPr lang="en-GB" sz="1400" b="1" dirty="0"/>
              <a:t>compare the p-value to the significance level</a:t>
            </a:r>
            <a:r>
              <a:rPr lang="en-GB" sz="1400" dirty="0"/>
              <a:t>, denoted by </a:t>
            </a:r>
            <a:r>
              <a:rPr lang="en-GB" sz="1400" b="1" dirty="0"/>
              <a:t>⍺</a:t>
            </a:r>
            <a:r>
              <a:rPr lang="en-GB" sz="1400" dirty="0"/>
              <a:t>. </a:t>
            </a:r>
          </a:p>
          <a:p>
            <a:pPr>
              <a:lnSpc>
                <a:spcPct val="120000"/>
              </a:lnSpc>
              <a:spcBef>
                <a:spcPts val="600"/>
              </a:spcBef>
            </a:pPr>
            <a:r>
              <a:rPr lang="en-GB" sz="1400" dirty="0">
                <a:highlight>
                  <a:srgbClr val="E0CBA3"/>
                </a:highlight>
              </a:rPr>
              <a:t>The </a:t>
            </a:r>
            <a:r>
              <a:rPr lang="en-GB" sz="1400" b="1" dirty="0">
                <a:highlight>
                  <a:srgbClr val="E0CBA3"/>
                </a:highlight>
              </a:rPr>
              <a:t>p-value is less than or equal to alpha p</a:t>
            </a:r>
            <a:r>
              <a:rPr lang="el-GR" sz="1400" b="1" dirty="0">
                <a:highlight>
                  <a:srgbClr val="E0CBA3"/>
                </a:highlight>
              </a:rPr>
              <a:t> </a:t>
            </a:r>
            <a:r>
              <a:rPr lang="en-GB" sz="1400" b="1" dirty="0">
                <a:highlight>
                  <a:srgbClr val="E0CBA3"/>
                </a:highlight>
              </a:rPr>
              <a:t>≤</a:t>
            </a:r>
            <a:r>
              <a:rPr lang="el-GR" sz="1400" b="1" dirty="0">
                <a:highlight>
                  <a:srgbClr val="E0CBA3"/>
                </a:highlight>
              </a:rPr>
              <a:t> α</a:t>
            </a:r>
            <a:r>
              <a:rPr lang="en-GB" sz="1400" dirty="0">
                <a:highlight>
                  <a:srgbClr val="E0CBA3"/>
                </a:highlight>
              </a:rPr>
              <a:t> (threshold)</a:t>
            </a:r>
          </a:p>
          <a:p>
            <a:pPr marL="319088" lvl="1" indent="0">
              <a:lnSpc>
                <a:spcPct val="120000"/>
              </a:lnSpc>
              <a:spcBef>
                <a:spcPts val="600"/>
              </a:spcBef>
              <a:buNone/>
            </a:pPr>
            <a:r>
              <a:rPr lang="en-GB" sz="1400" dirty="0"/>
              <a:t>We </a:t>
            </a:r>
            <a:r>
              <a:rPr lang="en-GB" sz="1400" b="1" dirty="0">
                <a:highlight>
                  <a:srgbClr val="E0CBA3"/>
                </a:highlight>
              </a:rPr>
              <a:t>reject the null hypothesis</a:t>
            </a:r>
            <a:r>
              <a:rPr lang="en-GB" sz="1400" dirty="0"/>
              <a:t>. When this happens, we say that the result is statistically significant. In other words, we are reasonably sure that there is something besides chance alone that gave us an observed sample.</a:t>
            </a:r>
          </a:p>
          <a:p>
            <a:pPr>
              <a:lnSpc>
                <a:spcPct val="120000"/>
              </a:lnSpc>
              <a:spcBef>
                <a:spcPts val="600"/>
              </a:spcBef>
            </a:pPr>
            <a:r>
              <a:rPr lang="en-GB" sz="1400" dirty="0">
                <a:highlight>
                  <a:srgbClr val="E0CBA3"/>
                </a:highlight>
              </a:rPr>
              <a:t>The p-value is greater than alpha</a:t>
            </a:r>
            <a:r>
              <a:rPr lang="el-GR" sz="1400" dirty="0">
                <a:highlight>
                  <a:srgbClr val="E0CBA3"/>
                </a:highlight>
              </a:rPr>
              <a:t> </a:t>
            </a:r>
            <a:r>
              <a:rPr lang="en-GB" sz="1400" b="1" dirty="0">
                <a:highlight>
                  <a:srgbClr val="E0CBA3"/>
                </a:highlight>
              </a:rPr>
              <a:t>p</a:t>
            </a:r>
            <a:r>
              <a:rPr lang="el-GR" sz="1400" b="1" dirty="0">
                <a:highlight>
                  <a:srgbClr val="E0CBA3"/>
                </a:highlight>
              </a:rPr>
              <a:t> </a:t>
            </a:r>
            <a:r>
              <a:rPr lang="en-GB" sz="1400" b="1" dirty="0">
                <a:highlight>
                  <a:srgbClr val="E0CBA3"/>
                </a:highlight>
              </a:rPr>
              <a:t>≥</a:t>
            </a:r>
            <a:r>
              <a:rPr lang="el-GR" sz="1400" b="1" dirty="0">
                <a:highlight>
                  <a:srgbClr val="E0CBA3"/>
                </a:highlight>
              </a:rPr>
              <a:t> α</a:t>
            </a:r>
            <a:endParaRPr lang="en-GB" sz="1400" b="1" dirty="0">
              <a:highlight>
                <a:srgbClr val="E0CBA3"/>
              </a:highlight>
            </a:endParaRPr>
          </a:p>
          <a:p>
            <a:pPr marL="361950" indent="0">
              <a:lnSpc>
                <a:spcPct val="120000"/>
              </a:lnSpc>
              <a:spcBef>
                <a:spcPts val="600"/>
              </a:spcBef>
              <a:buNone/>
            </a:pPr>
            <a:r>
              <a:rPr lang="en-GB" sz="1400" dirty="0"/>
              <a:t>We </a:t>
            </a:r>
            <a:r>
              <a:rPr lang="en-GB" sz="1400" b="1" dirty="0">
                <a:highlight>
                  <a:srgbClr val="E0CBA3"/>
                </a:highlight>
              </a:rPr>
              <a:t>fail to reject the null hypothesis</a:t>
            </a:r>
            <a:r>
              <a:rPr lang="en-GB" sz="1400" dirty="0"/>
              <a:t>. When this happens, we say that the result is not statistically significant. In other words, we are reasonably sure that our observed data can be explained by chance alone.</a:t>
            </a:r>
          </a:p>
        </p:txBody>
      </p:sp>
      <p:sp>
        <p:nvSpPr>
          <p:cNvPr id="6" name="Title 1">
            <a:extLst>
              <a:ext uri="{FF2B5EF4-FFF2-40B4-BE49-F238E27FC236}">
                <a16:creationId xmlns:a16="http://schemas.microsoft.com/office/drawing/2014/main" id="{82B4B25F-2CB0-D992-9E0C-713B1C7C0E26}"/>
              </a:ext>
            </a:extLst>
          </p:cNvPr>
          <p:cNvSpPr txBox="1">
            <a:spLocks/>
          </p:cNvSpPr>
          <p:nvPr/>
        </p:nvSpPr>
        <p:spPr>
          <a:xfrm>
            <a:off x="588991" y="260648"/>
            <a:ext cx="8411501" cy="92333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dirty="0"/>
              <a:t>p-value</a:t>
            </a:r>
          </a:p>
        </p:txBody>
      </p:sp>
      <p:pic>
        <p:nvPicPr>
          <p:cNvPr id="4" name="Picture 3" descr="p-value graph&#10;">
            <a:extLst>
              <a:ext uri="{FF2B5EF4-FFF2-40B4-BE49-F238E27FC236}">
                <a16:creationId xmlns:a16="http://schemas.microsoft.com/office/drawing/2014/main" id="{8BA52589-FE3B-DE40-DDAF-3B5E6268C574}"/>
              </a:ext>
            </a:extLst>
          </p:cNvPr>
          <p:cNvPicPr>
            <a:picLocks noChangeAspect="1"/>
          </p:cNvPicPr>
          <p:nvPr/>
        </p:nvPicPr>
        <p:blipFill>
          <a:blip r:embed="rId2"/>
          <a:stretch>
            <a:fillRect/>
          </a:stretch>
        </p:blipFill>
        <p:spPr>
          <a:xfrm>
            <a:off x="4038278" y="2204864"/>
            <a:ext cx="5105722" cy="3338523"/>
          </a:xfrm>
          <a:prstGeom prst="rect">
            <a:avLst/>
          </a:prstGeom>
        </p:spPr>
      </p:pic>
      <p:sp>
        <p:nvSpPr>
          <p:cNvPr id="7" name="Footer Placeholder 6">
            <a:extLst>
              <a:ext uri="{FF2B5EF4-FFF2-40B4-BE49-F238E27FC236}">
                <a16:creationId xmlns:a16="http://schemas.microsoft.com/office/drawing/2014/main" id="{F96BF3AD-5E51-8BD7-71FF-69C779BB7D1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64D710BF-3893-BBAA-2317-A1CFCBEA003E}"/>
              </a:ext>
            </a:extLst>
          </p:cNvPr>
          <p:cNvSpPr>
            <a:spLocks noGrp="1"/>
          </p:cNvSpPr>
          <p:nvPr>
            <p:ph type="sldNum" sz="quarter" idx="4"/>
          </p:nvPr>
        </p:nvSpPr>
        <p:spPr/>
        <p:txBody>
          <a:bodyPr/>
          <a:lstStyle/>
          <a:p>
            <a:fld id="{9FD7ECCF-50E7-4327-B945-FA93FF7B2BEF}" type="slidenum">
              <a:rPr lang="en-US" smtClean="0"/>
              <a:pPr/>
              <a:t>35</a:t>
            </a:fld>
            <a:r>
              <a:rPr lang="en-GB"/>
              <a:t>/75</a:t>
            </a:r>
            <a:endParaRPr lang="en-US" dirty="0"/>
          </a:p>
        </p:txBody>
      </p:sp>
    </p:spTree>
    <p:extLst>
      <p:ext uri="{BB962C8B-B14F-4D97-AF65-F5344CB8AC3E}">
        <p14:creationId xmlns:p14="http://schemas.microsoft.com/office/powerpoint/2010/main" val="3816859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6972D-1993-75DD-A0A9-3B98BAB38529}"/>
              </a:ext>
            </a:extLst>
          </p:cNvPr>
          <p:cNvSpPr>
            <a:spLocks noGrp="1"/>
          </p:cNvSpPr>
          <p:nvPr>
            <p:ph type="title"/>
          </p:nvPr>
        </p:nvSpPr>
        <p:spPr/>
        <p:txBody>
          <a:bodyPr/>
          <a:lstStyle/>
          <a:p>
            <a:r>
              <a:rPr lang="en-GB" dirty="0"/>
              <a:t>p value example</a:t>
            </a:r>
          </a:p>
        </p:txBody>
      </p:sp>
      <p:sp>
        <p:nvSpPr>
          <p:cNvPr id="3" name="Content Placeholder 2">
            <a:extLst>
              <a:ext uri="{FF2B5EF4-FFF2-40B4-BE49-F238E27FC236}">
                <a16:creationId xmlns:a16="http://schemas.microsoft.com/office/drawing/2014/main" id="{FF734C3D-40C6-7FDD-CAE2-AC56D547EFC7}"/>
              </a:ext>
            </a:extLst>
          </p:cNvPr>
          <p:cNvSpPr>
            <a:spLocks noGrp="1"/>
          </p:cNvSpPr>
          <p:nvPr>
            <p:ph sz="quarter" idx="1"/>
          </p:nvPr>
        </p:nvSpPr>
        <p:spPr>
          <a:xfrm>
            <a:off x="612648" y="1600200"/>
            <a:ext cx="8153400" cy="2012772"/>
          </a:xfrm>
        </p:spPr>
        <p:txBody>
          <a:bodyPr>
            <a:normAutofit lnSpcReduction="10000"/>
          </a:bodyPr>
          <a:lstStyle/>
          <a:p>
            <a:r>
              <a:rPr lang="en-GB" dirty="0"/>
              <a:t>The p value, or probability value, tells you the statistical significance of a finding. </a:t>
            </a:r>
          </a:p>
          <a:p>
            <a:r>
              <a:rPr lang="en-GB" dirty="0"/>
              <a:t>If p≤</a:t>
            </a:r>
            <a:r>
              <a:rPr lang="el-GR" dirty="0"/>
              <a:t>α</a:t>
            </a:r>
            <a:r>
              <a:rPr lang="en-GB" dirty="0"/>
              <a:t> =&gt; reject the H</a:t>
            </a:r>
            <a:r>
              <a:rPr lang="en-GB" baseline="-25000" dirty="0"/>
              <a:t>0</a:t>
            </a:r>
          </a:p>
          <a:p>
            <a:r>
              <a:rPr lang="en-GB" dirty="0"/>
              <a:t>If p&gt;</a:t>
            </a:r>
            <a:r>
              <a:rPr lang="el-GR" dirty="0"/>
              <a:t>α</a:t>
            </a:r>
            <a:r>
              <a:rPr lang="en-GB" dirty="0"/>
              <a:t> =&gt; fail to reject the H</a:t>
            </a:r>
            <a:r>
              <a:rPr lang="en-GB" baseline="-25000" dirty="0"/>
              <a:t>0</a:t>
            </a:r>
          </a:p>
          <a:p>
            <a:endParaRPr lang="en-GB" dirty="0"/>
          </a:p>
        </p:txBody>
      </p:sp>
      <p:sp>
        <p:nvSpPr>
          <p:cNvPr id="7" name="TextBox 6">
            <a:extLst>
              <a:ext uri="{FF2B5EF4-FFF2-40B4-BE49-F238E27FC236}">
                <a16:creationId xmlns:a16="http://schemas.microsoft.com/office/drawing/2014/main" id="{455EF61F-637F-BB81-C145-39E15B1EB3E8}"/>
              </a:ext>
            </a:extLst>
          </p:cNvPr>
          <p:cNvSpPr txBox="1"/>
          <p:nvPr/>
        </p:nvSpPr>
        <p:spPr>
          <a:xfrm>
            <a:off x="5933437" y="5380705"/>
            <a:ext cx="648072" cy="307777"/>
          </a:xfrm>
          <a:prstGeom prst="rect">
            <a:avLst/>
          </a:prstGeom>
          <a:noFill/>
        </p:spPr>
        <p:txBody>
          <a:bodyPr wrap="square" rtlCol="0">
            <a:spAutoFit/>
          </a:bodyPr>
          <a:lstStyle/>
          <a:p>
            <a:pPr algn="ctr"/>
            <a:r>
              <a:rPr lang="en-GB" sz="1400" b="1" dirty="0">
                <a:solidFill>
                  <a:srgbClr val="000000"/>
                </a:solidFill>
              </a:rPr>
              <a:t>z</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F963C340-A08B-508C-23E0-52AF0B433623}"/>
                  </a:ext>
                </a:extLst>
              </p14:cNvPr>
              <p14:cNvContentPartPr/>
              <p14:nvPr/>
            </p14:nvContentPartPr>
            <p14:xfrm>
              <a:off x="2518580" y="5406347"/>
              <a:ext cx="3778903" cy="52690"/>
            </p14:xfrm>
          </p:contentPart>
        </mc:Choice>
        <mc:Fallback xmlns="">
          <p:pic>
            <p:nvPicPr>
              <p:cNvPr id="9" name="Ink 8">
                <a:extLst>
                  <a:ext uri="{FF2B5EF4-FFF2-40B4-BE49-F238E27FC236}">
                    <a16:creationId xmlns:a16="http://schemas.microsoft.com/office/drawing/2014/main" id="{F963C340-A08B-508C-23E0-52AF0B433623}"/>
                  </a:ext>
                </a:extLst>
              </p:cNvPr>
              <p:cNvPicPr/>
              <p:nvPr/>
            </p:nvPicPr>
            <p:blipFill>
              <a:blip r:embed="rId3"/>
              <a:stretch>
                <a:fillRect/>
              </a:stretch>
            </p:blipFill>
            <p:spPr>
              <a:xfrm>
                <a:off x="2514260" y="5402016"/>
                <a:ext cx="3787543" cy="61351"/>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8F66C148-336C-9BC5-4FFF-03FE84B869F2}"/>
                  </a:ext>
                </a:extLst>
              </p14:cNvPr>
              <p14:cNvContentPartPr/>
              <p14:nvPr/>
            </p14:nvContentPartPr>
            <p14:xfrm>
              <a:off x="2544257" y="3794611"/>
              <a:ext cx="1844198" cy="1553171"/>
            </p14:xfrm>
          </p:contentPart>
        </mc:Choice>
        <mc:Fallback xmlns="">
          <p:pic>
            <p:nvPicPr>
              <p:cNvPr id="10" name="Ink 9">
                <a:extLst>
                  <a:ext uri="{FF2B5EF4-FFF2-40B4-BE49-F238E27FC236}">
                    <a16:creationId xmlns:a16="http://schemas.microsoft.com/office/drawing/2014/main" id="{8F66C148-336C-9BC5-4FFF-03FE84B869F2}"/>
                  </a:ext>
                </a:extLst>
              </p:cNvPr>
              <p:cNvPicPr/>
              <p:nvPr/>
            </p:nvPicPr>
            <p:blipFill>
              <a:blip r:embed="rId5"/>
              <a:stretch>
                <a:fillRect/>
              </a:stretch>
            </p:blipFill>
            <p:spPr>
              <a:xfrm>
                <a:off x="2539937" y="3790291"/>
                <a:ext cx="1852838" cy="156181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E190811-8A70-8CC3-2306-718D94F83DC4}"/>
                  </a:ext>
                </a:extLst>
              </p14:cNvPr>
              <p14:cNvContentPartPr/>
              <p14:nvPr/>
            </p14:nvContentPartPr>
            <p14:xfrm flipH="1">
              <a:off x="4379549" y="3794611"/>
              <a:ext cx="1844198" cy="1553171"/>
            </p14:xfrm>
          </p:contentPart>
        </mc:Choice>
        <mc:Fallback xmlns="">
          <p:pic>
            <p:nvPicPr>
              <p:cNvPr id="11" name="Ink 10">
                <a:extLst>
                  <a:ext uri="{FF2B5EF4-FFF2-40B4-BE49-F238E27FC236}">
                    <a16:creationId xmlns:a16="http://schemas.microsoft.com/office/drawing/2014/main" id="{7E190811-8A70-8CC3-2306-718D94F83DC4}"/>
                  </a:ext>
                </a:extLst>
              </p:cNvPr>
              <p:cNvPicPr/>
              <p:nvPr/>
            </p:nvPicPr>
            <p:blipFill>
              <a:blip r:embed="rId7"/>
              <a:stretch>
                <a:fillRect/>
              </a:stretch>
            </p:blipFill>
            <p:spPr>
              <a:xfrm flipH="1">
                <a:off x="4375229" y="3790291"/>
                <a:ext cx="1852838" cy="156181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C2BE1B55-FF66-2014-4C94-C9BC8856D10F}"/>
                  </a:ext>
                </a:extLst>
              </p14:cNvPr>
              <p14:cNvContentPartPr/>
              <p14:nvPr/>
            </p14:nvContentPartPr>
            <p14:xfrm>
              <a:off x="4346253" y="3807428"/>
              <a:ext cx="16271" cy="1557443"/>
            </p14:xfrm>
          </p:contentPart>
        </mc:Choice>
        <mc:Fallback xmlns="">
          <p:pic>
            <p:nvPicPr>
              <p:cNvPr id="12" name="Ink 11">
                <a:extLst>
                  <a:ext uri="{FF2B5EF4-FFF2-40B4-BE49-F238E27FC236}">
                    <a16:creationId xmlns:a16="http://schemas.microsoft.com/office/drawing/2014/main" id="{C2BE1B55-FF66-2014-4C94-C9BC8856D10F}"/>
                  </a:ext>
                </a:extLst>
              </p:cNvPr>
              <p:cNvPicPr/>
              <p:nvPr/>
            </p:nvPicPr>
            <p:blipFill>
              <a:blip r:embed="rId9"/>
              <a:stretch>
                <a:fillRect/>
              </a:stretch>
            </p:blipFill>
            <p:spPr>
              <a:xfrm>
                <a:off x="4341914" y="3803108"/>
                <a:ext cx="24949" cy="1566083"/>
              </a:xfrm>
              <a:prstGeom prst="rect">
                <a:avLst/>
              </a:prstGeom>
            </p:spPr>
          </p:pic>
        </mc:Fallback>
      </mc:AlternateContent>
      <p:sp>
        <p:nvSpPr>
          <p:cNvPr id="14" name="TextBox 13">
            <a:extLst>
              <a:ext uri="{FF2B5EF4-FFF2-40B4-BE49-F238E27FC236}">
                <a16:creationId xmlns:a16="http://schemas.microsoft.com/office/drawing/2014/main" id="{EE3E336A-D98E-1FAD-1910-45548B666430}"/>
              </a:ext>
            </a:extLst>
          </p:cNvPr>
          <p:cNvSpPr txBox="1"/>
          <p:nvPr/>
        </p:nvSpPr>
        <p:spPr>
          <a:xfrm>
            <a:off x="4924426" y="5406159"/>
            <a:ext cx="915337" cy="307777"/>
          </a:xfrm>
          <a:prstGeom prst="rect">
            <a:avLst/>
          </a:prstGeom>
          <a:noFill/>
        </p:spPr>
        <p:txBody>
          <a:bodyPr wrap="square" rtlCol="0">
            <a:spAutoFit/>
          </a:bodyPr>
          <a:lstStyle/>
          <a:p>
            <a:pPr algn="ctr"/>
            <a:r>
              <a:rPr lang="en-GB" sz="1400" b="1" dirty="0" err="1">
                <a:solidFill>
                  <a:srgbClr val="000000"/>
                </a:solidFill>
              </a:rPr>
              <a:t>z</a:t>
            </a:r>
            <a:r>
              <a:rPr lang="en-GB" sz="1400" b="1" baseline="-25000" dirty="0" err="1">
                <a:solidFill>
                  <a:srgbClr val="000000"/>
                </a:solidFill>
              </a:rPr>
              <a:t>L</a:t>
            </a:r>
            <a:endParaRPr lang="en-GB" sz="1400" b="1" baseline="-25000" dirty="0">
              <a:solidFill>
                <a:srgbClr val="000000"/>
              </a:solidFill>
            </a:endParaRPr>
          </a:p>
        </p:txBody>
      </p:sp>
      <p:sp>
        <p:nvSpPr>
          <p:cNvPr id="37" name="TextBox 36">
            <a:extLst>
              <a:ext uri="{FF2B5EF4-FFF2-40B4-BE49-F238E27FC236}">
                <a16:creationId xmlns:a16="http://schemas.microsoft.com/office/drawing/2014/main" id="{7ABD23DC-FF88-5751-DE50-A8A91E55D01C}"/>
              </a:ext>
            </a:extLst>
          </p:cNvPr>
          <p:cNvSpPr txBox="1"/>
          <p:nvPr/>
        </p:nvSpPr>
        <p:spPr>
          <a:xfrm>
            <a:off x="4025903" y="5407543"/>
            <a:ext cx="648072" cy="307777"/>
          </a:xfrm>
          <a:prstGeom prst="rect">
            <a:avLst/>
          </a:prstGeom>
          <a:noFill/>
        </p:spPr>
        <p:txBody>
          <a:bodyPr wrap="square" rtlCol="0">
            <a:spAutoFit/>
          </a:bodyPr>
          <a:lstStyle/>
          <a:p>
            <a:pPr algn="ctr"/>
            <a:r>
              <a:rPr lang="en-GB" sz="1400" b="1" dirty="0">
                <a:solidFill>
                  <a:srgbClr val="000000"/>
                </a:solidFill>
              </a:rPr>
              <a:t>0</a:t>
            </a:r>
          </a:p>
        </p:txBody>
      </p:sp>
      <p:sp>
        <p:nvSpPr>
          <p:cNvPr id="54" name="TextBox 53">
            <a:extLst>
              <a:ext uri="{FF2B5EF4-FFF2-40B4-BE49-F238E27FC236}">
                <a16:creationId xmlns:a16="http://schemas.microsoft.com/office/drawing/2014/main" id="{543ED33B-403D-F344-F84F-C35FED0AA681}"/>
              </a:ext>
            </a:extLst>
          </p:cNvPr>
          <p:cNvSpPr txBox="1"/>
          <p:nvPr/>
        </p:nvSpPr>
        <p:spPr>
          <a:xfrm>
            <a:off x="5773586" y="4451914"/>
            <a:ext cx="915337" cy="400110"/>
          </a:xfrm>
          <a:prstGeom prst="rect">
            <a:avLst/>
          </a:prstGeom>
          <a:noFill/>
        </p:spPr>
        <p:txBody>
          <a:bodyPr wrap="square" rtlCol="0">
            <a:spAutoFit/>
          </a:bodyPr>
          <a:lstStyle/>
          <a:p>
            <a:pPr algn="ctr"/>
            <a:r>
              <a:rPr lang="el-GR" sz="2000" b="1" dirty="0">
                <a:solidFill>
                  <a:srgbClr val="000000"/>
                </a:solidFill>
              </a:rPr>
              <a:t>α</a:t>
            </a:r>
            <a:endParaRPr lang="en-GB" sz="2000" b="1" dirty="0">
              <a:solidFill>
                <a:srgbClr val="000000"/>
              </a:solidFill>
            </a:endParaRPr>
          </a:p>
        </p:txBody>
      </p:sp>
      <p:sp>
        <p:nvSpPr>
          <p:cNvPr id="58" name="TextBox 57">
            <a:extLst>
              <a:ext uri="{FF2B5EF4-FFF2-40B4-BE49-F238E27FC236}">
                <a16:creationId xmlns:a16="http://schemas.microsoft.com/office/drawing/2014/main" id="{737FBD2D-37EA-9997-2153-9E84766AC7A3}"/>
              </a:ext>
            </a:extLst>
          </p:cNvPr>
          <p:cNvSpPr txBox="1"/>
          <p:nvPr/>
        </p:nvSpPr>
        <p:spPr>
          <a:xfrm>
            <a:off x="6362557" y="4046932"/>
            <a:ext cx="1473615" cy="1384995"/>
          </a:xfrm>
          <a:prstGeom prst="rect">
            <a:avLst/>
          </a:prstGeom>
          <a:noFill/>
        </p:spPr>
        <p:txBody>
          <a:bodyPr wrap="square" rtlCol="0">
            <a:spAutoFit/>
          </a:bodyPr>
          <a:lstStyle/>
          <a:p>
            <a:pPr algn="ctr"/>
            <a:r>
              <a:rPr lang="en-GB" sz="1400" dirty="0">
                <a:solidFill>
                  <a:srgbClr val="000000"/>
                </a:solidFill>
              </a:rPr>
              <a:t>The </a:t>
            </a:r>
            <a:r>
              <a:rPr lang="en-GB" sz="1400" b="1" dirty="0">
                <a:solidFill>
                  <a:srgbClr val="000000"/>
                </a:solidFill>
              </a:rPr>
              <a:t>area </a:t>
            </a:r>
            <a:r>
              <a:rPr lang="el-GR" sz="1400" b="1" dirty="0">
                <a:solidFill>
                  <a:srgbClr val="000000"/>
                </a:solidFill>
              </a:rPr>
              <a:t>α</a:t>
            </a:r>
            <a:r>
              <a:rPr lang="el-GR" sz="1400" dirty="0">
                <a:solidFill>
                  <a:srgbClr val="000000"/>
                </a:solidFill>
              </a:rPr>
              <a:t> </a:t>
            </a:r>
            <a:r>
              <a:rPr lang="en-GB" sz="1400" dirty="0">
                <a:solidFill>
                  <a:srgbClr val="000000"/>
                </a:solidFill>
              </a:rPr>
              <a:t>depicts the level of significance</a:t>
            </a:r>
            <a:r>
              <a:rPr lang="el-GR" sz="1400" dirty="0">
                <a:solidFill>
                  <a:srgbClr val="000000"/>
                </a:solidFill>
              </a:rPr>
              <a:t>/</a:t>
            </a:r>
            <a:endParaRPr lang="en-GB" sz="1400" dirty="0">
              <a:solidFill>
                <a:srgbClr val="000000"/>
              </a:solidFill>
            </a:endParaRPr>
          </a:p>
          <a:p>
            <a:pPr algn="ctr"/>
            <a:r>
              <a:rPr lang="en-GB" sz="1400" dirty="0">
                <a:solidFill>
                  <a:srgbClr val="000000"/>
                </a:solidFill>
              </a:rPr>
              <a:t>level of confidence to reject the H</a:t>
            </a:r>
            <a:r>
              <a:rPr lang="en-GB" sz="1400" baseline="-25000" dirty="0">
                <a:solidFill>
                  <a:srgbClr val="000000"/>
                </a:solidFill>
              </a:rPr>
              <a:t>0</a:t>
            </a:r>
            <a:r>
              <a:rPr lang="en-GB" sz="1400" dirty="0">
                <a:solidFill>
                  <a:srgbClr val="000000"/>
                </a:solidFill>
              </a:rPr>
              <a:t> </a:t>
            </a:r>
          </a:p>
        </p:txBody>
      </p:sp>
      <p:grpSp>
        <p:nvGrpSpPr>
          <p:cNvPr id="76" name="Group 75">
            <a:extLst>
              <a:ext uri="{FF2B5EF4-FFF2-40B4-BE49-F238E27FC236}">
                <a16:creationId xmlns:a16="http://schemas.microsoft.com/office/drawing/2014/main" id="{5659F6C0-D7EC-6FD1-99BA-7149B0344445}"/>
              </a:ext>
            </a:extLst>
          </p:cNvPr>
          <p:cNvGrpSpPr/>
          <p:nvPr/>
        </p:nvGrpSpPr>
        <p:grpSpPr>
          <a:xfrm>
            <a:off x="5360495" y="4533101"/>
            <a:ext cx="847800" cy="862560"/>
            <a:chOff x="5360495" y="4533101"/>
            <a:chExt cx="847800" cy="862560"/>
          </a:xfrm>
        </p:grpSpPr>
        <mc:AlternateContent xmlns:mc="http://schemas.openxmlformats.org/markup-compatibility/2006" xmlns:p14="http://schemas.microsoft.com/office/powerpoint/2010/main">
          <mc:Choice Requires="p14">
            <p:contentPart p14:bwMode="auto" r:id="rId10">
              <p14:nvContentPartPr>
                <p14:cNvPr id="59" name="Ink 58">
                  <a:extLst>
                    <a:ext uri="{FF2B5EF4-FFF2-40B4-BE49-F238E27FC236}">
                      <a16:creationId xmlns:a16="http://schemas.microsoft.com/office/drawing/2014/main" id="{E99F3A51-C1F7-E2E8-2563-A0182EFC39B0}"/>
                    </a:ext>
                  </a:extLst>
                </p14:cNvPr>
                <p14:cNvContentPartPr/>
                <p14:nvPr/>
              </p14:nvContentPartPr>
              <p14:xfrm>
                <a:off x="5360495" y="4533101"/>
                <a:ext cx="43200" cy="844200"/>
              </p14:xfrm>
            </p:contentPart>
          </mc:Choice>
          <mc:Fallback xmlns="">
            <p:pic>
              <p:nvPicPr>
                <p:cNvPr id="59" name="Ink 58">
                  <a:extLst>
                    <a:ext uri="{FF2B5EF4-FFF2-40B4-BE49-F238E27FC236}">
                      <a16:creationId xmlns:a16="http://schemas.microsoft.com/office/drawing/2014/main" id="{E99F3A51-C1F7-E2E8-2563-A0182EFC39B0}"/>
                    </a:ext>
                  </a:extLst>
                </p:cNvPr>
                <p:cNvPicPr/>
                <p:nvPr/>
              </p:nvPicPr>
              <p:blipFill>
                <a:blip r:embed="rId11"/>
                <a:stretch>
                  <a:fillRect/>
                </a:stretch>
              </p:blipFill>
              <p:spPr>
                <a:xfrm>
                  <a:off x="5351495" y="4524101"/>
                  <a:ext cx="60840" cy="861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0" name="Ink 59">
                  <a:extLst>
                    <a:ext uri="{FF2B5EF4-FFF2-40B4-BE49-F238E27FC236}">
                      <a16:creationId xmlns:a16="http://schemas.microsoft.com/office/drawing/2014/main" id="{D3D15E0F-4E32-846C-3154-7B911B306FA6}"/>
                    </a:ext>
                  </a:extLst>
                </p14:cNvPr>
                <p14:cNvContentPartPr/>
                <p14:nvPr/>
              </p14:nvContentPartPr>
              <p14:xfrm>
                <a:off x="5401535" y="4725701"/>
                <a:ext cx="84600" cy="153360"/>
              </p14:xfrm>
            </p:contentPart>
          </mc:Choice>
          <mc:Fallback xmlns="">
            <p:pic>
              <p:nvPicPr>
                <p:cNvPr id="60" name="Ink 59">
                  <a:extLst>
                    <a:ext uri="{FF2B5EF4-FFF2-40B4-BE49-F238E27FC236}">
                      <a16:creationId xmlns:a16="http://schemas.microsoft.com/office/drawing/2014/main" id="{D3D15E0F-4E32-846C-3154-7B911B306FA6}"/>
                    </a:ext>
                  </a:extLst>
                </p:cNvPr>
                <p:cNvPicPr/>
                <p:nvPr/>
              </p:nvPicPr>
              <p:blipFill>
                <a:blip r:embed="rId13"/>
                <a:stretch>
                  <a:fillRect/>
                </a:stretch>
              </p:blipFill>
              <p:spPr>
                <a:xfrm>
                  <a:off x="5392895" y="4717061"/>
                  <a:ext cx="1022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1" name="Ink 60">
                  <a:extLst>
                    <a:ext uri="{FF2B5EF4-FFF2-40B4-BE49-F238E27FC236}">
                      <a16:creationId xmlns:a16="http://schemas.microsoft.com/office/drawing/2014/main" id="{4C59353E-F5C7-C732-FD7A-4E550C811DD6}"/>
                    </a:ext>
                  </a:extLst>
                </p14:cNvPr>
                <p14:cNvContentPartPr/>
                <p14:nvPr/>
              </p14:nvContentPartPr>
              <p14:xfrm>
                <a:off x="5394695" y="4850981"/>
                <a:ext cx="127080" cy="231840"/>
              </p14:xfrm>
            </p:contentPart>
          </mc:Choice>
          <mc:Fallback xmlns="">
            <p:pic>
              <p:nvPicPr>
                <p:cNvPr id="61" name="Ink 60">
                  <a:extLst>
                    <a:ext uri="{FF2B5EF4-FFF2-40B4-BE49-F238E27FC236}">
                      <a16:creationId xmlns:a16="http://schemas.microsoft.com/office/drawing/2014/main" id="{4C59353E-F5C7-C732-FD7A-4E550C811DD6}"/>
                    </a:ext>
                  </a:extLst>
                </p:cNvPr>
                <p:cNvPicPr/>
                <p:nvPr/>
              </p:nvPicPr>
              <p:blipFill>
                <a:blip r:embed="rId15"/>
                <a:stretch>
                  <a:fillRect/>
                </a:stretch>
              </p:blipFill>
              <p:spPr>
                <a:xfrm>
                  <a:off x="5386055" y="4841981"/>
                  <a:ext cx="14472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2" name="Ink 61">
                  <a:extLst>
                    <a:ext uri="{FF2B5EF4-FFF2-40B4-BE49-F238E27FC236}">
                      <a16:creationId xmlns:a16="http://schemas.microsoft.com/office/drawing/2014/main" id="{E45727AB-897A-13E5-8DBF-B053629E049C}"/>
                    </a:ext>
                  </a:extLst>
                </p14:cNvPr>
                <p14:cNvContentPartPr/>
                <p14:nvPr/>
              </p14:nvContentPartPr>
              <p14:xfrm>
                <a:off x="5432495" y="4947101"/>
                <a:ext cx="150480" cy="224280"/>
              </p14:xfrm>
            </p:contentPart>
          </mc:Choice>
          <mc:Fallback xmlns="">
            <p:pic>
              <p:nvPicPr>
                <p:cNvPr id="62" name="Ink 61">
                  <a:extLst>
                    <a:ext uri="{FF2B5EF4-FFF2-40B4-BE49-F238E27FC236}">
                      <a16:creationId xmlns:a16="http://schemas.microsoft.com/office/drawing/2014/main" id="{E45727AB-897A-13E5-8DBF-B053629E049C}"/>
                    </a:ext>
                  </a:extLst>
                </p:cNvPr>
                <p:cNvPicPr/>
                <p:nvPr/>
              </p:nvPicPr>
              <p:blipFill>
                <a:blip r:embed="rId17"/>
                <a:stretch>
                  <a:fillRect/>
                </a:stretch>
              </p:blipFill>
              <p:spPr>
                <a:xfrm>
                  <a:off x="5423495" y="4938101"/>
                  <a:ext cx="1681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7" name="Ink 66">
                  <a:extLst>
                    <a:ext uri="{FF2B5EF4-FFF2-40B4-BE49-F238E27FC236}">
                      <a16:creationId xmlns:a16="http://schemas.microsoft.com/office/drawing/2014/main" id="{7B634255-5F3F-26B2-FF28-62AF1F19DE69}"/>
                    </a:ext>
                  </a:extLst>
                </p14:cNvPr>
                <p14:cNvContentPartPr/>
                <p14:nvPr/>
              </p14:nvContentPartPr>
              <p14:xfrm>
                <a:off x="5412335" y="5043221"/>
                <a:ext cx="218520" cy="234000"/>
              </p14:xfrm>
            </p:contentPart>
          </mc:Choice>
          <mc:Fallback xmlns="">
            <p:pic>
              <p:nvPicPr>
                <p:cNvPr id="67" name="Ink 66">
                  <a:extLst>
                    <a:ext uri="{FF2B5EF4-FFF2-40B4-BE49-F238E27FC236}">
                      <a16:creationId xmlns:a16="http://schemas.microsoft.com/office/drawing/2014/main" id="{7B634255-5F3F-26B2-FF28-62AF1F19DE69}"/>
                    </a:ext>
                  </a:extLst>
                </p:cNvPr>
                <p:cNvPicPr/>
                <p:nvPr/>
              </p:nvPicPr>
              <p:blipFill>
                <a:blip r:embed="rId19"/>
                <a:stretch>
                  <a:fillRect/>
                </a:stretch>
              </p:blipFill>
              <p:spPr>
                <a:xfrm>
                  <a:off x="5403695" y="5034581"/>
                  <a:ext cx="2361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9" name="Ink 68">
                  <a:extLst>
                    <a:ext uri="{FF2B5EF4-FFF2-40B4-BE49-F238E27FC236}">
                      <a16:creationId xmlns:a16="http://schemas.microsoft.com/office/drawing/2014/main" id="{30041965-1ABE-56C9-30C1-652B63573A85}"/>
                    </a:ext>
                  </a:extLst>
                </p14:cNvPr>
                <p14:cNvContentPartPr/>
                <p14:nvPr/>
              </p14:nvContentPartPr>
              <p14:xfrm>
                <a:off x="5464175" y="5158781"/>
                <a:ext cx="214920" cy="169920"/>
              </p14:xfrm>
            </p:contentPart>
          </mc:Choice>
          <mc:Fallback xmlns="">
            <p:pic>
              <p:nvPicPr>
                <p:cNvPr id="69" name="Ink 68">
                  <a:extLst>
                    <a:ext uri="{FF2B5EF4-FFF2-40B4-BE49-F238E27FC236}">
                      <a16:creationId xmlns:a16="http://schemas.microsoft.com/office/drawing/2014/main" id="{30041965-1ABE-56C9-30C1-652B63573A85}"/>
                    </a:ext>
                  </a:extLst>
                </p:cNvPr>
                <p:cNvPicPr/>
                <p:nvPr/>
              </p:nvPicPr>
              <p:blipFill>
                <a:blip r:embed="rId21"/>
                <a:stretch>
                  <a:fillRect/>
                </a:stretch>
              </p:blipFill>
              <p:spPr>
                <a:xfrm>
                  <a:off x="5455175" y="5149781"/>
                  <a:ext cx="2325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0" name="Ink 69">
                  <a:extLst>
                    <a:ext uri="{FF2B5EF4-FFF2-40B4-BE49-F238E27FC236}">
                      <a16:creationId xmlns:a16="http://schemas.microsoft.com/office/drawing/2014/main" id="{32B48D40-B51E-1A5B-700F-79D6180E6817}"/>
                    </a:ext>
                  </a:extLst>
                </p14:cNvPr>
                <p14:cNvContentPartPr/>
                <p14:nvPr/>
              </p14:nvContentPartPr>
              <p14:xfrm>
                <a:off x="5615735" y="5216381"/>
                <a:ext cx="140400" cy="149040"/>
              </p14:xfrm>
            </p:contentPart>
          </mc:Choice>
          <mc:Fallback xmlns="">
            <p:pic>
              <p:nvPicPr>
                <p:cNvPr id="70" name="Ink 69">
                  <a:extLst>
                    <a:ext uri="{FF2B5EF4-FFF2-40B4-BE49-F238E27FC236}">
                      <a16:creationId xmlns:a16="http://schemas.microsoft.com/office/drawing/2014/main" id="{32B48D40-B51E-1A5B-700F-79D6180E6817}"/>
                    </a:ext>
                  </a:extLst>
                </p:cNvPr>
                <p:cNvPicPr/>
                <p:nvPr/>
              </p:nvPicPr>
              <p:blipFill>
                <a:blip r:embed="rId23"/>
                <a:stretch>
                  <a:fillRect/>
                </a:stretch>
              </p:blipFill>
              <p:spPr>
                <a:xfrm>
                  <a:off x="5606735" y="5207741"/>
                  <a:ext cx="1580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1" name="Ink 70">
                  <a:extLst>
                    <a:ext uri="{FF2B5EF4-FFF2-40B4-BE49-F238E27FC236}">
                      <a16:creationId xmlns:a16="http://schemas.microsoft.com/office/drawing/2014/main" id="{C47C9AA3-ACA9-3C02-8609-CED8DC9434B2}"/>
                    </a:ext>
                  </a:extLst>
                </p14:cNvPr>
                <p14:cNvContentPartPr/>
                <p14:nvPr/>
              </p14:nvContentPartPr>
              <p14:xfrm>
                <a:off x="5797175" y="5293781"/>
                <a:ext cx="35640" cy="59760"/>
              </p14:xfrm>
            </p:contentPart>
          </mc:Choice>
          <mc:Fallback xmlns="">
            <p:pic>
              <p:nvPicPr>
                <p:cNvPr id="71" name="Ink 70">
                  <a:extLst>
                    <a:ext uri="{FF2B5EF4-FFF2-40B4-BE49-F238E27FC236}">
                      <a16:creationId xmlns:a16="http://schemas.microsoft.com/office/drawing/2014/main" id="{C47C9AA3-ACA9-3C02-8609-CED8DC9434B2}"/>
                    </a:ext>
                  </a:extLst>
                </p:cNvPr>
                <p:cNvPicPr/>
                <p:nvPr/>
              </p:nvPicPr>
              <p:blipFill>
                <a:blip r:embed="rId25"/>
                <a:stretch>
                  <a:fillRect/>
                </a:stretch>
              </p:blipFill>
              <p:spPr>
                <a:xfrm>
                  <a:off x="5788535" y="5284781"/>
                  <a:ext cx="5328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3" name="Ink 72">
                  <a:extLst>
                    <a:ext uri="{FF2B5EF4-FFF2-40B4-BE49-F238E27FC236}">
                      <a16:creationId xmlns:a16="http://schemas.microsoft.com/office/drawing/2014/main" id="{814D391C-0230-7E4F-5E9A-56EBD5AAEA6E}"/>
                    </a:ext>
                  </a:extLst>
                </p14:cNvPr>
                <p14:cNvContentPartPr/>
                <p14:nvPr/>
              </p14:nvContentPartPr>
              <p14:xfrm>
                <a:off x="5891495" y="5331941"/>
                <a:ext cx="47160" cy="48960"/>
              </p14:xfrm>
            </p:contentPart>
          </mc:Choice>
          <mc:Fallback xmlns="">
            <p:pic>
              <p:nvPicPr>
                <p:cNvPr id="73" name="Ink 72">
                  <a:extLst>
                    <a:ext uri="{FF2B5EF4-FFF2-40B4-BE49-F238E27FC236}">
                      <a16:creationId xmlns:a16="http://schemas.microsoft.com/office/drawing/2014/main" id="{814D391C-0230-7E4F-5E9A-56EBD5AAEA6E}"/>
                    </a:ext>
                  </a:extLst>
                </p:cNvPr>
                <p:cNvPicPr/>
                <p:nvPr/>
              </p:nvPicPr>
              <p:blipFill>
                <a:blip r:embed="rId27"/>
                <a:stretch>
                  <a:fillRect/>
                </a:stretch>
              </p:blipFill>
              <p:spPr>
                <a:xfrm>
                  <a:off x="5882495" y="5322941"/>
                  <a:ext cx="648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4" name="Ink 73">
                  <a:extLst>
                    <a:ext uri="{FF2B5EF4-FFF2-40B4-BE49-F238E27FC236}">
                      <a16:creationId xmlns:a16="http://schemas.microsoft.com/office/drawing/2014/main" id="{C96855EF-4F16-6F87-F233-254783E82D4F}"/>
                    </a:ext>
                  </a:extLst>
                </p14:cNvPr>
                <p14:cNvContentPartPr/>
                <p14:nvPr/>
              </p14:nvContentPartPr>
              <p14:xfrm>
                <a:off x="6013895" y="5370461"/>
                <a:ext cx="21240" cy="25200"/>
              </p14:xfrm>
            </p:contentPart>
          </mc:Choice>
          <mc:Fallback xmlns="">
            <p:pic>
              <p:nvPicPr>
                <p:cNvPr id="74" name="Ink 73">
                  <a:extLst>
                    <a:ext uri="{FF2B5EF4-FFF2-40B4-BE49-F238E27FC236}">
                      <a16:creationId xmlns:a16="http://schemas.microsoft.com/office/drawing/2014/main" id="{C96855EF-4F16-6F87-F233-254783E82D4F}"/>
                    </a:ext>
                  </a:extLst>
                </p:cNvPr>
                <p:cNvPicPr/>
                <p:nvPr/>
              </p:nvPicPr>
              <p:blipFill>
                <a:blip r:embed="rId29"/>
                <a:stretch>
                  <a:fillRect/>
                </a:stretch>
              </p:blipFill>
              <p:spPr>
                <a:xfrm>
                  <a:off x="6004895" y="5361461"/>
                  <a:ext cx="388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5" name="Ink 74">
                  <a:extLst>
                    <a:ext uri="{FF2B5EF4-FFF2-40B4-BE49-F238E27FC236}">
                      <a16:creationId xmlns:a16="http://schemas.microsoft.com/office/drawing/2014/main" id="{D8977DB9-1406-1630-560C-653316FD8EF0}"/>
                    </a:ext>
                  </a:extLst>
                </p14:cNvPr>
                <p14:cNvContentPartPr/>
                <p14:nvPr/>
              </p14:nvContentPartPr>
              <p14:xfrm>
                <a:off x="6179855" y="5380181"/>
                <a:ext cx="28440" cy="13680"/>
              </p14:xfrm>
            </p:contentPart>
          </mc:Choice>
          <mc:Fallback xmlns="">
            <p:pic>
              <p:nvPicPr>
                <p:cNvPr id="75" name="Ink 74">
                  <a:extLst>
                    <a:ext uri="{FF2B5EF4-FFF2-40B4-BE49-F238E27FC236}">
                      <a16:creationId xmlns:a16="http://schemas.microsoft.com/office/drawing/2014/main" id="{D8977DB9-1406-1630-560C-653316FD8EF0}"/>
                    </a:ext>
                  </a:extLst>
                </p:cNvPr>
                <p:cNvPicPr/>
                <p:nvPr/>
              </p:nvPicPr>
              <p:blipFill>
                <a:blip r:embed="rId31"/>
                <a:stretch>
                  <a:fillRect/>
                </a:stretch>
              </p:blipFill>
              <p:spPr>
                <a:xfrm>
                  <a:off x="6171215" y="5371541"/>
                  <a:ext cx="46080" cy="313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78" name="Ink 77">
                <a:extLst>
                  <a:ext uri="{FF2B5EF4-FFF2-40B4-BE49-F238E27FC236}">
                    <a16:creationId xmlns:a16="http://schemas.microsoft.com/office/drawing/2014/main" id="{8ADEBF14-DEDA-1106-431D-3680006074D9}"/>
                  </a:ext>
                </a:extLst>
              </p14:cNvPr>
              <p14:cNvContentPartPr/>
              <p14:nvPr/>
            </p14:nvContentPartPr>
            <p14:xfrm>
              <a:off x="5678375" y="5399621"/>
              <a:ext cx="360" cy="360"/>
            </p14:xfrm>
          </p:contentPart>
        </mc:Choice>
        <mc:Fallback xmlns="">
          <p:pic>
            <p:nvPicPr>
              <p:cNvPr id="78" name="Ink 77">
                <a:extLst>
                  <a:ext uri="{FF2B5EF4-FFF2-40B4-BE49-F238E27FC236}">
                    <a16:creationId xmlns:a16="http://schemas.microsoft.com/office/drawing/2014/main" id="{8ADEBF14-DEDA-1106-431D-3680006074D9}"/>
                  </a:ext>
                </a:extLst>
              </p:cNvPr>
              <p:cNvPicPr/>
              <p:nvPr/>
            </p:nvPicPr>
            <p:blipFill>
              <a:blip r:embed="rId33"/>
              <a:stretch>
                <a:fillRect/>
              </a:stretch>
            </p:blipFill>
            <p:spPr>
              <a:xfrm>
                <a:off x="5674055" y="5372621"/>
                <a:ext cx="900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6" name="Ink 85">
                <a:extLst>
                  <a:ext uri="{FF2B5EF4-FFF2-40B4-BE49-F238E27FC236}">
                    <a16:creationId xmlns:a16="http://schemas.microsoft.com/office/drawing/2014/main" id="{BD77106D-814B-D164-8B50-07AB7803B70E}"/>
                  </a:ext>
                </a:extLst>
              </p14:cNvPr>
              <p14:cNvContentPartPr/>
              <p14:nvPr/>
            </p14:nvContentPartPr>
            <p14:xfrm>
              <a:off x="5726615" y="5129981"/>
              <a:ext cx="360" cy="1800"/>
            </p14:xfrm>
          </p:contentPart>
        </mc:Choice>
        <mc:Fallback xmlns="">
          <p:pic>
            <p:nvPicPr>
              <p:cNvPr id="86" name="Ink 85">
                <a:extLst>
                  <a:ext uri="{FF2B5EF4-FFF2-40B4-BE49-F238E27FC236}">
                    <a16:creationId xmlns:a16="http://schemas.microsoft.com/office/drawing/2014/main" id="{BD77106D-814B-D164-8B50-07AB7803B70E}"/>
                  </a:ext>
                </a:extLst>
              </p:cNvPr>
              <p:cNvPicPr/>
              <p:nvPr/>
            </p:nvPicPr>
            <p:blipFill>
              <a:blip r:embed="rId35"/>
              <a:stretch>
                <a:fillRect/>
              </a:stretch>
            </p:blipFill>
            <p:spPr>
              <a:xfrm>
                <a:off x="5717615" y="5120981"/>
                <a:ext cx="18000" cy="19440"/>
              </a:xfrm>
              <a:prstGeom prst="rect">
                <a:avLst/>
              </a:prstGeom>
            </p:spPr>
          </p:pic>
        </mc:Fallback>
      </mc:AlternateContent>
      <p:grpSp>
        <p:nvGrpSpPr>
          <p:cNvPr id="119" name="Group 118">
            <a:extLst>
              <a:ext uri="{FF2B5EF4-FFF2-40B4-BE49-F238E27FC236}">
                <a16:creationId xmlns:a16="http://schemas.microsoft.com/office/drawing/2014/main" id="{27AC0DF4-5A93-EAC2-C844-EF3DB062A810}"/>
              </a:ext>
            </a:extLst>
          </p:cNvPr>
          <p:cNvGrpSpPr/>
          <p:nvPr/>
        </p:nvGrpSpPr>
        <p:grpSpPr>
          <a:xfrm>
            <a:off x="3888455" y="2966381"/>
            <a:ext cx="4330440" cy="3160884"/>
            <a:chOff x="3888455" y="2966381"/>
            <a:chExt cx="4330440" cy="3160884"/>
          </a:xfrm>
        </p:grpSpPr>
        <p:sp>
          <p:nvSpPr>
            <p:cNvPr id="77" name="TextBox 76">
              <a:extLst>
                <a:ext uri="{FF2B5EF4-FFF2-40B4-BE49-F238E27FC236}">
                  <a16:creationId xmlns:a16="http://schemas.microsoft.com/office/drawing/2014/main" id="{A45F6D4F-375C-65C8-E51D-5C8BEEB8A877}"/>
                </a:ext>
              </a:extLst>
            </p:cNvPr>
            <p:cNvSpPr txBox="1"/>
            <p:nvPr/>
          </p:nvSpPr>
          <p:spPr>
            <a:xfrm>
              <a:off x="5360495" y="5665600"/>
              <a:ext cx="1984876" cy="461665"/>
            </a:xfrm>
            <a:prstGeom prst="rect">
              <a:avLst/>
            </a:prstGeom>
            <a:noFill/>
          </p:spPr>
          <p:txBody>
            <a:bodyPr wrap="square" rtlCol="0">
              <a:spAutoFit/>
            </a:bodyPr>
            <a:lstStyle/>
            <a:p>
              <a:pPr algn="ctr"/>
              <a:r>
                <a:rPr lang="en-GB" sz="1800" dirty="0" err="1"/>
                <a:t>z</a:t>
              </a:r>
              <a:r>
                <a:rPr lang="en-GB" sz="1800" baseline="-25000" dirty="0" err="1"/>
                <a:t>data</a:t>
              </a:r>
              <a:r>
                <a:rPr lang="en-GB" sz="1800" baseline="-25000" dirty="0"/>
                <a:t> </a:t>
              </a:r>
              <a:r>
                <a:rPr lang="en-GB" sz="2400" dirty="0"/>
                <a:t>=&gt;</a:t>
              </a:r>
              <a:r>
                <a:rPr lang="en-GB" sz="1800" dirty="0">
                  <a:sym typeface="Wingdings 3" panose="05040102010807070707" pitchFamily="18" charset="2"/>
                </a:rPr>
                <a:t> </a:t>
              </a:r>
              <a:r>
                <a:rPr lang="en-GB" sz="1800" dirty="0"/>
                <a:t>p ≤ </a:t>
              </a:r>
              <a:r>
                <a:rPr lang="el-GR" sz="1800" dirty="0"/>
                <a:t>α</a:t>
              </a:r>
              <a:endParaRPr lang="en-GB" sz="1400" b="1" dirty="0">
                <a:solidFill>
                  <a:srgbClr val="000000"/>
                </a:solidFill>
              </a:endParaRPr>
            </a:p>
          </p:txBody>
        </p:sp>
        <p:grpSp>
          <p:nvGrpSpPr>
            <p:cNvPr id="113" name="Group 112">
              <a:extLst>
                <a:ext uri="{FF2B5EF4-FFF2-40B4-BE49-F238E27FC236}">
                  <a16:creationId xmlns:a16="http://schemas.microsoft.com/office/drawing/2014/main" id="{C8D6B4BC-544E-B4B4-B2C4-585ACE069CF4}"/>
                </a:ext>
              </a:extLst>
            </p:cNvPr>
            <p:cNvGrpSpPr/>
            <p:nvPr/>
          </p:nvGrpSpPr>
          <p:grpSpPr>
            <a:xfrm>
              <a:off x="5736335" y="5139341"/>
              <a:ext cx="436320" cy="676440"/>
              <a:chOff x="5736335" y="5139341"/>
              <a:chExt cx="436320" cy="676440"/>
            </a:xfrm>
          </p:grpSpPr>
          <p:grpSp>
            <p:nvGrpSpPr>
              <p:cNvPr id="85" name="Group 84">
                <a:extLst>
                  <a:ext uri="{FF2B5EF4-FFF2-40B4-BE49-F238E27FC236}">
                    <a16:creationId xmlns:a16="http://schemas.microsoft.com/office/drawing/2014/main" id="{0338C1E4-064A-32F7-1CCC-5111DA33076F}"/>
                  </a:ext>
                </a:extLst>
              </p:cNvPr>
              <p:cNvGrpSpPr/>
              <p:nvPr/>
            </p:nvGrpSpPr>
            <p:grpSpPr>
              <a:xfrm>
                <a:off x="5736335" y="5418701"/>
                <a:ext cx="102600" cy="397080"/>
                <a:chOff x="5736335" y="5418701"/>
                <a:chExt cx="102600" cy="397080"/>
              </a:xfrm>
            </p:grpSpPr>
            <mc:AlternateContent xmlns:mc="http://schemas.openxmlformats.org/markup-compatibility/2006" xmlns:p14="http://schemas.microsoft.com/office/powerpoint/2010/main">
              <mc:Choice Requires="p14">
                <p:contentPart p14:bwMode="auto" r:id="rId36">
                  <p14:nvContentPartPr>
                    <p14:cNvPr id="83" name="Ink 82">
                      <a:extLst>
                        <a:ext uri="{FF2B5EF4-FFF2-40B4-BE49-F238E27FC236}">
                          <a16:creationId xmlns:a16="http://schemas.microsoft.com/office/drawing/2014/main" id="{6B5E017A-4FB8-A856-9198-2E358998D3CE}"/>
                        </a:ext>
                      </a:extLst>
                    </p14:cNvPr>
                    <p14:cNvContentPartPr/>
                    <p14:nvPr/>
                  </p14:nvContentPartPr>
                  <p14:xfrm>
                    <a:off x="5736335" y="5418701"/>
                    <a:ext cx="39240" cy="374040"/>
                  </p14:xfrm>
                </p:contentPart>
              </mc:Choice>
              <mc:Fallback xmlns="">
                <p:pic>
                  <p:nvPicPr>
                    <p:cNvPr id="83" name="Ink 82">
                      <a:extLst>
                        <a:ext uri="{FF2B5EF4-FFF2-40B4-BE49-F238E27FC236}">
                          <a16:creationId xmlns:a16="http://schemas.microsoft.com/office/drawing/2014/main" id="{6B5E017A-4FB8-A856-9198-2E358998D3CE}"/>
                        </a:ext>
                      </a:extLst>
                    </p:cNvPr>
                    <p:cNvPicPr/>
                    <p:nvPr/>
                  </p:nvPicPr>
                  <p:blipFill>
                    <a:blip r:embed="rId37"/>
                    <a:stretch>
                      <a:fillRect/>
                    </a:stretch>
                  </p:blipFill>
                  <p:spPr>
                    <a:xfrm>
                      <a:off x="5727695" y="5410061"/>
                      <a:ext cx="5688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84" name="Ink 83">
                      <a:extLst>
                        <a:ext uri="{FF2B5EF4-FFF2-40B4-BE49-F238E27FC236}">
                          <a16:creationId xmlns:a16="http://schemas.microsoft.com/office/drawing/2014/main" id="{2673D9F4-0ACA-1121-9FFB-D78AB1194D01}"/>
                        </a:ext>
                      </a:extLst>
                    </p14:cNvPr>
                    <p14:cNvContentPartPr/>
                    <p14:nvPr/>
                  </p14:nvContentPartPr>
                  <p14:xfrm>
                    <a:off x="5736335" y="5752421"/>
                    <a:ext cx="102600" cy="63360"/>
                  </p14:xfrm>
                </p:contentPart>
              </mc:Choice>
              <mc:Fallback xmlns="">
                <p:pic>
                  <p:nvPicPr>
                    <p:cNvPr id="84" name="Ink 83">
                      <a:extLst>
                        <a:ext uri="{FF2B5EF4-FFF2-40B4-BE49-F238E27FC236}">
                          <a16:creationId xmlns:a16="http://schemas.microsoft.com/office/drawing/2014/main" id="{2673D9F4-0ACA-1121-9FFB-D78AB1194D01}"/>
                        </a:ext>
                      </a:extLst>
                    </p:cNvPr>
                    <p:cNvPicPr/>
                    <p:nvPr/>
                  </p:nvPicPr>
                  <p:blipFill>
                    <a:blip r:embed="rId39"/>
                    <a:stretch>
                      <a:fillRect/>
                    </a:stretch>
                  </p:blipFill>
                  <p:spPr>
                    <a:xfrm>
                      <a:off x="5727695" y="5743781"/>
                      <a:ext cx="120240" cy="81000"/>
                    </a:xfrm>
                    <a:prstGeom prst="rect">
                      <a:avLst/>
                    </a:prstGeom>
                  </p:spPr>
                </p:pic>
              </mc:Fallback>
            </mc:AlternateContent>
          </p:grpSp>
          <p:grpSp>
            <p:nvGrpSpPr>
              <p:cNvPr id="97" name="Group 96">
                <a:extLst>
                  <a:ext uri="{FF2B5EF4-FFF2-40B4-BE49-F238E27FC236}">
                    <a16:creationId xmlns:a16="http://schemas.microsoft.com/office/drawing/2014/main" id="{B37CFCF5-D387-D407-8498-73B71A0EAEC6}"/>
                  </a:ext>
                </a:extLst>
              </p:cNvPr>
              <p:cNvGrpSpPr/>
              <p:nvPr/>
            </p:nvGrpSpPr>
            <p:grpSpPr>
              <a:xfrm>
                <a:off x="5736335" y="5139341"/>
                <a:ext cx="436320" cy="242280"/>
                <a:chOff x="5736335" y="5139341"/>
                <a:chExt cx="436320" cy="242280"/>
              </a:xfrm>
            </p:grpSpPr>
            <mc:AlternateContent xmlns:mc="http://schemas.openxmlformats.org/markup-compatibility/2006" xmlns:p14="http://schemas.microsoft.com/office/powerpoint/2010/main">
              <mc:Choice Requires="p14">
                <p:contentPart p14:bwMode="auto" r:id="rId40">
                  <p14:nvContentPartPr>
                    <p14:cNvPr id="91" name="Ink 90">
                      <a:extLst>
                        <a:ext uri="{FF2B5EF4-FFF2-40B4-BE49-F238E27FC236}">
                          <a16:creationId xmlns:a16="http://schemas.microsoft.com/office/drawing/2014/main" id="{CBB1EEE6-7E63-1CD7-7E2C-3DCD0A6439D8}"/>
                        </a:ext>
                      </a:extLst>
                    </p14:cNvPr>
                    <p14:cNvContentPartPr/>
                    <p14:nvPr/>
                  </p14:nvContentPartPr>
                  <p14:xfrm>
                    <a:off x="5736335" y="5139341"/>
                    <a:ext cx="360" cy="220680"/>
                  </p14:xfrm>
                </p:contentPart>
              </mc:Choice>
              <mc:Fallback xmlns="">
                <p:pic>
                  <p:nvPicPr>
                    <p:cNvPr id="91" name="Ink 90">
                      <a:extLst>
                        <a:ext uri="{FF2B5EF4-FFF2-40B4-BE49-F238E27FC236}">
                          <a16:creationId xmlns:a16="http://schemas.microsoft.com/office/drawing/2014/main" id="{CBB1EEE6-7E63-1CD7-7E2C-3DCD0A6439D8}"/>
                        </a:ext>
                      </a:extLst>
                    </p:cNvPr>
                    <p:cNvPicPr/>
                    <p:nvPr/>
                  </p:nvPicPr>
                  <p:blipFill>
                    <a:blip r:embed="rId41"/>
                    <a:stretch>
                      <a:fillRect/>
                    </a:stretch>
                  </p:blipFill>
                  <p:spPr>
                    <a:xfrm>
                      <a:off x="5727695" y="5130701"/>
                      <a:ext cx="180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2" name="Ink 91">
                      <a:extLst>
                        <a:ext uri="{FF2B5EF4-FFF2-40B4-BE49-F238E27FC236}">
                          <a16:creationId xmlns:a16="http://schemas.microsoft.com/office/drawing/2014/main" id="{CFB548A9-B562-6EA0-B924-42269BAE6695}"/>
                        </a:ext>
                      </a:extLst>
                    </p14:cNvPr>
                    <p14:cNvContentPartPr/>
                    <p14:nvPr/>
                  </p14:nvContentPartPr>
                  <p14:xfrm>
                    <a:off x="5755775" y="5303141"/>
                    <a:ext cx="111960" cy="70560"/>
                  </p14:xfrm>
                </p:contentPart>
              </mc:Choice>
              <mc:Fallback xmlns="">
                <p:pic>
                  <p:nvPicPr>
                    <p:cNvPr id="92" name="Ink 91">
                      <a:extLst>
                        <a:ext uri="{FF2B5EF4-FFF2-40B4-BE49-F238E27FC236}">
                          <a16:creationId xmlns:a16="http://schemas.microsoft.com/office/drawing/2014/main" id="{CFB548A9-B562-6EA0-B924-42269BAE6695}"/>
                        </a:ext>
                      </a:extLst>
                    </p:cNvPr>
                    <p:cNvPicPr/>
                    <p:nvPr/>
                  </p:nvPicPr>
                  <p:blipFill>
                    <a:blip r:embed="rId43"/>
                    <a:stretch>
                      <a:fillRect/>
                    </a:stretch>
                  </p:blipFill>
                  <p:spPr>
                    <a:xfrm>
                      <a:off x="5746775" y="5294141"/>
                      <a:ext cx="1296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3" name="Ink 92">
                      <a:extLst>
                        <a:ext uri="{FF2B5EF4-FFF2-40B4-BE49-F238E27FC236}">
                          <a16:creationId xmlns:a16="http://schemas.microsoft.com/office/drawing/2014/main" id="{0DDF18B8-69B5-B7A9-9BD0-D740A0F1E956}"/>
                        </a:ext>
                      </a:extLst>
                    </p14:cNvPr>
                    <p14:cNvContentPartPr/>
                    <p14:nvPr/>
                  </p14:nvContentPartPr>
                  <p14:xfrm>
                    <a:off x="5813375" y="5264621"/>
                    <a:ext cx="110160" cy="91440"/>
                  </p14:xfrm>
                </p:contentPart>
              </mc:Choice>
              <mc:Fallback xmlns="">
                <p:pic>
                  <p:nvPicPr>
                    <p:cNvPr id="93" name="Ink 92">
                      <a:extLst>
                        <a:ext uri="{FF2B5EF4-FFF2-40B4-BE49-F238E27FC236}">
                          <a16:creationId xmlns:a16="http://schemas.microsoft.com/office/drawing/2014/main" id="{0DDF18B8-69B5-B7A9-9BD0-D740A0F1E956}"/>
                        </a:ext>
                      </a:extLst>
                    </p:cNvPr>
                    <p:cNvPicPr/>
                    <p:nvPr/>
                  </p:nvPicPr>
                  <p:blipFill>
                    <a:blip r:embed="rId45"/>
                    <a:stretch>
                      <a:fillRect/>
                    </a:stretch>
                  </p:blipFill>
                  <p:spPr>
                    <a:xfrm>
                      <a:off x="5804735" y="5255621"/>
                      <a:ext cx="1278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94" name="Ink 93">
                      <a:extLst>
                        <a:ext uri="{FF2B5EF4-FFF2-40B4-BE49-F238E27FC236}">
                          <a16:creationId xmlns:a16="http://schemas.microsoft.com/office/drawing/2014/main" id="{8FDF3D43-9605-55C0-12D1-DE939BC39817}"/>
                        </a:ext>
                      </a:extLst>
                    </p14:cNvPr>
                    <p14:cNvContentPartPr/>
                    <p14:nvPr/>
                  </p14:nvContentPartPr>
                  <p14:xfrm>
                    <a:off x="5948015" y="5331941"/>
                    <a:ext cx="51120" cy="45000"/>
                  </p14:xfrm>
                </p:contentPart>
              </mc:Choice>
              <mc:Fallback xmlns="">
                <p:pic>
                  <p:nvPicPr>
                    <p:cNvPr id="94" name="Ink 93">
                      <a:extLst>
                        <a:ext uri="{FF2B5EF4-FFF2-40B4-BE49-F238E27FC236}">
                          <a16:creationId xmlns:a16="http://schemas.microsoft.com/office/drawing/2014/main" id="{8FDF3D43-9605-55C0-12D1-DE939BC39817}"/>
                        </a:ext>
                      </a:extLst>
                    </p:cNvPr>
                    <p:cNvPicPr/>
                    <p:nvPr/>
                  </p:nvPicPr>
                  <p:blipFill>
                    <a:blip r:embed="rId47"/>
                    <a:stretch>
                      <a:fillRect/>
                    </a:stretch>
                  </p:blipFill>
                  <p:spPr>
                    <a:xfrm>
                      <a:off x="5939375" y="5322941"/>
                      <a:ext cx="687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95" name="Ink 94">
                      <a:extLst>
                        <a:ext uri="{FF2B5EF4-FFF2-40B4-BE49-F238E27FC236}">
                          <a16:creationId xmlns:a16="http://schemas.microsoft.com/office/drawing/2014/main" id="{8FC4A2E7-3F84-3C69-7DAF-48F1F5AEB9CD}"/>
                        </a:ext>
                      </a:extLst>
                    </p14:cNvPr>
                    <p14:cNvContentPartPr/>
                    <p14:nvPr/>
                  </p14:nvContentPartPr>
                  <p14:xfrm>
                    <a:off x="6034775" y="5362901"/>
                    <a:ext cx="45000" cy="18720"/>
                  </p14:xfrm>
                </p:contentPart>
              </mc:Choice>
              <mc:Fallback xmlns="">
                <p:pic>
                  <p:nvPicPr>
                    <p:cNvPr id="95" name="Ink 94">
                      <a:extLst>
                        <a:ext uri="{FF2B5EF4-FFF2-40B4-BE49-F238E27FC236}">
                          <a16:creationId xmlns:a16="http://schemas.microsoft.com/office/drawing/2014/main" id="{8FC4A2E7-3F84-3C69-7DAF-48F1F5AEB9CD}"/>
                        </a:ext>
                      </a:extLst>
                    </p:cNvPr>
                    <p:cNvPicPr/>
                    <p:nvPr/>
                  </p:nvPicPr>
                  <p:blipFill>
                    <a:blip r:embed="rId49"/>
                    <a:stretch>
                      <a:fillRect/>
                    </a:stretch>
                  </p:blipFill>
                  <p:spPr>
                    <a:xfrm>
                      <a:off x="6025775" y="5354261"/>
                      <a:ext cx="626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96" name="Ink 95">
                      <a:extLst>
                        <a:ext uri="{FF2B5EF4-FFF2-40B4-BE49-F238E27FC236}">
                          <a16:creationId xmlns:a16="http://schemas.microsoft.com/office/drawing/2014/main" id="{039EBAB3-71BA-1296-A84A-EA3157EA28C6}"/>
                        </a:ext>
                      </a:extLst>
                    </p14:cNvPr>
                    <p14:cNvContentPartPr/>
                    <p14:nvPr/>
                  </p14:nvContentPartPr>
                  <p14:xfrm>
                    <a:off x="6130895" y="5370461"/>
                    <a:ext cx="41760" cy="4320"/>
                  </p14:xfrm>
                </p:contentPart>
              </mc:Choice>
              <mc:Fallback xmlns="">
                <p:pic>
                  <p:nvPicPr>
                    <p:cNvPr id="96" name="Ink 95">
                      <a:extLst>
                        <a:ext uri="{FF2B5EF4-FFF2-40B4-BE49-F238E27FC236}">
                          <a16:creationId xmlns:a16="http://schemas.microsoft.com/office/drawing/2014/main" id="{039EBAB3-71BA-1296-A84A-EA3157EA28C6}"/>
                        </a:ext>
                      </a:extLst>
                    </p:cNvPr>
                    <p:cNvPicPr/>
                    <p:nvPr/>
                  </p:nvPicPr>
                  <p:blipFill>
                    <a:blip r:embed="rId51"/>
                    <a:stretch>
                      <a:fillRect/>
                    </a:stretch>
                  </p:blipFill>
                  <p:spPr>
                    <a:xfrm>
                      <a:off x="6121895" y="5361461"/>
                      <a:ext cx="59400" cy="21960"/>
                    </a:xfrm>
                    <a:prstGeom prst="rect">
                      <a:avLst/>
                    </a:prstGeom>
                  </p:spPr>
                </p:pic>
              </mc:Fallback>
            </mc:AlternateContent>
          </p:grpSp>
        </p:grpSp>
        <p:grpSp>
          <p:nvGrpSpPr>
            <p:cNvPr id="101" name="Group 100">
              <a:extLst>
                <a:ext uri="{FF2B5EF4-FFF2-40B4-BE49-F238E27FC236}">
                  <a16:creationId xmlns:a16="http://schemas.microsoft.com/office/drawing/2014/main" id="{D544CAE3-241C-5EEA-F3AD-F9840B387143}"/>
                </a:ext>
              </a:extLst>
            </p:cNvPr>
            <p:cNvGrpSpPr/>
            <p:nvPr/>
          </p:nvGrpSpPr>
          <p:grpSpPr>
            <a:xfrm>
              <a:off x="3888455" y="2966381"/>
              <a:ext cx="4330440" cy="3030120"/>
              <a:chOff x="3888455" y="2966381"/>
              <a:chExt cx="4330440" cy="3030120"/>
            </a:xfrm>
          </p:grpSpPr>
          <mc:AlternateContent xmlns:mc="http://schemas.openxmlformats.org/markup-compatibility/2006" xmlns:p14="http://schemas.microsoft.com/office/powerpoint/2010/main">
            <mc:Choice Requires="p14">
              <p:contentPart p14:bwMode="auto" r:id="rId52">
                <p14:nvContentPartPr>
                  <p14:cNvPr id="55" name="Ink 54">
                    <a:extLst>
                      <a:ext uri="{FF2B5EF4-FFF2-40B4-BE49-F238E27FC236}">
                        <a16:creationId xmlns:a16="http://schemas.microsoft.com/office/drawing/2014/main" id="{7B88C261-D4C8-DEB1-83AB-DA6097351EFB}"/>
                      </a:ext>
                    </a:extLst>
                  </p14:cNvPr>
                  <p14:cNvContentPartPr/>
                  <p14:nvPr/>
                </p14:nvContentPartPr>
                <p14:xfrm>
                  <a:off x="5630315" y="4778161"/>
                  <a:ext cx="264600" cy="226080"/>
                </p14:xfrm>
              </p:contentPart>
            </mc:Choice>
            <mc:Fallback xmlns="">
              <p:pic>
                <p:nvPicPr>
                  <p:cNvPr id="55" name="Ink 54">
                    <a:extLst>
                      <a:ext uri="{FF2B5EF4-FFF2-40B4-BE49-F238E27FC236}">
                        <a16:creationId xmlns:a16="http://schemas.microsoft.com/office/drawing/2014/main" id="{7B88C261-D4C8-DEB1-83AB-DA6097351EFB}"/>
                      </a:ext>
                    </a:extLst>
                  </p:cNvPr>
                  <p:cNvPicPr/>
                  <p:nvPr/>
                </p:nvPicPr>
                <p:blipFill>
                  <a:blip r:embed="rId53"/>
                  <a:stretch>
                    <a:fillRect/>
                  </a:stretch>
                </p:blipFill>
                <p:spPr>
                  <a:xfrm>
                    <a:off x="5621315" y="4769521"/>
                    <a:ext cx="2822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6" name="Ink 55">
                    <a:extLst>
                      <a:ext uri="{FF2B5EF4-FFF2-40B4-BE49-F238E27FC236}">
                        <a16:creationId xmlns:a16="http://schemas.microsoft.com/office/drawing/2014/main" id="{F350406B-0009-A217-0FEE-A861BE26528D}"/>
                      </a:ext>
                    </a:extLst>
                  </p14:cNvPr>
                  <p14:cNvContentPartPr/>
                  <p14:nvPr/>
                </p14:nvContentPartPr>
                <p14:xfrm>
                  <a:off x="5851715" y="4734241"/>
                  <a:ext cx="112320" cy="128520"/>
                </p14:xfrm>
              </p:contentPart>
            </mc:Choice>
            <mc:Fallback xmlns="">
              <p:pic>
                <p:nvPicPr>
                  <p:cNvPr id="56" name="Ink 55">
                    <a:extLst>
                      <a:ext uri="{FF2B5EF4-FFF2-40B4-BE49-F238E27FC236}">
                        <a16:creationId xmlns:a16="http://schemas.microsoft.com/office/drawing/2014/main" id="{F350406B-0009-A217-0FEE-A861BE26528D}"/>
                      </a:ext>
                    </a:extLst>
                  </p:cNvPr>
                  <p:cNvPicPr/>
                  <p:nvPr/>
                </p:nvPicPr>
                <p:blipFill>
                  <a:blip r:embed="rId55"/>
                  <a:stretch>
                    <a:fillRect/>
                  </a:stretch>
                </p:blipFill>
                <p:spPr>
                  <a:xfrm>
                    <a:off x="5843075" y="4725241"/>
                    <a:ext cx="1299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8" name="Ink 97">
                    <a:extLst>
                      <a:ext uri="{FF2B5EF4-FFF2-40B4-BE49-F238E27FC236}">
                        <a16:creationId xmlns:a16="http://schemas.microsoft.com/office/drawing/2014/main" id="{65568018-5FEC-90C9-EFA6-37BD0BCF3F64}"/>
                      </a:ext>
                    </a:extLst>
                  </p14:cNvPr>
                  <p14:cNvContentPartPr/>
                  <p14:nvPr/>
                </p14:nvContentPartPr>
                <p14:xfrm>
                  <a:off x="3969815" y="3016421"/>
                  <a:ext cx="4249080" cy="2980080"/>
                </p14:xfrm>
              </p:contentPart>
            </mc:Choice>
            <mc:Fallback xmlns="">
              <p:pic>
                <p:nvPicPr>
                  <p:cNvPr id="98" name="Ink 97">
                    <a:extLst>
                      <a:ext uri="{FF2B5EF4-FFF2-40B4-BE49-F238E27FC236}">
                        <a16:creationId xmlns:a16="http://schemas.microsoft.com/office/drawing/2014/main" id="{65568018-5FEC-90C9-EFA6-37BD0BCF3F64}"/>
                      </a:ext>
                    </a:extLst>
                  </p:cNvPr>
                  <p:cNvPicPr/>
                  <p:nvPr/>
                </p:nvPicPr>
                <p:blipFill>
                  <a:blip r:embed="rId57"/>
                  <a:stretch>
                    <a:fillRect/>
                  </a:stretch>
                </p:blipFill>
                <p:spPr>
                  <a:xfrm>
                    <a:off x="3961175" y="3007781"/>
                    <a:ext cx="4266720" cy="2997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9" name="Ink 98">
                    <a:extLst>
                      <a:ext uri="{FF2B5EF4-FFF2-40B4-BE49-F238E27FC236}">
                        <a16:creationId xmlns:a16="http://schemas.microsoft.com/office/drawing/2014/main" id="{112FEC5B-F18D-1872-493A-808253A9B539}"/>
                      </a:ext>
                    </a:extLst>
                  </p14:cNvPr>
                  <p14:cNvContentPartPr/>
                  <p14:nvPr/>
                </p14:nvContentPartPr>
                <p14:xfrm>
                  <a:off x="3888455" y="2983661"/>
                  <a:ext cx="93600" cy="79200"/>
                </p14:xfrm>
              </p:contentPart>
            </mc:Choice>
            <mc:Fallback xmlns="">
              <p:pic>
                <p:nvPicPr>
                  <p:cNvPr id="99" name="Ink 98">
                    <a:extLst>
                      <a:ext uri="{FF2B5EF4-FFF2-40B4-BE49-F238E27FC236}">
                        <a16:creationId xmlns:a16="http://schemas.microsoft.com/office/drawing/2014/main" id="{112FEC5B-F18D-1872-493A-808253A9B539}"/>
                      </a:ext>
                    </a:extLst>
                  </p:cNvPr>
                  <p:cNvPicPr/>
                  <p:nvPr/>
                </p:nvPicPr>
                <p:blipFill>
                  <a:blip r:embed="rId59"/>
                  <a:stretch>
                    <a:fillRect/>
                  </a:stretch>
                </p:blipFill>
                <p:spPr>
                  <a:xfrm>
                    <a:off x="3879455" y="2974661"/>
                    <a:ext cx="1112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0" name="Ink 99">
                    <a:extLst>
                      <a:ext uri="{FF2B5EF4-FFF2-40B4-BE49-F238E27FC236}">
                        <a16:creationId xmlns:a16="http://schemas.microsoft.com/office/drawing/2014/main" id="{46CC51C0-519E-0DD8-AEA5-B37DB3004E1A}"/>
                      </a:ext>
                    </a:extLst>
                  </p14:cNvPr>
                  <p14:cNvContentPartPr/>
                  <p14:nvPr/>
                </p14:nvContentPartPr>
                <p14:xfrm>
                  <a:off x="3926975" y="2966381"/>
                  <a:ext cx="143640" cy="7920"/>
                </p14:xfrm>
              </p:contentPart>
            </mc:Choice>
            <mc:Fallback xmlns="">
              <p:pic>
                <p:nvPicPr>
                  <p:cNvPr id="100" name="Ink 99">
                    <a:extLst>
                      <a:ext uri="{FF2B5EF4-FFF2-40B4-BE49-F238E27FC236}">
                        <a16:creationId xmlns:a16="http://schemas.microsoft.com/office/drawing/2014/main" id="{46CC51C0-519E-0DD8-AEA5-B37DB3004E1A}"/>
                      </a:ext>
                    </a:extLst>
                  </p:cNvPr>
                  <p:cNvPicPr/>
                  <p:nvPr/>
                </p:nvPicPr>
                <p:blipFill>
                  <a:blip r:embed="rId61"/>
                  <a:stretch>
                    <a:fillRect/>
                  </a:stretch>
                </p:blipFill>
                <p:spPr>
                  <a:xfrm>
                    <a:off x="3917975" y="2957381"/>
                    <a:ext cx="161280" cy="25560"/>
                  </a:xfrm>
                  <a:prstGeom prst="rect">
                    <a:avLst/>
                  </a:prstGeom>
                </p:spPr>
              </p:pic>
            </mc:Fallback>
          </mc:AlternateContent>
        </p:grpSp>
      </p:grpSp>
      <p:sp>
        <p:nvSpPr>
          <p:cNvPr id="120" name="TextBox 119">
            <a:extLst>
              <a:ext uri="{FF2B5EF4-FFF2-40B4-BE49-F238E27FC236}">
                <a16:creationId xmlns:a16="http://schemas.microsoft.com/office/drawing/2014/main" id="{043D391C-7BD8-C0EB-640B-4475FB17ECD8}"/>
              </a:ext>
            </a:extLst>
          </p:cNvPr>
          <p:cNvSpPr txBox="1"/>
          <p:nvPr/>
        </p:nvSpPr>
        <p:spPr>
          <a:xfrm>
            <a:off x="308124" y="3921150"/>
            <a:ext cx="1663303" cy="1815882"/>
          </a:xfrm>
          <a:prstGeom prst="rect">
            <a:avLst/>
          </a:prstGeom>
          <a:noFill/>
        </p:spPr>
        <p:txBody>
          <a:bodyPr wrap="square" rtlCol="0">
            <a:spAutoFit/>
          </a:bodyPr>
          <a:lstStyle/>
          <a:p>
            <a:pPr algn="ctr"/>
            <a:r>
              <a:rPr lang="en-GB" sz="1400" dirty="0">
                <a:solidFill>
                  <a:srgbClr val="000000"/>
                </a:solidFill>
              </a:rPr>
              <a:t>The level of significance</a:t>
            </a:r>
            <a:r>
              <a:rPr lang="el-GR" sz="1400" dirty="0">
                <a:solidFill>
                  <a:srgbClr val="000000"/>
                </a:solidFill>
              </a:rPr>
              <a:t>/</a:t>
            </a:r>
            <a:endParaRPr lang="en-GB" sz="1400" dirty="0">
              <a:solidFill>
                <a:srgbClr val="000000"/>
              </a:solidFill>
            </a:endParaRPr>
          </a:p>
          <a:p>
            <a:pPr algn="ctr"/>
            <a:r>
              <a:rPr lang="en-GB" sz="1400" dirty="0">
                <a:solidFill>
                  <a:srgbClr val="000000"/>
                </a:solidFill>
              </a:rPr>
              <a:t>level of confidence derives by</a:t>
            </a:r>
          </a:p>
          <a:p>
            <a:pPr algn="ctr"/>
            <a:r>
              <a:rPr lang="en-GB" sz="1400" dirty="0">
                <a:solidFill>
                  <a:srgbClr val="000000"/>
                </a:solidFill>
              </a:rPr>
              <a:t>SL or CL = 1-</a:t>
            </a:r>
            <a:r>
              <a:rPr lang="el-GR" sz="1400" dirty="0">
                <a:solidFill>
                  <a:srgbClr val="000000"/>
                </a:solidFill>
              </a:rPr>
              <a:t>α</a:t>
            </a:r>
          </a:p>
          <a:p>
            <a:pPr algn="ctr"/>
            <a:r>
              <a:rPr lang="en-GB" sz="1400" dirty="0">
                <a:solidFill>
                  <a:srgbClr val="000000"/>
                </a:solidFill>
              </a:rPr>
              <a:t>e.g. if p=0.12</a:t>
            </a:r>
          </a:p>
          <a:p>
            <a:pPr algn="ctr"/>
            <a:r>
              <a:rPr lang="en-GB" sz="1400" dirty="0">
                <a:solidFill>
                  <a:srgbClr val="000000"/>
                </a:solidFill>
              </a:rPr>
              <a:t>CL=1 - 0.12 = 0.88 CL is 88%</a:t>
            </a:r>
          </a:p>
        </p:txBody>
      </p:sp>
      <p:grpSp>
        <p:nvGrpSpPr>
          <p:cNvPr id="125" name="Group 124">
            <a:extLst>
              <a:ext uri="{FF2B5EF4-FFF2-40B4-BE49-F238E27FC236}">
                <a16:creationId xmlns:a16="http://schemas.microsoft.com/office/drawing/2014/main" id="{CF0EB8DC-8860-0333-7BA4-AC84FD63B21E}"/>
              </a:ext>
            </a:extLst>
          </p:cNvPr>
          <p:cNvGrpSpPr/>
          <p:nvPr/>
        </p:nvGrpSpPr>
        <p:grpSpPr>
          <a:xfrm>
            <a:off x="1806039" y="3664452"/>
            <a:ext cx="3816305" cy="2482315"/>
            <a:chOff x="1806039" y="3664452"/>
            <a:chExt cx="3816305" cy="2482315"/>
          </a:xfrm>
        </p:grpSpPr>
        <p:grpSp>
          <p:nvGrpSpPr>
            <p:cNvPr id="112" name="Group 111">
              <a:extLst>
                <a:ext uri="{FF2B5EF4-FFF2-40B4-BE49-F238E27FC236}">
                  <a16:creationId xmlns:a16="http://schemas.microsoft.com/office/drawing/2014/main" id="{8755C9A9-06AE-1435-4668-A576C78998E7}"/>
                </a:ext>
              </a:extLst>
            </p:cNvPr>
            <p:cNvGrpSpPr/>
            <p:nvPr/>
          </p:nvGrpSpPr>
          <p:grpSpPr>
            <a:xfrm>
              <a:off x="4727024" y="3896056"/>
              <a:ext cx="895320" cy="1828080"/>
              <a:chOff x="4756239" y="3953497"/>
              <a:chExt cx="895320" cy="1828080"/>
            </a:xfrm>
          </p:grpSpPr>
          <p:grpSp>
            <p:nvGrpSpPr>
              <p:cNvPr id="104" name="Group 103">
                <a:extLst>
                  <a:ext uri="{FF2B5EF4-FFF2-40B4-BE49-F238E27FC236}">
                    <a16:creationId xmlns:a16="http://schemas.microsoft.com/office/drawing/2014/main" id="{6A60F7B8-2E46-F46A-80E3-13CCBDB2AD50}"/>
                  </a:ext>
                </a:extLst>
              </p:cNvPr>
              <p:cNvGrpSpPr/>
              <p:nvPr/>
            </p:nvGrpSpPr>
            <p:grpSpPr>
              <a:xfrm>
                <a:off x="4756239" y="5412217"/>
                <a:ext cx="75960" cy="369360"/>
                <a:chOff x="4756239" y="5412217"/>
                <a:chExt cx="75960" cy="369360"/>
              </a:xfrm>
            </p:grpSpPr>
            <mc:AlternateContent xmlns:mc="http://schemas.openxmlformats.org/markup-compatibility/2006" xmlns:p14="http://schemas.microsoft.com/office/powerpoint/2010/main">
              <mc:Choice Requires="p14">
                <p:contentPart p14:bwMode="auto" r:id="rId62">
                  <p14:nvContentPartPr>
                    <p14:cNvPr id="102" name="Ink 101">
                      <a:extLst>
                        <a:ext uri="{FF2B5EF4-FFF2-40B4-BE49-F238E27FC236}">
                          <a16:creationId xmlns:a16="http://schemas.microsoft.com/office/drawing/2014/main" id="{00EF0C44-C643-EBD0-73C5-B7513263257D}"/>
                        </a:ext>
                      </a:extLst>
                    </p14:cNvPr>
                    <p14:cNvContentPartPr/>
                    <p14:nvPr/>
                  </p14:nvContentPartPr>
                  <p14:xfrm>
                    <a:off x="4784679" y="5412217"/>
                    <a:ext cx="8640" cy="309240"/>
                  </p14:xfrm>
                </p:contentPart>
              </mc:Choice>
              <mc:Fallback xmlns="">
                <p:pic>
                  <p:nvPicPr>
                    <p:cNvPr id="102" name="Ink 101">
                      <a:extLst>
                        <a:ext uri="{FF2B5EF4-FFF2-40B4-BE49-F238E27FC236}">
                          <a16:creationId xmlns:a16="http://schemas.microsoft.com/office/drawing/2014/main" id="{00EF0C44-C643-EBD0-73C5-B7513263257D}"/>
                        </a:ext>
                      </a:extLst>
                    </p:cNvPr>
                    <p:cNvPicPr/>
                    <p:nvPr/>
                  </p:nvPicPr>
                  <p:blipFill>
                    <a:blip r:embed="rId63"/>
                    <a:stretch>
                      <a:fillRect/>
                    </a:stretch>
                  </p:blipFill>
                  <p:spPr>
                    <a:xfrm>
                      <a:off x="4776039" y="5403577"/>
                      <a:ext cx="2628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3" name="Ink 102">
                      <a:extLst>
                        <a:ext uri="{FF2B5EF4-FFF2-40B4-BE49-F238E27FC236}">
                          <a16:creationId xmlns:a16="http://schemas.microsoft.com/office/drawing/2014/main" id="{17DCE518-3208-7A39-5529-26219D1C18CD}"/>
                        </a:ext>
                      </a:extLst>
                    </p14:cNvPr>
                    <p14:cNvContentPartPr/>
                    <p14:nvPr/>
                  </p14:nvContentPartPr>
                  <p14:xfrm>
                    <a:off x="4756239" y="5714617"/>
                    <a:ext cx="75960" cy="66960"/>
                  </p14:xfrm>
                </p:contentPart>
              </mc:Choice>
              <mc:Fallback xmlns="">
                <p:pic>
                  <p:nvPicPr>
                    <p:cNvPr id="103" name="Ink 102">
                      <a:extLst>
                        <a:ext uri="{FF2B5EF4-FFF2-40B4-BE49-F238E27FC236}">
                          <a16:creationId xmlns:a16="http://schemas.microsoft.com/office/drawing/2014/main" id="{17DCE518-3208-7A39-5529-26219D1C18CD}"/>
                        </a:ext>
                      </a:extLst>
                    </p:cNvPr>
                    <p:cNvPicPr/>
                    <p:nvPr/>
                  </p:nvPicPr>
                  <p:blipFill>
                    <a:blip r:embed="rId65"/>
                    <a:stretch>
                      <a:fillRect/>
                    </a:stretch>
                  </p:blipFill>
                  <p:spPr>
                    <a:xfrm>
                      <a:off x="4747239" y="5705977"/>
                      <a:ext cx="93600" cy="84600"/>
                    </a:xfrm>
                    <a:prstGeom prst="rect">
                      <a:avLst/>
                    </a:prstGeom>
                  </p:spPr>
                </p:pic>
              </mc:Fallback>
            </mc:AlternateContent>
          </p:grpSp>
          <p:grpSp>
            <p:nvGrpSpPr>
              <p:cNvPr id="111" name="Group 110">
                <a:extLst>
                  <a:ext uri="{FF2B5EF4-FFF2-40B4-BE49-F238E27FC236}">
                    <a16:creationId xmlns:a16="http://schemas.microsoft.com/office/drawing/2014/main" id="{E6A6ADEB-D016-A39C-EF4F-F91FC84FA936}"/>
                  </a:ext>
                </a:extLst>
              </p:cNvPr>
              <p:cNvGrpSpPr/>
              <p:nvPr/>
            </p:nvGrpSpPr>
            <p:grpSpPr>
              <a:xfrm>
                <a:off x="4785399" y="3953497"/>
                <a:ext cx="866160" cy="1443600"/>
                <a:chOff x="4785399" y="3953497"/>
                <a:chExt cx="866160" cy="1443600"/>
              </a:xfrm>
            </p:grpSpPr>
            <mc:AlternateContent xmlns:mc="http://schemas.openxmlformats.org/markup-compatibility/2006" xmlns:p14="http://schemas.microsoft.com/office/powerpoint/2010/main">
              <mc:Choice Requires="p14">
                <p:contentPart p14:bwMode="auto" r:id="rId66">
                  <p14:nvContentPartPr>
                    <p14:cNvPr id="105" name="Ink 104">
                      <a:extLst>
                        <a:ext uri="{FF2B5EF4-FFF2-40B4-BE49-F238E27FC236}">
                          <a16:creationId xmlns:a16="http://schemas.microsoft.com/office/drawing/2014/main" id="{CB91E915-5E2E-2F22-6B1F-1F667BB2EB0F}"/>
                        </a:ext>
                      </a:extLst>
                    </p14:cNvPr>
                    <p14:cNvContentPartPr/>
                    <p14:nvPr/>
                  </p14:nvContentPartPr>
                  <p14:xfrm>
                    <a:off x="4785399" y="3953497"/>
                    <a:ext cx="37800" cy="1429920"/>
                  </p14:xfrm>
                </p:contentPart>
              </mc:Choice>
              <mc:Fallback xmlns="">
                <p:pic>
                  <p:nvPicPr>
                    <p:cNvPr id="105" name="Ink 104">
                      <a:extLst>
                        <a:ext uri="{FF2B5EF4-FFF2-40B4-BE49-F238E27FC236}">
                          <a16:creationId xmlns:a16="http://schemas.microsoft.com/office/drawing/2014/main" id="{CB91E915-5E2E-2F22-6B1F-1F667BB2EB0F}"/>
                        </a:ext>
                      </a:extLst>
                    </p:cNvPr>
                    <p:cNvPicPr/>
                    <p:nvPr/>
                  </p:nvPicPr>
                  <p:blipFill>
                    <a:blip r:embed="rId67"/>
                    <a:stretch>
                      <a:fillRect/>
                    </a:stretch>
                  </p:blipFill>
                  <p:spPr>
                    <a:xfrm>
                      <a:off x="4776399" y="3944497"/>
                      <a:ext cx="55440" cy="1447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6" name="Ink 105">
                      <a:extLst>
                        <a:ext uri="{FF2B5EF4-FFF2-40B4-BE49-F238E27FC236}">
                          <a16:creationId xmlns:a16="http://schemas.microsoft.com/office/drawing/2014/main" id="{C8D2AFD7-F26D-9F63-361A-8C14FAB7D16C}"/>
                        </a:ext>
                      </a:extLst>
                    </p14:cNvPr>
                    <p14:cNvContentPartPr/>
                    <p14:nvPr/>
                  </p14:nvContentPartPr>
                  <p14:xfrm>
                    <a:off x="4844439" y="4121977"/>
                    <a:ext cx="424440" cy="259920"/>
                  </p14:xfrm>
                </p:contentPart>
              </mc:Choice>
              <mc:Fallback xmlns="">
                <p:pic>
                  <p:nvPicPr>
                    <p:cNvPr id="106" name="Ink 105">
                      <a:extLst>
                        <a:ext uri="{FF2B5EF4-FFF2-40B4-BE49-F238E27FC236}">
                          <a16:creationId xmlns:a16="http://schemas.microsoft.com/office/drawing/2014/main" id="{C8D2AFD7-F26D-9F63-361A-8C14FAB7D16C}"/>
                        </a:ext>
                      </a:extLst>
                    </p:cNvPr>
                    <p:cNvPicPr/>
                    <p:nvPr/>
                  </p:nvPicPr>
                  <p:blipFill>
                    <a:blip r:embed="rId69"/>
                    <a:stretch>
                      <a:fillRect/>
                    </a:stretch>
                  </p:blipFill>
                  <p:spPr>
                    <a:xfrm>
                      <a:off x="4835439" y="4112977"/>
                      <a:ext cx="44208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7" name="Ink 106">
                      <a:extLst>
                        <a:ext uri="{FF2B5EF4-FFF2-40B4-BE49-F238E27FC236}">
                          <a16:creationId xmlns:a16="http://schemas.microsoft.com/office/drawing/2014/main" id="{4EFC19F6-598C-8155-BA13-94432835E833}"/>
                        </a:ext>
                      </a:extLst>
                    </p14:cNvPr>
                    <p14:cNvContentPartPr/>
                    <p14:nvPr/>
                  </p14:nvContentPartPr>
                  <p14:xfrm>
                    <a:off x="4962519" y="4439137"/>
                    <a:ext cx="404280" cy="305280"/>
                  </p14:xfrm>
                </p:contentPart>
              </mc:Choice>
              <mc:Fallback xmlns="">
                <p:pic>
                  <p:nvPicPr>
                    <p:cNvPr id="107" name="Ink 106">
                      <a:extLst>
                        <a:ext uri="{FF2B5EF4-FFF2-40B4-BE49-F238E27FC236}">
                          <a16:creationId xmlns:a16="http://schemas.microsoft.com/office/drawing/2014/main" id="{4EFC19F6-598C-8155-BA13-94432835E833}"/>
                        </a:ext>
                      </a:extLst>
                    </p:cNvPr>
                    <p:cNvPicPr/>
                    <p:nvPr/>
                  </p:nvPicPr>
                  <p:blipFill>
                    <a:blip r:embed="rId71"/>
                    <a:stretch>
                      <a:fillRect/>
                    </a:stretch>
                  </p:blipFill>
                  <p:spPr>
                    <a:xfrm>
                      <a:off x="4953879" y="4430137"/>
                      <a:ext cx="42192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8" name="Ink 107">
                      <a:extLst>
                        <a:ext uri="{FF2B5EF4-FFF2-40B4-BE49-F238E27FC236}">
                          <a16:creationId xmlns:a16="http://schemas.microsoft.com/office/drawing/2014/main" id="{48815BAE-0782-BE29-BFAA-0EBD94B43B3F}"/>
                        </a:ext>
                      </a:extLst>
                    </p14:cNvPr>
                    <p14:cNvContentPartPr/>
                    <p14:nvPr/>
                  </p14:nvContentPartPr>
                  <p14:xfrm>
                    <a:off x="4932999" y="4719217"/>
                    <a:ext cx="615600" cy="437400"/>
                  </p14:xfrm>
                </p:contentPart>
              </mc:Choice>
              <mc:Fallback xmlns="">
                <p:pic>
                  <p:nvPicPr>
                    <p:cNvPr id="108" name="Ink 107">
                      <a:extLst>
                        <a:ext uri="{FF2B5EF4-FFF2-40B4-BE49-F238E27FC236}">
                          <a16:creationId xmlns:a16="http://schemas.microsoft.com/office/drawing/2014/main" id="{48815BAE-0782-BE29-BFAA-0EBD94B43B3F}"/>
                        </a:ext>
                      </a:extLst>
                    </p:cNvPr>
                    <p:cNvPicPr/>
                    <p:nvPr/>
                  </p:nvPicPr>
                  <p:blipFill>
                    <a:blip r:embed="rId73"/>
                    <a:stretch>
                      <a:fillRect/>
                    </a:stretch>
                  </p:blipFill>
                  <p:spPr>
                    <a:xfrm>
                      <a:off x="4924359" y="4710217"/>
                      <a:ext cx="63324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9" name="Ink 108">
                      <a:extLst>
                        <a:ext uri="{FF2B5EF4-FFF2-40B4-BE49-F238E27FC236}">
                          <a16:creationId xmlns:a16="http://schemas.microsoft.com/office/drawing/2014/main" id="{27443C22-EE38-564E-9CB1-8A5AE697716C}"/>
                        </a:ext>
                      </a:extLst>
                    </p14:cNvPr>
                    <p14:cNvContentPartPr/>
                    <p14:nvPr/>
                  </p14:nvContentPartPr>
                  <p14:xfrm>
                    <a:off x="4903479" y="5043577"/>
                    <a:ext cx="748080" cy="352080"/>
                  </p14:xfrm>
                </p:contentPart>
              </mc:Choice>
              <mc:Fallback xmlns="">
                <p:pic>
                  <p:nvPicPr>
                    <p:cNvPr id="109" name="Ink 108">
                      <a:extLst>
                        <a:ext uri="{FF2B5EF4-FFF2-40B4-BE49-F238E27FC236}">
                          <a16:creationId xmlns:a16="http://schemas.microsoft.com/office/drawing/2014/main" id="{27443C22-EE38-564E-9CB1-8A5AE697716C}"/>
                        </a:ext>
                      </a:extLst>
                    </p:cNvPr>
                    <p:cNvPicPr/>
                    <p:nvPr/>
                  </p:nvPicPr>
                  <p:blipFill>
                    <a:blip r:embed="rId75"/>
                    <a:stretch>
                      <a:fillRect/>
                    </a:stretch>
                  </p:blipFill>
                  <p:spPr>
                    <a:xfrm>
                      <a:off x="4894839" y="5034937"/>
                      <a:ext cx="76572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0" name="Ink 109">
                      <a:extLst>
                        <a:ext uri="{FF2B5EF4-FFF2-40B4-BE49-F238E27FC236}">
                          <a16:creationId xmlns:a16="http://schemas.microsoft.com/office/drawing/2014/main" id="{FBE64020-63BE-78B0-8054-75EA4809CFEF}"/>
                        </a:ext>
                      </a:extLst>
                    </p14:cNvPr>
                    <p14:cNvContentPartPr/>
                    <p14:nvPr/>
                  </p14:nvContentPartPr>
                  <p14:xfrm>
                    <a:off x="4829679" y="5264977"/>
                    <a:ext cx="466920" cy="132120"/>
                  </p14:xfrm>
                </p:contentPart>
              </mc:Choice>
              <mc:Fallback xmlns="">
                <p:pic>
                  <p:nvPicPr>
                    <p:cNvPr id="110" name="Ink 109">
                      <a:extLst>
                        <a:ext uri="{FF2B5EF4-FFF2-40B4-BE49-F238E27FC236}">
                          <a16:creationId xmlns:a16="http://schemas.microsoft.com/office/drawing/2014/main" id="{FBE64020-63BE-78B0-8054-75EA4809CFEF}"/>
                        </a:ext>
                      </a:extLst>
                    </p:cNvPr>
                    <p:cNvPicPr/>
                    <p:nvPr/>
                  </p:nvPicPr>
                  <p:blipFill>
                    <a:blip r:embed="rId77"/>
                    <a:stretch>
                      <a:fillRect/>
                    </a:stretch>
                  </p:blipFill>
                  <p:spPr>
                    <a:xfrm>
                      <a:off x="4820679" y="5255977"/>
                      <a:ext cx="484560" cy="149760"/>
                    </a:xfrm>
                    <a:prstGeom prst="rect">
                      <a:avLst/>
                    </a:prstGeom>
                  </p:spPr>
                </p:pic>
              </mc:Fallback>
            </mc:AlternateContent>
          </p:grpSp>
        </p:grpSp>
        <p:sp>
          <p:nvSpPr>
            <p:cNvPr id="114" name="TextBox 113">
              <a:extLst>
                <a:ext uri="{FF2B5EF4-FFF2-40B4-BE49-F238E27FC236}">
                  <a16:creationId xmlns:a16="http://schemas.microsoft.com/office/drawing/2014/main" id="{3FBAD42D-23C1-BD58-AEE1-C9B02C63FC25}"/>
                </a:ext>
              </a:extLst>
            </p:cNvPr>
            <p:cNvSpPr txBox="1"/>
            <p:nvPr/>
          </p:nvSpPr>
          <p:spPr>
            <a:xfrm>
              <a:off x="3215277" y="5685102"/>
              <a:ext cx="1984876" cy="461665"/>
            </a:xfrm>
            <a:prstGeom prst="rect">
              <a:avLst/>
            </a:prstGeom>
            <a:noFill/>
          </p:spPr>
          <p:txBody>
            <a:bodyPr wrap="square" rtlCol="0">
              <a:spAutoFit/>
            </a:bodyPr>
            <a:lstStyle/>
            <a:p>
              <a:pPr algn="ctr"/>
              <a:r>
                <a:rPr lang="en-GB" sz="1800" dirty="0" err="1"/>
                <a:t>z</a:t>
              </a:r>
              <a:r>
                <a:rPr lang="en-GB" sz="1800" baseline="-25000" dirty="0" err="1"/>
                <a:t>data</a:t>
              </a:r>
              <a:r>
                <a:rPr lang="en-GB" sz="1800" baseline="-25000" dirty="0"/>
                <a:t> </a:t>
              </a:r>
              <a:r>
                <a:rPr lang="en-GB" sz="2400" dirty="0"/>
                <a:t>=&gt;</a:t>
              </a:r>
              <a:r>
                <a:rPr lang="en-GB" sz="1800" dirty="0">
                  <a:sym typeface="Wingdings 3" panose="05040102010807070707" pitchFamily="18" charset="2"/>
                </a:rPr>
                <a:t> </a:t>
              </a:r>
              <a:r>
                <a:rPr lang="en-GB" sz="1800" dirty="0"/>
                <a:t>p &gt; </a:t>
              </a:r>
              <a:r>
                <a:rPr lang="el-GR" sz="1800" dirty="0"/>
                <a:t>α</a:t>
              </a:r>
              <a:endParaRPr lang="en-GB" sz="1400" b="1" dirty="0">
                <a:solidFill>
                  <a:srgbClr val="000000"/>
                </a:solidFill>
              </a:endParaRPr>
            </a:p>
          </p:txBody>
        </p:sp>
        <p:grpSp>
          <p:nvGrpSpPr>
            <p:cNvPr id="124" name="Group 123">
              <a:extLst>
                <a:ext uri="{FF2B5EF4-FFF2-40B4-BE49-F238E27FC236}">
                  <a16:creationId xmlns:a16="http://schemas.microsoft.com/office/drawing/2014/main" id="{8B44B66C-970E-DC51-FBBD-C739EF4A7124}"/>
                </a:ext>
              </a:extLst>
            </p:cNvPr>
            <p:cNvGrpSpPr/>
            <p:nvPr/>
          </p:nvGrpSpPr>
          <p:grpSpPr>
            <a:xfrm>
              <a:off x="1806039" y="3664452"/>
              <a:ext cx="1630440" cy="2316240"/>
              <a:chOff x="1806039" y="3664452"/>
              <a:chExt cx="1630440" cy="2316240"/>
            </a:xfrm>
          </p:grpSpPr>
          <mc:AlternateContent xmlns:mc="http://schemas.openxmlformats.org/markup-compatibility/2006" xmlns:p14="http://schemas.microsoft.com/office/powerpoint/2010/main">
            <mc:Choice Requires="p14">
              <p:contentPart p14:bwMode="auto" r:id="rId78">
                <p14:nvContentPartPr>
                  <p14:cNvPr id="121" name="Ink 120">
                    <a:extLst>
                      <a:ext uri="{FF2B5EF4-FFF2-40B4-BE49-F238E27FC236}">
                        <a16:creationId xmlns:a16="http://schemas.microsoft.com/office/drawing/2014/main" id="{787BE1D0-36D1-ACF4-ED40-BA278E30BCDD}"/>
                      </a:ext>
                    </a:extLst>
                  </p14:cNvPr>
                  <p14:cNvContentPartPr/>
                  <p14:nvPr/>
                </p14:nvContentPartPr>
                <p14:xfrm>
                  <a:off x="1892439" y="3756612"/>
                  <a:ext cx="1544040" cy="2224080"/>
                </p14:xfrm>
              </p:contentPart>
            </mc:Choice>
            <mc:Fallback xmlns="">
              <p:pic>
                <p:nvPicPr>
                  <p:cNvPr id="121" name="Ink 120">
                    <a:extLst>
                      <a:ext uri="{FF2B5EF4-FFF2-40B4-BE49-F238E27FC236}">
                        <a16:creationId xmlns:a16="http://schemas.microsoft.com/office/drawing/2014/main" id="{787BE1D0-36D1-ACF4-ED40-BA278E30BCDD}"/>
                      </a:ext>
                    </a:extLst>
                  </p:cNvPr>
                  <p:cNvPicPr/>
                  <p:nvPr/>
                </p:nvPicPr>
                <p:blipFill>
                  <a:blip r:embed="rId79"/>
                  <a:stretch>
                    <a:fillRect/>
                  </a:stretch>
                </p:blipFill>
                <p:spPr>
                  <a:xfrm>
                    <a:off x="1883799" y="3747612"/>
                    <a:ext cx="1561680" cy="2241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22" name="Ink 121">
                    <a:extLst>
                      <a:ext uri="{FF2B5EF4-FFF2-40B4-BE49-F238E27FC236}">
                        <a16:creationId xmlns:a16="http://schemas.microsoft.com/office/drawing/2014/main" id="{447FCC2D-3AF3-8194-A382-8C668E666730}"/>
                      </a:ext>
                    </a:extLst>
                  </p14:cNvPr>
                  <p14:cNvContentPartPr/>
                  <p14:nvPr/>
                </p14:nvContentPartPr>
                <p14:xfrm>
                  <a:off x="1806039" y="3664452"/>
                  <a:ext cx="74160" cy="155160"/>
                </p14:xfrm>
              </p:contentPart>
            </mc:Choice>
            <mc:Fallback xmlns="">
              <p:pic>
                <p:nvPicPr>
                  <p:cNvPr id="122" name="Ink 121">
                    <a:extLst>
                      <a:ext uri="{FF2B5EF4-FFF2-40B4-BE49-F238E27FC236}">
                        <a16:creationId xmlns:a16="http://schemas.microsoft.com/office/drawing/2014/main" id="{447FCC2D-3AF3-8194-A382-8C668E666730}"/>
                      </a:ext>
                    </a:extLst>
                  </p:cNvPr>
                  <p:cNvPicPr/>
                  <p:nvPr/>
                </p:nvPicPr>
                <p:blipFill>
                  <a:blip r:embed="rId81"/>
                  <a:stretch>
                    <a:fillRect/>
                  </a:stretch>
                </p:blipFill>
                <p:spPr>
                  <a:xfrm>
                    <a:off x="1797399" y="3655812"/>
                    <a:ext cx="918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23" name="Ink 122">
                    <a:extLst>
                      <a:ext uri="{FF2B5EF4-FFF2-40B4-BE49-F238E27FC236}">
                        <a16:creationId xmlns:a16="http://schemas.microsoft.com/office/drawing/2014/main" id="{B32B9C68-0CE3-7C06-85D0-D6896E80CBE2}"/>
                      </a:ext>
                    </a:extLst>
                  </p14:cNvPr>
                  <p14:cNvContentPartPr/>
                  <p14:nvPr/>
                </p14:nvContentPartPr>
                <p14:xfrm>
                  <a:off x="1865439" y="3672012"/>
                  <a:ext cx="124920" cy="61560"/>
                </p14:xfrm>
              </p:contentPart>
            </mc:Choice>
            <mc:Fallback xmlns="">
              <p:pic>
                <p:nvPicPr>
                  <p:cNvPr id="123" name="Ink 122">
                    <a:extLst>
                      <a:ext uri="{FF2B5EF4-FFF2-40B4-BE49-F238E27FC236}">
                        <a16:creationId xmlns:a16="http://schemas.microsoft.com/office/drawing/2014/main" id="{B32B9C68-0CE3-7C06-85D0-D6896E80CBE2}"/>
                      </a:ext>
                    </a:extLst>
                  </p:cNvPr>
                  <p:cNvPicPr/>
                  <p:nvPr/>
                </p:nvPicPr>
                <p:blipFill>
                  <a:blip r:embed="rId83"/>
                  <a:stretch>
                    <a:fillRect/>
                  </a:stretch>
                </p:blipFill>
                <p:spPr>
                  <a:xfrm>
                    <a:off x="1856439" y="3663372"/>
                    <a:ext cx="142560" cy="79200"/>
                  </a:xfrm>
                  <a:prstGeom prst="rect">
                    <a:avLst/>
                  </a:prstGeom>
                </p:spPr>
              </p:pic>
            </mc:Fallback>
          </mc:AlternateContent>
        </p:grpSp>
      </p:grpSp>
      <p:sp>
        <p:nvSpPr>
          <p:cNvPr id="4" name="Footer Placeholder 3">
            <a:extLst>
              <a:ext uri="{FF2B5EF4-FFF2-40B4-BE49-F238E27FC236}">
                <a16:creationId xmlns:a16="http://schemas.microsoft.com/office/drawing/2014/main" id="{2D890F8A-AD4C-1ABA-F7A9-470706A5214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A0CC26E-8EA2-12E3-1804-044A1DF031D2}"/>
              </a:ext>
            </a:extLst>
          </p:cNvPr>
          <p:cNvSpPr>
            <a:spLocks noGrp="1"/>
          </p:cNvSpPr>
          <p:nvPr>
            <p:ph type="sldNum" sz="quarter" idx="4"/>
          </p:nvPr>
        </p:nvSpPr>
        <p:spPr/>
        <p:txBody>
          <a:bodyPr/>
          <a:lstStyle/>
          <a:p>
            <a:fld id="{9FD7ECCF-50E7-4327-B945-FA93FF7B2BEF}" type="slidenum">
              <a:rPr lang="en-US" smtClean="0"/>
              <a:pPr/>
              <a:t>36</a:t>
            </a:fld>
            <a:r>
              <a:rPr lang="en-GB"/>
              <a:t>/75</a:t>
            </a:r>
            <a:endParaRPr lang="en-US" dirty="0"/>
          </a:p>
        </p:txBody>
      </p:sp>
    </p:spTree>
    <p:extLst>
      <p:ext uri="{BB962C8B-B14F-4D97-AF65-F5344CB8AC3E}">
        <p14:creationId xmlns:p14="http://schemas.microsoft.com/office/powerpoint/2010/main" val="75907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5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0"/>
                                        </p:tgtEl>
                                        <p:attrNameLst>
                                          <p:attrName>style.visibility</p:attrName>
                                        </p:attrNameLst>
                                      </p:cBhvr>
                                      <p:to>
                                        <p:strVal val="visible"/>
                                      </p:to>
                                    </p:set>
                                    <p:animEffect transition="in" filter="fade">
                                      <p:cBhvr>
                                        <p:cTn id="17"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5B1D4-09C7-5A4A-68DD-65F0EDF5B93E}"/>
              </a:ext>
            </a:extLst>
          </p:cNvPr>
          <p:cNvSpPr>
            <a:spLocks noGrp="1"/>
          </p:cNvSpPr>
          <p:nvPr>
            <p:ph sz="quarter" idx="1"/>
          </p:nvPr>
        </p:nvSpPr>
        <p:spPr>
          <a:xfrm>
            <a:off x="612648" y="1600200"/>
            <a:ext cx="8279832" cy="5257800"/>
          </a:xfrm>
        </p:spPr>
        <p:txBody>
          <a:bodyPr>
            <a:noAutofit/>
          </a:bodyPr>
          <a:lstStyle/>
          <a:p>
            <a:pPr>
              <a:buFont typeface="Wingdings" panose="05000000000000000000" pitchFamily="2" charset="2"/>
              <a:buChar char="q"/>
            </a:pPr>
            <a:r>
              <a:rPr lang="en-GB" sz="2000" dirty="0"/>
              <a:t>The most </a:t>
            </a:r>
            <a:r>
              <a:rPr lang="en-GB" sz="2000" b="1" dirty="0">
                <a:solidFill>
                  <a:schemeClr val="accent2">
                    <a:lumMod val="75000"/>
                  </a:schemeClr>
                </a:solidFill>
              </a:rPr>
              <a:t>common threshold is p &lt; 0.05</a:t>
            </a:r>
            <a:r>
              <a:rPr lang="en-GB" sz="2000" dirty="0"/>
              <a:t>, which means</a:t>
            </a:r>
            <a:r>
              <a:rPr lang="en-GB" sz="2000" b="1" dirty="0"/>
              <a:t>, </a:t>
            </a:r>
            <a:r>
              <a:rPr lang="en-GB" sz="2000" b="1" dirty="0">
                <a:solidFill>
                  <a:schemeClr val="accent2">
                    <a:lumMod val="75000"/>
                  </a:schemeClr>
                </a:solidFill>
              </a:rPr>
              <a:t>there is a 5% probability that the result happened by chance and a 95% probability that it has been caused by the conditions of our experiment</a:t>
            </a:r>
            <a:r>
              <a:rPr lang="en-GB" sz="2000" b="1" dirty="0"/>
              <a:t>.</a:t>
            </a:r>
          </a:p>
          <a:p>
            <a:pPr>
              <a:buFont typeface="Wingdings" panose="05000000000000000000" pitchFamily="2" charset="2"/>
              <a:buChar char="q"/>
            </a:pPr>
            <a:r>
              <a:rPr lang="en-GB" sz="2000" dirty="0"/>
              <a:t>But this threshold can also be set higher or lower. Significance levels are somewhat arbitrary and are selected according to the conventions of a given field.</a:t>
            </a:r>
          </a:p>
        </p:txBody>
      </p:sp>
      <p:sp>
        <p:nvSpPr>
          <p:cNvPr id="6" name="TextBox 5">
            <a:extLst>
              <a:ext uri="{FF2B5EF4-FFF2-40B4-BE49-F238E27FC236}">
                <a16:creationId xmlns:a16="http://schemas.microsoft.com/office/drawing/2014/main" id="{1D685024-54EA-4FEB-85B4-0B0F2540587F}"/>
              </a:ext>
            </a:extLst>
          </p:cNvPr>
          <p:cNvSpPr txBox="1"/>
          <p:nvPr/>
        </p:nvSpPr>
        <p:spPr>
          <a:xfrm>
            <a:off x="2339752" y="3940145"/>
            <a:ext cx="4176464" cy="1327736"/>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algn="ctr">
              <a:lnSpc>
                <a:spcPct val="120000"/>
              </a:lnSpc>
              <a:spcBef>
                <a:spcPts val="600"/>
              </a:spcBef>
              <a:buNone/>
            </a:pPr>
            <a:r>
              <a:rPr lang="en-GB" sz="2000" b="1" dirty="0">
                <a:solidFill>
                  <a:schemeClr val="accent2">
                    <a:lumMod val="75000"/>
                  </a:schemeClr>
                </a:solidFill>
                <a:latin typeface="+mn-lt"/>
              </a:rPr>
              <a:t>alpha ≤ 1% highly significant (</a:t>
            </a:r>
            <a:r>
              <a:rPr lang="en-GB" sz="2000" b="1" dirty="0" err="1">
                <a:solidFill>
                  <a:schemeClr val="accent2">
                    <a:lumMod val="75000"/>
                  </a:schemeClr>
                </a:solidFill>
                <a:latin typeface="+mn-lt"/>
              </a:rPr>
              <a:t>h.s.</a:t>
            </a:r>
            <a:r>
              <a:rPr lang="en-GB" sz="2000" b="1" dirty="0">
                <a:solidFill>
                  <a:schemeClr val="accent2">
                    <a:lumMod val="75000"/>
                  </a:schemeClr>
                </a:solidFill>
                <a:latin typeface="+mn-lt"/>
              </a:rPr>
              <a:t>)</a:t>
            </a:r>
          </a:p>
          <a:p>
            <a:pPr algn="ctr">
              <a:lnSpc>
                <a:spcPct val="120000"/>
              </a:lnSpc>
              <a:spcBef>
                <a:spcPts val="600"/>
              </a:spcBef>
            </a:pPr>
            <a:r>
              <a:rPr lang="en-GB" sz="2000" b="1" dirty="0">
                <a:solidFill>
                  <a:schemeClr val="accent2">
                    <a:lumMod val="75000"/>
                  </a:schemeClr>
                </a:solidFill>
                <a:latin typeface="+mn-lt"/>
              </a:rPr>
              <a:t>alpha ≤ 5% significant (s.)</a:t>
            </a:r>
            <a:endParaRPr lang="en-GB" sz="2000" dirty="0">
              <a:latin typeface="+mn-lt"/>
            </a:endParaRPr>
          </a:p>
          <a:p>
            <a:pPr algn="ctr">
              <a:lnSpc>
                <a:spcPct val="120000"/>
              </a:lnSpc>
              <a:spcBef>
                <a:spcPts val="600"/>
              </a:spcBef>
            </a:pPr>
            <a:r>
              <a:rPr lang="en-GB" sz="2000" b="1" dirty="0">
                <a:solidFill>
                  <a:schemeClr val="accent2">
                    <a:lumMod val="75000"/>
                  </a:schemeClr>
                </a:solidFill>
                <a:latin typeface="+mn-lt"/>
              </a:rPr>
              <a:t>alpha &gt; 5% not significant (</a:t>
            </a:r>
            <a:r>
              <a:rPr lang="en-GB" sz="2000" b="1" dirty="0" err="1">
                <a:solidFill>
                  <a:schemeClr val="accent2">
                    <a:lumMod val="75000"/>
                  </a:schemeClr>
                </a:solidFill>
                <a:latin typeface="+mn-lt"/>
              </a:rPr>
              <a:t>n.s</a:t>
            </a:r>
            <a:r>
              <a:rPr lang="en-GB" sz="2000" b="1" dirty="0">
                <a:solidFill>
                  <a:schemeClr val="accent2">
                    <a:lumMod val="75000"/>
                  </a:schemeClr>
                </a:solidFill>
                <a:latin typeface="+mn-lt"/>
              </a:rPr>
              <a:t>.)</a:t>
            </a:r>
            <a:endParaRPr lang="en-GB" sz="2000" dirty="0">
              <a:latin typeface="+mn-lt"/>
            </a:endParaRPr>
          </a:p>
        </p:txBody>
      </p:sp>
      <p:sp>
        <p:nvSpPr>
          <p:cNvPr id="7" name="Title 1">
            <a:extLst>
              <a:ext uri="{FF2B5EF4-FFF2-40B4-BE49-F238E27FC236}">
                <a16:creationId xmlns:a16="http://schemas.microsoft.com/office/drawing/2014/main" id="{225CFB34-E9BE-289F-A4B3-341644625B7C}"/>
              </a:ext>
            </a:extLst>
          </p:cNvPr>
          <p:cNvSpPr txBox="1">
            <a:spLocks/>
          </p:cNvSpPr>
          <p:nvPr/>
        </p:nvSpPr>
        <p:spPr>
          <a:xfrm>
            <a:off x="609600" y="260648"/>
            <a:ext cx="8390892" cy="92333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dirty="0"/>
              <a:t>Significance level</a:t>
            </a:r>
          </a:p>
        </p:txBody>
      </p:sp>
      <p:sp>
        <p:nvSpPr>
          <p:cNvPr id="2" name="Footer Placeholder 1">
            <a:extLst>
              <a:ext uri="{FF2B5EF4-FFF2-40B4-BE49-F238E27FC236}">
                <a16:creationId xmlns:a16="http://schemas.microsoft.com/office/drawing/2014/main" id="{C5A635B0-43FC-E9D9-DE72-695273C9ABF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D7B41480-E09A-DFCA-E52A-395EB8106F6B}"/>
              </a:ext>
            </a:extLst>
          </p:cNvPr>
          <p:cNvSpPr>
            <a:spLocks noGrp="1"/>
          </p:cNvSpPr>
          <p:nvPr>
            <p:ph type="sldNum" sz="quarter" idx="4"/>
          </p:nvPr>
        </p:nvSpPr>
        <p:spPr/>
        <p:txBody>
          <a:bodyPr/>
          <a:lstStyle/>
          <a:p>
            <a:fld id="{9FD7ECCF-50E7-4327-B945-FA93FF7B2BEF}" type="slidenum">
              <a:rPr lang="en-US" smtClean="0"/>
              <a:pPr/>
              <a:t>37</a:t>
            </a:fld>
            <a:r>
              <a:rPr lang="en-GB"/>
              <a:t>/75</a:t>
            </a:r>
            <a:endParaRPr lang="en-US" dirty="0"/>
          </a:p>
        </p:txBody>
      </p:sp>
    </p:spTree>
    <p:extLst>
      <p:ext uri="{BB962C8B-B14F-4D97-AF65-F5344CB8AC3E}">
        <p14:creationId xmlns:p14="http://schemas.microsoft.com/office/powerpoint/2010/main" val="3623314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EA595-0FC6-5906-8573-97B40DFCABF6}"/>
              </a:ext>
            </a:extLst>
          </p:cNvPr>
          <p:cNvSpPr>
            <a:spLocks noGrp="1"/>
          </p:cNvSpPr>
          <p:nvPr>
            <p:ph type="title"/>
          </p:nvPr>
        </p:nvSpPr>
        <p:spPr/>
        <p:txBody>
          <a:bodyPr/>
          <a:lstStyle/>
          <a:p>
            <a:r>
              <a:rPr lang="en-GB" dirty="0"/>
              <a:t>Type I, II error</a:t>
            </a:r>
          </a:p>
        </p:txBody>
      </p:sp>
      <p:sp>
        <p:nvSpPr>
          <p:cNvPr id="3" name="Content Placeholder 2">
            <a:extLst>
              <a:ext uri="{FF2B5EF4-FFF2-40B4-BE49-F238E27FC236}">
                <a16:creationId xmlns:a16="http://schemas.microsoft.com/office/drawing/2014/main" id="{77FBED8A-DD52-E466-0ECB-8FEF83EC0F8D}"/>
              </a:ext>
            </a:extLst>
          </p:cNvPr>
          <p:cNvSpPr>
            <a:spLocks noGrp="1"/>
          </p:cNvSpPr>
          <p:nvPr>
            <p:ph sz="quarter" idx="1"/>
          </p:nvPr>
        </p:nvSpPr>
        <p:spPr>
          <a:xfrm>
            <a:off x="612648" y="1600200"/>
            <a:ext cx="8153400" cy="2332856"/>
          </a:xfrm>
        </p:spPr>
        <p:txBody>
          <a:bodyPr>
            <a:normAutofit fontScale="70000" lnSpcReduction="20000"/>
          </a:bodyPr>
          <a:lstStyle/>
          <a:p>
            <a:pPr marL="0" indent="0">
              <a:lnSpc>
                <a:spcPct val="110000"/>
              </a:lnSpc>
              <a:spcBef>
                <a:spcPts val="1200"/>
              </a:spcBef>
              <a:buNone/>
            </a:pPr>
            <a:r>
              <a:rPr lang="en-GB" b="0" i="0" dirty="0">
                <a:solidFill>
                  <a:srgbClr val="1C2B33"/>
                </a:solidFill>
                <a:effectLst/>
                <a:latin typeface="LucidaGrande"/>
              </a:rPr>
              <a:t>Significance testing is a process in which a null hypothesis is contrasted with the alternative hypothesis to determine the likelihood that the null hypothesis is true</a:t>
            </a:r>
          </a:p>
          <a:p>
            <a:pPr marL="0" indent="0">
              <a:lnSpc>
                <a:spcPct val="110000"/>
              </a:lnSpc>
              <a:spcBef>
                <a:spcPts val="1200"/>
              </a:spcBef>
              <a:buNone/>
            </a:pPr>
            <a:r>
              <a:rPr lang="en-GB" dirty="0">
                <a:solidFill>
                  <a:srgbClr val="1C2B33"/>
                </a:solidFill>
                <a:latin typeface="LucidaGrande"/>
              </a:rPr>
              <a:t>A </a:t>
            </a:r>
            <a:r>
              <a:rPr lang="en-GB" b="1" dirty="0">
                <a:solidFill>
                  <a:srgbClr val="1C2B33"/>
                </a:solidFill>
                <a:latin typeface="LucidaGrande"/>
              </a:rPr>
              <a:t>Type I error </a:t>
            </a:r>
            <a:r>
              <a:rPr lang="en-GB" dirty="0">
                <a:solidFill>
                  <a:srgbClr val="1C2B33"/>
                </a:solidFill>
                <a:latin typeface="LucidaGrande"/>
              </a:rPr>
              <a:t>(also called </a:t>
            </a:r>
            <a:r>
              <a:rPr lang="el-GR" b="1" dirty="0">
                <a:solidFill>
                  <a:srgbClr val="1C2B33"/>
                </a:solidFill>
                <a:latin typeface="LucidaGrande"/>
              </a:rPr>
              <a:t>α </a:t>
            </a:r>
            <a:r>
              <a:rPr lang="en-GB" b="1" dirty="0">
                <a:solidFill>
                  <a:srgbClr val="1C2B33"/>
                </a:solidFill>
                <a:latin typeface="LucidaGrande"/>
              </a:rPr>
              <a:t>error </a:t>
            </a:r>
            <a:r>
              <a:rPr lang="en-GB" dirty="0">
                <a:solidFill>
                  <a:srgbClr val="1C2B33"/>
                </a:solidFill>
                <a:latin typeface="LucidaGrande"/>
              </a:rPr>
              <a:t>or </a:t>
            </a:r>
            <a:r>
              <a:rPr lang="en-GB" b="1" dirty="0">
                <a:solidFill>
                  <a:srgbClr val="1C2B33"/>
                </a:solidFill>
                <a:latin typeface="LucidaGrande"/>
              </a:rPr>
              <a:t>false positive</a:t>
            </a:r>
            <a:r>
              <a:rPr lang="en-GB" dirty="0">
                <a:solidFill>
                  <a:srgbClr val="1C2B33"/>
                </a:solidFill>
                <a:latin typeface="LucidaGrande"/>
              </a:rPr>
              <a:t>) refers to the mistake of rejecting the null hypothesis when it is true and should not be rejected</a:t>
            </a:r>
          </a:p>
          <a:p>
            <a:pPr marL="0" indent="0">
              <a:lnSpc>
                <a:spcPct val="110000"/>
              </a:lnSpc>
              <a:spcBef>
                <a:spcPts val="1200"/>
              </a:spcBef>
              <a:buNone/>
            </a:pPr>
            <a:r>
              <a:rPr lang="en-GB" b="0" i="0" dirty="0">
                <a:solidFill>
                  <a:srgbClr val="1C2B33"/>
                </a:solidFill>
                <a:effectLst/>
                <a:latin typeface="LucidaGrande"/>
              </a:rPr>
              <a:t>A </a:t>
            </a:r>
            <a:r>
              <a:rPr lang="en-GB" b="1" i="0" dirty="0">
                <a:solidFill>
                  <a:srgbClr val="1C2B33"/>
                </a:solidFill>
                <a:effectLst/>
                <a:latin typeface="LucidaGrande"/>
              </a:rPr>
              <a:t>Type II error </a:t>
            </a:r>
            <a:r>
              <a:rPr lang="en-GB" b="0" i="0" dirty="0">
                <a:solidFill>
                  <a:srgbClr val="1C2B33"/>
                </a:solidFill>
                <a:effectLst/>
                <a:latin typeface="LucidaGrande"/>
              </a:rPr>
              <a:t>(</a:t>
            </a:r>
            <a:r>
              <a:rPr lang="en-GB" dirty="0">
                <a:solidFill>
                  <a:srgbClr val="1C2B33"/>
                </a:solidFill>
                <a:latin typeface="LucidaGrande"/>
              </a:rPr>
              <a:t>also called </a:t>
            </a:r>
            <a:r>
              <a:rPr lang="el-GR" b="1" dirty="0">
                <a:solidFill>
                  <a:srgbClr val="1C2B33"/>
                </a:solidFill>
                <a:latin typeface="LucidaGrande"/>
              </a:rPr>
              <a:t>β </a:t>
            </a:r>
            <a:r>
              <a:rPr lang="en-GB" b="1" dirty="0">
                <a:solidFill>
                  <a:srgbClr val="1C2B33"/>
                </a:solidFill>
                <a:latin typeface="LucidaGrande"/>
              </a:rPr>
              <a:t>error </a:t>
            </a:r>
            <a:r>
              <a:rPr lang="en-GB" dirty="0">
                <a:solidFill>
                  <a:srgbClr val="1C2B33"/>
                </a:solidFill>
                <a:latin typeface="LucidaGrande"/>
              </a:rPr>
              <a:t>or </a:t>
            </a:r>
            <a:r>
              <a:rPr lang="en-GB" b="1" dirty="0">
                <a:solidFill>
                  <a:srgbClr val="1C2B33"/>
                </a:solidFill>
                <a:latin typeface="LucidaGrande"/>
              </a:rPr>
              <a:t>false negative</a:t>
            </a:r>
            <a:r>
              <a:rPr lang="en-GB" b="0" i="0" dirty="0">
                <a:solidFill>
                  <a:srgbClr val="1C2B33"/>
                </a:solidFill>
                <a:effectLst/>
                <a:latin typeface="LucidaGrande"/>
              </a:rPr>
              <a:t>) </a:t>
            </a:r>
            <a:r>
              <a:rPr lang="en-GB" dirty="0">
                <a:solidFill>
                  <a:srgbClr val="1C2B33"/>
                </a:solidFill>
                <a:latin typeface="LucidaGrande"/>
              </a:rPr>
              <a:t>refers to the mistake of not rejecting the null hypothesis when it is false and should be rejected</a:t>
            </a:r>
          </a:p>
          <a:p>
            <a:pPr marL="0" indent="0">
              <a:lnSpc>
                <a:spcPct val="110000"/>
              </a:lnSpc>
              <a:spcBef>
                <a:spcPts val="1200"/>
              </a:spcBef>
              <a:buNone/>
            </a:pPr>
            <a:endParaRPr lang="en-GB" b="0" i="0" dirty="0">
              <a:solidFill>
                <a:srgbClr val="1C2B33"/>
              </a:solidFill>
              <a:effectLst/>
              <a:latin typeface="LucidaGrande"/>
            </a:endParaRPr>
          </a:p>
          <a:p>
            <a:pPr marL="0" indent="0">
              <a:lnSpc>
                <a:spcPct val="110000"/>
              </a:lnSpc>
              <a:spcBef>
                <a:spcPts val="1200"/>
              </a:spcBef>
              <a:buNone/>
            </a:pPr>
            <a:endParaRPr lang="en-GB" dirty="0"/>
          </a:p>
        </p:txBody>
      </p:sp>
      <p:graphicFrame>
        <p:nvGraphicFramePr>
          <p:cNvPr id="4" name="Table 3">
            <a:extLst>
              <a:ext uri="{FF2B5EF4-FFF2-40B4-BE49-F238E27FC236}">
                <a16:creationId xmlns:a16="http://schemas.microsoft.com/office/drawing/2014/main" id="{9D5CD8F0-B1BF-0419-A482-1F0EF7A95D1C}"/>
              </a:ext>
            </a:extLst>
          </p:cNvPr>
          <p:cNvGraphicFramePr>
            <a:graphicFrameLocks noGrp="1"/>
          </p:cNvGraphicFramePr>
          <p:nvPr>
            <p:extLst>
              <p:ext uri="{D42A27DB-BD31-4B8C-83A1-F6EECF244321}">
                <p14:modId xmlns:p14="http://schemas.microsoft.com/office/powerpoint/2010/main" val="3787620129"/>
              </p:ext>
            </p:extLst>
          </p:nvPr>
        </p:nvGraphicFramePr>
        <p:xfrm>
          <a:off x="980935" y="4375075"/>
          <a:ext cx="7416825" cy="1381760"/>
        </p:xfrm>
        <a:graphic>
          <a:graphicData uri="http://schemas.openxmlformats.org/drawingml/2006/table">
            <a:tbl>
              <a:tblPr firstRow="1" bandRow="1">
                <a:tableStyleId>{21E4AEA4-8DFA-4A89-87EB-49C32662AFE0}</a:tableStyleId>
              </a:tblPr>
              <a:tblGrid>
                <a:gridCol w="2726969">
                  <a:extLst>
                    <a:ext uri="{9D8B030D-6E8A-4147-A177-3AD203B41FA5}">
                      <a16:colId xmlns:a16="http://schemas.microsoft.com/office/drawing/2014/main" val="3532278954"/>
                    </a:ext>
                  </a:extLst>
                </a:gridCol>
                <a:gridCol w="2088232">
                  <a:extLst>
                    <a:ext uri="{9D8B030D-6E8A-4147-A177-3AD203B41FA5}">
                      <a16:colId xmlns:a16="http://schemas.microsoft.com/office/drawing/2014/main" val="2876967532"/>
                    </a:ext>
                  </a:extLst>
                </a:gridCol>
                <a:gridCol w="2601624">
                  <a:extLst>
                    <a:ext uri="{9D8B030D-6E8A-4147-A177-3AD203B41FA5}">
                      <a16:colId xmlns:a16="http://schemas.microsoft.com/office/drawing/2014/main" val="2611260948"/>
                    </a:ext>
                  </a:extLst>
                </a:gridCol>
              </a:tblGrid>
              <a:tr h="370840">
                <a:tc>
                  <a:txBody>
                    <a:bodyPr/>
                    <a:lstStyle/>
                    <a:p>
                      <a:endParaRPr lang="en-GB" dirty="0"/>
                    </a:p>
                  </a:txBody>
                  <a:tcPr/>
                </a:tc>
                <a:tc>
                  <a:txBody>
                    <a:bodyPr/>
                    <a:lstStyle/>
                    <a:p>
                      <a:r>
                        <a:rPr lang="en-GB" dirty="0"/>
                        <a:t>Study conclusion: No Difference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Study conclusion:</a:t>
                      </a:r>
                      <a:br>
                        <a:rPr lang="en-GB" dirty="0"/>
                      </a:br>
                      <a:r>
                        <a:rPr lang="en-GB" dirty="0"/>
                        <a:t>There is difference</a:t>
                      </a:r>
                    </a:p>
                  </a:txBody>
                  <a:tcPr/>
                </a:tc>
                <a:extLst>
                  <a:ext uri="{0D108BD9-81ED-4DB2-BD59-A6C34878D82A}">
                    <a16:rowId xmlns:a16="http://schemas.microsoft.com/office/drawing/2014/main" val="324382744"/>
                  </a:ext>
                </a:extLst>
              </a:tr>
              <a:tr h="370840">
                <a:tc>
                  <a:txBody>
                    <a:bodyPr/>
                    <a:lstStyle/>
                    <a:p>
                      <a:r>
                        <a:rPr lang="en-GB" dirty="0"/>
                        <a:t>Reality: No difference</a:t>
                      </a:r>
                    </a:p>
                  </a:txBody>
                  <a:tcPr/>
                </a:tc>
                <a:tc>
                  <a:txBody>
                    <a:bodyPr/>
                    <a:lstStyle/>
                    <a:p>
                      <a:r>
                        <a:rPr lang="en-GB" dirty="0"/>
                        <a:t>No error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Type I error</a:t>
                      </a:r>
                    </a:p>
                  </a:txBody>
                  <a:tcPr/>
                </a:tc>
                <a:extLst>
                  <a:ext uri="{0D108BD9-81ED-4DB2-BD59-A6C34878D82A}">
                    <a16:rowId xmlns:a16="http://schemas.microsoft.com/office/drawing/2014/main" val="15001326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Reality: There is difference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Type II error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 error</a:t>
                      </a:r>
                    </a:p>
                  </a:txBody>
                  <a:tcPr/>
                </a:tc>
                <a:extLst>
                  <a:ext uri="{0D108BD9-81ED-4DB2-BD59-A6C34878D82A}">
                    <a16:rowId xmlns:a16="http://schemas.microsoft.com/office/drawing/2014/main" val="2396577399"/>
                  </a:ext>
                </a:extLst>
              </a:tr>
            </a:tbl>
          </a:graphicData>
        </a:graphic>
      </p:graphicFrame>
      <p:sp>
        <p:nvSpPr>
          <p:cNvPr id="6" name="Footer Placeholder 5">
            <a:extLst>
              <a:ext uri="{FF2B5EF4-FFF2-40B4-BE49-F238E27FC236}">
                <a16:creationId xmlns:a16="http://schemas.microsoft.com/office/drawing/2014/main" id="{BE0242A7-68DF-ACC7-86B5-641F9E311AB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8C63CC1B-7517-0858-4226-419B4D9AC162}"/>
              </a:ext>
            </a:extLst>
          </p:cNvPr>
          <p:cNvSpPr>
            <a:spLocks noGrp="1"/>
          </p:cNvSpPr>
          <p:nvPr>
            <p:ph type="sldNum" sz="quarter" idx="4"/>
          </p:nvPr>
        </p:nvSpPr>
        <p:spPr/>
        <p:txBody>
          <a:bodyPr/>
          <a:lstStyle/>
          <a:p>
            <a:fld id="{9FD7ECCF-50E7-4327-B945-FA93FF7B2BEF}" type="slidenum">
              <a:rPr lang="en-US" smtClean="0"/>
              <a:pPr/>
              <a:t>38</a:t>
            </a:fld>
            <a:r>
              <a:rPr lang="en-GB"/>
              <a:t>/75</a:t>
            </a:r>
            <a:endParaRPr lang="en-US" dirty="0"/>
          </a:p>
        </p:txBody>
      </p:sp>
    </p:spTree>
    <p:extLst>
      <p:ext uri="{BB962C8B-B14F-4D97-AF65-F5344CB8AC3E}">
        <p14:creationId xmlns:p14="http://schemas.microsoft.com/office/powerpoint/2010/main" val="348445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36CF7F7-3995-8CF3-A317-EAD96AD8B948}"/>
              </a:ext>
            </a:extLst>
          </p:cNvPr>
          <p:cNvSpPr>
            <a:spLocks noGrp="1"/>
          </p:cNvSpPr>
          <p:nvPr>
            <p:ph type="body" idx="1"/>
          </p:nvPr>
        </p:nvSpPr>
        <p:spPr>
          <a:xfrm>
            <a:off x="1371600" y="2743200"/>
            <a:ext cx="3344416" cy="3505006"/>
          </a:xfrm>
        </p:spPr>
        <p:txBody>
          <a:bodyPr>
            <a:normAutofit lnSpcReduction="10000"/>
          </a:bodyPr>
          <a:lstStyle/>
          <a:p>
            <a:r>
              <a:rPr lang="en-GB" sz="2000" b="0" i="0" dirty="0">
                <a:solidFill>
                  <a:srgbClr val="374151"/>
                </a:solidFill>
                <a:effectLst/>
              </a:rPr>
              <a:t>Comparing means in usability testing involves analysing and comparing </a:t>
            </a:r>
            <a:r>
              <a:rPr lang="en-GB" sz="2000" b="1" dirty="0">
                <a:solidFill>
                  <a:schemeClr val="accent2">
                    <a:lumMod val="75000"/>
                  </a:schemeClr>
                </a:solidFill>
              </a:rPr>
              <a:t>average</a:t>
            </a:r>
            <a:r>
              <a:rPr lang="en-GB" sz="2000" b="0" i="0" dirty="0">
                <a:solidFill>
                  <a:srgbClr val="374151"/>
                </a:solidFill>
                <a:effectLst/>
              </a:rPr>
              <a:t> </a:t>
            </a:r>
            <a:r>
              <a:rPr lang="en-GB" sz="2000" b="1" i="0" dirty="0">
                <a:solidFill>
                  <a:schemeClr val="accent2">
                    <a:lumMod val="75000"/>
                  </a:schemeClr>
                </a:solidFill>
                <a:effectLst/>
              </a:rPr>
              <a:t>performance metrics between different conditions or design variations</a:t>
            </a:r>
            <a:r>
              <a:rPr lang="en-GB" sz="2000" b="0" i="0" dirty="0">
                <a:solidFill>
                  <a:schemeClr val="accent2">
                    <a:lumMod val="75000"/>
                  </a:schemeClr>
                </a:solidFill>
                <a:effectLst/>
              </a:rPr>
              <a:t>.</a:t>
            </a:r>
          </a:p>
          <a:p>
            <a:r>
              <a:rPr lang="en-GB" sz="2000" b="0" i="0" dirty="0">
                <a:solidFill>
                  <a:srgbClr val="374151"/>
                </a:solidFill>
                <a:effectLst/>
              </a:rPr>
              <a:t>Usability testing aims to assess how easily users can accomplish specific tasks and identify areas for improvement in the user interface or interaction design. </a:t>
            </a:r>
            <a:endParaRPr lang="en-GB" sz="2000" dirty="0"/>
          </a:p>
        </p:txBody>
      </p:sp>
      <p:sp>
        <p:nvSpPr>
          <p:cNvPr id="6" name="Title 5">
            <a:extLst>
              <a:ext uri="{FF2B5EF4-FFF2-40B4-BE49-F238E27FC236}">
                <a16:creationId xmlns:a16="http://schemas.microsoft.com/office/drawing/2014/main" id="{724E4732-C5C3-2BBA-C531-8C20CA73F4E3}"/>
              </a:ext>
            </a:extLst>
          </p:cNvPr>
          <p:cNvSpPr>
            <a:spLocks noGrp="1"/>
          </p:cNvSpPr>
          <p:nvPr>
            <p:ph type="title"/>
          </p:nvPr>
        </p:nvSpPr>
        <p:spPr/>
        <p:txBody>
          <a:bodyPr/>
          <a:lstStyle/>
          <a:p>
            <a:r>
              <a:rPr lang="en-GB" dirty="0"/>
              <a:t>Comparing the means</a:t>
            </a:r>
          </a:p>
        </p:txBody>
      </p:sp>
      <p:sp>
        <p:nvSpPr>
          <p:cNvPr id="8" name="Text Placeholder 6">
            <a:extLst>
              <a:ext uri="{FF2B5EF4-FFF2-40B4-BE49-F238E27FC236}">
                <a16:creationId xmlns:a16="http://schemas.microsoft.com/office/drawing/2014/main" id="{D5F8F537-A2BE-5619-95D7-1AA2BD0E29C0}"/>
              </a:ext>
            </a:extLst>
          </p:cNvPr>
          <p:cNvSpPr txBox="1">
            <a:spLocks/>
          </p:cNvSpPr>
          <p:nvPr/>
        </p:nvSpPr>
        <p:spPr>
          <a:xfrm>
            <a:off x="4716016" y="2766391"/>
            <a:ext cx="4104456" cy="3505006"/>
          </a:xfrm>
          <a:prstGeom prst="rect">
            <a:avLst/>
          </a:prstGeom>
        </p:spPr>
        <p:txBody>
          <a:bodyPr vert="horz" anchor="t">
            <a:noAutofit/>
          </a:bodyPr>
          <a:lstStyle>
            <a:lvl1pPr marL="0" indent="0" algn="l" rtl="0" eaLnBrk="1" latinLnBrk="0" hangingPunct="1">
              <a:spcBef>
                <a:spcPts val="700"/>
              </a:spcBef>
              <a:buClr>
                <a:schemeClr val="accent2"/>
              </a:buClr>
              <a:buSzPct val="60000"/>
              <a:buFont typeface="Wingdings"/>
              <a:buNone/>
              <a:defRPr kumimoji="0" sz="2800" kern="1200">
                <a:solidFill>
                  <a:schemeClr val="tx2"/>
                </a:solidFill>
                <a:latin typeface="+mn-lt"/>
                <a:ea typeface="+mn-ea"/>
                <a:cs typeface="+mn-cs"/>
              </a:defRPr>
            </a:lvl1pPr>
            <a:lvl2pPr marL="640080" indent="-274320" algn="l" rtl="0" eaLnBrk="1" latinLnBrk="0" hangingPunct="1">
              <a:spcBef>
                <a:spcPts val="550"/>
              </a:spcBef>
              <a:buClr>
                <a:schemeClr val="accent1"/>
              </a:buClr>
              <a:buSzPct val="70000"/>
              <a:buFont typeface="Wingdings 2"/>
              <a:buNone/>
              <a:defRPr kumimoji="0" sz="1800" kern="1200">
                <a:solidFill>
                  <a:schemeClr val="tx1">
                    <a:tint val="75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None/>
              <a:defRPr kumimoji="0" sz="1600" kern="1200">
                <a:solidFill>
                  <a:schemeClr val="tx1">
                    <a:tint val="75000"/>
                  </a:schemeClr>
                </a:solidFill>
                <a:latin typeface="+mn-lt"/>
                <a:ea typeface="+mn-ea"/>
                <a:cs typeface="+mn-cs"/>
              </a:defRPr>
            </a:lvl3pPr>
            <a:lvl4pPr marL="1371600" indent="-228600" algn="l" rtl="0" eaLnBrk="1" latinLnBrk="0" hangingPunct="1">
              <a:spcBef>
                <a:spcPts val="400"/>
              </a:spcBef>
              <a:buClr>
                <a:schemeClr val="accent3"/>
              </a:buClr>
              <a:buSzPct val="75000"/>
              <a:buFont typeface="Wingdings"/>
              <a:buNone/>
              <a:defRPr kumimoji="0" sz="1400" kern="1200">
                <a:solidFill>
                  <a:schemeClr val="tx1">
                    <a:tint val="75000"/>
                  </a:schemeClr>
                </a:solidFill>
                <a:latin typeface="+mn-lt"/>
                <a:ea typeface="+mn-ea"/>
                <a:cs typeface="+mn-cs"/>
              </a:defRPr>
            </a:lvl4pPr>
            <a:lvl5pPr marL="1828800" indent="-228600" algn="l" rtl="0" eaLnBrk="1" latinLnBrk="0" hangingPunct="1">
              <a:spcBef>
                <a:spcPts val="400"/>
              </a:spcBef>
              <a:buClr>
                <a:schemeClr val="accent4"/>
              </a:buClr>
              <a:buSzPct val="65000"/>
              <a:buFont typeface="Wingdings"/>
              <a:buNone/>
              <a:defRPr kumimoji="0" sz="1400" kern="1200">
                <a:solidFill>
                  <a:schemeClr val="tx1">
                    <a:tint val="75000"/>
                  </a:schemeClr>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Bef>
                <a:spcPts val="400"/>
              </a:spcBef>
              <a:spcAft>
                <a:spcPts val="0"/>
              </a:spcAft>
            </a:pPr>
            <a:r>
              <a:rPr lang="en-GB" sz="2000" dirty="0">
                <a:solidFill>
                  <a:srgbClr val="374151"/>
                </a:solidFill>
              </a:rPr>
              <a:t>To compare means in usability testing we follow the steps below:</a:t>
            </a:r>
          </a:p>
          <a:p>
            <a:pPr marL="514350" indent="-514350" fontAlgn="auto">
              <a:spcBef>
                <a:spcPts val="400"/>
              </a:spcBef>
              <a:spcAft>
                <a:spcPts val="0"/>
              </a:spcAft>
              <a:buFont typeface="+mj-lt"/>
              <a:buAutoNum type="arabicPeriod"/>
            </a:pPr>
            <a:r>
              <a:rPr lang="en-GB" sz="2000" dirty="0">
                <a:solidFill>
                  <a:srgbClr val="374151"/>
                </a:solidFill>
              </a:rPr>
              <a:t>Define Usability Metrics</a:t>
            </a:r>
          </a:p>
          <a:p>
            <a:pPr marL="514350" indent="-514350" fontAlgn="auto">
              <a:spcBef>
                <a:spcPts val="400"/>
              </a:spcBef>
              <a:spcAft>
                <a:spcPts val="0"/>
              </a:spcAft>
              <a:buFont typeface="+mj-lt"/>
              <a:buAutoNum type="arabicPeriod"/>
            </a:pPr>
            <a:r>
              <a:rPr lang="en-GB" sz="2000" dirty="0">
                <a:solidFill>
                  <a:srgbClr val="374151"/>
                </a:solidFill>
              </a:rPr>
              <a:t>Determine Test Conditions</a:t>
            </a:r>
          </a:p>
          <a:p>
            <a:pPr marL="514350" indent="-514350" fontAlgn="auto">
              <a:spcBef>
                <a:spcPts val="400"/>
              </a:spcBef>
              <a:spcAft>
                <a:spcPts val="0"/>
              </a:spcAft>
              <a:buFont typeface="+mj-lt"/>
              <a:buAutoNum type="arabicPeriod"/>
            </a:pPr>
            <a:r>
              <a:rPr lang="en-GB" sz="2000" dirty="0">
                <a:solidFill>
                  <a:srgbClr val="374151"/>
                </a:solidFill>
              </a:rPr>
              <a:t>Recruit Participants</a:t>
            </a:r>
          </a:p>
          <a:p>
            <a:pPr marL="514350" indent="-514350" fontAlgn="auto">
              <a:spcBef>
                <a:spcPts val="400"/>
              </a:spcBef>
              <a:spcAft>
                <a:spcPts val="0"/>
              </a:spcAft>
              <a:buFont typeface="+mj-lt"/>
              <a:buAutoNum type="arabicPeriod"/>
            </a:pPr>
            <a:r>
              <a:rPr lang="en-GB" sz="2000" dirty="0">
                <a:solidFill>
                  <a:srgbClr val="374151"/>
                </a:solidFill>
              </a:rPr>
              <a:t>Conduct Usability Tests</a:t>
            </a:r>
          </a:p>
          <a:p>
            <a:pPr marL="514350" indent="-514350" fontAlgn="auto">
              <a:spcBef>
                <a:spcPts val="400"/>
              </a:spcBef>
              <a:spcAft>
                <a:spcPts val="0"/>
              </a:spcAft>
              <a:buFont typeface="+mj-lt"/>
              <a:buAutoNum type="arabicPeriod"/>
            </a:pPr>
            <a:r>
              <a:rPr lang="en-GB" sz="2000" dirty="0">
                <a:solidFill>
                  <a:srgbClr val="374151"/>
                </a:solidFill>
              </a:rPr>
              <a:t>Collect Data</a:t>
            </a:r>
          </a:p>
          <a:p>
            <a:pPr marL="514350" indent="-514350" fontAlgn="auto">
              <a:spcBef>
                <a:spcPts val="400"/>
              </a:spcBef>
              <a:spcAft>
                <a:spcPts val="0"/>
              </a:spcAft>
              <a:buFont typeface="+mj-lt"/>
              <a:buAutoNum type="arabicPeriod"/>
            </a:pPr>
            <a:r>
              <a:rPr lang="en-GB" sz="2000" dirty="0">
                <a:solidFill>
                  <a:srgbClr val="374151"/>
                </a:solidFill>
              </a:rPr>
              <a:t>Perform Statistical Analysis</a:t>
            </a:r>
          </a:p>
          <a:p>
            <a:pPr marL="514350" indent="-514350" fontAlgn="auto">
              <a:spcBef>
                <a:spcPts val="400"/>
              </a:spcBef>
              <a:spcAft>
                <a:spcPts val="0"/>
              </a:spcAft>
              <a:buFont typeface="+mj-lt"/>
              <a:buAutoNum type="arabicPeriod"/>
            </a:pPr>
            <a:r>
              <a:rPr lang="en-GB" sz="2000" dirty="0">
                <a:solidFill>
                  <a:srgbClr val="374151"/>
                </a:solidFill>
              </a:rPr>
              <a:t>Interpret Results</a:t>
            </a:r>
          </a:p>
          <a:p>
            <a:pPr marL="514350" indent="-514350" fontAlgn="auto">
              <a:spcBef>
                <a:spcPts val="400"/>
              </a:spcBef>
              <a:spcAft>
                <a:spcPts val="0"/>
              </a:spcAft>
              <a:buFont typeface="+mj-lt"/>
              <a:buAutoNum type="arabicPeriod"/>
            </a:pPr>
            <a:r>
              <a:rPr lang="en-GB" sz="2000" dirty="0">
                <a:solidFill>
                  <a:srgbClr val="374151"/>
                </a:solidFill>
              </a:rPr>
              <a:t>Iterate and Improve</a:t>
            </a:r>
          </a:p>
        </p:txBody>
      </p:sp>
      <p:sp>
        <p:nvSpPr>
          <p:cNvPr id="5" name="Date Placeholder 4">
            <a:extLst>
              <a:ext uri="{FF2B5EF4-FFF2-40B4-BE49-F238E27FC236}">
                <a16:creationId xmlns:a16="http://schemas.microsoft.com/office/drawing/2014/main" id="{6877B5AA-BCA5-3D29-CD3A-F91F05D5F74E}"/>
              </a:ext>
            </a:extLst>
          </p:cNvPr>
          <p:cNvSpPr>
            <a:spLocks noGrp="1"/>
          </p:cNvSpPr>
          <p:nvPr>
            <p:ph type="dt" sz="half" idx="2"/>
          </p:nvPr>
        </p:nvSpPr>
        <p:spPr/>
        <p:txBody>
          <a:bodyPr/>
          <a:lstStyle/>
          <a:p>
            <a:endParaRPr lang="en-US" dirty="0"/>
          </a:p>
        </p:txBody>
      </p:sp>
      <p:sp>
        <p:nvSpPr>
          <p:cNvPr id="9" name="Footer Placeholder 8">
            <a:extLst>
              <a:ext uri="{FF2B5EF4-FFF2-40B4-BE49-F238E27FC236}">
                <a16:creationId xmlns:a16="http://schemas.microsoft.com/office/drawing/2014/main" id="{9A0BB18B-88D9-2C99-9AEA-7FF9B21A722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1E0C44A3-4294-AB18-1FA7-595D789C1C47}"/>
              </a:ext>
            </a:extLst>
          </p:cNvPr>
          <p:cNvSpPr>
            <a:spLocks noGrp="1"/>
          </p:cNvSpPr>
          <p:nvPr>
            <p:ph type="sldNum" sz="quarter" idx="11"/>
          </p:nvPr>
        </p:nvSpPr>
        <p:spPr/>
        <p:txBody>
          <a:bodyPr/>
          <a:lstStyle/>
          <a:p>
            <a:fld id="{4F96EDF4-259A-48E8-B98E-8CB70E21F623}" type="slidenum">
              <a:rPr lang="en-US" smtClean="0"/>
              <a:pPr/>
              <a:t>39</a:t>
            </a:fld>
            <a:r>
              <a:rPr lang="en-GB"/>
              <a:t>/75</a:t>
            </a:r>
            <a:endParaRPr lang="en-US" dirty="0"/>
          </a:p>
        </p:txBody>
      </p:sp>
    </p:spTree>
    <p:extLst>
      <p:ext uri="{BB962C8B-B14F-4D97-AF65-F5344CB8AC3E}">
        <p14:creationId xmlns:p14="http://schemas.microsoft.com/office/powerpoint/2010/main" val="3204659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CF8513-5A27-4BA4-C652-B9C5549303B9}"/>
              </a:ext>
            </a:extLst>
          </p:cNvPr>
          <p:cNvSpPr>
            <a:spLocks noGrp="1"/>
          </p:cNvSpPr>
          <p:nvPr>
            <p:ph type="title"/>
          </p:nvPr>
        </p:nvSpPr>
        <p:spPr/>
        <p:txBody>
          <a:bodyPr/>
          <a:lstStyle/>
          <a:p>
            <a:r>
              <a:rPr lang="en-GB" dirty="0"/>
              <a:t>Hypothesis testing process</a:t>
            </a:r>
          </a:p>
        </p:txBody>
      </p:sp>
      <p:graphicFrame>
        <p:nvGraphicFramePr>
          <p:cNvPr id="8" name="Diagram 7">
            <a:extLst>
              <a:ext uri="{FF2B5EF4-FFF2-40B4-BE49-F238E27FC236}">
                <a16:creationId xmlns:a16="http://schemas.microsoft.com/office/drawing/2014/main" id="{F5F42F4A-1D87-1456-2ADE-0122BE7B685D}"/>
              </a:ext>
            </a:extLst>
          </p:cNvPr>
          <p:cNvGraphicFramePr/>
          <p:nvPr>
            <p:extLst>
              <p:ext uri="{D42A27DB-BD31-4B8C-83A1-F6EECF244321}">
                <p14:modId xmlns:p14="http://schemas.microsoft.com/office/powerpoint/2010/main" val="3256888227"/>
              </p:ext>
            </p:extLst>
          </p:nvPr>
        </p:nvGraphicFramePr>
        <p:xfrm>
          <a:off x="1371600" y="2852150"/>
          <a:ext cx="7344816" cy="3396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 Placeholder 6">
            <a:extLst>
              <a:ext uri="{FF2B5EF4-FFF2-40B4-BE49-F238E27FC236}">
                <a16:creationId xmlns:a16="http://schemas.microsoft.com/office/drawing/2014/main" id="{68BC5278-2431-A67A-ECFA-8B8A190A1C41}"/>
              </a:ext>
            </a:extLst>
          </p:cNvPr>
          <p:cNvSpPr>
            <a:spLocks noGrp="1"/>
          </p:cNvSpPr>
          <p:nvPr>
            <p:ph type="body" idx="1"/>
          </p:nvPr>
        </p:nvSpPr>
        <p:spPr>
          <a:xfrm>
            <a:off x="1371600" y="239866"/>
            <a:ext cx="6806183" cy="1244918"/>
          </a:xfrm>
        </p:spPr>
        <p:txBody>
          <a:bodyPr>
            <a:normAutofit fontScale="77500" lnSpcReduction="20000"/>
          </a:bodyPr>
          <a:lstStyle/>
          <a:p>
            <a:r>
              <a:rPr lang="en-GB" b="1" i="0" dirty="0">
                <a:solidFill>
                  <a:schemeClr val="accent6">
                    <a:lumMod val="50000"/>
                  </a:schemeClr>
                </a:solidFill>
                <a:effectLst/>
              </a:rPr>
              <a:t>Hypothesis testing</a:t>
            </a:r>
            <a:r>
              <a:rPr lang="en-GB" b="0" i="0" dirty="0">
                <a:solidFill>
                  <a:schemeClr val="accent6">
                    <a:lumMod val="50000"/>
                  </a:schemeClr>
                </a:solidFill>
                <a:effectLst/>
              </a:rPr>
              <a:t> is a formal procedure for investigating our ideas about the world using </a:t>
            </a:r>
            <a:r>
              <a:rPr lang="en-GB" b="0" i="0" u="none" strike="noStrike" dirty="0">
                <a:solidFill>
                  <a:schemeClr val="accent6">
                    <a:lumMod val="50000"/>
                  </a:schemeClr>
                </a:solidFill>
                <a:effectLst/>
                <a:hlinkClick r:id="rId7">
                  <a:extLst>
                    <a:ext uri="{A12FA001-AC4F-418D-AE19-62706E023703}">
                      <ahyp:hlinkClr xmlns:ahyp="http://schemas.microsoft.com/office/drawing/2018/hyperlinkcolor" val="tx"/>
                    </a:ext>
                  </a:extLst>
                </a:hlinkClick>
              </a:rPr>
              <a:t>statistics</a:t>
            </a:r>
            <a:r>
              <a:rPr lang="en-GB" b="0" i="0" dirty="0">
                <a:solidFill>
                  <a:schemeClr val="accent6">
                    <a:lumMod val="50000"/>
                  </a:schemeClr>
                </a:solidFill>
                <a:effectLst/>
              </a:rPr>
              <a:t>. It is most often used by scientists to test specific predictions, called </a:t>
            </a:r>
            <a:r>
              <a:rPr lang="en-GB" b="0" i="0" u="none" strike="noStrike" dirty="0">
                <a:solidFill>
                  <a:schemeClr val="accent6">
                    <a:lumMod val="50000"/>
                  </a:schemeClr>
                </a:solidFill>
                <a:effectLst/>
                <a:hlinkClick r:id="rId8">
                  <a:extLst>
                    <a:ext uri="{A12FA001-AC4F-418D-AE19-62706E023703}">
                      <ahyp:hlinkClr xmlns:ahyp="http://schemas.microsoft.com/office/drawing/2018/hyperlinkcolor" val="tx"/>
                    </a:ext>
                  </a:extLst>
                </a:hlinkClick>
              </a:rPr>
              <a:t>hypotheses</a:t>
            </a:r>
            <a:r>
              <a:rPr lang="en-GB" b="0" i="0" dirty="0">
                <a:solidFill>
                  <a:schemeClr val="accent6">
                    <a:lumMod val="50000"/>
                  </a:schemeClr>
                </a:solidFill>
                <a:effectLst/>
              </a:rPr>
              <a:t>, that arise from theories.</a:t>
            </a:r>
          </a:p>
        </p:txBody>
      </p:sp>
      <p:pic>
        <p:nvPicPr>
          <p:cNvPr id="13" name="Picture 12">
            <a:hlinkClick r:id="rId9"/>
            <a:extLst>
              <a:ext uri="{FF2B5EF4-FFF2-40B4-BE49-F238E27FC236}">
                <a16:creationId xmlns:a16="http://schemas.microsoft.com/office/drawing/2014/main" id="{67DF9969-041A-D0C7-E709-3ECAE7A3E869}"/>
              </a:ext>
            </a:extLst>
          </p:cNvPr>
          <p:cNvPicPr>
            <a:picLocks noChangeAspect="1"/>
          </p:cNvPicPr>
          <p:nvPr/>
        </p:nvPicPr>
        <p:blipFill>
          <a:blip r:embed="rId10"/>
          <a:stretch>
            <a:fillRect/>
          </a:stretch>
        </p:blipFill>
        <p:spPr>
          <a:xfrm>
            <a:off x="8177783" y="438759"/>
            <a:ext cx="813817" cy="796316"/>
          </a:xfrm>
          <a:prstGeom prst="rect">
            <a:avLst/>
          </a:prstGeom>
        </p:spPr>
      </p:pic>
      <p:sp>
        <p:nvSpPr>
          <p:cNvPr id="5" name="Date Placeholder 4">
            <a:extLst>
              <a:ext uri="{FF2B5EF4-FFF2-40B4-BE49-F238E27FC236}">
                <a16:creationId xmlns:a16="http://schemas.microsoft.com/office/drawing/2014/main" id="{9A7228E4-AA2C-C72C-8179-11E4ADE1EA0A}"/>
              </a:ext>
            </a:extLst>
          </p:cNvPr>
          <p:cNvSpPr>
            <a:spLocks noGrp="1"/>
          </p:cNvSpPr>
          <p:nvPr>
            <p:ph type="dt" sz="half" idx="2"/>
          </p:nvPr>
        </p:nvSpPr>
        <p:spPr/>
        <p:txBody>
          <a:bodyPr/>
          <a:lstStyle/>
          <a:p>
            <a:endParaRPr lang="en-US" dirty="0"/>
          </a:p>
        </p:txBody>
      </p:sp>
      <p:sp>
        <p:nvSpPr>
          <p:cNvPr id="7" name="Footer Placeholder 6">
            <a:extLst>
              <a:ext uri="{FF2B5EF4-FFF2-40B4-BE49-F238E27FC236}">
                <a16:creationId xmlns:a16="http://schemas.microsoft.com/office/drawing/2014/main" id="{D5D27ABB-5361-DF7A-E6DA-6505D746B0E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C32083E3-343C-67C0-5D0C-38D8FD007E20}"/>
              </a:ext>
            </a:extLst>
          </p:cNvPr>
          <p:cNvSpPr>
            <a:spLocks noGrp="1"/>
          </p:cNvSpPr>
          <p:nvPr>
            <p:ph type="sldNum" sz="quarter" idx="11"/>
          </p:nvPr>
        </p:nvSpPr>
        <p:spPr/>
        <p:txBody>
          <a:bodyPr/>
          <a:lstStyle/>
          <a:p>
            <a:fld id="{4F96EDF4-259A-48E8-B98E-8CB70E21F623}" type="slidenum">
              <a:rPr lang="en-US" smtClean="0"/>
              <a:pPr/>
              <a:t>40</a:t>
            </a:fld>
            <a:r>
              <a:rPr lang="en-GB"/>
              <a:t>/75</a:t>
            </a:r>
            <a:endParaRPr lang="en-US" dirty="0"/>
          </a:p>
        </p:txBody>
      </p:sp>
    </p:spTree>
    <p:extLst>
      <p:ext uri="{BB962C8B-B14F-4D97-AF65-F5344CB8AC3E}">
        <p14:creationId xmlns:p14="http://schemas.microsoft.com/office/powerpoint/2010/main" val="3528258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4B31A-BF9D-CDEA-9523-873405A19E00}"/>
              </a:ext>
            </a:extLst>
          </p:cNvPr>
          <p:cNvSpPr>
            <a:spLocks noGrp="1"/>
          </p:cNvSpPr>
          <p:nvPr>
            <p:ph type="title"/>
          </p:nvPr>
        </p:nvSpPr>
        <p:spPr>
          <a:xfrm>
            <a:off x="3347864" y="228600"/>
            <a:ext cx="5418184" cy="990600"/>
          </a:xfrm>
        </p:spPr>
        <p:txBody>
          <a:bodyPr>
            <a:normAutofit/>
          </a:bodyPr>
          <a:lstStyle/>
          <a:p>
            <a:r>
              <a:rPr lang="en-GB" dirty="0"/>
              <a:t>Types of hypothesis</a:t>
            </a:r>
          </a:p>
        </p:txBody>
      </p:sp>
      <p:graphicFrame>
        <p:nvGraphicFramePr>
          <p:cNvPr id="7" name="Table 6">
            <a:extLst>
              <a:ext uri="{FF2B5EF4-FFF2-40B4-BE49-F238E27FC236}">
                <a16:creationId xmlns:a16="http://schemas.microsoft.com/office/drawing/2014/main" id="{6260B433-FE1F-91DB-F680-1F995BE74ABC}"/>
              </a:ext>
            </a:extLst>
          </p:cNvPr>
          <p:cNvGraphicFramePr>
            <a:graphicFrameLocks noGrp="1"/>
          </p:cNvGraphicFramePr>
          <p:nvPr/>
        </p:nvGraphicFramePr>
        <p:xfrm>
          <a:off x="791580" y="2144337"/>
          <a:ext cx="7560840" cy="1697624"/>
        </p:xfrm>
        <a:graphic>
          <a:graphicData uri="http://schemas.openxmlformats.org/drawingml/2006/table">
            <a:tbl>
              <a:tblPr>
                <a:tableStyleId>{3C2FFA5D-87B4-456A-9821-1D502468CF0F}</a:tableStyleId>
              </a:tblPr>
              <a:tblGrid>
                <a:gridCol w="3750253">
                  <a:extLst>
                    <a:ext uri="{9D8B030D-6E8A-4147-A177-3AD203B41FA5}">
                      <a16:colId xmlns:a16="http://schemas.microsoft.com/office/drawing/2014/main" val="1671321050"/>
                    </a:ext>
                  </a:extLst>
                </a:gridCol>
                <a:gridCol w="3810587">
                  <a:extLst>
                    <a:ext uri="{9D8B030D-6E8A-4147-A177-3AD203B41FA5}">
                      <a16:colId xmlns:a16="http://schemas.microsoft.com/office/drawing/2014/main" val="2823293391"/>
                    </a:ext>
                  </a:extLst>
                </a:gridCol>
              </a:tblGrid>
              <a:tr h="166445">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600" b="1" dirty="0">
                          <a:solidFill>
                            <a:schemeClr val="bg1"/>
                          </a:solidFill>
                          <a:effectLst/>
                          <a:latin typeface="+mn-lt"/>
                        </a:rPr>
                        <a:t>Types of hypothesis</a:t>
                      </a:r>
                      <a:endParaRPr lang="en-GB" sz="1600" dirty="0">
                        <a:solidFill>
                          <a:schemeClr val="bg1"/>
                        </a:solidFill>
                        <a:effectLst/>
                        <a:latin typeface="+mn-lt"/>
                      </a:endParaRPr>
                    </a:p>
                  </a:txBody>
                  <a:tcPr marL="82290" marR="82290" marT="41145" marB="41145" anchor="b">
                    <a:solidFill>
                      <a:schemeClr val="accent1">
                        <a:lumMod val="7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dirty="0">
                        <a:solidFill>
                          <a:schemeClr val="bg1"/>
                        </a:solidFill>
                        <a:latin typeface="+mn-lt"/>
                      </a:endParaRPr>
                    </a:p>
                  </a:txBody>
                  <a:tcPr marL="82290" marR="82290" marT="41145" marB="41145" anchor="b">
                    <a:solidFill>
                      <a:schemeClr val="accent1">
                        <a:lumMod val="75000"/>
                      </a:schemeClr>
                    </a:solidFill>
                  </a:tcPr>
                </a:tc>
                <a:extLst>
                  <a:ext uri="{0D108BD9-81ED-4DB2-BD59-A6C34878D82A}">
                    <a16:rowId xmlns:a16="http://schemas.microsoft.com/office/drawing/2014/main" val="660103796"/>
                  </a:ext>
                </a:extLst>
              </a:tr>
              <a:tr h="341168">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600" b="1" dirty="0">
                          <a:solidFill>
                            <a:schemeClr val="accent6">
                              <a:lumMod val="50000"/>
                            </a:schemeClr>
                          </a:solidFill>
                          <a:effectLst/>
                          <a:latin typeface="+mn-lt"/>
                        </a:rPr>
                        <a:t>Difference &amp; </a:t>
                      </a:r>
                      <a:r>
                        <a:rPr lang="en-GB" sz="1600" b="1" dirty="0">
                          <a:solidFill>
                            <a:schemeClr val="accent6">
                              <a:lumMod val="50000"/>
                            </a:schemeClr>
                          </a:solidFill>
                          <a:latin typeface="+mn-lt"/>
                        </a:rPr>
                        <a:t>correlation</a:t>
                      </a:r>
                    </a:p>
                  </a:txBody>
                  <a:tcPr marL="82290" marR="82290" marT="41145" marB="41145"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dirty="0">
                          <a:solidFill>
                            <a:schemeClr val="accent6">
                              <a:lumMod val="50000"/>
                            </a:schemeClr>
                          </a:solidFill>
                          <a:effectLst/>
                          <a:latin typeface="+mn-lt"/>
                        </a:rPr>
                        <a:t>Directed &amp; u</a:t>
                      </a:r>
                      <a:r>
                        <a:rPr lang="en-GB" sz="1600" b="1" dirty="0">
                          <a:solidFill>
                            <a:schemeClr val="accent6">
                              <a:lumMod val="50000"/>
                            </a:schemeClr>
                          </a:solidFill>
                          <a:latin typeface="+mn-lt"/>
                        </a:rPr>
                        <a:t>ndirected</a:t>
                      </a:r>
                    </a:p>
                  </a:txBody>
                  <a:tcPr marL="82290" marR="82290" marT="41145" marB="41145" anchor="b"/>
                </a:tc>
                <a:extLst>
                  <a:ext uri="{0D108BD9-81ED-4DB2-BD59-A6C34878D82A}">
                    <a16:rowId xmlns:a16="http://schemas.microsoft.com/office/drawing/2014/main" val="3547739588"/>
                  </a:ext>
                </a:extLst>
              </a:tr>
              <a:tr h="460356">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600" dirty="0">
                          <a:solidFill>
                            <a:schemeClr val="accent6">
                              <a:lumMod val="50000"/>
                            </a:schemeClr>
                          </a:solidFill>
                          <a:effectLst/>
                          <a:latin typeface="+mn-lt"/>
                        </a:rPr>
                        <a:t>Is there a difference between groups</a:t>
                      </a:r>
                    </a:p>
                  </a:txBody>
                  <a:tcPr marL="82290" marR="82290" marT="41145" marB="41145"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chemeClr val="accent6">
                              <a:lumMod val="50000"/>
                            </a:schemeClr>
                          </a:solidFill>
                          <a:effectLst/>
                          <a:latin typeface="+mn-lt"/>
                        </a:rPr>
                        <a:t>Is there a difference or a correlation</a:t>
                      </a:r>
                    </a:p>
                  </a:txBody>
                  <a:tcPr marL="82290" marR="82290" marT="41145" marB="41145" anchor="b"/>
                </a:tc>
                <a:extLst>
                  <a:ext uri="{0D108BD9-81ED-4DB2-BD59-A6C34878D82A}">
                    <a16:rowId xmlns:a16="http://schemas.microsoft.com/office/drawing/2014/main" val="3724583050"/>
                  </a:ext>
                </a:extLst>
              </a:tr>
              <a:tr h="460356">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600" dirty="0">
                          <a:solidFill>
                            <a:schemeClr val="accent6">
                              <a:lumMod val="50000"/>
                            </a:schemeClr>
                          </a:solidFill>
                          <a:effectLst/>
                          <a:latin typeface="+mn-lt"/>
                        </a:rPr>
                        <a:t>Is there a correlation between groups</a:t>
                      </a:r>
                    </a:p>
                  </a:txBody>
                  <a:tcPr marL="82290" marR="82290" marT="41145" marB="41145"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chemeClr val="accent6">
                              <a:lumMod val="50000"/>
                            </a:schemeClr>
                          </a:solidFill>
                          <a:effectLst/>
                          <a:latin typeface="+mn-lt"/>
                        </a:rPr>
                        <a:t>Is there a difference or a correlation in a certain direction</a:t>
                      </a:r>
                    </a:p>
                  </a:txBody>
                  <a:tcPr marL="82290" marR="82290" marT="41145" marB="41145" anchor="b"/>
                </a:tc>
                <a:extLst>
                  <a:ext uri="{0D108BD9-81ED-4DB2-BD59-A6C34878D82A}">
                    <a16:rowId xmlns:a16="http://schemas.microsoft.com/office/drawing/2014/main" val="2076531093"/>
                  </a:ext>
                </a:extLst>
              </a:tr>
            </a:tbl>
          </a:graphicData>
        </a:graphic>
      </p:graphicFrame>
      <p:sp>
        <p:nvSpPr>
          <p:cNvPr id="8" name="Rectangle: Rounded Corners 7">
            <a:extLst>
              <a:ext uri="{FF2B5EF4-FFF2-40B4-BE49-F238E27FC236}">
                <a16:creationId xmlns:a16="http://schemas.microsoft.com/office/drawing/2014/main" id="{707B54D4-58B2-74E0-B0C8-C3C9A0E21ADA}"/>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Form the hypothesis</a:t>
            </a:r>
          </a:p>
        </p:txBody>
      </p:sp>
      <p:sp>
        <p:nvSpPr>
          <p:cNvPr id="9" name="Rectangle: Rounded Corners 8">
            <a:extLst>
              <a:ext uri="{FF2B5EF4-FFF2-40B4-BE49-F238E27FC236}">
                <a16:creationId xmlns:a16="http://schemas.microsoft.com/office/drawing/2014/main" id="{1D05FEC0-13D6-CD4F-B93F-E0D8427706AF}"/>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1</a:t>
            </a:r>
          </a:p>
        </p:txBody>
      </p:sp>
      <p:sp>
        <p:nvSpPr>
          <p:cNvPr id="5" name="Footer Placeholder 4">
            <a:extLst>
              <a:ext uri="{FF2B5EF4-FFF2-40B4-BE49-F238E27FC236}">
                <a16:creationId xmlns:a16="http://schemas.microsoft.com/office/drawing/2014/main" id="{32F068B6-7A93-E19B-F8CA-14A57C13EB9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B1A512DE-9A3F-6609-AE1F-B5C116107AC0}"/>
              </a:ext>
            </a:extLst>
          </p:cNvPr>
          <p:cNvSpPr>
            <a:spLocks noGrp="1"/>
          </p:cNvSpPr>
          <p:nvPr>
            <p:ph type="sldNum" sz="quarter" idx="4"/>
          </p:nvPr>
        </p:nvSpPr>
        <p:spPr/>
        <p:txBody>
          <a:bodyPr/>
          <a:lstStyle/>
          <a:p>
            <a:fld id="{9FD7ECCF-50E7-4327-B945-FA93FF7B2BEF}" type="slidenum">
              <a:rPr lang="en-US" smtClean="0"/>
              <a:pPr/>
              <a:t>41</a:t>
            </a:fld>
            <a:r>
              <a:rPr lang="en-GB"/>
              <a:t>/75</a:t>
            </a:r>
            <a:endParaRPr lang="en-US" dirty="0"/>
          </a:p>
        </p:txBody>
      </p:sp>
    </p:spTree>
    <p:extLst>
      <p:ext uri="{BB962C8B-B14F-4D97-AF65-F5344CB8AC3E}">
        <p14:creationId xmlns:p14="http://schemas.microsoft.com/office/powerpoint/2010/main" val="1285094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1B3B1E3-8F01-805F-DEF2-EE52A8A56D13}"/>
              </a:ext>
            </a:extLst>
          </p:cNvPr>
          <p:cNvSpPr>
            <a:spLocks noGrp="1"/>
          </p:cNvSpPr>
          <p:nvPr>
            <p:ph sz="quarter" idx="2"/>
          </p:nvPr>
        </p:nvSpPr>
        <p:spPr>
          <a:xfrm>
            <a:off x="609600" y="2438400"/>
            <a:ext cx="3886200" cy="3942928"/>
          </a:xfrm>
        </p:spPr>
        <p:txBody>
          <a:bodyPr>
            <a:noAutofit/>
          </a:bodyPr>
          <a:lstStyle/>
          <a:p>
            <a:pPr marL="268288" indent="-268288">
              <a:spcBef>
                <a:spcPts val="600"/>
              </a:spcBef>
            </a:pPr>
            <a:r>
              <a:rPr lang="en-GB" sz="1600" dirty="0">
                <a:solidFill>
                  <a:schemeClr val="accent6">
                    <a:lumMod val="50000"/>
                  </a:schemeClr>
                </a:solidFill>
                <a:effectLst/>
                <a:latin typeface="+mn-lt"/>
              </a:rPr>
              <a:t>Check if there </a:t>
            </a:r>
            <a:r>
              <a:rPr lang="en-GB" sz="1600" dirty="0">
                <a:solidFill>
                  <a:schemeClr val="accent6">
                    <a:lumMod val="50000"/>
                  </a:schemeClr>
                </a:solidFill>
              </a:rPr>
              <a:t>is a significant difference between two </a:t>
            </a:r>
            <a:r>
              <a:rPr lang="en-GB" sz="1600" dirty="0">
                <a:solidFill>
                  <a:schemeClr val="accent6">
                    <a:lumMod val="50000"/>
                  </a:schemeClr>
                </a:solidFill>
                <a:effectLst/>
                <a:latin typeface="+mn-lt"/>
              </a:rPr>
              <a:t>or more </a:t>
            </a:r>
            <a:r>
              <a:rPr lang="en-GB" sz="1600" dirty="0">
                <a:solidFill>
                  <a:schemeClr val="accent6">
                    <a:lumMod val="50000"/>
                  </a:schemeClr>
                </a:solidFill>
              </a:rPr>
              <a:t>groups or conditions in a research study</a:t>
            </a:r>
          </a:p>
          <a:p>
            <a:pPr marL="268288" indent="-268288">
              <a:spcBef>
                <a:spcPts val="600"/>
              </a:spcBef>
            </a:pPr>
            <a:r>
              <a:rPr lang="en-GB" sz="1600" dirty="0">
                <a:solidFill>
                  <a:schemeClr val="accent6">
                    <a:lumMod val="50000"/>
                  </a:schemeClr>
                </a:solidFill>
                <a:effectLst/>
                <a:latin typeface="+mn-lt"/>
              </a:rPr>
              <a:t>Is </a:t>
            </a:r>
            <a:r>
              <a:rPr lang="en-GB" sz="1600" dirty="0">
                <a:solidFill>
                  <a:schemeClr val="accent6">
                    <a:lumMod val="50000"/>
                  </a:schemeClr>
                </a:solidFill>
              </a:rPr>
              <a:t>there a difference between groups</a:t>
            </a:r>
          </a:p>
          <a:p>
            <a:pPr marL="285750" indent="-285750" fontAlgn="t">
              <a:spcBef>
                <a:spcPts val="600"/>
              </a:spcBef>
              <a:spcAft>
                <a:spcPts val="0"/>
              </a:spcAft>
              <a:buFont typeface="Wingdings" panose="05000000000000000000" pitchFamily="2" charset="2"/>
              <a:buChar char="v"/>
            </a:pPr>
            <a:r>
              <a:rPr lang="en-GB" sz="1700" b="1" dirty="0">
                <a:solidFill>
                  <a:schemeClr val="accent2">
                    <a:lumMod val="75000"/>
                  </a:schemeClr>
                </a:solidFill>
              </a:rPr>
              <a:t>There is a difference in data entry time between men and women</a:t>
            </a:r>
          </a:p>
          <a:p>
            <a:pPr marL="285750" indent="-285750" fontAlgn="t">
              <a:spcBef>
                <a:spcPts val="600"/>
              </a:spcBef>
              <a:buFont typeface="Wingdings" panose="05000000000000000000" pitchFamily="2" charset="2"/>
              <a:buChar char="v"/>
            </a:pPr>
            <a:r>
              <a:rPr lang="en-GB" sz="1700" b="1" dirty="0">
                <a:solidFill>
                  <a:schemeClr val="accent2">
                    <a:lumMod val="75000"/>
                  </a:schemeClr>
                </a:solidFill>
              </a:rPr>
              <a:t>There is a difference in the data entry speed between the group that used the x-brand Ergonomic Keyboard, or the z-brand Ergonomic Keyboard</a:t>
            </a:r>
          </a:p>
          <a:p>
            <a:pPr marL="268288" indent="-268288" algn="l" rtl="0" eaLnBrk="1" fontAlgn="t" latinLnBrk="0" hangingPunct="1">
              <a:spcBef>
                <a:spcPts val="600"/>
              </a:spcBef>
            </a:pPr>
            <a:r>
              <a:rPr lang="en-GB" sz="1600" dirty="0">
                <a:solidFill>
                  <a:schemeClr val="accent6">
                    <a:lumMod val="50000"/>
                  </a:schemeClr>
                </a:solidFill>
              </a:rPr>
              <a:t>There is a categorical variable, e.g. gender (male, female), use of keyboard and at least an ordinal scaled variable, e.g. data entry speed</a:t>
            </a:r>
            <a:endParaRPr lang="en-GB" sz="1600" dirty="0">
              <a:solidFill>
                <a:schemeClr val="accent6">
                  <a:lumMod val="50000"/>
                </a:schemeClr>
              </a:solidFill>
              <a:effectLst/>
              <a:latin typeface="+mn-lt"/>
            </a:endParaRPr>
          </a:p>
        </p:txBody>
      </p:sp>
      <p:sp>
        <p:nvSpPr>
          <p:cNvPr id="13" name="Content Placeholder 12">
            <a:extLst>
              <a:ext uri="{FF2B5EF4-FFF2-40B4-BE49-F238E27FC236}">
                <a16:creationId xmlns:a16="http://schemas.microsoft.com/office/drawing/2014/main" id="{44B80231-7862-4B8F-0A39-505F70640247}"/>
              </a:ext>
            </a:extLst>
          </p:cNvPr>
          <p:cNvSpPr>
            <a:spLocks noGrp="1"/>
          </p:cNvSpPr>
          <p:nvPr>
            <p:ph sz="quarter" idx="4"/>
          </p:nvPr>
        </p:nvSpPr>
        <p:spPr>
          <a:xfrm>
            <a:off x="4800600" y="2438400"/>
            <a:ext cx="3886200" cy="3078832"/>
          </a:xfrm>
        </p:spPr>
        <p:txBody>
          <a:bodyPr>
            <a:normAutofit fontScale="77500" lnSpcReduction="20000"/>
          </a:bodyPr>
          <a:lstStyle/>
          <a:p>
            <a:pPr marL="268288" indent="-268288">
              <a:lnSpc>
                <a:spcPct val="120000"/>
              </a:lnSpc>
              <a:spcBef>
                <a:spcPts val="600"/>
              </a:spcBef>
            </a:pPr>
            <a:r>
              <a:rPr lang="en-GB" sz="1900" dirty="0">
                <a:solidFill>
                  <a:schemeClr val="accent6">
                    <a:lumMod val="50000"/>
                  </a:schemeClr>
                </a:solidFill>
              </a:rPr>
              <a:t>Is there a relationship or correlation between at least two variables?</a:t>
            </a:r>
          </a:p>
          <a:p>
            <a:pPr algn="l" rtl="0" eaLnBrk="1" fontAlgn="t" latinLnBrk="0" hangingPunct="1">
              <a:lnSpc>
                <a:spcPct val="120000"/>
              </a:lnSpc>
              <a:spcBef>
                <a:spcPts val="600"/>
              </a:spcBef>
              <a:buFont typeface="Wingdings" panose="05000000000000000000" pitchFamily="2" charset="2"/>
              <a:buChar char="v"/>
            </a:pPr>
            <a:r>
              <a:rPr lang="en-GB" sz="2000" b="1" dirty="0">
                <a:solidFill>
                  <a:schemeClr val="accent2">
                    <a:lumMod val="75000"/>
                  </a:schemeClr>
                </a:solidFill>
              </a:rPr>
              <a:t>There is a relationship between practice time entering data and data entry speed</a:t>
            </a:r>
          </a:p>
          <a:p>
            <a:pPr algn="l" rtl="0" eaLnBrk="1" fontAlgn="t" latinLnBrk="0" hangingPunct="1">
              <a:lnSpc>
                <a:spcPct val="120000"/>
              </a:lnSpc>
              <a:spcBef>
                <a:spcPts val="600"/>
              </a:spcBef>
              <a:buFont typeface="Wingdings" panose="05000000000000000000" pitchFamily="2" charset="2"/>
              <a:buChar char="v"/>
            </a:pPr>
            <a:r>
              <a:rPr lang="en-GB" sz="2000" b="1" dirty="0">
                <a:solidFill>
                  <a:schemeClr val="accent2">
                    <a:lumMod val="75000"/>
                  </a:schemeClr>
                </a:solidFill>
              </a:rPr>
              <a:t>There is a relationship between the use of the x-brand Ergonomic Keyboard and data entry speed</a:t>
            </a:r>
          </a:p>
          <a:p>
            <a:pPr algn="l" rtl="0" eaLnBrk="1" fontAlgn="t" latinLnBrk="0" hangingPunct="1">
              <a:lnSpc>
                <a:spcPct val="120000"/>
              </a:lnSpc>
              <a:spcBef>
                <a:spcPts val="600"/>
              </a:spcBef>
              <a:buFont typeface="Wingdings" panose="05000000000000000000" pitchFamily="2" charset="2"/>
              <a:buChar char="v"/>
            </a:pPr>
            <a:endParaRPr lang="en-GB" sz="1900" b="1" dirty="0">
              <a:solidFill>
                <a:schemeClr val="accent2">
                  <a:lumMod val="75000"/>
                </a:schemeClr>
              </a:solidFill>
            </a:endParaRPr>
          </a:p>
          <a:p>
            <a:pPr marL="268288" indent="-268288" algn="l" rtl="0" eaLnBrk="1" fontAlgn="t" latinLnBrk="0" hangingPunct="1">
              <a:lnSpc>
                <a:spcPct val="120000"/>
              </a:lnSpc>
              <a:spcBef>
                <a:spcPts val="600"/>
              </a:spcBef>
            </a:pPr>
            <a:r>
              <a:rPr lang="en-GB" sz="1900" dirty="0">
                <a:solidFill>
                  <a:schemeClr val="accent6">
                    <a:lumMod val="50000"/>
                  </a:schemeClr>
                </a:solidFill>
              </a:rPr>
              <a:t>Correlation hypotheses often take the form “The more…, the higher/lower…”</a:t>
            </a:r>
          </a:p>
          <a:p>
            <a:endParaRPr lang="en-GB" sz="2400" dirty="0"/>
          </a:p>
        </p:txBody>
      </p:sp>
      <p:sp>
        <p:nvSpPr>
          <p:cNvPr id="8" name="Text Placeholder 7">
            <a:extLst>
              <a:ext uri="{FF2B5EF4-FFF2-40B4-BE49-F238E27FC236}">
                <a16:creationId xmlns:a16="http://schemas.microsoft.com/office/drawing/2014/main" id="{F411EC47-D046-85EB-9B77-157364A33627}"/>
              </a:ext>
            </a:extLst>
          </p:cNvPr>
          <p:cNvSpPr>
            <a:spLocks noGrp="1"/>
          </p:cNvSpPr>
          <p:nvPr>
            <p:ph type="body" sz="quarter" idx="1"/>
          </p:nvPr>
        </p:nvSpPr>
        <p:spPr/>
        <p:txBody>
          <a:bodyPr/>
          <a:lstStyle/>
          <a:p>
            <a:r>
              <a:rPr lang="en-GB" sz="2000" dirty="0">
                <a:solidFill>
                  <a:schemeClr val="bg1"/>
                </a:solidFill>
                <a:effectLst/>
                <a:latin typeface="+mn-lt"/>
              </a:rPr>
              <a:t>Difference hypotheses</a:t>
            </a:r>
            <a:endParaRPr lang="en-GB" sz="2000" dirty="0">
              <a:solidFill>
                <a:schemeClr val="bg1"/>
              </a:solidFill>
              <a:latin typeface="+mn-lt"/>
            </a:endParaRPr>
          </a:p>
        </p:txBody>
      </p:sp>
      <p:sp>
        <p:nvSpPr>
          <p:cNvPr id="12" name="Text Placeholder 11">
            <a:extLst>
              <a:ext uri="{FF2B5EF4-FFF2-40B4-BE49-F238E27FC236}">
                <a16:creationId xmlns:a16="http://schemas.microsoft.com/office/drawing/2014/main" id="{9944FE7C-C438-54B2-A874-A2AC01474876}"/>
              </a:ext>
            </a:extLst>
          </p:cNvPr>
          <p:cNvSpPr>
            <a:spLocks noGrp="1"/>
          </p:cNvSpPr>
          <p:nvPr>
            <p:ph type="body" sz="quarter" idx="3"/>
          </p:nvPr>
        </p:nvSpPr>
        <p:spPr/>
        <p:txBody>
          <a:bodyPr/>
          <a:lstStyle/>
          <a:p>
            <a:r>
              <a:rPr lang="en-GB" sz="2000" dirty="0">
                <a:solidFill>
                  <a:schemeClr val="bg1"/>
                </a:solidFill>
                <a:latin typeface="+mn-lt"/>
              </a:rPr>
              <a:t>Correlation hypotheses</a:t>
            </a:r>
          </a:p>
        </p:txBody>
      </p:sp>
      <p:sp>
        <p:nvSpPr>
          <p:cNvPr id="7" name="Title 1">
            <a:extLst>
              <a:ext uri="{FF2B5EF4-FFF2-40B4-BE49-F238E27FC236}">
                <a16:creationId xmlns:a16="http://schemas.microsoft.com/office/drawing/2014/main" id="{59737753-6F13-903A-B424-394D02A2241D}"/>
              </a:ext>
            </a:extLst>
          </p:cNvPr>
          <p:cNvSpPr txBox="1">
            <a:spLocks/>
          </p:cNvSpPr>
          <p:nvPr/>
        </p:nvSpPr>
        <p:spPr>
          <a:xfrm>
            <a:off x="3347864" y="228600"/>
            <a:ext cx="5418184" cy="99060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a:t>Types of hypothesis</a:t>
            </a:r>
            <a:endParaRPr lang="en-GB" dirty="0"/>
          </a:p>
        </p:txBody>
      </p:sp>
      <p:sp>
        <p:nvSpPr>
          <p:cNvPr id="10" name="Rectangle: Rounded Corners 9">
            <a:extLst>
              <a:ext uri="{FF2B5EF4-FFF2-40B4-BE49-F238E27FC236}">
                <a16:creationId xmlns:a16="http://schemas.microsoft.com/office/drawing/2014/main" id="{27835532-9895-06E8-8277-D22C7B445BEA}"/>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Form the hypothesis</a:t>
            </a:r>
          </a:p>
        </p:txBody>
      </p:sp>
      <p:sp>
        <p:nvSpPr>
          <p:cNvPr id="11" name="Rectangle: Rounded Corners 10">
            <a:extLst>
              <a:ext uri="{FF2B5EF4-FFF2-40B4-BE49-F238E27FC236}">
                <a16:creationId xmlns:a16="http://schemas.microsoft.com/office/drawing/2014/main" id="{9F0AFD34-B6B2-53B5-EB70-163DFD39F9EC}"/>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1</a:t>
            </a:r>
          </a:p>
        </p:txBody>
      </p:sp>
      <p:sp>
        <p:nvSpPr>
          <p:cNvPr id="5" name="Date Placeholder 4">
            <a:extLst>
              <a:ext uri="{FF2B5EF4-FFF2-40B4-BE49-F238E27FC236}">
                <a16:creationId xmlns:a16="http://schemas.microsoft.com/office/drawing/2014/main" id="{C97A8600-190F-7117-36D7-035AEBE38A45}"/>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399A20D4-FBF8-8A5E-5FC6-E9C5C4652DAF}"/>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989E91E5-FABE-4C67-A38F-87B376C0A792}"/>
              </a:ext>
            </a:extLst>
          </p:cNvPr>
          <p:cNvSpPr>
            <a:spLocks noGrp="1"/>
          </p:cNvSpPr>
          <p:nvPr>
            <p:ph type="sldNum" sz="quarter" idx="12"/>
          </p:nvPr>
        </p:nvSpPr>
        <p:spPr/>
        <p:txBody>
          <a:bodyPr/>
          <a:lstStyle/>
          <a:p>
            <a:fld id="{9FD7ECCF-50E7-4327-B945-FA93FF7B2BEF}" type="slidenum">
              <a:rPr lang="en-US" smtClean="0"/>
              <a:pPr/>
              <a:t>42</a:t>
            </a:fld>
            <a:r>
              <a:rPr lang="en-GB"/>
              <a:t>/75</a:t>
            </a:r>
            <a:endParaRPr lang="en-US" dirty="0"/>
          </a:p>
        </p:txBody>
      </p:sp>
    </p:spTree>
    <p:extLst>
      <p:ext uri="{BB962C8B-B14F-4D97-AF65-F5344CB8AC3E}">
        <p14:creationId xmlns:p14="http://schemas.microsoft.com/office/powerpoint/2010/main" val="3606339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1B3B1E3-8F01-805F-DEF2-EE52A8A56D13}"/>
              </a:ext>
            </a:extLst>
          </p:cNvPr>
          <p:cNvSpPr>
            <a:spLocks noGrp="1"/>
          </p:cNvSpPr>
          <p:nvPr>
            <p:ph sz="quarter" idx="2"/>
          </p:nvPr>
        </p:nvSpPr>
        <p:spPr>
          <a:xfrm>
            <a:off x="609600" y="2438400"/>
            <a:ext cx="3886200" cy="3942928"/>
          </a:xfrm>
        </p:spPr>
        <p:txBody>
          <a:bodyPr>
            <a:noAutofit/>
          </a:bodyPr>
          <a:lstStyle/>
          <a:p>
            <a:pPr marL="268288" indent="-268288" fontAlgn="auto">
              <a:spcBef>
                <a:spcPts val="600"/>
              </a:spcBef>
              <a:spcAft>
                <a:spcPts val="0"/>
              </a:spcAft>
            </a:pPr>
            <a:r>
              <a:rPr lang="en-GB" sz="1800" dirty="0">
                <a:solidFill>
                  <a:schemeClr val="accent6">
                    <a:lumMod val="50000"/>
                  </a:schemeClr>
                </a:solidFill>
              </a:rPr>
              <a:t>It involves making a statement about the possible difference or relationship between groups or conditions without specifying the direction of the effect</a:t>
            </a:r>
          </a:p>
          <a:p>
            <a:pPr marL="268288" indent="-268288" fontAlgn="auto">
              <a:spcBef>
                <a:spcPts val="600"/>
              </a:spcBef>
              <a:spcAft>
                <a:spcPts val="0"/>
              </a:spcAft>
            </a:pPr>
            <a:r>
              <a:rPr lang="en-GB" sz="1800" dirty="0">
                <a:solidFill>
                  <a:schemeClr val="accent6">
                    <a:lumMod val="50000"/>
                  </a:schemeClr>
                </a:solidFill>
              </a:rPr>
              <a:t>Is there a difference between groups</a:t>
            </a:r>
          </a:p>
          <a:p>
            <a:pPr marL="285750" indent="-285750" fontAlgn="t">
              <a:spcBef>
                <a:spcPts val="600"/>
              </a:spcBef>
              <a:spcAft>
                <a:spcPts val="0"/>
              </a:spcAft>
              <a:buFont typeface="Wingdings" panose="05000000000000000000" pitchFamily="2" charset="2"/>
              <a:buChar char="v"/>
            </a:pPr>
            <a:r>
              <a:rPr lang="en-GB" sz="1800" b="1" dirty="0">
                <a:solidFill>
                  <a:schemeClr val="accent2">
                    <a:lumMod val="75000"/>
                  </a:schemeClr>
                </a:solidFill>
              </a:rPr>
              <a:t>There is a difference in data entry time between men and women</a:t>
            </a:r>
          </a:p>
          <a:p>
            <a:pPr marL="285750" indent="-285750" fontAlgn="t">
              <a:spcBef>
                <a:spcPts val="600"/>
              </a:spcBef>
              <a:spcAft>
                <a:spcPts val="0"/>
              </a:spcAft>
              <a:buFont typeface="Wingdings" panose="05000000000000000000" pitchFamily="2" charset="2"/>
              <a:buChar char="v"/>
            </a:pPr>
            <a:r>
              <a:rPr lang="en-GB" sz="1800" b="1" dirty="0">
                <a:solidFill>
                  <a:schemeClr val="accent2">
                    <a:lumMod val="75000"/>
                  </a:schemeClr>
                </a:solidFill>
              </a:rPr>
              <a:t>There is a relationship between the used of an Ergonomic Keyboard and data entry time</a:t>
            </a:r>
          </a:p>
        </p:txBody>
      </p:sp>
      <p:sp>
        <p:nvSpPr>
          <p:cNvPr id="8" name="Text Placeholder 7">
            <a:extLst>
              <a:ext uri="{FF2B5EF4-FFF2-40B4-BE49-F238E27FC236}">
                <a16:creationId xmlns:a16="http://schemas.microsoft.com/office/drawing/2014/main" id="{F411EC47-D046-85EB-9B77-157364A33627}"/>
              </a:ext>
            </a:extLst>
          </p:cNvPr>
          <p:cNvSpPr>
            <a:spLocks noGrp="1"/>
          </p:cNvSpPr>
          <p:nvPr>
            <p:ph type="body" sz="quarter" idx="1"/>
          </p:nvPr>
        </p:nvSpPr>
        <p:spPr/>
        <p:txBody>
          <a:bodyPr>
            <a:normAutofit/>
          </a:bodyPr>
          <a:lstStyle/>
          <a:p>
            <a:r>
              <a:rPr lang="en-GB" sz="2000" dirty="0">
                <a:solidFill>
                  <a:schemeClr val="bg1"/>
                </a:solidFill>
                <a:effectLst/>
                <a:latin typeface="+mn-lt"/>
              </a:rPr>
              <a:t>Undirected hypotheses (two-tailed)</a:t>
            </a:r>
            <a:endParaRPr lang="en-GB" sz="2000" dirty="0">
              <a:solidFill>
                <a:schemeClr val="bg1"/>
              </a:solidFill>
              <a:latin typeface="+mn-lt"/>
            </a:endParaRPr>
          </a:p>
        </p:txBody>
      </p:sp>
      <p:sp>
        <p:nvSpPr>
          <p:cNvPr id="12" name="Text Placeholder 11">
            <a:extLst>
              <a:ext uri="{FF2B5EF4-FFF2-40B4-BE49-F238E27FC236}">
                <a16:creationId xmlns:a16="http://schemas.microsoft.com/office/drawing/2014/main" id="{9944FE7C-C438-54B2-A874-A2AC01474876}"/>
              </a:ext>
            </a:extLst>
          </p:cNvPr>
          <p:cNvSpPr>
            <a:spLocks noGrp="1"/>
          </p:cNvSpPr>
          <p:nvPr>
            <p:ph type="body" sz="quarter" idx="3"/>
          </p:nvPr>
        </p:nvSpPr>
        <p:spPr/>
        <p:txBody>
          <a:bodyPr>
            <a:normAutofit/>
          </a:bodyPr>
          <a:lstStyle/>
          <a:p>
            <a:r>
              <a:rPr lang="en-GB" dirty="0">
                <a:solidFill>
                  <a:schemeClr val="bg1"/>
                </a:solidFill>
              </a:rPr>
              <a:t>D</a:t>
            </a:r>
            <a:r>
              <a:rPr lang="en-GB" sz="2000" dirty="0">
                <a:solidFill>
                  <a:schemeClr val="bg1"/>
                </a:solidFill>
                <a:latin typeface="+mn-lt"/>
              </a:rPr>
              <a:t>irected hypotheses (one-tail)</a:t>
            </a:r>
          </a:p>
        </p:txBody>
      </p:sp>
      <p:sp>
        <p:nvSpPr>
          <p:cNvPr id="3" name="Content Placeholder 12">
            <a:extLst>
              <a:ext uri="{FF2B5EF4-FFF2-40B4-BE49-F238E27FC236}">
                <a16:creationId xmlns:a16="http://schemas.microsoft.com/office/drawing/2014/main" id="{AF3B086B-A589-623F-4911-F0E17AAB0758}"/>
              </a:ext>
            </a:extLst>
          </p:cNvPr>
          <p:cNvSpPr txBox="1">
            <a:spLocks/>
          </p:cNvSpPr>
          <p:nvPr/>
        </p:nvSpPr>
        <p:spPr>
          <a:xfrm>
            <a:off x="7956376" y="3002280"/>
            <a:ext cx="3886200" cy="307883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endParaRPr lang="en-GB" sz="2400" dirty="0"/>
          </a:p>
        </p:txBody>
      </p:sp>
      <p:sp>
        <p:nvSpPr>
          <p:cNvPr id="7" name="Content Placeholder 6">
            <a:extLst>
              <a:ext uri="{FF2B5EF4-FFF2-40B4-BE49-F238E27FC236}">
                <a16:creationId xmlns:a16="http://schemas.microsoft.com/office/drawing/2014/main" id="{CB4328A7-AA98-BB7C-39DF-C42040AE0C58}"/>
              </a:ext>
            </a:extLst>
          </p:cNvPr>
          <p:cNvSpPr>
            <a:spLocks noGrp="1"/>
          </p:cNvSpPr>
          <p:nvPr>
            <p:ph sz="quarter" idx="4"/>
          </p:nvPr>
        </p:nvSpPr>
        <p:spPr>
          <a:xfrm>
            <a:off x="4800600" y="2438400"/>
            <a:ext cx="3886200" cy="3150840"/>
          </a:xfrm>
        </p:spPr>
        <p:txBody>
          <a:bodyPr>
            <a:normAutofit fontScale="92500" lnSpcReduction="10000"/>
          </a:bodyPr>
          <a:lstStyle/>
          <a:p>
            <a:pPr marL="268288" indent="-268288">
              <a:spcBef>
                <a:spcPts val="600"/>
              </a:spcBef>
            </a:pPr>
            <a:r>
              <a:rPr lang="en-GB" sz="1800" dirty="0">
                <a:solidFill>
                  <a:schemeClr val="accent6">
                    <a:lumMod val="50000"/>
                  </a:schemeClr>
                </a:solidFill>
              </a:rPr>
              <a:t>Is a type of hypothesis where the researcher specifies the direction of the expected effect. Unlike an undirected or two-tailed hypothesis, a directed hypothesis predicts the outcome to be either greater than (or equal to) or less than (or equal to), but not both.</a:t>
            </a:r>
          </a:p>
          <a:p>
            <a:pPr>
              <a:spcBef>
                <a:spcPts val="600"/>
              </a:spcBef>
              <a:buFont typeface="Wingdings" panose="05000000000000000000" pitchFamily="2" charset="2"/>
              <a:buChar char="v"/>
            </a:pPr>
            <a:r>
              <a:rPr lang="en-GB" sz="1800" b="1" dirty="0">
                <a:solidFill>
                  <a:schemeClr val="accent2">
                    <a:lumMod val="75000"/>
                  </a:schemeClr>
                </a:solidFill>
              </a:rPr>
              <a:t>Women data entry time is higher then men</a:t>
            </a:r>
          </a:p>
          <a:p>
            <a:pPr algn="l" rtl="0" eaLnBrk="1" fontAlgn="t" latinLnBrk="0" hangingPunct="1">
              <a:lnSpc>
                <a:spcPct val="120000"/>
              </a:lnSpc>
              <a:spcBef>
                <a:spcPts val="600"/>
              </a:spcBef>
              <a:buFont typeface="Wingdings" panose="05000000000000000000" pitchFamily="2" charset="2"/>
              <a:buChar char="v"/>
            </a:pPr>
            <a:r>
              <a:rPr lang="en-GB" sz="1800" b="1" dirty="0">
                <a:solidFill>
                  <a:schemeClr val="accent2">
                    <a:lumMod val="75000"/>
                  </a:schemeClr>
                </a:solidFill>
              </a:rPr>
              <a:t>The more practice time entering data the higher the data entry speed</a:t>
            </a:r>
          </a:p>
          <a:p>
            <a:endParaRPr lang="en-GB" sz="1600" dirty="0"/>
          </a:p>
        </p:txBody>
      </p:sp>
      <p:sp>
        <p:nvSpPr>
          <p:cNvPr id="11" name="Title 1">
            <a:extLst>
              <a:ext uri="{FF2B5EF4-FFF2-40B4-BE49-F238E27FC236}">
                <a16:creationId xmlns:a16="http://schemas.microsoft.com/office/drawing/2014/main" id="{9FCCA06B-DA64-6559-8771-CDA2EB5553F3}"/>
              </a:ext>
            </a:extLst>
          </p:cNvPr>
          <p:cNvSpPr>
            <a:spLocks noGrp="1"/>
          </p:cNvSpPr>
          <p:nvPr>
            <p:ph type="title"/>
          </p:nvPr>
        </p:nvSpPr>
        <p:spPr>
          <a:xfrm>
            <a:off x="3347864" y="228600"/>
            <a:ext cx="5418184" cy="990600"/>
          </a:xfrm>
        </p:spPr>
        <p:txBody>
          <a:bodyPr>
            <a:normAutofit/>
          </a:bodyPr>
          <a:lstStyle/>
          <a:p>
            <a:r>
              <a:rPr lang="en-GB" dirty="0"/>
              <a:t>Types of hypothesis</a:t>
            </a:r>
          </a:p>
        </p:txBody>
      </p:sp>
      <p:sp>
        <p:nvSpPr>
          <p:cNvPr id="13" name="Rectangle: Rounded Corners 12">
            <a:extLst>
              <a:ext uri="{FF2B5EF4-FFF2-40B4-BE49-F238E27FC236}">
                <a16:creationId xmlns:a16="http://schemas.microsoft.com/office/drawing/2014/main" id="{5190901F-6AF8-7A46-2E0F-19469E12B072}"/>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Form the hypothesis</a:t>
            </a:r>
          </a:p>
        </p:txBody>
      </p:sp>
      <p:sp>
        <p:nvSpPr>
          <p:cNvPr id="14" name="Rectangle: Rounded Corners 13">
            <a:extLst>
              <a:ext uri="{FF2B5EF4-FFF2-40B4-BE49-F238E27FC236}">
                <a16:creationId xmlns:a16="http://schemas.microsoft.com/office/drawing/2014/main" id="{73A60F77-0F77-CF48-E70B-B96CEE824450}"/>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1</a:t>
            </a:r>
          </a:p>
        </p:txBody>
      </p:sp>
      <p:sp>
        <p:nvSpPr>
          <p:cNvPr id="6" name="Date Placeholder 5">
            <a:extLst>
              <a:ext uri="{FF2B5EF4-FFF2-40B4-BE49-F238E27FC236}">
                <a16:creationId xmlns:a16="http://schemas.microsoft.com/office/drawing/2014/main" id="{0F0EB2C5-FEE0-2E4C-D173-CEDA03060C57}"/>
              </a:ext>
            </a:extLst>
          </p:cNvPr>
          <p:cNvSpPr>
            <a:spLocks noGrp="1"/>
          </p:cNvSpPr>
          <p:nvPr>
            <p:ph type="dt" sz="half" idx="13"/>
          </p:nvPr>
        </p:nvSpPr>
        <p:spPr/>
        <p:txBody>
          <a:bodyPr/>
          <a:lstStyle/>
          <a:p>
            <a:endParaRPr lang="en-US" dirty="0"/>
          </a:p>
        </p:txBody>
      </p:sp>
      <p:sp>
        <p:nvSpPr>
          <p:cNvPr id="10" name="Footer Placeholder 9">
            <a:extLst>
              <a:ext uri="{FF2B5EF4-FFF2-40B4-BE49-F238E27FC236}">
                <a16:creationId xmlns:a16="http://schemas.microsoft.com/office/drawing/2014/main" id="{6DF0F78E-3165-1236-B77A-4420B410DC16}"/>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109DD919-7D47-ED67-9F46-A6A35AF76BB1}"/>
              </a:ext>
            </a:extLst>
          </p:cNvPr>
          <p:cNvSpPr>
            <a:spLocks noGrp="1"/>
          </p:cNvSpPr>
          <p:nvPr>
            <p:ph type="sldNum" sz="quarter" idx="12"/>
          </p:nvPr>
        </p:nvSpPr>
        <p:spPr/>
        <p:txBody>
          <a:bodyPr/>
          <a:lstStyle/>
          <a:p>
            <a:fld id="{9FD7ECCF-50E7-4327-B945-FA93FF7B2BEF}" type="slidenum">
              <a:rPr lang="en-US" smtClean="0"/>
              <a:pPr/>
              <a:t>43</a:t>
            </a:fld>
            <a:r>
              <a:rPr lang="en-GB"/>
              <a:t>/75</a:t>
            </a:r>
            <a:endParaRPr lang="en-US" dirty="0"/>
          </a:p>
        </p:txBody>
      </p:sp>
    </p:spTree>
    <p:extLst>
      <p:ext uri="{BB962C8B-B14F-4D97-AF65-F5344CB8AC3E}">
        <p14:creationId xmlns:p14="http://schemas.microsoft.com/office/powerpoint/2010/main" val="30613126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260B433-FE1F-91DB-F680-1F995BE74ABC}"/>
              </a:ext>
            </a:extLst>
          </p:cNvPr>
          <p:cNvGraphicFramePr>
            <a:graphicFrameLocks noGrp="1"/>
          </p:cNvGraphicFramePr>
          <p:nvPr>
            <p:extLst>
              <p:ext uri="{D42A27DB-BD31-4B8C-83A1-F6EECF244321}">
                <p14:modId xmlns:p14="http://schemas.microsoft.com/office/powerpoint/2010/main" val="2532146582"/>
              </p:ext>
            </p:extLst>
          </p:nvPr>
        </p:nvGraphicFramePr>
        <p:xfrm>
          <a:off x="992465" y="1126358"/>
          <a:ext cx="7337547" cy="3337530"/>
        </p:xfrm>
        <a:graphic>
          <a:graphicData uri="http://schemas.openxmlformats.org/drawingml/2006/table">
            <a:tbl>
              <a:tblPr>
                <a:tableStyleId>{3C2FFA5D-87B4-456A-9821-1D502468CF0F}</a:tableStyleId>
              </a:tblPr>
              <a:tblGrid>
                <a:gridCol w="2111266">
                  <a:extLst>
                    <a:ext uri="{9D8B030D-6E8A-4147-A177-3AD203B41FA5}">
                      <a16:colId xmlns:a16="http://schemas.microsoft.com/office/drawing/2014/main" val="3248923568"/>
                    </a:ext>
                  </a:extLst>
                </a:gridCol>
                <a:gridCol w="2592288">
                  <a:extLst>
                    <a:ext uri="{9D8B030D-6E8A-4147-A177-3AD203B41FA5}">
                      <a16:colId xmlns:a16="http://schemas.microsoft.com/office/drawing/2014/main" val="1671321050"/>
                    </a:ext>
                  </a:extLst>
                </a:gridCol>
                <a:gridCol w="2633993">
                  <a:extLst>
                    <a:ext uri="{9D8B030D-6E8A-4147-A177-3AD203B41FA5}">
                      <a16:colId xmlns:a16="http://schemas.microsoft.com/office/drawing/2014/main" val="2823293391"/>
                    </a:ext>
                  </a:extLst>
                </a:gridCol>
              </a:tblGrid>
              <a:tr h="160458">
                <a:tc>
                  <a:txBody>
                    <a:bodyPr/>
                    <a:lstStyle/>
                    <a:p>
                      <a:pPr fontAlgn="t"/>
                      <a:endParaRPr lang="en-GB" sz="1600" dirty="0">
                        <a:solidFill>
                          <a:schemeClr val="bg1"/>
                        </a:solidFill>
                        <a:effectLst/>
                      </a:endParaRPr>
                    </a:p>
                  </a:txBody>
                  <a:tcPr marL="82290" marR="82290" marT="41145" marB="41145" anchor="b">
                    <a:solidFill>
                      <a:schemeClr val="accent1">
                        <a:lumMod val="7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600" b="1" dirty="0">
                          <a:solidFill>
                            <a:schemeClr val="bg1"/>
                          </a:solidFill>
                          <a:effectLst/>
                        </a:rPr>
                        <a:t>Null hypotheses (H</a:t>
                      </a:r>
                      <a:r>
                        <a:rPr lang="en-GB" sz="1600" b="1" baseline="-25000" dirty="0">
                          <a:solidFill>
                            <a:schemeClr val="bg1"/>
                          </a:solidFill>
                          <a:effectLst/>
                        </a:rPr>
                        <a:t>0</a:t>
                      </a:r>
                      <a:r>
                        <a:rPr lang="en-GB" sz="1600" b="1" dirty="0">
                          <a:solidFill>
                            <a:schemeClr val="bg1"/>
                          </a:solidFill>
                          <a:effectLst/>
                        </a:rPr>
                        <a:t>)</a:t>
                      </a:r>
                      <a:endParaRPr lang="en-GB" sz="1600" dirty="0">
                        <a:solidFill>
                          <a:schemeClr val="bg1"/>
                        </a:solidFill>
                        <a:effectLst/>
                      </a:endParaRPr>
                    </a:p>
                  </a:txBody>
                  <a:tcPr marL="82290" marR="82290" marT="41145" marB="41145" anchor="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schemeClr val="bg1"/>
                          </a:solidFill>
                          <a:effectLst/>
                        </a:rPr>
                        <a:t>Alternative hypotheses (H</a:t>
                      </a:r>
                      <a:r>
                        <a:rPr lang="en-GB" sz="1600" b="1" baseline="-25000" dirty="0">
                          <a:solidFill>
                            <a:schemeClr val="bg1"/>
                          </a:solidFill>
                          <a:effectLst/>
                        </a:rPr>
                        <a:t>a</a:t>
                      </a:r>
                      <a:r>
                        <a:rPr lang="en-GB" sz="1600" b="1" dirty="0">
                          <a:solidFill>
                            <a:schemeClr val="bg1"/>
                          </a:solidFill>
                          <a:effectLst/>
                        </a:rPr>
                        <a:t>)</a:t>
                      </a:r>
                      <a:endParaRPr lang="en-GB" sz="1600" dirty="0">
                        <a:solidFill>
                          <a:schemeClr val="bg1"/>
                        </a:solidFill>
                        <a:effectLst/>
                      </a:endParaRPr>
                    </a:p>
                  </a:txBody>
                  <a:tcPr marL="82290" marR="82290" marT="41145" marB="41145" anchor="b">
                    <a:solidFill>
                      <a:schemeClr val="accent1">
                        <a:lumMod val="75000"/>
                      </a:schemeClr>
                    </a:solidFill>
                  </a:tcPr>
                </a:tc>
                <a:extLst>
                  <a:ext uri="{0D108BD9-81ED-4DB2-BD59-A6C34878D82A}">
                    <a16:rowId xmlns:a16="http://schemas.microsoft.com/office/drawing/2014/main" val="660103796"/>
                  </a:ext>
                </a:extLst>
              </a:tr>
              <a:tr h="252396">
                <a:tc>
                  <a:txBody>
                    <a:bodyPr/>
                    <a:lstStyle/>
                    <a:p>
                      <a:pPr fontAlgn="t"/>
                      <a:r>
                        <a:rPr lang="en-GB" sz="1600" b="1" dirty="0">
                          <a:effectLst/>
                        </a:rPr>
                        <a:t>Definition</a:t>
                      </a:r>
                      <a:endParaRPr lang="en-GB" sz="1600" dirty="0">
                        <a:effectLst/>
                      </a:endParaRPr>
                    </a:p>
                  </a:txBody>
                  <a:tcPr marL="82290" marR="82290" marT="41145" marB="41145"/>
                </a:tc>
                <a:tc>
                  <a:txBody>
                    <a:bodyPr/>
                    <a:lstStyle/>
                    <a:p>
                      <a:pPr fontAlgn="t"/>
                      <a:r>
                        <a:rPr lang="en-GB" sz="1600" dirty="0">
                          <a:effectLst/>
                        </a:rPr>
                        <a:t>A claim that there is </a:t>
                      </a:r>
                      <a:r>
                        <a:rPr lang="en-GB" sz="1600" b="1" dirty="0">
                          <a:effectLst/>
                        </a:rPr>
                        <a:t>no effect</a:t>
                      </a:r>
                      <a:r>
                        <a:rPr lang="en-GB" sz="1600" dirty="0">
                          <a:effectLst/>
                        </a:rPr>
                        <a:t> in the population.</a:t>
                      </a:r>
                    </a:p>
                  </a:txBody>
                  <a:tcPr marL="82290" marR="82290" marT="41145" marB="41145"/>
                </a:tc>
                <a:tc>
                  <a:txBody>
                    <a:bodyPr/>
                    <a:lstStyle/>
                    <a:p>
                      <a:pPr fontAlgn="t"/>
                      <a:r>
                        <a:rPr lang="en-GB" sz="1600">
                          <a:effectLst/>
                        </a:rPr>
                        <a:t>A claim that there is </a:t>
                      </a:r>
                      <a:r>
                        <a:rPr lang="en-GB" sz="1600" b="1">
                          <a:effectLst/>
                        </a:rPr>
                        <a:t>an effect</a:t>
                      </a:r>
                      <a:r>
                        <a:rPr lang="en-GB" sz="1600">
                          <a:effectLst/>
                        </a:rPr>
                        <a:t> in the population.</a:t>
                      </a:r>
                    </a:p>
                  </a:txBody>
                  <a:tcPr marL="82290" marR="82290" marT="41145" marB="41145"/>
                </a:tc>
                <a:extLst>
                  <a:ext uri="{0D108BD9-81ED-4DB2-BD59-A6C34878D82A}">
                    <a16:rowId xmlns:a16="http://schemas.microsoft.com/office/drawing/2014/main" val="2306417221"/>
                  </a:ext>
                </a:extLst>
              </a:tr>
              <a:tr h="252396">
                <a:tc>
                  <a:txBody>
                    <a:bodyPr/>
                    <a:lstStyle/>
                    <a:p>
                      <a:pPr fontAlgn="t"/>
                      <a:r>
                        <a:rPr lang="en-GB" sz="1600" b="1" dirty="0">
                          <a:effectLst/>
                        </a:rPr>
                        <a:t>Also known as</a:t>
                      </a:r>
                      <a:endParaRPr lang="en-GB" sz="1600" dirty="0">
                        <a:effectLst/>
                      </a:endParaRPr>
                    </a:p>
                  </a:txBody>
                  <a:tcPr marL="82290" marR="82290" marT="41145" marB="41145"/>
                </a:tc>
                <a:tc>
                  <a:txBody>
                    <a:bodyPr/>
                    <a:lstStyle/>
                    <a:p>
                      <a:pPr fontAlgn="t"/>
                      <a:r>
                        <a:rPr lang="en-GB" sz="1600" dirty="0">
                          <a:effectLst/>
                        </a:rPr>
                        <a:t>H</a:t>
                      </a:r>
                      <a:r>
                        <a:rPr lang="en-GB" sz="1600" baseline="-25000" dirty="0">
                          <a:effectLst/>
                        </a:rPr>
                        <a:t>0</a:t>
                      </a:r>
                      <a:endParaRPr lang="en-GB" sz="1600" dirty="0">
                        <a:effectLst/>
                      </a:endParaRPr>
                    </a:p>
                  </a:txBody>
                  <a:tcPr marL="82290" marR="82290" marT="41145" marB="41145"/>
                </a:tc>
                <a:tc>
                  <a:txBody>
                    <a:bodyPr/>
                    <a:lstStyle/>
                    <a:p>
                      <a:pPr fontAlgn="t"/>
                      <a:r>
                        <a:rPr lang="en-GB" sz="1600" dirty="0">
                          <a:effectLst/>
                        </a:rPr>
                        <a:t>H</a:t>
                      </a:r>
                      <a:r>
                        <a:rPr lang="en-GB" sz="1600" baseline="-25000" dirty="0">
                          <a:effectLst/>
                        </a:rPr>
                        <a:t>a</a:t>
                      </a:r>
                      <a:endParaRPr lang="en-GB" sz="1600" dirty="0">
                        <a:effectLst/>
                      </a:endParaRPr>
                    </a:p>
                    <a:p>
                      <a:pPr fontAlgn="t"/>
                      <a:r>
                        <a:rPr lang="en-GB" sz="1600" dirty="0">
                          <a:effectLst/>
                        </a:rPr>
                        <a:t>H</a:t>
                      </a:r>
                      <a:r>
                        <a:rPr lang="en-GB" sz="1600" baseline="-25000" dirty="0">
                          <a:effectLst/>
                        </a:rPr>
                        <a:t>1</a:t>
                      </a:r>
                      <a:endParaRPr lang="en-GB" sz="1600" dirty="0">
                        <a:effectLst/>
                      </a:endParaRPr>
                    </a:p>
                  </a:txBody>
                  <a:tcPr marL="82290" marR="82290" marT="41145" marB="41145"/>
                </a:tc>
                <a:extLst>
                  <a:ext uri="{0D108BD9-81ED-4DB2-BD59-A6C34878D82A}">
                    <a16:rowId xmlns:a16="http://schemas.microsoft.com/office/drawing/2014/main" val="2721792372"/>
                  </a:ext>
                </a:extLst>
              </a:tr>
              <a:tr h="684307">
                <a:tc>
                  <a:txBody>
                    <a:bodyPr/>
                    <a:lstStyle/>
                    <a:p>
                      <a:pPr fontAlgn="t"/>
                      <a:r>
                        <a:rPr lang="en-GB" sz="1600" b="1" dirty="0">
                          <a:effectLst/>
                        </a:rPr>
                        <a:t>Typical phrases used</a:t>
                      </a:r>
                      <a:endParaRPr lang="en-GB" sz="1600" dirty="0">
                        <a:effectLst/>
                      </a:endParaRPr>
                    </a:p>
                  </a:txBody>
                  <a:tcPr marL="82290" marR="82290" marT="41145" marB="41145"/>
                </a:tc>
                <a:tc>
                  <a:txBody>
                    <a:bodyPr/>
                    <a:lstStyle/>
                    <a:p>
                      <a:pPr fontAlgn="t">
                        <a:buFont typeface="Arial" panose="020B0604020202020204" pitchFamily="34" charset="0"/>
                        <a:buChar char="•"/>
                      </a:pPr>
                      <a:r>
                        <a:rPr lang="en-GB" sz="1600" dirty="0">
                          <a:effectLst/>
                        </a:rPr>
                        <a:t>No effect</a:t>
                      </a:r>
                    </a:p>
                    <a:p>
                      <a:pPr fontAlgn="t">
                        <a:buFont typeface="Arial" panose="020B0604020202020204" pitchFamily="34" charset="0"/>
                        <a:buChar char="•"/>
                      </a:pPr>
                      <a:r>
                        <a:rPr lang="en-GB" sz="1600" dirty="0">
                          <a:effectLst/>
                        </a:rPr>
                        <a:t>No difference</a:t>
                      </a:r>
                    </a:p>
                    <a:p>
                      <a:pPr fontAlgn="t">
                        <a:buFont typeface="Arial" panose="020B0604020202020204" pitchFamily="34" charset="0"/>
                        <a:buChar char="•"/>
                      </a:pPr>
                      <a:r>
                        <a:rPr lang="en-GB" sz="1600" dirty="0">
                          <a:effectLst/>
                        </a:rPr>
                        <a:t>No relationship</a:t>
                      </a:r>
                    </a:p>
                    <a:p>
                      <a:pPr fontAlgn="t">
                        <a:buFont typeface="Arial" panose="020B0604020202020204" pitchFamily="34" charset="0"/>
                        <a:buChar char="•"/>
                      </a:pPr>
                      <a:r>
                        <a:rPr lang="en-GB" sz="1600" dirty="0">
                          <a:effectLst/>
                        </a:rPr>
                        <a:t>No change</a:t>
                      </a:r>
                    </a:p>
                    <a:p>
                      <a:pPr fontAlgn="t">
                        <a:buFont typeface="Arial" panose="020B0604020202020204" pitchFamily="34" charset="0"/>
                        <a:buChar char="•"/>
                      </a:pPr>
                      <a:r>
                        <a:rPr lang="en-GB" sz="1600" dirty="0">
                          <a:effectLst/>
                        </a:rPr>
                        <a:t>Does not increase</a:t>
                      </a:r>
                    </a:p>
                    <a:p>
                      <a:pPr fontAlgn="t">
                        <a:buFont typeface="Arial" panose="020B0604020202020204" pitchFamily="34" charset="0"/>
                        <a:buChar char="•"/>
                      </a:pPr>
                      <a:r>
                        <a:rPr lang="en-GB" sz="1600" dirty="0">
                          <a:effectLst/>
                        </a:rPr>
                        <a:t>Does not decrease</a:t>
                      </a:r>
                    </a:p>
                  </a:txBody>
                  <a:tcPr marL="82290" marR="82290" marT="41145" marB="41145"/>
                </a:tc>
                <a:tc>
                  <a:txBody>
                    <a:bodyPr/>
                    <a:lstStyle/>
                    <a:p>
                      <a:pPr fontAlgn="t">
                        <a:buFont typeface="Arial" panose="020B0604020202020204" pitchFamily="34" charset="0"/>
                        <a:buChar char="•"/>
                      </a:pPr>
                      <a:r>
                        <a:rPr lang="en-GB" sz="1600" dirty="0">
                          <a:effectLst/>
                        </a:rPr>
                        <a:t>An effect</a:t>
                      </a:r>
                    </a:p>
                    <a:p>
                      <a:pPr fontAlgn="t">
                        <a:buFont typeface="Arial" panose="020B0604020202020204" pitchFamily="34" charset="0"/>
                        <a:buChar char="•"/>
                      </a:pPr>
                      <a:r>
                        <a:rPr lang="en-GB" sz="1600" dirty="0">
                          <a:effectLst/>
                        </a:rPr>
                        <a:t>A difference</a:t>
                      </a:r>
                    </a:p>
                    <a:p>
                      <a:pPr fontAlgn="t">
                        <a:buFont typeface="Arial" panose="020B0604020202020204" pitchFamily="34" charset="0"/>
                        <a:buChar char="•"/>
                      </a:pPr>
                      <a:r>
                        <a:rPr lang="en-GB" sz="1600" dirty="0">
                          <a:effectLst/>
                        </a:rPr>
                        <a:t>A relationship</a:t>
                      </a:r>
                    </a:p>
                    <a:p>
                      <a:pPr fontAlgn="t">
                        <a:buFont typeface="Arial" panose="020B0604020202020204" pitchFamily="34" charset="0"/>
                        <a:buChar char="•"/>
                      </a:pPr>
                      <a:r>
                        <a:rPr lang="en-GB" sz="1600" dirty="0">
                          <a:effectLst/>
                        </a:rPr>
                        <a:t>A change</a:t>
                      </a:r>
                    </a:p>
                    <a:p>
                      <a:pPr fontAlgn="t">
                        <a:buFont typeface="Arial" panose="020B0604020202020204" pitchFamily="34" charset="0"/>
                        <a:buChar char="•"/>
                      </a:pPr>
                      <a:r>
                        <a:rPr lang="en-GB" sz="1600" dirty="0">
                          <a:effectLst/>
                        </a:rPr>
                        <a:t>Increases</a:t>
                      </a:r>
                    </a:p>
                    <a:p>
                      <a:pPr fontAlgn="t">
                        <a:buFont typeface="Arial" panose="020B0604020202020204" pitchFamily="34" charset="0"/>
                        <a:buChar char="•"/>
                      </a:pPr>
                      <a:r>
                        <a:rPr lang="en-GB" sz="1600" dirty="0">
                          <a:effectLst/>
                        </a:rPr>
                        <a:t>Decreases</a:t>
                      </a:r>
                    </a:p>
                  </a:txBody>
                  <a:tcPr marL="82290" marR="82290" marT="41145" marB="41145"/>
                </a:tc>
                <a:extLst>
                  <a:ext uri="{0D108BD9-81ED-4DB2-BD59-A6C34878D82A}">
                    <a16:rowId xmlns:a16="http://schemas.microsoft.com/office/drawing/2014/main" val="1867181298"/>
                  </a:ext>
                </a:extLst>
              </a:tr>
              <a:tr h="234621">
                <a:tc>
                  <a:txBody>
                    <a:bodyPr/>
                    <a:lstStyle/>
                    <a:p>
                      <a:pPr fontAlgn="t"/>
                      <a:r>
                        <a:rPr lang="en-GB" sz="1600" b="1" dirty="0">
                          <a:effectLst/>
                        </a:rPr>
                        <a:t>Symbols used</a:t>
                      </a:r>
                      <a:endParaRPr lang="en-GB" sz="1600" dirty="0">
                        <a:effectLst/>
                      </a:endParaRPr>
                    </a:p>
                  </a:txBody>
                  <a:tcPr marL="82290" marR="82290" marT="41145" marB="41145"/>
                </a:tc>
                <a:tc>
                  <a:txBody>
                    <a:bodyPr/>
                    <a:lstStyle/>
                    <a:p>
                      <a:pPr fontAlgn="t"/>
                      <a:r>
                        <a:rPr lang="en-GB" sz="1600" dirty="0">
                          <a:effectLst/>
                        </a:rPr>
                        <a:t>Equality symbol (=, ≥, or ≤)</a:t>
                      </a:r>
                    </a:p>
                  </a:txBody>
                  <a:tcPr marL="82290" marR="82290" marT="41145" marB="41145"/>
                </a:tc>
                <a:tc>
                  <a:txBody>
                    <a:bodyPr/>
                    <a:lstStyle/>
                    <a:p>
                      <a:pPr fontAlgn="t"/>
                      <a:r>
                        <a:rPr lang="en-GB" sz="1600" dirty="0">
                          <a:effectLst/>
                        </a:rPr>
                        <a:t>Inequality symbol (≠, &lt;, or &gt;)</a:t>
                      </a:r>
                    </a:p>
                  </a:txBody>
                  <a:tcPr marL="82290" marR="82290" marT="41145" marB="41145"/>
                </a:tc>
                <a:extLst>
                  <a:ext uri="{0D108BD9-81ED-4DB2-BD59-A6C34878D82A}">
                    <a16:rowId xmlns:a16="http://schemas.microsoft.com/office/drawing/2014/main" val="1648663498"/>
                  </a:ext>
                </a:extLst>
              </a:tr>
            </a:tbl>
          </a:graphicData>
        </a:graphic>
      </p:graphicFrame>
      <p:sp>
        <p:nvSpPr>
          <p:cNvPr id="10" name="Content Placeholder 2">
            <a:extLst>
              <a:ext uri="{FF2B5EF4-FFF2-40B4-BE49-F238E27FC236}">
                <a16:creationId xmlns:a16="http://schemas.microsoft.com/office/drawing/2014/main" id="{40D12B10-ADA2-0CEE-89E6-24BF6CA523C9}"/>
              </a:ext>
            </a:extLst>
          </p:cNvPr>
          <p:cNvSpPr>
            <a:spLocks noGrp="1"/>
          </p:cNvSpPr>
          <p:nvPr>
            <p:ph sz="quarter" idx="1"/>
          </p:nvPr>
        </p:nvSpPr>
        <p:spPr>
          <a:xfrm>
            <a:off x="884678" y="4548990"/>
            <a:ext cx="4833313" cy="1112258"/>
          </a:xfrm>
          <a:solidFill>
            <a:schemeClr val="bg2"/>
          </a:solidFill>
        </p:spPr>
        <p:txBody>
          <a:bodyPr>
            <a:noAutofit/>
          </a:bodyPr>
          <a:lstStyle/>
          <a:p>
            <a:pPr marL="268288" indent="-268288">
              <a:lnSpc>
                <a:spcPct val="120000"/>
              </a:lnSpc>
              <a:spcBef>
                <a:spcPts val="600"/>
              </a:spcBef>
              <a:buNone/>
            </a:pP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There is no difference in data entry time between men and women.</a:t>
            </a:r>
          </a:p>
          <a:p>
            <a:pPr marL="268288" indent="-268288">
              <a:lnSpc>
                <a:spcPct val="120000"/>
              </a:lnSpc>
              <a:spcBef>
                <a:spcPts val="600"/>
              </a:spcBef>
              <a:buNone/>
            </a:pPr>
            <a:r>
              <a:rPr lang="en-GB" sz="1400" dirty="0">
                <a:solidFill>
                  <a:schemeClr val="accent6">
                    <a:lumMod val="50000"/>
                  </a:schemeClr>
                </a:solidFill>
              </a:rPr>
              <a:t>H</a:t>
            </a:r>
            <a:r>
              <a:rPr lang="en-GB" sz="1400" baseline="-25000" dirty="0">
                <a:solidFill>
                  <a:schemeClr val="accent6">
                    <a:lumMod val="50000"/>
                  </a:schemeClr>
                </a:solidFill>
              </a:rPr>
              <a:t>a</a:t>
            </a:r>
            <a:r>
              <a:rPr lang="en-GB" sz="1400" dirty="0">
                <a:solidFill>
                  <a:schemeClr val="accent6">
                    <a:lumMod val="50000"/>
                  </a:schemeClr>
                </a:solidFill>
              </a:rPr>
              <a:t>: There is a difference in data entry time between men and women.</a:t>
            </a:r>
          </a:p>
        </p:txBody>
      </p:sp>
      <p:sp>
        <p:nvSpPr>
          <p:cNvPr id="11" name="Content Placeholder 2">
            <a:extLst>
              <a:ext uri="{FF2B5EF4-FFF2-40B4-BE49-F238E27FC236}">
                <a16:creationId xmlns:a16="http://schemas.microsoft.com/office/drawing/2014/main" id="{E17611D9-51AA-AF7B-5F87-D2CF61FDD2BF}"/>
              </a:ext>
            </a:extLst>
          </p:cNvPr>
          <p:cNvSpPr txBox="1">
            <a:spLocks/>
          </p:cNvSpPr>
          <p:nvPr/>
        </p:nvSpPr>
        <p:spPr>
          <a:xfrm>
            <a:off x="5737594" y="4548629"/>
            <a:ext cx="3214394" cy="1112259"/>
          </a:xfrm>
          <a:prstGeom prst="rect">
            <a:avLst/>
          </a:prstGeom>
          <a:solidFill>
            <a:schemeClr val="bg2"/>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lvl="1" indent="0" fontAlgn="auto">
              <a:lnSpc>
                <a:spcPct val="120000"/>
              </a:lnSpc>
              <a:spcBef>
                <a:spcPts val="600"/>
              </a:spcBef>
              <a:spcAft>
                <a:spcPts val="0"/>
              </a:spcAft>
              <a:buFont typeface="Wingdings 2"/>
              <a:buNone/>
            </a:pPr>
            <a:r>
              <a:rPr lang="en-GB" sz="1800" dirty="0">
                <a:solidFill>
                  <a:schemeClr val="accent6">
                    <a:lumMod val="50000"/>
                  </a:schemeClr>
                </a:solidFill>
              </a:rPr>
              <a:t>H</a:t>
            </a:r>
            <a:r>
              <a:rPr lang="en-GB" sz="1800" baseline="-25000" dirty="0">
                <a:solidFill>
                  <a:schemeClr val="accent6">
                    <a:lumMod val="50000"/>
                  </a:schemeClr>
                </a:solidFill>
              </a:rPr>
              <a:t>0</a:t>
            </a:r>
            <a:r>
              <a:rPr lang="en-GB" sz="1800" dirty="0">
                <a:solidFill>
                  <a:schemeClr val="accent6">
                    <a:lumMod val="50000"/>
                  </a:schemeClr>
                </a:solidFill>
              </a:rPr>
              <a:t>: </a:t>
            </a:r>
            <a:r>
              <a:rPr lang="el-GR" sz="1800" dirty="0">
                <a:solidFill>
                  <a:schemeClr val="accent6">
                    <a:lumMod val="50000"/>
                  </a:schemeClr>
                </a:solidFill>
              </a:rPr>
              <a:t>μ</a:t>
            </a:r>
            <a:r>
              <a:rPr lang="en-GB" sz="1800" baseline="-25000" dirty="0">
                <a:solidFill>
                  <a:schemeClr val="accent6">
                    <a:lumMod val="50000"/>
                  </a:schemeClr>
                </a:solidFill>
              </a:rPr>
              <a:t>men</a:t>
            </a:r>
            <a:r>
              <a:rPr lang="en-GB" sz="1800" dirty="0">
                <a:solidFill>
                  <a:schemeClr val="accent6">
                    <a:lumMod val="50000"/>
                  </a:schemeClr>
                </a:solidFill>
              </a:rPr>
              <a:t> = </a:t>
            </a:r>
            <a:r>
              <a:rPr lang="el-GR" sz="1800" dirty="0">
                <a:solidFill>
                  <a:schemeClr val="accent6">
                    <a:lumMod val="50000"/>
                  </a:schemeClr>
                </a:solidFill>
              </a:rPr>
              <a:t>μ</a:t>
            </a:r>
            <a:r>
              <a:rPr lang="en-GB" sz="1800" baseline="-25000" dirty="0">
                <a:solidFill>
                  <a:schemeClr val="accent6">
                    <a:lumMod val="50000"/>
                  </a:schemeClr>
                </a:solidFill>
              </a:rPr>
              <a:t>women or </a:t>
            </a:r>
            <a:r>
              <a:rPr lang="en-GB" sz="1800" dirty="0">
                <a:solidFill>
                  <a:schemeClr val="accent6">
                    <a:lumMod val="50000"/>
                  </a:schemeClr>
                </a:solidFill>
              </a:rPr>
              <a:t>H</a:t>
            </a:r>
            <a:r>
              <a:rPr lang="en-GB" sz="1800" baseline="-25000" dirty="0">
                <a:solidFill>
                  <a:schemeClr val="accent6">
                    <a:lumMod val="50000"/>
                  </a:schemeClr>
                </a:solidFill>
              </a:rPr>
              <a:t>0</a:t>
            </a:r>
            <a:r>
              <a:rPr lang="en-GB" sz="1800" dirty="0">
                <a:solidFill>
                  <a:schemeClr val="accent6">
                    <a:lumMod val="50000"/>
                  </a:schemeClr>
                </a:solidFill>
              </a:rPr>
              <a:t>: </a:t>
            </a:r>
            <a:r>
              <a:rPr lang="el-GR" sz="1800" dirty="0">
                <a:solidFill>
                  <a:schemeClr val="accent6">
                    <a:lumMod val="50000"/>
                  </a:schemeClr>
                </a:solidFill>
              </a:rPr>
              <a:t>μ</a:t>
            </a:r>
            <a:r>
              <a:rPr lang="en-GB" sz="1800" baseline="-25000" dirty="0">
                <a:solidFill>
                  <a:schemeClr val="accent6">
                    <a:lumMod val="50000"/>
                  </a:schemeClr>
                </a:solidFill>
              </a:rPr>
              <a:t>men</a:t>
            </a:r>
            <a:r>
              <a:rPr lang="en-GB" sz="1800" dirty="0">
                <a:solidFill>
                  <a:schemeClr val="accent6">
                    <a:lumMod val="50000"/>
                  </a:schemeClr>
                </a:solidFill>
              </a:rPr>
              <a:t> – </a:t>
            </a:r>
            <a:r>
              <a:rPr lang="el-GR" sz="1800" dirty="0">
                <a:solidFill>
                  <a:schemeClr val="accent6">
                    <a:lumMod val="50000"/>
                  </a:schemeClr>
                </a:solidFill>
              </a:rPr>
              <a:t>μ</a:t>
            </a:r>
            <a:r>
              <a:rPr lang="en-GB" sz="1800" baseline="-25000" dirty="0">
                <a:solidFill>
                  <a:schemeClr val="accent6">
                    <a:lumMod val="50000"/>
                  </a:schemeClr>
                </a:solidFill>
              </a:rPr>
              <a:t>women = 0</a:t>
            </a:r>
            <a:br>
              <a:rPr lang="en-GB" sz="1800" dirty="0">
                <a:solidFill>
                  <a:schemeClr val="accent6">
                    <a:lumMod val="50000"/>
                  </a:schemeClr>
                </a:solidFill>
              </a:rPr>
            </a:br>
            <a:r>
              <a:rPr lang="en-GB" sz="1800" dirty="0">
                <a:solidFill>
                  <a:schemeClr val="accent6">
                    <a:lumMod val="50000"/>
                  </a:schemeClr>
                </a:solidFill>
              </a:rPr>
              <a:t>H</a:t>
            </a:r>
            <a:r>
              <a:rPr lang="en-GB" sz="1800" baseline="-25000" dirty="0">
                <a:solidFill>
                  <a:schemeClr val="accent6">
                    <a:lumMod val="50000"/>
                  </a:schemeClr>
                </a:solidFill>
              </a:rPr>
              <a:t>a</a:t>
            </a:r>
            <a:r>
              <a:rPr lang="en-GB" sz="1800" dirty="0">
                <a:solidFill>
                  <a:schemeClr val="accent6">
                    <a:lumMod val="50000"/>
                  </a:schemeClr>
                </a:solidFill>
              </a:rPr>
              <a:t>: </a:t>
            </a:r>
            <a:r>
              <a:rPr lang="el-GR" sz="1800" dirty="0">
                <a:solidFill>
                  <a:schemeClr val="accent6">
                    <a:lumMod val="50000"/>
                  </a:schemeClr>
                </a:solidFill>
              </a:rPr>
              <a:t>μ</a:t>
            </a:r>
            <a:r>
              <a:rPr lang="en-GB" sz="1800" baseline="-25000" dirty="0">
                <a:solidFill>
                  <a:schemeClr val="accent6">
                    <a:lumMod val="50000"/>
                  </a:schemeClr>
                </a:solidFill>
              </a:rPr>
              <a:t>men</a:t>
            </a:r>
            <a:r>
              <a:rPr lang="en-GB" sz="1800" dirty="0">
                <a:solidFill>
                  <a:schemeClr val="accent6">
                    <a:lumMod val="50000"/>
                  </a:schemeClr>
                </a:solidFill>
              </a:rPr>
              <a:t> ≠ </a:t>
            </a:r>
            <a:r>
              <a:rPr lang="el-GR" sz="1800" dirty="0">
                <a:solidFill>
                  <a:schemeClr val="accent6">
                    <a:lumMod val="50000"/>
                  </a:schemeClr>
                </a:solidFill>
              </a:rPr>
              <a:t>μ</a:t>
            </a:r>
            <a:r>
              <a:rPr lang="en-GB" sz="1800" baseline="-25000" dirty="0">
                <a:solidFill>
                  <a:schemeClr val="accent6">
                    <a:lumMod val="50000"/>
                  </a:schemeClr>
                </a:solidFill>
              </a:rPr>
              <a:t>women</a:t>
            </a:r>
            <a:endParaRPr lang="en-GB" sz="1800" dirty="0">
              <a:solidFill>
                <a:schemeClr val="accent6">
                  <a:lumMod val="50000"/>
                </a:schemeClr>
              </a:solidFill>
            </a:endParaRPr>
          </a:p>
          <a:p>
            <a:pPr fontAlgn="auto">
              <a:lnSpc>
                <a:spcPct val="120000"/>
              </a:lnSpc>
              <a:spcBef>
                <a:spcPts val="600"/>
              </a:spcBef>
              <a:spcAft>
                <a:spcPts val="0"/>
              </a:spcAft>
            </a:pPr>
            <a:endParaRPr lang="en-GB" sz="2000" dirty="0">
              <a:solidFill>
                <a:schemeClr val="accent6">
                  <a:lumMod val="50000"/>
                </a:schemeClr>
              </a:solidFill>
            </a:endParaRPr>
          </a:p>
          <a:p>
            <a:pPr fontAlgn="auto">
              <a:lnSpc>
                <a:spcPct val="120000"/>
              </a:lnSpc>
              <a:spcBef>
                <a:spcPts val="600"/>
              </a:spcBef>
              <a:spcAft>
                <a:spcPts val="0"/>
              </a:spcAft>
            </a:pPr>
            <a:endParaRPr lang="en-GB" sz="2000" dirty="0">
              <a:solidFill>
                <a:schemeClr val="accent6">
                  <a:lumMod val="50000"/>
                </a:schemeClr>
              </a:solidFill>
            </a:endParaRPr>
          </a:p>
        </p:txBody>
      </p:sp>
      <p:sp>
        <p:nvSpPr>
          <p:cNvPr id="3" name="Content Placeholder 2">
            <a:extLst>
              <a:ext uri="{FF2B5EF4-FFF2-40B4-BE49-F238E27FC236}">
                <a16:creationId xmlns:a16="http://schemas.microsoft.com/office/drawing/2014/main" id="{6A16BE3A-17B9-9E8D-5B97-E6F2F1C6EBFB}"/>
              </a:ext>
            </a:extLst>
          </p:cNvPr>
          <p:cNvSpPr txBox="1">
            <a:spLocks/>
          </p:cNvSpPr>
          <p:nvPr/>
        </p:nvSpPr>
        <p:spPr>
          <a:xfrm>
            <a:off x="884678" y="5687306"/>
            <a:ext cx="4833313" cy="1112258"/>
          </a:xfrm>
          <a:prstGeom prst="rect">
            <a:avLst/>
          </a:prstGeom>
          <a:solidFill>
            <a:schemeClr val="bg2"/>
          </a:solidFill>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68288" indent="-268288" fontAlgn="auto">
              <a:lnSpc>
                <a:spcPct val="120000"/>
              </a:lnSpc>
              <a:spcBef>
                <a:spcPts val="600"/>
              </a:spcBef>
              <a:spcAft>
                <a:spcPts val="0"/>
              </a:spcAft>
              <a:buFont typeface="Wingdings"/>
              <a:buNone/>
            </a:pP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There is no relationship between date entry practice time and data entry speed</a:t>
            </a:r>
          </a:p>
          <a:p>
            <a:pPr marL="268288" indent="-268288" fontAlgn="auto">
              <a:lnSpc>
                <a:spcPct val="120000"/>
              </a:lnSpc>
              <a:spcBef>
                <a:spcPts val="600"/>
              </a:spcBef>
              <a:spcAft>
                <a:spcPts val="0"/>
              </a:spcAft>
              <a:buFont typeface="Wingdings"/>
              <a:buNone/>
            </a:pPr>
            <a:r>
              <a:rPr lang="en-GB" sz="1400" dirty="0">
                <a:solidFill>
                  <a:schemeClr val="accent6">
                    <a:lumMod val="50000"/>
                  </a:schemeClr>
                </a:solidFill>
              </a:rPr>
              <a:t>H</a:t>
            </a:r>
            <a:r>
              <a:rPr lang="en-GB" sz="1400" baseline="-25000" dirty="0">
                <a:solidFill>
                  <a:schemeClr val="accent6">
                    <a:lumMod val="50000"/>
                  </a:schemeClr>
                </a:solidFill>
              </a:rPr>
              <a:t>a</a:t>
            </a:r>
            <a:r>
              <a:rPr lang="en-GB" sz="1400" dirty="0">
                <a:solidFill>
                  <a:schemeClr val="accent6">
                    <a:lumMod val="50000"/>
                  </a:schemeClr>
                </a:solidFill>
              </a:rPr>
              <a:t>: There is a relationship between date entry practice time and data entry speed</a:t>
            </a:r>
          </a:p>
          <a:p>
            <a:pPr fontAlgn="auto">
              <a:lnSpc>
                <a:spcPct val="120000"/>
              </a:lnSpc>
              <a:spcBef>
                <a:spcPts val="600"/>
              </a:spcBef>
              <a:spcAft>
                <a:spcPts val="0"/>
              </a:spcAft>
            </a:pPr>
            <a:endParaRPr lang="en-GB" sz="1400" dirty="0">
              <a:solidFill>
                <a:schemeClr val="accent6">
                  <a:lumMod val="50000"/>
                </a:schemeClr>
              </a:solidFill>
            </a:endParaRPr>
          </a:p>
        </p:txBody>
      </p:sp>
      <p:sp>
        <p:nvSpPr>
          <p:cNvPr id="6" name="Content Placeholder 2">
            <a:extLst>
              <a:ext uri="{FF2B5EF4-FFF2-40B4-BE49-F238E27FC236}">
                <a16:creationId xmlns:a16="http://schemas.microsoft.com/office/drawing/2014/main" id="{EFCEAA2B-231D-5672-6A39-C37C3F014DA4}"/>
              </a:ext>
            </a:extLst>
          </p:cNvPr>
          <p:cNvSpPr txBox="1">
            <a:spLocks/>
          </p:cNvSpPr>
          <p:nvPr/>
        </p:nvSpPr>
        <p:spPr>
          <a:xfrm>
            <a:off x="5756200" y="5687306"/>
            <a:ext cx="3214394" cy="1112258"/>
          </a:xfrm>
          <a:prstGeom prst="rect">
            <a:avLst/>
          </a:prstGeom>
          <a:solidFill>
            <a:schemeClr val="bg2"/>
          </a:solidFill>
        </p:spPr>
        <p:txBody>
          <a:bodyPr vert="horz">
            <a:normAutofit fontScale="925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lgn="l">
              <a:buNone/>
            </a:pPr>
            <a:r>
              <a:rPr lang="en-GB" sz="1400" b="0" i="0" dirty="0">
                <a:solidFill>
                  <a:srgbClr val="374151"/>
                </a:solidFill>
                <a:effectLst/>
              </a:rPr>
              <a:t>The mathematical expression for the null hypothesis comparing </a:t>
            </a:r>
            <a:r>
              <a:rPr lang="el-GR" sz="1400" b="0" i="0" dirty="0">
                <a:solidFill>
                  <a:srgbClr val="374151"/>
                </a:solidFill>
                <a:effectLst/>
              </a:rPr>
              <a:t>the </a:t>
            </a:r>
            <a:r>
              <a:rPr lang="en-GB" sz="1400" b="0" i="0" dirty="0">
                <a:solidFill>
                  <a:srgbClr val="374151"/>
                </a:solidFill>
                <a:effectLst/>
              </a:rPr>
              <a:t>correlation between two variables, </a:t>
            </a:r>
            <a:r>
              <a:rPr lang="en-GB" sz="1400" b="0" i="1" dirty="0">
                <a:solidFill>
                  <a:srgbClr val="374151"/>
                </a:solidFill>
                <a:effectLst/>
              </a:rPr>
              <a:t>X</a:t>
            </a:r>
            <a:r>
              <a:rPr lang="en-GB" sz="1400" b="0" i="0" dirty="0">
                <a:solidFill>
                  <a:srgbClr val="374151"/>
                </a:solidFill>
                <a:effectLst/>
              </a:rPr>
              <a:t> and </a:t>
            </a:r>
            <a:r>
              <a:rPr lang="en-GB" sz="1400" b="0" i="1" dirty="0">
                <a:solidFill>
                  <a:srgbClr val="374151"/>
                </a:solidFill>
                <a:effectLst/>
              </a:rPr>
              <a:t>Y</a:t>
            </a:r>
            <a:r>
              <a:rPr lang="en-GB" sz="1400" b="0" i="0" dirty="0">
                <a:solidFill>
                  <a:srgbClr val="374151"/>
                </a:solidFill>
                <a:effectLst/>
              </a:rPr>
              <a:t>, would be:</a:t>
            </a:r>
          </a:p>
          <a:p>
            <a:pPr marL="0" indent="0" algn="l">
              <a:buNone/>
            </a:pPr>
            <a:r>
              <a:rPr lang="el-GR" sz="1400" b="0" i="0" dirty="0">
                <a:solidFill>
                  <a:srgbClr val="374151"/>
                </a:solidFill>
                <a:effectLst/>
              </a:rPr>
              <a:t>Η</a:t>
            </a:r>
            <a:r>
              <a:rPr lang="en-GB" sz="1400" b="0" i="0" baseline="-25000" dirty="0">
                <a:solidFill>
                  <a:srgbClr val="374151"/>
                </a:solidFill>
                <a:effectLst/>
              </a:rPr>
              <a:t>0</a:t>
            </a:r>
            <a:r>
              <a:rPr lang="en-GB" sz="1400" b="0" i="0" dirty="0">
                <a:solidFill>
                  <a:srgbClr val="374151"/>
                </a:solidFill>
                <a:effectLst/>
              </a:rPr>
              <a:t>:</a:t>
            </a:r>
            <a:r>
              <a:rPr lang="el-GR" sz="1400" b="0" i="0" dirty="0">
                <a:solidFill>
                  <a:srgbClr val="374151"/>
                </a:solidFill>
                <a:effectLst/>
              </a:rPr>
              <a:t> </a:t>
            </a:r>
            <a:r>
              <a:rPr lang="en-GB" sz="1400" b="0" i="1" dirty="0" err="1">
                <a:solidFill>
                  <a:srgbClr val="374151"/>
                </a:solidFill>
                <a:effectLst/>
              </a:rPr>
              <a:t>ρ</a:t>
            </a:r>
            <a:r>
              <a:rPr lang="en-GB" sz="1400" b="0" i="1" baseline="-25000" dirty="0" err="1">
                <a:solidFill>
                  <a:srgbClr val="374151"/>
                </a:solidFill>
                <a:effectLst/>
              </a:rPr>
              <a:t>XY</a:t>
            </a:r>
            <a:r>
              <a:rPr lang="en-GB" sz="1400" b="0" i="0" dirty="0">
                <a:solidFill>
                  <a:srgbClr val="374151"/>
                </a:solidFill>
                <a:effectLst/>
              </a:rPr>
              <a:t>​=0</a:t>
            </a:r>
          </a:p>
          <a:p>
            <a:pPr fontAlgn="auto">
              <a:lnSpc>
                <a:spcPct val="120000"/>
              </a:lnSpc>
              <a:spcBef>
                <a:spcPts val="600"/>
              </a:spcBef>
              <a:spcAft>
                <a:spcPts val="0"/>
              </a:spcAft>
            </a:pPr>
            <a:endParaRPr lang="en-GB" sz="1400" dirty="0">
              <a:solidFill>
                <a:schemeClr val="accent6">
                  <a:lumMod val="50000"/>
                </a:schemeClr>
              </a:solidFill>
            </a:endParaRPr>
          </a:p>
        </p:txBody>
      </p:sp>
      <p:sp>
        <p:nvSpPr>
          <p:cNvPr id="8" name="TextBox 7">
            <a:extLst>
              <a:ext uri="{FF2B5EF4-FFF2-40B4-BE49-F238E27FC236}">
                <a16:creationId xmlns:a16="http://schemas.microsoft.com/office/drawing/2014/main" id="{06D5A9AB-29B0-AC51-09B8-599A610BDD8B}"/>
              </a:ext>
            </a:extLst>
          </p:cNvPr>
          <p:cNvSpPr txBox="1"/>
          <p:nvPr/>
        </p:nvSpPr>
        <p:spPr>
          <a:xfrm rot="16200000">
            <a:off x="58237" y="4881260"/>
            <a:ext cx="950325" cy="307777"/>
          </a:xfrm>
          <a:prstGeom prst="rect">
            <a:avLst/>
          </a:prstGeom>
          <a:noFill/>
        </p:spPr>
        <p:txBody>
          <a:bodyPr wrap="none" rtlCol="0">
            <a:spAutoFit/>
          </a:bodyPr>
          <a:lstStyle/>
          <a:p>
            <a:r>
              <a:rPr lang="en-GB" sz="1400" b="1" dirty="0">
                <a:latin typeface="+mn-lt"/>
              </a:rPr>
              <a:t>Difference</a:t>
            </a:r>
          </a:p>
        </p:txBody>
      </p:sp>
      <p:sp>
        <p:nvSpPr>
          <p:cNvPr id="9" name="TextBox 8">
            <a:extLst>
              <a:ext uri="{FF2B5EF4-FFF2-40B4-BE49-F238E27FC236}">
                <a16:creationId xmlns:a16="http://schemas.microsoft.com/office/drawing/2014/main" id="{445FDA1C-2EDE-DB97-8687-165F017A6A58}"/>
              </a:ext>
            </a:extLst>
          </p:cNvPr>
          <p:cNvSpPr txBox="1"/>
          <p:nvPr/>
        </p:nvSpPr>
        <p:spPr>
          <a:xfrm rot="16200000">
            <a:off x="12078" y="6079391"/>
            <a:ext cx="1016176" cy="307777"/>
          </a:xfrm>
          <a:prstGeom prst="rect">
            <a:avLst/>
          </a:prstGeom>
          <a:noFill/>
        </p:spPr>
        <p:txBody>
          <a:bodyPr wrap="none" rtlCol="0">
            <a:spAutoFit/>
          </a:bodyPr>
          <a:lstStyle/>
          <a:p>
            <a:r>
              <a:rPr lang="en-GB" sz="1400" b="1" dirty="0">
                <a:latin typeface="+mn-lt"/>
              </a:rPr>
              <a:t>Correlation</a:t>
            </a:r>
          </a:p>
        </p:txBody>
      </p:sp>
      <p:sp>
        <p:nvSpPr>
          <p:cNvPr id="14" name="Title 1">
            <a:extLst>
              <a:ext uri="{FF2B5EF4-FFF2-40B4-BE49-F238E27FC236}">
                <a16:creationId xmlns:a16="http://schemas.microsoft.com/office/drawing/2014/main" id="{FD41DC5E-8E0F-4AFE-FF0C-493FB7E0C12D}"/>
              </a:ext>
            </a:extLst>
          </p:cNvPr>
          <p:cNvSpPr txBox="1">
            <a:spLocks/>
          </p:cNvSpPr>
          <p:nvPr/>
        </p:nvSpPr>
        <p:spPr>
          <a:xfrm>
            <a:off x="3347864" y="278160"/>
            <a:ext cx="5652628" cy="990600"/>
          </a:xfrm>
          <a:prstGeom prst="rect">
            <a:avLst/>
          </a:prstGeom>
        </p:spPr>
        <p:txBody>
          <a:bodyPr vert="horz" anchor="ctr">
            <a:normAutofit fontScale="85000" lnSpcReduction="100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dirty="0"/>
              <a:t>Null &amp; Alternative hypothesis</a:t>
            </a:r>
          </a:p>
        </p:txBody>
      </p:sp>
      <p:sp>
        <p:nvSpPr>
          <p:cNvPr id="15" name="Rectangle: Rounded Corners 14">
            <a:extLst>
              <a:ext uri="{FF2B5EF4-FFF2-40B4-BE49-F238E27FC236}">
                <a16:creationId xmlns:a16="http://schemas.microsoft.com/office/drawing/2014/main" id="{4F1D5ABF-D2E0-731A-D6A3-2F32C35BEC8A}"/>
              </a:ext>
            </a:extLst>
          </p:cNvPr>
          <p:cNvSpPr/>
          <p:nvPr/>
        </p:nvSpPr>
        <p:spPr>
          <a:xfrm>
            <a:off x="971600" y="476672"/>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Form the hypothesis</a:t>
            </a:r>
          </a:p>
        </p:txBody>
      </p:sp>
      <p:sp>
        <p:nvSpPr>
          <p:cNvPr id="16" name="Rectangle: Rounded Corners 15">
            <a:extLst>
              <a:ext uri="{FF2B5EF4-FFF2-40B4-BE49-F238E27FC236}">
                <a16:creationId xmlns:a16="http://schemas.microsoft.com/office/drawing/2014/main" id="{278A9036-41FA-1AA0-9DC1-7FB209539D5A}"/>
              </a:ext>
            </a:extLst>
          </p:cNvPr>
          <p:cNvSpPr/>
          <p:nvPr/>
        </p:nvSpPr>
        <p:spPr>
          <a:xfrm>
            <a:off x="143508" y="476672"/>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1</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70A2EE2C-E1ED-A73F-A538-9EEF745C30BF}"/>
                  </a:ext>
                </a:extLst>
              </p14:cNvPr>
              <p14:cNvContentPartPr/>
              <p14:nvPr/>
            </p14:nvContentPartPr>
            <p14:xfrm>
              <a:off x="694565" y="4602850"/>
              <a:ext cx="51480" cy="833760"/>
            </p14:xfrm>
          </p:contentPart>
        </mc:Choice>
        <mc:Fallback xmlns="">
          <p:pic>
            <p:nvPicPr>
              <p:cNvPr id="13" name="Ink 12">
                <a:extLst>
                  <a:ext uri="{FF2B5EF4-FFF2-40B4-BE49-F238E27FC236}">
                    <a16:creationId xmlns:a16="http://schemas.microsoft.com/office/drawing/2014/main" id="{70A2EE2C-E1ED-A73F-A538-9EEF745C30BF}"/>
                  </a:ext>
                </a:extLst>
              </p:cNvPr>
              <p:cNvPicPr/>
              <p:nvPr/>
            </p:nvPicPr>
            <p:blipFill>
              <a:blip r:embed="rId3"/>
              <a:stretch>
                <a:fillRect/>
              </a:stretch>
            </p:blipFill>
            <p:spPr>
              <a:xfrm>
                <a:off x="685565" y="4593850"/>
                <a:ext cx="69120" cy="851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98F6E746-3974-EA18-6C6D-4C6C5A6A1A3F}"/>
                  </a:ext>
                </a:extLst>
              </p14:cNvPr>
              <p14:cNvContentPartPr/>
              <p14:nvPr/>
            </p14:nvContentPartPr>
            <p14:xfrm>
              <a:off x="665045" y="5735770"/>
              <a:ext cx="32400" cy="923400"/>
            </p14:xfrm>
          </p:contentPart>
        </mc:Choice>
        <mc:Fallback xmlns="">
          <p:pic>
            <p:nvPicPr>
              <p:cNvPr id="17" name="Ink 16">
                <a:extLst>
                  <a:ext uri="{FF2B5EF4-FFF2-40B4-BE49-F238E27FC236}">
                    <a16:creationId xmlns:a16="http://schemas.microsoft.com/office/drawing/2014/main" id="{98F6E746-3974-EA18-6C6D-4C6C5A6A1A3F}"/>
                  </a:ext>
                </a:extLst>
              </p:cNvPr>
              <p:cNvPicPr/>
              <p:nvPr/>
            </p:nvPicPr>
            <p:blipFill>
              <a:blip r:embed="rId5"/>
              <a:stretch>
                <a:fillRect/>
              </a:stretch>
            </p:blipFill>
            <p:spPr>
              <a:xfrm>
                <a:off x="656045" y="5726770"/>
                <a:ext cx="50040" cy="941040"/>
              </a:xfrm>
              <a:prstGeom prst="rect">
                <a:avLst/>
              </a:prstGeom>
            </p:spPr>
          </p:pic>
        </mc:Fallback>
      </mc:AlternateContent>
      <p:sp>
        <p:nvSpPr>
          <p:cNvPr id="2" name="Footer Placeholder 1">
            <a:extLst>
              <a:ext uri="{FF2B5EF4-FFF2-40B4-BE49-F238E27FC236}">
                <a16:creationId xmlns:a16="http://schemas.microsoft.com/office/drawing/2014/main" id="{EFCA937B-4DCD-683A-2FA8-6352D758AD9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24A249A6-1303-9C21-AB04-06E24DA891C9}"/>
              </a:ext>
            </a:extLst>
          </p:cNvPr>
          <p:cNvSpPr>
            <a:spLocks noGrp="1"/>
          </p:cNvSpPr>
          <p:nvPr>
            <p:ph type="sldNum" sz="quarter" idx="4"/>
          </p:nvPr>
        </p:nvSpPr>
        <p:spPr/>
        <p:txBody>
          <a:bodyPr/>
          <a:lstStyle/>
          <a:p>
            <a:fld id="{9FD7ECCF-50E7-4327-B945-FA93FF7B2BEF}" type="slidenum">
              <a:rPr lang="en-US" smtClean="0"/>
              <a:pPr/>
              <a:t>44</a:t>
            </a:fld>
            <a:r>
              <a:rPr lang="en-GB"/>
              <a:t>/75</a:t>
            </a:r>
            <a:endParaRPr lang="en-US" dirty="0"/>
          </a:p>
        </p:txBody>
      </p:sp>
    </p:spTree>
    <p:extLst>
      <p:ext uri="{BB962C8B-B14F-4D97-AF65-F5344CB8AC3E}">
        <p14:creationId xmlns:p14="http://schemas.microsoft.com/office/powerpoint/2010/main" val="161712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E17611D9-51AA-AF7B-5F87-D2CF61FDD2BF}"/>
              </a:ext>
            </a:extLst>
          </p:cNvPr>
          <p:cNvSpPr txBox="1">
            <a:spLocks/>
          </p:cNvSpPr>
          <p:nvPr/>
        </p:nvSpPr>
        <p:spPr>
          <a:xfrm>
            <a:off x="5750094" y="4604632"/>
            <a:ext cx="3214394" cy="1152465"/>
          </a:xfrm>
          <a:prstGeom prst="rect">
            <a:avLst/>
          </a:prstGeom>
          <a:solidFill>
            <a:schemeClr val="bg2"/>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lvl="1" indent="0" fontAlgn="auto">
              <a:lnSpc>
                <a:spcPct val="120000"/>
              </a:lnSpc>
              <a:spcBef>
                <a:spcPts val="600"/>
              </a:spcBef>
              <a:spcAft>
                <a:spcPts val="0"/>
              </a:spcAft>
              <a:buFont typeface="Wingdings 2"/>
              <a:buNone/>
            </a:pP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a:t>
            </a:r>
            <a:r>
              <a:rPr lang="el-GR" sz="1400" dirty="0">
                <a:solidFill>
                  <a:schemeClr val="accent6">
                    <a:lumMod val="50000"/>
                  </a:schemeClr>
                </a:solidFill>
              </a:rPr>
              <a:t>μ</a:t>
            </a:r>
            <a:r>
              <a:rPr lang="en-GB" sz="1400" baseline="-25000" dirty="0">
                <a:solidFill>
                  <a:schemeClr val="accent6">
                    <a:lumMod val="50000"/>
                  </a:schemeClr>
                </a:solidFill>
              </a:rPr>
              <a:t>women</a:t>
            </a:r>
            <a:r>
              <a:rPr lang="en-GB" sz="1400" dirty="0">
                <a:solidFill>
                  <a:schemeClr val="accent6">
                    <a:lumMod val="50000"/>
                  </a:schemeClr>
                </a:solidFill>
              </a:rPr>
              <a:t> = </a:t>
            </a:r>
            <a:r>
              <a:rPr lang="el-GR" sz="1400" dirty="0">
                <a:solidFill>
                  <a:schemeClr val="accent6">
                    <a:lumMod val="50000"/>
                  </a:schemeClr>
                </a:solidFill>
              </a:rPr>
              <a:t>μ</a:t>
            </a:r>
            <a:r>
              <a:rPr lang="en-GB" sz="1400" baseline="-25000" dirty="0">
                <a:solidFill>
                  <a:schemeClr val="accent6">
                    <a:lumMod val="50000"/>
                  </a:schemeClr>
                </a:solidFill>
              </a:rPr>
              <a:t>men or </a:t>
            </a: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a:t>
            </a:r>
            <a:r>
              <a:rPr lang="el-GR" sz="1400" dirty="0">
                <a:solidFill>
                  <a:schemeClr val="accent6">
                    <a:lumMod val="50000"/>
                  </a:schemeClr>
                </a:solidFill>
              </a:rPr>
              <a:t>μ</a:t>
            </a:r>
            <a:r>
              <a:rPr lang="en-GB" sz="1400" baseline="-25000" dirty="0">
                <a:solidFill>
                  <a:schemeClr val="accent6">
                    <a:lumMod val="50000"/>
                  </a:schemeClr>
                </a:solidFill>
              </a:rPr>
              <a:t>women</a:t>
            </a:r>
            <a:r>
              <a:rPr lang="en-GB" sz="1400" dirty="0">
                <a:solidFill>
                  <a:schemeClr val="accent6">
                    <a:lumMod val="50000"/>
                  </a:schemeClr>
                </a:solidFill>
              </a:rPr>
              <a:t> – </a:t>
            </a:r>
            <a:r>
              <a:rPr lang="el-GR" sz="1400" dirty="0">
                <a:solidFill>
                  <a:schemeClr val="accent6">
                    <a:lumMod val="50000"/>
                  </a:schemeClr>
                </a:solidFill>
              </a:rPr>
              <a:t>μ</a:t>
            </a:r>
            <a:r>
              <a:rPr lang="en-GB" sz="1400" baseline="-25000" dirty="0">
                <a:solidFill>
                  <a:schemeClr val="accent6">
                    <a:lumMod val="50000"/>
                  </a:schemeClr>
                </a:solidFill>
              </a:rPr>
              <a:t>men = 0</a:t>
            </a:r>
            <a:br>
              <a:rPr lang="en-GB" sz="1400" dirty="0">
                <a:solidFill>
                  <a:schemeClr val="accent6">
                    <a:lumMod val="50000"/>
                  </a:schemeClr>
                </a:solidFill>
              </a:rPr>
            </a:br>
            <a:r>
              <a:rPr lang="en-GB" sz="1400" dirty="0">
                <a:solidFill>
                  <a:schemeClr val="accent6">
                    <a:lumMod val="50000"/>
                  </a:schemeClr>
                </a:solidFill>
              </a:rPr>
              <a:t>H</a:t>
            </a:r>
            <a:r>
              <a:rPr lang="en-GB" sz="1400" baseline="-25000" dirty="0">
                <a:solidFill>
                  <a:schemeClr val="accent6">
                    <a:lumMod val="50000"/>
                  </a:schemeClr>
                </a:solidFill>
              </a:rPr>
              <a:t>a</a:t>
            </a:r>
            <a:r>
              <a:rPr lang="en-GB" sz="1400" dirty="0">
                <a:solidFill>
                  <a:schemeClr val="accent6">
                    <a:lumMod val="50000"/>
                  </a:schemeClr>
                </a:solidFill>
              </a:rPr>
              <a:t>: </a:t>
            </a:r>
            <a:r>
              <a:rPr lang="el-GR" sz="1400" dirty="0">
                <a:solidFill>
                  <a:schemeClr val="accent6">
                    <a:lumMod val="50000"/>
                  </a:schemeClr>
                </a:solidFill>
              </a:rPr>
              <a:t>μ</a:t>
            </a:r>
            <a:r>
              <a:rPr lang="en-GB" sz="1400" baseline="-25000" dirty="0">
                <a:solidFill>
                  <a:schemeClr val="accent6">
                    <a:lumMod val="50000"/>
                  </a:schemeClr>
                </a:solidFill>
              </a:rPr>
              <a:t>women</a:t>
            </a:r>
            <a:r>
              <a:rPr lang="en-GB" sz="1400" dirty="0">
                <a:solidFill>
                  <a:schemeClr val="accent6">
                    <a:lumMod val="50000"/>
                  </a:schemeClr>
                </a:solidFill>
              </a:rPr>
              <a:t> ≠ </a:t>
            </a:r>
            <a:r>
              <a:rPr lang="el-GR" sz="1400" dirty="0">
                <a:solidFill>
                  <a:schemeClr val="accent6">
                    <a:lumMod val="50000"/>
                  </a:schemeClr>
                </a:solidFill>
              </a:rPr>
              <a:t>μ</a:t>
            </a:r>
            <a:r>
              <a:rPr lang="en-GB" sz="1400" baseline="-25000" dirty="0">
                <a:solidFill>
                  <a:schemeClr val="accent6">
                    <a:lumMod val="50000"/>
                  </a:schemeClr>
                </a:solidFill>
              </a:rPr>
              <a:t>men</a:t>
            </a:r>
            <a:endParaRPr lang="en-GB" sz="1400" dirty="0">
              <a:solidFill>
                <a:schemeClr val="accent6">
                  <a:lumMod val="50000"/>
                </a:schemeClr>
              </a:solidFill>
            </a:endParaRPr>
          </a:p>
          <a:p>
            <a:pPr fontAlgn="auto">
              <a:lnSpc>
                <a:spcPct val="120000"/>
              </a:lnSpc>
              <a:spcBef>
                <a:spcPts val="600"/>
              </a:spcBef>
              <a:spcAft>
                <a:spcPts val="0"/>
              </a:spcAft>
            </a:pPr>
            <a:endParaRPr lang="en-GB" sz="1600" dirty="0">
              <a:solidFill>
                <a:schemeClr val="accent6">
                  <a:lumMod val="50000"/>
                </a:schemeClr>
              </a:solidFill>
            </a:endParaRPr>
          </a:p>
          <a:p>
            <a:pPr fontAlgn="auto">
              <a:lnSpc>
                <a:spcPct val="120000"/>
              </a:lnSpc>
              <a:spcBef>
                <a:spcPts val="600"/>
              </a:spcBef>
              <a:spcAft>
                <a:spcPts val="0"/>
              </a:spcAft>
            </a:pPr>
            <a:endParaRPr lang="en-GB" sz="1600" dirty="0">
              <a:solidFill>
                <a:schemeClr val="accent6">
                  <a:lumMod val="50000"/>
                </a:schemeClr>
              </a:solidFill>
            </a:endParaRPr>
          </a:p>
        </p:txBody>
      </p:sp>
      <p:sp>
        <p:nvSpPr>
          <p:cNvPr id="6" name="Content Placeholder 2">
            <a:extLst>
              <a:ext uri="{FF2B5EF4-FFF2-40B4-BE49-F238E27FC236}">
                <a16:creationId xmlns:a16="http://schemas.microsoft.com/office/drawing/2014/main" id="{EFCEAA2B-231D-5672-6A39-C37C3F014DA4}"/>
              </a:ext>
            </a:extLst>
          </p:cNvPr>
          <p:cNvSpPr txBox="1">
            <a:spLocks/>
          </p:cNvSpPr>
          <p:nvPr/>
        </p:nvSpPr>
        <p:spPr>
          <a:xfrm>
            <a:off x="5768009" y="5790806"/>
            <a:ext cx="3214394" cy="822524"/>
          </a:xfrm>
          <a:prstGeom prst="rect">
            <a:avLst/>
          </a:prstGeom>
          <a:solidFill>
            <a:schemeClr val="bg2"/>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lvl="1" indent="0" fontAlgn="auto">
              <a:lnSpc>
                <a:spcPct val="120000"/>
              </a:lnSpc>
              <a:spcBef>
                <a:spcPts val="600"/>
              </a:spcBef>
              <a:spcAft>
                <a:spcPts val="0"/>
              </a:spcAft>
              <a:buFont typeface="Wingdings 2"/>
              <a:buNone/>
            </a:pP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a:t>
            </a:r>
            <a:r>
              <a:rPr lang="el-GR" sz="1400" dirty="0">
                <a:solidFill>
                  <a:schemeClr val="accent6">
                    <a:lumMod val="50000"/>
                  </a:schemeClr>
                </a:solidFill>
              </a:rPr>
              <a:t>μ</a:t>
            </a:r>
            <a:r>
              <a:rPr lang="en-GB" sz="1400" baseline="-25000" dirty="0">
                <a:solidFill>
                  <a:schemeClr val="accent6">
                    <a:lumMod val="50000"/>
                  </a:schemeClr>
                </a:solidFill>
              </a:rPr>
              <a:t>women</a:t>
            </a:r>
            <a:r>
              <a:rPr lang="en-GB" sz="1400" dirty="0">
                <a:solidFill>
                  <a:schemeClr val="accent6">
                    <a:lumMod val="50000"/>
                  </a:schemeClr>
                </a:solidFill>
              </a:rPr>
              <a:t> = </a:t>
            </a:r>
            <a:r>
              <a:rPr lang="el-GR" sz="1400" dirty="0">
                <a:solidFill>
                  <a:schemeClr val="accent6">
                    <a:lumMod val="50000"/>
                  </a:schemeClr>
                </a:solidFill>
              </a:rPr>
              <a:t>μ</a:t>
            </a:r>
            <a:r>
              <a:rPr lang="en-GB" sz="1400" baseline="-25000" dirty="0">
                <a:solidFill>
                  <a:schemeClr val="accent6">
                    <a:lumMod val="50000"/>
                  </a:schemeClr>
                </a:solidFill>
              </a:rPr>
              <a:t>men</a:t>
            </a:r>
            <a:br>
              <a:rPr lang="en-GB" sz="1400" dirty="0">
                <a:solidFill>
                  <a:schemeClr val="accent6">
                    <a:lumMod val="50000"/>
                  </a:schemeClr>
                </a:solidFill>
              </a:rPr>
            </a:br>
            <a:r>
              <a:rPr lang="en-GB" sz="1400" dirty="0">
                <a:solidFill>
                  <a:schemeClr val="accent6">
                    <a:lumMod val="50000"/>
                  </a:schemeClr>
                </a:solidFill>
              </a:rPr>
              <a:t>H</a:t>
            </a:r>
            <a:r>
              <a:rPr lang="en-GB" sz="1400" baseline="-25000" dirty="0">
                <a:solidFill>
                  <a:schemeClr val="accent6">
                    <a:lumMod val="50000"/>
                  </a:schemeClr>
                </a:solidFill>
              </a:rPr>
              <a:t>a</a:t>
            </a:r>
            <a:r>
              <a:rPr lang="en-GB" sz="1400" dirty="0">
                <a:solidFill>
                  <a:schemeClr val="accent6">
                    <a:lumMod val="50000"/>
                  </a:schemeClr>
                </a:solidFill>
              </a:rPr>
              <a:t>: </a:t>
            </a:r>
            <a:r>
              <a:rPr lang="el-GR" sz="1400" dirty="0">
                <a:solidFill>
                  <a:schemeClr val="accent6">
                    <a:lumMod val="50000"/>
                  </a:schemeClr>
                </a:solidFill>
              </a:rPr>
              <a:t>μ</a:t>
            </a:r>
            <a:r>
              <a:rPr lang="en-GB" sz="1400" baseline="-25000" dirty="0">
                <a:solidFill>
                  <a:schemeClr val="accent6">
                    <a:lumMod val="50000"/>
                  </a:schemeClr>
                </a:solidFill>
              </a:rPr>
              <a:t>women</a:t>
            </a:r>
            <a:r>
              <a:rPr lang="en-GB" sz="1400" dirty="0">
                <a:solidFill>
                  <a:schemeClr val="accent6">
                    <a:lumMod val="50000"/>
                  </a:schemeClr>
                </a:solidFill>
              </a:rPr>
              <a:t> &gt; </a:t>
            </a:r>
            <a:r>
              <a:rPr lang="el-GR" sz="1400" dirty="0">
                <a:solidFill>
                  <a:schemeClr val="accent6">
                    <a:lumMod val="50000"/>
                  </a:schemeClr>
                </a:solidFill>
              </a:rPr>
              <a:t>μ</a:t>
            </a:r>
            <a:r>
              <a:rPr lang="en-GB" sz="1400" baseline="-25000" dirty="0">
                <a:solidFill>
                  <a:schemeClr val="accent6">
                    <a:lumMod val="50000"/>
                  </a:schemeClr>
                </a:solidFill>
              </a:rPr>
              <a:t>men</a:t>
            </a:r>
            <a:endParaRPr lang="en-GB" sz="1400" dirty="0">
              <a:solidFill>
                <a:schemeClr val="accent6">
                  <a:lumMod val="50000"/>
                </a:schemeClr>
              </a:solidFill>
            </a:endParaRPr>
          </a:p>
          <a:p>
            <a:pPr fontAlgn="auto">
              <a:lnSpc>
                <a:spcPct val="120000"/>
              </a:lnSpc>
              <a:spcBef>
                <a:spcPts val="600"/>
              </a:spcBef>
              <a:spcAft>
                <a:spcPts val="0"/>
              </a:spcAft>
            </a:pPr>
            <a:endParaRPr lang="en-GB" sz="1400" dirty="0">
              <a:solidFill>
                <a:schemeClr val="accent6">
                  <a:lumMod val="50000"/>
                </a:schemeClr>
              </a:solidFill>
            </a:endParaRPr>
          </a:p>
          <a:p>
            <a:pPr fontAlgn="auto">
              <a:lnSpc>
                <a:spcPct val="120000"/>
              </a:lnSpc>
              <a:spcBef>
                <a:spcPts val="600"/>
              </a:spcBef>
              <a:spcAft>
                <a:spcPts val="0"/>
              </a:spcAft>
            </a:pPr>
            <a:endParaRPr lang="en-GB" sz="1400" dirty="0">
              <a:solidFill>
                <a:schemeClr val="accent6">
                  <a:lumMod val="50000"/>
                </a:schemeClr>
              </a:solidFill>
            </a:endParaRPr>
          </a:p>
        </p:txBody>
      </p:sp>
      <p:sp>
        <p:nvSpPr>
          <p:cNvPr id="8" name="TextBox 7">
            <a:extLst>
              <a:ext uri="{FF2B5EF4-FFF2-40B4-BE49-F238E27FC236}">
                <a16:creationId xmlns:a16="http://schemas.microsoft.com/office/drawing/2014/main" id="{06D5A9AB-29B0-AC51-09B8-599A610BDD8B}"/>
              </a:ext>
            </a:extLst>
          </p:cNvPr>
          <p:cNvSpPr txBox="1"/>
          <p:nvPr/>
        </p:nvSpPr>
        <p:spPr>
          <a:xfrm rot="16200000">
            <a:off x="41354" y="4979164"/>
            <a:ext cx="980140" cy="307777"/>
          </a:xfrm>
          <a:prstGeom prst="rect">
            <a:avLst/>
          </a:prstGeom>
          <a:noFill/>
        </p:spPr>
        <p:txBody>
          <a:bodyPr wrap="none" rtlCol="0">
            <a:spAutoFit/>
          </a:bodyPr>
          <a:lstStyle/>
          <a:p>
            <a:r>
              <a:rPr lang="en-GB" sz="1400" b="1" dirty="0">
                <a:latin typeface="+mn-lt"/>
              </a:rPr>
              <a:t>Undirected</a:t>
            </a:r>
          </a:p>
        </p:txBody>
      </p:sp>
      <p:sp>
        <p:nvSpPr>
          <p:cNvPr id="9" name="TextBox 8">
            <a:extLst>
              <a:ext uri="{FF2B5EF4-FFF2-40B4-BE49-F238E27FC236}">
                <a16:creationId xmlns:a16="http://schemas.microsoft.com/office/drawing/2014/main" id="{445FDA1C-2EDE-DB97-8687-165F017A6A58}"/>
              </a:ext>
            </a:extLst>
          </p:cNvPr>
          <p:cNvSpPr txBox="1"/>
          <p:nvPr/>
        </p:nvSpPr>
        <p:spPr>
          <a:xfrm rot="16200000">
            <a:off x="136924" y="6067692"/>
            <a:ext cx="788999" cy="307777"/>
          </a:xfrm>
          <a:prstGeom prst="rect">
            <a:avLst/>
          </a:prstGeom>
          <a:noFill/>
        </p:spPr>
        <p:txBody>
          <a:bodyPr wrap="none" rtlCol="0">
            <a:spAutoFit/>
          </a:bodyPr>
          <a:lstStyle/>
          <a:p>
            <a:r>
              <a:rPr lang="en-GB" sz="1400" b="1" dirty="0">
                <a:latin typeface="+mn-lt"/>
              </a:rPr>
              <a:t>Directed</a:t>
            </a:r>
          </a:p>
        </p:txBody>
      </p:sp>
      <p:sp>
        <p:nvSpPr>
          <p:cNvPr id="10" name="Content Placeholder 2">
            <a:extLst>
              <a:ext uri="{FF2B5EF4-FFF2-40B4-BE49-F238E27FC236}">
                <a16:creationId xmlns:a16="http://schemas.microsoft.com/office/drawing/2014/main" id="{40D12B10-ADA2-0CEE-89E6-24BF6CA523C9}"/>
              </a:ext>
            </a:extLst>
          </p:cNvPr>
          <p:cNvSpPr>
            <a:spLocks noGrp="1"/>
          </p:cNvSpPr>
          <p:nvPr>
            <p:ph sz="quarter" idx="1"/>
          </p:nvPr>
        </p:nvSpPr>
        <p:spPr>
          <a:xfrm>
            <a:off x="895957" y="4604631"/>
            <a:ext cx="4833313" cy="1152467"/>
          </a:xfrm>
          <a:solidFill>
            <a:schemeClr val="bg2"/>
          </a:solidFill>
        </p:spPr>
        <p:txBody>
          <a:bodyPr>
            <a:noAutofit/>
          </a:bodyPr>
          <a:lstStyle/>
          <a:p>
            <a:pPr marL="268288" indent="-268288">
              <a:lnSpc>
                <a:spcPct val="120000"/>
              </a:lnSpc>
              <a:spcBef>
                <a:spcPts val="600"/>
              </a:spcBef>
              <a:buNone/>
            </a:pP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There is no difference in data entry time between men and women.</a:t>
            </a:r>
          </a:p>
          <a:p>
            <a:pPr marL="268288" indent="-268288">
              <a:lnSpc>
                <a:spcPct val="120000"/>
              </a:lnSpc>
              <a:spcBef>
                <a:spcPts val="600"/>
              </a:spcBef>
              <a:buNone/>
            </a:pPr>
            <a:r>
              <a:rPr lang="en-GB" sz="1400" dirty="0">
                <a:solidFill>
                  <a:schemeClr val="accent6">
                    <a:lumMod val="50000"/>
                  </a:schemeClr>
                </a:solidFill>
              </a:rPr>
              <a:t>H</a:t>
            </a:r>
            <a:r>
              <a:rPr lang="en-GB" sz="1400" baseline="-25000" dirty="0">
                <a:solidFill>
                  <a:schemeClr val="accent6">
                    <a:lumMod val="50000"/>
                  </a:schemeClr>
                </a:solidFill>
              </a:rPr>
              <a:t>a</a:t>
            </a:r>
            <a:r>
              <a:rPr lang="en-GB" sz="1400" dirty="0">
                <a:solidFill>
                  <a:schemeClr val="accent6">
                    <a:lumMod val="50000"/>
                  </a:schemeClr>
                </a:solidFill>
              </a:rPr>
              <a:t>: There is a difference in data entry time between men and women.</a:t>
            </a:r>
          </a:p>
        </p:txBody>
      </p:sp>
      <p:sp>
        <p:nvSpPr>
          <p:cNvPr id="14" name="Title 1">
            <a:extLst>
              <a:ext uri="{FF2B5EF4-FFF2-40B4-BE49-F238E27FC236}">
                <a16:creationId xmlns:a16="http://schemas.microsoft.com/office/drawing/2014/main" id="{847697E2-AB17-4F3F-16C6-C3DEBC6C9B8D}"/>
              </a:ext>
            </a:extLst>
          </p:cNvPr>
          <p:cNvSpPr txBox="1">
            <a:spLocks/>
          </p:cNvSpPr>
          <p:nvPr/>
        </p:nvSpPr>
        <p:spPr>
          <a:xfrm>
            <a:off x="3347864" y="278160"/>
            <a:ext cx="5652628" cy="990600"/>
          </a:xfrm>
          <a:prstGeom prst="rect">
            <a:avLst/>
          </a:prstGeom>
        </p:spPr>
        <p:txBody>
          <a:bodyPr vert="horz" anchor="ctr">
            <a:normAutofit fontScale="85000" lnSpcReduction="100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dirty="0"/>
              <a:t>Null &amp; Alternative hypothesis</a:t>
            </a:r>
          </a:p>
        </p:txBody>
      </p:sp>
      <p:sp>
        <p:nvSpPr>
          <p:cNvPr id="15" name="Rectangle: Rounded Corners 14">
            <a:extLst>
              <a:ext uri="{FF2B5EF4-FFF2-40B4-BE49-F238E27FC236}">
                <a16:creationId xmlns:a16="http://schemas.microsoft.com/office/drawing/2014/main" id="{D2F3753F-4AB3-6F18-0BA0-10441BB27FF6}"/>
              </a:ext>
            </a:extLst>
          </p:cNvPr>
          <p:cNvSpPr/>
          <p:nvPr/>
        </p:nvSpPr>
        <p:spPr>
          <a:xfrm>
            <a:off x="971600" y="476672"/>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Form the hypothesis</a:t>
            </a:r>
          </a:p>
        </p:txBody>
      </p:sp>
      <p:sp>
        <p:nvSpPr>
          <p:cNvPr id="16" name="Rectangle: Rounded Corners 15">
            <a:extLst>
              <a:ext uri="{FF2B5EF4-FFF2-40B4-BE49-F238E27FC236}">
                <a16:creationId xmlns:a16="http://schemas.microsoft.com/office/drawing/2014/main" id="{6C226806-6434-D207-40F6-FBE7DD1FB316}"/>
              </a:ext>
            </a:extLst>
          </p:cNvPr>
          <p:cNvSpPr/>
          <p:nvPr/>
        </p:nvSpPr>
        <p:spPr>
          <a:xfrm>
            <a:off x="143508" y="476672"/>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1</a:t>
            </a:r>
          </a:p>
        </p:txBody>
      </p:sp>
      <p:sp>
        <p:nvSpPr>
          <p:cNvPr id="3" name="Content Placeholder 2">
            <a:extLst>
              <a:ext uri="{FF2B5EF4-FFF2-40B4-BE49-F238E27FC236}">
                <a16:creationId xmlns:a16="http://schemas.microsoft.com/office/drawing/2014/main" id="{6A16BE3A-17B9-9E8D-5B97-E6F2F1C6EBFB}"/>
              </a:ext>
            </a:extLst>
          </p:cNvPr>
          <p:cNvSpPr txBox="1">
            <a:spLocks/>
          </p:cNvSpPr>
          <p:nvPr/>
        </p:nvSpPr>
        <p:spPr>
          <a:xfrm>
            <a:off x="888262" y="5810317"/>
            <a:ext cx="4833313" cy="822525"/>
          </a:xfrm>
          <a:prstGeom prst="rect">
            <a:avLst/>
          </a:prstGeom>
          <a:solidFill>
            <a:schemeClr val="bg2"/>
          </a:solidFill>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68288" indent="-268288">
              <a:spcBef>
                <a:spcPts val="600"/>
              </a:spcBef>
              <a:buNone/>
            </a:pPr>
            <a:r>
              <a:rPr lang="en-GB" sz="1400" dirty="0">
                <a:solidFill>
                  <a:schemeClr val="accent6">
                    <a:lumMod val="50000"/>
                  </a:schemeClr>
                </a:solidFill>
              </a:rPr>
              <a:t>H</a:t>
            </a:r>
            <a:r>
              <a:rPr lang="en-GB" sz="1400" baseline="-25000" dirty="0">
                <a:solidFill>
                  <a:schemeClr val="accent6">
                    <a:lumMod val="50000"/>
                  </a:schemeClr>
                </a:solidFill>
              </a:rPr>
              <a:t>0</a:t>
            </a:r>
            <a:r>
              <a:rPr lang="en-GB" sz="1400" dirty="0">
                <a:solidFill>
                  <a:schemeClr val="accent6">
                    <a:lumMod val="50000"/>
                  </a:schemeClr>
                </a:solidFill>
              </a:rPr>
              <a:t>: Women have the same or longer data entry time compared to men.</a:t>
            </a:r>
          </a:p>
          <a:p>
            <a:pPr marL="268288" indent="-268288">
              <a:spcBef>
                <a:spcPts val="600"/>
              </a:spcBef>
              <a:buNone/>
            </a:pPr>
            <a:r>
              <a:rPr lang="en-GB" sz="1400" dirty="0">
                <a:solidFill>
                  <a:schemeClr val="accent6">
                    <a:lumMod val="50000"/>
                  </a:schemeClr>
                </a:solidFill>
              </a:rPr>
              <a:t>H</a:t>
            </a:r>
            <a:r>
              <a:rPr lang="en-GB" sz="1400" baseline="-25000" dirty="0">
                <a:solidFill>
                  <a:schemeClr val="accent6">
                    <a:lumMod val="50000"/>
                  </a:schemeClr>
                </a:solidFill>
              </a:rPr>
              <a:t>a</a:t>
            </a:r>
            <a:r>
              <a:rPr lang="en-GB" sz="1400" dirty="0">
                <a:solidFill>
                  <a:schemeClr val="accent6">
                    <a:lumMod val="50000"/>
                  </a:schemeClr>
                </a:solidFill>
              </a:rPr>
              <a:t>: Women data entry time is higher than men</a:t>
            </a:r>
          </a:p>
        </p:txBody>
      </p:sp>
      <p:graphicFrame>
        <p:nvGraphicFramePr>
          <p:cNvPr id="17" name="Table 16">
            <a:extLst>
              <a:ext uri="{FF2B5EF4-FFF2-40B4-BE49-F238E27FC236}">
                <a16:creationId xmlns:a16="http://schemas.microsoft.com/office/drawing/2014/main" id="{0A9E56E7-1F2B-091E-ABA4-8EB523DFF742}"/>
              </a:ext>
            </a:extLst>
          </p:cNvPr>
          <p:cNvGraphicFramePr>
            <a:graphicFrameLocks noGrp="1"/>
          </p:cNvGraphicFramePr>
          <p:nvPr>
            <p:extLst>
              <p:ext uri="{D42A27DB-BD31-4B8C-83A1-F6EECF244321}">
                <p14:modId xmlns:p14="http://schemas.microsoft.com/office/powerpoint/2010/main" val="2033082297"/>
              </p:ext>
            </p:extLst>
          </p:nvPr>
        </p:nvGraphicFramePr>
        <p:xfrm>
          <a:off x="992465" y="1126358"/>
          <a:ext cx="7337547" cy="3337530"/>
        </p:xfrm>
        <a:graphic>
          <a:graphicData uri="http://schemas.openxmlformats.org/drawingml/2006/table">
            <a:tbl>
              <a:tblPr>
                <a:tableStyleId>{3C2FFA5D-87B4-456A-9821-1D502468CF0F}</a:tableStyleId>
              </a:tblPr>
              <a:tblGrid>
                <a:gridCol w="2111266">
                  <a:extLst>
                    <a:ext uri="{9D8B030D-6E8A-4147-A177-3AD203B41FA5}">
                      <a16:colId xmlns:a16="http://schemas.microsoft.com/office/drawing/2014/main" val="3248923568"/>
                    </a:ext>
                  </a:extLst>
                </a:gridCol>
                <a:gridCol w="2592288">
                  <a:extLst>
                    <a:ext uri="{9D8B030D-6E8A-4147-A177-3AD203B41FA5}">
                      <a16:colId xmlns:a16="http://schemas.microsoft.com/office/drawing/2014/main" val="1671321050"/>
                    </a:ext>
                  </a:extLst>
                </a:gridCol>
                <a:gridCol w="2633993">
                  <a:extLst>
                    <a:ext uri="{9D8B030D-6E8A-4147-A177-3AD203B41FA5}">
                      <a16:colId xmlns:a16="http://schemas.microsoft.com/office/drawing/2014/main" val="2823293391"/>
                    </a:ext>
                  </a:extLst>
                </a:gridCol>
              </a:tblGrid>
              <a:tr h="160458">
                <a:tc>
                  <a:txBody>
                    <a:bodyPr/>
                    <a:lstStyle/>
                    <a:p>
                      <a:pPr fontAlgn="t"/>
                      <a:endParaRPr lang="en-GB" sz="1600" dirty="0">
                        <a:solidFill>
                          <a:schemeClr val="bg1"/>
                        </a:solidFill>
                        <a:effectLst/>
                      </a:endParaRPr>
                    </a:p>
                  </a:txBody>
                  <a:tcPr marL="82290" marR="82290" marT="41145" marB="41145" anchor="b">
                    <a:solidFill>
                      <a:schemeClr val="accent1">
                        <a:lumMod val="7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600" b="1" dirty="0">
                          <a:solidFill>
                            <a:schemeClr val="bg1"/>
                          </a:solidFill>
                          <a:effectLst/>
                        </a:rPr>
                        <a:t>Null hypotheses (H</a:t>
                      </a:r>
                      <a:r>
                        <a:rPr lang="en-GB" sz="1600" b="1" baseline="-25000" dirty="0">
                          <a:solidFill>
                            <a:schemeClr val="bg1"/>
                          </a:solidFill>
                          <a:effectLst/>
                        </a:rPr>
                        <a:t>0</a:t>
                      </a:r>
                      <a:r>
                        <a:rPr lang="en-GB" sz="1600" b="1" dirty="0">
                          <a:solidFill>
                            <a:schemeClr val="bg1"/>
                          </a:solidFill>
                          <a:effectLst/>
                        </a:rPr>
                        <a:t>)</a:t>
                      </a:r>
                      <a:endParaRPr lang="en-GB" sz="1600" dirty="0">
                        <a:solidFill>
                          <a:schemeClr val="bg1"/>
                        </a:solidFill>
                        <a:effectLst/>
                      </a:endParaRPr>
                    </a:p>
                  </a:txBody>
                  <a:tcPr marL="82290" marR="82290" marT="41145" marB="41145" anchor="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schemeClr val="bg1"/>
                          </a:solidFill>
                          <a:effectLst/>
                        </a:rPr>
                        <a:t>Alternative hypotheses (H</a:t>
                      </a:r>
                      <a:r>
                        <a:rPr lang="en-GB" sz="1600" b="1" baseline="-25000" dirty="0">
                          <a:solidFill>
                            <a:schemeClr val="bg1"/>
                          </a:solidFill>
                          <a:effectLst/>
                        </a:rPr>
                        <a:t>a</a:t>
                      </a:r>
                      <a:r>
                        <a:rPr lang="en-GB" sz="1600" b="1" dirty="0">
                          <a:solidFill>
                            <a:schemeClr val="bg1"/>
                          </a:solidFill>
                          <a:effectLst/>
                        </a:rPr>
                        <a:t>)</a:t>
                      </a:r>
                      <a:endParaRPr lang="en-GB" sz="1600" dirty="0">
                        <a:solidFill>
                          <a:schemeClr val="bg1"/>
                        </a:solidFill>
                        <a:effectLst/>
                      </a:endParaRPr>
                    </a:p>
                  </a:txBody>
                  <a:tcPr marL="82290" marR="82290" marT="41145" marB="41145" anchor="b">
                    <a:solidFill>
                      <a:schemeClr val="accent1">
                        <a:lumMod val="75000"/>
                      </a:schemeClr>
                    </a:solidFill>
                  </a:tcPr>
                </a:tc>
                <a:extLst>
                  <a:ext uri="{0D108BD9-81ED-4DB2-BD59-A6C34878D82A}">
                    <a16:rowId xmlns:a16="http://schemas.microsoft.com/office/drawing/2014/main" val="660103796"/>
                  </a:ext>
                </a:extLst>
              </a:tr>
              <a:tr h="252396">
                <a:tc>
                  <a:txBody>
                    <a:bodyPr/>
                    <a:lstStyle/>
                    <a:p>
                      <a:pPr fontAlgn="t"/>
                      <a:r>
                        <a:rPr lang="en-GB" sz="1600" b="1" dirty="0">
                          <a:effectLst/>
                        </a:rPr>
                        <a:t>Definition</a:t>
                      </a:r>
                      <a:endParaRPr lang="en-GB" sz="1600" dirty="0">
                        <a:effectLst/>
                      </a:endParaRPr>
                    </a:p>
                  </a:txBody>
                  <a:tcPr marL="82290" marR="82290" marT="41145" marB="41145"/>
                </a:tc>
                <a:tc>
                  <a:txBody>
                    <a:bodyPr/>
                    <a:lstStyle/>
                    <a:p>
                      <a:pPr fontAlgn="t"/>
                      <a:r>
                        <a:rPr lang="en-GB" sz="1600" dirty="0">
                          <a:effectLst/>
                        </a:rPr>
                        <a:t>A claim that there is </a:t>
                      </a:r>
                      <a:r>
                        <a:rPr lang="en-GB" sz="1600" b="1" dirty="0">
                          <a:effectLst/>
                        </a:rPr>
                        <a:t>no effect</a:t>
                      </a:r>
                      <a:r>
                        <a:rPr lang="en-GB" sz="1600" dirty="0">
                          <a:effectLst/>
                        </a:rPr>
                        <a:t> in the population.</a:t>
                      </a:r>
                    </a:p>
                  </a:txBody>
                  <a:tcPr marL="82290" marR="82290" marT="41145" marB="41145"/>
                </a:tc>
                <a:tc>
                  <a:txBody>
                    <a:bodyPr/>
                    <a:lstStyle/>
                    <a:p>
                      <a:pPr fontAlgn="t"/>
                      <a:r>
                        <a:rPr lang="en-GB" sz="1600">
                          <a:effectLst/>
                        </a:rPr>
                        <a:t>A claim that there is </a:t>
                      </a:r>
                      <a:r>
                        <a:rPr lang="en-GB" sz="1600" b="1">
                          <a:effectLst/>
                        </a:rPr>
                        <a:t>an effect</a:t>
                      </a:r>
                      <a:r>
                        <a:rPr lang="en-GB" sz="1600">
                          <a:effectLst/>
                        </a:rPr>
                        <a:t> in the population.</a:t>
                      </a:r>
                    </a:p>
                  </a:txBody>
                  <a:tcPr marL="82290" marR="82290" marT="41145" marB="41145"/>
                </a:tc>
                <a:extLst>
                  <a:ext uri="{0D108BD9-81ED-4DB2-BD59-A6C34878D82A}">
                    <a16:rowId xmlns:a16="http://schemas.microsoft.com/office/drawing/2014/main" val="2306417221"/>
                  </a:ext>
                </a:extLst>
              </a:tr>
              <a:tr h="252396">
                <a:tc>
                  <a:txBody>
                    <a:bodyPr/>
                    <a:lstStyle/>
                    <a:p>
                      <a:pPr fontAlgn="t"/>
                      <a:r>
                        <a:rPr lang="en-GB" sz="1600" b="1" dirty="0">
                          <a:effectLst/>
                        </a:rPr>
                        <a:t>Also known as</a:t>
                      </a:r>
                      <a:endParaRPr lang="en-GB" sz="1600" dirty="0">
                        <a:effectLst/>
                      </a:endParaRPr>
                    </a:p>
                  </a:txBody>
                  <a:tcPr marL="82290" marR="82290" marT="41145" marB="41145"/>
                </a:tc>
                <a:tc>
                  <a:txBody>
                    <a:bodyPr/>
                    <a:lstStyle/>
                    <a:p>
                      <a:pPr fontAlgn="t"/>
                      <a:r>
                        <a:rPr lang="en-GB" sz="1600" dirty="0">
                          <a:effectLst/>
                        </a:rPr>
                        <a:t>H</a:t>
                      </a:r>
                      <a:r>
                        <a:rPr lang="en-GB" sz="1600" baseline="-25000" dirty="0">
                          <a:effectLst/>
                        </a:rPr>
                        <a:t>0</a:t>
                      </a:r>
                      <a:endParaRPr lang="en-GB" sz="1600" dirty="0">
                        <a:effectLst/>
                      </a:endParaRPr>
                    </a:p>
                  </a:txBody>
                  <a:tcPr marL="82290" marR="82290" marT="41145" marB="41145"/>
                </a:tc>
                <a:tc>
                  <a:txBody>
                    <a:bodyPr/>
                    <a:lstStyle/>
                    <a:p>
                      <a:pPr fontAlgn="t"/>
                      <a:r>
                        <a:rPr lang="en-GB" sz="1600" dirty="0">
                          <a:effectLst/>
                        </a:rPr>
                        <a:t>H</a:t>
                      </a:r>
                      <a:r>
                        <a:rPr lang="en-GB" sz="1600" baseline="-25000" dirty="0">
                          <a:effectLst/>
                        </a:rPr>
                        <a:t>a</a:t>
                      </a:r>
                      <a:endParaRPr lang="en-GB" sz="1600" dirty="0">
                        <a:effectLst/>
                      </a:endParaRPr>
                    </a:p>
                    <a:p>
                      <a:pPr fontAlgn="t"/>
                      <a:r>
                        <a:rPr lang="en-GB" sz="1600" dirty="0">
                          <a:effectLst/>
                        </a:rPr>
                        <a:t>H</a:t>
                      </a:r>
                      <a:r>
                        <a:rPr lang="en-GB" sz="1600" baseline="-25000" dirty="0">
                          <a:effectLst/>
                        </a:rPr>
                        <a:t>1</a:t>
                      </a:r>
                      <a:endParaRPr lang="en-GB" sz="1600" dirty="0">
                        <a:effectLst/>
                      </a:endParaRPr>
                    </a:p>
                  </a:txBody>
                  <a:tcPr marL="82290" marR="82290" marT="41145" marB="41145"/>
                </a:tc>
                <a:extLst>
                  <a:ext uri="{0D108BD9-81ED-4DB2-BD59-A6C34878D82A}">
                    <a16:rowId xmlns:a16="http://schemas.microsoft.com/office/drawing/2014/main" val="2721792372"/>
                  </a:ext>
                </a:extLst>
              </a:tr>
              <a:tr h="684307">
                <a:tc>
                  <a:txBody>
                    <a:bodyPr/>
                    <a:lstStyle/>
                    <a:p>
                      <a:pPr fontAlgn="t"/>
                      <a:r>
                        <a:rPr lang="en-GB" sz="1600" b="1" dirty="0">
                          <a:effectLst/>
                        </a:rPr>
                        <a:t>Typical phrases used</a:t>
                      </a:r>
                      <a:endParaRPr lang="en-GB" sz="1600" dirty="0">
                        <a:effectLst/>
                      </a:endParaRPr>
                    </a:p>
                  </a:txBody>
                  <a:tcPr marL="82290" marR="82290" marT="41145" marB="41145"/>
                </a:tc>
                <a:tc>
                  <a:txBody>
                    <a:bodyPr/>
                    <a:lstStyle/>
                    <a:p>
                      <a:pPr fontAlgn="t">
                        <a:buFont typeface="Arial" panose="020B0604020202020204" pitchFamily="34" charset="0"/>
                        <a:buChar char="•"/>
                      </a:pPr>
                      <a:r>
                        <a:rPr lang="en-GB" sz="1600" dirty="0">
                          <a:effectLst/>
                        </a:rPr>
                        <a:t>No effect</a:t>
                      </a:r>
                    </a:p>
                    <a:p>
                      <a:pPr fontAlgn="t">
                        <a:buFont typeface="Arial" panose="020B0604020202020204" pitchFamily="34" charset="0"/>
                        <a:buChar char="•"/>
                      </a:pPr>
                      <a:r>
                        <a:rPr lang="en-GB" sz="1600" dirty="0">
                          <a:effectLst/>
                        </a:rPr>
                        <a:t>No difference</a:t>
                      </a:r>
                    </a:p>
                    <a:p>
                      <a:pPr fontAlgn="t">
                        <a:buFont typeface="Arial" panose="020B0604020202020204" pitchFamily="34" charset="0"/>
                        <a:buChar char="•"/>
                      </a:pPr>
                      <a:r>
                        <a:rPr lang="en-GB" sz="1600" dirty="0">
                          <a:effectLst/>
                        </a:rPr>
                        <a:t>No relationship</a:t>
                      </a:r>
                    </a:p>
                    <a:p>
                      <a:pPr fontAlgn="t">
                        <a:buFont typeface="Arial" panose="020B0604020202020204" pitchFamily="34" charset="0"/>
                        <a:buChar char="•"/>
                      </a:pPr>
                      <a:r>
                        <a:rPr lang="en-GB" sz="1600" dirty="0">
                          <a:effectLst/>
                        </a:rPr>
                        <a:t>No change</a:t>
                      </a:r>
                    </a:p>
                    <a:p>
                      <a:pPr fontAlgn="t">
                        <a:buFont typeface="Arial" panose="020B0604020202020204" pitchFamily="34" charset="0"/>
                        <a:buChar char="•"/>
                      </a:pPr>
                      <a:r>
                        <a:rPr lang="en-GB" sz="1600" dirty="0">
                          <a:effectLst/>
                        </a:rPr>
                        <a:t>Does not increase</a:t>
                      </a:r>
                    </a:p>
                    <a:p>
                      <a:pPr fontAlgn="t">
                        <a:buFont typeface="Arial" panose="020B0604020202020204" pitchFamily="34" charset="0"/>
                        <a:buChar char="•"/>
                      </a:pPr>
                      <a:r>
                        <a:rPr lang="en-GB" sz="1600" dirty="0">
                          <a:effectLst/>
                        </a:rPr>
                        <a:t>Does not decrease</a:t>
                      </a:r>
                    </a:p>
                  </a:txBody>
                  <a:tcPr marL="82290" marR="82290" marT="41145" marB="41145"/>
                </a:tc>
                <a:tc>
                  <a:txBody>
                    <a:bodyPr/>
                    <a:lstStyle/>
                    <a:p>
                      <a:pPr fontAlgn="t">
                        <a:buFont typeface="Arial" panose="020B0604020202020204" pitchFamily="34" charset="0"/>
                        <a:buChar char="•"/>
                      </a:pPr>
                      <a:r>
                        <a:rPr lang="en-GB" sz="1600" dirty="0">
                          <a:effectLst/>
                        </a:rPr>
                        <a:t>An effect</a:t>
                      </a:r>
                    </a:p>
                    <a:p>
                      <a:pPr fontAlgn="t">
                        <a:buFont typeface="Arial" panose="020B0604020202020204" pitchFamily="34" charset="0"/>
                        <a:buChar char="•"/>
                      </a:pPr>
                      <a:r>
                        <a:rPr lang="en-GB" sz="1600" dirty="0">
                          <a:effectLst/>
                        </a:rPr>
                        <a:t>A difference</a:t>
                      </a:r>
                    </a:p>
                    <a:p>
                      <a:pPr fontAlgn="t">
                        <a:buFont typeface="Arial" panose="020B0604020202020204" pitchFamily="34" charset="0"/>
                        <a:buChar char="•"/>
                      </a:pPr>
                      <a:r>
                        <a:rPr lang="en-GB" sz="1600" dirty="0">
                          <a:effectLst/>
                        </a:rPr>
                        <a:t>A relationship</a:t>
                      </a:r>
                    </a:p>
                    <a:p>
                      <a:pPr fontAlgn="t">
                        <a:buFont typeface="Arial" panose="020B0604020202020204" pitchFamily="34" charset="0"/>
                        <a:buChar char="•"/>
                      </a:pPr>
                      <a:r>
                        <a:rPr lang="en-GB" sz="1600" dirty="0">
                          <a:effectLst/>
                        </a:rPr>
                        <a:t>A change</a:t>
                      </a:r>
                    </a:p>
                    <a:p>
                      <a:pPr fontAlgn="t">
                        <a:buFont typeface="Arial" panose="020B0604020202020204" pitchFamily="34" charset="0"/>
                        <a:buChar char="•"/>
                      </a:pPr>
                      <a:r>
                        <a:rPr lang="en-GB" sz="1600" dirty="0">
                          <a:effectLst/>
                        </a:rPr>
                        <a:t>Increases</a:t>
                      </a:r>
                    </a:p>
                    <a:p>
                      <a:pPr fontAlgn="t">
                        <a:buFont typeface="Arial" panose="020B0604020202020204" pitchFamily="34" charset="0"/>
                        <a:buChar char="•"/>
                      </a:pPr>
                      <a:r>
                        <a:rPr lang="en-GB" sz="1600" dirty="0">
                          <a:effectLst/>
                        </a:rPr>
                        <a:t>Decreases</a:t>
                      </a:r>
                    </a:p>
                  </a:txBody>
                  <a:tcPr marL="82290" marR="82290" marT="41145" marB="41145"/>
                </a:tc>
                <a:extLst>
                  <a:ext uri="{0D108BD9-81ED-4DB2-BD59-A6C34878D82A}">
                    <a16:rowId xmlns:a16="http://schemas.microsoft.com/office/drawing/2014/main" val="1867181298"/>
                  </a:ext>
                </a:extLst>
              </a:tr>
              <a:tr h="234621">
                <a:tc>
                  <a:txBody>
                    <a:bodyPr/>
                    <a:lstStyle/>
                    <a:p>
                      <a:pPr fontAlgn="t"/>
                      <a:r>
                        <a:rPr lang="en-GB" sz="1600" b="1" dirty="0">
                          <a:effectLst/>
                        </a:rPr>
                        <a:t>Symbols used</a:t>
                      </a:r>
                      <a:endParaRPr lang="en-GB" sz="1600" dirty="0">
                        <a:effectLst/>
                      </a:endParaRPr>
                    </a:p>
                  </a:txBody>
                  <a:tcPr marL="82290" marR="82290" marT="41145" marB="41145"/>
                </a:tc>
                <a:tc>
                  <a:txBody>
                    <a:bodyPr/>
                    <a:lstStyle/>
                    <a:p>
                      <a:pPr fontAlgn="t"/>
                      <a:r>
                        <a:rPr lang="en-GB" sz="1600" dirty="0">
                          <a:effectLst/>
                        </a:rPr>
                        <a:t>Equality symbol (=, ≥, or ≤)</a:t>
                      </a:r>
                    </a:p>
                  </a:txBody>
                  <a:tcPr marL="82290" marR="82290" marT="41145" marB="41145"/>
                </a:tc>
                <a:tc>
                  <a:txBody>
                    <a:bodyPr/>
                    <a:lstStyle/>
                    <a:p>
                      <a:pPr fontAlgn="t"/>
                      <a:r>
                        <a:rPr lang="en-GB" sz="1600" dirty="0">
                          <a:effectLst/>
                        </a:rPr>
                        <a:t>Inequality symbol (≠, &lt;, or &gt;)</a:t>
                      </a:r>
                    </a:p>
                  </a:txBody>
                  <a:tcPr marL="82290" marR="82290" marT="41145" marB="41145"/>
                </a:tc>
                <a:extLst>
                  <a:ext uri="{0D108BD9-81ED-4DB2-BD59-A6C34878D82A}">
                    <a16:rowId xmlns:a16="http://schemas.microsoft.com/office/drawing/2014/main" val="164866349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DEB18BAD-010D-3878-0942-9EC84403BD3B}"/>
                  </a:ext>
                </a:extLst>
              </p14:cNvPr>
              <p14:cNvContentPartPr/>
              <p14:nvPr/>
            </p14:nvContentPartPr>
            <p14:xfrm>
              <a:off x="715586" y="4622431"/>
              <a:ext cx="41760" cy="864000"/>
            </p14:xfrm>
          </p:contentPart>
        </mc:Choice>
        <mc:Fallback xmlns="">
          <p:pic>
            <p:nvPicPr>
              <p:cNvPr id="21" name="Ink 20">
                <a:extLst>
                  <a:ext uri="{FF2B5EF4-FFF2-40B4-BE49-F238E27FC236}">
                    <a16:creationId xmlns:a16="http://schemas.microsoft.com/office/drawing/2014/main" id="{DEB18BAD-010D-3878-0942-9EC84403BD3B}"/>
                  </a:ext>
                </a:extLst>
              </p:cNvPr>
              <p:cNvPicPr/>
              <p:nvPr/>
            </p:nvPicPr>
            <p:blipFill>
              <a:blip r:embed="rId3"/>
              <a:stretch>
                <a:fillRect/>
              </a:stretch>
            </p:blipFill>
            <p:spPr>
              <a:xfrm>
                <a:off x="706586" y="4613431"/>
                <a:ext cx="59400" cy="881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045EB6B4-74A4-D1E1-59A8-A1DEFC4978C2}"/>
                  </a:ext>
                </a:extLst>
              </p14:cNvPr>
              <p14:cNvContentPartPr/>
              <p14:nvPr/>
            </p14:nvContentPartPr>
            <p14:xfrm>
              <a:off x="695426" y="5855071"/>
              <a:ext cx="30600" cy="704880"/>
            </p14:xfrm>
          </p:contentPart>
        </mc:Choice>
        <mc:Fallback xmlns="">
          <p:pic>
            <p:nvPicPr>
              <p:cNvPr id="22" name="Ink 21">
                <a:extLst>
                  <a:ext uri="{FF2B5EF4-FFF2-40B4-BE49-F238E27FC236}">
                    <a16:creationId xmlns:a16="http://schemas.microsoft.com/office/drawing/2014/main" id="{045EB6B4-74A4-D1E1-59A8-A1DEFC4978C2}"/>
                  </a:ext>
                </a:extLst>
              </p:cNvPr>
              <p:cNvPicPr/>
              <p:nvPr/>
            </p:nvPicPr>
            <p:blipFill>
              <a:blip r:embed="rId5"/>
              <a:stretch>
                <a:fillRect/>
              </a:stretch>
            </p:blipFill>
            <p:spPr>
              <a:xfrm>
                <a:off x="686786" y="5846071"/>
                <a:ext cx="48240" cy="722520"/>
              </a:xfrm>
              <a:prstGeom prst="rect">
                <a:avLst/>
              </a:prstGeom>
            </p:spPr>
          </p:pic>
        </mc:Fallback>
      </mc:AlternateContent>
      <p:sp>
        <p:nvSpPr>
          <p:cNvPr id="2" name="Footer Placeholder 1">
            <a:extLst>
              <a:ext uri="{FF2B5EF4-FFF2-40B4-BE49-F238E27FC236}">
                <a16:creationId xmlns:a16="http://schemas.microsoft.com/office/drawing/2014/main" id="{16F5E04A-B63E-4C9C-C280-C46E1683345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63A4C17-7A73-5B7F-2E7F-F45EA7468AFC}"/>
              </a:ext>
            </a:extLst>
          </p:cNvPr>
          <p:cNvSpPr>
            <a:spLocks noGrp="1"/>
          </p:cNvSpPr>
          <p:nvPr>
            <p:ph type="sldNum" sz="quarter" idx="4"/>
          </p:nvPr>
        </p:nvSpPr>
        <p:spPr/>
        <p:txBody>
          <a:bodyPr/>
          <a:lstStyle/>
          <a:p>
            <a:fld id="{9FD7ECCF-50E7-4327-B945-FA93FF7B2BEF}" type="slidenum">
              <a:rPr lang="en-US" smtClean="0"/>
              <a:pPr/>
              <a:t>45</a:t>
            </a:fld>
            <a:r>
              <a:rPr lang="en-GB"/>
              <a:t>/75</a:t>
            </a:r>
            <a:endParaRPr lang="en-US" dirty="0"/>
          </a:p>
        </p:txBody>
      </p:sp>
    </p:spTree>
    <p:extLst>
      <p:ext uri="{BB962C8B-B14F-4D97-AF65-F5344CB8AC3E}">
        <p14:creationId xmlns:p14="http://schemas.microsoft.com/office/powerpoint/2010/main" val="367749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B9B2-DDA4-BCBD-8BBE-E9D629E49731}"/>
              </a:ext>
            </a:extLst>
          </p:cNvPr>
          <p:cNvSpPr>
            <a:spLocks noGrp="1"/>
          </p:cNvSpPr>
          <p:nvPr>
            <p:ph type="title"/>
          </p:nvPr>
        </p:nvSpPr>
        <p:spPr>
          <a:xfrm>
            <a:off x="3347864" y="228600"/>
            <a:ext cx="5418184" cy="990600"/>
          </a:xfrm>
        </p:spPr>
        <p:txBody>
          <a:bodyPr/>
          <a:lstStyle/>
          <a:p>
            <a:r>
              <a:rPr lang="en-GB" dirty="0"/>
              <a:t>Experimental design</a:t>
            </a:r>
          </a:p>
        </p:txBody>
      </p:sp>
      <p:sp>
        <p:nvSpPr>
          <p:cNvPr id="3" name="Content Placeholder 2">
            <a:extLst>
              <a:ext uri="{FF2B5EF4-FFF2-40B4-BE49-F238E27FC236}">
                <a16:creationId xmlns:a16="http://schemas.microsoft.com/office/drawing/2014/main" id="{773DA289-8072-CAF8-084D-A0C863C75689}"/>
              </a:ext>
            </a:extLst>
          </p:cNvPr>
          <p:cNvSpPr>
            <a:spLocks noGrp="1"/>
          </p:cNvSpPr>
          <p:nvPr>
            <p:ph sz="quarter" idx="1"/>
          </p:nvPr>
        </p:nvSpPr>
        <p:spPr>
          <a:xfrm>
            <a:off x="612648" y="1600199"/>
            <a:ext cx="4463408" cy="5013131"/>
          </a:xfrm>
        </p:spPr>
        <p:txBody>
          <a:bodyPr>
            <a:normAutofit fontScale="92500" lnSpcReduction="20000"/>
          </a:bodyPr>
          <a:lstStyle/>
          <a:p>
            <a:pPr marL="0" indent="0" algn="ctr">
              <a:buNone/>
            </a:pPr>
            <a:r>
              <a:rPr lang="en-GB" sz="3200" dirty="0">
                <a:solidFill>
                  <a:schemeClr val="tx2">
                    <a:lumMod val="50000"/>
                  </a:schemeClr>
                </a:solidFill>
              </a:rPr>
              <a:t>Week 4</a:t>
            </a:r>
          </a:p>
          <a:p>
            <a:pPr marL="0" indent="0">
              <a:buNone/>
            </a:pPr>
            <a:endParaRPr lang="en-GB" sz="1800" dirty="0">
              <a:solidFill>
                <a:schemeClr val="tx2">
                  <a:lumMod val="50000"/>
                </a:schemeClr>
              </a:solidFill>
            </a:endParaRPr>
          </a:p>
          <a:p>
            <a:pPr>
              <a:lnSpc>
                <a:spcPct val="120000"/>
              </a:lnSpc>
              <a:spcBef>
                <a:spcPts val="600"/>
              </a:spcBef>
            </a:pPr>
            <a:r>
              <a:rPr lang="en-GB" sz="1800" dirty="0">
                <a:solidFill>
                  <a:schemeClr val="tx2">
                    <a:lumMod val="50000"/>
                  </a:schemeClr>
                </a:solidFill>
              </a:rPr>
              <a:t>There is a variety of statistical tests available, but they are all based on the comparison of </a:t>
            </a:r>
            <a:r>
              <a:rPr lang="en-GB" sz="1800" b="1" dirty="0">
                <a:solidFill>
                  <a:schemeClr val="tx2">
                    <a:lumMod val="50000"/>
                  </a:schemeClr>
                </a:solidFill>
              </a:rPr>
              <a:t>within-group variance </a:t>
            </a:r>
            <a:r>
              <a:rPr lang="en-GB" sz="1800" dirty="0">
                <a:solidFill>
                  <a:schemeClr val="tx2">
                    <a:lumMod val="50000"/>
                  </a:schemeClr>
                </a:solidFill>
              </a:rPr>
              <a:t>(how spread out the data is within a category) versus </a:t>
            </a:r>
            <a:r>
              <a:rPr lang="en-GB" sz="1800" b="1" dirty="0">
                <a:solidFill>
                  <a:schemeClr val="tx2">
                    <a:lumMod val="50000"/>
                  </a:schemeClr>
                </a:solidFill>
              </a:rPr>
              <a:t>between-group variance </a:t>
            </a:r>
            <a:r>
              <a:rPr lang="en-GB" sz="1800" dirty="0">
                <a:solidFill>
                  <a:schemeClr val="tx2">
                    <a:lumMod val="50000"/>
                  </a:schemeClr>
                </a:solidFill>
              </a:rPr>
              <a:t>(how different the categories are from one another).</a:t>
            </a:r>
          </a:p>
          <a:p>
            <a:pPr>
              <a:lnSpc>
                <a:spcPct val="120000"/>
              </a:lnSpc>
              <a:spcBef>
                <a:spcPts val="600"/>
              </a:spcBef>
            </a:pPr>
            <a:r>
              <a:rPr lang="en-GB" sz="1800" dirty="0">
                <a:solidFill>
                  <a:schemeClr val="tx2">
                    <a:lumMod val="50000"/>
                  </a:schemeClr>
                </a:solidFill>
              </a:rPr>
              <a:t>Your choice of statistical test will be based on the type of data you collected.</a:t>
            </a:r>
          </a:p>
          <a:p>
            <a:pPr>
              <a:lnSpc>
                <a:spcPct val="120000"/>
              </a:lnSpc>
              <a:spcBef>
                <a:spcPts val="600"/>
              </a:spcBef>
            </a:pPr>
            <a:r>
              <a:rPr lang="en-GB" sz="1800" dirty="0">
                <a:solidFill>
                  <a:schemeClr val="tx2">
                    <a:lumMod val="50000"/>
                  </a:schemeClr>
                </a:solidFill>
              </a:rPr>
              <a:t>If there is </a:t>
            </a:r>
            <a:r>
              <a:rPr lang="en-GB" sz="1800" b="1" dirty="0">
                <a:solidFill>
                  <a:schemeClr val="tx2">
                    <a:lumMod val="50000"/>
                  </a:schemeClr>
                </a:solidFill>
              </a:rPr>
              <a:t>high</a:t>
            </a:r>
            <a:r>
              <a:rPr lang="en-GB" sz="1800" dirty="0">
                <a:solidFill>
                  <a:schemeClr val="tx2">
                    <a:lumMod val="50000"/>
                  </a:schemeClr>
                </a:solidFill>
              </a:rPr>
              <a:t> </a:t>
            </a:r>
            <a:r>
              <a:rPr lang="en-GB" sz="1800" b="1" dirty="0">
                <a:solidFill>
                  <a:schemeClr val="tx2">
                    <a:lumMod val="50000"/>
                  </a:schemeClr>
                </a:solidFill>
              </a:rPr>
              <a:t>within-group variance </a:t>
            </a:r>
            <a:r>
              <a:rPr lang="en-GB" sz="1800" dirty="0">
                <a:solidFill>
                  <a:schemeClr val="tx2">
                    <a:lumMod val="50000"/>
                  </a:schemeClr>
                </a:solidFill>
              </a:rPr>
              <a:t>and </a:t>
            </a:r>
            <a:r>
              <a:rPr lang="en-GB" sz="1800" b="1" dirty="0">
                <a:solidFill>
                  <a:schemeClr val="tx2">
                    <a:lumMod val="50000"/>
                  </a:schemeClr>
                </a:solidFill>
              </a:rPr>
              <a:t>low between-group variance</a:t>
            </a:r>
            <a:r>
              <a:rPr lang="en-GB" sz="1800" dirty="0">
                <a:solidFill>
                  <a:schemeClr val="tx2">
                    <a:lumMod val="50000"/>
                  </a:schemeClr>
                </a:solidFill>
              </a:rPr>
              <a:t>, then the statistical test will reflect that </a:t>
            </a:r>
            <a:r>
              <a:rPr lang="en-GB" sz="1800" b="1" dirty="0">
                <a:solidFill>
                  <a:schemeClr val="tx2">
                    <a:lumMod val="50000"/>
                  </a:schemeClr>
                </a:solidFill>
              </a:rPr>
              <a:t>with a high p-value</a:t>
            </a:r>
            <a:r>
              <a:rPr lang="en-GB" sz="1800" dirty="0">
                <a:solidFill>
                  <a:schemeClr val="tx2">
                    <a:lumMod val="50000"/>
                  </a:schemeClr>
                </a:solidFill>
              </a:rPr>
              <a:t>. This means it is likely that any difference you measure between groups is due to chance.</a:t>
            </a:r>
          </a:p>
        </p:txBody>
      </p:sp>
      <p:sp>
        <p:nvSpPr>
          <p:cNvPr id="6" name="Rectangle: Rounded Corners 5">
            <a:extLst>
              <a:ext uri="{FF2B5EF4-FFF2-40B4-BE49-F238E27FC236}">
                <a16:creationId xmlns:a16="http://schemas.microsoft.com/office/drawing/2014/main" id="{F81CEC08-057C-0D1D-5632-C489EF3A6380}"/>
              </a:ext>
            </a:extLst>
          </p:cNvPr>
          <p:cNvSpPr/>
          <p:nvPr/>
        </p:nvSpPr>
        <p:spPr>
          <a:xfrm>
            <a:off x="971600" y="476672"/>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0"/>
            <a:r>
              <a:rPr lang="en-GB" sz="1800" dirty="0">
                <a:solidFill>
                  <a:schemeClr val="tx2">
                    <a:lumMod val="50000"/>
                  </a:schemeClr>
                </a:solidFill>
              </a:rPr>
              <a:t>Plan the research design</a:t>
            </a:r>
            <a:endParaRPr lang="en-GB" sz="1400" dirty="0"/>
          </a:p>
        </p:txBody>
      </p:sp>
      <p:sp>
        <p:nvSpPr>
          <p:cNvPr id="7" name="Rectangle: Rounded Corners 6">
            <a:extLst>
              <a:ext uri="{FF2B5EF4-FFF2-40B4-BE49-F238E27FC236}">
                <a16:creationId xmlns:a16="http://schemas.microsoft.com/office/drawing/2014/main" id="{84F3E741-448A-8D54-8D23-4E6C3349FD3A}"/>
              </a:ext>
            </a:extLst>
          </p:cNvPr>
          <p:cNvSpPr/>
          <p:nvPr/>
        </p:nvSpPr>
        <p:spPr>
          <a:xfrm>
            <a:off x="143508" y="476672"/>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1</a:t>
            </a:r>
          </a:p>
        </p:txBody>
      </p:sp>
      <p:pic>
        <p:nvPicPr>
          <p:cNvPr id="11" name="Picture 10" descr="between-group variance">
            <a:extLst>
              <a:ext uri="{FF2B5EF4-FFF2-40B4-BE49-F238E27FC236}">
                <a16:creationId xmlns:a16="http://schemas.microsoft.com/office/drawing/2014/main" id="{361F2840-9557-9972-8E6C-4C63BAA74E06}"/>
              </a:ext>
            </a:extLst>
          </p:cNvPr>
          <p:cNvPicPr>
            <a:picLocks noChangeAspect="1"/>
          </p:cNvPicPr>
          <p:nvPr/>
        </p:nvPicPr>
        <p:blipFill>
          <a:blip r:embed="rId2"/>
          <a:stretch>
            <a:fillRect/>
          </a:stretch>
        </p:blipFill>
        <p:spPr>
          <a:xfrm>
            <a:off x="5076056" y="3864750"/>
            <a:ext cx="3800475" cy="2181225"/>
          </a:xfrm>
          <a:prstGeom prst="rect">
            <a:avLst/>
          </a:prstGeom>
        </p:spPr>
      </p:pic>
      <p:pic>
        <p:nvPicPr>
          <p:cNvPr id="13" name="Picture 12" descr="within-group variance ">
            <a:extLst>
              <a:ext uri="{FF2B5EF4-FFF2-40B4-BE49-F238E27FC236}">
                <a16:creationId xmlns:a16="http://schemas.microsoft.com/office/drawing/2014/main" id="{CDA4358F-0283-1867-28E0-1C431C2B9E83}"/>
              </a:ext>
            </a:extLst>
          </p:cNvPr>
          <p:cNvPicPr>
            <a:picLocks noChangeAspect="1"/>
          </p:cNvPicPr>
          <p:nvPr/>
        </p:nvPicPr>
        <p:blipFill>
          <a:blip r:embed="rId3"/>
          <a:stretch>
            <a:fillRect/>
          </a:stretch>
        </p:blipFill>
        <p:spPr>
          <a:xfrm>
            <a:off x="5076056" y="1896572"/>
            <a:ext cx="3924300" cy="1428750"/>
          </a:xfrm>
          <a:prstGeom prst="rect">
            <a:avLst/>
          </a:prstGeom>
        </p:spPr>
      </p:pic>
      <p:sp>
        <p:nvSpPr>
          <p:cNvPr id="8" name="Footer Placeholder 7">
            <a:extLst>
              <a:ext uri="{FF2B5EF4-FFF2-40B4-BE49-F238E27FC236}">
                <a16:creationId xmlns:a16="http://schemas.microsoft.com/office/drawing/2014/main" id="{3DA337A1-7ABC-24A8-3145-12762F7B3C9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514E94D3-964B-2D66-5C19-E8BD95421C6A}"/>
              </a:ext>
            </a:extLst>
          </p:cNvPr>
          <p:cNvSpPr>
            <a:spLocks noGrp="1"/>
          </p:cNvSpPr>
          <p:nvPr>
            <p:ph type="sldNum" sz="quarter" idx="4"/>
          </p:nvPr>
        </p:nvSpPr>
        <p:spPr/>
        <p:txBody>
          <a:bodyPr/>
          <a:lstStyle/>
          <a:p>
            <a:fld id="{9FD7ECCF-50E7-4327-B945-FA93FF7B2BEF}" type="slidenum">
              <a:rPr lang="en-US" smtClean="0"/>
              <a:pPr/>
              <a:t>46</a:t>
            </a:fld>
            <a:r>
              <a:rPr lang="en-GB"/>
              <a:t>/75</a:t>
            </a:r>
            <a:endParaRPr lang="en-US" dirty="0"/>
          </a:p>
        </p:txBody>
      </p:sp>
    </p:spTree>
    <p:extLst>
      <p:ext uri="{BB962C8B-B14F-4D97-AF65-F5344CB8AC3E}">
        <p14:creationId xmlns:p14="http://schemas.microsoft.com/office/powerpoint/2010/main" val="2479329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F4DA9-FB92-BE71-1084-265098F7E1AE}"/>
              </a:ext>
            </a:extLst>
          </p:cNvPr>
          <p:cNvSpPr>
            <a:spLocks noGrp="1"/>
          </p:cNvSpPr>
          <p:nvPr>
            <p:ph type="title"/>
          </p:nvPr>
        </p:nvSpPr>
        <p:spPr>
          <a:xfrm>
            <a:off x="3347864" y="228600"/>
            <a:ext cx="5418184" cy="990600"/>
          </a:xfrm>
        </p:spPr>
        <p:txBody>
          <a:bodyPr/>
          <a:lstStyle/>
          <a:p>
            <a:r>
              <a:rPr lang="en-GB" dirty="0"/>
              <a:t>Material prep</a:t>
            </a:r>
          </a:p>
        </p:txBody>
      </p:sp>
      <p:sp>
        <p:nvSpPr>
          <p:cNvPr id="3" name="Content Placeholder 2">
            <a:extLst>
              <a:ext uri="{FF2B5EF4-FFF2-40B4-BE49-F238E27FC236}">
                <a16:creationId xmlns:a16="http://schemas.microsoft.com/office/drawing/2014/main" id="{319ABD63-D3BC-5756-A276-1A16F1518969}"/>
              </a:ext>
            </a:extLst>
          </p:cNvPr>
          <p:cNvSpPr>
            <a:spLocks noGrp="1"/>
          </p:cNvSpPr>
          <p:nvPr>
            <p:ph sz="quarter" idx="1"/>
          </p:nvPr>
        </p:nvSpPr>
        <p:spPr>
          <a:xfrm>
            <a:off x="612648" y="1600199"/>
            <a:ext cx="8153400" cy="4817113"/>
          </a:xfrm>
        </p:spPr>
        <p:txBody>
          <a:bodyPr>
            <a:normAutofit fontScale="55000" lnSpcReduction="20000"/>
          </a:bodyPr>
          <a:lstStyle/>
          <a:p>
            <a:pPr marL="0" indent="0" algn="ctr">
              <a:buNone/>
            </a:pPr>
            <a:r>
              <a:rPr lang="en-GB" sz="4800" dirty="0">
                <a:solidFill>
                  <a:schemeClr val="tx2">
                    <a:lumMod val="50000"/>
                  </a:schemeClr>
                </a:solidFill>
              </a:rPr>
              <a:t>Week 5</a:t>
            </a:r>
            <a:endParaRPr lang="en-GB" sz="3200" dirty="0">
              <a:solidFill>
                <a:schemeClr val="tx2">
                  <a:lumMod val="50000"/>
                </a:schemeClr>
              </a:solidFill>
            </a:endParaRPr>
          </a:p>
          <a:p>
            <a:pPr>
              <a:lnSpc>
                <a:spcPct val="120000"/>
              </a:lnSpc>
              <a:spcBef>
                <a:spcPts val="600"/>
              </a:spcBef>
            </a:pPr>
            <a:r>
              <a:rPr lang="en-GB" sz="3200" dirty="0">
                <a:solidFill>
                  <a:schemeClr val="tx2">
                    <a:lumMod val="50000"/>
                  </a:schemeClr>
                </a:solidFill>
              </a:rPr>
              <a:t>Research instruments to collect the data</a:t>
            </a:r>
          </a:p>
          <a:p>
            <a:pPr>
              <a:lnSpc>
                <a:spcPct val="120000"/>
              </a:lnSpc>
              <a:spcBef>
                <a:spcPts val="600"/>
              </a:spcBef>
            </a:pPr>
            <a:r>
              <a:rPr lang="en-GB" sz="3200" dirty="0">
                <a:solidFill>
                  <a:schemeClr val="tx2">
                    <a:lumMod val="50000"/>
                  </a:schemeClr>
                </a:solidFill>
              </a:rPr>
              <a:t>Conduct the study</a:t>
            </a:r>
          </a:p>
          <a:p>
            <a:pPr>
              <a:lnSpc>
                <a:spcPct val="120000"/>
              </a:lnSpc>
              <a:spcBef>
                <a:spcPts val="600"/>
              </a:spcBef>
            </a:pPr>
            <a:r>
              <a:rPr lang="en-GB" sz="3200" b="0" i="0" dirty="0">
                <a:solidFill>
                  <a:schemeClr val="accent6">
                    <a:lumMod val="50000"/>
                  </a:schemeClr>
                </a:solidFill>
                <a:effectLst/>
              </a:rPr>
              <a:t>For a statistical test to be valid, it is important to perform </a:t>
            </a:r>
            <a:r>
              <a:rPr lang="en-GB" sz="3200" b="1" i="0" dirty="0">
                <a:solidFill>
                  <a:schemeClr val="accent6">
                    <a:lumMod val="50000"/>
                  </a:schemeClr>
                </a:solidFill>
                <a:effectLst/>
              </a:rPr>
              <a:t>sampling</a:t>
            </a:r>
            <a:r>
              <a:rPr lang="en-GB" sz="3200" b="0" i="0" dirty="0">
                <a:solidFill>
                  <a:schemeClr val="accent6">
                    <a:lumMod val="50000"/>
                  </a:schemeClr>
                </a:solidFill>
                <a:effectLst/>
              </a:rPr>
              <a:t> and </a:t>
            </a:r>
            <a:r>
              <a:rPr lang="en-GB" sz="3200" b="1" i="0" dirty="0">
                <a:solidFill>
                  <a:schemeClr val="accent6">
                    <a:lumMod val="50000"/>
                  </a:schemeClr>
                </a:solidFill>
                <a:effectLst/>
              </a:rPr>
              <a:t>collect data in a way that is designed to test your hypothesis</a:t>
            </a:r>
            <a:r>
              <a:rPr lang="en-GB" sz="3200" b="0" i="0" dirty="0">
                <a:solidFill>
                  <a:schemeClr val="accent6">
                    <a:lumMod val="50000"/>
                  </a:schemeClr>
                </a:solidFill>
                <a:effectLst/>
              </a:rPr>
              <a:t>.</a:t>
            </a:r>
          </a:p>
          <a:p>
            <a:pPr>
              <a:lnSpc>
                <a:spcPct val="120000"/>
              </a:lnSpc>
              <a:spcBef>
                <a:spcPts val="600"/>
              </a:spcBef>
            </a:pPr>
            <a:r>
              <a:rPr lang="en-GB" sz="3200" b="0" i="0" dirty="0">
                <a:solidFill>
                  <a:schemeClr val="accent6">
                    <a:lumMod val="50000"/>
                  </a:schemeClr>
                </a:solidFill>
                <a:effectLst/>
              </a:rPr>
              <a:t>You need </a:t>
            </a:r>
            <a:r>
              <a:rPr lang="en-GB" sz="3200" b="1" i="0" dirty="0">
                <a:solidFill>
                  <a:schemeClr val="accent6">
                    <a:lumMod val="50000"/>
                  </a:schemeClr>
                </a:solidFill>
                <a:effectLst/>
              </a:rPr>
              <a:t>representative data</a:t>
            </a:r>
            <a:r>
              <a:rPr lang="en-GB" sz="3200" b="0" i="0" dirty="0">
                <a:solidFill>
                  <a:schemeClr val="accent6">
                    <a:lumMod val="50000"/>
                  </a:schemeClr>
                </a:solidFill>
                <a:effectLst/>
              </a:rPr>
              <a:t>, then you cannot make statistical inferences about the population.</a:t>
            </a:r>
          </a:p>
          <a:p>
            <a:pPr>
              <a:lnSpc>
                <a:spcPct val="120000"/>
              </a:lnSpc>
              <a:spcBef>
                <a:spcPts val="600"/>
              </a:spcBef>
            </a:pPr>
            <a:r>
              <a:rPr lang="en-GB" sz="3200" b="0" i="0" dirty="0">
                <a:solidFill>
                  <a:schemeClr val="accent6">
                    <a:lumMod val="50000"/>
                  </a:schemeClr>
                </a:solidFill>
                <a:effectLst/>
              </a:rPr>
              <a:t>To test differences in average data entry speed between men and women, your sample should have an equal proportion of men and women, and cover a variety of socio-economic classes and any other control variables that might influence average speed.</a:t>
            </a:r>
          </a:p>
          <a:p>
            <a:pPr>
              <a:lnSpc>
                <a:spcPct val="120000"/>
              </a:lnSpc>
              <a:spcBef>
                <a:spcPts val="600"/>
              </a:spcBef>
            </a:pPr>
            <a:r>
              <a:rPr lang="en-GB" sz="3200" b="0" i="0" dirty="0">
                <a:solidFill>
                  <a:schemeClr val="accent6">
                    <a:lumMod val="50000"/>
                  </a:schemeClr>
                </a:solidFill>
                <a:effectLst/>
              </a:rPr>
              <a:t>You should also consider your scope (Worldwide? For one country?) You need a potential data source that includes a variety of regions and social classes and is available for many countries around the world.</a:t>
            </a:r>
            <a:endParaRPr lang="en-GB" sz="3200" dirty="0">
              <a:solidFill>
                <a:schemeClr val="tx2">
                  <a:lumMod val="50000"/>
                </a:schemeClr>
              </a:solidFill>
            </a:endParaRPr>
          </a:p>
          <a:p>
            <a:endParaRPr lang="en-GB" dirty="0"/>
          </a:p>
        </p:txBody>
      </p:sp>
      <p:sp>
        <p:nvSpPr>
          <p:cNvPr id="6" name="Rectangle: Rounded Corners 5">
            <a:extLst>
              <a:ext uri="{FF2B5EF4-FFF2-40B4-BE49-F238E27FC236}">
                <a16:creationId xmlns:a16="http://schemas.microsoft.com/office/drawing/2014/main" id="{62860C42-A31D-469C-2CEE-70041745618B}"/>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Collect data</a:t>
            </a:r>
          </a:p>
        </p:txBody>
      </p:sp>
      <p:sp>
        <p:nvSpPr>
          <p:cNvPr id="7" name="Rectangle: Rounded Corners 6">
            <a:extLst>
              <a:ext uri="{FF2B5EF4-FFF2-40B4-BE49-F238E27FC236}">
                <a16:creationId xmlns:a16="http://schemas.microsoft.com/office/drawing/2014/main" id="{31C7BC07-CBFC-6144-41F4-A436EA616549}"/>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2</a:t>
            </a:r>
          </a:p>
        </p:txBody>
      </p:sp>
      <p:sp>
        <p:nvSpPr>
          <p:cNvPr id="8" name="Footer Placeholder 7">
            <a:extLst>
              <a:ext uri="{FF2B5EF4-FFF2-40B4-BE49-F238E27FC236}">
                <a16:creationId xmlns:a16="http://schemas.microsoft.com/office/drawing/2014/main" id="{54E9DA4B-2756-4BE2-30A3-33094786213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7F34D9A1-A17D-7136-8BBE-3B736D594046}"/>
              </a:ext>
            </a:extLst>
          </p:cNvPr>
          <p:cNvSpPr>
            <a:spLocks noGrp="1"/>
          </p:cNvSpPr>
          <p:nvPr>
            <p:ph type="sldNum" sz="quarter" idx="4"/>
          </p:nvPr>
        </p:nvSpPr>
        <p:spPr/>
        <p:txBody>
          <a:bodyPr/>
          <a:lstStyle/>
          <a:p>
            <a:fld id="{9FD7ECCF-50E7-4327-B945-FA93FF7B2BEF}" type="slidenum">
              <a:rPr lang="en-US" smtClean="0"/>
              <a:pPr/>
              <a:t>47</a:t>
            </a:fld>
            <a:r>
              <a:rPr lang="en-GB"/>
              <a:t>/75</a:t>
            </a:r>
            <a:endParaRPr lang="en-US" dirty="0"/>
          </a:p>
        </p:txBody>
      </p:sp>
    </p:spTree>
    <p:extLst>
      <p:ext uri="{BB962C8B-B14F-4D97-AF65-F5344CB8AC3E}">
        <p14:creationId xmlns:p14="http://schemas.microsoft.com/office/powerpoint/2010/main" val="33293911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3B038-A2C3-B48C-DBA2-8FF9A5F2C121}"/>
              </a:ext>
            </a:extLst>
          </p:cNvPr>
          <p:cNvSpPr>
            <a:spLocks noGrp="1"/>
          </p:cNvSpPr>
          <p:nvPr>
            <p:ph type="title"/>
          </p:nvPr>
        </p:nvSpPr>
        <p:spPr>
          <a:xfrm>
            <a:off x="3203848" y="228600"/>
            <a:ext cx="5562200" cy="990600"/>
          </a:xfrm>
        </p:spPr>
        <p:txBody>
          <a:bodyPr>
            <a:normAutofit/>
          </a:bodyPr>
          <a:lstStyle/>
          <a:p>
            <a:r>
              <a:rPr lang="en-GB" dirty="0"/>
              <a:t>Clean data</a:t>
            </a:r>
          </a:p>
        </p:txBody>
      </p:sp>
      <p:sp>
        <p:nvSpPr>
          <p:cNvPr id="3" name="Content Placeholder 2">
            <a:extLst>
              <a:ext uri="{FF2B5EF4-FFF2-40B4-BE49-F238E27FC236}">
                <a16:creationId xmlns:a16="http://schemas.microsoft.com/office/drawing/2014/main" id="{94C5461E-F751-60C4-CA3A-A5845CE935E4}"/>
              </a:ext>
            </a:extLst>
          </p:cNvPr>
          <p:cNvSpPr>
            <a:spLocks noGrp="1"/>
          </p:cNvSpPr>
          <p:nvPr>
            <p:ph sz="quarter" idx="1"/>
          </p:nvPr>
        </p:nvSpPr>
        <p:spPr/>
        <p:txBody>
          <a:bodyPr>
            <a:normAutofit fontScale="92500" lnSpcReduction="10000"/>
          </a:bodyPr>
          <a:lstStyle/>
          <a:p>
            <a:pPr marL="0" indent="0" algn="ctr">
              <a:lnSpc>
                <a:spcPct val="120000"/>
              </a:lnSpc>
              <a:spcBef>
                <a:spcPts val="600"/>
              </a:spcBef>
              <a:buNone/>
            </a:pPr>
            <a:r>
              <a:rPr lang="en-GB" sz="3200" dirty="0">
                <a:solidFill>
                  <a:schemeClr val="tx2">
                    <a:lumMod val="50000"/>
                  </a:schemeClr>
                </a:solidFill>
              </a:rPr>
              <a:t>Week 7</a:t>
            </a:r>
            <a:endParaRPr lang="en-GB" sz="1800" dirty="0">
              <a:solidFill>
                <a:schemeClr val="tx2">
                  <a:lumMod val="50000"/>
                </a:schemeClr>
              </a:solidFill>
            </a:endParaRPr>
          </a:p>
          <a:p>
            <a:pPr>
              <a:lnSpc>
                <a:spcPct val="120000"/>
              </a:lnSpc>
              <a:spcBef>
                <a:spcPts val="600"/>
              </a:spcBef>
            </a:pPr>
            <a:r>
              <a:rPr lang="en-GB" b="0" i="0" dirty="0">
                <a:solidFill>
                  <a:schemeClr val="accent6">
                    <a:lumMod val="50000"/>
                  </a:schemeClr>
                </a:solidFill>
                <a:effectLst/>
              </a:rPr>
              <a:t>After data collection we to screen the data for </a:t>
            </a:r>
            <a:r>
              <a:rPr lang="en-GB" dirty="0">
                <a:solidFill>
                  <a:schemeClr val="accent6">
                    <a:lumMod val="50000"/>
                  </a:schemeClr>
                </a:solidFill>
              </a:rPr>
              <a:t>possible errors. </a:t>
            </a:r>
          </a:p>
          <a:p>
            <a:pPr>
              <a:lnSpc>
                <a:spcPct val="120000"/>
              </a:lnSpc>
              <a:spcBef>
                <a:spcPts val="600"/>
              </a:spcBef>
            </a:pPr>
            <a:r>
              <a:rPr lang="en-GB" dirty="0">
                <a:solidFill>
                  <a:schemeClr val="accent6">
                    <a:lumMod val="50000"/>
                  </a:schemeClr>
                </a:solidFill>
              </a:rPr>
              <a:t>Sometimes you can identify errors by conducting a reasonableness check. For instance, if the age of a participant is entered as “223,” you can easily conclude that there is something wrong.</a:t>
            </a:r>
          </a:p>
          <a:p>
            <a:pPr>
              <a:lnSpc>
                <a:spcPct val="120000"/>
              </a:lnSpc>
              <a:spcBef>
                <a:spcPts val="600"/>
              </a:spcBef>
            </a:pPr>
            <a:r>
              <a:rPr lang="en-GB" dirty="0">
                <a:solidFill>
                  <a:schemeClr val="accent6">
                    <a:lumMod val="50000"/>
                  </a:schemeClr>
                </a:solidFill>
              </a:rPr>
              <a:t>Check various data entries e.g. age and years of experience</a:t>
            </a:r>
          </a:p>
        </p:txBody>
      </p:sp>
      <p:sp>
        <p:nvSpPr>
          <p:cNvPr id="6" name="Rectangle: Rounded Corners 5">
            <a:extLst>
              <a:ext uri="{FF2B5EF4-FFF2-40B4-BE49-F238E27FC236}">
                <a16:creationId xmlns:a16="http://schemas.microsoft.com/office/drawing/2014/main" id="{F58C6B48-6881-28E7-F759-A5F661ED47B8}"/>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Clean &amp; organise the data</a:t>
            </a:r>
          </a:p>
        </p:txBody>
      </p:sp>
      <p:sp>
        <p:nvSpPr>
          <p:cNvPr id="7" name="Rectangle: Rounded Corners 6">
            <a:extLst>
              <a:ext uri="{FF2B5EF4-FFF2-40B4-BE49-F238E27FC236}">
                <a16:creationId xmlns:a16="http://schemas.microsoft.com/office/drawing/2014/main" id="{6387A58B-86DE-8378-075F-B0BA1B4B4A32}"/>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3</a:t>
            </a:r>
          </a:p>
        </p:txBody>
      </p:sp>
      <p:sp>
        <p:nvSpPr>
          <p:cNvPr id="8" name="Footer Placeholder 7">
            <a:extLst>
              <a:ext uri="{FF2B5EF4-FFF2-40B4-BE49-F238E27FC236}">
                <a16:creationId xmlns:a16="http://schemas.microsoft.com/office/drawing/2014/main" id="{345320CA-34EC-7D06-684A-B1A7D6FE854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B4253B9F-C9FB-01C0-6BF9-F6290E842DA6}"/>
              </a:ext>
            </a:extLst>
          </p:cNvPr>
          <p:cNvSpPr>
            <a:spLocks noGrp="1"/>
          </p:cNvSpPr>
          <p:nvPr>
            <p:ph type="sldNum" sz="quarter" idx="4"/>
          </p:nvPr>
        </p:nvSpPr>
        <p:spPr/>
        <p:txBody>
          <a:bodyPr/>
          <a:lstStyle/>
          <a:p>
            <a:fld id="{9FD7ECCF-50E7-4327-B945-FA93FF7B2BEF}" type="slidenum">
              <a:rPr lang="en-US" smtClean="0"/>
              <a:pPr/>
              <a:t>48</a:t>
            </a:fld>
            <a:r>
              <a:rPr lang="en-GB"/>
              <a:t>/75</a:t>
            </a:r>
            <a:endParaRPr lang="en-US" dirty="0"/>
          </a:p>
        </p:txBody>
      </p:sp>
    </p:spTree>
    <p:extLst>
      <p:ext uri="{BB962C8B-B14F-4D97-AF65-F5344CB8AC3E}">
        <p14:creationId xmlns:p14="http://schemas.microsoft.com/office/powerpoint/2010/main" val="14715209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1131-6E76-5966-3783-3593CBD3D2E7}"/>
              </a:ext>
            </a:extLst>
          </p:cNvPr>
          <p:cNvSpPr>
            <a:spLocks noGrp="1"/>
          </p:cNvSpPr>
          <p:nvPr>
            <p:ph type="title"/>
          </p:nvPr>
        </p:nvSpPr>
        <p:spPr>
          <a:xfrm>
            <a:off x="3203848" y="228600"/>
            <a:ext cx="5562200" cy="990600"/>
          </a:xfrm>
        </p:spPr>
        <p:txBody>
          <a:bodyPr/>
          <a:lstStyle/>
          <a:p>
            <a:r>
              <a:rPr lang="en-GB" dirty="0"/>
              <a:t>Data coding</a:t>
            </a:r>
          </a:p>
        </p:txBody>
      </p:sp>
      <p:graphicFrame>
        <p:nvGraphicFramePr>
          <p:cNvPr id="6" name="Content Placeholder 5">
            <a:extLst>
              <a:ext uri="{FF2B5EF4-FFF2-40B4-BE49-F238E27FC236}">
                <a16:creationId xmlns:a16="http://schemas.microsoft.com/office/drawing/2014/main" id="{808BD5A0-907A-B08B-3502-7EBC3F661F90}"/>
              </a:ext>
            </a:extLst>
          </p:cNvPr>
          <p:cNvGraphicFramePr>
            <a:graphicFrameLocks noGrp="1"/>
          </p:cNvGraphicFramePr>
          <p:nvPr>
            <p:ph sz="quarter" idx="1"/>
            <p:extLst>
              <p:ext uri="{D42A27DB-BD31-4B8C-83A1-F6EECF244321}">
                <p14:modId xmlns:p14="http://schemas.microsoft.com/office/powerpoint/2010/main" val="1541450681"/>
              </p:ext>
            </p:extLst>
          </p:nvPr>
        </p:nvGraphicFramePr>
        <p:xfrm>
          <a:off x="1691680" y="1239480"/>
          <a:ext cx="5964195" cy="2407920"/>
        </p:xfrm>
        <a:graphic>
          <a:graphicData uri="http://schemas.openxmlformats.org/drawingml/2006/table">
            <a:tbl>
              <a:tblPr>
                <a:tableStyleId>{775DCB02-9BB8-47FD-8907-85C794F793BA}</a:tableStyleId>
              </a:tblPr>
              <a:tblGrid>
                <a:gridCol w="1368152">
                  <a:extLst>
                    <a:ext uri="{9D8B030D-6E8A-4147-A177-3AD203B41FA5}">
                      <a16:colId xmlns:a16="http://schemas.microsoft.com/office/drawing/2014/main" val="672077711"/>
                    </a:ext>
                  </a:extLst>
                </a:gridCol>
                <a:gridCol w="792088">
                  <a:extLst>
                    <a:ext uri="{9D8B030D-6E8A-4147-A177-3AD203B41FA5}">
                      <a16:colId xmlns:a16="http://schemas.microsoft.com/office/drawing/2014/main" val="1295557389"/>
                    </a:ext>
                  </a:extLst>
                </a:gridCol>
                <a:gridCol w="1152128">
                  <a:extLst>
                    <a:ext uri="{9D8B030D-6E8A-4147-A177-3AD203B41FA5}">
                      <a16:colId xmlns:a16="http://schemas.microsoft.com/office/drawing/2014/main" val="2649745490"/>
                    </a:ext>
                  </a:extLst>
                </a:gridCol>
                <a:gridCol w="1458988">
                  <a:extLst>
                    <a:ext uri="{9D8B030D-6E8A-4147-A177-3AD203B41FA5}">
                      <a16:colId xmlns:a16="http://schemas.microsoft.com/office/drawing/2014/main" val="2420160583"/>
                    </a:ext>
                  </a:extLst>
                </a:gridCol>
                <a:gridCol w="1192839">
                  <a:extLst>
                    <a:ext uri="{9D8B030D-6E8A-4147-A177-3AD203B41FA5}">
                      <a16:colId xmlns:a16="http://schemas.microsoft.com/office/drawing/2014/main" val="2760805198"/>
                    </a:ext>
                  </a:extLst>
                </a:gridCol>
              </a:tblGrid>
              <a:tr h="214426">
                <a:tc gridSpan="5">
                  <a:txBody>
                    <a:bodyPr/>
                    <a:lstStyle/>
                    <a:p>
                      <a:r>
                        <a:rPr lang="en-GB" sz="1600" dirty="0"/>
                        <a:t>Sample Demographic Data in Its Original Form</a:t>
                      </a:r>
                      <a:endParaRPr lang="en-GB" sz="1600" dirty="0">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36321284"/>
                  </a:ext>
                </a:extLst>
              </a:tr>
              <a:tr h="682266">
                <a:tc>
                  <a:txBody>
                    <a:bodyPr/>
                    <a:lstStyle/>
                    <a:p>
                      <a:pPr algn="l" fontAlgn="ctr"/>
                      <a:r>
                        <a:rPr lang="en-GB" sz="1600" b="1" dirty="0">
                          <a:effectLst/>
                        </a:rPr>
                        <a:t>blank cell</a:t>
                      </a:r>
                      <a:endParaRPr lang="en-GB" sz="1600" b="1" i="0" dirty="0">
                        <a:effectLst/>
                        <a:latin typeface="+mn-lt"/>
                      </a:endParaRPr>
                    </a:p>
                  </a:txBody>
                  <a:tcPr anchor="ctr"/>
                </a:tc>
                <a:tc>
                  <a:txBody>
                    <a:bodyPr/>
                    <a:lstStyle/>
                    <a:p>
                      <a:pPr algn="l" fontAlgn="ctr"/>
                      <a:r>
                        <a:rPr lang="en-GB" sz="1600" b="1">
                          <a:effectLst/>
                        </a:rPr>
                        <a:t>Age</a:t>
                      </a:r>
                      <a:endParaRPr lang="en-GB" sz="1600" b="1" i="0">
                        <a:effectLst/>
                        <a:latin typeface="+mn-lt"/>
                      </a:endParaRPr>
                    </a:p>
                  </a:txBody>
                  <a:tcPr anchor="ctr"/>
                </a:tc>
                <a:tc>
                  <a:txBody>
                    <a:bodyPr/>
                    <a:lstStyle/>
                    <a:p>
                      <a:pPr algn="l" fontAlgn="ctr"/>
                      <a:r>
                        <a:rPr lang="en-GB" sz="1600" b="1">
                          <a:effectLst/>
                        </a:rPr>
                        <a:t>Gender</a:t>
                      </a:r>
                      <a:endParaRPr lang="en-GB" sz="1600" b="1" i="0">
                        <a:effectLst/>
                        <a:latin typeface="+mn-lt"/>
                      </a:endParaRPr>
                    </a:p>
                  </a:txBody>
                  <a:tcPr anchor="ctr"/>
                </a:tc>
                <a:tc>
                  <a:txBody>
                    <a:bodyPr/>
                    <a:lstStyle/>
                    <a:p>
                      <a:pPr algn="l" fontAlgn="ctr"/>
                      <a:r>
                        <a:rPr lang="en-GB" sz="1600" b="1">
                          <a:effectLst/>
                        </a:rPr>
                        <a:t>Highest Degree</a:t>
                      </a:r>
                      <a:endParaRPr lang="en-GB" sz="1600" b="1" i="0">
                        <a:effectLst/>
                        <a:latin typeface="+mn-lt"/>
                      </a:endParaRPr>
                    </a:p>
                  </a:txBody>
                  <a:tcPr anchor="ctr"/>
                </a:tc>
                <a:tc>
                  <a:txBody>
                    <a:bodyPr/>
                    <a:lstStyle/>
                    <a:p>
                      <a:pPr algn="l" fontAlgn="ctr"/>
                      <a:r>
                        <a:rPr lang="en-GB" sz="1600" b="1" dirty="0">
                          <a:effectLst/>
                        </a:rPr>
                        <a:t>Previous Experience In Software A</a:t>
                      </a:r>
                      <a:endParaRPr lang="en-GB" sz="1600" b="1" i="0" dirty="0">
                        <a:effectLst/>
                        <a:latin typeface="+mn-lt"/>
                      </a:endParaRPr>
                    </a:p>
                  </a:txBody>
                  <a:tcPr anchor="ctr"/>
                </a:tc>
                <a:extLst>
                  <a:ext uri="{0D108BD9-81ED-4DB2-BD59-A6C34878D82A}">
                    <a16:rowId xmlns:a16="http://schemas.microsoft.com/office/drawing/2014/main" val="392831748"/>
                  </a:ext>
                </a:extLst>
              </a:tr>
              <a:tr h="214426">
                <a:tc>
                  <a:txBody>
                    <a:bodyPr/>
                    <a:lstStyle/>
                    <a:p>
                      <a:pPr algn="l" fontAlgn="t"/>
                      <a:r>
                        <a:rPr lang="en-GB" sz="1600" b="0">
                          <a:effectLst/>
                        </a:rPr>
                        <a:t>Participant 1</a:t>
                      </a:r>
                      <a:endParaRPr lang="en-GB" sz="1600" b="0">
                        <a:effectLst/>
                        <a:latin typeface="+mn-lt"/>
                      </a:endParaRPr>
                    </a:p>
                  </a:txBody>
                  <a:tcPr/>
                </a:tc>
                <a:tc>
                  <a:txBody>
                    <a:bodyPr/>
                    <a:lstStyle/>
                    <a:p>
                      <a:pPr algn="l" fontAlgn="t"/>
                      <a:r>
                        <a:rPr lang="en-GB" sz="1600" b="0">
                          <a:effectLst/>
                        </a:rPr>
                        <a:t>34</a:t>
                      </a:r>
                      <a:endParaRPr lang="en-GB" sz="1600" b="0">
                        <a:effectLst/>
                        <a:latin typeface="+mn-lt"/>
                      </a:endParaRPr>
                    </a:p>
                  </a:txBody>
                  <a:tcPr/>
                </a:tc>
                <a:tc>
                  <a:txBody>
                    <a:bodyPr/>
                    <a:lstStyle/>
                    <a:p>
                      <a:pPr algn="l" fontAlgn="t"/>
                      <a:r>
                        <a:rPr lang="en-GB" sz="1600" b="0">
                          <a:effectLst/>
                        </a:rPr>
                        <a:t>Male</a:t>
                      </a:r>
                      <a:endParaRPr lang="en-GB" sz="1600" b="0">
                        <a:effectLst/>
                        <a:latin typeface="+mn-lt"/>
                      </a:endParaRPr>
                    </a:p>
                  </a:txBody>
                  <a:tcPr/>
                </a:tc>
                <a:tc>
                  <a:txBody>
                    <a:bodyPr/>
                    <a:lstStyle/>
                    <a:p>
                      <a:pPr algn="l" fontAlgn="t"/>
                      <a:r>
                        <a:rPr lang="en-GB" sz="1600" b="0">
                          <a:effectLst/>
                        </a:rPr>
                        <a:t>College</a:t>
                      </a:r>
                      <a:endParaRPr lang="en-GB" sz="1600" b="0">
                        <a:effectLst/>
                        <a:latin typeface="+mn-lt"/>
                      </a:endParaRPr>
                    </a:p>
                  </a:txBody>
                  <a:tcPr/>
                </a:tc>
                <a:tc>
                  <a:txBody>
                    <a:bodyPr/>
                    <a:lstStyle/>
                    <a:p>
                      <a:pPr algn="l" fontAlgn="t"/>
                      <a:r>
                        <a:rPr lang="en-GB" sz="1600" b="0">
                          <a:effectLst/>
                        </a:rPr>
                        <a:t>Yes</a:t>
                      </a:r>
                      <a:endParaRPr lang="en-GB" sz="1600" b="0">
                        <a:effectLst/>
                        <a:latin typeface="+mn-lt"/>
                      </a:endParaRPr>
                    </a:p>
                  </a:txBody>
                  <a:tcPr/>
                </a:tc>
                <a:extLst>
                  <a:ext uri="{0D108BD9-81ED-4DB2-BD59-A6C34878D82A}">
                    <a16:rowId xmlns:a16="http://schemas.microsoft.com/office/drawing/2014/main" val="3847879373"/>
                  </a:ext>
                </a:extLst>
              </a:tr>
              <a:tr h="214426">
                <a:tc>
                  <a:txBody>
                    <a:bodyPr/>
                    <a:lstStyle/>
                    <a:p>
                      <a:pPr algn="l" fontAlgn="t"/>
                      <a:r>
                        <a:rPr lang="en-GB" sz="1600" b="0">
                          <a:effectLst/>
                        </a:rPr>
                        <a:t>Participant 2</a:t>
                      </a:r>
                      <a:endParaRPr lang="en-GB" sz="1600" b="0">
                        <a:effectLst/>
                        <a:latin typeface="+mn-lt"/>
                      </a:endParaRPr>
                    </a:p>
                  </a:txBody>
                  <a:tcPr/>
                </a:tc>
                <a:tc>
                  <a:txBody>
                    <a:bodyPr/>
                    <a:lstStyle/>
                    <a:p>
                      <a:pPr algn="l" fontAlgn="t"/>
                      <a:r>
                        <a:rPr lang="en-GB" sz="1600" b="0">
                          <a:effectLst/>
                        </a:rPr>
                        <a:t>28</a:t>
                      </a:r>
                      <a:endParaRPr lang="en-GB" sz="1600" b="0">
                        <a:effectLst/>
                        <a:latin typeface="+mn-lt"/>
                      </a:endParaRPr>
                    </a:p>
                  </a:txBody>
                  <a:tcPr/>
                </a:tc>
                <a:tc>
                  <a:txBody>
                    <a:bodyPr/>
                    <a:lstStyle/>
                    <a:p>
                      <a:pPr algn="l" fontAlgn="t"/>
                      <a:r>
                        <a:rPr lang="en-GB" sz="1600" b="0">
                          <a:effectLst/>
                        </a:rPr>
                        <a:t>Female</a:t>
                      </a:r>
                      <a:endParaRPr lang="en-GB" sz="1600" b="0">
                        <a:effectLst/>
                        <a:latin typeface="+mn-lt"/>
                      </a:endParaRPr>
                    </a:p>
                  </a:txBody>
                  <a:tcPr/>
                </a:tc>
                <a:tc>
                  <a:txBody>
                    <a:bodyPr/>
                    <a:lstStyle/>
                    <a:p>
                      <a:pPr algn="l" fontAlgn="t"/>
                      <a:r>
                        <a:rPr lang="en-GB" sz="1600" b="0" dirty="0">
                          <a:effectLst/>
                        </a:rPr>
                        <a:t>Graduate</a:t>
                      </a:r>
                      <a:endParaRPr lang="en-GB" sz="1600" b="0" dirty="0">
                        <a:effectLst/>
                        <a:latin typeface="+mn-lt"/>
                      </a:endParaRPr>
                    </a:p>
                  </a:txBody>
                  <a:tcPr/>
                </a:tc>
                <a:tc>
                  <a:txBody>
                    <a:bodyPr/>
                    <a:lstStyle/>
                    <a:p>
                      <a:pPr algn="l" fontAlgn="t"/>
                      <a:r>
                        <a:rPr lang="en-GB" sz="1600" b="0">
                          <a:effectLst/>
                        </a:rPr>
                        <a:t>No</a:t>
                      </a:r>
                      <a:endParaRPr lang="en-GB" sz="1600" b="0">
                        <a:effectLst/>
                        <a:latin typeface="+mn-lt"/>
                      </a:endParaRPr>
                    </a:p>
                  </a:txBody>
                  <a:tcPr/>
                </a:tc>
                <a:extLst>
                  <a:ext uri="{0D108BD9-81ED-4DB2-BD59-A6C34878D82A}">
                    <a16:rowId xmlns:a16="http://schemas.microsoft.com/office/drawing/2014/main" val="1135088887"/>
                  </a:ext>
                </a:extLst>
              </a:tr>
              <a:tr h="214426">
                <a:tc>
                  <a:txBody>
                    <a:bodyPr/>
                    <a:lstStyle/>
                    <a:p>
                      <a:pPr algn="l" fontAlgn="t"/>
                      <a:r>
                        <a:rPr lang="en-GB" sz="1600" b="0">
                          <a:effectLst/>
                        </a:rPr>
                        <a:t>Participant 3</a:t>
                      </a:r>
                      <a:endParaRPr lang="en-GB" sz="1600" b="0">
                        <a:effectLst/>
                        <a:latin typeface="+mn-lt"/>
                      </a:endParaRPr>
                    </a:p>
                  </a:txBody>
                  <a:tcPr/>
                </a:tc>
                <a:tc>
                  <a:txBody>
                    <a:bodyPr/>
                    <a:lstStyle/>
                    <a:p>
                      <a:pPr algn="l" fontAlgn="t"/>
                      <a:r>
                        <a:rPr lang="en-GB" sz="1600" b="0">
                          <a:effectLst/>
                        </a:rPr>
                        <a:t>21</a:t>
                      </a:r>
                      <a:endParaRPr lang="en-GB" sz="1600" b="0">
                        <a:effectLst/>
                        <a:latin typeface="+mn-lt"/>
                      </a:endParaRPr>
                    </a:p>
                  </a:txBody>
                  <a:tcPr/>
                </a:tc>
                <a:tc>
                  <a:txBody>
                    <a:bodyPr/>
                    <a:lstStyle/>
                    <a:p>
                      <a:pPr algn="l" fontAlgn="t"/>
                      <a:r>
                        <a:rPr lang="en-GB" sz="1600" b="0">
                          <a:effectLst/>
                        </a:rPr>
                        <a:t>Female</a:t>
                      </a:r>
                      <a:endParaRPr lang="en-GB" sz="1600" b="0">
                        <a:effectLst/>
                        <a:latin typeface="+mn-lt"/>
                      </a:endParaRPr>
                    </a:p>
                  </a:txBody>
                  <a:tcPr/>
                </a:tc>
                <a:tc>
                  <a:txBody>
                    <a:bodyPr/>
                    <a:lstStyle/>
                    <a:p>
                      <a:pPr algn="l" fontAlgn="t"/>
                      <a:r>
                        <a:rPr lang="en-GB" sz="1600" b="0">
                          <a:effectLst/>
                        </a:rPr>
                        <a:t>High school</a:t>
                      </a:r>
                      <a:endParaRPr lang="en-GB" sz="1600" b="0">
                        <a:effectLst/>
                        <a:latin typeface="+mn-lt"/>
                      </a:endParaRPr>
                    </a:p>
                  </a:txBody>
                  <a:tcPr/>
                </a:tc>
                <a:tc>
                  <a:txBody>
                    <a:bodyPr/>
                    <a:lstStyle/>
                    <a:p>
                      <a:pPr algn="l" fontAlgn="t"/>
                      <a:r>
                        <a:rPr lang="en-GB" sz="1600" b="0" dirty="0">
                          <a:effectLst/>
                        </a:rPr>
                        <a:t>No</a:t>
                      </a:r>
                      <a:endParaRPr lang="en-GB" sz="1600" b="0" dirty="0">
                        <a:effectLst/>
                        <a:latin typeface="+mn-lt"/>
                      </a:endParaRPr>
                    </a:p>
                  </a:txBody>
                  <a:tcPr/>
                </a:tc>
                <a:extLst>
                  <a:ext uri="{0D108BD9-81ED-4DB2-BD59-A6C34878D82A}">
                    <a16:rowId xmlns:a16="http://schemas.microsoft.com/office/drawing/2014/main" val="3188344036"/>
                  </a:ext>
                </a:extLst>
              </a:tr>
            </a:tbl>
          </a:graphicData>
        </a:graphic>
      </p:graphicFrame>
      <p:graphicFrame>
        <p:nvGraphicFramePr>
          <p:cNvPr id="8" name="Table 7">
            <a:extLst>
              <a:ext uri="{FF2B5EF4-FFF2-40B4-BE49-F238E27FC236}">
                <a16:creationId xmlns:a16="http://schemas.microsoft.com/office/drawing/2014/main" id="{90690564-85FD-48C4-E930-C3E33D60E996}"/>
              </a:ext>
            </a:extLst>
          </p:cNvPr>
          <p:cNvGraphicFramePr>
            <a:graphicFrameLocks noGrp="1"/>
          </p:cNvGraphicFramePr>
          <p:nvPr>
            <p:extLst>
              <p:ext uri="{D42A27DB-BD31-4B8C-83A1-F6EECF244321}">
                <p14:modId xmlns:p14="http://schemas.microsoft.com/office/powerpoint/2010/main" val="3653437982"/>
              </p:ext>
            </p:extLst>
          </p:nvPr>
        </p:nvGraphicFramePr>
        <p:xfrm>
          <a:off x="1691680" y="3772647"/>
          <a:ext cx="5964195" cy="2407920"/>
        </p:xfrm>
        <a:graphic>
          <a:graphicData uri="http://schemas.openxmlformats.org/drawingml/2006/table">
            <a:tbl>
              <a:tblPr>
                <a:tableStyleId>{775DCB02-9BB8-47FD-8907-85C794F793BA}</a:tableStyleId>
              </a:tblPr>
              <a:tblGrid>
                <a:gridCol w="1440160">
                  <a:extLst>
                    <a:ext uri="{9D8B030D-6E8A-4147-A177-3AD203B41FA5}">
                      <a16:colId xmlns:a16="http://schemas.microsoft.com/office/drawing/2014/main" val="1871158025"/>
                    </a:ext>
                  </a:extLst>
                </a:gridCol>
                <a:gridCol w="945518">
                  <a:extLst>
                    <a:ext uri="{9D8B030D-6E8A-4147-A177-3AD203B41FA5}">
                      <a16:colId xmlns:a16="http://schemas.microsoft.com/office/drawing/2014/main" val="1538710910"/>
                    </a:ext>
                  </a:extLst>
                </a:gridCol>
                <a:gridCol w="1192839">
                  <a:extLst>
                    <a:ext uri="{9D8B030D-6E8A-4147-A177-3AD203B41FA5}">
                      <a16:colId xmlns:a16="http://schemas.microsoft.com/office/drawing/2014/main" val="828207643"/>
                    </a:ext>
                  </a:extLst>
                </a:gridCol>
                <a:gridCol w="1192839">
                  <a:extLst>
                    <a:ext uri="{9D8B030D-6E8A-4147-A177-3AD203B41FA5}">
                      <a16:colId xmlns:a16="http://schemas.microsoft.com/office/drawing/2014/main" val="3544550027"/>
                    </a:ext>
                  </a:extLst>
                </a:gridCol>
                <a:gridCol w="1192839">
                  <a:extLst>
                    <a:ext uri="{9D8B030D-6E8A-4147-A177-3AD203B41FA5}">
                      <a16:colId xmlns:a16="http://schemas.microsoft.com/office/drawing/2014/main" val="1877262056"/>
                    </a:ext>
                  </a:extLst>
                </a:gridCol>
              </a:tblGrid>
              <a:tr h="273063">
                <a:tc gridSpan="5">
                  <a:txBody>
                    <a:bodyPr/>
                    <a:lstStyle/>
                    <a:p>
                      <a:r>
                        <a:rPr lang="en-GB" sz="1600"/>
                        <a:t>Sample Demographic Data in Coded Form</a:t>
                      </a:r>
                      <a:endParaRPr lang="en-GB" sz="1600">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011594"/>
                  </a:ext>
                </a:extLst>
              </a:tr>
              <a:tr h="868838">
                <a:tc>
                  <a:txBody>
                    <a:bodyPr/>
                    <a:lstStyle/>
                    <a:p>
                      <a:pPr algn="l" fontAlgn="ctr"/>
                      <a:r>
                        <a:rPr lang="en-GB" sz="1600" b="1" dirty="0">
                          <a:effectLst/>
                        </a:rPr>
                        <a:t>blank cell</a:t>
                      </a:r>
                      <a:endParaRPr lang="en-GB" sz="1600" b="1" i="0" dirty="0">
                        <a:effectLst/>
                        <a:latin typeface="+mn-lt"/>
                      </a:endParaRPr>
                    </a:p>
                  </a:txBody>
                  <a:tcPr anchor="ctr"/>
                </a:tc>
                <a:tc>
                  <a:txBody>
                    <a:bodyPr/>
                    <a:lstStyle/>
                    <a:p>
                      <a:pPr algn="l" fontAlgn="ctr"/>
                      <a:r>
                        <a:rPr lang="en-GB" sz="1600" b="1">
                          <a:effectLst/>
                        </a:rPr>
                        <a:t>Age</a:t>
                      </a:r>
                      <a:endParaRPr lang="en-GB" sz="1600" b="1" i="0">
                        <a:effectLst/>
                        <a:latin typeface="+mn-lt"/>
                      </a:endParaRPr>
                    </a:p>
                  </a:txBody>
                  <a:tcPr anchor="ctr"/>
                </a:tc>
                <a:tc>
                  <a:txBody>
                    <a:bodyPr/>
                    <a:lstStyle/>
                    <a:p>
                      <a:pPr algn="l" fontAlgn="ctr"/>
                      <a:r>
                        <a:rPr lang="en-GB" sz="1600" b="1">
                          <a:effectLst/>
                        </a:rPr>
                        <a:t>Gender</a:t>
                      </a:r>
                      <a:endParaRPr lang="en-GB" sz="1600" b="1" i="0">
                        <a:effectLst/>
                        <a:latin typeface="+mn-lt"/>
                      </a:endParaRPr>
                    </a:p>
                  </a:txBody>
                  <a:tcPr anchor="ctr"/>
                </a:tc>
                <a:tc>
                  <a:txBody>
                    <a:bodyPr/>
                    <a:lstStyle/>
                    <a:p>
                      <a:pPr algn="l" fontAlgn="ctr"/>
                      <a:r>
                        <a:rPr lang="en-GB" sz="1600" b="1">
                          <a:effectLst/>
                        </a:rPr>
                        <a:t>Highest Degree</a:t>
                      </a:r>
                      <a:endParaRPr lang="en-GB" sz="1600" b="1" i="0">
                        <a:effectLst/>
                        <a:latin typeface="+mn-lt"/>
                      </a:endParaRPr>
                    </a:p>
                  </a:txBody>
                  <a:tcPr anchor="ctr"/>
                </a:tc>
                <a:tc>
                  <a:txBody>
                    <a:bodyPr/>
                    <a:lstStyle/>
                    <a:p>
                      <a:pPr algn="l" fontAlgn="ctr"/>
                      <a:r>
                        <a:rPr lang="en-GB" sz="1600" b="1">
                          <a:effectLst/>
                        </a:rPr>
                        <a:t>Previous Experience In Software A</a:t>
                      </a:r>
                      <a:endParaRPr lang="en-GB" sz="1600" b="1" i="0">
                        <a:effectLst/>
                        <a:latin typeface="+mn-lt"/>
                      </a:endParaRPr>
                    </a:p>
                  </a:txBody>
                  <a:tcPr anchor="ctr"/>
                </a:tc>
                <a:extLst>
                  <a:ext uri="{0D108BD9-81ED-4DB2-BD59-A6C34878D82A}">
                    <a16:rowId xmlns:a16="http://schemas.microsoft.com/office/drawing/2014/main" val="2419315483"/>
                  </a:ext>
                </a:extLst>
              </a:tr>
              <a:tr h="273063">
                <a:tc>
                  <a:txBody>
                    <a:bodyPr/>
                    <a:lstStyle/>
                    <a:p>
                      <a:pPr algn="l" fontAlgn="t"/>
                      <a:r>
                        <a:rPr lang="en-GB" sz="1600" b="0">
                          <a:effectLst/>
                        </a:rPr>
                        <a:t>Participant 1</a:t>
                      </a:r>
                      <a:endParaRPr lang="en-GB" sz="1600" b="0">
                        <a:effectLst/>
                        <a:latin typeface="+mn-lt"/>
                      </a:endParaRPr>
                    </a:p>
                  </a:txBody>
                  <a:tcPr/>
                </a:tc>
                <a:tc>
                  <a:txBody>
                    <a:bodyPr/>
                    <a:lstStyle/>
                    <a:p>
                      <a:pPr algn="l" fontAlgn="t"/>
                      <a:r>
                        <a:rPr lang="en-GB" sz="1600" b="0">
                          <a:effectLst/>
                        </a:rPr>
                        <a:t>34</a:t>
                      </a:r>
                      <a:endParaRPr lang="en-GB" sz="1600" b="0">
                        <a:effectLst/>
                        <a:latin typeface="+mn-lt"/>
                      </a:endParaRPr>
                    </a:p>
                  </a:txBody>
                  <a:tcPr/>
                </a:tc>
                <a:tc>
                  <a:txBody>
                    <a:bodyPr/>
                    <a:lstStyle/>
                    <a:p>
                      <a:pPr algn="l" fontAlgn="t"/>
                      <a:r>
                        <a:rPr lang="en-GB" sz="1600" b="0">
                          <a:effectLst/>
                        </a:rPr>
                        <a:t>1</a:t>
                      </a:r>
                      <a:endParaRPr lang="en-GB" sz="1600" b="0">
                        <a:effectLst/>
                        <a:latin typeface="+mn-lt"/>
                      </a:endParaRPr>
                    </a:p>
                  </a:txBody>
                  <a:tcPr/>
                </a:tc>
                <a:tc>
                  <a:txBody>
                    <a:bodyPr/>
                    <a:lstStyle/>
                    <a:p>
                      <a:pPr algn="l" fontAlgn="t"/>
                      <a:r>
                        <a:rPr lang="en-GB" sz="1600" b="0">
                          <a:effectLst/>
                        </a:rPr>
                        <a:t>2</a:t>
                      </a:r>
                      <a:endParaRPr lang="en-GB" sz="1600" b="0">
                        <a:effectLst/>
                        <a:latin typeface="+mn-lt"/>
                      </a:endParaRPr>
                    </a:p>
                  </a:txBody>
                  <a:tcPr/>
                </a:tc>
                <a:tc>
                  <a:txBody>
                    <a:bodyPr/>
                    <a:lstStyle/>
                    <a:p>
                      <a:pPr algn="l" fontAlgn="t"/>
                      <a:r>
                        <a:rPr lang="en-GB" sz="1600" b="0">
                          <a:effectLst/>
                        </a:rPr>
                        <a:t>1</a:t>
                      </a:r>
                      <a:endParaRPr lang="en-GB" sz="1600" b="0">
                        <a:effectLst/>
                        <a:latin typeface="+mn-lt"/>
                      </a:endParaRPr>
                    </a:p>
                  </a:txBody>
                  <a:tcPr/>
                </a:tc>
                <a:extLst>
                  <a:ext uri="{0D108BD9-81ED-4DB2-BD59-A6C34878D82A}">
                    <a16:rowId xmlns:a16="http://schemas.microsoft.com/office/drawing/2014/main" val="269495621"/>
                  </a:ext>
                </a:extLst>
              </a:tr>
              <a:tr h="273063">
                <a:tc>
                  <a:txBody>
                    <a:bodyPr/>
                    <a:lstStyle/>
                    <a:p>
                      <a:pPr algn="l" fontAlgn="t"/>
                      <a:r>
                        <a:rPr lang="en-GB" sz="1600" b="0">
                          <a:effectLst/>
                        </a:rPr>
                        <a:t>Participant 2</a:t>
                      </a:r>
                      <a:endParaRPr lang="en-GB" sz="1600" b="0">
                        <a:effectLst/>
                        <a:latin typeface="+mn-lt"/>
                      </a:endParaRPr>
                    </a:p>
                  </a:txBody>
                  <a:tcPr/>
                </a:tc>
                <a:tc>
                  <a:txBody>
                    <a:bodyPr/>
                    <a:lstStyle/>
                    <a:p>
                      <a:pPr algn="l" fontAlgn="t"/>
                      <a:r>
                        <a:rPr lang="en-GB" sz="1600" b="0">
                          <a:effectLst/>
                        </a:rPr>
                        <a:t>28</a:t>
                      </a:r>
                      <a:endParaRPr lang="en-GB" sz="1600" b="0">
                        <a:effectLst/>
                        <a:latin typeface="+mn-lt"/>
                      </a:endParaRPr>
                    </a:p>
                  </a:txBody>
                  <a:tcPr/>
                </a:tc>
                <a:tc>
                  <a:txBody>
                    <a:bodyPr/>
                    <a:lstStyle/>
                    <a:p>
                      <a:pPr algn="l" fontAlgn="t"/>
                      <a:r>
                        <a:rPr lang="en-GB" sz="1600" b="0">
                          <a:effectLst/>
                        </a:rPr>
                        <a:t>0</a:t>
                      </a:r>
                      <a:endParaRPr lang="en-GB" sz="1600" b="0">
                        <a:effectLst/>
                        <a:latin typeface="+mn-lt"/>
                      </a:endParaRPr>
                    </a:p>
                  </a:txBody>
                  <a:tcPr/>
                </a:tc>
                <a:tc>
                  <a:txBody>
                    <a:bodyPr/>
                    <a:lstStyle/>
                    <a:p>
                      <a:pPr algn="l" fontAlgn="t"/>
                      <a:r>
                        <a:rPr lang="en-GB" sz="1600" b="0">
                          <a:effectLst/>
                        </a:rPr>
                        <a:t>3</a:t>
                      </a:r>
                      <a:endParaRPr lang="en-GB" sz="1600" b="0">
                        <a:effectLst/>
                        <a:latin typeface="+mn-lt"/>
                      </a:endParaRPr>
                    </a:p>
                  </a:txBody>
                  <a:tcPr/>
                </a:tc>
                <a:tc>
                  <a:txBody>
                    <a:bodyPr/>
                    <a:lstStyle/>
                    <a:p>
                      <a:pPr algn="l" fontAlgn="t"/>
                      <a:r>
                        <a:rPr lang="en-GB" sz="1600" b="0">
                          <a:effectLst/>
                        </a:rPr>
                        <a:t>0</a:t>
                      </a:r>
                      <a:endParaRPr lang="en-GB" sz="1600" b="0">
                        <a:effectLst/>
                        <a:latin typeface="+mn-lt"/>
                      </a:endParaRPr>
                    </a:p>
                  </a:txBody>
                  <a:tcPr/>
                </a:tc>
                <a:extLst>
                  <a:ext uri="{0D108BD9-81ED-4DB2-BD59-A6C34878D82A}">
                    <a16:rowId xmlns:a16="http://schemas.microsoft.com/office/drawing/2014/main" val="3707179428"/>
                  </a:ext>
                </a:extLst>
              </a:tr>
              <a:tr h="273063">
                <a:tc>
                  <a:txBody>
                    <a:bodyPr/>
                    <a:lstStyle/>
                    <a:p>
                      <a:pPr algn="l" fontAlgn="t"/>
                      <a:r>
                        <a:rPr lang="en-GB" sz="1600" b="0">
                          <a:effectLst/>
                        </a:rPr>
                        <a:t>Participant 3</a:t>
                      </a:r>
                      <a:endParaRPr lang="en-GB" sz="1600" b="0">
                        <a:effectLst/>
                        <a:latin typeface="+mn-lt"/>
                      </a:endParaRPr>
                    </a:p>
                  </a:txBody>
                  <a:tcPr/>
                </a:tc>
                <a:tc>
                  <a:txBody>
                    <a:bodyPr/>
                    <a:lstStyle/>
                    <a:p>
                      <a:pPr algn="l" fontAlgn="t"/>
                      <a:r>
                        <a:rPr lang="en-GB" sz="1600" b="0">
                          <a:effectLst/>
                        </a:rPr>
                        <a:t>21</a:t>
                      </a:r>
                      <a:endParaRPr lang="en-GB" sz="1600" b="0">
                        <a:effectLst/>
                        <a:latin typeface="+mn-lt"/>
                      </a:endParaRPr>
                    </a:p>
                  </a:txBody>
                  <a:tcPr/>
                </a:tc>
                <a:tc>
                  <a:txBody>
                    <a:bodyPr/>
                    <a:lstStyle/>
                    <a:p>
                      <a:pPr algn="l" fontAlgn="t"/>
                      <a:r>
                        <a:rPr lang="en-GB" sz="1600" b="0">
                          <a:effectLst/>
                        </a:rPr>
                        <a:t>0</a:t>
                      </a:r>
                      <a:endParaRPr lang="en-GB" sz="1600" b="0">
                        <a:effectLst/>
                        <a:latin typeface="+mn-lt"/>
                      </a:endParaRPr>
                    </a:p>
                  </a:txBody>
                  <a:tcPr/>
                </a:tc>
                <a:tc>
                  <a:txBody>
                    <a:bodyPr/>
                    <a:lstStyle/>
                    <a:p>
                      <a:pPr algn="l" fontAlgn="t"/>
                      <a:r>
                        <a:rPr lang="en-GB" sz="1600" b="0">
                          <a:effectLst/>
                        </a:rPr>
                        <a:t>1</a:t>
                      </a:r>
                      <a:endParaRPr lang="en-GB" sz="1600" b="0">
                        <a:effectLst/>
                        <a:latin typeface="+mn-lt"/>
                      </a:endParaRPr>
                    </a:p>
                  </a:txBody>
                  <a:tcPr/>
                </a:tc>
                <a:tc>
                  <a:txBody>
                    <a:bodyPr/>
                    <a:lstStyle/>
                    <a:p>
                      <a:pPr algn="l" fontAlgn="t"/>
                      <a:r>
                        <a:rPr lang="en-GB" sz="1600" b="0" dirty="0">
                          <a:effectLst/>
                        </a:rPr>
                        <a:t>0</a:t>
                      </a:r>
                      <a:endParaRPr lang="en-GB" sz="1600" b="0" dirty="0">
                        <a:effectLst/>
                        <a:latin typeface="+mn-lt"/>
                      </a:endParaRPr>
                    </a:p>
                  </a:txBody>
                  <a:tcPr/>
                </a:tc>
                <a:extLst>
                  <a:ext uri="{0D108BD9-81ED-4DB2-BD59-A6C34878D82A}">
                    <a16:rowId xmlns:a16="http://schemas.microsoft.com/office/drawing/2014/main" val="309982071"/>
                  </a:ext>
                </a:extLst>
              </a:tr>
            </a:tbl>
          </a:graphicData>
        </a:graphic>
      </p:graphicFrame>
      <p:sp>
        <p:nvSpPr>
          <p:cNvPr id="3" name="Rectangle: Rounded Corners 2">
            <a:extLst>
              <a:ext uri="{FF2B5EF4-FFF2-40B4-BE49-F238E27FC236}">
                <a16:creationId xmlns:a16="http://schemas.microsoft.com/office/drawing/2014/main" id="{3C7A3D7A-6108-0823-C14D-7729260F7F8B}"/>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Clean &amp; organise the data</a:t>
            </a:r>
          </a:p>
        </p:txBody>
      </p:sp>
      <p:sp>
        <p:nvSpPr>
          <p:cNvPr id="7" name="Rectangle: Rounded Corners 6">
            <a:extLst>
              <a:ext uri="{FF2B5EF4-FFF2-40B4-BE49-F238E27FC236}">
                <a16:creationId xmlns:a16="http://schemas.microsoft.com/office/drawing/2014/main" id="{7C5454C8-AEED-7E8E-4110-997AF93035C4}"/>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3</a:t>
            </a:r>
          </a:p>
        </p:txBody>
      </p:sp>
      <p:sp>
        <p:nvSpPr>
          <p:cNvPr id="9" name="TextBox 8">
            <a:extLst>
              <a:ext uri="{FF2B5EF4-FFF2-40B4-BE49-F238E27FC236}">
                <a16:creationId xmlns:a16="http://schemas.microsoft.com/office/drawing/2014/main" id="{1840FAF8-786E-5C15-DCFE-1FA9B8BC39A7}"/>
              </a:ext>
            </a:extLst>
          </p:cNvPr>
          <p:cNvSpPr txBox="1"/>
          <p:nvPr/>
        </p:nvSpPr>
        <p:spPr>
          <a:xfrm>
            <a:off x="195637" y="1718872"/>
            <a:ext cx="1165127" cy="461665"/>
          </a:xfrm>
          <a:prstGeom prst="rect">
            <a:avLst/>
          </a:prstGeom>
          <a:noFill/>
        </p:spPr>
        <p:txBody>
          <a:bodyPr wrap="none" rtlCol="0">
            <a:spAutoFit/>
          </a:bodyPr>
          <a:lstStyle/>
          <a:p>
            <a:r>
              <a:rPr lang="en-GB" dirty="0">
                <a:latin typeface="+mn-lt"/>
              </a:rPr>
              <a:t>Week 7</a:t>
            </a:r>
          </a:p>
        </p:txBody>
      </p:sp>
      <p:sp>
        <p:nvSpPr>
          <p:cNvPr id="10" name="Footer Placeholder 9">
            <a:extLst>
              <a:ext uri="{FF2B5EF4-FFF2-40B4-BE49-F238E27FC236}">
                <a16:creationId xmlns:a16="http://schemas.microsoft.com/office/drawing/2014/main" id="{805DB284-CBF3-A3FD-36E1-32B4774C24E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62230FE3-6948-7313-6217-D3EBEB679F3B}"/>
              </a:ext>
            </a:extLst>
          </p:cNvPr>
          <p:cNvSpPr>
            <a:spLocks noGrp="1"/>
          </p:cNvSpPr>
          <p:nvPr>
            <p:ph type="sldNum" sz="quarter" idx="4"/>
          </p:nvPr>
        </p:nvSpPr>
        <p:spPr/>
        <p:txBody>
          <a:bodyPr/>
          <a:lstStyle/>
          <a:p>
            <a:fld id="{9FD7ECCF-50E7-4327-B945-FA93FF7B2BEF}" type="slidenum">
              <a:rPr lang="en-US" smtClean="0"/>
              <a:pPr/>
              <a:t>49</a:t>
            </a:fld>
            <a:r>
              <a:rPr lang="en-GB"/>
              <a:t>/75</a:t>
            </a:r>
            <a:endParaRPr lang="en-US" dirty="0"/>
          </a:p>
        </p:txBody>
      </p:sp>
    </p:spTree>
    <p:extLst>
      <p:ext uri="{BB962C8B-B14F-4D97-AF65-F5344CB8AC3E}">
        <p14:creationId xmlns:p14="http://schemas.microsoft.com/office/powerpoint/2010/main" val="803048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4F9CB-33DC-934A-9DD7-C44FEDDFC057}"/>
              </a:ext>
            </a:extLst>
          </p:cNvPr>
          <p:cNvSpPr>
            <a:spLocks noGrp="1"/>
          </p:cNvSpPr>
          <p:nvPr>
            <p:ph type="title"/>
          </p:nvPr>
        </p:nvSpPr>
        <p:spPr>
          <a:xfrm>
            <a:off x="3237289" y="116632"/>
            <a:ext cx="3024336" cy="990600"/>
          </a:xfrm>
        </p:spPr>
        <p:txBody>
          <a:bodyPr>
            <a:normAutofit fontScale="90000"/>
          </a:bodyPr>
          <a:lstStyle/>
          <a:p>
            <a:pPr>
              <a:lnSpc>
                <a:spcPts val="3500"/>
              </a:lnSpc>
            </a:pPr>
            <a:r>
              <a:rPr lang="en-GB" dirty="0"/>
              <a:t>Organising the data</a:t>
            </a:r>
          </a:p>
        </p:txBody>
      </p:sp>
      <p:sp>
        <p:nvSpPr>
          <p:cNvPr id="3" name="Content Placeholder 2">
            <a:extLst>
              <a:ext uri="{FF2B5EF4-FFF2-40B4-BE49-F238E27FC236}">
                <a16:creationId xmlns:a16="http://schemas.microsoft.com/office/drawing/2014/main" id="{DF21130D-FD34-6643-B716-177BB587F248}"/>
              </a:ext>
            </a:extLst>
          </p:cNvPr>
          <p:cNvSpPr>
            <a:spLocks noGrp="1"/>
          </p:cNvSpPr>
          <p:nvPr>
            <p:ph sz="quarter" idx="1"/>
          </p:nvPr>
        </p:nvSpPr>
        <p:spPr>
          <a:xfrm>
            <a:off x="612648" y="1600200"/>
            <a:ext cx="5255496" cy="1252736"/>
          </a:xfrm>
        </p:spPr>
        <p:txBody>
          <a:bodyPr>
            <a:normAutofit fontScale="77500" lnSpcReduction="20000"/>
          </a:bodyPr>
          <a:lstStyle/>
          <a:p>
            <a:r>
              <a:rPr lang="en-GB" dirty="0">
                <a:solidFill>
                  <a:schemeClr val="accent6">
                    <a:lumMod val="50000"/>
                  </a:schemeClr>
                </a:solidFill>
              </a:rPr>
              <a:t>Statistical and other data-processing software normally have predefined requirements for how data should be laid out for specific statistical analysis.</a:t>
            </a:r>
          </a:p>
        </p:txBody>
      </p:sp>
      <p:graphicFrame>
        <p:nvGraphicFramePr>
          <p:cNvPr id="6" name="Table 6">
            <a:extLst>
              <a:ext uri="{FF2B5EF4-FFF2-40B4-BE49-F238E27FC236}">
                <a16:creationId xmlns:a16="http://schemas.microsoft.com/office/drawing/2014/main" id="{74AF0FC1-B04D-4354-AD9C-B7AA22E9F275}"/>
              </a:ext>
            </a:extLst>
          </p:cNvPr>
          <p:cNvGraphicFramePr>
            <a:graphicFrameLocks noGrp="1"/>
          </p:cNvGraphicFramePr>
          <p:nvPr/>
        </p:nvGraphicFramePr>
        <p:xfrm>
          <a:off x="806477" y="3057450"/>
          <a:ext cx="4917651" cy="2839720"/>
        </p:xfrm>
        <a:graphic>
          <a:graphicData uri="http://schemas.openxmlformats.org/drawingml/2006/table">
            <a:tbl>
              <a:tblPr firstRow="1" bandRow="1">
                <a:tableStyleId>{5C22544A-7EE6-4342-B048-85BDC9FD1C3A}</a:tableStyleId>
              </a:tblPr>
              <a:tblGrid>
                <a:gridCol w="1886920">
                  <a:extLst>
                    <a:ext uri="{9D8B030D-6E8A-4147-A177-3AD203B41FA5}">
                      <a16:colId xmlns:a16="http://schemas.microsoft.com/office/drawing/2014/main" val="3757538582"/>
                    </a:ext>
                  </a:extLst>
                </a:gridCol>
                <a:gridCol w="3030731">
                  <a:extLst>
                    <a:ext uri="{9D8B030D-6E8A-4147-A177-3AD203B41FA5}">
                      <a16:colId xmlns:a16="http://schemas.microsoft.com/office/drawing/2014/main" val="4135331529"/>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Data organization to compare </a:t>
                      </a:r>
                      <a:r>
                        <a:rPr kumimoji="0" lang="en-GB" b="0" i="0" kern="1200" dirty="0">
                          <a:solidFill>
                            <a:schemeClr val="dk1"/>
                          </a:solidFill>
                          <a:effectLst/>
                          <a:latin typeface="+mn-lt"/>
                          <a:ea typeface="+mn-ea"/>
                          <a:cs typeface="+mn-cs"/>
                        </a:rPr>
                        <a:t>two groups of data in </a:t>
                      </a:r>
                      <a:r>
                        <a:rPr lang="en-GB" dirty="0"/>
                        <a:t>SPSS and PSPP</a:t>
                      </a:r>
                    </a:p>
                  </a:txBody>
                  <a:tcPr/>
                </a:tc>
                <a:tc hMerge="1">
                  <a:txBody>
                    <a:bodyPr/>
                    <a:lstStyle/>
                    <a:p>
                      <a:endParaRPr lang="en-GB" dirty="0"/>
                    </a:p>
                  </a:txBody>
                  <a:tcPr/>
                </a:tc>
                <a:extLst>
                  <a:ext uri="{0D108BD9-81ED-4DB2-BD59-A6C34878D82A}">
                    <a16:rowId xmlns:a16="http://schemas.microsoft.com/office/drawing/2014/main" val="232930903"/>
                  </a:ext>
                </a:extLst>
              </a:tr>
              <a:tr h="370840">
                <a:tc>
                  <a:txBody>
                    <a:bodyPr/>
                    <a:lstStyle/>
                    <a:p>
                      <a:r>
                        <a:rPr lang="en-GB" dirty="0"/>
                        <a:t>Test</a:t>
                      </a:r>
                    </a:p>
                  </a:txBody>
                  <a:tcPr/>
                </a:tc>
                <a:tc>
                  <a:txBody>
                    <a:bodyPr/>
                    <a:lstStyle/>
                    <a:p>
                      <a:endParaRPr lang="en-GB" dirty="0"/>
                    </a:p>
                  </a:txBody>
                  <a:tcPr/>
                </a:tc>
                <a:extLst>
                  <a:ext uri="{0D108BD9-81ED-4DB2-BD59-A6C34878D82A}">
                    <a16:rowId xmlns:a16="http://schemas.microsoft.com/office/drawing/2014/main" val="2053462748"/>
                  </a:ext>
                </a:extLst>
              </a:tr>
              <a:tr h="370840">
                <a:tc>
                  <a:txBody>
                    <a:bodyPr/>
                    <a:lstStyle/>
                    <a:p>
                      <a:r>
                        <a:rPr kumimoji="0" lang="en-GB" b="1" i="0" kern="1200" dirty="0">
                          <a:solidFill>
                            <a:schemeClr val="dk1"/>
                          </a:solidFill>
                          <a:effectLst/>
                          <a:latin typeface="+mn-lt"/>
                          <a:ea typeface="+mn-ea"/>
                          <a:cs typeface="+mn-cs"/>
                        </a:rPr>
                        <a:t>independent-samples </a:t>
                      </a:r>
                      <a:r>
                        <a:rPr kumimoji="0" lang="en-GB" b="1" i="1" kern="1200" dirty="0">
                          <a:solidFill>
                            <a:schemeClr val="dk1"/>
                          </a:solidFill>
                          <a:effectLst/>
                          <a:latin typeface="+mn-lt"/>
                          <a:ea typeface="+mn-ea"/>
                          <a:cs typeface="+mn-cs"/>
                        </a:rPr>
                        <a:t>t</a:t>
                      </a:r>
                      <a:r>
                        <a:rPr kumimoji="0" lang="en-GB" b="1" i="0" kern="1200" dirty="0">
                          <a:solidFill>
                            <a:schemeClr val="dk1"/>
                          </a:solidFill>
                          <a:effectLst/>
                          <a:latin typeface="+mn-lt"/>
                          <a:ea typeface="+mn-ea"/>
                          <a:cs typeface="+mn-cs"/>
                        </a:rPr>
                        <a:t> test</a:t>
                      </a:r>
                      <a:endParaRPr lang="en-GB" b="1" dirty="0"/>
                    </a:p>
                  </a:txBody>
                  <a:tcPr/>
                </a:tc>
                <a:tc>
                  <a:txBody>
                    <a:bodyPr/>
                    <a:lstStyle/>
                    <a:p>
                      <a:r>
                        <a:rPr kumimoji="0" lang="en-GB" b="0" i="0" kern="1200" dirty="0">
                          <a:solidFill>
                            <a:schemeClr val="dk1"/>
                          </a:solidFill>
                          <a:effectLst/>
                          <a:latin typeface="+mn-lt"/>
                          <a:ea typeface="+mn-ea"/>
                          <a:cs typeface="+mn-cs"/>
                        </a:rPr>
                        <a:t>data of the two groups need to be listed in the same column</a:t>
                      </a:r>
                      <a:endParaRPr lang="en-GB" dirty="0"/>
                    </a:p>
                  </a:txBody>
                  <a:tcPr/>
                </a:tc>
                <a:extLst>
                  <a:ext uri="{0D108BD9-81ED-4DB2-BD59-A6C34878D82A}">
                    <a16:rowId xmlns:a16="http://schemas.microsoft.com/office/drawing/2014/main" val="702823669"/>
                  </a:ext>
                </a:extLst>
              </a:tr>
              <a:tr h="370840">
                <a:tc>
                  <a:txBody>
                    <a:bodyPr/>
                    <a:lstStyle/>
                    <a:p>
                      <a:r>
                        <a:rPr kumimoji="0" lang="en-GB" b="1" i="0" kern="1200" dirty="0">
                          <a:solidFill>
                            <a:schemeClr val="dk1"/>
                          </a:solidFill>
                          <a:effectLst/>
                          <a:latin typeface="+mn-lt"/>
                          <a:ea typeface="+mn-ea"/>
                          <a:cs typeface="+mn-cs"/>
                        </a:rPr>
                        <a:t>paired-samples </a:t>
                      </a:r>
                      <a:r>
                        <a:rPr kumimoji="0" lang="en-GB" b="1" i="1" kern="1200" dirty="0">
                          <a:solidFill>
                            <a:schemeClr val="dk1"/>
                          </a:solidFill>
                          <a:effectLst/>
                          <a:latin typeface="+mn-lt"/>
                          <a:ea typeface="+mn-ea"/>
                          <a:cs typeface="+mn-cs"/>
                        </a:rPr>
                        <a:t>t</a:t>
                      </a:r>
                      <a:r>
                        <a:rPr kumimoji="0" lang="en-GB" b="1" i="0" kern="1200" dirty="0">
                          <a:solidFill>
                            <a:schemeClr val="dk1"/>
                          </a:solidFill>
                          <a:effectLst/>
                          <a:latin typeface="+mn-lt"/>
                          <a:ea typeface="+mn-ea"/>
                          <a:cs typeface="+mn-cs"/>
                        </a:rPr>
                        <a:t> test</a:t>
                      </a:r>
                      <a:endParaRPr lang="en-GB" b="1" dirty="0"/>
                    </a:p>
                  </a:txBody>
                  <a:tcPr/>
                </a:tc>
                <a:tc>
                  <a:txBody>
                    <a:bodyPr/>
                    <a:lstStyle/>
                    <a:p>
                      <a:r>
                        <a:rPr kumimoji="0" lang="en-GB" b="0" i="0" kern="1200" dirty="0">
                          <a:solidFill>
                            <a:schemeClr val="dk1"/>
                          </a:solidFill>
                          <a:effectLst/>
                          <a:latin typeface="+mn-lt"/>
                          <a:ea typeface="+mn-ea"/>
                          <a:cs typeface="+mn-cs"/>
                        </a:rPr>
                        <a:t>data of the two groups of need to be laid out parallel to each other in two separate columns</a:t>
                      </a:r>
                      <a:endParaRPr lang="en-GB" dirty="0"/>
                    </a:p>
                  </a:txBody>
                  <a:tcPr/>
                </a:tc>
                <a:extLst>
                  <a:ext uri="{0D108BD9-81ED-4DB2-BD59-A6C34878D82A}">
                    <a16:rowId xmlns:a16="http://schemas.microsoft.com/office/drawing/2014/main" val="4143172787"/>
                  </a:ext>
                </a:extLst>
              </a:tr>
            </a:tbl>
          </a:graphicData>
        </a:graphic>
      </p:graphicFrame>
      <p:pic>
        <p:nvPicPr>
          <p:cNvPr id="8" name="Picture 7">
            <a:extLst>
              <a:ext uri="{FF2B5EF4-FFF2-40B4-BE49-F238E27FC236}">
                <a16:creationId xmlns:a16="http://schemas.microsoft.com/office/drawing/2014/main" id="{9C19E432-7885-FC11-B7E1-A6E6BFA3BBC0}"/>
              </a:ext>
            </a:extLst>
          </p:cNvPr>
          <p:cNvPicPr>
            <a:picLocks noChangeAspect="1"/>
          </p:cNvPicPr>
          <p:nvPr/>
        </p:nvPicPr>
        <p:blipFill>
          <a:blip r:embed="rId2"/>
          <a:stretch>
            <a:fillRect/>
          </a:stretch>
        </p:blipFill>
        <p:spPr>
          <a:xfrm>
            <a:off x="5940152" y="548680"/>
            <a:ext cx="3128502" cy="6022178"/>
          </a:xfrm>
          <a:prstGeom prst="rect">
            <a:avLst/>
          </a:prstGeom>
        </p:spPr>
      </p:pic>
      <p:sp>
        <p:nvSpPr>
          <p:cNvPr id="7" name="Rectangle: Rounded Corners 6">
            <a:extLst>
              <a:ext uri="{FF2B5EF4-FFF2-40B4-BE49-F238E27FC236}">
                <a16:creationId xmlns:a16="http://schemas.microsoft.com/office/drawing/2014/main" id="{6211C66D-010F-642D-8A0E-EE7C234198DB}"/>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Clean &amp; organise the data</a:t>
            </a:r>
          </a:p>
        </p:txBody>
      </p:sp>
      <p:sp>
        <p:nvSpPr>
          <p:cNvPr id="9" name="Rectangle: Rounded Corners 8">
            <a:extLst>
              <a:ext uri="{FF2B5EF4-FFF2-40B4-BE49-F238E27FC236}">
                <a16:creationId xmlns:a16="http://schemas.microsoft.com/office/drawing/2014/main" id="{8CB792A0-19BD-2797-E7D3-2C63B38C7112}"/>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3</a:t>
            </a:r>
          </a:p>
        </p:txBody>
      </p:sp>
      <p:sp>
        <p:nvSpPr>
          <p:cNvPr id="10" name="TextBox 9">
            <a:extLst>
              <a:ext uri="{FF2B5EF4-FFF2-40B4-BE49-F238E27FC236}">
                <a16:creationId xmlns:a16="http://schemas.microsoft.com/office/drawing/2014/main" id="{F0584990-92C8-363C-517B-57D3499B1B66}"/>
              </a:ext>
            </a:extLst>
          </p:cNvPr>
          <p:cNvSpPr txBox="1"/>
          <p:nvPr/>
        </p:nvSpPr>
        <p:spPr>
          <a:xfrm>
            <a:off x="143508" y="13836"/>
            <a:ext cx="1165127" cy="461665"/>
          </a:xfrm>
          <a:prstGeom prst="rect">
            <a:avLst/>
          </a:prstGeom>
          <a:noFill/>
        </p:spPr>
        <p:txBody>
          <a:bodyPr wrap="none" rtlCol="0">
            <a:spAutoFit/>
          </a:bodyPr>
          <a:lstStyle/>
          <a:p>
            <a:r>
              <a:rPr lang="en-GB" dirty="0">
                <a:latin typeface="+mn-lt"/>
              </a:rPr>
              <a:t>Week 7</a:t>
            </a:r>
          </a:p>
        </p:txBody>
      </p:sp>
      <p:sp>
        <p:nvSpPr>
          <p:cNvPr id="11" name="Footer Placeholder 10">
            <a:extLst>
              <a:ext uri="{FF2B5EF4-FFF2-40B4-BE49-F238E27FC236}">
                <a16:creationId xmlns:a16="http://schemas.microsoft.com/office/drawing/2014/main" id="{4EFE0526-A5F1-E304-CBD9-6090A23145D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493BCD39-3949-B758-F2F4-EF9F01CA58B4}"/>
              </a:ext>
            </a:extLst>
          </p:cNvPr>
          <p:cNvSpPr>
            <a:spLocks noGrp="1"/>
          </p:cNvSpPr>
          <p:nvPr>
            <p:ph type="sldNum" sz="quarter" idx="4"/>
          </p:nvPr>
        </p:nvSpPr>
        <p:spPr/>
        <p:txBody>
          <a:bodyPr/>
          <a:lstStyle/>
          <a:p>
            <a:fld id="{9FD7ECCF-50E7-4327-B945-FA93FF7B2BEF}" type="slidenum">
              <a:rPr lang="en-US" smtClean="0"/>
              <a:pPr/>
              <a:t>50</a:t>
            </a:fld>
            <a:r>
              <a:rPr lang="en-GB"/>
              <a:t>/75</a:t>
            </a:r>
            <a:endParaRPr lang="en-US" dirty="0"/>
          </a:p>
        </p:txBody>
      </p:sp>
    </p:spTree>
    <p:extLst>
      <p:ext uri="{BB962C8B-B14F-4D97-AF65-F5344CB8AC3E}">
        <p14:creationId xmlns:p14="http://schemas.microsoft.com/office/powerpoint/2010/main" val="12379556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538B-EE00-B09A-5E63-61C8B3655FC3}"/>
              </a:ext>
            </a:extLst>
          </p:cNvPr>
          <p:cNvSpPr>
            <a:spLocks noGrp="1"/>
          </p:cNvSpPr>
          <p:nvPr>
            <p:ph type="title"/>
          </p:nvPr>
        </p:nvSpPr>
        <p:spPr>
          <a:xfrm>
            <a:off x="3707904" y="228600"/>
            <a:ext cx="5058144" cy="990600"/>
          </a:xfrm>
        </p:spPr>
        <p:txBody>
          <a:bodyPr/>
          <a:lstStyle/>
          <a:p>
            <a:r>
              <a:rPr lang="en-GB" dirty="0"/>
              <a:t>What test to use?</a:t>
            </a:r>
          </a:p>
        </p:txBody>
      </p:sp>
      <p:sp>
        <p:nvSpPr>
          <p:cNvPr id="3" name="Content Placeholder 2">
            <a:extLst>
              <a:ext uri="{FF2B5EF4-FFF2-40B4-BE49-F238E27FC236}">
                <a16:creationId xmlns:a16="http://schemas.microsoft.com/office/drawing/2014/main" id="{1D6ADD5C-DBC1-F58E-7A85-D9153190119A}"/>
              </a:ext>
            </a:extLst>
          </p:cNvPr>
          <p:cNvSpPr>
            <a:spLocks noGrp="1"/>
          </p:cNvSpPr>
          <p:nvPr>
            <p:ph sz="quarter" idx="1"/>
          </p:nvPr>
        </p:nvSpPr>
        <p:spPr/>
        <p:txBody>
          <a:bodyPr/>
          <a:lstStyle/>
          <a:p>
            <a:pPr marL="457200" indent="-457200">
              <a:buFont typeface="Wingdings" panose="05000000000000000000" pitchFamily="2" charset="2"/>
              <a:buChar char="q"/>
            </a:pPr>
            <a:r>
              <a:rPr lang="en-GB" dirty="0"/>
              <a:t>What statistical test to use depends  on:</a:t>
            </a:r>
          </a:p>
          <a:p>
            <a:pPr marL="777240" lvl="1" indent="-457200">
              <a:buFont typeface="Wingdings" panose="05000000000000000000" pitchFamily="2" charset="2"/>
              <a:buChar char="q"/>
            </a:pPr>
            <a:r>
              <a:rPr lang="en-GB" dirty="0"/>
              <a:t>Data type</a:t>
            </a:r>
          </a:p>
          <a:p>
            <a:pPr marL="777240" lvl="1" indent="-457200">
              <a:buFont typeface="Wingdings" panose="05000000000000000000" pitchFamily="2" charset="2"/>
              <a:buChar char="q"/>
            </a:pPr>
            <a:r>
              <a:rPr lang="en-GB" dirty="0"/>
              <a:t>Sample size</a:t>
            </a:r>
          </a:p>
          <a:p>
            <a:pPr marL="777240" lvl="1" indent="-457200">
              <a:buFont typeface="Wingdings" panose="05000000000000000000" pitchFamily="2" charset="2"/>
              <a:buChar char="q"/>
            </a:pPr>
            <a:r>
              <a:rPr lang="en-GB" dirty="0"/>
              <a:t>Data distribution</a:t>
            </a:r>
          </a:p>
          <a:p>
            <a:pPr marL="777240" lvl="1" indent="-457200">
              <a:buFont typeface="Wingdings" panose="05000000000000000000" pitchFamily="2" charset="2"/>
              <a:buChar char="q"/>
            </a:pPr>
            <a:r>
              <a:rPr lang="en-GB" dirty="0"/>
              <a:t>Experimental design</a:t>
            </a:r>
          </a:p>
          <a:p>
            <a:pPr marL="777240" lvl="1" indent="-457200">
              <a:buFont typeface="Wingdings" panose="05000000000000000000" pitchFamily="2" charset="2"/>
              <a:buChar char="q"/>
            </a:pPr>
            <a:r>
              <a:rPr lang="en-GB" dirty="0"/>
              <a:t>Hypothesis</a:t>
            </a:r>
          </a:p>
        </p:txBody>
      </p:sp>
      <p:sp>
        <p:nvSpPr>
          <p:cNvPr id="6" name="Rectangle: Rounded Corners 5">
            <a:extLst>
              <a:ext uri="{FF2B5EF4-FFF2-40B4-BE49-F238E27FC236}">
                <a16:creationId xmlns:a16="http://schemas.microsoft.com/office/drawing/2014/main" id="{7696EF58-42F6-4EF7-8022-EE0E72B1B02F}"/>
              </a:ext>
            </a:extLst>
          </p:cNvPr>
          <p:cNvSpPr/>
          <p:nvPr/>
        </p:nvSpPr>
        <p:spPr>
          <a:xfrm>
            <a:off x="971600" y="546037"/>
            <a:ext cx="259228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7" name="Rectangle: Rounded Corners 6">
            <a:extLst>
              <a:ext uri="{FF2B5EF4-FFF2-40B4-BE49-F238E27FC236}">
                <a16:creationId xmlns:a16="http://schemas.microsoft.com/office/drawing/2014/main" id="{B47B2A54-C26B-CDC0-90C0-8993756F8A2C}"/>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sp>
        <p:nvSpPr>
          <p:cNvPr id="8" name="Footer Placeholder 7">
            <a:extLst>
              <a:ext uri="{FF2B5EF4-FFF2-40B4-BE49-F238E27FC236}">
                <a16:creationId xmlns:a16="http://schemas.microsoft.com/office/drawing/2014/main" id="{C5CAAA1C-17C8-54B8-0593-866DD822DF5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F3AC8D34-A527-8C3E-60FF-BC799D373CA1}"/>
              </a:ext>
            </a:extLst>
          </p:cNvPr>
          <p:cNvSpPr>
            <a:spLocks noGrp="1"/>
          </p:cNvSpPr>
          <p:nvPr>
            <p:ph type="sldNum" sz="quarter" idx="4"/>
          </p:nvPr>
        </p:nvSpPr>
        <p:spPr/>
        <p:txBody>
          <a:bodyPr/>
          <a:lstStyle/>
          <a:p>
            <a:fld id="{9FD7ECCF-50E7-4327-B945-FA93FF7B2BEF}" type="slidenum">
              <a:rPr lang="en-US" smtClean="0"/>
              <a:pPr/>
              <a:t>51</a:t>
            </a:fld>
            <a:r>
              <a:rPr lang="en-GB"/>
              <a:t>/75</a:t>
            </a:r>
            <a:endParaRPr lang="en-US" dirty="0"/>
          </a:p>
        </p:txBody>
      </p:sp>
    </p:spTree>
    <p:extLst>
      <p:ext uri="{BB962C8B-B14F-4D97-AF65-F5344CB8AC3E}">
        <p14:creationId xmlns:p14="http://schemas.microsoft.com/office/powerpoint/2010/main" val="36346661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A01633-CB7A-B1AF-3568-16EE9CCCD4FA}"/>
              </a:ext>
            </a:extLst>
          </p:cNvPr>
          <p:cNvSpPr>
            <a:spLocks noGrp="1"/>
          </p:cNvSpPr>
          <p:nvPr>
            <p:ph type="title"/>
          </p:nvPr>
        </p:nvSpPr>
        <p:spPr>
          <a:xfrm>
            <a:off x="612648" y="260648"/>
            <a:ext cx="8153400" cy="990600"/>
          </a:xfrm>
        </p:spPr>
        <p:txBody>
          <a:bodyPr>
            <a:normAutofit fontScale="90000"/>
          </a:bodyPr>
          <a:lstStyle/>
          <a:p>
            <a:r>
              <a:rPr lang="en-GB" dirty="0"/>
              <a:t>Parametric vs Nonparametric statistics </a:t>
            </a:r>
          </a:p>
        </p:txBody>
      </p:sp>
      <p:sp>
        <p:nvSpPr>
          <p:cNvPr id="8" name="Content Placeholder 7">
            <a:extLst>
              <a:ext uri="{FF2B5EF4-FFF2-40B4-BE49-F238E27FC236}">
                <a16:creationId xmlns:a16="http://schemas.microsoft.com/office/drawing/2014/main" id="{C4BE55E1-35A7-0BC0-E920-808D7D97D173}"/>
              </a:ext>
            </a:extLst>
          </p:cNvPr>
          <p:cNvSpPr>
            <a:spLocks noGrp="1"/>
          </p:cNvSpPr>
          <p:nvPr>
            <p:ph sz="quarter" idx="1"/>
          </p:nvPr>
        </p:nvSpPr>
        <p:spPr>
          <a:xfrm>
            <a:off x="612648" y="1600200"/>
            <a:ext cx="8153400" cy="4781128"/>
          </a:xfrm>
        </p:spPr>
        <p:txBody>
          <a:bodyPr>
            <a:normAutofit fontScale="77500" lnSpcReduction="20000"/>
          </a:bodyPr>
          <a:lstStyle/>
          <a:p>
            <a:r>
              <a:rPr lang="en-GB" sz="3100" dirty="0">
                <a:solidFill>
                  <a:schemeClr val="tx2">
                    <a:lumMod val="50000"/>
                  </a:schemeClr>
                </a:solidFill>
              </a:rPr>
              <a:t>Statistical tests rely of statistical fundamentals including: random variables, probability distributions, parameters, population, sample, sampling distributions and the </a:t>
            </a:r>
            <a:r>
              <a:rPr lang="en-GB" sz="3100" b="1" dirty="0">
                <a:solidFill>
                  <a:schemeClr val="tx2">
                    <a:lumMod val="50000"/>
                  </a:schemeClr>
                </a:solidFill>
              </a:rPr>
              <a:t>Central Limit Theorem</a:t>
            </a:r>
            <a:endParaRPr kumimoji="0" lang="en-GB" sz="3200" b="1" i="0" kern="1200" dirty="0">
              <a:solidFill>
                <a:schemeClr val="tx2">
                  <a:lumMod val="50000"/>
                </a:schemeClr>
              </a:solidFill>
              <a:effectLst/>
              <a:latin typeface="+mn-lt"/>
              <a:ea typeface="+mn-ea"/>
              <a:cs typeface="+mn-cs"/>
            </a:endParaRPr>
          </a:p>
          <a:p>
            <a:r>
              <a:rPr kumimoji="0" lang="en-GB" sz="3200" b="1" i="0" kern="1200" dirty="0">
                <a:solidFill>
                  <a:schemeClr val="tx2">
                    <a:lumMod val="50000"/>
                  </a:schemeClr>
                </a:solidFill>
                <a:effectLst/>
                <a:latin typeface="+mn-lt"/>
                <a:ea typeface="+mn-ea"/>
                <a:cs typeface="+mn-cs"/>
              </a:rPr>
              <a:t>Parametric statistics </a:t>
            </a:r>
            <a:r>
              <a:rPr kumimoji="0" lang="en-GB" sz="3200" i="0" kern="1200" dirty="0">
                <a:solidFill>
                  <a:schemeClr val="tx2">
                    <a:lumMod val="50000"/>
                  </a:schemeClr>
                </a:solidFill>
                <a:effectLst/>
                <a:latin typeface="+mn-lt"/>
                <a:ea typeface="+mn-ea"/>
                <a:cs typeface="+mn-cs"/>
              </a:rPr>
              <a:t>are based on assumptions about the shape of the distribution (i.e., assume a </a:t>
            </a:r>
            <a:r>
              <a:rPr kumimoji="0" lang="en-GB" sz="3200" b="1" i="0" kern="1200" dirty="0">
                <a:solidFill>
                  <a:schemeClr val="tx2">
                    <a:lumMod val="50000"/>
                  </a:schemeClr>
                </a:solidFill>
                <a:effectLst/>
                <a:latin typeface="+mn-lt"/>
                <a:ea typeface="+mn-ea"/>
                <a:cs typeface="+mn-cs"/>
              </a:rPr>
              <a:t>normal distribution</a:t>
            </a:r>
            <a:r>
              <a:rPr kumimoji="0" lang="en-GB" sz="3200" i="0" kern="1200" dirty="0">
                <a:solidFill>
                  <a:schemeClr val="tx2">
                    <a:lumMod val="50000"/>
                  </a:schemeClr>
                </a:solidFill>
                <a:effectLst/>
                <a:latin typeface="+mn-lt"/>
                <a:ea typeface="+mn-ea"/>
                <a:cs typeface="+mn-cs"/>
              </a:rPr>
              <a:t>) in the underlying population and about the form or parameters (i.e., </a:t>
            </a:r>
            <a:r>
              <a:rPr kumimoji="0" lang="en-GB" sz="3200" b="1" i="0" kern="1200" dirty="0">
                <a:solidFill>
                  <a:schemeClr val="tx2">
                    <a:lumMod val="50000"/>
                  </a:schemeClr>
                </a:solidFill>
                <a:effectLst/>
                <a:latin typeface="+mn-lt"/>
                <a:ea typeface="+mn-ea"/>
                <a:cs typeface="+mn-cs"/>
              </a:rPr>
              <a:t>means and standard deviations</a:t>
            </a:r>
            <a:r>
              <a:rPr kumimoji="0" lang="en-GB" sz="3200" i="0" kern="1200" dirty="0">
                <a:solidFill>
                  <a:schemeClr val="tx2">
                    <a:lumMod val="50000"/>
                  </a:schemeClr>
                </a:solidFill>
                <a:effectLst/>
                <a:latin typeface="+mn-lt"/>
                <a:ea typeface="+mn-ea"/>
                <a:cs typeface="+mn-cs"/>
              </a:rPr>
              <a:t>) of the assumed distribution. </a:t>
            </a:r>
          </a:p>
          <a:p>
            <a:r>
              <a:rPr kumimoji="0" lang="en-GB" sz="3200" b="1" i="0" kern="1200" dirty="0">
                <a:solidFill>
                  <a:schemeClr val="tx2">
                    <a:lumMod val="50000"/>
                  </a:schemeClr>
                </a:solidFill>
                <a:effectLst/>
                <a:latin typeface="+mn-lt"/>
                <a:ea typeface="+mn-ea"/>
                <a:cs typeface="+mn-cs"/>
              </a:rPr>
              <a:t>Nonparametric statistics </a:t>
            </a:r>
            <a:r>
              <a:rPr kumimoji="0" lang="en-GB" sz="3200" i="0" kern="1200" dirty="0">
                <a:solidFill>
                  <a:schemeClr val="tx2">
                    <a:lumMod val="50000"/>
                  </a:schemeClr>
                </a:solidFill>
                <a:effectLst/>
                <a:latin typeface="+mn-lt"/>
                <a:ea typeface="+mn-ea"/>
                <a:cs typeface="+mn-cs"/>
              </a:rPr>
              <a:t>rely on no or few assumptions about the shape or parameters of the population distribution from which the sample was </a:t>
            </a:r>
            <a:r>
              <a:rPr lang="en-GB" sz="3200" dirty="0">
                <a:solidFill>
                  <a:schemeClr val="tx2">
                    <a:lumMod val="50000"/>
                  </a:schemeClr>
                </a:solidFill>
              </a:rPr>
              <a:t>drawn. That is, the data can be collected from a sample that does not follow a specific distribution.</a:t>
            </a:r>
          </a:p>
        </p:txBody>
      </p:sp>
      <p:sp>
        <p:nvSpPr>
          <p:cNvPr id="4" name="Footer Placeholder 3">
            <a:extLst>
              <a:ext uri="{FF2B5EF4-FFF2-40B4-BE49-F238E27FC236}">
                <a16:creationId xmlns:a16="http://schemas.microsoft.com/office/drawing/2014/main" id="{7A0121BA-9DC6-4906-031F-CACE655985E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DB691A91-9F87-C6F0-1A4E-5583E6C8DE94}"/>
              </a:ext>
            </a:extLst>
          </p:cNvPr>
          <p:cNvSpPr>
            <a:spLocks noGrp="1"/>
          </p:cNvSpPr>
          <p:nvPr>
            <p:ph type="sldNum" sz="quarter" idx="4"/>
          </p:nvPr>
        </p:nvSpPr>
        <p:spPr/>
        <p:txBody>
          <a:bodyPr/>
          <a:lstStyle/>
          <a:p>
            <a:fld id="{9FD7ECCF-50E7-4327-B945-FA93FF7B2BEF}" type="slidenum">
              <a:rPr lang="en-US" smtClean="0"/>
              <a:pPr/>
              <a:t>52</a:t>
            </a:fld>
            <a:r>
              <a:rPr lang="en-GB"/>
              <a:t>/75</a:t>
            </a:r>
            <a:endParaRPr lang="en-US" dirty="0"/>
          </a:p>
        </p:txBody>
      </p:sp>
    </p:spTree>
    <p:extLst>
      <p:ext uri="{BB962C8B-B14F-4D97-AF65-F5344CB8AC3E}">
        <p14:creationId xmlns:p14="http://schemas.microsoft.com/office/powerpoint/2010/main" val="35860373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3410-D729-37F4-E8CF-ADD12E762EBA}"/>
              </a:ext>
            </a:extLst>
          </p:cNvPr>
          <p:cNvSpPr>
            <a:spLocks noGrp="1"/>
          </p:cNvSpPr>
          <p:nvPr>
            <p:ph type="title"/>
          </p:nvPr>
        </p:nvSpPr>
        <p:spPr>
          <a:xfrm>
            <a:off x="4031940" y="228600"/>
            <a:ext cx="5112060" cy="990600"/>
          </a:xfrm>
        </p:spPr>
        <p:txBody>
          <a:bodyPr>
            <a:normAutofit fontScale="90000"/>
          </a:bodyPr>
          <a:lstStyle/>
          <a:p>
            <a:r>
              <a:rPr lang="en-GB" dirty="0"/>
              <a:t>Types of statistical test</a:t>
            </a:r>
          </a:p>
        </p:txBody>
      </p:sp>
      <p:graphicFrame>
        <p:nvGraphicFramePr>
          <p:cNvPr id="8" name="Table 8">
            <a:extLst>
              <a:ext uri="{FF2B5EF4-FFF2-40B4-BE49-F238E27FC236}">
                <a16:creationId xmlns:a16="http://schemas.microsoft.com/office/drawing/2014/main" id="{6E6516DE-5206-D468-90BB-18C7FE18575A}"/>
              </a:ext>
            </a:extLst>
          </p:cNvPr>
          <p:cNvGraphicFramePr>
            <a:graphicFrameLocks noGrp="1"/>
          </p:cNvGraphicFramePr>
          <p:nvPr>
            <p:ph sz="quarter" idx="1"/>
            <p:extLst>
              <p:ext uri="{D42A27DB-BD31-4B8C-83A1-F6EECF244321}">
                <p14:modId xmlns:p14="http://schemas.microsoft.com/office/powerpoint/2010/main" val="1070816432"/>
              </p:ext>
            </p:extLst>
          </p:nvPr>
        </p:nvGraphicFramePr>
        <p:xfrm>
          <a:off x="827584" y="1700808"/>
          <a:ext cx="7938465" cy="4076066"/>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1291783787"/>
                    </a:ext>
                  </a:extLst>
                </a:gridCol>
                <a:gridCol w="1152128">
                  <a:extLst>
                    <a:ext uri="{9D8B030D-6E8A-4147-A177-3AD203B41FA5}">
                      <a16:colId xmlns:a16="http://schemas.microsoft.com/office/drawing/2014/main" val="3231912141"/>
                    </a:ext>
                  </a:extLst>
                </a:gridCol>
                <a:gridCol w="936104">
                  <a:extLst>
                    <a:ext uri="{9D8B030D-6E8A-4147-A177-3AD203B41FA5}">
                      <a16:colId xmlns:a16="http://schemas.microsoft.com/office/drawing/2014/main" val="4036426565"/>
                    </a:ext>
                  </a:extLst>
                </a:gridCol>
                <a:gridCol w="1080120">
                  <a:extLst>
                    <a:ext uri="{9D8B030D-6E8A-4147-A177-3AD203B41FA5}">
                      <a16:colId xmlns:a16="http://schemas.microsoft.com/office/drawing/2014/main" val="781572535"/>
                    </a:ext>
                  </a:extLst>
                </a:gridCol>
                <a:gridCol w="936104">
                  <a:extLst>
                    <a:ext uri="{9D8B030D-6E8A-4147-A177-3AD203B41FA5}">
                      <a16:colId xmlns:a16="http://schemas.microsoft.com/office/drawing/2014/main" val="2722359463"/>
                    </a:ext>
                  </a:extLst>
                </a:gridCol>
                <a:gridCol w="936104">
                  <a:extLst>
                    <a:ext uri="{9D8B030D-6E8A-4147-A177-3AD203B41FA5}">
                      <a16:colId xmlns:a16="http://schemas.microsoft.com/office/drawing/2014/main" val="3486322763"/>
                    </a:ext>
                  </a:extLst>
                </a:gridCol>
                <a:gridCol w="1313729">
                  <a:extLst>
                    <a:ext uri="{9D8B030D-6E8A-4147-A177-3AD203B41FA5}">
                      <a16:colId xmlns:a16="http://schemas.microsoft.com/office/drawing/2014/main" val="1014836555"/>
                    </a:ext>
                  </a:extLst>
                </a:gridCol>
              </a:tblGrid>
              <a:tr h="525978">
                <a:tc>
                  <a:txBody>
                    <a:bodyPr/>
                    <a:lstStyle/>
                    <a:p>
                      <a:r>
                        <a:rPr lang="en-GB" sz="1400" dirty="0"/>
                        <a:t>Data</a:t>
                      </a:r>
                    </a:p>
                  </a:txBody>
                  <a:tcPr/>
                </a:tc>
                <a:tc>
                  <a:txBody>
                    <a:bodyPr/>
                    <a:lstStyle/>
                    <a:p>
                      <a:r>
                        <a:rPr lang="en-GB" sz="1400" dirty="0"/>
                        <a:t>Test type</a:t>
                      </a:r>
                    </a:p>
                  </a:txBody>
                  <a:tcPr/>
                </a:tc>
                <a:tc>
                  <a:txBody>
                    <a:bodyPr/>
                    <a:lstStyle/>
                    <a:p>
                      <a:r>
                        <a:rPr lang="en-GB" sz="1400" dirty="0"/>
                        <a:t>Sample size</a:t>
                      </a:r>
                    </a:p>
                  </a:txBody>
                  <a:tcPr/>
                </a:tc>
                <a:tc>
                  <a:txBody>
                    <a:bodyPr/>
                    <a:lstStyle/>
                    <a:p>
                      <a:r>
                        <a:rPr lang="en-GB" sz="1400" dirty="0"/>
                        <a:t>Data distribution</a:t>
                      </a:r>
                    </a:p>
                  </a:txBody>
                  <a:tcPr/>
                </a:tc>
                <a:tc>
                  <a:txBody>
                    <a:bodyPr/>
                    <a:lstStyle/>
                    <a:p>
                      <a:r>
                        <a:rPr lang="en-GB" sz="1400" dirty="0"/>
                        <a:t>Variance</a:t>
                      </a:r>
                    </a:p>
                  </a:txBody>
                  <a:tcPr/>
                </a:tc>
                <a:tc>
                  <a:txBody>
                    <a:bodyPr/>
                    <a:lstStyle/>
                    <a:p>
                      <a:r>
                        <a:rPr lang="en-GB" sz="1400" dirty="0"/>
                        <a:t>Outliers</a:t>
                      </a:r>
                    </a:p>
                  </a:txBody>
                  <a:tcPr/>
                </a:tc>
                <a:tc>
                  <a:txBody>
                    <a:bodyPr/>
                    <a:lstStyle/>
                    <a:p>
                      <a:r>
                        <a:rPr lang="en-GB" sz="1400" dirty="0"/>
                        <a:t>Statistical tests</a:t>
                      </a:r>
                    </a:p>
                  </a:txBody>
                  <a:tcPr/>
                </a:tc>
                <a:extLst>
                  <a:ext uri="{0D108BD9-81ED-4DB2-BD59-A6C34878D82A}">
                    <a16:rowId xmlns:a16="http://schemas.microsoft.com/office/drawing/2014/main" val="982953"/>
                  </a:ext>
                </a:extLst>
              </a:tr>
              <a:tr h="666268">
                <a:tc rowSpan="2">
                  <a:txBody>
                    <a:bodyPr/>
                    <a:lstStyle/>
                    <a:p>
                      <a:r>
                        <a:rPr lang="en-GB" sz="1400" b="1" dirty="0"/>
                        <a:t>Interval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Scale without a fundamental zero</a:t>
                      </a:r>
                    </a:p>
                  </a:txBody>
                  <a:tcPr anchor="ctr">
                    <a:solidFill>
                      <a:schemeClr val="accent1">
                        <a:lumMod val="20000"/>
                        <a:lumOff val="80000"/>
                      </a:schemeClr>
                    </a:solidFill>
                  </a:tcPr>
                </a:tc>
                <a:tc rowSpan="4">
                  <a:txBody>
                    <a:bodyPr/>
                    <a:lstStyle/>
                    <a:p>
                      <a:r>
                        <a:rPr kumimoji="0" lang="en-GB" sz="1400" b="1" i="0" kern="1200" dirty="0">
                          <a:solidFill>
                            <a:schemeClr val="dk1"/>
                          </a:solidFill>
                          <a:effectLst/>
                          <a:latin typeface="+mn-lt"/>
                          <a:ea typeface="+mn-ea"/>
                          <a:cs typeface="+mn-cs"/>
                        </a:rPr>
                        <a:t>Parametric </a:t>
                      </a:r>
                      <a:r>
                        <a:rPr kumimoji="0" lang="en-GB" sz="1400" b="0" i="0" kern="1200" dirty="0">
                          <a:solidFill>
                            <a:schemeClr val="dk1"/>
                          </a:solidFill>
                          <a:effectLst/>
                          <a:latin typeface="+mn-lt"/>
                          <a:ea typeface="+mn-ea"/>
                          <a:cs typeface="+mn-cs"/>
                        </a:rPr>
                        <a:t>statistical test</a:t>
                      </a:r>
                      <a:endParaRPr lang="en-GB" sz="1400" b="0" dirty="0"/>
                    </a:p>
                  </a:txBody>
                  <a:tcPr anchor="ctr">
                    <a:solidFill>
                      <a:schemeClr val="accent1">
                        <a:lumMod val="20000"/>
                        <a:lumOff val="80000"/>
                      </a:schemeClr>
                    </a:solidFill>
                  </a:tcPr>
                </a:tc>
                <a:tc rowSpan="4">
                  <a:txBody>
                    <a:bodyPr/>
                    <a:lstStyle/>
                    <a:p>
                      <a:r>
                        <a:rPr lang="en-GB" sz="1400" b="1" dirty="0"/>
                        <a:t>Large sample</a:t>
                      </a:r>
                    </a:p>
                  </a:txBody>
                  <a:tcPr anchor="ctr">
                    <a:solidFill>
                      <a:schemeClr val="accent1">
                        <a:lumMod val="20000"/>
                        <a:lumOff val="80000"/>
                      </a:schemeClr>
                    </a:solidFill>
                  </a:tcPr>
                </a:tc>
                <a:tc rowSpan="4">
                  <a:txBody>
                    <a:bodyPr/>
                    <a:lstStyle/>
                    <a:p>
                      <a:r>
                        <a:rPr kumimoji="0" lang="en-GB" sz="1400" b="0" i="0" kern="1200" dirty="0">
                          <a:solidFill>
                            <a:schemeClr val="dk1"/>
                          </a:solidFill>
                          <a:effectLst/>
                          <a:latin typeface="+mn-lt"/>
                          <a:ea typeface="+mn-ea"/>
                          <a:cs typeface="+mn-cs"/>
                        </a:rPr>
                        <a:t>data is </a:t>
                      </a:r>
                      <a:r>
                        <a:rPr kumimoji="0" lang="en-GB" sz="1400" b="1" i="0" kern="1200" dirty="0">
                          <a:solidFill>
                            <a:schemeClr val="dk1"/>
                          </a:solidFill>
                          <a:effectLst/>
                          <a:latin typeface="+mn-lt"/>
                          <a:ea typeface="+mn-ea"/>
                          <a:cs typeface="+mn-cs"/>
                        </a:rPr>
                        <a:t>normally distributed</a:t>
                      </a:r>
                      <a:endParaRPr lang="en-GB" sz="1400" b="1" dirty="0"/>
                    </a:p>
                  </a:txBody>
                  <a:tcPr anchor="ctr">
                    <a:solidFill>
                      <a:schemeClr val="accent1">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Equal variances</a:t>
                      </a:r>
                    </a:p>
                    <a:p>
                      <a:endParaRPr lang="en-GB" sz="1400" b="1" dirty="0"/>
                    </a:p>
                  </a:txBody>
                  <a:tcPr anchor="ctr">
                    <a:solidFill>
                      <a:schemeClr val="accent1">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No</a:t>
                      </a:r>
                      <a:r>
                        <a:rPr lang="en-GB" sz="1400" dirty="0"/>
                        <a:t> </a:t>
                      </a:r>
                      <a:r>
                        <a:rPr lang="en-GB" sz="1400" b="1" dirty="0"/>
                        <a:t>Outliers</a:t>
                      </a:r>
                    </a:p>
                    <a:p>
                      <a:endParaRPr lang="en-GB" sz="1400" b="1" dirty="0"/>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1" kern="1200" dirty="0">
                          <a:solidFill>
                            <a:schemeClr val="dk1"/>
                          </a:solidFill>
                          <a:effectLst/>
                          <a:latin typeface="+mn-lt"/>
                          <a:ea typeface="+mn-ea"/>
                          <a:cs typeface="+mn-cs"/>
                        </a:rPr>
                        <a:t>z-</a:t>
                      </a:r>
                      <a:r>
                        <a:rPr kumimoji="0" lang="en-GB" sz="1400" b="1" i="0" kern="1200" dirty="0">
                          <a:solidFill>
                            <a:schemeClr val="dk1"/>
                          </a:solidFill>
                          <a:effectLst/>
                          <a:latin typeface="+mn-lt"/>
                          <a:ea typeface="+mn-ea"/>
                          <a:cs typeface="+mn-cs"/>
                        </a:rPr>
                        <a:t>Tests</a:t>
                      </a:r>
                      <a:r>
                        <a:rPr kumimoji="0" lang="en-GB" sz="1400" b="0" i="1" kern="1200" dirty="0">
                          <a:solidFill>
                            <a:schemeClr val="dk1"/>
                          </a:solidFill>
                          <a:effectLst/>
                          <a:latin typeface="+mn-lt"/>
                          <a:ea typeface="+mn-ea"/>
                          <a:cs typeface="+mn-cs"/>
                        </a:rPr>
                        <a:t> </a:t>
                      </a:r>
                      <a:endParaRPr lang="en-GB" sz="1400" i="1" dirty="0"/>
                    </a:p>
                  </a:txBody>
                  <a:tcPr anchor="ctr">
                    <a:solidFill>
                      <a:schemeClr val="accent1">
                        <a:lumMod val="20000"/>
                        <a:lumOff val="80000"/>
                      </a:schemeClr>
                    </a:solidFill>
                  </a:tcPr>
                </a:tc>
                <a:extLst>
                  <a:ext uri="{0D108BD9-81ED-4DB2-BD59-A6C34878D82A}">
                    <a16:rowId xmlns:a16="http://schemas.microsoft.com/office/drawing/2014/main" val="1978487260"/>
                  </a:ext>
                </a:extLst>
              </a:tr>
              <a:tr h="247914">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r>
                        <a:rPr kumimoji="0" lang="en-GB" sz="1400" b="1" i="1" kern="1200" dirty="0">
                          <a:solidFill>
                            <a:schemeClr val="dk1"/>
                          </a:solidFill>
                          <a:effectLst/>
                          <a:latin typeface="+mn-lt"/>
                          <a:ea typeface="+mn-ea"/>
                          <a:cs typeface="+mn-cs"/>
                        </a:rPr>
                        <a:t>t-</a:t>
                      </a:r>
                      <a:r>
                        <a:rPr kumimoji="0" lang="en-GB" sz="1400" b="1" i="0" kern="1200" dirty="0">
                          <a:solidFill>
                            <a:schemeClr val="dk1"/>
                          </a:solidFill>
                          <a:effectLst/>
                          <a:latin typeface="+mn-lt"/>
                          <a:ea typeface="+mn-ea"/>
                          <a:cs typeface="+mn-cs"/>
                        </a:rPr>
                        <a:t>Tests</a:t>
                      </a:r>
                      <a:endParaRPr lang="en-GB" sz="1400" i="0" dirty="0"/>
                    </a:p>
                  </a:txBody>
                  <a:tcPr anchor="ctr">
                    <a:solidFill>
                      <a:schemeClr val="accent1">
                        <a:lumMod val="20000"/>
                        <a:lumOff val="80000"/>
                      </a:schemeClr>
                    </a:solidFill>
                  </a:tcPr>
                </a:tc>
                <a:extLst>
                  <a:ext uri="{0D108BD9-81ED-4DB2-BD59-A6C34878D82A}">
                    <a16:rowId xmlns:a16="http://schemas.microsoft.com/office/drawing/2014/main" val="259000529"/>
                  </a:ext>
                </a:extLst>
              </a:tr>
              <a:tr h="238438">
                <a:tc rowSpan="2">
                  <a:txBody>
                    <a:bodyPr/>
                    <a:lstStyle/>
                    <a:p>
                      <a:r>
                        <a:rPr lang="en-GB" sz="1400" b="1" dirty="0"/>
                        <a:t>Ratio</a:t>
                      </a:r>
                    </a:p>
                    <a:p>
                      <a:r>
                        <a:rPr lang="en-GB" sz="1400" dirty="0"/>
                        <a:t>Scale with a fundamental zero</a:t>
                      </a:r>
                    </a:p>
                  </a:txBody>
                  <a:tcPr anchor="ctr">
                    <a:solidFill>
                      <a:schemeClr val="accent1">
                        <a:lumMod val="20000"/>
                        <a:lumOff val="80000"/>
                      </a:schemeClr>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000248952"/>
                  </a:ext>
                </a:extLst>
              </a:tr>
              <a:tr h="517750">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r>
                        <a:rPr kumimoji="0" lang="en-GB" sz="1400" b="1" i="1" kern="1200" dirty="0">
                          <a:solidFill>
                            <a:schemeClr val="dk1"/>
                          </a:solidFill>
                          <a:effectLst/>
                          <a:latin typeface="+mn-lt"/>
                          <a:ea typeface="+mn-ea"/>
                          <a:cs typeface="+mn-cs"/>
                        </a:rPr>
                        <a:t>ANOVA</a:t>
                      </a:r>
                      <a:endParaRPr lang="en-GB" sz="1400" i="1" dirty="0"/>
                    </a:p>
                  </a:txBody>
                  <a:tcPr anchor="ctr">
                    <a:solidFill>
                      <a:schemeClr val="accent1">
                        <a:lumMod val="20000"/>
                        <a:lumOff val="80000"/>
                      </a:schemeClr>
                    </a:solidFill>
                  </a:tcPr>
                </a:tc>
                <a:extLst>
                  <a:ext uri="{0D108BD9-81ED-4DB2-BD59-A6C34878D82A}">
                    <a16:rowId xmlns:a16="http://schemas.microsoft.com/office/drawing/2014/main" val="190432995"/>
                  </a:ext>
                </a:extLst>
              </a:tr>
              <a:tr h="972004">
                <a:tc>
                  <a:txBody>
                    <a:bodyPr/>
                    <a:lstStyle/>
                    <a:p>
                      <a:r>
                        <a:rPr lang="en-GB" sz="1400" b="1" dirty="0"/>
                        <a:t>Nominal</a:t>
                      </a:r>
                    </a:p>
                    <a:p>
                      <a:r>
                        <a:rPr lang="en-GB" sz="1400" dirty="0"/>
                        <a:t>categorical</a:t>
                      </a:r>
                    </a:p>
                  </a:txBody>
                  <a:tcPr anchor="ctr">
                    <a:solidFill>
                      <a:schemeClr val="bg2"/>
                    </a:solidFill>
                  </a:tcPr>
                </a:tc>
                <a:tc rowSpan="2">
                  <a:txBody>
                    <a:bodyPr/>
                    <a:lstStyle/>
                    <a:p>
                      <a:r>
                        <a:rPr kumimoji="0" lang="en-GB" sz="1400" b="1" i="0" kern="1200" dirty="0">
                          <a:solidFill>
                            <a:schemeClr val="dk1"/>
                          </a:solidFill>
                          <a:effectLst/>
                          <a:latin typeface="+mn-lt"/>
                          <a:ea typeface="+mn-ea"/>
                          <a:cs typeface="+mn-cs"/>
                        </a:rPr>
                        <a:t>Non parametric </a:t>
                      </a:r>
                      <a:r>
                        <a:rPr kumimoji="0" lang="en-GB" sz="1400" b="0" i="0" kern="1200" dirty="0">
                          <a:solidFill>
                            <a:schemeClr val="dk1"/>
                          </a:solidFill>
                          <a:effectLst/>
                          <a:latin typeface="+mn-lt"/>
                          <a:ea typeface="+mn-ea"/>
                          <a:cs typeface="+mn-cs"/>
                        </a:rPr>
                        <a:t>statistical test</a:t>
                      </a:r>
                      <a:endParaRPr lang="en-GB" sz="1400" b="0"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Small sample</a:t>
                      </a:r>
                    </a:p>
                    <a:p>
                      <a:endParaRPr lang="en-GB" sz="1400" b="1" dirty="0"/>
                    </a:p>
                  </a:txBody>
                  <a:tcPr anchor="ctr">
                    <a:solidFill>
                      <a:schemeClr val="bg2"/>
                    </a:solidFill>
                  </a:tcPr>
                </a:tc>
                <a:tc rowSpan="2">
                  <a:txBody>
                    <a:bodyPr/>
                    <a:lstStyle/>
                    <a:p>
                      <a:r>
                        <a:rPr kumimoji="0" lang="en-GB" sz="1400" b="0" i="0" kern="1200" dirty="0">
                          <a:solidFill>
                            <a:schemeClr val="dk1"/>
                          </a:solidFill>
                          <a:effectLst/>
                          <a:latin typeface="+mn-lt"/>
                          <a:ea typeface="+mn-ea"/>
                          <a:cs typeface="+mn-cs"/>
                        </a:rPr>
                        <a:t>data is </a:t>
                      </a:r>
                      <a:r>
                        <a:rPr kumimoji="0" lang="en-GB" sz="1400" b="1" i="0" kern="1200" dirty="0">
                          <a:solidFill>
                            <a:schemeClr val="dk1"/>
                          </a:solidFill>
                          <a:effectLst/>
                          <a:latin typeface="+mn-lt"/>
                          <a:ea typeface="+mn-ea"/>
                          <a:cs typeface="+mn-cs"/>
                        </a:rPr>
                        <a:t>NOT normally distributed</a:t>
                      </a:r>
                      <a:endParaRPr lang="en-GB" sz="1400" b="1"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Unequal variances</a:t>
                      </a:r>
                    </a:p>
                    <a:p>
                      <a:endParaRPr lang="en-GB" sz="1400" b="1"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Outlies</a:t>
                      </a:r>
                    </a:p>
                    <a:p>
                      <a:endParaRPr lang="en-GB" sz="1400" b="1" dirty="0"/>
                    </a:p>
                  </a:txBody>
                  <a:tcPr anchor="ctr">
                    <a:solidFill>
                      <a:schemeClr val="bg2"/>
                    </a:solidFill>
                  </a:tcPr>
                </a:tc>
                <a:tc rowSpan="2">
                  <a:txBody>
                    <a:bodyPr/>
                    <a:lstStyle/>
                    <a:p>
                      <a:r>
                        <a:rPr kumimoji="0" lang="en-GB" sz="1400" b="1" i="1" kern="1200" dirty="0">
                          <a:solidFill>
                            <a:schemeClr val="dk1"/>
                          </a:solidFill>
                          <a:effectLst/>
                          <a:latin typeface="+mn-lt"/>
                          <a:ea typeface="+mn-ea"/>
                          <a:cs typeface="+mn-cs"/>
                        </a:rPr>
                        <a:t>Chi-square </a:t>
                      </a:r>
                      <a:r>
                        <a:rPr kumimoji="0" lang="en-GB" sz="1400" b="1" i="0" kern="1200" dirty="0">
                          <a:solidFill>
                            <a:schemeClr val="dk1"/>
                          </a:solidFill>
                          <a:effectLst/>
                          <a:latin typeface="+mn-lt"/>
                          <a:ea typeface="+mn-ea"/>
                          <a:cs typeface="+mn-cs"/>
                        </a:rPr>
                        <a:t>Test</a:t>
                      </a:r>
                      <a:endParaRPr lang="en-GB" sz="1400" i="0" dirty="0"/>
                    </a:p>
                  </a:txBody>
                  <a:tcPr anchor="ctr">
                    <a:solidFill>
                      <a:schemeClr val="bg2"/>
                    </a:solidFill>
                  </a:tcPr>
                </a:tc>
                <a:extLst>
                  <a:ext uri="{0D108BD9-81ED-4DB2-BD59-A6C34878D82A}">
                    <a16:rowId xmlns:a16="http://schemas.microsoft.com/office/drawing/2014/main" val="2811778578"/>
                  </a:ext>
                </a:extLst>
              </a:tr>
              <a:tr h="907714">
                <a:tc>
                  <a:txBody>
                    <a:bodyPr/>
                    <a:lstStyle/>
                    <a:p>
                      <a:r>
                        <a:rPr lang="en-GB" sz="1400" b="1" dirty="0"/>
                        <a:t>Ordinal</a:t>
                      </a:r>
                    </a:p>
                    <a:p>
                      <a:r>
                        <a:rPr lang="en-GB" sz="1400" dirty="0"/>
                        <a:t>Rank or order </a:t>
                      </a:r>
                    </a:p>
                  </a:txBody>
                  <a:tcPr anchor="ctr">
                    <a:solidFill>
                      <a:schemeClr val="bg2"/>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6828089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B97C949-4A46-E999-17D9-ADCB60C35BDB}"/>
                  </a:ext>
                </a:extLst>
              </p14:cNvPr>
              <p14:cNvContentPartPr/>
              <p14:nvPr/>
            </p14:nvContentPartPr>
            <p14:xfrm>
              <a:off x="332259" y="1449678"/>
              <a:ext cx="8811000" cy="2469600"/>
            </p14:xfrm>
          </p:contentPart>
        </mc:Choice>
        <mc:Fallback xmlns="">
          <p:pic>
            <p:nvPicPr>
              <p:cNvPr id="9" name="Ink 8">
                <a:extLst>
                  <a:ext uri="{FF2B5EF4-FFF2-40B4-BE49-F238E27FC236}">
                    <a16:creationId xmlns:a16="http://schemas.microsoft.com/office/drawing/2014/main" id="{3B97C949-4A46-E999-17D9-ADCB60C35BDB}"/>
                  </a:ext>
                </a:extLst>
              </p:cNvPr>
              <p:cNvPicPr/>
              <p:nvPr/>
            </p:nvPicPr>
            <p:blipFill>
              <a:blip r:embed="rId3"/>
              <a:stretch>
                <a:fillRect/>
              </a:stretch>
            </p:blipFill>
            <p:spPr>
              <a:xfrm>
                <a:off x="296619" y="1414038"/>
                <a:ext cx="8882640" cy="2541240"/>
              </a:xfrm>
              <a:prstGeom prst="rect">
                <a:avLst/>
              </a:prstGeom>
            </p:spPr>
          </p:pic>
        </mc:Fallback>
      </mc:AlternateContent>
      <p:sp>
        <p:nvSpPr>
          <p:cNvPr id="10" name="Rectangle: Rounded Corners 9">
            <a:extLst>
              <a:ext uri="{FF2B5EF4-FFF2-40B4-BE49-F238E27FC236}">
                <a16:creationId xmlns:a16="http://schemas.microsoft.com/office/drawing/2014/main" id="{FF238E43-5929-3076-121A-96FE07C438B6}"/>
              </a:ext>
            </a:extLst>
          </p:cNvPr>
          <p:cNvSpPr/>
          <p:nvPr/>
        </p:nvSpPr>
        <p:spPr>
          <a:xfrm>
            <a:off x="971600" y="546037"/>
            <a:ext cx="2664296"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11" name="Rectangle: Rounded Corners 10">
            <a:extLst>
              <a:ext uri="{FF2B5EF4-FFF2-40B4-BE49-F238E27FC236}">
                <a16:creationId xmlns:a16="http://schemas.microsoft.com/office/drawing/2014/main" id="{52384960-6AD5-874D-8441-C441450ED346}"/>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sp>
        <p:nvSpPr>
          <p:cNvPr id="5" name="Footer Placeholder 4">
            <a:extLst>
              <a:ext uri="{FF2B5EF4-FFF2-40B4-BE49-F238E27FC236}">
                <a16:creationId xmlns:a16="http://schemas.microsoft.com/office/drawing/2014/main" id="{C1593BC5-BB29-1564-23EB-F98818AD6CF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44DC8255-A0AE-9C68-D5C1-691D8DDBFC6E}"/>
              </a:ext>
            </a:extLst>
          </p:cNvPr>
          <p:cNvSpPr>
            <a:spLocks noGrp="1"/>
          </p:cNvSpPr>
          <p:nvPr>
            <p:ph type="sldNum" sz="quarter" idx="4"/>
          </p:nvPr>
        </p:nvSpPr>
        <p:spPr/>
        <p:txBody>
          <a:bodyPr/>
          <a:lstStyle/>
          <a:p>
            <a:fld id="{9FD7ECCF-50E7-4327-B945-FA93FF7B2BEF}" type="slidenum">
              <a:rPr lang="en-US" smtClean="0"/>
              <a:pPr/>
              <a:t>53</a:t>
            </a:fld>
            <a:r>
              <a:rPr lang="en-GB"/>
              <a:t>/75</a:t>
            </a:r>
            <a:endParaRPr lang="en-US" dirty="0"/>
          </a:p>
        </p:txBody>
      </p:sp>
    </p:spTree>
    <p:extLst>
      <p:ext uri="{BB962C8B-B14F-4D97-AF65-F5344CB8AC3E}">
        <p14:creationId xmlns:p14="http://schemas.microsoft.com/office/powerpoint/2010/main" val="15644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11D9-B182-6869-2D8F-1FE852D79304}"/>
              </a:ext>
            </a:extLst>
          </p:cNvPr>
          <p:cNvSpPr>
            <a:spLocks noGrp="1"/>
          </p:cNvSpPr>
          <p:nvPr>
            <p:ph type="title"/>
          </p:nvPr>
        </p:nvSpPr>
        <p:spPr>
          <a:xfrm>
            <a:off x="3635896" y="116632"/>
            <a:ext cx="5130152" cy="990600"/>
          </a:xfrm>
        </p:spPr>
        <p:txBody>
          <a:bodyPr>
            <a:normAutofit fontScale="90000"/>
          </a:bodyPr>
          <a:lstStyle/>
          <a:p>
            <a:pPr>
              <a:lnSpc>
                <a:spcPts val="3500"/>
              </a:lnSpc>
            </a:pPr>
            <a:r>
              <a:rPr lang="en-GB" dirty="0"/>
              <a:t>Commonly used test in usability testing</a:t>
            </a:r>
          </a:p>
        </p:txBody>
      </p:sp>
      <p:graphicFrame>
        <p:nvGraphicFramePr>
          <p:cNvPr id="4" name="Table 3">
            <a:extLst>
              <a:ext uri="{FF2B5EF4-FFF2-40B4-BE49-F238E27FC236}">
                <a16:creationId xmlns:a16="http://schemas.microsoft.com/office/drawing/2014/main" id="{C9A722A0-CFAB-52EE-2528-2D94F33C1FB5}"/>
              </a:ext>
            </a:extLst>
          </p:cNvPr>
          <p:cNvGraphicFramePr>
            <a:graphicFrameLocks noGrp="1"/>
          </p:cNvGraphicFramePr>
          <p:nvPr>
            <p:extLst>
              <p:ext uri="{D42A27DB-BD31-4B8C-83A1-F6EECF244321}">
                <p14:modId xmlns:p14="http://schemas.microsoft.com/office/powerpoint/2010/main" val="2296784085"/>
              </p:ext>
            </p:extLst>
          </p:nvPr>
        </p:nvGraphicFramePr>
        <p:xfrm>
          <a:off x="609600" y="1628800"/>
          <a:ext cx="7922840" cy="4425674"/>
        </p:xfrm>
        <a:graphic>
          <a:graphicData uri="http://schemas.openxmlformats.org/drawingml/2006/table">
            <a:tbl>
              <a:tblPr/>
              <a:tblGrid>
                <a:gridCol w="2234208">
                  <a:extLst>
                    <a:ext uri="{9D8B030D-6E8A-4147-A177-3AD203B41FA5}">
                      <a16:colId xmlns:a16="http://schemas.microsoft.com/office/drawing/2014/main" val="297016493"/>
                    </a:ext>
                  </a:extLst>
                </a:gridCol>
                <a:gridCol w="1872208">
                  <a:extLst>
                    <a:ext uri="{9D8B030D-6E8A-4147-A177-3AD203B41FA5}">
                      <a16:colId xmlns:a16="http://schemas.microsoft.com/office/drawing/2014/main" val="3429390598"/>
                    </a:ext>
                  </a:extLst>
                </a:gridCol>
                <a:gridCol w="1728192">
                  <a:extLst>
                    <a:ext uri="{9D8B030D-6E8A-4147-A177-3AD203B41FA5}">
                      <a16:colId xmlns:a16="http://schemas.microsoft.com/office/drawing/2014/main" val="1410257675"/>
                    </a:ext>
                  </a:extLst>
                </a:gridCol>
                <a:gridCol w="2088232">
                  <a:extLst>
                    <a:ext uri="{9D8B030D-6E8A-4147-A177-3AD203B41FA5}">
                      <a16:colId xmlns:a16="http://schemas.microsoft.com/office/drawing/2014/main" val="2762137548"/>
                    </a:ext>
                  </a:extLst>
                </a:gridCol>
              </a:tblGrid>
              <a:tr h="288032">
                <a:tc gridSpan="4">
                  <a:txBody>
                    <a:bodyPr/>
                    <a:lstStyle/>
                    <a:p>
                      <a:r>
                        <a:rPr lang="en-GB" sz="1400" b="1" dirty="0">
                          <a:latin typeface="+mn-lt"/>
                        </a:rPr>
                        <a:t>Commonly Used Significance Tests for Comparing Means and Their Application Context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432674083"/>
                  </a:ext>
                </a:extLst>
              </a:tr>
              <a:tr h="475735">
                <a:tc>
                  <a:txBody>
                    <a:bodyPr/>
                    <a:lstStyle/>
                    <a:p>
                      <a:pPr algn="l" fontAlgn="ctr"/>
                      <a:r>
                        <a:rPr lang="en-GB" sz="1400" b="1" i="0" dirty="0">
                          <a:effectLst/>
                          <a:latin typeface="+mn-lt"/>
                        </a:rPr>
                        <a:t>Experiment Design</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400" b="1" i="0" dirty="0">
                          <a:effectLst/>
                          <a:latin typeface="+mn-lt"/>
                        </a:rPr>
                        <a:t>Independent Variables (IV)</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400" b="1" i="0" dirty="0">
                          <a:effectLst/>
                          <a:latin typeface="+mn-lt"/>
                        </a:rPr>
                        <a:t>Conditions for each IV</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GB" sz="1400" b="1" i="0" dirty="0">
                          <a:effectLst/>
                          <a:latin typeface="+mn-lt"/>
                        </a:rPr>
                        <a:t>Types of Test</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16447470"/>
                  </a:ext>
                </a:extLst>
              </a:tr>
              <a:tr h="710278">
                <a:tc rowSpan="3">
                  <a:txBody>
                    <a:bodyPr/>
                    <a:lstStyle/>
                    <a:p>
                      <a:pPr algn="l" fontAlgn="ctr"/>
                      <a:r>
                        <a:rPr lang="en-GB" sz="1400" b="0" i="0" dirty="0">
                          <a:effectLst/>
                          <a:latin typeface="+mn-lt"/>
                        </a:rPr>
                        <a:t>Between-group</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a:effectLst/>
                          <a:latin typeface="+mn-lt"/>
                        </a:rPr>
                        <a:t>2</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Independent-samples </a:t>
                      </a:r>
                      <a:r>
                        <a:rPr lang="en-GB" sz="1400" b="0" i="1" dirty="0">
                          <a:effectLst/>
                          <a:latin typeface="+mn-lt"/>
                        </a:rPr>
                        <a:t>t</a:t>
                      </a:r>
                      <a:r>
                        <a:rPr lang="en-GB" sz="1400" b="0" dirty="0">
                          <a:effectLst/>
                          <a:latin typeface="+mn-lt"/>
                        </a:rPr>
                        <a:t> test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10477614"/>
                  </a:ext>
                </a:extLst>
              </a:tr>
              <a:tr h="381552">
                <a:tc vMerge="1">
                  <a:txBody>
                    <a:bodyPr/>
                    <a:lstStyle/>
                    <a:p>
                      <a:endParaRPr lang="en-GB"/>
                    </a:p>
                  </a:txBody>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3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One-way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68102198"/>
                  </a:ext>
                </a:extLst>
              </a:tr>
              <a:tr h="381552">
                <a:tc vMerge="1">
                  <a:txBody>
                    <a:bodyPr/>
                    <a:lstStyle/>
                    <a:p>
                      <a:endParaRPr lang="en-GB"/>
                    </a:p>
                  </a:txBody>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Factorial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53798149"/>
                  </a:ext>
                </a:extLst>
              </a:tr>
              <a:tr h="545915">
                <a:tc rowSpan="3">
                  <a:txBody>
                    <a:bodyPr/>
                    <a:lstStyle/>
                    <a:p>
                      <a:pPr algn="l" fontAlgn="ctr"/>
                      <a:r>
                        <a:rPr lang="en-GB" sz="1400" b="0" i="0" dirty="0">
                          <a:effectLst/>
                          <a:latin typeface="+mn-lt"/>
                        </a:rPr>
                        <a:t>Within-group</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2</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Paired-samples </a:t>
                      </a:r>
                      <a:r>
                        <a:rPr lang="en-GB" sz="1400" b="0" i="1" dirty="0">
                          <a:effectLst/>
                          <a:latin typeface="+mn-lt"/>
                        </a:rPr>
                        <a:t>t</a:t>
                      </a:r>
                      <a:r>
                        <a:rPr lang="en-GB" sz="1400" b="0" dirty="0">
                          <a:effectLst/>
                          <a:latin typeface="+mn-lt"/>
                        </a:rPr>
                        <a:t> test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33280931"/>
                  </a:ext>
                </a:extLst>
              </a:tr>
              <a:tr h="545915">
                <a:tc vMerge="1">
                  <a:txBody>
                    <a:bodyPr/>
                    <a:lstStyle/>
                    <a:p>
                      <a:endParaRPr lang="en-GB"/>
                    </a:p>
                  </a:txBody>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3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Repeated measures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30798632"/>
                  </a:ext>
                </a:extLst>
              </a:tr>
              <a:tr h="545915">
                <a:tc vMerge="1">
                  <a:txBody>
                    <a:bodyPr/>
                    <a:lstStyle/>
                    <a:p>
                      <a:endParaRPr lang="en-GB"/>
                    </a:p>
                  </a:txBody>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Repeated measures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54209523"/>
                  </a:ext>
                </a:extLst>
              </a:tr>
              <a:tr h="545915">
                <a:tc>
                  <a:txBody>
                    <a:bodyPr/>
                    <a:lstStyle/>
                    <a:p>
                      <a:pPr algn="l" fontAlgn="t"/>
                      <a:r>
                        <a:rPr lang="en-GB" sz="1400" b="0" i="0" dirty="0">
                          <a:effectLst/>
                          <a:latin typeface="+mn-lt"/>
                        </a:rPr>
                        <a:t>Between- and within-group</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fontAlgn="t"/>
                      <a:r>
                        <a:rPr lang="en-GB" sz="1400" b="0" dirty="0">
                          <a:effectLst/>
                          <a:latin typeface="+mn-lt"/>
                        </a:rPr>
                        <a:t>Split-plot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471295807"/>
                  </a:ext>
                </a:extLst>
              </a:tr>
            </a:tbl>
          </a:graphicData>
        </a:graphic>
      </p:graphicFrame>
      <p:sp>
        <p:nvSpPr>
          <p:cNvPr id="7" name="Rectangle: Rounded Corners 6">
            <a:extLst>
              <a:ext uri="{FF2B5EF4-FFF2-40B4-BE49-F238E27FC236}">
                <a16:creationId xmlns:a16="http://schemas.microsoft.com/office/drawing/2014/main" id="{84F12EAD-107D-C8BE-D7C2-82C9BA7DF646}"/>
              </a:ext>
            </a:extLst>
          </p:cNvPr>
          <p:cNvSpPr/>
          <p:nvPr/>
        </p:nvSpPr>
        <p:spPr>
          <a:xfrm>
            <a:off x="971600" y="546037"/>
            <a:ext cx="2664296"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10" name="Rectangle: Rounded Corners 9">
            <a:extLst>
              <a:ext uri="{FF2B5EF4-FFF2-40B4-BE49-F238E27FC236}">
                <a16:creationId xmlns:a16="http://schemas.microsoft.com/office/drawing/2014/main" id="{D9AE1E4E-7383-C008-E657-BF3B66A83672}"/>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sp>
        <p:nvSpPr>
          <p:cNvPr id="6" name="Footer Placeholder 5">
            <a:extLst>
              <a:ext uri="{FF2B5EF4-FFF2-40B4-BE49-F238E27FC236}">
                <a16:creationId xmlns:a16="http://schemas.microsoft.com/office/drawing/2014/main" id="{ED569B0E-AB37-BE5C-4307-AE16DEF988A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A2BABB7C-F4E2-F478-E397-91C253416AF5}"/>
              </a:ext>
            </a:extLst>
          </p:cNvPr>
          <p:cNvSpPr>
            <a:spLocks noGrp="1"/>
          </p:cNvSpPr>
          <p:nvPr>
            <p:ph type="sldNum" sz="quarter" idx="4"/>
          </p:nvPr>
        </p:nvSpPr>
        <p:spPr/>
        <p:txBody>
          <a:bodyPr/>
          <a:lstStyle/>
          <a:p>
            <a:fld id="{9FD7ECCF-50E7-4327-B945-FA93FF7B2BEF}" type="slidenum">
              <a:rPr lang="en-US" smtClean="0"/>
              <a:pPr/>
              <a:t>54</a:t>
            </a:fld>
            <a:r>
              <a:rPr lang="en-GB"/>
              <a:t>/75</a:t>
            </a:r>
            <a:endParaRPr lang="en-US" dirty="0"/>
          </a:p>
        </p:txBody>
      </p:sp>
    </p:spTree>
    <p:extLst>
      <p:ext uri="{BB962C8B-B14F-4D97-AF65-F5344CB8AC3E}">
        <p14:creationId xmlns:p14="http://schemas.microsoft.com/office/powerpoint/2010/main" val="1874153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3A6DD-E942-CE16-F0F1-4FF39316E1FC}"/>
              </a:ext>
            </a:extLst>
          </p:cNvPr>
          <p:cNvSpPr>
            <a:spLocks noGrp="1"/>
          </p:cNvSpPr>
          <p:nvPr>
            <p:ph type="title"/>
          </p:nvPr>
        </p:nvSpPr>
        <p:spPr>
          <a:xfrm>
            <a:off x="3347864" y="228600"/>
            <a:ext cx="5418184" cy="990600"/>
          </a:xfrm>
        </p:spPr>
        <p:txBody>
          <a:bodyPr>
            <a:normAutofit fontScale="90000"/>
          </a:bodyPr>
          <a:lstStyle/>
          <a:p>
            <a:r>
              <a:rPr lang="en-GB" dirty="0"/>
              <a:t>Result for hypothesis test</a:t>
            </a:r>
          </a:p>
        </p:txBody>
      </p:sp>
      <p:sp>
        <p:nvSpPr>
          <p:cNvPr id="3" name="Content Placeholder 2">
            <a:extLst>
              <a:ext uri="{FF2B5EF4-FFF2-40B4-BE49-F238E27FC236}">
                <a16:creationId xmlns:a16="http://schemas.microsoft.com/office/drawing/2014/main" id="{57E5B1D4-09C7-5A4A-68DD-65F0EDF5B93E}"/>
              </a:ext>
            </a:extLst>
          </p:cNvPr>
          <p:cNvSpPr>
            <a:spLocks noGrp="1"/>
          </p:cNvSpPr>
          <p:nvPr>
            <p:ph sz="quarter" idx="1"/>
          </p:nvPr>
        </p:nvSpPr>
        <p:spPr>
          <a:xfrm>
            <a:off x="612648" y="1600199"/>
            <a:ext cx="6839672" cy="2280319"/>
          </a:xfrm>
        </p:spPr>
        <p:txBody>
          <a:bodyPr>
            <a:normAutofit fontScale="62500" lnSpcReduction="20000"/>
          </a:bodyPr>
          <a:lstStyle/>
          <a:p>
            <a:pPr>
              <a:lnSpc>
                <a:spcPct val="120000"/>
              </a:lnSpc>
              <a:spcBef>
                <a:spcPts val="600"/>
              </a:spcBef>
            </a:pPr>
            <a:r>
              <a:rPr lang="en-GB" dirty="0"/>
              <a:t>Is the null hypothesis retained or rejected?</a:t>
            </a:r>
          </a:p>
          <a:p>
            <a:pPr>
              <a:lnSpc>
                <a:spcPct val="120000"/>
              </a:lnSpc>
              <a:spcBef>
                <a:spcPts val="600"/>
              </a:spcBef>
            </a:pPr>
            <a:r>
              <a:rPr lang="en-GB" dirty="0"/>
              <a:t>If the </a:t>
            </a:r>
            <a:r>
              <a:rPr lang="en-GB" b="1" dirty="0"/>
              <a:t>p-value</a:t>
            </a:r>
            <a:r>
              <a:rPr lang="en-GB" dirty="0"/>
              <a:t> of an observed result is less than the predetermined threshold that we call the significance level, the observed result is very unlikely to occur if the null hypothesis is true. Therefore, we reject the null hypothesis, which is equivalent to affirming that the experiment has found a relationship between the variables of interest.</a:t>
            </a:r>
          </a:p>
          <a:p>
            <a:pPr>
              <a:lnSpc>
                <a:spcPct val="120000"/>
              </a:lnSpc>
              <a:spcBef>
                <a:spcPts val="600"/>
              </a:spcBef>
            </a:pPr>
            <a:endParaRPr lang="en-GB" dirty="0"/>
          </a:p>
        </p:txBody>
      </p:sp>
      <p:graphicFrame>
        <p:nvGraphicFramePr>
          <p:cNvPr id="11" name="Diagram 10">
            <a:extLst>
              <a:ext uri="{FF2B5EF4-FFF2-40B4-BE49-F238E27FC236}">
                <a16:creationId xmlns:a16="http://schemas.microsoft.com/office/drawing/2014/main" id="{E9957522-42F0-E41B-5E8F-9B619496AEF0}"/>
              </a:ext>
            </a:extLst>
          </p:cNvPr>
          <p:cNvGraphicFramePr/>
          <p:nvPr>
            <p:extLst>
              <p:ext uri="{D42A27DB-BD31-4B8C-83A1-F6EECF244321}">
                <p14:modId xmlns:p14="http://schemas.microsoft.com/office/powerpoint/2010/main" val="917983042"/>
              </p:ext>
            </p:extLst>
          </p:nvPr>
        </p:nvGraphicFramePr>
        <p:xfrm>
          <a:off x="134324" y="3417780"/>
          <a:ext cx="6096000" cy="31403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Oval 12">
            <a:extLst>
              <a:ext uri="{FF2B5EF4-FFF2-40B4-BE49-F238E27FC236}">
                <a16:creationId xmlns:a16="http://schemas.microsoft.com/office/drawing/2014/main" id="{01D28288-FA61-A700-4FBF-E1384F9864FB}"/>
              </a:ext>
            </a:extLst>
          </p:cNvPr>
          <p:cNvSpPr/>
          <p:nvPr/>
        </p:nvSpPr>
        <p:spPr>
          <a:xfrm>
            <a:off x="7273036" y="2996952"/>
            <a:ext cx="1726939" cy="172693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600"/>
              </a:spcBef>
              <a:buNone/>
            </a:pPr>
            <a:r>
              <a:rPr lang="en-GB" sz="1800" b="1">
                <a:solidFill>
                  <a:schemeClr val="accent2">
                    <a:lumMod val="75000"/>
                  </a:schemeClr>
                </a:solidFill>
                <a:latin typeface="+mn-lt"/>
              </a:rPr>
              <a:t>Reject the null hypothesis</a:t>
            </a:r>
            <a:endParaRPr lang="en-GB" sz="1800" dirty="0">
              <a:latin typeface="+mn-lt"/>
            </a:endParaRPr>
          </a:p>
        </p:txBody>
      </p:sp>
      <p:sp>
        <p:nvSpPr>
          <p:cNvPr id="14" name="Oval 13">
            <a:extLst>
              <a:ext uri="{FF2B5EF4-FFF2-40B4-BE49-F238E27FC236}">
                <a16:creationId xmlns:a16="http://schemas.microsoft.com/office/drawing/2014/main" id="{7814E75F-D11C-9BCB-0639-8C21A8A0CF6D}"/>
              </a:ext>
            </a:extLst>
          </p:cNvPr>
          <p:cNvSpPr/>
          <p:nvPr/>
        </p:nvSpPr>
        <p:spPr>
          <a:xfrm>
            <a:off x="7273037" y="4992545"/>
            <a:ext cx="1726939" cy="172693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600"/>
              </a:spcBef>
              <a:buNone/>
            </a:pPr>
            <a:r>
              <a:rPr lang="en-GB" sz="1800" b="1" dirty="0">
                <a:solidFill>
                  <a:schemeClr val="accent2">
                    <a:lumMod val="75000"/>
                  </a:schemeClr>
                </a:solidFill>
                <a:latin typeface="+mn-lt"/>
              </a:rPr>
              <a:t>Keep the null hypothesis</a:t>
            </a:r>
            <a:endParaRPr lang="en-GB" sz="1800" dirty="0">
              <a:latin typeface="+mn-lt"/>
            </a:endParaRPr>
          </a:p>
        </p:txBody>
      </p:sp>
      <p:sp>
        <p:nvSpPr>
          <p:cNvPr id="15" name="Arrow: Right 14">
            <a:extLst>
              <a:ext uri="{FF2B5EF4-FFF2-40B4-BE49-F238E27FC236}">
                <a16:creationId xmlns:a16="http://schemas.microsoft.com/office/drawing/2014/main" id="{A89F5A40-EBE1-080E-3DD0-135E480BF675}"/>
              </a:ext>
            </a:extLst>
          </p:cNvPr>
          <p:cNvSpPr/>
          <p:nvPr/>
        </p:nvSpPr>
        <p:spPr>
          <a:xfrm rot="20166081">
            <a:off x="6174488" y="3940438"/>
            <a:ext cx="1033843"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accent2">
                    <a:lumMod val="75000"/>
                  </a:schemeClr>
                </a:solidFill>
              </a:rPr>
              <a:t>YES</a:t>
            </a:r>
            <a:endParaRPr lang="en-GB" b="1" dirty="0">
              <a:solidFill>
                <a:schemeClr val="accent2">
                  <a:lumMod val="75000"/>
                </a:schemeClr>
              </a:solidFill>
            </a:endParaRPr>
          </a:p>
        </p:txBody>
      </p:sp>
      <p:sp>
        <p:nvSpPr>
          <p:cNvPr id="16" name="Arrow: Right 15">
            <a:extLst>
              <a:ext uri="{FF2B5EF4-FFF2-40B4-BE49-F238E27FC236}">
                <a16:creationId xmlns:a16="http://schemas.microsoft.com/office/drawing/2014/main" id="{908BA2F3-B1A3-77D5-CF75-A965FE9BEDD0}"/>
              </a:ext>
            </a:extLst>
          </p:cNvPr>
          <p:cNvSpPr/>
          <p:nvPr/>
        </p:nvSpPr>
        <p:spPr>
          <a:xfrm rot="1245825">
            <a:off x="6198805" y="5110544"/>
            <a:ext cx="1033843"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accent2">
                    <a:lumMod val="75000"/>
                  </a:schemeClr>
                </a:solidFill>
              </a:rPr>
              <a:t>NO</a:t>
            </a:r>
            <a:endParaRPr lang="en-GB" b="1" dirty="0">
              <a:solidFill>
                <a:schemeClr val="accent2">
                  <a:lumMod val="75000"/>
                </a:schemeClr>
              </a:solidFill>
            </a:endParaRPr>
          </a:p>
        </p:txBody>
      </p:sp>
      <p:sp>
        <p:nvSpPr>
          <p:cNvPr id="6" name="Rectangle: Rounded Corners 5">
            <a:extLst>
              <a:ext uri="{FF2B5EF4-FFF2-40B4-BE49-F238E27FC236}">
                <a16:creationId xmlns:a16="http://schemas.microsoft.com/office/drawing/2014/main" id="{C0D8D132-056E-65A9-DECF-3759959E7936}"/>
              </a:ext>
            </a:extLst>
          </p:cNvPr>
          <p:cNvSpPr/>
          <p:nvPr/>
        </p:nvSpPr>
        <p:spPr>
          <a:xfrm>
            <a:off x="971600" y="546037"/>
            <a:ext cx="2232248"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Interpret the results</a:t>
            </a:r>
          </a:p>
        </p:txBody>
      </p:sp>
      <p:sp>
        <p:nvSpPr>
          <p:cNvPr id="7" name="Rectangle: Rounded Corners 6">
            <a:extLst>
              <a:ext uri="{FF2B5EF4-FFF2-40B4-BE49-F238E27FC236}">
                <a16:creationId xmlns:a16="http://schemas.microsoft.com/office/drawing/2014/main" id="{E544E108-8452-14AE-3180-C64EAC7FB083}"/>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5</a:t>
            </a:r>
          </a:p>
        </p:txBody>
      </p:sp>
      <p:sp>
        <p:nvSpPr>
          <p:cNvPr id="8" name="Footer Placeholder 7">
            <a:extLst>
              <a:ext uri="{FF2B5EF4-FFF2-40B4-BE49-F238E27FC236}">
                <a16:creationId xmlns:a16="http://schemas.microsoft.com/office/drawing/2014/main" id="{C5D43AAE-5788-6E3C-642F-57A893C8E3B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F2B9281A-48D2-616D-E6F9-CFB64555E576}"/>
              </a:ext>
            </a:extLst>
          </p:cNvPr>
          <p:cNvSpPr>
            <a:spLocks noGrp="1"/>
          </p:cNvSpPr>
          <p:nvPr>
            <p:ph type="sldNum" sz="quarter" idx="4"/>
          </p:nvPr>
        </p:nvSpPr>
        <p:spPr/>
        <p:txBody>
          <a:bodyPr/>
          <a:lstStyle/>
          <a:p>
            <a:fld id="{9FD7ECCF-50E7-4327-B945-FA93FF7B2BEF}" type="slidenum">
              <a:rPr lang="en-US" smtClean="0"/>
              <a:pPr/>
              <a:t>55</a:t>
            </a:fld>
            <a:r>
              <a:rPr lang="en-GB"/>
              <a:t>/75</a:t>
            </a:r>
            <a:endParaRPr lang="en-US" dirty="0"/>
          </a:p>
        </p:txBody>
      </p:sp>
    </p:spTree>
    <p:extLst>
      <p:ext uri="{BB962C8B-B14F-4D97-AF65-F5344CB8AC3E}">
        <p14:creationId xmlns:p14="http://schemas.microsoft.com/office/powerpoint/2010/main" val="9875319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EFFDF17-29AF-45F0-8752-3B12DBFF2F43}"/>
              </a:ext>
            </a:extLst>
          </p:cNvPr>
          <p:cNvSpPr>
            <a:spLocks noGrp="1"/>
          </p:cNvSpPr>
          <p:nvPr>
            <p:ph type="body" idx="1"/>
          </p:nvPr>
        </p:nvSpPr>
        <p:spPr>
          <a:xfrm>
            <a:off x="1371600" y="2743200"/>
            <a:ext cx="7123113" cy="3350096"/>
          </a:xfrm>
        </p:spPr>
        <p:txBody>
          <a:bodyPr>
            <a:normAutofit lnSpcReduction="10000"/>
          </a:bodyPr>
          <a:lstStyle/>
          <a:p>
            <a:pPr marL="285750" indent="-285750" algn="l" rtl="0" eaLnBrk="1" fontAlgn="ctr" latinLnBrk="0" hangingPunct="1">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t-</a:t>
            </a:r>
            <a:r>
              <a:rPr lang="en-GB" i="0" u="none" strike="noStrike" kern="1200" dirty="0">
                <a:solidFill>
                  <a:schemeClr val="tx2">
                    <a:lumMod val="50000"/>
                  </a:schemeClr>
                </a:solidFill>
                <a:effectLst/>
              </a:rPr>
              <a:t>Tests</a:t>
            </a:r>
          </a:p>
          <a:p>
            <a:pPr marL="285750" indent="-285750" fontAlgn="ctr">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z-</a:t>
            </a:r>
            <a:r>
              <a:rPr lang="en-GB" i="0" u="none" strike="noStrike" kern="1200" dirty="0">
                <a:solidFill>
                  <a:schemeClr val="tx2">
                    <a:lumMod val="50000"/>
                  </a:schemeClr>
                </a:solidFill>
                <a:effectLst/>
              </a:rPr>
              <a:t>Tests</a:t>
            </a:r>
            <a:r>
              <a:rPr lang="en-GB" i="1" u="none" strike="noStrike" kern="1200" dirty="0">
                <a:solidFill>
                  <a:schemeClr val="tx2">
                    <a:lumMod val="50000"/>
                  </a:schemeClr>
                </a:solidFill>
                <a:effectLst/>
              </a:rPr>
              <a:t> </a:t>
            </a:r>
            <a:endParaRPr lang="en-GB" i="0" u="none" strike="noStrike" dirty="0">
              <a:solidFill>
                <a:schemeClr val="tx2">
                  <a:lumMod val="50000"/>
                </a:schemeClr>
              </a:solidFill>
              <a:effectLst/>
            </a:endParaRPr>
          </a:p>
          <a:p>
            <a:pPr marL="285750" indent="-285750" algn="l" rtl="0" eaLnBrk="1" fontAlgn="ctr" latinLnBrk="0" hangingPunct="1">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ANOVA</a:t>
            </a:r>
          </a:p>
          <a:p>
            <a:pPr marL="925830" lvl="1" indent="-285750" fontAlgn="ctr">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One way ANOVA</a:t>
            </a:r>
          </a:p>
          <a:p>
            <a:pPr marL="925830" lvl="1" indent="-285750" fontAlgn="ctr">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Factorial ANOVA</a:t>
            </a:r>
          </a:p>
          <a:p>
            <a:pPr marL="925830" lvl="1" indent="-285750" fontAlgn="ctr">
              <a:spcBef>
                <a:spcPts val="600"/>
              </a:spcBef>
              <a:spcAft>
                <a:spcPts val="600"/>
              </a:spcAft>
              <a:buFont typeface="Wingdings" panose="05000000000000000000" pitchFamily="2" charset="2"/>
              <a:buChar char="q"/>
            </a:pPr>
            <a:r>
              <a:rPr lang="en-GB" i="1" dirty="0">
                <a:solidFill>
                  <a:schemeClr val="tx2">
                    <a:lumMod val="50000"/>
                  </a:schemeClr>
                </a:solidFill>
              </a:rPr>
              <a:t>Repeated ANOVA</a:t>
            </a:r>
          </a:p>
          <a:p>
            <a:pPr marL="925830" lvl="1" indent="-285750" fontAlgn="ctr">
              <a:spcBef>
                <a:spcPts val="600"/>
              </a:spcBef>
              <a:spcAft>
                <a:spcPts val="600"/>
              </a:spcAft>
              <a:buFont typeface="Wingdings" panose="05000000000000000000" pitchFamily="2" charset="2"/>
              <a:buChar char="q"/>
            </a:pPr>
            <a:r>
              <a:rPr lang="en-GB" i="1" u="none" strike="noStrike" dirty="0">
                <a:solidFill>
                  <a:schemeClr val="tx2">
                    <a:lumMod val="50000"/>
                  </a:schemeClr>
                </a:solidFill>
                <a:effectLst/>
              </a:rPr>
              <a:t>ANOVA for Split-Plot Design</a:t>
            </a:r>
            <a:endParaRPr lang="en-GB" i="0" u="none" strike="noStrike" dirty="0">
              <a:solidFill>
                <a:schemeClr val="tx2">
                  <a:lumMod val="50000"/>
                </a:schemeClr>
              </a:solidFill>
              <a:effectLst/>
            </a:endParaRPr>
          </a:p>
          <a:p>
            <a:pPr marL="457200" indent="-457200">
              <a:spcBef>
                <a:spcPts val="600"/>
              </a:spcBef>
              <a:spcAft>
                <a:spcPts val="600"/>
              </a:spcAft>
              <a:buFont typeface="Wingdings" panose="05000000000000000000" pitchFamily="2" charset="2"/>
              <a:buChar char="q"/>
            </a:pPr>
            <a:endParaRPr lang="en-GB" sz="4000" dirty="0"/>
          </a:p>
        </p:txBody>
      </p:sp>
      <p:sp>
        <p:nvSpPr>
          <p:cNvPr id="6" name="Title 5">
            <a:extLst>
              <a:ext uri="{FF2B5EF4-FFF2-40B4-BE49-F238E27FC236}">
                <a16:creationId xmlns:a16="http://schemas.microsoft.com/office/drawing/2014/main" id="{DA7E339C-10E9-320E-079A-29E8DB56A5BB}"/>
              </a:ext>
            </a:extLst>
          </p:cNvPr>
          <p:cNvSpPr>
            <a:spLocks noGrp="1"/>
          </p:cNvSpPr>
          <p:nvPr>
            <p:ph type="title"/>
          </p:nvPr>
        </p:nvSpPr>
        <p:spPr/>
        <p:txBody>
          <a:bodyPr/>
          <a:lstStyle/>
          <a:p>
            <a:r>
              <a:rPr lang="en-GB" dirty="0"/>
              <a:t>Parametric tests</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31462D4E-AC11-C74E-553C-ED977DF96E07}"/>
                  </a:ext>
                </a:extLst>
              </p14:cNvPr>
              <p14:cNvContentPartPr/>
              <p14:nvPr/>
            </p14:nvContentPartPr>
            <p14:xfrm>
              <a:off x="-903981" y="4915758"/>
              <a:ext cx="360" cy="360"/>
            </p14:xfrm>
          </p:contentPart>
        </mc:Choice>
        <mc:Fallback xmlns="">
          <p:pic>
            <p:nvPicPr>
              <p:cNvPr id="13" name="Ink 12">
                <a:extLst>
                  <a:ext uri="{FF2B5EF4-FFF2-40B4-BE49-F238E27FC236}">
                    <a16:creationId xmlns:a16="http://schemas.microsoft.com/office/drawing/2014/main" id="{31462D4E-AC11-C74E-553C-ED977DF96E07}"/>
                  </a:ext>
                </a:extLst>
              </p:cNvPr>
              <p:cNvPicPr/>
              <p:nvPr/>
            </p:nvPicPr>
            <p:blipFill>
              <a:blip r:embed="rId5"/>
              <a:stretch>
                <a:fillRect/>
              </a:stretch>
            </p:blipFill>
            <p:spPr>
              <a:xfrm>
                <a:off x="-921621" y="489775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BB94C8BE-775E-DEF8-47A9-FAEBB1ABCBA1}"/>
                  </a:ext>
                </a:extLst>
              </p14:cNvPr>
              <p14:cNvContentPartPr/>
              <p14:nvPr/>
            </p14:nvContentPartPr>
            <p14:xfrm>
              <a:off x="4860032" y="3956113"/>
              <a:ext cx="1027747" cy="2154845"/>
            </p14:xfrm>
          </p:contentPart>
        </mc:Choice>
        <mc:Fallback xmlns="">
          <p:pic>
            <p:nvPicPr>
              <p:cNvPr id="14" name="Ink 13">
                <a:extLst>
                  <a:ext uri="{FF2B5EF4-FFF2-40B4-BE49-F238E27FC236}">
                    <a16:creationId xmlns:a16="http://schemas.microsoft.com/office/drawing/2014/main" id="{BB94C8BE-775E-DEF8-47A9-FAEBB1ABCBA1}"/>
                  </a:ext>
                </a:extLst>
              </p:cNvPr>
              <p:cNvPicPr/>
              <p:nvPr/>
            </p:nvPicPr>
            <p:blipFill>
              <a:blip r:embed="rId7"/>
              <a:stretch>
                <a:fillRect/>
              </a:stretch>
            </p:blipFill>
            <p:spPr>
              <a:xfrm>
                <a:off x="4842033" y="3938102"/>
                <a:ext cx="1063385" cy="2190507"/>
              </a:xfrm>
              <a:prstGeom prst="rect">
                <a:avLst/>
              </a:prstGeom>
            </p:spPr>
          </p:pic>
        </mc:Fallback>
      </mc:AlternateContent>
      <p:sp>
        <p:nvSpPr>
          <p:cNvPr id="15" name="TextBox 14">
            <a:extLst>
              <a:ext uri="{FF2B5EF4-FFF2-40B4-BE49-F238E27FC236}">
                <a16:creationId xmlns:a16="http://schemas.microsoft.com/office/drawing/2014/main" id="{3B38640C-D819-3C01-44A6-A02F5C9242DA}"/>
              </a:ext>
            </a:extLst>
          </p:cNvPr>
          <p:cNvSpPr txBox="1"/>
          <p:nvPr/>
        </p:nvSpPr>
        <p:spPr>
          <a:xfrm>
            <a:off x="5918876" y="5487085"/>
            <a:ext cx="1165127" cy="461665"/>
          </a:xfrm>
          <a:prstGeom prst="rect">
            <a:avLst/>
          </a:prstGeom>
          <a:noFill/>
        </p:spPr>
        <p:txBody>
          <a:bodyPr wrap="none" rtlCol="0">
            <a:spAutoFit/>
          </a:bodyPr>
          <a:lstStyle/>
          <a:p>
            <a:r>
              <a:rPr lang="en-GB" dirty="0">
                <a:latin typeface="+mn-lt"/>
              </a:rPr>
              <a:t>Week 9</a:t>
            </a:r>
          </a:p>
        </p:txBody>
      </p:sp>
      <p:sp>
        <p:nvSpPr>
          <p:cNvPr id="5" name="Date Placeholder 4">
            <a:extLst>
              <a:ext uri="{FF2B5EF4-FFF2-40B4-BE49-F238E27FC236}">
                <a16:creationId xmlns:a16="http://schemas.microsoft.com/office/drawing/2014/main" id="{88DA94D4-6316-AD2B-197D-FFDAFFB5D256}"/>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ACF1C6FF-67F0-9BBE-3C08-4DD734556BE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027ACDB4-DDCD-0951-7A88-54C3B3784D98}"/>
              </a:ext>
            </a:extLst>
          </p:cNvPr>
          <p:cNvSpPr>
            <a:spLocks noGrp="1"/>
          </p:cNvSpPr>
          <p:nvPr>
            <p:ph type="sldNum" sz="quarter" idx="11"/>
          </p:nvPr>
        </p:nvSpPr>
        <p:spPr/>
        <p:txBody>
          <a:bodyPr/>
          <a:lstStyle/>
          <a:p>
            <a:fld id="{4F96EDF4-259A-48E8-B98E-8CB70E21F623}" type="slidenum">
              <a:rPr lang="en-US" smtClean="0"/>
              <a:pPr/>
              <a:t>56</a:t>
            </a:fld>
            <a:r>
              <a:rPr lang="en-GB"/>
              <a:t>/75</a:t>
            </a:r>
            <a:endParaRPr lang="en-US" dirty="0"/>
          </a:p>
        </p:txBody>
      </p:sp>
    </p:spTree>
    <p:extLst>
      <p:ext uri="{BB962C8B-B14F-4D97-AF65-F5344CB8AC3E}">
        <p14:creationId xmlns:p14="http://schemas.microsoft.com/office/powerpoint/2010/main" val="36622983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p:txBody>
          <a:bodyPr/>
          <a:lstStyle/>
          <a:p>
            <a:r>
              <a:rPr lang="en-GB" i="1" dirty="0"/>
              <a:t>t</a:t>
            </a:r>
            <a:r>
              <a:rPr lang="en-GB" dirty="0"/>
              <a:t>-Test</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12648" y="1600200"/>
            <a:ext cx="8153400" cy="4853136"/>
          </a:xfrm>
        </p:spPr>
        <p:txBody>
          <a:bodyPr>
            <a:normAutofit fontScale="77500" lnSpcReduction="20000"/>
          </a:bodyPr>
          <a:lstStyle/>
          <a:p>
            <a:pPr>
              <a:lnSpc>
                <a:spcPct val="120000"/>
              </a:lnSpc>
              <a:spcBef>
                <a:spcPts val="1200"/>
              </a:spcBef>
              <a:spcAft>
                <a:spcPts val="600"/>
              </a:spcAft>
            </a:pPr>
            <a:r>
              <a:rPr lang="en-GB" dirty="0">
                <a:solidFill>
                  <a:schemeClr val="tx2">
                    <a:lumMod val="50000"/>
                  </a:schemeClr>
                </a:solidFill>
              </a:rPr>
              <a:t>The most widely adopted statistical procedure for comparing two means is the </a:t>
            </a:r>
            <a:r>
              <a:rPr lang="en-GB" b="1" i="1" dirty="0">
                <a:solidFill>
                  <a:schemeClr val="tx2">
                    <a:lumMod val="50000"/>
                  </a:schemeClr>
                </a:solidFill>
              </a:rPr>
              <a:t>t</a:t>
            </a:r>
            <a:r>
              <a:rPr lang="en-GB" b="1" dirty="0">
                <a:solidFill>
                  <a:schemeClr val="tx2">
                    <a:lumMod val="50000"/>
                  </a:schemeClr>
                </a:solidFill>
              </a:rPr>
              <a:t>-Test </a:t>
            </a:r>
            <a:r>
              <a:rPr lang="en-GB" dirty="0">
                <a:solidFill>
                  <a:schemeClr val="tx2">
                    <a:lumMod val="50000"/>
                  </a:schemeClr>
                </a:solidFill>
              </a:rPr>
              <a:t>which </a:t>
            </a:r>
            <a:r>
              <a:rPr lang="en-GB" b="1" dirty="0">
                <a:solidFill>
                  <a:schemeClr val="tx2">
                    <a:lumMod val="50000"/>
                  </a:schemeClr>
                </a:solidFill>
              </a:rPr>
              <a:t>compares the mean of two given samples</a:t>
            </a:r>
            <a:r>
              <a:rPr lang="en-GB" dirty="0">
                <a:solidFill>
                  <a:schemeClr val="tx2">
                    <a:lumMod val="50000"/>
                  </a:schemeClr>
                </a:solidFill>
              </a:rPr>
              <a:t>. The mean and standard deviation are not known.</a:t>
            </a:r>
          </a:p>
          <a:p>
            <a:pPr>
              <a:lnSpc>
                <a:spcPct val="120000"/>
              </a:lnSpc>
              <a:spcBef>
                <a:spcPts val="1200"/>
              </a:spcBef>
              <a:spcAft>
                <a:spcPts val="600"/>
              </a:spcAft>
            </a:pPr>
            <a:r>
              <a:rPr lang="en-GB" dirty="0">
                <a:solidFill>
                  <a:schemeClr val="tx2">
                    <a:lumMod val="50000"/>
                  </a:schemeClr>
                </a:solidFill>
              </a:rPr>
              <a:t>Different types of t-test should be adopted according to the specific </a:t>
            </a:r>
            <a:r>
              <a:rPr lang="en-GB" b="1" dirty="0">
                <a:solidFill>
                  <a:schemeClr val="tx2">
                    <a:lumMod val="50000"/>
                  </a:schemeClr>
                </a:solidFill>
              </a:rPr>
              <a:t>design of the study:</a:t>
            </a:r>
            <a:endParaRPr lang="en-GB" dirty="0">
              <a:solidFill>
                <a:schemeClr val="tx2">
                  <a:lumMod val="50000"/>
                </a:schemeClr>
              </a:solidFill>
            </a:endParaRPr>
          </a:p>
          <a:p>
            <a:pPr lvl="1">
              <a:lnSpc>
                <a:spcPct val="120000"/>
              </a:lnSpc>
              <a:spcBef>
                <a:spcPts val="1200"/>
              </a:spcBef>
              <a:spcAft>
                <a:spcPts val="600"/>
              </a:spcAft>
            </a:pPr>
            <a:r>
              <a:rPr lang="en-GB" dirty="0">
                <a:solidFill>
                  <a:schemeClr val="tx2">
                    <a:lumMod val="50000"/>
                  </a:schemeClr>
                </a:solidFill>
              </a:rPr>
              <a:t>When the </a:t>
            </a:r>
            <a:r>
              <a:rPr lang="en-GB" b="1" dirty="0">
                <a:solidFill>
                  <a:schemeClr val="accent2">
                    <a:lumMod val="75000"/>
                  </a:schemeClr>
                </a:solidFill>
              </a:rPr>
              <a:t>two groups being compared </a:t>
            </a:r>
            <a:r>
              <a:rPr lang="en-GB" dirty="0">
                <a:solidFill>
                  <a:schemeClr val="tx2">
                    <a:lumMod val="50000"/>
                  </a:schemeClr>
                </a:solidFill>
              </a:rPr>
              <a:t>(</a:t>
            </a:r>
            <a:r>
              <a:rPr lang="en-GB" dirty="0">
                <a:solidFill>
                  <a:schemeClr val="accent2">
                    <a:lumMod val="75000"/>
                  </a:schemeClr>
                </a:solidFill>
              </a:rPr>
              <a:t>between-group</a:t>
            </a:r>
            <a:r>
              <a:rPr lang="en-GB" dirty="0">
                <a:solidFill>
                  <a:schemeClr val="tx2">
                    <a:lumMod val="50000"/>
                  </a:schemeClr>
                </a:solidFill>
              </a:rPr>
              <a:t>) are presumably unrelated, an </a:t>
            </a:r>
            <a:r>
              <a:rPr lang="en-GB" b="1" dirty="0">
                <a:solidFill>
                  <a:schemeClr val="tx2">
                    <a:lumMod val="50000"/>
                  </a:schemeClr>
                </a:solidFill>
              </a:rPr>
              <a:t>independent-samples </a:t>
            </a:r>
            <a:r>
              <a:rPr lang="en-GB" b="1" i="1" dirty="0">
                <a:solidFill>
                  <a:schemeClr val="tx2">
                    <a:lumMod val="50000"/>
                  </a:schemeClr>
                </a:solidFill>
              </a:rPr>
              <a:t>t</a:t>
            </a:r>
            <a:r>
              <a:rPr lang="en-GB" b="1" dirty="0">
                <a:solidFill>
                  <a:schemeClr val="tx2">
                    <a:lumMod val="50000"/>
                  </a:schemeClr>
                </a:solidFill>
              </a:rPr>
              <a:t>-Test </a:t>
            </a:r>
            <a:r>
              <a:rPr lang="en-GB" dirty="0">
                <a:solidFill>
                  <a:schemeClr val="tx2">
                    <a:lumMod val="50000"/>
                  </a:schemeClr>
                </a:solidFill>
              </a:rPr>
              <a:t>can be used</a:t>
            </a:r>
          </a:p>
          <a:p>
            <a:pPr lvl="1">
              <a:lnSpc>
                <a:spcPct val="120000"/>
              </a:lnSpc>
              <a:spcBef>
                <a:spcPts val="1200"/>
              </a:spcBef>
              <a:spcAft>
                <a:spcPts val="600"/>
              </a:spcAft>
            </a:pPr>
            <a:r>
              <a:rPr lang="en-GB" dirty="0">
                <a:solidFill>
                  <a:schemeClr val="tx2">
                    <a:lumMod val="50000"/>
                  </a:schemeClr>
                </a:solidFill>
              </a:rPr>
              <a:t>When the two means are contributed by </a:t>
            </a:r>
            <a:r>
              <a:rPr lang="en-GB" b="1" dirty="0">
                <a:solidFill>
                  <a:schemeClr val="tx2">
                    <a:lumMod val="50000"/>
                  </a:schemeClr>
                </a:solidFill>
              </a:rPr>
              <a:t>the </a:t>
            </a:r>
            <a:r>
              <a:rPr lang="en-GB" b="1" dirty="0">
                <a:solidFill>
                  <a:schemeClr val="accent2">
                    <a:lumMod val="75000"/>
                  </a:schemeClr>
                </a:solidFill>
              </a:rPr>
              <a:t>same group </a:t>
            </a:r>
            <a:r>
              <a:rPr lang="en-GB" dirty="0">
                <a:solidFill>
                  <a:schemeClr val="tx2">
                    <a:lumMod val="50000"/>
                  </a:schemeClr>
                </a:solidFill>
              </a:rPr>
              <a:t>(</a:t>
            </a:r>
            <a:r>
              <a:rPr lang="en-GB" dirty="0">
                <a:solidFill>
                  <a:schemeClr val="accent2">
                    <a:lumMod val="75000"/>
                  </a:schemeClr>
                </a:solidFill>
              </a:rPr>
              <a:t>within-group</a:t>
            </a:r>
            <a:r>
              <a:rPr lang="en-GB" dirty="0">
                <a:solidFill>
                  <a:schemeClr val="tx2">
                    <a:lumMod val="50000"/>
                  </a:schemeClr>
                </a:solidFill>
              </a:rPr>
              <a:t>), a </a:t>
            </a:r>
            <a:r>
              <a:rPr lang="en-GB" b="1" dirty="0">
                <a:solidFill>
                  <a:schemeClr val="tx2">
                    <a:lumMod val="50000"/>
                  </a:schemeClr>
                </a:solidFill>
              </a:rPr>
              <a:t>paired-samples </a:t>
            </a:r>
            <a:r>
              <a:rPr lang="en-GB" b="1" i="1" dirty="0">
                <a:solidFill>
                  <a:schemeClr val="tx2">
                    <a:lumMod val="50000"/>
                  </a:schemeClr>
                </a:solidFill>
              </a:rPr>
              <a:t>t</a:t>
            </a:r>
            <a:r>
              <a:rPr lang="en-GB" b="1" dirty="0">
                <a:solidFill>
                  <a:schemeClr val="tx2">
                    <a:lumMod val="50000"/>
                  </a:schemeClr>
                </a:solidFill>
              </a:rPr>
              <a:t>-Test </a:t>
            </a:r>
            <a:r>
              <a:rPr lang="en-GB" dirty="0">
                <a:solidFill>
                  <a:schemeClr val="tx2">
                    <a:lumMod val="50000"/>
                  </a:schemeClr>
                </a:solidFill>
              </a:rPr>
              <a:t>can be considered.</a:t>
            </a:r>
          </a:p>
          <a:p>
            <a:pPr marL="0" indent="0">
              <a:lnSpc>
                <a:spcPct val="120000"/>
              </a:lnSpc>
              <a:spcBef>
                <a:spcPts val="1200"/>
              </a:spcBef>
              <a:spcAft>
                <a:spcPts val="600"/>
              </a:spcAft>
              <a:buNone/>
            </a:pPr>
            <a:r>
              <a:rPr lang="en-GB" sz="1700" dirty="0">
                <a:solidFill>
                  <a:schemeClr val="tx2">
                    <a:lumMod val="50000"/>
                  </a:schemeClr>
                </a:solidFill>
              </a:rPr>
              <a:t>Rosenthal R, </a:t>
            </a:r>
            <a:r>
              <a:rPr lang="en-GB" sz="1700" dirty="0" err="1">
                <a:solidFill>
                  <a:schemeClr val="tx2">
                    <a:lumMod val="50000"/>
                  </a:schemeClr>
                </a:solidFill>
              </a:rPr>
              <a:t>Rosnow</a:t>
            </a:r>
            <a:r>
              <a:rPr lang="en-GB" sz="1700" dirty="0">
                <a:solidFill>
                  <a:schemeClr val="tx2">
                    <a:lumMod val="50000"/>
                  </a:schemeClr>
                </a:solidFill>
              </a:rPr>
              <a:t> R. (2008) </a:t>
            </a:r>
            <a:r>
              <a:rPr lang="en-GB" sz="1700" i="1" dirty="0">
                <a:solidFill>
                  <a:schemeClr val="tx2">
                    <a:lumMod val="50000"/>
                  </a:schemeClr>
                </a:solidFill>
              </a:rPr>
              <a:t>Essentials of </a:t>
            </a:r>
            <a:r>
              <a:rPr lang="en-GB" sz="1700" i="1" dirty="0" err="1">
                <a:solidFill>
                  <a:schemeClr val="tx2">
                    <a:lumMod val="50000"/>
                  </a:schemeClr>
                </a:solidFill>
              </a:rPr>
              <a:t>Behavioral</a:t>
            </a:r>
            <a:r>
              <a:rPr lang="en-GB" sz="1700" i="1" dirty="0">
                <a:solidFill>
                  <a:schemeClr val="tx2">
                    <a:lumMod val="50000"/>
                  </a:schemeClr>
                </a:solidFill>
              </a:rPr>
              <a:t> Research: Methods and Data Analysis</a:t>
            </a:r>
            <a:r>
              <a:rPr lang="en-GB" sz="1700" dirty="0">
                <a:solidFill>
                  <a:schemeClr val="tx2">
                    <a:lumMod val="50000"/>
                  </a:schemeClr>
                </a:solidFill>
              </a:rPr>
              <a:t>. third ed. Boston, MA: McGraw Hill.</a:t>
            </a:r>
          </a:p>
        </p:txBody>
      </p:sp>
      <p:sp>
        <p:nvSpPr>
          <p:cNvPr id="6" name="Footer Placeholder 5">
            <a:extLst>
              <a:ext uri="{FF2B5EF4-FFF2-40B4-BE49-F238E27FC236}">
                <a16:creationId xmlns:a16="http://schemas.microsoft.com/office/drawing/2014/main" id="{5E72DF82-64AF-AF85-E338-FB3165EB0A3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53737968-B503-1BA7-7CE7-92A694C13353}"/>
              </a:ext>
            </a:extLst>
          </p:cNvPr>
          <p:cNvSpPr>
            <a:spLocks noGrp="1"/>
          </p:cNvSpPr>
          <p:nvPr>
            <p:ph type="sldNum" sz="quarter" idx="4"/>
          </p:nvPr>
        </p:nvSpPr>
        <p:spPr/>
        <p:txBody>
          <a:bodyPr/>
          <a:lstStyle/>
          <a:p>
            <a:fld id="{9FD7ECCF-50E7-4327-B945-FA93FF7B2BEF}" type="slidenum">
              <a:rPr lang="en-US" smtClean="0"/>
              <a:pPr/>
              <a:t>57</a:t>
            </a:fld>
            <a:r>
              <a:rPr lang="en-GB"/>
              <a:t>/75</a:t>
            </a:r>
            <a:endParaRPr lang="en-US" dirty="0"/>
          </a:p>
        </p:txBody>
      </p:sp>
    </p:spTree>
    <p:extLst>
      <p:ext uri="{BB962C8B-B14F-4D97-AF65-F5344CB8AC3E}">
        <p14:creationId xmlns:p14="http://schemas.microsoft.com/office/powerpoint/2010/main" val="15394048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9508-1DB3-4738-19C6-0BDCBA2D2F04}"/>
              </a:ext>
            </a:extLst>
          </p:cNvPr>
          <p:cNvSpPr>
            <a:spLocks noGrp="1"/>
          </p:cNvSpPr>
          <p:nvPr>
            <p:ph type="title"/>
          </p:nvPr>
        </p:nvSpPr>
        <p:spPr>
          <a:xfrm>
            <a:off x="323528" y="114494"/>
            <a:ext cx="5616624" cy="990600"/>
          </a:xfrm>
        </p:spPr>
        <p:txBody>
          <a:bodyPr>
            <a:noAutofit/>
          </a:bodyPr>
          <a:lstStyle/>
          <a:p>
            <a:pPr>
              <a:lnSpc>
                <a:spcPts val="3500"/>
              </a:lnSpc>
            </a:pPr>
            <a:r>
              <a:rPr lang="en-GB" i="1" dirty="0"/>
              <a:t>t</a:t>
            </a:r>
            <a:r>
              <a:rPr lang="en-GB" dirty="0"/>
              <a:t>-distribution for different values of </a:t>
            </a:r>
            <a:r>
              <a:rPr lang="el-GR" i="1" dirty="0"/>
              <a:t>ν</a:t>
            </a:r>
            <a:endParaRPr lang="en-GB" i="1" dirty="0"/>
          </a:p>
        </p:txBody>
      </p:sp>
      <p:sp>
        <p:nvSpPr>
          <p:cNvPr id="3" name="Content Placeholder 2">
            <a:extLst>
              <a:ext uri="{FF2B5EF4-FFF2-40B4-BE49-F238E27FC236}">
                <a16:creationId xmlns:a16="http://schemas.microsoft.com/office/drawing/2014/main" id="{05F2D2DD-33DF-8521-AD63-776D77E2E3D0}"/>
              </a:ext>
            </a:extLst>
          </p:cNvPr>
          <p:cNvSpPr>
            <a:spLocks noGrp="1"/>
          </p:cNvSpPr>
          <p:nvPr>
            <p:ph sz="quarter" idx="1"/>
          </p:nvPr>
        </p:nvSpPr>
        <p:spPr>
          <a:xfrm>
            <a:off x="612648" y="1600200"/>
            <a:ext cx="5255496" cy="4495800"/>
          </a:xfrm>
        </p:spPr>
        <p:txBody>
          <a:bodyPr>
            <a:normAutofit fontScale="92500" lnSpcReduction="20000"/>
          </a:bodyPr>
          <a:lstStyle/>
          <a:p>
            <a:pPr algn="l"/>
            <a:r>
              <a:rPr lang="en-GB" b="0" i="0" dirty="0">
                <a:solidFill>
                  <a:srgbClr val="000000"/>
                </a:solidFill>
                <a:effectLst/>
              </a:rPr>
              <a:t>The </a:t>
            </a:r>
            <a:r>
              <a:rPr lang="en-GB" b="0" i="1" dirty="0">
                <a:solidFill>
                  <a:srgbClr val="000000"/>
                </a:solidFill>
                <a:effectLst/>
              </a:rPr>
              <a:t>t</a:t>
            </a:r>
            <a:r>
              <a:rPr lang="en-GB" b="0" i="0" dirty="0">
                <a:solidFill>
                  <a:srgbClr val="000000"/>
                </a:solidFill>
                <a:effectLst/>
              </a:rPr>
              <a:t>-distribution is similar to the normal distribution, and as sample size increases it gradually becomes identical to the normal distribution.</a:t>
            </a:r>
          </a:p>
          <a:p>
            <a:pPr algn="l"/>
            <a:r>
              <a:rPr lang="en-GB" b="0" i="0" dirty="0">
                <a:solidFill>
                  <a:srgbClr val="000000"/>
                </a:solidFill>
                <a:effectLst/>
              </a:rPr>
              <a:t>The exact shape of a </a:t>
            </a:r>
            <a:r>
              <a:rPr lang="en-GB" b="0" i="1" dirty="0">
                <a:solidFill>
                  <a:srgbClr val="000000"/>
                </a:solidFill>
                <a:effectLst/>
              </a:rPr>
              <a:t>t</a:t>
            </a:r>
            <a:r>
              <a:rPr lang="en-GB" b="0" i="0" dirty="0">
                <a:solidFill>
                  <a:srgbClr val="000000"/>
                </a:solidFill>
                <a:effectLst/>
              </a:rPr>
              <a:t>-distribution is determined by a parameter called </a:t>
            </a:r>
            <a:r>
              <a:rPr lang="en-GB" b="1" i="0" dirty="0">
                <a:solidFill>
                  <a:srgbClr val="000000"/>
                </a:solidFill>
                <a:effectLst/>
              </a:rPr>
              <a:t>degrees of freedom</a:t>
            </a:r>
            <a:r>
              <a:rPr lang="en-GB" b="0" i="0" dirty="0">
                <a:solidFill>
                  <a:srgbClr val="000000"/>
                </a:solidFill>
                <a:effectLst/>
              </a:rPr>
              <a:t>, denoted by </a:t>
            </a:r>
            <a:r>
              <a:rPr lang="en-GB" b="0" i="1" dirty="0">
                <a:solidFill>
                  <a:srgbClr val="000000"/>
                </a:solidFill>
                <a:effectLst/>
              </a:rPr>
              <a:t>ν</a:t>
            </a:r>
            <a:r>
              <a:rPr lang="en-GB" b="0" i="0" dirty="0">
                <a:solidFill>
                  <a:srgbClr val="000000"/>
                </a:solidFill>
                <a:effectLst/>
              </a:rPr>
              <a:t>. Degrees of freedom is equal to the sample size minus one:</a:t>
            </a:r>
          </a:p>
          <a:p>
            <a:pPr marL="320040" lvl="1" indent="0" algn="ctr">
              <a:buNone/>
            </a:pPr>
            <a:r>
              <a:rPr lang="en-GB" sz="2900" b="1" dirty="0">
                <a:solidFill>
                  <a:srgbClr val="000000"/>
                </a:solidFill>
              </a:rPr>
              <a:t>ν=n−1</a:t>
            </a:r>
          </a:p>
          <a:p>
            <a:endParaRPr lang="en-GB" dirty="0"/>
          </a:p>
        </p:txBody>
      </p:sp>
      <p:pic>
        <p:nvPicPr>
          <p:cNvPr id="6154" name="Picture 10" descr="The t-distribution is similar to the normal distribution, and as sample size increases it gradually becomes identical to the normal distribution.&#10;">
            <a:extLst>
              <a:ext uri="{FF2B5EF4-FFF2-40B4-BE49-F238E27FC236}">
                <a16:creationId xmlns:a16="http://schemas.microsoft.com/office/drawing/2014/main" id="{84666BB8-16DD-23DD-E6E3-22EF1A85B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8962" y="244669"/>
            <a:ext cx="2880320" cy="1460733"/>
          </a:xfrm>
          <a:prstGeom prst="rect">
            <a:avLst/>
          </a:prstGeom>
          <a:noFill/>
          <a:extLst>
            <a:ext uri="{909E8E84-426E-40DD-AFC4-6F175D3DCCD1}">
              <a14:hiddenFill xmlns:a14="http://schemas.microsoft.com/office/drawing/2010/main">
                <a:solidFill>
                  <a:srgbClr val="FFFFFF"/>
                </a:solidFill>
              </a14:hiddenFill>
            </a:ext>
          </a:extLst>
        </p:spPr>
      </p:pic>
      <p:pic>
        <p:nvPicPr>
          <p:cNvPr id="6155" name="Picture 11" descr="The t-distribution is similar to the normal distribution, and as sample size increases it gradually becomes identical to the normal distribution.&#10;">
            <a:extLst>
              <a:ext uri="{FF2B5EF4-FFF2-40B4-BE49-F238E27FC236}">
                <a16:creationId xmlns:a16="http://schemas.microsoft.com/office/drawing/2014/main" id="{DAFA99DA-FC2C-25D2-EE90-5808BCE0C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2692" y="1757099"/>
            <a:ext cx="2880320" cy="1460733"/>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The t-distribution is similar to the normal distribution, and as sample size increases it gradually becomes identical to the normal distribution.&#10;">
            <a:extLst>
              <a:ext uri="{FF2B5EF4-FFF2-40B4-BE49-F238E27FC236}">
                <a16:creationId xmlns:a16="http://schemas.microsoft.com/office/drawing/2014/main" id="{050C1B38-88C1-3C41-5063-B3866E6451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2692" y="3336418"/>
            <a:ext cx="2880320" cy="1460734"/>
          </a:xfrm>
          <a:prstGeom prst="rect">
            <a:avLst/>
          </a:prstGeom>
          <a:noFill/>
          <a:extLst>
            <a:ext uri="{909E8E84-426E-40DD-AFC4-6F175D3DCCD1}">
              <a14:hiddenFill xmlns:a14="http://schemas.microsoft.com/office/drawing/2010/main">
                <a:solidFill>
                  <a:srgbClr val="FFFFFF"/>
                </a:solidFill>
              </a14:hiddenFill>
            </a:ext>
          </a:extLst>
        </p:spPr>
      </p:pic>
      <p:pic>
        <p:nvPicPr>
          <p:cNvPr id="6157" name="Picture 13" descr="The t-distribution is similar to the normal distribution, and as sample size increases it gradually becomes identical to the normal distribution.&#10;">
            <a:extLst>
              <a:ext uri="{FF2B5EF4-FFF2-40B4-BE49-F238E27FC236}">
                <a16:creationId xmlns:a16="http://schemas.microsoft.com/office/drawing/2014/main" id="{49B18CCE-7692-D0DD-7899-A9888B4175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2692" y="4848587"/>
            <a:ext cx="2880320" cy="146073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5F3A2D7-E469-2385-F57E-EEA20926806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5947C56-59EB-EF01-990B-B1602E60C4BA}"/>
              </a:ext>
            </a:extLst>
          </p:cNvPr>
          <p:cNvSpPr>
            <a:spLocks noGrp="1"/>
          </p:cNvSpPr>
          <p:nvPr>
            <p:ph type="sldNum" sz="quarter" idx="4"/>
          </p:nvPr>
        </p:nvSpPr>
        <p:spPr/>
        <p:txBody>
          <a:bodyPr/>
          <a:lstStyle/>
          <a:p>
            <a:fld id="{9FD7ECCF-50E7-4327-B945-FA93FF7B2BEF}" type="slidenum">
              <a:rPr lang="en-US" smtClean="0"/>
              <a:pPr/>
              <a:t>58</a:t>
            </a:fld>
            <a:r>
              <a:rPr lang="en-GB"/>
              <a:t>/75</a:t>
            </a:r>
            <a:endParaRPr lang="en-US" dirty="0"/>
          </a:p>
        </p:txBody>
      </p:sp>
    </p:spTree>
    <p:extLst>
      <p:ext uri="{BB962C8B-B14F-4D97-AF65-F5344CB8AC3E}">
        <p14:creationId xmlns:p14="http://schemas.microsoft.com/office/powerpoint/2010/main" val="2483141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ABD0-3435-682F-E56C-0D0ECB5F8739}"/>
              </a:ext>
            </a:extLst>
          </p:cNvPr>
          <p:cNvSpPr>
            <a:spLocks noGrp="1"/>
          </p:cNvSpPr>
          <p:nvPr>
            <p:ph type="title"/>
          </p:nvPr>
        </p:nvSpPr>
        <p:spPr/>
        <p:txBody>
          <a:bodyPr/>
          <a:lstStyle/>
          <a:p>
            <a:r>
              <a:rPr lang="en-GB" dirty="0"/>
              <a:t>The origin of the t-Distribution</a:t>
            </a:r>
          </a:p>
        </p:txBody>
      </p:sp>
      <p:sp>
        <p:nvSpPr>
          <p:cNvPr id="3" name="Content Placeholder 2" descr="confidence interval graph">
            <a:extLst>
              <a:ext uri="{FF2B5EF4-FFF2-40B4-BE49-F238E27FC236}">
                <a16:creationId xmlns:a16="http://schemas.microsoft.com/office/drawing/2014/main" id="{F16038A4-DBEB-BAF0-10EC-8AA6D4371A84}"/>
              </a:ext>
            </a:extLst>
          </p:cNvPr>
          <p:cNvSpPr>
            <a:spLocks noGrp="1"/>
          </p:cNvSpPr>
          <p:nvPr>
            <p:ph sz="quarter" idx="1"/>
          </p:nvPr>
        </p:nvSpPr>
        <p:spPr/>
        <p:txBody>
          <a:bodyPr/>
          <a:lstStyle/>
          <a:p>
            <a:r>
              <a:rPr lang="en-GB" b="0" i="0" dirty="0">
                <a:solidFill>
                  <a:srgbClr val="000000"/>
                </a:solidFill>
                <a:effectLst/>
              </a:rPr>
              <a:t>A concept that is closely related to statistical significance is the </a:t>
            </a:r>
            <a:r>
              <a:rPr lang="en-GB" b="1" i="0" dirty="0">
                <a:solidFill>
                  <a:srgbClr val="000000"/>
                </a:solidFill>
                <a:effectLst/>
              </a:rPr>
              <a:t>confidence interval</a:t>
            </a:r>
            <a:r>
              <a:rPr lang="en-GB" b="0" i="0" dirty="0">
                <a:solidFill>
                  <a:srgbClr val="000000"/>
                </a:solidFill>
                <a:effectLst/>
              </a:rPr>
              <a:t>. </a:t>
            </a:r>
            <a:endParaRPr lang="en-GB" dirty="0"/>
          </a:p>
        </p:txBody>
      </p:sp>
      <p:pic>
        <p:nvPicPr>
          <p:cNvPr id="7170" name="Picture 2">
            <a:extLst>
              <a:ext uri="{FF2B5EF4-FFF2-40B4-BE49-F238E27FC236}">
                <a16:creationId xmlns:a16="http://schemas.microsoft.com/office/drawing/2014/main" id="{3922CC85-F1BE-C523-1669-DBB726CCE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772999"/>
            <a:ext cx="5405878" cy="3475207"/>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2472674-183F-66B6-C67D-596B8525D43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283039A-B26D-0482-A29E-D3F1BF5A3908}"/>
              </a:ext>
            </a:extLst>
          </p:cNvPr>
          <p:cNvSpPr>
            <a:spLocks noGrp="1"/>
          </p:cNvSpPr>
          <p:nvPr>
            <p:ph type="sldNum" sz="quarter" idx="4"/>
          </p:nvPr>
        </p:nvSpPr>
        <p:spPr/>
        <p:txBody>
          <a:bodyPr/>
          <a:lstStyle/>
          <a:p>
            <a:fld id="{9FD7ECCF-50E7-4327-B945-FA93FF7B2BEF}" type="slidenum">
              <a:rPr lang="en-US" smtClean="0"/>
              <a:pPr/>
              <a:t>59</a:t>
            </a:fld>
            <a:r>
              <a:rPr lang="en-GB"/>
              <a:t>/75</a:t>
            </a:r>
            <a:endParaRPr lang="en-US" dirty="0"/>
          </a:p>
        </p:txBody>
      </p:sp>
    </p:spTree>
    <p:extLst>
      <p:ext uri="{BB962C8B-B14F-4D97-AF65-F5344CB8AC3E}">
        <p14:creationId xmlns:p14="http://schemas.microsoft.com/office/powerpoint/2010/main" val="35335541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p:txBody>
          <a:bodyPr/>
          <a:lstStyle/>
          <a:p>
            <a:r>
              <a:rPr lang="en-GB" dirty="0"/>
              <a:t>Example </a:t>
            </a:r>
            <a:r>
              <a:rPr lang="en-GB" i="1" dirty="0"/>
              <a:t>t</a:t>
            </a:r>
            <a:r>
              <a:rPr lang="en-GB" dirty="0"/>
              <a:t>-Test</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12648" y="1516698"/>
            <a:ext cx="8153400" cy="2641848"/>
          </a:xfrm>
        </p:spPr>
        <p:txBody>
          <a:bodyPr>
            <a:noAutofit/>
          </a:bodyPr>
          <a:lstStyle/>
          <a:p>
            <a:r>
              <a:rPr lang="en-GB" sz="1800" dirty="0">
                <a:solidFill>
                  <a:schemeClr val="tx2">
                    <a:lumMod val="50000"/>
                  </a:schemeClr>
                </a:solidFill>
              </a:rPr>
              <a:t>Suppose you want to investigate whether the use of specific word-prediction software has an impact on typing speed. </a:t>
            </a:r>
          </a:p>
          <a:p>
            <a:r>
              <a:rPr lang="en-GB" sz="1800" dirty="0">
                <a:solidFill>
                  <a:schemeClr val="tx2">
                    <a:lumMod val="50000"/>
                  </a:schemeClr>
                </a:solidFill>
              </a:rPr>
              <a:t>The hypothesis of the test is: </a:t>
            </a:r>
            <a:r>
              <a:rPr lang="en-GB" sz="1800" b="1" dirty="0">
                <a:solidFill>
                  <a:schemeClr val="tx2">
                    <a:lumMod val="50000"/>
                  </a:schemeClr>
                </a:solidFill>
              </a:rPr>
              <a:t>There is no significant difference in the task completion time between individuals who use the word-prediction software and those who do not use the software.</a:t>
            </a:r>
          </a:p>
          <a:p>
            <a:pPr marL="320040" lvl="1" indent="0">
              <a:spcBef>
                <a:spcPts val="600"/>
              </a:spcBef>
              <a:buNone/>
            </a:pPr>
            <a:r>
              <a:rPr lang="en-GB" sz="1800" dirty="0">
                <a:solidFill>
                  <a:schemeClr val="tx2">
                    <a:lumMod val="50000"/>
                  </a:schemeClr>
                </a:solidFill>
              </a:rPr>
              <a:t>H</a:t>
            </a:r>
            <a:r>
              <a:rPr lang="en-GB" sz="1800" baseline="-25000" dirty="0">
                <a:solidFill>
                  <a:schemeClr val="tx2">
                    <a:lumMod val="50000"/>
                  </a:schemeClr>
                </a:solidFill>
              </a:rPr>
              <a:t>0</a:t>
            </a:r>
            <a:r>
              <a:rPr lang="en-GB" sz="1800" dirty="0">
                <a:solidFill>
                  <a:schemeClr val="tx2">
                    <a:lumMod val="50000"/>
                  </a:schemeClr>
                </a:solidFill>
              </a:rPr>
              <a:t>: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tc_word-prediction</a:t>
            </a:r>
            <a:r>
              <a:rPr lang="en-GB" sz="1800" dirty="0">
                <a:solidFill>
                  <a:schemeClr val="tx2">
                    <a:lumMod val="50000"/>
                  </a:schemeClr>
                </a:solidFill>
              </a:rPr>
              <a:t> -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no-tc_word-prediction</a:t>
            </a:r>
            <a:r>
              <a:rPr lang="en-GB" sz="1800" dirty="0">
                <a:solidFill>
                  <a:schemeClr val="tx2">
                    <a:lumMod val="50000"/>
                  </a:schemeClr>
                </a:solidFill>
              </a:rPr>
              <a:t> = 0</a:t>
            </a:r>
            <a:br>
              <a:rPr lang="en-GB" sz="1800" dirty="0">
                <a:solidFill>
                  <a:schemeClr val="tx2">
                    <a:lumMod val="50000"/>
                  </a:schemeClr>
                </a:solidFill>
              </a:rPr>
            </a:br>
            <a:r>
              <a:rPr lang="en-GB" sz="1800" dirty="0">
                <a:solidFill>
                  <a:schemeClr val="tx2">
                    <a:lumMod val="50000"/>
                  </a:schemeClr>
                </a:solidFill>
              </a:rPr>
              <a:t>H</a:t>
            </a:r>
            <a:r>
              <a:rPr lang="en-GB" sz="1800" baseline="-25000" dirty="0">
                <a:solidFill>
                  <a:schemeClr val="tx2">
                    <a:lumMod val="50000"/>
                  </a:schemeClr>
                </a:solidFill>
              </a:rPr>
              <a:t>a</a:t>
            </a:r>
            <a:r>
              <a:rPr lang="en-GB" sz="1800" dirty="0">
                <a:solidFill>
                  <a:schemeClr val="tx2">
                    <a:lumMod val="50000"/>
                  </a:schemeClr>
                </a:solidFill>
              </a:rPr>
              <a:t>: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tc_word-prediction</a:t>
            </a:r>
            <a:r>
              <a:rPr lang="en-GB" sz="1800" dirty="0">
                <a:solidFill>
                  <a:schemeClr val="tx2">
                    <a:lumMod val="50000"/>
                  </a:schemeClr>
                </a:solidFill>
              </a:rPr>
              <a:t> -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no-tc_word-prediction</a:t>
            </a:r>
            <a:r>
              <a:rPr lang="en-GB" sz="1800" dirty="0">
                <a:solidFill>
                  <a:schemeClr val="tx2">
                    <a:lumMod val="50000"/>
                  </a:schemeClr>
                </a:solidFill>
              </a:rPr>
              <a:t> ≠ 0</a:t>
            </a:r>
          </a:p>
          <a:p>
            <a:pPr>
              <a:spcBef>
                <a:spcPts val="600"/>
              </a:spcBef>
            </a:pPr>
            <a:r>
              <a:rPr lang="en-GB" sz="1800" dirty="0">
                <a:solidFill>
                  <a:schemeClr val="tx2">
                    <a:lumMod val="50000"/>
                  </a:schemeClr>
                </a:solidFill>
              </a:rPr>
              <a:t>What can be the experimental design?</a:t>
            </a:r>
          </a:p>
        </p:txBody>
      </p:sp>
      <p:graphicFrame>
        <p:nvGraphicFramePr>
          <p:cNvPr id="6" name="Table 6">
            <a:extLst>
              <a:ext uri="{FF2B5EF4-FFF2-40B4-BE49-F238E27FC236}">
                <a16:creationId xmlns:a16="http://schemas.microsoft.com/office/drawing/2014/main" id="{FB35BF85-5EC7-A5F8-7A68-840E60A482A8}"/>
              </a:ext>
            </a:extLst>
          </p:cNvPr>
          <p:cNvGraphicFramePr>
            <a:graphicFrameLocks noGrp="1"/>
          </p:cNvGraphicFramePr>
          <p:nvPr>
            <p:extLst>
              <p:ext uri="{D42A27DB-BD31-4B8C-83A1-F6EECF244321}">
                <p14:modId xmlns:p14="http://schemas.microsoft.com/office/powerpoint/2010/main" val="2405008484"/>
              </p:ext>
            </p:extLst>
          </p:nvPr>
        </p:nvGraphicFramePr>
        <p:xfrm>
          <a:off x="971600" y="4158546"/>
          <a:ext cx="7794448" cy="2133600"/>
        </p:xfrm>
        <a:graphic>
          <a:graphicData uri="http://schemas.openxmlformats.org/drawingml/2006/table">
            <a:tbl>
              <a:tblPr firstRow="1" bandRow="1">
                <a:tableStyleId>{2D5ABB26-0587-4C30-8999-92F81FD0307C}</a:tableStyleId>
              </a:tblPr>
              <a:tblGrid>
                <a:gridCol w="360040">
                  <a:extLst>
                    <a:ext uri="{9D8B030D-6E8A-4147-A177-3AD203B41FA5}">
                      <a16:colId xmlns:a16="http://schemas.microsoft.com/office/drawing/2014/main" val="4172118003"/>
                    </a:ext>
                  </a:extLst>
                </a:gridCol>
                <a:gridCol w="4235568">
                  <a:extLst>
                    <a:ext uri="{9D8B030D-6E8A-4147-A177-3AD203B41FA5}">
                      <a16:colId xmlns:a16="http://schemas.microsoft.com/office/drawing/2014/main" val="2829173478"/>
                    </a:ext>
                  </a:extLst>
                </a:gridCol>
                <a:gridCol w="1250228">
                  <a:extLst>
                    <a:ext uri="{9D8B030D-6E8A-4147-A177-3AD203B41FA5}">
                      <a16:colId xmlns:a16="http://schemas.microsoft.com/office/drawing/2014/main" val="3637142121"/>
                    </a:ext>
                  </a:extLst>
                </a:gridCol>
                <a:gridCol w="1948612">
                  <a:extLst>
                    <a:ext uri="{9D8B030D-6E8A-4147-A177-3AD203B41FA5}">
                      <a16:colId xmlns:a16="http://schemas.microsoft.com/office/drawing/2014/main" val="3459184076"/>
                    </a:ext>
                  </a:extLst>
                </a:gridCol>
              </a:tblGrid>
              <a:tr h="370840">
                <a:tc>
                  <a:txBody>
                    <a:bodyPr/>
                    <a:lstStyle/>
                    <a:p>
                      <a:r>
                        <a:rPr lang="en-GB" sz="1600" dirty="0">
                          <a:solidFill>
                            <a:schemeClr val="tx2">
                              <a:lumMod val="50000"/>
                            </a:schemeClr>
                          </a:solidFill>
                        </a:rPr>
                        <a:t>1</a:t>
                      </a:r>
                    </a:p>
                  </a:txBody>
                  <a:tcPr>
                    <a:solidFill>
                      <a:schemeClr val="bg2"/>
                    </a:solidFill>
                  </a:tcPr>
                </a:tc>
                <a:tc>
                  <a:txBody>
                    <a:bodyPr/>
                    <a:lstStyle/>
                    <a:p>
                      <a:pPr marL="0" indent="0">
                        <a:buFont typeface="+mj-lt"/>
                        <a:buNone/>
                      </a:pPr>
                      <a:r>
                        <a:rPr lang="en-GB" sz="1600" dirty="0">
                          <a:solidFill>
                            <a:schemeClr val="tx2">
                              <a:lumMod val="50000"/>
                            </a:schemeClr>
                          </a:solidFill>
                        </a:rPr>
                        <a:t>Recruit two groups of participants and have </a:t>
                      </a:r>
                      <a:r>
                        <a:rPr lang="en-GB" sz="1600" b="1" dirty="0">
                          <a:solidFill>
                            <a:schemeClr val="tx2">
                              <a:lumMod val="50000"/>
                            </a:schemeClr>
                          </a:solidFill>
                        </a:rPr>
                        <a:t>one group type some text using standard word-processing software</a:t>
                      </a:r>
                      <a:r>
                        <a:rPr lang="en-GB" sz="1600" dirty="0">
                          <a:solidFill>
                            <a:schemeClr val="tx2">
                              <a:lumMod val="50000"/>
                            </a:schemeClr>
                          </a:solidFill>
                        </a:rPr>
                        <a:t> only and </a:t>
                      </a:r>
                      <a:r>
                        <a:rPr lang="en-GB" sz="1600" b="1" dirty="0">
                          <a:solidFill>
                            <a:schemeClr val="tx2">
                              <a:lumMod val="50000"/>
                            </a:schemeClr>
                          </a:solidFill>
                        </a:rPr>
                        <a:t>another group using the word-processing software with word-prediction functions</a:t>
                      </a:r>
                    </a:p>
                  </a:txBody>
                  <a:tcPr>
                    <a:solidFill>
                      <a:schemeClr val="bg2"/>
                    </a:solidFill>
                  </a:tcPr>
                </a:tc>
                <a:tc>
                  <a:txBody>
                    <a:bodyPr/>
                    <a:lstStyle/>
                    <a:p>
                      <a:r>
                        <a:rPr lang="en-GB" sz="1600" b="1" dirty="0">
                          <a:solidFill>
                            <a:schemeClr val="tx2">
                              <a:lumMod val="50000"/>
                            </a:schemeClr>
                          </a:solidFill>
                        </a:rPr>
                        <a:t>Between group</a:t>
                      </a:r>
                    </a:p>
                  </a:txBody>
                  <a:tcPr>
                    <a:solidFill>
                      <a:schemeClr val="bg2"/>
                    </a:solidFill>
                  </a:tcPr>
                </a:tc>
                <a:tc>
                  <a:txBody>
                    <a:bodyPr/>
                    <a:lstStyle/>
                    <a:p>
                      <a:r>
                        <a:rPr lang="en-GB" sz="1600" b="1" dirty="0">
                          <a:solidFill>
                            <a:schemeClr val="tx2">
                              <a:lumMod val="50000"/>
                            </a:schemeClr>
                          </a:solidFill>
                        </a:rPr>
                        <a:t>Independent-Samples </a:t>
                      </a:r>
                      <a:r>
                        <a:rPr lang="en-GB" sz="1600" b="1" i="1" dirty="0">
                          <a:solidFill>
                            <a:schemeClr val="tx2">
                              <a:lumMod val="50000"/>
                            </a:schemeClr>
                          </a:solidFill>
                        </a:rPr>
                        <a:t>t</a:t>
                      </a:r>
                      <a:r>
                        <a:rPr lang="en-GB" sz="1600" b="1" dirty="0">
                          <a:solidFill>
                            <a:schemeClr val="tx2">
                              <a:lumMod val="50000"/>
                            </a:schemeClr>
                          </a:solidFill>
                        </a:rPr>
                        <a:t> Test</a:t>
                      </a:r>
                    </a:p>
                  </a:txBody>
                  <a:tcPr>
                    <a:solidFill>
                      <a:schemeClr val="bg2"/>
                    </a:solidFill>
                  </a:tcPr>
                </a:tc>
                <a:extLst>
                  <a:ext uri="{0D108BD9-81ED-4DB2-BD59-A6C34878D82A}">
                    <a16:rowId xmlns:a16="http://schemas.microsoft.com/office/drawing/2014/main" val="3593643912"/>
                  </a:ext>
                </a:extLst>
              </a:tr>
              <a:tr h="370840">
                <a:tc>
                  <a:txBody>
                    <a:bodyPr/>
                    <a:lstStyle/>
                    <a:p>
                      <a:r>
                        <a:rPr lang="en-GB" sz="1600" dirty="0">
                          <a:solidFill>
                            <a:schemeClr val="tx2">
                              <a:lumMod val="50000"/>
                            </a:schemeClr>
                          </a:solidFill>
                        </a:rPr>
                        <a:t>2</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chemeClr val="tx2">
                              <a:lumMod val="50000"/>
                            </a:schemeClr>
                          </a:solidFill>
                        </a:rPr>
                        <a:t>Recruit one group of participants and have each participant complete comparable typing tasks under both conditions.</a:t>
                      </a:r>
                    </a:p>
                  </a:txBody>
                  <a:tcPr>
                    <a:solidFill>
                      <a:schemeClr val="bg2"/>
                    </a:solidFill>
                  </a:tcPr>
                </a:tc>
                <a:tc>
                  <a:txBody>
                    <a:bodyPr/>
                    <a:lstStyle/>
                    <a:p>
                      <a:r>
                        <a:rPr lang="en-GB" sz="1600" b="1" dirty="0">
                          <a:solidFill>
                            <a:schemeClr val="tx2">
                              <a:lumMod val="50000"/>
                            </a:schemeClr>
                          </a:solidFill>
                        </a:rPr>
                        <a:t>Within group</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schemeClr val="tx2">
                              <a:lumMod val="50000"/>
                            </a:schemeClr>
                          </a:solidFill>
                        </a:rPr>
                        <a:t>Paired-Samples </a:t>
                      </a:r>
                      <a:r>
                        <a:rPr lang="en-GB" sz="1600" b="1" i="1" dirty="0">
                          <a:solidFill>
                            <a:schemeClr val="tx2">
                              <a:lumMod val="50000"/>
                            </a:schemeClr>
                          </a:solidFill>
                        </a:rPr>
                        <a:t>t</a:t>
                      </a:r>
                      <a:r>
                        <a:rPr lang="en-GB" sz="1600" b="1" dirty="0">
                          <a:solidFill>
                            <a:schemeClr val="tx2">
                              <a:lumMod val="50000"/>
                            </a:schemeClr>
                          </a:solidFill>
                        </a:rPr>
                        <a:t> Test</a:t>
                      </a:r>
                    </a:p>
                    <a:p>
                      <a:endParaRPr lang="en-GB" sz="1600" dirty="0">
                        <a:solidFill>
                          <a:schemeClr val="tx2">
                            <a:lumMod val="50000"/>
                          </a:schemeClr>
                        </a:solidFill>
                      </a:endParaRPr>
                    </a:p>
                  </a:txBody>
                  <a:tcPr>
                    <a:solidFill>
                      <a:schemeClr val="bg2"/>
                    </a:solidFill>
                  </a:tcPr>
                </a:tc>
                <a:extLst>
                  <a:ext uri="{0D108BD9-81ED-4DB2-BD59-A6C34878D82A}">
                    <a16:rowId xmlns:a16="http://schemas.microsoft.com/office/drawing/2014/main" val="2819231465"/>
                  </a:ext>
                </a:extLst>
              </a:tr>
            </a:tbl>
          </a:graphicData>
        </a:graphic>
      </p:graphicFrame>
      <p:graphicFrame>
        <p:nvGraphicFramePr>
          <p:cNvPr id="7" name="Table 7">
            <a:extLst>
              <a:ext uri="{FF2B5EF4-FFF2-40B4-BE49-F238E27FC236}">
                <a16:creationId xmlns:a16="http://schemas.microsoft.com/office/drawing/2014/main" id="{D0905D76-5D86-A46F-5FCB-E5F72EA48280}"/>
              </a:ext>
            </a:extLst>
          </p:cNvPr>
          <p:cNvGraphicFramePr>
            <a:graphicFrameLocks noGrp="1"/>
          </p:cNvGraphicFramePr>
          <p:nvPr>
            <p:extLst>
              <p:ext uri="{D42A27DB-BD31-4B8C-83A1-F6EECF244321}">
                <p14:modId xmlns:p14="http://schemas.microsoft.com/office/powerpoint/2010/main" val="3349634461"/>
              </p:ext>
            </p:extLst>
          </p:nvPr>
        </p:nvGraphicFramePr>
        <p:xfrm>
          <a:off x="6293720" y="2865120"/>
          <a:ext cx="2448272" cy="1127760"/>
        </p:xfrm>
        <a:graphic>
          <a:graphicData uri="http://schemas.openxmlformats.org/drawingml/2006/table">
            <a:tbl>
              <a:tblPr firstRow="1" bandRow="1">
                <a:tableStyleId>{21E4AEA4-8DFA-4A89-87EB-49C32662AFE0}</a:tableStyleId>
              </a:tblPr>
              <a:tblGrid>
                <a:gridCol w="648072">
                  <a:extLst>
                    <a:ext uri="{9D8B030D-6E8A-4147-A177-3AD203B41FA5}">
                      <a16:colId xmlns:a16="http://schemas.microsoft.com/office/drawing/2014/main" val="3256854926"/>
                    </a:ext>
                  </a:extLst>
                </a:gridCol>
                <a:gridCol w="792088">
                  <a:extLst>
                    <a:ext uri="{9D8B030D-6E8A-4147-A177-3AD203B41FA5}">
                      <a16:colId xmlns:a16="http://schemas.microsoft.com/office/drawing/2014/main" val="4023015497"/>
                    </a:ext>
                  </a:extLst>
                </a:gridCol>
                <a:gridCol w="1008112">
                  <a:extLst>
                    <a:ext uri="{9D8B030D-6E8A-4147-A177-3AD203B41FA5}">
                      <a16:colId xmlns:a16="http://schemas.microsoft.com/office/drawing/2014/main" val="734798976"/>
                    </a:ext>
                  </a:extLst>
                </a:gridCol>
              </a:tblGrid>
              <a:tr h="141143">
                <a:tc>
                  <a:txBody>
                    <a:bodyPr/>
                    <a:lstStyle/>
                    <a:p>
                      <a:endParaRPr lang="en-GB" sz="1100"/>
                    </a:p>
                  </a:txBody>
                  <a:tcPr/>
                </a:tc>
                <a:tc>
                  <a:txBody>
                    <a:bodyPr/>
                    <a:lstStyle/>
                    <a:p>
                      <a:pPr algn="ctr"/>
                      <a:r>
                        <a:rPr lang="en-GB" sz="1100" dirty="0"/>
                        <a:t>SAMPLE</a:t>
                      </a:r>
                    </a:p>
                  </a:txBody>
                  <a:tcPr/>
                </a:tc>
                <a:tc>
                  <a:txBody>
                    <a:bodyPr/>
                    <a:lstStyle/>
                    <a:p>
                      <a:pPr algn="ctr"/>
                      <a:r>
                        <a:rPr lang="en-GB" sz="1100" dirty="0"/>
                        <a:t>POPULATION</a:t>
                      </a:r>
                    </a:p>
                  </a:txBody>
                  <a:tcPr/>
                </a:tc>
                <a:extLst>
                  <a:ext uri="{0D108BD9-81ED-4DB2-BD59-A6C34878D82A}">
                    <a16:rowId xmlns:a16="http://schemas.microsoft.com/office/drawing/2014/main" val="77322841"/>
                  </a:ext>
                </a:extLst>
              </a:tr>
              <a:tr h="142181">
                <a:tc>
                  <a:txBody>
                    <a:bodyPr/>
                    <a:lstStyle/>
                    <a:p>
                      <a:r>
                        <a:rPr lang="en-GB" sz="1100" dirty="0"/>
                        <a:t>MEAN</a:t>
                      </a:r>
                    </a:p>
                  </a:txBody>
                  <a:tcPr/>
                </a:tc>
                <a:tc>
                  <a:txBody>
                    <a:bodyPr/>
                    <a:lstStyle/>
                    <a:p>
                      <a:pPr algn="ctr"/>
                      <a:r>
                        <a:rPr lang="en-GB" sz="1400" dirty="0">
                          <a:latin typeface="Calibri" panose="020F0502020204030204" pitchFamily="34" charset="0"/>
                          <a:cs typeface="Calibri" panose="020F0502020204030204" pitchFamily="34" charset="0"/>
                        </a:rPr>
                        <a:t>x̄</a:t>
                      </a:r>
                    </a:p>
                  </a:txBody>
                  <a:tcPr/>
                </a:tc>
                <a:tc>
                  <a:txBody>
                    <a:bodyPr/>
                    <a:lstStyle/>
                    <a:p>
                      <a:pPr algn="ctr"/>
                      <a:r>
                        <a:rPr lang="el-GR" sz="1400" dirty="0"/>
                        <a:t>μ</a:t>
                      </a:r>
                      <a:endParaRPr lang="en-GB" sz="1400" dirty="0"/>
                    </a:p>
                  </a:txBody>
                  <a:tcPr/>
                </a:tc>
                <a:extLst>
                  <a:ext uri="{0D108BD9-81ED-4DB2-BD59-A6C34878D82A}">
                    <a16:rowId xmlns:a16="http://schemas.microsoft.com/office/drawing/2014/main" val="2029421350"/>
                  </a:ext>
                </a:extLst>
              </a:tr>
              <a:tr h="142181">
                <a:tc>
                  <a:txBody>
                    <a:bodyPr/>
                    <a:lstStyle/>
                    <a:p>
                      <a:r>
                        <a:rPr lang="en-GB" sz="1100" dirty="0"/>
                        <a:t>St. Dev.</a:t>
                      </a:r>
                    </a:p>
                  </a:txBody>
                  <a:tcPr/>
                </a:tc>
                <a:tc>
                  <a:txBody>
                    <a:bodyPr/>
                    <a:lstStyle/>
                    <a:p>
                      <a:pPr algn="ctr"/>
                      <a:r>
                        <a:rPr lang="en-GB" sz="1400" dirty="0"/>
                        <a:t>s</a:t>
                      </a:r>
                    </a:p>
                  </a:txBody>
                  <a:tcPr/>
                </a:tc>
                <a:tc>
                  <a:txBody>
                    <a:bodyPr/>
                    <a:lstStyle/>
                    <a:p>
                      <a:pPr algn="ctr"/>
                      <a:r>
                        <a:rPr lang="el-GR" sz="1400" dirty="0"/>
                        <a:t>σ</a:t>
                      </a:r>
                      <a:endParaRPr lang="en-GB" sz="1400" dirty="0"/>
                    </a:p>
                  </a:txBody>
                  <a:tcPr/>
                </a:tc>
                <a:extLst>
                  <a:ext uri="{0D108BD9-81ED-4DB2-BD59-A6C34878D82A}">
                    <a16:rowId xmlns:a16="http://schemas.microsoft.com/office/drawing/2014/main" val="1975044670"/>
                  </a:ext>
                </a:extLst>
              </a:tr>
              <a:tr h="245408">
                <a:tc>
                  <a:txBody>
                    <a:bodyPr/>
                    <a:lstStyle/>
                    <a:p>
                      <a:endParaRPr lang="en-GB" sz="1100"/>
                    </a:p>
                  </a:txBody>
                  <a:tcPr/>
                </a:tc>
                <a:tc>
                  <a:txBody>
                    <a:bodyPr/>
                    <a:lstStyle/>
                    <a:p>
                      <a:pPr algn="ctr"/>
                      <a:r>
                        <a:rPr lang="en-GB" sz="1100" dirty="0"/>
                        <a:t>STATISTIC</a:t>
                      </a:r>
                    </a:p>
                  </a:txBody>
                  <a:tcPr/>
                </a:tc>
                <a:tc>
                  <a:txBody>
                    <a:bodyPr/>
                    <a:lstStyle/>
                    <a:p>
                      <a:pPr algn="ctr"/>
                      <a:r>
                        <a:rPr lang="en-GB" sz="1100" dirty="0"/>
                        <a:t>PARAMETER</a:t>
                      </a:r>
                    </a:p>
                  </a:txBody>
                  <a:tcPr/>
                </a:tc>
                <a:extLst>
                  <a:ext uri="{0D108BD9-81ED-4DB2-BD59-A6C34878D82A}">
                    <a16:rowId xmlns:a16="http://schemas.microsoft.com/office/drawing/2014/main" val="1118896288"/>
                  </a:ext>
                </a:extLst>
              </a:tr>
            </a:tbl>
          </a:graphicData>
        </a:graphic>
      </p:graphicFrame>
      <p:sp>
        <p:nvSpPr>
          <p:cNvPr id="8" name="Footer Placeholder 7">
            <a:extLst>
              <a:ext uri="{FF2B5EF4-FFF2-40B4-BE49-F238E27FC236}">
                <a16:creationId xmlns:a16="http://schemas.microsoft.com/office/drawing/2014/main" id="{A456B160-8FCC-E81A-F942-7CA87164D21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640B2C60-0172-9CD9-DD71-1B6E862A93A8}"/>
              </a:ext>
            </a:extLst>
          </p:cNvPr>
          <p:cNvSpPr>
            <a:spLocks noGrp="1"/>
          </p:cNvSpPr>
          <p:nvPr>
            <p:ph type="sldNum" sz="quarter" idx="4"/>
          </p:nvPr>
        </p:nvSpPr>
        <p:spPr/>
        <p:txBody>
          <a:bodyPr/>
          <a:lstStyle/>
          <a:p>
            <a:fld id="{9FD7ECCF-50E7-4327-B945-FA93FF7B2BEF}" type="slidenum">
              <a:rPr lang="en-US" smtClean="0"/>
              <a:pPr/>
              <a:t>60</a:t>
            </a:fld>
            <a:r>
              <a:rPr lang="en-GB"/>
              <a:t>/75</a:t>
            </a:r>
            <a:endParaRPr lang="en-US" dirty="0"/>
          </a:p>
        </p:txBody>
      </p:sp>
    </p:spTree>
    <p:extLst>
      <p:ext uri="{BB962C8B-B14F-4D97-AF65-F5344CB8AC3E}">
        <p14:creationId xmlns:p14="http://schemas.microsoft.com/office/powerpoint/2010/main" val="195630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10A786FF-7589-C329-96B0-073943FD01C2}"/>
              </a:ext>
            </a:extLst>
          </p:cNvPr>
          <p:cNvGraphicFramePr>
            <a:graphicFrameLocks noGrp="1"/>
          </p:cNvGraphicFramePr>
          <p:nvPr>
            <p:ph sz="quarter" idx="1"/>
            <p:extLst>
              <p:ext uri="{D42A27DB-BD31-4B8C-83A1-F6EECF244321}">
                <p14:modId xmlns:p14="http://schemas.microsoft.com/office/powerpoint/2010/main" val="3108415264"/>
              </p:ext>
            </p:extLst>
          </p:nvPr>
        </p:nvGraphicFramePr>
        <p:xfrm>
          <a:off x="948078" y="1630712"/>
          <a:ext cx="3888432" cy="5043632"/>
        </p:xfrm>
        <a:graphic>
          <a:graphicData uri="http://schemas.openxmlformats.org/drawingml/2006/table">
            <a:tbl>
              <a:tblPr/>
              <a:tblGrid>
                <a:gridCol w="1298104">
                  <a:extLst>
                    <a:ext uri="{9D8B030D-6E8A-4147-A177-3AD203B41FA5}">
                      <a16:colId xmlns:a16="http://schemas.microsoft.com/office/drawing/2014/main" val="2332564247"/>
                    </a:ext>
                  </a:extLst>
                </a:gridCol>
                <a:gridCol w="1055199">
                  <a:extLst>
                    <a:ext uri="{9D8B030D-6E8A-4147-A177-3AD203B41FA5}">
                      <a16:colId xmlns:a16="http://schemas.microsoft.com/office/drawing/2014/main" val="4000682242"/>
                    </a:ext>
                  </a:extLst>
                </a:gridCol>
                <a:gridCol w="904170">
                  <a:extLst>
                    <a:ext uri="{9D8B030D-6E8A-4147-A177-3AD203B41FA5}">
                      <a16:colId xmlns:a16="http://schemas.microsoft.com/office/drawing/2014/main" val="17306734"/>
                    </a:ext>
                  </a:extLst>
                </a:gridCol>
                <a:gridCol w="630959">
                  <a:extLst>
                    <a:ext uri="{9D8B030D-6E8A-4147-A177-3AD203B41FA5}">
                      <a16:colId xmlns:a16="http://schemas.microsoft.com/office/drawing/2014/main" val="3280356725"/>
                    </a:ext>
                  </a:extLst>
                </a:gridCol>
              </a:tblGrid>
              <a:tr h="151455">
                <a:tc gridSpan="4">
                  <a:txBody>
                    <a:bodyPr/>
                    <a:lstStyle/>
                    <a:p>
                      <a:r>
                        <a:rPr lang="en-GB" sz="1200" dirty="0">
                          <a:latin typeface="+mn-lt"/>
                        </a:rPr>
                        <a:t>Sample Data for Independent-Samples </a:t>
                      </a:r>
                      <a:r>
                        <a:rPr lang="en-GB" sz="1200" i="1" dirty="0">
                          <a:latin typeface="+mn-lt"/>
                        </a:rPr>
                        <a:t>t </a:t>
                      </a:r>
                      <a:r>
                        <a:rPr lang="en-GB" sz="1200" dirty="0">
                          <a:latin typeface="+mn-lt"/>
                        </a:rPr>
                        <a:t>Test</a:t>
                      </a:r>
                    </a:p>
                  </a:txBody>
                  <a:tcPr marL="35681" marR="35681" marT="17840" marB="17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25185026"/>
                  </a:ext>
                </a:extLst>
              </a:tr>
              <a:tr h="378638">
                <a:tc>
                  <a:txBody>
                    <a:bodyPr/>
                    <a:lstStyle/>
                    <a:p>
                      <a:pPr algn="l" fontAlgn="ctr"/>
                      <a:r>
                        <a:rPr lang="en-GB" sz="1200" b="1" i="0">
                          <a:effectLst/>
                          <a:latin typeface="+mn-lt"/>
                        </a:rPr>
                        <a:t>Group</a:t>
                      </a:r>
                    </a:p>
                  </a:txBody>
                  <a:tcPr marL="35681" marR="35681" marT="17840" marB="17840"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200" b="1" i="0">
                          <a:effectLst/>
                          <a:latin typeface="+mn-lt"/>
                        </a:rPr>
                        <a:t>Participants</a:t>
                      </a:r>
                    </a:p>
                  </a:txBody>
                  <a:tcPr marL="35681" marR="35681" marT="17840" marB="17840" anchor="ctr">
                    <a:lnL>
                      <a:noFill/>
                    </a:lnL>
                    <a:lnR>
                      <a:noFill/>
                    </a:lnR>
                    <a:lnT>
                      <a:noFill/>
                    </a:lnT>
                    <a:lnB>
                      <a:noFill/>
                    </a:lnB>
                    <a:solidFill>
                      <a:srgbClr val="FFFFFF"/>
                    </a:solidFill>
                  </a:tcPr>
                </a:tc>
                <a:tc>
                  <a:txBody>
                    <a:bodyPr/>
                    <a:lstStyle/>
                    <a:p>
                      <a:pPr algn="l" fontAlgn="ctr"/>
                      <a:r>
                        <a:rPr lang="en-GB" sz="1200" b="1" i="0" dirty="0">
                          <a:effectLst/>
                          <a:latin typeface="+mn-lt"/>
                        </a:rPr>
                        <a:t>Task Completion Time</a:t>
                      </a:r>
                    </a:p>
                  </a:txBody>
                  <a:tcPr marL="35681" marR="35681" marT="17840" marB="17840" anchor="ctr">
                    <a:lnL>
                      <a:noFill/>
                    </a:lnL>
                    <a:lnR>
                      <a:noFill/>
                    </a:lnR>
                    <a:lnT>
                      <a:noFill/>
                    </a:lnT>
                    <a:lnB>
                      <a:noFill/>
                    </a:lnB>
                    <a:solidFill>
                      <a:srgbClr val="FFFFFF"/>
                    </a:solidFill>
                  </a:tcPr>
                </a:tc>
                <a:tc>
                  <a:txBody>
                    <a:bodyPr/>
                    <a:lstStyle/>
                    <a:p>
                      <a:pPr algn="l" fontAlgn="ctr"/>
                      <a:r>
                        <a:rPr lang="en-GB" sz="1200" b="1" i="0">
                          <a:effectLst/>
                          <a:latin typeface="+mn-lt"/>
                        </a:rPr>
                        <a:t>Coding</a:t>
                      </a:r>
                    </a:p>
                  </a:txBody>
                  <a:tcPr marL="35681" marR="35681" marT="17840" marB="17840"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608851601"/>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245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076660019"/>
                  </a:ext>
                </a:extLst>
              </a:tr>
              <a:tr h="265047">
                <a:tc>
                  <a:txBody>
                    <a:bodyPr/>
                    <a:lstStyle/>
                    <a:p>
                      <a:pPr algn="l" fontAlgn="t"/>
                      <a:r>
                        <a:rPr lang="en-GB" sz="1200" b="0" dirty="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2</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236</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94959048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3</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321</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4868533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4</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212</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773709212"/>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5</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267</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27259241"/>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6</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334</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422861337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7</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287</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97898688"/>
                  </a:ext>
                </a:extLst>
              </a:tr>
              <a:tr h="265047">
                <a:tc>
                  <a:txBody>
                    <a:bodyPr/>
                    <a:lstStyle/>
                    <a:p>
                      <a:pPr algn="l" fontAlgn="t"/>
                      <a:r>
                        <a:rPr lang="en-GB" sz="1200" b="0" dirty="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8</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259</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757860397"/>
                  </a:ext>
                </a:extLst>
              </a:tr>
              <a:tr h="265047">
                <a:tc>
                  <a:txBody>
                    <a:bodyPr/>
                    <a:lstStyle/>
                    <a:p>
                      <a:pPr algn="l" fontAlgn="t"/>
                      <a:r>
                        <a:rPr lang="en-GB" sz="1200" b="0" dirty="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9</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246</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62433417"/>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10</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213</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121835031"/>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265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44422284"/>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12</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189</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945525730"/>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13</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201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99961052"/>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14</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197</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3034528827"/>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289</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706629350"/>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Participant 16</a:t>
                      </a:r>
                    </a:p>
                  </a:txBody>
                  <a:tcPr marL="35681" marR="35681" marT="17840" marB="17840">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a:effectLst/>
                          <a:latin typeface="+mn-lt"/>
                        </a:rPr>
                        <a:t>224</a:t>
                      </a:r>
                    </a:p>
                  </a:txBody>
                  <a:tcPr marL="35681" marR="35681" marT="17840" marB="17840">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1768527399"/>
                  </a:ext>
                </a:extLst>
              </a:tr>
            </a:tbl>
          </a:graphicData>
        </a:graphic>
      </p:graphicFrame>
      <p:sp>
        <p:nvSpPr>
          <p:cNvPr id="4" name="TextBox 3">
            <a:extLst>
              <a:ext uri="{FF2B5EF4-FFF2-40B4-BE49-F238E27FC236}">
                <a16:creationId xmlns:a16="http://schemas.microsoft.com/office/drawing/2014/main" id="{14BE50E0-BC22-25D9-E8DC-097CCF44E61D}"/>
              </a:ext>
            </a:extLst>
          </p:cNvPr>
          <p:cNvSpPr txBox="1"/>
          <p:nvPr/>
        </p:nvSpPr>
        <p:spPr>
          <a:xfrm>
            <a:off x="948078" y="1119724"/>
            <a:ext cx="3888432" cy="504049"/>
          </a:xfrm>
          <a:prstGeom prst="rect">
            <a:avLst/>
          </a:prstGeom>
          <a:solidFill>
            <a:schemeClr val="bg2"/>
          </a:solidFill>
        </p:spPr>
        <p:txBody>
          <a:bodyPr wrap="square">
            <a:spAutoFit/>
          </a:bodyPr>
          <a:lstStyle/>
          <a:p>
            <a:pPr marL="90488" lvl="1">
              <a:lnSpc>
                <a:spcPts val="1600"/>
              </a:lnSpc>
              <a:spcBef>
                <a:spcPts val="0"/>
              </a:spcBef>
              <a:spcAft>
                <a:spcPts val="0"/>
              </a:spcAft>
            </a:pPr>
            <a:r>
              <a:rPr lang="en-GB" sz="1600" dirty="0">
                <a:solidFill>
                  <a:schemeClr val="tx2">
                    <a:lumMod val="50000"/>
                  </a:schemeClr>
                </a:solidFill>
                <a:latin typeface="+mn-lt"/>
              </a:rPr>
              <a:t>When the </a:t>
            </a:r>
            <a:r>
              <a:rPr lang="en-GB" sz="1600" b="1" dirty="0">
                <a:solidFill>
                  <a:schemeClr val="accent2">
                    <a:lumMod val="75000"/>
                  </a:schemeClr>
                </a:solidFill>
                <a:latin typeface="+mn-lt"/>
              </a:rPr>
              <a:t>two groups being compared </a:t>
            </a:r>
            <a:r>
              <a:rPr lang="en-GB" sz="1600" dirty="0">
                <a:solidFill>
                  <a:schemeClr val="tx2">
                    <a:lumMod val="50000"/>
                  </a:schemeClr>
                </a:solidFill>
                <a:latin typeface="+mn-lt"/>
              </a:rPr>
              <a:t>(</a:t>
            </a:r>
            <a:r>
              <a:rPr lang="en-GB" sz="1600" dirty="0">
                <a:solidFill>
                  <a:schemeClr val="accent2">
                    <a:lumMod val="75000"/>
                  </a:schemeClr>
                </a:solidFill>
                <a:latin typeface="+mn-lt"/>
              </a:rPr>
              <a:t>between-group</a:t>
            </a:r>
            <a:r>
              <a:rPr lang="en-GB" sz="1600" dirty="0">
                <a:solidFill>
                  <a:schemeClr val="tx2">
                    <a:lumMod val="50000"/>
                  </a:schemeClr>
                </a:solidFill>
                <a:latin typeface="+mn-lt"/>
              </a:rPr>
              <a:t>) are presumably unrelated</a:t>
            </a:r>
          </a:p>
        </p:txBody>
      </p:sp>
      <p:sp>
        <p:nvSpPr>
          <p:cNvPr id="2" name="Title 1">
            <a:extLst>
              <a:ext uri="{FF2B5EF4-FFF2-40B4-BE49-F238E27FC236}">
                <a16:creationId xmlns:a16="http://schemas.microsoft.com/office/drawing/2014/main" id="{FCBCD5F1-16F6-5E71-34D5-58D805D74C19}"/>
              </a:ext>
            </a:extLst>
          </p:cNvPr>
          <p:cNvSpPr>
            <a:spLocks noGrp="1"/>
          </p:cNvSpPr>
          <p:nvPr>
            <p:ph type="title"/>
          </p:nvPr>
        </p:nvSpPr>
        <p:spPr>
          <a:xfrm>
            <a:off x="609600" y="332656"/>
            <a:ext cx="8153400" cy="990600"/>
          </a:xfrm>
        </p:spPr>
        <p:txBody>
          <a:bodyPr>
            <a:normAutofit/>
          </a:bodyPr>
          <a:lstStyle/>
          <a:p>
            <a:pPr>
              <a:lnSpc>
                <a:spcPts val="3500"/>
              </a:lnSpc>
            </a:pPr>
            <a:r>
              <a:rPr lang="en-GB" sz="4400" dirty="0">
                <a:latin typeface="+mn-lt"/>
              </a:rPr>
              <a:t>Organise the data in SPSS/PSPP</a:t>
            </a:r>
            <a:endParaRPr lang="en-GB" dirty="0"/>
          </a:p>
        </p:txBody>
      </p:sp>
      <p:graphicFrame>
        <p:nvGraphicFramePr>
          <p:cNvPr id="11" name="Table 10">
            <a:extLst>
              <a:ext uri="{FF2B5EF4-FFF2-40B4-BE49-F238E27FC236}">
                <a16:creationId xmlns:a16="http://schemas.microsoft.com/office/drawing/2014/main" id="{E7F68BB2-1A57-80F2-E68F-D37A2271A1B7}"/>
              </a:ext>
            </a:extLst>
          </p:cNvPr>
          <p:cNvGraphicFramePr>
            <a:graphicFrameLocks noGrp="1"/>
          </p:cNvGraphicFramePr>
          <p:nvPr>
            <p:extLst>
              <p:ext uri="{D42A27DB-BD31-4B8C-83A1-F6EECF244321}">
                <p14:modId xmlns:p14="http://schemas.microsoft.com/office/powerpoint/2010/main" val="490201485"/>
              </p:ext>
            </p:extLst>
          </p:nvPr>
        </p:nvGraphicFramePr>
        <p:xfrm>
          <a:off x="5135932" y="2780928"/>
          <a:ext cx="3627068" cy="2743200"/>
        </p:xfrm>
        <a:graphic>
          <a:graphicData uri="http://schemas.openxmlformats.org/drawingml/2006/table">
            <a:tbl>
              <a:tblPr/>
              <a:tblGrid>
                <a:gridCol w="1322812">
                  <a:extLst>
                    <a:ext uri="{9D8B030D-6E8A-4147-A177-3AD203B41FA5}">
                      <a16:colId xmlns:a16="http://schemas.microsoft.com/office/drawing/2014/main" val="2313876720"/>
                    </a:ext>
                  </a:extLst>
                </a:gridCol>
                <a:gridCol w="1080120">
                  <a:extLst>
                    <a:ext uri="{9D8B030D-6E8A-4147-A177-3AD203B41FA5}">
                      <a16:colId xmlns:a16="http://schemas.microsoft.com/office/drawing/2014/main" val="2552105303"/>
                    </a:ext>
                  </a:extLst>
                </a:gridCol>
                <a:gridCol w="1224136">
                  <a:extLst>
                    <a:ext uri="{9D8B030D-6E8A-4147-A177-3AD203B41FA5}">
                      <a16:colId xmlns:a16="http://schemas.microsoft.com/office/drawing/2014/main" val="3078193349"/>
                    </a:ext>
                  </a:extLst>
                </a:gridCol>
              </a:tblGrid>
              <a:tr h="0">
                <a:tc gridSpan="3">
                  <a:txBody>
                    <a:bodyPr/>
                    <a:lstStyle/>
                    <a:p>
                      <a:r>
                        <a:rPr lang="en-GB" sz="1200" dirty="0">
                          <a:latin typeface="+mn-lt"/>
                        </a:rPr>
                        <a:t>Sample Data for Paired-Samples</a:t>
                      </a:r>
                      <a:r>
                        <a:rPr lang="en-GB" sz="1200" i="1" dirty="0">
                          <a:latin typeface="+mn-lt"/>
                        </a:rPr>
                        <a:t> t </a:t>
                      </a:r>
                      <a:r>
                        <a:rPr lang="en-GB" sz="1200" dirty="0">
                          <a:latin typeface="+mn-lt"/>
                        </a:rPr>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66046750"/>
                  </a:ext>
                </a:extLst>
              </a:tr>
              <a:tr h="0">
                <a:tc>
                  <a:txBody>
                    <a:bodyPr/>
                    <a:lstStyle/>
                    <a:p>
                      <a:pPr algn="l" fontAlgn="ctr"/>
                      <a:r>
                        <a:rPr lang="en-GB" sz="1200" b="1" i="0">
                          <a:effectLst/>
                          <a:latin typeface="+mn-lt"/>
                        </a:rPr>
                        <a:t>Participants</a:t>
                      </a:r>
                    </a:p>
                  </a:txBody>
                  <a:tcPr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200" b="1" i="0" dirty="0">
                          <a:effectLst/>
                          <a:latin typeface="+mn-lt"/>
                        </a:rPr>
                        <a:t>No Prediction</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With Prediction</a:t>
                      </a:r>
                    </a:p>
                  </a:txBody>
                  <a:tcPr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877316878"/>
                  </a:ext>
                </a:extLst>
              </a:tr>
              <a:tr h="0">
                <a:tc>
                  <a:txBody>
                    <a:bodyPr/>
                    <a:lstStyle/>
                    <a:p>
                      <a:pPr algn="l" fontAlgn="t"/>
                      <a:r>
                        <a:rPr lang="en-GB" sz="1200" b="0">
                          <a:effectLst/>
                          <a:latin typeface="+mn-lt"/>
                        </a:rPr>
                        <a:t>Participant 1</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245</a:t>
                      </a:r>
                    </a:p>
                  </a:txBody>
                  <a:tcPr>
                    <a:lnL>
                      <a:noFill/>
                    </a:lnL>
                    <a:lnR>
                      <a:noFill/>
                    </a:lnR>
                    <a:lnT>
                      <a:noFill/>
                    </a:lnT>
                    <a:lnB>
                      <a:noFill/>
                    </a:lnB>
                    <a:solidFill>
                      <a:srgbClr val="FFFFFF"/>
                    </a:solidFill>
                  </a:tcPr>
                </a:tc>
                <a:tc>
                  <a:txBody>
                    <a:bodyPr/>
                    <a:lstStyle/>
                    <a:p>
                      <a:pPr algn="l" fontAlgn="t"/>
                      <a:r>
                        <a:rPr lang="en-GB" sz="1200" b="0">
                          <a:effectLst/>
                          <a:latin typeface="+mn-lt"/>
                        </a:rPr>
                        <a:t>246</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0281247"/>
                  </a:ext>
                </a:extLst>
              </a:tr>
              <a:tr h="0">
                <a:tc>
                  <a:txBody>
                    <a:bodyPr/>
                    <a:lstStyle/>
                    <a:p>
                      <a:pPr algn="l" fontAlgn="t"/>
                      <a:r>
                        <a:rPr lang="en-GB" sz="1200" b="0">
                          <a:effectLst/>
                          <a:latin typeface="+mn-lt"/>
                        </a:rPr>
                        <a:t>Participant 2</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236</a:t>
                      </a:r>
                    </a:p>
                  </a:txBody>
                  <a:tcPr>
                    <a:lnL>
                      <a:noFill/>
                    </a:lnL>
                    <a:lnR>
                      <a:noFill/>
                    </a:lnR>
                    <a:lnT>
                      <a:noFill/>
                    </a:lnT>
                    <a:lnB>
                      <a:noFill/>
                    </a:lnB>
                    <a:solidFill>
                      <a:srgbClr val="EEF2F6"/>
                    </a:solidFill>
                  </a:tcPr>
                </a:tc>
                <a:tc>
                  <a:txBody>
                    <a:bodyPr/>
                    <a:lstStyle/>
                    <a:p>
                      <a:pPr algn="l" fontAlgn="t"/>
                      <a:r>
                        <a:rPr lang="en-GB" sz="1200" b="0">
                          <a:effectLst/>
                          <a:latin typeface="+mn-lt"/>
                        </a:rPr>
                        <a:t>213</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510055643"/>
                  </a:ext>
                </a:extLst>
              </a:tr>
              <a:tr h="0">
                <a:tc>
                  <a:txBody>
                    <a:bodyPr/>
                    <a:lstStyle/>
                    <a:p>
                      <a:pPr algn="l" fontAlgn="t"/>
                      <a:r>
                        <a:rPr lang="en-GB" sz="1200" b="0">
                          <a:effectLst/>
                          <a:latin typeface="+mn-lt"/>
                        </a:rPr>
                        <a:t>Participant 3</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321</a:t>
                      </a:r>
                    </a:p>
                  </a:txBody>
                  <a:tcPr>
                    <a:lnL>
                      <a:noFill/>
                    </a:lnL>
                    <a:lnR>
                      <a:noFill/>
                    </a:lnR>
                    <a:lnT>
                      <a:noFill/>
                    </a:lnT>
                    <a:lnB>
                      <a:noFill/>
                    </a:lnB>
                    <a:solidFill>
                      <a:srgbClr val="FFFFFF"/>
                    </a:solidFill>
                  </a:tcPr>
                </a:tc>
                <a:tc>
                  <a:txBody>
                    <a:bodyPr/>
                    <a:lstStyle/>
                    <a:p>
                      <a:pPr algn="l" fontAlgn="t"/>
                      <a:r>
                        <a:rPr lang="en-GB" sz="1200" b="0">
                          <a:effectLst/>
                          <a:latin typeface="+mn-lt"/>
                        </a:rPr>
                        <a:t>265</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1300657"/>
                  </a:ext>
                </a:extLst>
              </a:tr>
              <a:tr h="0">
                <a:tc>
                  <a:txBody>
                    <a:bodyPr/>
                    <a:lstStyle/>
                    <a:p>
                      <a:pPr algn="l" fontAlgn="t"/>
                      <a:r>
                        <a:rPr lang="en-GB" sz="1200" b="0">
                          <a:effectLst/>
                          <a:latin typeface="+mn-lt"/>
                        </a:rPr>
                        <a:t>Participant 4</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212</a:t>
                      </a:r>
                    </a:p>
                  </a:txBody>
                  <a:tcPr>
                    <a:lnL>
                      <a:noFill/>
                    </a:lnL>
                    <a:lnR>
                      <a:noFill/>
                    </a:lnR>
                    <a:lnT>
                      <a:noFill/>
                    </a:lnT>
                    <a:lnB>
                      <a:noFill/>
                    </a:lnB>
                    <a:solidFill>
                      <a:srgbClr val="EEF2F6"/>
                    </a:solidFill>
                  </a:tcPr>
                </a:tc>
                <a:tc>
                  <a:txBody>
                    <a:bodyPr/>
                    <a:lstStyle/>
                    <a:p>
                      <a:pPr algn="l" fontAlgn="t"/>
                      <a:r>
                        <a:rPr lang="en-GB" sz="1200" b="0">
                          <a:effectLst/>
                          <a:latin typeface="+mn-lt"/>
                        </a:rPr>
                        <a:t>189</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771650249"/>
                  </a:ext>
                </a:extLst>
              </a:tr>
              <a:tr h="0">
                <a:tc>
                  <a:txBody>
                    <a:bodyPr/>
                    <a:lstStyle/>
                    <a:p>
                      <a:pPr algn="l" fontAlgn="t"/>
                      <a:r>
                        <a:rPr lang="en-GB" sz="1200" b="0">
                          <a:effectLst/>
                          <a:latin typeface="+mn-lt"/>
                        </a:rPr>
                        <a:t>Participant 5</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267</a:t>
                      </a:r>
                    </a:p>
                  </a:txBody>
                  <a:tcPr>
                    <a:lnL>
                      <a:noFill/>
                    </a:lnL>
                    <a:lnR>
                      <a:noFill/>
                    </a:lnR>
                    <a:lnT>
                      <a:noFill/>
                    </a:lnT>
                    <a:lnB>
                      <a:noFill/>
                    </a:lnB>
                    <a:solidFill>
                      <a:srgbClr val="FFFFFF"/>
                    </a:solidFill>
                  </a:tcPr>
                </a:tc>
                <a:tc>
                  <a:txBody>
                    <a:bodyPr/>
                    <a:lstStyle/>
                    <a:p>
                      <a:pPr algn="l" fontAlgn="t"/>
                      <a:r>
                        <a:rPr lang="en-GB" sz="1200" b="0">
                          <a:effectLst/>
                          <a:latin typeface="+mn-lt"/>
                        </a:rPr>
                        <a:t>201</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31254991"/>
                  </a:ext>
                </a:extLst>
              </a:tr>
              <a:tr h="0">
                <a:tc>
                  <a:txBody>
                    <a:bodyPr/>
                    <a:lstStyle/>
                    <a:p>
                      <a:pPr algn="l" fontAlgn="t"/>
                      <a:r>
                        <a:rPr lang="en-GB" sz="1200" b="0">
                          <a:effectLst/>
                          <a:latin typeface="+mn-lt"/>
                        </a:rPr>
                        <a:t>Participant 6</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334</a:t>
                      </a:r>
                    </a:p>
                  </a:txBody>
                  <a:tcPr>
                    <a:lnL>
                      <a:noFill/>
                    </a:lnL>
                    <a:lnR>
                      <a:noFill/>
                    </a:lnR>
                    <a:lnT>
                      <a:noFill/>
                    </a:lnT>
                    <a:lnB>
                      <a:noFill/>
                    </a:lnB>
                    <a:solidFill>
                      <a:srgbClr val="EEF2F6"/>
                    </a:solidFill>
                  </a:tcPr>
                </a:tc>
                <a:tc>
                  <a:txBody>
                    <a:bodyPr/>
                    <a:lstStyle/>
                    <a:p>
                      <a:pPr algn="l" fontAlgn="t"/>
                      <a:r>
                        <a:rPr lang="en-GB" sz="1200" b="0">
                          <a:effectLst/>
                          <a:latin typeface="+mn-lt"/>
                        </a:rPr>
                        <a:t>197</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192951603"/>
                  </a:ext>
                </a:extLst>
              </a:tr>
              <a:tr h="0">
                <a:tc>
                  <a:txBody>
                    <a:bodyPr/>
                    <a:lstStyle/>
                    <a:p>
                      <a:pPr algn="l" fontAlgn="t"/>
                      <a:r>
                        <a:rPr lang="en-GB" sz="1200" b="0" dirty="0">
                          <a:effectLst/>
                          <a:latin typeface="+mn-lt"/>
                        </a:rPr>
                        <a:t>Participant 7</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287</a:t>
                      </a:r>
                    </a:p>
                  </a:txBody>
                  <a:tcPr>
                    <a:lnL>
                      <a:noFill/>
                    </a:lnL>
                    <a:lnR>
                      <a:noFill/>
                    </a:lnR>
                    <a:lnT>
                      <a:noFill/>
                    </a:lnT>
                    <a:lnB>
                      <a:noFill/>
                    </a:lnB>
                    <a:solidFill>
                      <a:srgbClr val="FFFFFF"/>
                    </a:solidFill>
                  </a:tcPr>
                </a:tc>
                <a:tc>
                  <a:txBody>
                    <a:bodyPr/>
                    <a:lstStyle/>
                    <a:p>
                      <a:pPr algn="l" fontAlgn="t"/>
                      <a:r>
                        <a:rPr lang="en-GB" sz="1200" b="0">
                          <a:effectLst/>
                          <a:latin typeface="+mn-lt"/>
                        </a:rPr>
                        <a:t>289</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61285798"/>
                  </a:ext>
                </a:extLst>
              </a:tr>
              <a:tr h="234204">
                <a:tc>
                  <a:txBody>
                    <a:bodyPr/>
                    <a:lstStyle/>
                    <a:p>
                      <a:pPr algn="l" fontAlgn="t"/>
                      <a:r>
                        <a:rPr lang="en-GB" sz="1200" b="0" dirty="0">
                          <a:effectLst/>
                          <a:latin typeface="+mn-lt"/>
                        </a:rPr>
                        <a:t>Participant 8</a:t>
                      </a:r>
                    </a:p>
                  </a:txBody>
                  <a:tcP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259</a:t>
                      </a:r>
                    </a:p>
                  </a:txBody>
                  <a:tcPr>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224</a:t>
                      </a:r>
                    </a:p>
                  </a:txBody>
                  <a:tcP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1653373397"/>
                  </a:ext>
                </a:extLst>
              </a:tr>
            </a:tbl>
          </a:graphicData>
        </a:graphic>
      </p:graphicFrame>
      <p:sp>
        <p:nvSpPr>
          <p:cNvPr id="5" name="TextBox 4">
            <a:extLst>
              <a:ext uri="{FF2B5EF4-FFF2-40B4-BE49-F238E27FC236}">
                <a16:creationId xmlns:a16="http://schemas.microsoft.com/office/drawing/2014/main" id="{DA43F606-33B0-AD09-72AD-420A11D2914C}"/>
              </a:ext>
            </a:extLst>
          </p:cNvPr>
          <p:cNvSpPr txBox="1"/>
          <p:nvPr/>
        </p:nvSpPr>
        <p:spPr>
          <a:xfrm>
            <a:off x="5135932" y="2276879"/>
            <a:ext cx="3627068" cy="504049"/>
          </a:xfrm>
          <a:prstGeom prst="rect">
            <a:avLst/>
          </a:prstGeom>
          <a:solidFill>
            <a:schemeClr val="bg2"/>
          </a:solidFill>
        </p:spPr>
        <p:txBody>
          <a:bodyPr wrap="square">
            <a:spAutoFit/>
          </a:bodyPr>
          <a:lstStyle/>
          <a:p>
            <a:pPr marL="90488" lvl="1">
              <a:lnSpc>
                <a:spcPts val="1600"/>
              </a:lnSpc>
              <a:spcBef>
                <a:spcPts val="0"/>
              </a:spcBef>
              <a:spcAft>
                <a:spcPts val="0"/>
              </a:spcAft>
            </a:pPr>
            <a:r>
              <a:rPr lang="en-GB" sz="1600" dirty="0">
                <a:solidFill>
                  <a:schemeClr val="tx2">
                    <a:lumMod val="50000"/>
                  </a:schemeClr>
                </a:solidFill>
                <a:latin typeface="+mn-lt"/>
              </a:rPr>
              <a:t>The two means are contributed by </a:t>
            </a:r>
            <a:r>
              <a:rPr lang="en-GB" sz="1600" b="1" dirty="0">
                <a:solidFill>
                  <a:schemeClr val="tx2">
                    <a:lumMod val="50000"/>
                  </a:schemeClr>
                </a:solidFill>
                <a:latin typeface="+mn-lt"/>
              </a:rPr>
              <a:t>the </a:t>
            </a:r>
            <a:r>
              <a:rPr lang="en-GB" sz="1600" b="1" dirty="0">
                <a:solidFill>
                  <a:schemeClr val="accent2">
                    <a:lumMod val="75000"/>
                  </a:schemeClr>
                </a:solidFill>
                <a:latin typeface="+mn-lt"/>
              </a:rPr>
              <a:t>same group </a:t>
            </a:r>
            <a:r>
              <a:rPr lang="en-GB" sz="1600" dirty="0">
                <a:solidFill>
                  <a:schemeClr val="tx2">
                    <a:lumMod val="50000"/>
                  </a:schemeClr>
                </a:solidFill>
                <a:latin typeface="+mn-lt"/>
              </a:rPr>
              <a:t>(</a:t>
            </a:r>
            <a:r>
              <a:rPr lang="en-GB" sz="1600" dirty="0">
                <a:solidFill>
                  <a:schemeClr val="accent2">
                    <a:lumMod val="75000"/>
                  </a:schemeClr>
                </a:solidFill>
                <a:latin typeface="+mn-lt"/>
              </a:rPr>
              <a:t>within-group</a:t>
            </a:r>
            <a:r>
              <a:rPr lang="en-GB" sz="1600" dirty="0">
                <a:solidFill>
                  <a:schemeClr val="tx2">
                    <a:lumMod val="50000"/>
                  </a:schemeClr>
                </a:solidFill>
                <a:latin typeface="+mn-lt"/>
              </a:rPr>
              <a:t>)</a:t>
            </a:r>
          </a:p>
        </p:txBody>
      </p:sp>
      <p:sp>
        <p:nvSpPr>
          <p:cNvPr id="3" name="Footer Placeholder 2">
            <a:extLst>
              <a:ext uri="{FF2B5EF4-FFF2-40B4-BE49-F238E27FC236}">
                <a16:creationId xmlns:a16="http://schemas.microsoft.com/office/drawing/2014/main" id="{BCE7A1FE-9B1F-B780-95BF-F6DDCB5A95D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587A11E3-8370-14AA-D256-F141B660B006}"/>
              </a:ext>
            </a:extLst>
          </p:cNvPr>
          <p:cNvSpPr>
            <a:spLocks noGrp="1"/>
          </p:cNvSpPr>
          <p:nvPr>
            <p:ph type="sldNum" sz="quarter" idx="4"/>
          </p:nvPr>
        </p:nvSpPr>
        <p:spPr/>
        <p:txBody>
          <a:bodyPr/>
          <a:lstStyle/>
          <a:p>
            <a:fld id="{9FD7ECCF-50E7-4327-B945-FA93FF7B2BEF}" type="slidenum">
              <a:rPr lang="en-US" smtClean="0"/>
              <a:pPr/>
              <a:t>61</a:t>
            </a:fld>
            <a:r>
              <a:rPr lang="en-GB"/>
              <a:t>/75</a:t>
            </a:r>
            <a:endParaRPr lang="en-US" dirty="0"/>
          </a:p>
        </p:txBody>
      </p:sp>
    </p:spTree>
    <p:extLst>
      <p:ext uri="{BB962C8B-B14F-4D97-AF65-F5344CB8AC3E}">
        <p14:creationId xmlns:p14="http://schemas.microsoft.com/office/powerpoint/2010/main" val="3442365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949EA9DE-3BCA-A86C-DCAC-70CEA018E1A6}"/>
              </a:ext>
            </a:extLst>
          </p:cNvPr>
          <p:cNvGrpSpPr/>
          <p:nvPr/>
        </p:nvGrpSpPr>
        <p:grpSpPr>
          <a:xfrm>
            <a:off x="0" y="250842"/>
            <a:ext cx="4283968" cy="5142820"/>
            <a:chOff x="-108520" y="250842"/>
            <a:chExt cx="4392488" cy="5142820"/>
          </a:xfrm>
        </p:grpSpPr>
        <p:graphicFrame>
          <p:nvGraphicFramePr>
            <p:cNvPr id="20" name="Content Placeholder 9">
              <a:extLst>
                <a:ext uri="{FF2B5EF4-FFF2-40B4-BE49-F238E27FC236}">
                  <a16:creationId xmlns:a16="http://schemas.microsoft.com/office/drawing/2014/main" id="{1C93A70A-D392-0207-8D12-89E670F16B47}"/>
                </a:ext>
              </a:extLst>
            </p:cNvPr>
            <p:cNvGraphicFramePr>
              <a:graphicFrameLocks/>
            </p:cNvGraphicFramePr>
            <p:nvPr/>
          </p:nvGraphicFramePr>
          <p:xfrm>
            <a:off x="122168" y="250842"/>
            <a:ext cx="3988942" cy="5043632"/>
          </p:xfrm>
          <a:graphic>
            <a:graphicData uri="http://schemas.openxmlformats.org/drawingml/2006/table">
              <a:tbl>
                <a:tblPr/>
                <a:tblGrid>
                  <a:gridCol w="1298104">
                    <a:extLst>
                      <a:ext uri="{9D8B030D-6E8A-4147-A177-3AD203B41FA5}">
                        <a16:colId xmlns:a16="http://schemas.microsoft.com/office/drawing/2014/main" val="2332564247"/>
                      </a:ext>
                    </a:extLst>
                  </a:gridCol>
                  <a:gridCol w="1055199">
                    <a:extLst>
                      <a:ext uri="{9D8B030D-6E8A-4147-A177-3AD203B41FA5}">
                        <a16:colId xmlns:a16="http://schemas.microsoft.com/office/drawing/2014/main" val="4000682242"/>
                      </a:ext>
                    </a:extLst>
                  </a:gridCol>
                  <a:gridCol w="904170">
                    <a:extLst>
                      <a:ext uri="{9D8B030D-6E8A-4147-A177-3AD203B41FA5}">
                        <a16:colId xmlns:a16="http://schemas.microsoft.com/office/drawing/2014/main" val="17306734"/>
                      </a:ext>
                    </a:extLst>
                  </a:gridCol>
                  <a:gridCol w="632919">
                    <a:extLst>
                      <a:ext uri="{9D8B030D-6E8A-4147-A177-3AD203B41FA5}">
                        <a16:colId xmlns:a16="http://schemas.microsoft.com/office/drawing/2014/main" val="3280356725"/>
                      </a:ext>
                    </a:extLst>
                  </a:gridCol>
                </a:tblGrid>
                <a:tr h="151455">
                  <a:tc gridSpan="4">
                    <a:txBody>
                      <a:bodyPr/>
                      <a:lstStyle/>
                      <a:p>
                        <a:r>
                          <a:rPr lang="en-GB" sz="1200" dirty="0">
                            <a:latin typeface="+mn-lt"/>
                          </a:rPr>
                          <a:t>Sample Data for </a:t>
                        </a:r>
                        <a:r>
                          <a:rPr lang="en-GB" sz="1200" b="1" dirty="0">
                            <a:latin typeface="+mn-lt"/>
                          </a:rPr>
                          <a:t>Independent-Samples </a:t>
                        </a:r>
                        <a:r>
                          <a:rPr lang="en-GB" sz="1200" b="1" i="1" dirty="0">
                            <a:latin typeface="+mn-lt"/>
                          </a:rPr>
                          <a:t>t </a:t>
                        </a:r>
                        <a:r>
                          <a:rPr lang="en-GB" sz="1200" b="1" dirty="0">
                            <a:latin typeface="+mn-lt"/>
                          </a:rPr>
                          <a:t>Test</a:t>
                        </a:r>
                      </a:p>
                    </a:txBody>
                    <a:tcPr marL="35681" marR="35681" marT="17840" marB="17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25185026"/>
                    </a:ext>
                  </a:extLst>
                </a:tr>
                <a:tr h="378638">
                  <a:tc>
                    <a:txBody>
                      <a:bodyPr/>
                      <a:lstStyle/>
                      <a:p>
                        <a:pPr algn="l" fontAlgn="ctr"/>
                        <a:r>
                          <a:rPr lang="en-GB" sz="1200" b="1" i="0">
                            <a:effectLst/>
                            <a:latin typeface="+mn-lt"/>
                          </a:rPr>
                          <a:t>Group</a:t>
                        </a:r>
                      </a:p>
                    </a:txBody>
                    <a:tcPr marL="35681" marR="35681" marT="17840" marB="17840"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200" b="1" i="0">
                            <a:effectLst/>
                            <a:latin typeface="+mn-lt"/>
                          </a:rPr>
                          <a:t>Participants</a:t>
                        </a:r>
                      </a:p>
                    </a:txBody>
                    <a:tcPr marL="35681" marR="35681" marT="17840" marB="17840" anchor="ctr">
                      <a:lnL>
                        <a:noFill/>
                      </a:lnL>
                      <a:lnR>
                        <a:noFill/>
                      </a:lnR>
                      <a:lnT>
                        <a:noFill/>
                      </a:lnT>
                      <a:lnB>
                        <a:noFill/>
                      </a:lnB>
                      <a:solidFill>
                        <a:srgbClr val="FFFFFF"/>
                      </a:solidFill>
                    </a:tcPr>
                  </a:tc>
                  <a:tc>
                    <a:txBody>
                      <a:bodyPr/>
                      <a:lstStyle/>
                      <a:p>
                        <a:pPr algn="l" fontAlgn="ctr"/>
                        <a:r>
                          <a:rPr lang="en-GB" sz="1200" b="1" i="0" dirty="0">
                            <a:effectLst/>
                            <a:latin typeface="+mn-lt"/>
                          </a:rPr>
                          <a:t>Task Completion Time</a:t>
                        </a:r>
                      </a:p>
                    </a:txBody>
                    <a:tcPr marL="35681" marR="35681" marT="17840" marB="17840" anchor="ctr">
                      <a:lnL>
                        <a:noFill/>
                      </a:lnL>
                      <a:lnR>
                        <a:noFill/>
                      </a:lnR>
                      <a:lnT>
                        <a:noFill/>
                      </a:lnT>
                      <a:lnB>
                        <a:noFill/>
                      </a:lnB>
                      <a:solidFill>
                        <a:srgbClr val="FFFFFF"/>
                      </a:solidFill>
                    </a:tcPr>
                  </a:tc>
                  <a:tc>
                    <a:txBody>
                      <a:bodyPr/>
                      <a:lstStyle/>
                      <a:p>
                        <a:pPr algn="l" fontAlgn="ctr"/>
                        <a:r>
                          <a:rPr lang="en-GB" sz="1200" b="1" i="0">
                            <a:effectLst/>
                            <a:latin typeface="+mn-lt"/>
                          </a:rPr>
                          <a:t>Coding</a:t>
                        </a:r>
                      </a:p>
                    </a:txBody>
                    <a:tcPr marL="35681" marR="35681" marT="17840" marB="17840"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608851601"/>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245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076660019"/>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2</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236</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94959048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3</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321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4868533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4</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212</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773709212"/>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5</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267</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27259241"/>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6</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334</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422861337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7</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287</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97898688"/>
                    </a:ext>
                  </a:extLst>
                </a:tr>
                <a:tr h="265047">
                  <a:tc>
                    <a:txBody>
                      <a:bodyPr/>
                      <a:lstStyle/>
                      <a:p>
                        <a:pPr algn="l" fontAlgn="t"/>
                        <a:r>
                          <a:rPr lang="en-GB" sz="1200" b="0" dirty="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8</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259</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757860397"/>
                    </a:ext>
                  </a:extLst>
                </a:tr>
                <a:tr h="265047">
                  <a:tc>
                    <a:txBody>
                      <a:bodyPr/>
                      <a:lstStyle/>
                      <a:p>
                        <a:pPr algn="l" fontAlgn="t"/>
                        <a:r>
                          <a:rPr lang="en-GB" sz="1200" b="0" dirty="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9</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246</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62433417"/>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10</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213</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121835031"/>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265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44422284"/>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12</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189</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945525730"/>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13</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201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99961052"/>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14</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197</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3034528827"/>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289</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706629350"/>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Participant 16</a:t>
                        </a:r>
                      </a:p>
                    </a:txBody>
                    <a:tcPr marL="35681" marR="35681" marT="17840" marB="17840">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a:effectLst/>
                            <a:latin typeface="+mn-lt"/>
                          </a:rPr>
                          <a:t>224</a:t>
                        </a:r>
                      </a:p>
                    </a:txBody>
                    <a:tcPr marL="35681" marR="35681" marT="17840" marB="17840">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1768527399"/>
                    </a:ext>
                  </a:extLst>
                </a:tr>
              </a:tbl>
            </a:graphicData>
          </a:graphic>
        </p:graphicFrame>
        <p:sp>
          <p:nvSpPr>
            <p:cNvPr id="21" name="Rectangle 20">
              <a:extLst>
                <a:ext uri="{FF2B5EF4-FFF2-40B4-BE49-F238E27FC236}">
                  <a16:creationId xmlns:a16="http://schemas.microsoft.com/office/drawing/2014/main" id="{7EA3C5F4-0F0D-C5CA-A044-865DC6DDBE48}"/>
                </a:ext>
              </a:extLst>
            </p:cNvPr>
            <p:cNvSpPr/>
            <p:nvPr/>
          </p:nvSpPr>
          <p:spPr>
            <a:xfrm>
              <a:off x="-108520" y="1722252"/>
              <a:ext cx="4392488" cy="3671410"/>
            </a:xfrm>
            <a:prstGeom prst="rect">
              <a:avLst/>
            </a:prstGeom>
            <a:gradFill flip="none" rotWithShape="1">
              <a:gsLst>
                <a:gs pos="0">
                  <a:schemeClr val="bg1"/>
                </a:gs>
                <a:gs pos="41000">
                  <a:schemeClr val="bg1"/>
                </a:gs>
                <a:gs pos="100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Title 1">
            <a:extLst>
              <a:ext uri="{FF2B5EF4-FFF2-40B4-BE49-F238E27FC236}">
                <a16:creationId xmlns:a16="http://schemas.microsoft.com/office/drawing/2014/main" id="{FCBCD5F1-16F6-5E71-34D5-58D805D74C19}"/>
              </a:ext>
            </a:extLst>
          </p:cNvPr>
          <p:cNvSpPr>
            <a:spLocks noGrp="1"/>
          </p:cNvSpPr>
          <p:nvPr>
            <p:ph type="title"/>
          </p:nvPr>
        </p:nvSpPr>
        <p:spPr>
          <a:xfrm>
            <a:off x="4184712" y="275693"/>
            <a:ext cx="4912208" cy="659832"/>
          </a:xfrm>
        </p:spPr>
        <p:txBody>
          <a:bodyPr>
            <a:normAutofit fontScale="90000"/>
          </a:bodyPr>
          <a:lstStyle/>
          <a:p>
            <a:pPr>
              <a:lnSpc>
                <a:spcPts val="3500"/>
              </a:lnSpc>
            </a:pPr>
            <a:r>
              <a:rPr lang="en-GB" sz="4400" dirty="0">
                <a:latin typeface="+mn-lt"/>
              </a:rPr>
              <a:t>Results for </a:t>
            </a:r>
            <a:r>
              <a:rPr lang="en-GB" sz="4400" dirty="0">
                <a:solidFill>
                  <a:schemeClr val="accent2">
                    <a:lumMod val="75000"/>
                  </a:schemeClr>
                </a:solidFill>
                <a:latin typeface="+mn-lt"/>
              </a:rPr>
              <a:t>independent sample </a:t>
            </a:r>
            <a:r>
              <a:rPr lang="en-GB" sz="4400" i="1" dirty="0">
                <a:solidFill>
                  <a:schemeClr val="accent2">
                    <a:lumMod val="75000"/>
                  </a:schemeClr>
                </a:solidFill>
                <a:latin typeface="+mn-lt"/>
              </a:rPr>
              <a:t>t</a:t>
            </a:r>
            <a:r>
              <a:rPr lang="en-GB" sz="4400" dirty="0">
                <a:solidFill>
                  <a:schemeClr val="accent2">
                    <a:lumMod val="75000"/>
                  </a:schemeClr>
                </a:solidFill>
                <a:latin typeface="+mn-lt"/>
              </a:rPr>
              <a:t>-Test</a:t>
            </a:r>
            <a:endParaRPr lang="en-GB" dirty="0">
              <a:solidFill>
                <a:schemeClr val="accent2">
                  <a:lumMod val="75000"/>
                </a:schemeClr>
              </a:solidFill>
            </a:endParaRPr>
          </a:p>
        </p:txBody>
      </p:sp>
      <p:pic>
        <p:nvPicPr>
          <p:cNvPr id="9" name="Picture 8" descr="SPSS graph">
            <a:extLst>
              <a:ext uri="{FF2B5EF4-FFF2-40B4-BE49-F238E27FC236}">
                <a16:creationId xmlns:a16="http://schemas.microsoft.com/office/drawing/2014/main" id="{488B8B0B-56D6-8C9D-F284-465901AF4D48}"/>
              </a:ext>
            </a:extLst>
          </p:cNvPr>
          <p:cNvPicPr>
            <a:picLocks noChangeAspect="1"/>
          </p:cNvPicPr>
          <p:nvPr/>
        </p:nvPicPr>
        <p:blipFill>
          <a:blip r:embed="rId2"/>
          <a:stretch>
            <a:fillRect/>
          </a:stretch>
        </p:blipFill>
        <p:spPr>
          <a:xfrm>
            <a:off x="3791495" y="2285655"/>
            <a:ext cx="5305425" cy="857250"/>
          </a:xfrm>
          <a:prstGeom prst="rect">
            <a:avLst/>
          </a:prstGeom>
        </p:spPr>
      </p:pic>
      <p:pic>
        <p:nvPicPr>
          <p:cNvPr id="12" name="Picture 11" descr="SPSS graph">
            <a:extLst>
              <a:ext uri="{FF2B5EF4-FFF2-40B4-BE49-F238E27FC236}">
                <a16:creationId xmlns:a16="http://schemas.microsoft.com/office/drawing/2014/main" id="{F7858E6D-755D-2027-31FE-C009B64BE1BA}"/>
              </a:ext>
            </a:extLst>
          </p:cNvPr>
          <p:cNvPicPr>
            <a:picLocks noChangeAspect="1"/>
          </p:cNvPicPr>
          <p:nvPr/>
        </p:nvPicPr>
        <p:blipFill>
          <a:blip r:embed="rId3"/>
          <a:stretch>
            <a:fillRect/>
          </a:stretch>
        </p:blipFill>
        <p:spPr>
          <a:xfrm>
            <a:off x="0" y="3359473"/>
            <a:ext cx="9144000" cy="1294321"/>
          </a:xfrm>
          <a:prstGeom prst="rect">
            <a:avLst/>
          </a:prstGeom>
        </p:spPr>
      </p:pic>
      <p:pic>
        <p:nvPicPr>
          <p:cNvPr id="17" name="Picture 16" descr="SPSS graph">
            <a:extLst>
              <a:ext uri="{FF2B5EF4-FFF2-40B4-BE49-F238E27FC236}">
                <a16:creationId xmlns:a16="http://schemas.microsoft.com/office/drawing/2014/main" id="{285AFA98-2222-8D3A-A60C-A085826B1A8E}"/>
              </a:ext>
            </a:extLst>
          </p:cNvPr>
          <p:cNvPicPr>
            <a:picLocks noChangeAspect="1"/>
          </p:cNvPicPr>
          <p:nvPr/>
        </p:nvPicPr>
        <p:blipFill>
          <a:blip r:embed="rId4"/>
          <a:stretch>
            <a:fillRect/>
          </a:stretch>
        </p:blipFill>
        <p:spPr>
          <a:xfrm>
            <a:off x="3448595" y="4801044"/>
            <a:ext cx="5648325" cy="1819275"/>
          </a:xfrm>
          <a:prstGeom prst="rect">
            <a:avLst/>
          </a:prstGeom>
        </p:spPr>
      </p:pic>
      <p:sp>
        <p:nvSpPr>
          <p:cNvPr id="14" name="Rectangle 13">
            <a:extLst>
              <a:ext uri="{FF2B5EF4-FFF2-40B4-BE49-F238E27FC236}">
                <a16:creationId xmlns:a16="http://schemas.microsoft.com/office/drawing/2014/main" id="{723CB5C4-2C19-F7FC-DC83-C497BFA2B861}"/>
              </a:ext>
            </a:extLst>
          </p:cNvPr>
          <p:cNvSpPr/>
          <p:nvPr/>
        </p:nvSpPr>
        <p:spPr>
          <a:xfrm>
            <a:off x="7610395" y="4941168"/>
            <a:ext cx="1486525" cy="792088"/>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81402BF-BB84-BF57-4806-FAD85916EFFB}"/>
              </a:ext>
            </a:extLst>
          </p:cNvPr>
          <p:cNvSpPr/>
          <p:nvPr/>
        </p:nvSpPr>
        <p:spPr>
          <a:xfrm>
            <a:off x="3833048" y="3789040"/>
            <a:ext cx="573088"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64088693-3885-7916-7294-2A7A4A24CEC8}"/>
              </a:ext>
            </a:extLst>
          </p:cNvPr>
          <p:cNvSpPr/>
          <p:nvPr/>
        </p:nvSpPr>
        <p:spPr>
          <a:xfrm>
            <a:off x="104021" y="4825368"/>
            <a:ext cx="3344574" cy="1769190"/>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0" i="0" dirty="0">
                <a:solidFill>
                  <a:srgbClr val="3D3B49"/>
                </a:solidFill>
                <a:effectLst/>
              </a:rPr>
              <a:t>Compare the returned </a:t>
            </a:r>
            <a:r>
              <a:rPr lang="en-GB" sz="1600" b="0" i="1" dirty="0">
                <a:solidFill>
                  <a:srgbClr val="3D3B49"/>
                </a:solidFill>
                <a:effectLst/>
              </a:rPr>
              <a:t>t</a:t>
            </a:r>
            <a:r>
              <a:rPr lang="en-GB" sz="1600" b="0" i="0" dirty="0">
                <a:solidFill>
                  <a:srgbClr val="3D3B49"/>
                </a:solidFill>
                <a:effectLst/>
              </a:rPr>
              <a:t> value 2.169 with the normal t distribution table for the specific degree of freedom (</a:t>
            </a:r>
            <a:r>
              <a:rPr lang="en-GB" sz="1600" b="0" i="1" dirty="0" err="1">
                <a:solidFill>
                  <a:srgbClr val="3D3B49"/>
                </a:solidFill>
                <a:effectLst/>
              </a:rPr>
              <a:t>df</a:t>
            </a:r>
            <a:r>
              <a:rPr lang="en-GB" sz="1600" b="0" i="1" dirty="0">
                <a:solidFill>
                  <a:srgbClr val="3D3B49"/>
                </a:solidFill>
                <a:effectLst/>
              </a:rPr>
              <a:t> = 15</a:t>
            </a:r>
            <a:r>
              <a:rPr lang="en-GB" sz="1600" b="0" i="0" dirty="0">
                <a:solidFill>
                  <a:srgbClr val="3D3B49"/>
                </a:solidFill>
                <a:effectLst/>
              </a:rPr>
              <a:t>) at the 95% confidence interval (see in the next slide that the value is </a:t>
            </a:r>
            <a:r>
              <a:rPr lang="en-GB" sz="1600" b="0" i="1" dirty="0">
                <a:solidFill>
                  <a:srgbClr val="3D3B49"/>
                </a:solidFill>
                <a:effectLst/>
              </a:rPr>
              <a:t>t</a:t>
            </a:r>
            <a:r>
              <a:rPr lang="en-GB" sz="1600" b="0" i="0" dirty="0">
                <a:solidFill>
                  <a:srgbClr val="3D3B49"/>
                </a:solidFill>
                <a:effectLst/>
              </a:rPr>
              <a:t> = 2.131)</a:t>
            </a:r>
          </a:p>
          <a:p>
            <a:pPr algn="ctr"/>
            <a:r>
              <a:rPr lang="en-GB" sz="1600" dirty="0">
                <a:solidFill>
                  <a:srgbClr val="3D3B49"/>
                </a:solidFill>
              </a:rPr>
              <a:t>t-test </a:t>
            </a:r>
            <a:r>
              <a:rPr lang="en-GB" sz="1600" b="0" i="0" dirty="0">
                <a:solidFill>
                  <a:srgbClr val="3D3B49"/>
                </a:solidFill>
                <a:effectLst/>
              </a:rPr>
              <a:t>2.169 &gt; </a:t>
            </a:r>
            <a:r>
              <a:rPr lang="en-GB" sz="1600" b="0" i="1" dirty="0">
                <a:solidFill>
                  <a:srgbClr val="3D3B49"/>
                </a:solidFill>
                <a:effectLst/>
              </a:rPr>
              <a:t>t distribution</a:t>
            </a:r>
            <a:r>
              <a:rPr lang="en-GB" sz="1600" b="0" i="0" dirty="0">
                <a:solidFill>
                  <a:srgbClr val="3D3B49"/>
                </a:solidFill>
                <a:effectLst/>
              </a:rPr>
              <a:t> 2.131</a:t>
            </a:r>
            <a:endParaRPr lang="en-GB" sz="1600" dirty="0"/>
          </a:p>
        </p:txBody>
      </p:sp>
      <p:sp>
        <p:nvSpPr>
          <p:cNvPr id="24" name="Rectangle 23">
            <a:extLst>
              <a:ext uri="{FF2B5EF4-FFF2-40B4-BE49-F238E27FC236}">
                <a16:creationId xmlns:a16="http://schemas.microsoft.com/office/drawing/2014/main" id="{296C99BE-C8D9-F798-F827-9379D310621B}"/>
              </a:ext>
            </a:extLst>
          </p:cNvPr>
          <p:cNvSpPr/>
          <p:nvPr/>
        </p:nvSpPr>
        <p:spPr>
          <a:xfrm>
            <a:off x="4860035" y="3786002"/>
            <a:ext cx="1296142"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Arrow Connector 5">
            <a:extLst>
              <a:ext uri="{FF2B5EF4-FFF2-40B4-BE49-F238E27FC236}">
                <a16:creationId xmlns:a16="http://schemas.microsoft.com/office/drawing/2014/main" id="{81BD2336-AE98-B026-65F0-4DBB7E5B9D97}"/>
              </a:ext>
            </a:extLst>
          </p:cNvPr>
          <p:cNvCxnSpPr>
            <a:cxnSpLocks/>
          </p:cNvCxnSpPr>
          <p:nvPr/>
        </p:nvCxnSpPr>
        <p:spPr>
          <a:xfrm flipH="1">
            <a:off x="3275856" y="4341811"/>
            <a:ext cx="703669" cy="59456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 name="Footer Placeholder 3">
            <a:extLst>
              <a:ext uri="{FF2B5EF4-FFF2-40B4-BE49-F238E27FC236}">
                <a16:creationId xmlns:a16="http://schemas.microsoft.com/office/drawing/2014/main" id="{CB383897-D3F0-2208-8B90-CF8BFCFDA42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72AC2064-BAEA-38EA-2283-8BE5DD4CC67B}"/>
              </a:ext>
            </a:extLst>
          </p:cNvPr>
          <p:cNvSpPr>
            <a:spLocks noGrp="1"/>
          </p:cNvSpPr>
          <p:nvPr>
            <p:ph type="sldNum" sz="quarter" idx="4"/>
          </p:nvPr>
        </p:nvSpPr>
        <p:spPr/>
        <p:txBody>
          <a:bodyPr/>
          <a:lstStyle/>
          <a:p>
            <a:fld id="{9FD7ECCF-50E7-4327-B945-FA93FF7B2BEF}" type="slidenum">
              <a:rPr lang="en-US" smtClean="0"/>
              <a:pPr/>
              <a:t>62</a:t>
            </a:fld>
            <a:r>
              <a:rPr lang="en-GB"/>
              <a:t>/75</a:t>
            </a:r>
            <a:endParaRPr lang="en-US" dirty="0"/>
          </a:p>
        </p:txBody>
      </p:sp>
    </p:spTree>
    <p:extLst>
      <p:ext uri="{BB962C8B-B14F-4D97-AF65-F5344CB8AC3E}">
        <p14:creationId xmlns:p14="http://schemas.microsoft.com/office/powerpoint/2010/main" val="34496794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BFE1-EE27-E1B0-7B6A-5653451997BB}"/>
              </a:ext>
            </a:extLst>
          </p:cNvPr>
          <p:cNvSpPr>
            <a:spLocks noGrp="1"/>
          </p:cNvSpPr>
          <p:nvPr>
            <p:ph type="title"/>
          </p:nvPr>
        </p:nvSpPr>
        <p:spPr/>
        <p:txBody>
          <a:bodyPr/>
          <a:lstStyle/>
          <a:p>
            <a:r>
              <a:rPr lang="en-GB" dirty="0"/>
              <a:t>t-table</a:t>
            </a:r>
          </a:p>
        </p:txBody>
      </p:sp>
      <p:pic>
        <p:nvPicPr>
          <p:cNvPr id="6146" name="Picture 2" descr="t normal table">
            <a:extLst>
              <a:ext uri="{FF2B5EF4-FFF2-40B4-BE49-F238E27FC236}">
                <a16:creationId xmlns:a16="http://schemas.microsoft.com/office/drawing/2014/main" id="{97165D03-F4CA-BE1A-087D-1293C23D2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0"/>
            <a:ext cx="46101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5409928-04A5-59E6-8492-510719E44287}"/>
              </a:ext>
            </a:extLst>
          </p:cNvPr>
          <p:cNvSpPr/>
          <p:nvPr/>
        </p:nvSpPr>
        <p:spPr>
          <a:xfrm>
            <a:off x="2555776" y="3717032"/>
            <a:ext cx="2952328" cy="144016"/>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4ECC259-B1B0-BF08-1613-0E206377ECF5}"/>
              </a:ext>
            </a:extLst>
          </p:cNvPr>
          <p:cNvSpPr/>
          <p:nvPr/>
        </p:nvSpPr>
        <p:spPr>
          <a:xfrm>
            <a:off x="4933528" y="1037123"/>
            <a:ext cx="574576" cy="2581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0E6B35D-392D-18ED-1C7B-53CAB0732258}"/>
              </a:ext>
            </a:extLst>
          </p:cNvPr>
          <p:cNvSpPr/>
          <p:nvPr/>
        </p:nvSpPr>
        <p:spPr>
          <a:xfrm>
            <a:off x="4877315" y="6590590"/>
            <a:ext cx="574576" cy="2581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1FC8FA97-6C15-04D9-84AA-6E3B8AA69DB2}"/>
              </a:ext>
            </a:extLst>
          </p:cNvPr>
          <p:cNvGrpSpPr/>
          <p:nvPr/>
        </p:nvGrpSpPr>
        <p:grpSpPr>
          <a:xfrm>
            <a:off x="5593659" y="418278"/>
            <a:ext cx="1001880" cy="517680"/>
            <a:chOff x="5593659" y="418278"/>
            <a:chExt cx="1001880" cy="517680"/>
          </a:xfrm>
        </p:grpSpPr>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2679FB9E-CF45-3782-E38D-36EFA6BBDDA4}"/>
                    </a:ext>
                  </a:extLst>
                </p14:cNvPr>
                <p14:cNvContentPartPr/>
                <p14:nvPr/>
              </p14:nvContentPartPr>
              <p14:xfrm>
                <a:off x="5593659" y="690438"/>
                <a:ext cx="433440" cy="245520"/>
              </p14:xfrm>
            </p:contentPart>
          </mc:Choice>
          <mc:Fallback xmlns="">
            <p:pic>
              <p:nvPicPr>
                <p:cNvPr id="18" name="Ink 17">
                  <a:extLst>
                    <a:ext uri="{FF2B5EF4-FFF2-40B4-BE49-F238E27FC236}">
                      <a16:creationId xmlns:a16="http://schemas.microsoft.com/office/drawing/2014/main" id="{2679FB9E-CF45-3782-E38D-36EFA6BBDDA4}"/>
                    </a:ext>
                  </a:extLst>
                </p:cNvPr>
                <p:cNvPicPr/>
                <p:nvPr/>
              </p:nvPicPr>
              <p:blipFill>
                <a:blip r:embed="rId4"/>
                <a:stretch>
                  <a:fillRect/>
                </a:stretch>
              </p:blipFill>
              <p:spPr>
                <a:xfrm>
                  <a:off x="5575659" y="672798"/>
                  <a:ext cx="46908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85548C0D-A170-5D01-BA01-745FCAEC3B0B}"/>
                    </a:ext>
                  </a:extLst>
                </p14:cNvPr>
                <p14:cNvContentPartPr/>
                <p14:nvPr/>
              </p14:nvContentPartPr>
              <p14:xfrm>
                <a:off x="5883819" y="623478"/>
                <a:ext cx="240120" cy="127800"/>
              </p14:xfrm>
            </p:contentPart>
          </mc:Choice>
          <mc:Fallback xmlns="">
            <p:pic>
              <p:nvPicPr>
                <p:cNvPr id="19" name="Ink 18">
                  <a:extLst>
                    <a:ext uri="{FF2B5EF4-FFF2-40B4-BE49-F238E27FC236}">
                      <a16:creationId xmlns:a16="http://schemas.microsoft.com/office/drawing/2014/main" id="{85548C0D-A170-5D01-BA01-745FCAEC3B0B}"/>
                    </a:ext>
                  </a:extLst>
                </p:cNvPr>
                <p:cNvPicPr/>
                <p:nvPr/>
              </p:nvPicPr>
              <p:blipFill>
                <a:blip r:embed="rId6"/>
                <a:stretch>
                  <a:fillRect/>
                </a:stretch>
              </p:blipFill>
              <p:spPr>
                <a:xfrm>
                  <a:off x="5866179" y="605838"/>
                  <a:ext cx="2757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36C4A733-5E36-0E65-59F9-56C428E56372}"/>
                    </a:ext>
                  </a:extLst>
                </p14:cNvPr>
                <p14:cNvContentPartPr/>
                <p14:nvPr/>
              </p14:nvContentPartPr>
              <p14:xfrm>
                <a:off x="6281979" y="451398"/>
                <a:ext cx="360" cy="354240"/>
              </p14:xfrm>
            </p:contentPart>
          </mc:Choice>
          <mc:Fallback xmlns="">
            <p:pic>
              <p:nvPicPr>
                <p:cNvPr id="21" name="Ink 20">
                  <a:extLst>
                    <a:ext uri="{FF2B5EF4-FFF2-40B4-BE49-F238E27FC236}">
                      <a16:creationId xmlns:a16="http://schemas.microsoft.com/office/drawing/2014/main" id="{36C4A733-5E36-0E65-59F9-56C428E56372}"/>
                    </a:ext>
                  </a:extLst>
                </p:cNvPr>
                <p:cNvPicPr/>
                <p:nvPr/>
              </p:nvPicPr>
              <p:blipFill>
                <a:blip r:embed="rId8"/>
                <a:stretch>
                  <a:fillRect/>
                </a:stretch>
              </p:blipFill>
              <p:spPr>
                <a:xfrm>
                  <a:off x="6263979" y="433398"/>
                  <a:ext cx="3600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79246D14-2E5F-1B30-A7DD-7E988865357B}"/>
                    </a:ext>
                  </a:extLst>
                </p14:cNvPr>
                <p14:cNvContentPartPr/>
                <p14:nvPr/>
              </p14:nvContentPartPr>
              <p14:xfrm>
                <a:off x="6218619" y="418278"/>
                <a:ext cx="376920" cy="248400"/>
              </p14:xfrm>
            </p:contentPart>
          </mc:Choice>
          <mc:Fallback xmlns="">
            <p:pic>
              <p:nvPicPr>
                <p:cNvPr id="22" name="Ink 21">
                  <a:extLst>
                    <a:ext uri="{FF2B5EF4-FFF2-40B4-BE49-F238E27FC236}">
                      <a16:creationId xmlns:a16="http://schemas.microsoft.com/office/drawing/2014/main" id="{79246D14-2E5F-1B30-A7DD-7E988865357B}"/>
                    </a:ext>
                  </a:extLst>
                </p:cNvPr>
                <p:cNvPicPr/>
                <p:nvPr/>
              </p:nvPicPr>
              <p:blipFill>
                <a:blip r:embed="rId10"/>
                <a:stretch>
                  <a:fillRect/>
                </a:stretch>
              </p:blipFill>
              <p:spPr>
                <a:xfrm>
                  <a:off x="6200619" y="400638"/>
                  <a:ext cx="412560" cy="284040"/>
                </a:xfrm>
                <a:prstGeom prst="rect">
                  <a:avLst/>
                </a:prstGeom>
              </p:spPr>
            </p:pic>
          </mc:Fallback>
        </mc:AlternateContent>
      </p:grpSp>
      <p:sp>
        <p:nvSpPr>
          <p:cNvPr id="24" name="Rectangle 23">
            <a:extLst>
              <a:ext uri="{FF2B5EF4-FFF2-40B4-BE49-F238E27FC236}">
                <a16:creationId xmlns:a16="http://schemas.microsoft.com/office/drawing/2014/main" id="{5E2D3408-4820-B725-058B-BBCC6B44F0A8}"/>
              </a:ext>
            </a:extLst>
          </p:cNvPr>
          <p:cNvSpPr/>
          <p:nvPr/>
        </p:nvSpPr>
        <p:spPr>
          <a:xfrm>
            <a:off x="266700" y="1556792"/>
            <a:ext cx="2001044" cy="4236968"/>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0" i="0" dirty="0">
                <a:solidFill>
                  <a:srgbClr val="3D3B49"/>
                </a:solidFill>
                <a:effectLst/>
              </a:rPr>
              <a:t>Degrees of freedom number of independent pieces of information used to calculate a statistic = n -1</a:t>
            </a:r>
          </a:p>
          <a:p>
            <a:pPr algn="ctr"/>
            <a:endParaRPr lang="en-GB" sz="1600" dirty="0">
              <a:solidFill>
                <a:srgbClr val="3D3B49"/>
              </a:solidFill>
            </a:endParaRPr>
          </a:p>
          <a:p>
            <a:pPr algn="ctr"/>
            <a:r>
              <a:rPr lang="en-GB" sz="1600" dirty="0">
                <a:solidFill>
                  <a:srgbClr val="3D3B49"/>
                </a:solidFill>
              </a:rPr>
              <a:t>n = sample</a:t>
            </a:r>
          </a:p>
          <a:p>
            <a:pPr algn="ctr"/>
            <a:endParaRPr lang="en-GB" sz="1600" dirty="0">
              <a:solidFill>
                <a:srgbClr val="3D3B49"/>
              </a:solidFill>
            </a:endParaRPr>
          </a:p>
          <a:p>
            <a:pPr algn="ctr"/>
            <a:r>
              <a:rPr lang="en-GB" sz="1600" dirty="0">
                <a:solidFill>
                  <a:srgbClr val="3D3B49"/>
                </a:solidFill>
              </a:rPr>
              <a:t>In this case 16 (participants) – 1 =15</a:t>
            </a:r>
          </a:p>
          <a:p>
            <a:pPr algn="ctr"/>
            <a:endParaRPr lang="en-GB" sz="1600" dirty="0">
              <a:solidFill>
                <a:srgbClr val="3D3B49"/>
              </a:solidFill>
            </a:endParaRPr>
          </a:p>
          <a:p>
            <a:pPr algn="ctr"/>
            <a:r>
              <a:rPr lang="en-GB" sz="1600" b="0" i="0" dirty="0">
                <a:solidFill>
                  <a:srgbClr val="3D3B49"/>
                </a:solidFill>
                <a:effectLst/>
              </a:rPr>
              <a:t>(</a:t>
            </a:r>
            <a:r>
              <a:rPr lang="en-GB" sz="1600" b="0" i="1" dirty="0" err="1">
                <a:solidFill>
                  <a:srgbClr val="3D3B49"/>
                </a:solidFill>
                <a:effectLst/>
              </a:rPr>
              <a:t>df</a:t>
            </a:r>
            <a:r>
              <a:rPr lang="en-GB" sz="1600" b="0" i="1" dirty="0">
                <a:solidFill>
                  <a:srgbClr val="3D3B49"/>
                </a:solidFill>
                <a:effectLst/>
              </a:rPr>
              <a:t> = 15</a:t>
            </a:r>
            <a:r>
              <a:rPr lang="en-GB" sz="1600" b="0" i="0" dirty="0">
                <a:solidFill>
                  <a:srgbClr val="3D3B49"/>
                </a:solidFill>
                <a:effectLst/>
              </a:rPr>
              <a:t>) at the 95% confidence interval (</a:t>
            </a:r>
            <a:r>
              <a:rPr lang="en-GB" sz="1600" b="1" i="1" dirty="0">
                <a:solidFill>
                  <a:srgbClr val="3D3B49"/>
                </a:solidFill>
                <a:effectLst/>
              </a:rPr>
              <a:t>t</a:t>
            </a:r>
            <a:r>
              <a:rPr lang="en-GB" sz="1600" b="1" i="0" dirty="0">
                <a:solidFill>
                  <a:srgbClr val="3D3B49"/>
                </a:solidFill>
                <a:effectLst/>
              </a:rPr>
              <a:t> = 2.131</a:t>
            </a:r>
            <a:r>
              <a:rPr lang="en-GB" sz="1600" b="0" i="0" dirty="0">
                <a:solidFill>
                  <a:srgbClr val="3D3B49"/>
                </a:solidFill>
                <a:effectLst/>
              </a:rPr>
              <a:t>)</a:t>
            </a:r>
          </a:p>
          <a:p>
            <a:pPr algn="ctr"/>
            <a:r>
              <a:rPr lang="en-GB" sz="1600" dirty="0">
                <a:solidFill>
                  <a:srgbClr val="3D3B49"/>
                </a:solidFill>
              </a:rPr>
              <a:t>p(0.025)</a:t>
            </a:r>
            <a:endParaRPr lang="en-GB" sz="1600" dirty="0"/>
          </a:p>
          <a:p>
            <a:pPr algn="ctr"/>
            <a:endParaRPr lang="en-GB" sz="1600" dirty="0"/>
          </a:p>
        </p:txBody>
      </p:sp>
      <p:cxnSp>
        <p:nvCxnSpPr>
          <p:cNvPr id="26" name="Straight Arrow Connector 25">
            <a:extLst>
              <a:ext uri="{FF2B5EF4-FFF2-40B4-BE49-F238E27FC236}">
                <a16:creationId xmlns:a16="http://schemas.microsoft.com/office/drawing/2014/main" id="{163889A4-8334-4D31-E0E9-44C64C7BA1FF}"/>
              </a:ext>
            </a:extLst>
          </p:cNvPr>
          <p:cNvCxnSpPr>
            <a:cxnSpLocks/>
          </p:cNvCxnSpPr>
          <p:nvPr/>
        </p:nvCxnSpPr>
        <p:spPr>
          <a:xfrm flipV="1">
            <a:off x="1174847" y="3861048"/>
            <a:ext cx="1309715" cy="936104"/>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B740D8FF-BF5C-3C1A-EC41-0F4E30B7E91D}"/>
              </a:ext>
            </a:extLst>
          </p:cNvPr>
          <p:cNvCxnSpPr>
            <a:cxnSpLocks/>
          </p:cNvCxnSpPr>
          <p:nvPr/>
        </p:nvCxnSpPr>
        <p:spPr>
          <a:xfrm>
            <a:off x="2051720" y="5093568"/>
            <a:ext cx="2664296" cy="153583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4" name="Footer Placeholder 3">
            <a:extLst>
              <a:ext uri="{FF2B5EF4-FFF2-40B4-BE49-F238E27FC236}">
                <a16:creationId xmlns:a16="http://schemas.microsoft.com/office/drawing/2014/main" id="{F35AEEB0-23FF-BF2F-EA51-3E6D9C666D6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D8CDF393-B986-0DF1-5257-788540CA2FCA}"/>
              </a:ext>
            </a:extLst>
          </p:cNvPr>
          <p:cNvSpPr>
            <a:spLocks noGrp="1"/>
          </p:cNvSpPr>
          <p:nvPr>
            <p:ph type="sldNum" sz="quarter" idx="4"/>
          </p:nvPr>
        </p:nvSpPr>
        <p:spPr/>
        <p:txBody>
          <a:bodyPr/>
          <a:lstStyle/>
          <a:p>
            <a:fld id="{9FD7ECCF-50E7-4327-B945-FA93FF7B2BEF}" type="slidenum">
              <a:rPr lang="en-US" smtClean="0"/>
              <a:pPr/>
              <a:t>63</a:t>
            </a:fld>
            <a:r>
              <a:rPr lang="en-GB"/>
              <a:t>/75</a:t>
            </a:r>
            <a:endParaRPr lang="en-US" dirty="0"/>
          </a:p>
        </p:txBody>
      </p:sp>
    </p:spTree>
    <p:extLst>
      <p:ext uri="{BB962C8B-B14F-4D97-AF65-F5344CB8AC3E}">
        <p14:creationId xmlns:p14="http://schemas.microsoft.com/office/powerpoint/2010/main" val="5667090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3EC8B-EDC6-AF65-71A3-D6A1515D4FB7}"/>
              </a:ext>
            </a:extLst>
          </p:cNvPr>
          <p:cNvSpPr>
            <a:spLocks noGrp="1"/>
          </p:cNvSpPr>
          <p:nvPr>
            <p:ph type="title"/>
          </p:nvPr>
        </p:nvSpPr>
        <p:spPr/>
        <p:txBody>
          <a:bodyPr/>
          <a:lstStyle/>
          <a:p>
            <a:r>
              <a:rPr lang="en-GB" dirty="0"/>
              <a:t>Interpretation of </a:t>
            </a:r>
            <a:r>
              <a:rPr lang="en-GB" i="1" dirty="0"/>
              <a:t>t</a:t>
            </a:r>
            <a:r>
              <a:rPr lang="en-GB" dirty="0"/>
              <a:t> Test Results</a:t>
            </a:r>
          </a:p>
        </p:txBody>
      </p:sp>
      <p:sp>
        <p:nvSpPr>
          <p:cNvPr id="3" name="Content Placeholder 2">
            <a:extLst>
              <a:ext uri="{FF2B5EF4-FFF2-40B4-BE49-F238E27FC236}">
                <a16:creationId xmlns:a16="http://schemas.microsoft.com/office/drawing/2014/main" id="{FCF8641A-579C-B3FA-F637-F09F64D20528}"/>
              </a:ext>
            </a:extLst>
          </p:cNvPr>
          <p:cNvSpPr>
            <a:spLocks noGrp="1"/>
          </p:cNvSpPr>
          <p:nvPr>
            <p:ph sz="quarter" idx="1"/>
          </p:nvPr>
        </p:nvSpPr>
        <p:spPr>
          <a:xfrm>
            <a:off x="612648" y="1600200"/>
            <a:ext cx="8153400" cy="4648006"/>
          </a:xfrm>
        </p:spPr>
        <p:txBody>
          <a:bodyPr>
            <a:normAutofit fontScale="92500" lnSpcReduction="20000"/>
          </a:bodyPr>
          <a:lstStyle/>
          <a:p>
            <a:pPr>
              <a:lnSpc>
                <a:spcPct val="110000"/>
              </a:lnSpc>
              <a:spcBef>
                <a:spcPts val="600"/>
              </a:spcBef>
              <a:spcAft>
                <a:spcPts val="600"/>
              </a:spcAft>
            </a:pPr>
            <a:r>
              <a:rPr lang="en-GB" dirty="0">
                <a:solidFill>
                  <a:schemeClr val="tx2">
                    <a:lumMod val="50000"/>
                  </a:schemeClr>
                </a:solidFill>
              </a:rPr>
              <a:t>The </a:t>
            </a:r>
            <a:r>
              <a:rPr lang="en-GB" i="1" dirty="0">
                <a:solidFill>
                  <a:schemeClr val="tx2">
                    <a:lumMod val="50000"/>
                  </a:schemeClr>
                </a:solidFill>
              </a:rPr>
              <a:t>t</a:t>
            </a:r>
            <a:r>
              <a:rPr lang="en-GB" dirty="0">
                <a:solidFill>
                  <a:schemeClr val="tx2">
                    <a:lumMod val="50000"/>
                  </a:schemeClr>
                </a:solidFill>
              </a:rPr>
              <a:t>-tests return a value, t, with larger t values suggesting a higher probability of the null hypothesis being false. </a:t>
            </a:r>
          </a:p>
          <a:p>
            <a:pPr>
              <a:lnSpc>
                <a:spcPct val="110000"/>
              </a:lnSpc>
              <a:spcBef>
                <a:spcPts val="600"/>
              </a:spcBef>
              <a:spcAft>
                <a:spcPts val="600"/>
              </a:spcAft>
            </a:pPr>
            <a:r>
              <a:rPr lang="en-GB" dirty="0">
                <a:solidFill>
                  <a:schemeClr val="tx2">
                    <a:lumMod val="50000"/>
                  </a:schemeClr>
                </a:solidFill>
              </a:rPr>
              <a:t>In other words, </a:t>
            </a:r>
            <a:r>
              <a:rPr lang="en-GB" b="1" dirty="0">
                <a:solidFill>
                  <a:schemeClr val="tx2">
                    <a:lumMod val="50000"/>
                  </a:schemeClr>
                </a:solidFill>
              </a:rPr>
              <a:t>the higher the t value</a:t>
            </a:r>
            <a:r>
              <a:rPr lang="en-GB" dirty="0">
                <a:solidFill>
                  <a:schemeClr val="tx2">
                    <a:lumMod val="50000"/>
                  </a:schemeClr>
                </a:solidFill>
              </a:rPr>
              <a:t>, </a:t>
            </a:r>
            <a:r>
              <a:rPr lang="en-GB" b="1" dirty="0">
                <a:solidFill>
                  <a:schemeClr val="tx2">
                    <a:lumMod val="50000"/>
                  </a:schemeClr>
                </a:solidFill>
              </a:rPr>
              <a:t>the more likely the two means are different</a:t>
            </a:r>
            <a:r>
              <a:rPr lang="en-GB" dirty="0">
                <a:solidFill>
                  <a:schemeClr val="tx2">
                    <a:lumMod val="50000"/>
                  </a:schemeClr>
                </a:solidFill>
              </a:rPr>
              <a:t>.</a:t>
            </a:r>
          </a:p>
          <a:p>
            <a:pPr>
              <a:lnSpc>
                <a:spcPct val="110000"/>
              </a:lnSpc>
              <a:spcBef>
                <a:spcPts val="600"/>
              </a:spcBef>
              <a:spcAft>
                <a:spcPts val="600"/>
              </a:spcAft>
            </a:pPr>
            <a:r>
              <a:rPr lang="en-GB" dirty="0">
                <a:solidFill>
                  <a:schemeClr val="tx2">
                    <a:lumMod val="50000"/>
                  </a:schemeClr>
                </a:solidFill>
              </a:rPr>
              <a:t>We normally use a 95% confidence interval in significance tests. So </a:t>
            </a:r>
            <a:r>
              <a:rPr lang="en-GB" b="1" dirty="0">
                <a:solidFill>
                  <a:schemeClr val="tx2">
                    <a:lumMod val="50000"/>
                  </a:schemeClr>
                </a:solidFill>
              </a:rPr>
              <a:t>any t value that is higher than the corresponding t value at the 95% confidence interval suggests that there is a significant difference between participants</a:t>
            </a:r>
            <a:r>
              <a:rPr lang="en-GB" dirty="0">
                <a:solidFill>
                  <a:schemeClr val="tx2">
                    <a:lumMod val="50000"/>
                  </a:schemeClr>
                </a:solidFill>
              </a:rPr>
              <a:t> (e.g., between users who use word-prediction software and those who do not).</a:t>
            </a:r>
          </a:p>
        </p:txBody>
      </p:sp>
      <p:sp>
        <p:nvSpPr>
          <p:cNvPr id="6" name="Footer Placeholder 5">
            <a:extLst>
              <a:ext uri="{FF2B5EF4-FFF2-40B4-BE49-F238E27FC236}">
                <a16:creationId xmlns:a16="http://schemas.microsoft.com/office/drawing/2014/main" id="{DA7F84B9-7C3A-D454-2FF6-C2BB2342454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8D7A5B1F-B9DF-2DE6-8ABF-3F213B09369B}"/>
              </a:ext>
            </a:extLst>
          </p:cNvPr>
          <p:cNvSpPr>
            <a:spLocks noGrp="1"/>
          </p:cNvSpPr>
          <p:nvPr>
            <p:ph type="sldNum" sz="quarter" idx="4"/>
          </p:nvPr>
        </p:nvSpPr>
        <p:spPr/>
        <p:txBody>
          <a:bodyPr/>
          <a:lstStyle/>
          <a:p>
            <a:fld id="{9FD7ECCF-50E7-4327-B945-FA93FF7B2BEF}" type="slidenum">
              <a:rPr lang="en-US" smtClean="0"/>
              <a:pPr/>
              <a:t>64</a:t>
            </a:fld>
            <a:r>
              <a:rPr lang="en-GB"/>
              <a:t>/75</a:t>
            </a:r>
            <a:endParaRPr lang="en-US" dirty="0"/>
          </a:p>
        </p:txBody>
      </p:sp>
    </p:spTree>
    <p:extLst>
      <p:ext uri="{BB962C8B-B14F-4D97-AF65-F5344CB8AC3E}">
        <p14:creationId xmlns:p14="http://schemas.microsoft.com/office/powerpoint/2010/main" val="22731540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949EA9DE-3BCA-A86C-DCAC-70CEA018E1A6}"/>
              </a:ext>
            </a:extLst>
          </p:cNvPr>
          <p:cNvGrpSpPr/>
          <p:nvPr/>
        </p:nvGrpSpPr>
        <p:grpSpPr>
          <a:xfrm>
            <a:off x="0" y="250842"/>
            <a:ext cx="4283968" cy="5142820"/>
            <a:chOff x="-108520" y="250842"/>
            <a:chExt cx="4392488" cy="5142820"/>
          </a:xfrm>
        </p:grpSpPr>
        <p:graphicFrame>
          <p:nvGraphicFramePr>
            <p:cNvPr id="20" name="Content Placeholder 9">
              <a:extLst>
                <a:ext uri="{FF2B5EF4-FFF2-40B4-BE49-F238E27FC236}">
                  <a16:creationId xmlns:a16="http://schemas.microsoft.com/office/drawing/2014/main" id="{1C93A70A-D392-0207-8D12-89E670F16B47}"/>
                </a:ext>
              </a:extLst>
            </p:cNvPr>
            <p:cNvGraphicFramePr>
              <a:graphicFrameLocks/>
            </p:cNvGraphicFramePr>
            <p:nvPr/>
          </p:nvGraphicFramePr>
          <p:xfrm>
            <a:off x="122168" y="250842"/>
            <a:ext cx="3988942" cy="5043632"/>
          </p:xfrm>
          <a:graphic>
            <a:graphicData uri="http://schemas.openxmlformats.org/drawingml/2006/table">
              <a:tbl>
                <a:tblPr/>
                <a:tblGrid>
                  <a:gridCol w="1298104">
                    <a:extLst>
                      <a:ext uri="{9D8B030D-6E8A-4147-A177-3AD203B41FA5}">
                        <a16:colId xmlns:a16="http://schemas.microsoft.com/office/drawing/2014/main" val="2332564247"/>
                      </a:ext>
                    </a:extLst>
                  </a:gridCol>
                  <a:gridCol w="1055199">
                    <a:extLst>
                      <a:ext uri="{9D8B030D-6E8A-4147-A177-3AD203B41FA5}">
                        <a16:colId xmlns:a16="http://schemas.microsoft.com/office/drawing/2014/main" val="4000682242"/>
                      </a:ext>
                    </a:extLst>
                  </a:gridCol>
                  <a:gridCol w="904170">
                    <a:extLst>
                      <a:ext uri="{9D8B030D-6E8A-4147-A177-3AD203B41FA5}">
                        <a16:colId xmlns:a16="http://schemas.microsoft.com/office/drawing/2014/main" val="17306734"/>
                      </a:ext>
                    </a:extLst>
                  </a:gridCol>
                  <a:gridCol w="632919">
                    <a:extLst>
                      <a:ext uri="{9D8B030D-6E8A-4147-A177-3AD203B41FA5}">
                        <a16:colId xmlns:a16="http://schemas.microsoft.com/office/drawing/2014/main" val="3280356725"/>
                      </a:ext>
                    </a:extLst>
                  </a:gridCol>
                </a:tblGrid>
                <a:tr h="151455">
                  <a:tc gridSpan="4">
                    <a:txBody>
                      <a:bodyPr/>
                      <a:lstStyle/>
                      <a:p>
                        <a:r>
                          <a:rPr lang="en-GB" sz="1200" dirty="0">
                            <a:latin typeface="+mn-lt"/>
                          </a:rPr>
                          <a:t>Sample Data for </a:t>
                        </a:r>
                        <a:r>
                          <a:rPr lang="en-GB" sz="1200" b="1" dirty="0">
                            <a:latin typeface="+mn-lt"/>
                          </a:rPr>
                          <a:t>Independent-Samples </a:t>
                        </a:r>
                        <a:r>
                          <a:rPr lang="en-GB" sz="1200" b="1" i="1" dirty="0">
                            <a:latin typeface="+mn-lt"/>
                          </a:rPr>
                          <a:t>t </a:t>
                        </a:r>
                        <a:r>
                          <a:rPr lang="en-GB" sz="1200" b="1" dirty="0">
                            <a:latin typeface="+mn-lt"/>
                          </a:rPr>
                          <a:t>Test</a:t>
                        </a:r>
                      </a:p>
                    </a:txBody>
                    <a:tcPr marL="35681" marR="35681" marT="17840" marB="17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25185026"/>
                    </a:ext>
                  </a:extLst>
                </a:tr>
                <a:tr h="378638">
                  <a:tc>
                    <a:txBody>
                      <a:bodyPr/>
                      <a:lstStyle/>
                      <a:p>
                        <a:pPr algn="l" fontAlgn="ctr"/>
                        <a:r>
                          <a:rPr lang="en-GB" sz="1200" b="1" i="0">
                            <a:effectLst/>
                            <a:latin typeface="+mn-lt"/>
                          </a:rPr>
                          <a:t>Group</a:t>
                        </a:r>
                      </a:p>
                    </a:txBody>
                    <a:tcPr marL="35681" marR="35681" marT="17840" marB="17840"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200" b="1" i="0">
                            <a:effectLst/>
                            <a:latin typeface="+mn-lt"/>
                          </a:rPr>
                          <a:t>Participants</a:t>
                        </a:r>
                      </a:p>
                    </a:txBody>
                    <a:tcPr marL="35681" marR="35681" marT="17840" marB="17840" anchor="ctr">
                      <a:lnL>
                        <a:noFill/>
                      </a:lnL>
                      <a:lnR>
                        <a:noFill/>
                      </a:lnR>
                      <a:lnT>
                        <a:noFill/>
                      </a:lnT>
                      <a:lnB>
                        <a:noFill/>
                      </a:lnB>
                      <a:solidFill>
                        <a:srgbClr val="FFFFFF"/>
                      </a:solidFill>
                    </a:tcPr>
                  </a:tc>
                  <a:tc>
                    <a:txBody>
                      <a:bodyPr/>
                      <a:lstStyle/>
                      <a:p>
                        <a:pPr algn="l" fontAlgn="ctr"/>
                        <a:r>
                          <a:rPr lang="en-GB" sz="1200" b="1" i="0" dirty="0">
                            <a:effectLst/>
                            <a:latin typeface="+mn-lt"/>
                          </a:rPr>
                          <a:t>Task Completion Time</a:t>
                        </a:r>
                      </a:p>
                    </a:txBody>
                    <a:tcPr marL="35681" marR="35681" marT="17840" marB="17840" anchor="ctr">
                      <a:lnL>
                        <a:noFill/>
                      </a:lnL>
                      <a:lnR>
                        <a:noFill/>
                      </a:lnR>
                      <a:lnT>
                        <a:noFill/>
                      </a:lnT>
                      <a:lnB>
                        <a:noFill/>
                      </a:lnB>
                      <a:solidFill>
                        <a:srgbClr val="FFFFFF"/>
                      </a:solidFill>
                    </a:tcPr>
                  </a:tc>
                  <a:tc>
                    <a:txBody>
                      <a:bodyPr/>
                      <a:lstStyle/>
                      <a:p>
                        <a:pPr algn="l" fontAlgn="ctr"/>
                        <a:r>
                          <a:rPr lang="en-GB" sz="1200" b="1" i="0">
                            <a:effectLst/>
                            <a:latin typeface="+mn-lt"/>
                          </a:rPr>
                          <a:t>Coding</a:t>
                        </a:r>
                      </a:p>
                    </a:txBody>
                    <a:tcPr marL="35681" marR="35681" marT="17840" marB="17840"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608851601"/>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245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076660019"/>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2</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236</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94959048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3</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321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4868533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4</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212</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773709212"/>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5</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267</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27259241"/>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6</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334</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4228613373"/>
                    </a:ext>
                  </a:extLst>
                </a:tr>
                <a:tr h="265047">
                  <a:tc>
                    <a:txBody>
                      <a:bodyPr/>
                      <a:lstStyle/>
                      <a:p>
                        <a:pPr algn="l" fontAlgn="t"/>
                        <a:r>
                          <a:rPr lang="en-GB" sz="1200" b="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7</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287</a:t>
                        </a:r>
                      </a:p>
                    </a:txBody>
                    <a:tcPr marL="35681" marR="35681" marT="17840" marB="17840">
                      <a:lnL>
                        <a:noFill/>
                      </a:lnL>
                      <a:lnR>
                        <a:noFill/>
                      </a:lnR>
                      <a:lnT>
                        <a:noFill/>
                      </a:lnT>
                      <a:lnB>
                        <a:noFill/>
                      </a:lnB>
                      <a:solidFill>
                        <a:srgbClr val="FFFFFF"/>
                      </a:solidFill>
                    </a:tcPr>
                  </a:tc>
                  <a:tc>
                    <a:txBody>
                      <a:bodyPr/>
                      <a:lstStyle/>
                      <a:p>
                        <a:pPr algn="l" fontAlgn="t"/>
                        <a:r>
                          <a:rPr lang="en-GB" sz="1200" b="0" dirty="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97898688"/>
                    </a:ext>
                  </a:extLst>
                </a:tr>
                <a:tr h="265047">
                  <a:tc>
                    <a:txBody>
                      <a:bodyPr/>
                      <a:lstStyle/>
                      <a:p>
                        <a:pPr algn="l" fontAlgn="t"/>
                        <a:r>
                          <a:rPr lang="en-GB" sz="1200" b="0" dirty="0">
                            <a:effectLst/>
                            <a:latin typeface="+mn-lt"/>
                          </a:rPr>
                          <a:t>No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8</a:t>
                        </a:r>
                      </a:p>
                    </a:txBody>
                    <a:tcPr marL="35681" marR="35681" marT="17840" marB="17840">
                      <a:lnL>
                        <a:noFill/>
                      </a:lnL>
                      <a:lnR>
                        <a:noFill/>
                      </a:lnR>
                      <a:lnT>
                        <a:noFill/>
                      </a:lnT>
                      <a:lnB>
                        <a:noFill/>
                      </a:lnB>
                      <a:solidFill>
                        <a:srgbClr val="EEF2F6"/>
                      </a:solidFill>
                    </a:tcPr>
                  </a:tc>
                  <a:tc>
                    <a:txBody>
                      <a:bodyPr/>
                      <a:lstStyle/>
                      <a:p>
                        <a:pPr algn="l" fontAlgn="t"/>
                        <a:r>
                          <a:rPr lang="en-GB" sz="1200" b="0" dirty="0">
                            <a:effectLst/>
                            <a:latin typeface="+mn-lt"/>
                          </a:rPr>
                          <a:t>259</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0</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757860397"/>
                    </a:ext>
                  </a:extLst>
                </a:tr>
                <a:tr h="265047">
                  <a:tc>
                    <a:txBody>
                      <a:bodyPr/>
                      <a:lstStyle/>
                      <a:p>
                        <a:pPr algn="l" fontAlgn="t"/>
                        <a:r>
                          <a:rPr lang="en-GB" sz="1200" b="0" dirty="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9</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246</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62433417"/>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10</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213</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121835031"/>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265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44422284"/>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12</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189</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945525730"/>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13</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201</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99961052"/>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Participant 14</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197</a:t>
                        </a:r>
                      </a:p>
                    </a:txBody>
                    <a:tcPr marL="35681" marR="35681" marT="17840" marB="17840">
                      <a:lnL>
                        <a:noFill/>
                      </a:lnL>
                      <a:lnR>
                        <a:noFill/>
                      </a:lnR>
                      <a:lnT>
                        <a:noFill/>
                      </a:lnT>
                      <a:lnB>
                        <a:noFill/>
                      </a:lnB>
                      <a:solidFill>
                        <a:srgbClr val="EEF2F6"/>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3034528827"/>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Participant 15</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289</a:t>
                        </a:r>
                      </a:p>
                    </a:txBody>
                    <a:tcPr marL="35681" marR="35681" marT="17840" marB="17840">
                      <a:lnL>
                        <a:noFill/>
                      </a:lnL>
                      <a:lnR>
                        <a:noFill/>
                      </a:lnR>
                      <a:lnT>
                        <a:noFill/>
                      </a:lnT>
                      <a:lnB>
                        <a:noFill/>
                      </a:lnB>
                      <a:solidFill>
                        <a:srgbClr val="FFFFFF"/>
                      </a:solidFill>
                    </a:tcPr>
                  </a:tc>
                  <a:tc>
                    <a:txBody>
                      <a:bodyPr/>
                      <a:lstStyle/>
                      <a:p>
                        <a:pPr algn="l" fontAlgn="t"/>
                        <a:r>
                          <a:rPr lang="en-GB" sz="1200" b="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706629350"/>
                    </a:ext>
                  </a:extLst>
                </a:tr>
                <a:tr h="265047">
                  <a:tc>
                    <a:txBody>
                      <a:bodyPr/>
                      <a:lstStyle/>
                      <a:p>
                        <a:pPr algn="l" fontAlgn="t"/>
                        <a:r>
                          <a:rPr lang="en-GB" sz="1200" b="0">
                            <a:effectLst/>
                            <a:latin typeface="+mn-lt"/>
                          </a:rPr>
                          <a:t>With prediction</a:t>
                        </a:r>
                      </a:p>
                    </a:txBody>
                    <a:tcPr marL="35681" marR="35681" marT="17840" marB="1784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Participant 16</a:t>
                        </a:r>
                      </a:p>
                    </a:txBody>
                    <a:tcPr marL="35681" marR="35681" marT="17840" marB="17840">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a:effectLst/>
                            <a:latin typeface="+mn-lt"/>
                          </a:rPr>
                          <a:t>224</a:t>
                        </a:r>
                      </a:p>
                    </a:txBody>
                    <a:tcPr marL="35681" marR="35681" marT="17840" marB="17840">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1</a:t>
                        </a:r>
                      </a:p>
                    </a:txBody>
                    <a:tcPr marL="35681" marR="35681" marT="17840" marB="1784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1768527399"/>
                    </a:ext>
                  </a:extLst>
                </a:tr>
              </a:tbl>
            </a:graphicData>
          </a:graphic>
        </p:graphicFrame>
        <p:sp>
          <p:nvSpPr>
            <p:cNvPr id="21" name="Rectangle 20">
              <a:extLst>
                <a:ext uri="{FF2B5EF4-FFF2-40B4-BE49-F238E27FC236}">
                  <a16:creationId xmlns:a16="http://schemas.microsoft.com/office/drawing/2014/main" id="{7EA3C5F4-0F0D-C5CA-A044-865DC6DDBE48}"/>
                </a:ext>
              </a:extLst>
            </p:cNvPr>
            <p:cNvSpPr/>
            <p:nvPr/>
          </p:nvSpPr>
          <p:spPr>
            <a:xfrm>
              <a:off x="-108520" y="1722252"/>
              <a:ext cx="4392488" cy="3671410"/>
            </a:xfrm>
            <a:prstGeom prst="rect">
              <a:avLst/>
            </a:prstGeom>
            <a:gradFill flip="none" rotWithShape="1">
              <a:gsLst>
                <a:gs pos="0">
                  <a:schemeClr val="bg1"/>
                </a:gs>
                <a:gs pos="41000">
                  <a:schemeClr val="bg1"/>
                </a:gs>
                <a:gs pos="100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Title 1">
            <a:extLst>
              <a:ext uri="{FF2B5EF4-FFF2-40B4-BE49-F238E27FC236}">
                <a16:creationId xmlns:a16="http://schemas.microsoft.com/office/drawing/2014/main" id="{FCBCD5F1-16F6-5E71-34D5-58D805D74C19}"/>
              </a:ext>
            </a:extLst>
          </p:cNvPr>
          <p:cNvSpPr>
            <a:spLocks noGrp="1"/>
          </p:cNvSpPr>
          <p:nvPr>
            <p:ph type="title"/>
          </p:nvPr>
        </p:nvSpPr>
        <p:spPr>
          <a:xfrm>
            <a:off x="4184712" y="476672"/>
            <a:ext cx="4578288" cy="659832"/>
          </a:xfrm>
        </p:spPr>
        <p:txBody>
          <a:bodyPr>
            <a:normAutofit fontScale="90000"/>
          </a:bodyPr>
          <a:lstStyle/>
          <a:p>
            <a:pPr>
              <a:lnSpc>
                <a:spcPts val="3500"/>
              </a:lnSpc>
            </a:pPr>
            <a:r>
              <a:rPr lang="en-GB" sz="4400" dirty="0">
                <a:latin typeface="+mn-lt"/>
              </a:rPr>
              <a:t>Interpretation for </a:t>
            </a:r>
            <a:r>
              <a:rPr lang="en-GB" sz="4400" dirty="0">
                <a:solidFill>
                  <a:schemeClr val="accent2">
                    <a:lumMod val="75000"/>
                  </a:schemeClr>
                </a:solidFill>
                <a:latin typeface="+mn-lt"/>
              </a:rPr>
              <a:t>independent sample </a:t>
            </a:r>
            <a:r>
              <a:rPr lang="en-GB" sz="4400" i="1" dirty="0">
                <a:solidFill>
                  <a:schemeClr val="accent2">
                    <a:lumMod val="75000"/>
                  </a:schemeClr>
                </a:solidFill>
                <a:latin typeface="+mn-lt"/>
              </a:rPr>
              <a:t>t</a:t>
            </a:r>
            <a:r>
              <a:rPr lang="en-GB" sz="4400" dirty="0">
                <a:solidFill>
                  <a:schemeClr val="accent2">
                    <a:lumMod val="75000"/>
                  </a:schemeClr>
                </a:solidFill>
                <a:latin typeface="+mn-lt"/>
              </a:rPr>
              <a:t>-Test</a:t>
            </a:r>
            <a:endParaRPr lang="en-GB" dirty="0"/>
          </a:p>
        </p:txBody>
      </p:sp>
      <p:pic>
        <p:nvPicPr>
          <p:cNvPr id="9" name="Picture 8" descr="SPSS graph">
            <a:extLst>
              <a:ext uri="{FF2B5EF4-FFF2-40B4-BE49-F238E27FC236}">
                <a16:creationId xmlns:a16="http://schemas.microsoft.com/office/drawing/2014/main" id="{488B8B0B-56D6-8C9D-F284-465901AF4D48}"/>
              </a:ext>
            </a:extLst>
          </p:cNvPr>
          <p:cNvPicPr>
            <a:picLocks noChangeAspect="1"/>
          </p:cNvPicPr>
          <p:nvPr/>
        </p:nvPicPr>
        <p:blipFill>
          <a:blip r:embed="rId2"/>
          <a:stretch>
            <a:fillRect/>
          </a:stretch>
        </p:blipFill>
        <p:spPr>
          <a:xfrm>
            <a:off x="3791495" y="2285655"/>
            <a:ext cx="5305425" cy="857250"/>
          </a:xfrm>
          <a:prstGeom prst="rect">
            <a:avLst/>
          </a:prstGeom>
        </p:spPr>
      </p:pic>
      <p:pic>
        <p:nvPicPr>
          <p:cNvPr id="12" name="Picture 11" descr="SPSS graph">
            <a:extLst>
              <a:ext uri="{FF2B5EF4-FFF2-40B4-BE49-F238E27FC236}">
                <a16:creationId xmlns:a16="http://schemas.microsoft.com/office/drawing/2014/main" id="{F7858E6D-755D-2027-31FE-C009B64BE1BA}"/>
              </a:ext>
            </a:extLst>
          </p:cNvPr>
          <p:cNvPicPr>
            <a:picLocks noChangeAspect="1"/>
          </p:cNvPicPr>
          <p:nvPr/>
        </p:nvPicPr>
        <p:blipFill>
          <a:blip r:embed="rId3"/>
          <a:stretch>
            <a:fillRect/>
          </a:stretch>
        </p:blipFill>
        <p:spPr>
          <a:xfrm>
            <a:off x="0" y="3359473"/>
            <a:ext cx="9144000" cy="1294321"/>
          </a:xfrm>
          <a:prstGeom prst="rect">
            <a:avLst/>
          </a:prstGeom>
        </p:spPr>
      </p:pic>
      <p:pic>
        <p:nvPicPr>
          <p:cNvPr id="17" name="Picture 16" descr="SPSS graph">
            <a:extLst>
              <a:ext uri="{FF2B5EF4-FFF2-40B4-BE49-F238E27FC236}">
                <a16:creationId xmlns:a16="http://schemas.microsoft.com/office/drawing/2014/main" id="{285AFA98-2222-8D3A-A60C-A085826B1A8E}"/>
              </a:ext>
            </a:extLst>
          </p:cNvPr>
          <p:cNvPicPr>
            <a:picLocks noChangeAspect="1"/>
          </p:cNvPicPr>
          <p:nvPr/>
        </p:nvPicPr>
        <p:blipFill>
          <a:blip r:embed="rId4"/>
          <a:stretch>
            <a:fillRect/>
          </a:stretch>
        </p:blipFill>
        <p:spPr>
          <a:xfrm>
            <a:off x="3448595" y="4801044"/>
            <a:ext cx="5648325" cy="1819275"/>
          </a:xfrm>
          <a:prstGeom prst="rect">
            <a:avLst/>
          </a:prstGeom>
        </p:spPr>
      </p:pic>
      <p:sp>
        <p:nvSpPr>
          <p:cNvPr id="15" name="Rectangle 14">
            <a:extLst>
              <a:ext uri="{FF2B5EF4-FFF2-40B4-BE49-F238E27FC236}">
                <a16:creationId xmlns:a16="http://schemas.microsoft.com/office/drawing/2014/main" id="{A81402BF-BB84-BF57-4806-FAD85916EFFB}"/>
              </a:ext>
            </a:extLst>
          </p:cNvPr>
          <p:cNvSpPr/>
          <p:nvPr/>
        </p:nvSpPr>
        <p:spPr>
          <a:xfrm>
            <a:off x="3833048" y="3789040"/>
            <a:ext cx="573088"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296C99BE-C8D9-F798-F827-9379D310621B}"/>
              </a:ext>
            </a:extLst>
          </p:cNvPr>
          <p:cNvSpPr/>
          <p:nvPr/>
        </p:nvSpPr>
        <p:spPr>
          <a:xfrm>
            <a:off x="4860035" y="3786002"/>
            <a:ext cx="1296142"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p14="http://schemas.microsoft.com/office/powerpoint/2010/main">
        <mc:Choice Requires="p14">
          <p:contentPart p14:bwMode="auto" r:id="rId5">
            <p14:nvContentPartPr>
              <p14:cNvPr id="46" name="Ink 45">
                <a:extLst>
                  <a:ext uri="{FF2B5EF4-FFF2-40B4-BE49-F238E27FC236}">
                    <a16:creationId xmlns:a16="http://schemas.microsoft.com/office/drawing/2014/main" id="{7A1AD629-E98B-38A9-3D03-286BD36AB749}"/>
                  </a:ext>
                </a:extLst>
              </p14:cNvPr>
              <p14:cNvContentPartPr/>
              <p14:nvPr/>
            </p14:nvContentPartPr>
            <p14:xfrm>
              <a:off x="-1237341" y="2549478"/>
              <a:ext cx="360" cy="360"/>
            </p14:xfrm>
          </p:contentPart>
        </mc:Choice>
        <mc:Fallback xmlns="">
          <p:pic>
            <p:nvPicPr>
              <p:cNvPr id="46" name="Ink 45">
                <a:extLst>
                  <a:ext uri="{FF2B5EF4-FFF2-40B4-BE49-F238E27FC236}">
                    <a16:creationId xmlns:a16="http://schemas.microsoft.com/office/drawing/2014/main" id="{7A1AD629-E98B-38A9-3D03-286BD36AB749}"/>
                  </a:ext>
                </a:extLst>
              </p:cNvPr>
              <p:cNvPicPr/>
              <p:nvPr/>
            </p:nvPicPr>
            <p:blipFill>
              <a:blip r:embed="rId8"/>
              <a:stretch>
                <a:fillRect/>
              </a:stretch>
            </p:blipFill>
            <p:spPr>
              <a:xfrm>
                <a:off x="-1241661" y="2545158"/>
                <a:ext cx="9000" cy="9000"/>
              </a:xfrm>
              <a:prstGeom prst="rect">
                <a:avLst/>
              </a:prstGeom>
            </p:spPr>
          </p:pic>
        </mc:Fallback>
      </mc:AlternateContent>
      <p:sp>
        <p:nvSpPr>
          <p:cNvPr id="25" name="Rectangle 24">
            <a:extLst>
              <a:ext uri="{FF2B5EF4-FFF2-40B4-BE49-F238E27FC236}">
                <a16:creationId xmlns:a16="http://schemas.microsoft.com/office/drawing/2014/main" id="{E753F29C-1220-F8B6-4A21-4023307CBDC6}"/>
              </a:ext>
            </a:extLst>
          </p:cNvPr>
          <p:cNvSpPr/>
          <p:nvPr/>
        </p:nvSpPr>
        <p:spPr>
          <a:xfrm>
            <a:off x="102821" y="4658864"/>
            <a:ext cx="3392193" cy="2058713"/>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1" dirty="0">
                <a:solidFill>
                  <a:srgbClr val="3D3B49"/>
                </a:solidFill>
              </a:rPr>
              <a:t>An independent-sample t test suggests that there is a significant difference in the task completion time between the group that used the standard word-processing software and the group that used word-processing software with word prediction functions </a:t>
            </a:r>
            <a:r>
              <a:rPr lang="en-GB" sz="1600" b="1" i="1" dirty="0">
                <a:solidFill>
                  <a:srgbClr val="3D3B49"/>
                </a:solidFill>
              </a:rPr>
              <a:t>(t(15) = 2.169, p (</a:t>
            </a:r>
            <a:r>
              <a:rPr lang="en-GB" sz="1600" b="1" i="0" dirty="0">
                <a:solidFill>
                  <a:srgbClr val="3D3B49"/>
                </a:solidFill>
                <a:effectLst/>
              </a:rPr>
              <a:t>0.024</a:t>
            </a:r>
            <a:r>
              <a:rPr lang="en-GB" sz="1600" b="1" i="1" dirty="0">
                <a:solidFill>
                  <a:srgbClr val="3D3B49"/>
                </a:solidFill>
              </a:rPr>
              <a:t>) &lt; 0.05)</a:t>
            </a:r>
          </a:p>
        </p:txBody>
      </p:sp>
      <p:cxnSp>
        <p:nvCxnSpPr>
          <p:cNvPr id="6" name="Straight Arrow Connector 5">
            <a:extLst>
              <a:ext uri="{FF2B5EF4-FFF2-40B4-BE49-F238E27FC236}">
                <a16:creationId xmlns:a16="http://schemas.microsoft.com/office/drawing/2014/main" id="{6771BDD5-D6F9-B12D-BFC5-7A3BDEECF384}"/>
              </a:ext>
            </a:extLst>
          </p:cNvPr>
          <p:cNvCxnSpPr/>
          <p:nvPr/>
        </p:nvCxnSpPr>
        <p:spPr>
          <a:xfrm flipH="1">
            <a:off x="2339752" y="4581128"/>
            <a:ext cx="2808312" cy="187220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517C5ECB-C8CD-2816-10E1-12649D8A633F}"/>
              </a:ext>
            </a:extLst>
          </p:cNvPr>
          <p:cNvCxnSpPr>
            <a:cxnSpLocks/>
          </p:cNvCxnSpPr>
          <p:nvPr/>
        </p:nvCxnSpPr>
        <p:spPr>
          <a:xfrm flipH="1">
            <a:off x="1371511" y="4341811"/>
            <a:ext cx="2608014" cy="210181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Footer Placeholder 2">
            <a:extLst>
              <a:ext uri="{FF2B5EF4-FFF2-40B4-BE49-F238E27FC236}">
                <a16:creationId xmlns:a16="http://schemas.microsoft.com/office/drawing/2014/main" id="{227CDC83-9448-5E44-865C-7F54A82C7FA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BF959A47-0537-B1CE-5AAA-B751FEE8D314}"/>
              </a:ext>
            </a:extLst>
          </p:cNvPr>
          <p:cNvSpPr>
            <a:spLocks noGrp="1"/>
          </p:cNvSpPr>
          <p:nvPr>
            <p:ph type="sldNum" sz="quarter" idx="4"/>
          </p:nvPr>
        </p:nvSpPr>
        <p:spPr/>
        <p:txBody>
          <a:bodyPr/>
          <a:lstStyle/>
          <a:p>
            <a:fld id="{9FD7ECCF-50E7-4327-B945-FA93FF7B2BEF}" type="slidenum">
              <a:rPr lang="en-US" smtClean="0"/>
              <a:pPr/>
              <a:t>65</a:t>
            </a:fld>
            <a:r>
              <a:rPr lang="en-GB"/>
              <a:t>/75</a:t>
            </a:r>
            <a:endParaRPr lang="en-US" dirty="0"/>
          </a:p>
        </p:txBody>
      </p:sp>
    </p:spTree>
    <p:extLst>
      <p:ext uri="{BB962C8B-B14F-4D97-AF65-F5344CB8AC3E}">
        <p14:creationId xmlns:p14="http://schemas.microsoft.com/office/powerpoint/2010/main" val="1867162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D5F1-16F6-5E71-34D5-58D805D74C19}"/>
              </a:ext>
            </a:extLst>
          </p:cNvPr>
          <p:cNvSpPr>
            <a:spLocks noGrp="1"/>
          </p:cNvSpPr>
          <p:nvPr>
            <p:ph type="title"/>
          </p:nvPr>
        </p:nvSpPr>
        <p:spPr>
          <a:xfrm>
            <a:off x="4184712" y="244669"/>
            <a:ext cx="4578288" cy="659832"/>
          </a:xfrm>
        </p:spPr>
        <p:txBody>
          <a:bodyPr>
            <a:normAutofit fontScale="90000"/>
          </a:bodyPr>
          <a:lstStyle/>
          <a:p>
            <a:pPr>
              <a:lnSpc>
                <a:spcPts val="3500"/>
              </a:lnSpc>
            </a:pPr>
            <a:r>
              <a:rPr lang="en-GB" sz="4400" dirty="0">
                <a:latin typeface="+mn-lt"/>
              </a:rPr>
              <a:t>Results for </a:t>
            </a:r>
            <a:r>
              <a:rPr lang="en-GB" sz="4400" dirty="0">
                <a:solidFill>
                  <a:schemeClr val="accent2">
                    <a:lumMod val="75000"/>
                  </a:schemeClr>
                </a:solidFill>
                <a:latin typeface="+mn-lt"/>
              </a:rPr>
              <a:t>Paired sample </a:t>
            </a:r>
            <a:r>
              <a:rPr lang="en-GB" sz="4400" i="1" dirty="0">
                <a:solidFill>
                  <a:schemeClr val="accent2">
                    <a:lumMod val="75000"/>
                  </a:schemeClr>
                </a:solidFill>
                <a:latin typeface="+mn-lt"/>
              </a:rPr>
              <a:t>t</a:t>
            </a:r>
            <a:r>
              <a:rPr lang="en-GB" sz="4400" dirty="0">
                <a:solidFill>
                  <a:schemeClr val="accent2">
                    <a:lumMod val="75000"/>
                  </a:schemeClr>
                </a:solidFill>
                <a:latin typeface="+mn-lt"/>
              </a:rPr>
              <a:t>-Test</a:t>
            </a:r>
            <a:endParaRPr lang="en-GB" dirty="0"/>
          </a:p>
        </p:txBody>
      </p:sp>
      <p:graphicFrame>
        <p:nvGraphicFramePr>
          <p:cNvPr id="7" name="Table 6">
            <a:extLst>
              <a:ext uri="{FF2B5EF4-FFF2-40B4-BE49-F238E27FC236}">
                <a16:creationId xmlns:a16="http://schemas.microsoft.com/office/drawing/2014/main" id="{5600B847-9D03-DCF0-2800-9F0F45CA9409}"/>
              </a:ext>
            </a:extLst>
          </p:cNvPr>
          <p:cNvGraphicFramePr>
            <a:graphicFrameLocks noGrp="1"/>
          </p:cNvGraphicFramePr>
          <p:nvPr>
            <p:extLst>
              <p:ext uri="{D42A27DB-BD31-4B8C-83A1-F6EECF244321}">
                <p14:modId xmlns:p14="http://schemas.microsoft.com/office/powerpoint/2010/main" val="3249287915"/>
              </p:ext>
            </p:extLst>
          </p:nvPr>
        </p:nvGraphicFramePr>
        <p:xfrm>
          <a:off x="545522" y="318642"/>
          <a:ext cx="3627068" cy="2743200"/>
        </p:xfrm>
        <a:graphic>
          <a:graphicData uri="http://schemas.openxmlformats.org/drawingml/2006/table">
            <a:tbl>
              <a:tblPr/>
              <a:tblGrid>
                <a:gridCol w="1322812">
                  <a:extLst>
                    <a:ext uri="{9D8B030D-6E8A-4147-A177-3AD203B41FA5}">
                      <a16:colId xmlns:a16="http://schemas.microsoft.com/office/drawing/2014/main" val="2313876720"/>
                    </a:ext>
                  </a:extLst>
                </a:gridCol>
                <a:gridCol w="1080120">
                  <a:extLst>
                    <a:ext uri="{9D8B030D-6E8A-4147-A177-3AD203B41FA5}">
                      <a16:colId xmlns:a16="http://schemas.microsoft.com/office/drawing/2014/main" val="2552105303"/>
                    </a:ext>
                  </a:extLst>
                </a:gridCol>
                <a:gridCol w="1224136">
                  <a:extLst>
                    <a:ext uri="{9D8B030D-6E8A-4147-A177-3AD203B41FA5}">
                      <a16:colId xmlns:a16="http://schemas.microsoft.com/office/drawing/2014/main" val="3078193349"/>
                    </a:ext>
                  </a:extLst>
                </a:gridCol>
              </a:tblGrid>
              <a:tr h="0">
                <a:tc gridSpan="3">
                  <a:txBody>
                    <a:bodyPr/>
                    <a:lstStyle/>
                    <a:p>
                      <a:r>
                        <a:rPr lang="en-GB" sz="1200" dirty="0">
                          <a:latin typeface="+mn-lt"/>
                        </a:rPr>
                        <a:t>Sample Data for </a:t>
                      </a:r>
                      <a:r>
                        <a:rPr lang="en-GB" sz="1200" b="1" dirty="0">
                          <a:latin typeface="+mn-lt"/>
                        </a:rPr>
                        <a:t>Paired-Samples</a:t>
                      </a:r>
                      <a:r>
                        <a:rPr lang="en-GB" sz="1200" b="1" i="1" dirty="0">
                          <a:latin typeface="+mn-lt"/>
                        </a:rPr>
                        <a:t> t </a:t>
                      </a:r>
                      <a:r>
                        <a:rPr lang="en-GB" sz="1200" b="1" dirty="0">
                          <a:latin typeface="+mn-lt"/>
                        </a:rPr>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66046750"/>
                  </a:ext>
                </a:extLst>
              </a:tr>
              <a:tr h="0">
                <a:tc>
                  <a:txBody>
                    <a:bodyPr/>
                    <a:lstStyle/>
                    <a:p>
                      <a:pPr algn="l" fontAlgn="ctr"/>
                      <a:r>
                        <a:rPr lang="en-GB" sz="1200" b="1" i="0">
                          <a:effectLst/>
                          <a:latin typeface="+mn-lt"/>
                        </a:rPr>
                        <a:t>Participants</a:t>
                      </a:r>
                    </a:p>
                  </a:txBody>
                  <a:tcPr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200" b="1" i="0" dirty="0">
                          <a:effectLst/>
                          <a:latin typeface="+mn-lt"/>
                        </a:rPr>
                        <a:t>No Prediction</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With Prediction</a:t>
                      </a:r>
                    </a:p>
                  </a:txBody>
                  <a:tcPr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877316878"/>
                  </a:ext>
                </a:extLst>
              </a:tr>
              <a:tr h="0">
                <a:tc>
                  <a:txBody>
                    <a:bodyPr/>
                    <a:lstStyle/>
                    <a:p>
                      <a:pPr algn="l" fontAlgn="t"/>
                      <a:r>
                        <a:rPr lang="en-GB" sz="1200" b="0">
                          <a:effectLst/>
                          <a:latin typeface="+mn-lt"/>
                        </a:rPr>
                        <a:t>Participant 1</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245</a:t>
                      </a:r>
                    </a:p>
                  </a:txBody>
                  <a:tcPr>
                    <a:lnL>
                      <a:noFill/>
                    </a:lnL>
                    <a:lnR>
                      <a:noFill/>
                    </a:lnR>
                    <a:lnT>
                      <a:noFill/>
                    </a:lnT>
                    <a:lnB>
                      <a:noFill/>
                    </a:lnB>
                    <a:solidFill>
                      <a:srgbClr val="FFFFFF"/>
                    </a:solidFill>
                  </a:tcPr>
                </a:tc>
                <a:tc>
                  <a:txBody>
                    <a:bodyPr/>
                    <a:lstStyle/>
                    <a:p>
                      <a:pPr algn="l" fontAlgn="t"/>
                      <a:r>
                        <a:rPr lang="en-GB" sz="1200" b="0">
                          <a:effectLst/>
                          <a:latin typeface="+mn-lt"/>
                        </a:rPr>
                        <a:t>246</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0281247"/>
                  </a:ext>
                </a:extLst>
              </a:tr>
              <a:tr h="0">
                <a:tc>
                  <a:txBody>
                    <a:bodyPr/>
                    <a:lstStyle/>
                    <a:p>
                      <a:pPr algn="l" fontAlgn="t"/>
                      <a:r>
                        <a:rPr lang="en-GB" sz="1200" b="0">
                          <a:effectLst/>
                          <a:latin typeface="+mn-lt"/>
                        </a:rPr>
                        <a:t>Participant 2</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236</a:t>
                      </a:r>
                    </a:p>
                  </a:txBody>
                  <a:tcPr>
                    <a:lnL>
                      <a:noFill/>
                    </a:lnL>
                    <a:lnR>
                      <a:noFill/>
                    </a:lnR>
                    <a:lnT>
                      <a:noFill/>
                    </a:lnT>
                    <a:lnB>
                      <a:noFill/>
                    </a:lnB>
                    <a:solidFill>
                      <a:srgbClr val="EEF2F6"/>
                    </a:solidFill>
                  </a:tcPr>
                </a:tc>
                <a:tc>
                  <a:txBody>
                    <a:bodyPr/>
                    <a:lstStyle/>
                    <a:p>
                      <a:pPr algn="l" fontAlgn="t"/>
                      <a:r>
                        <a:rPr lang="en-GB" sz="1200" b="0">
                          <a:effectLst/>
                          <a:latin typeface="+mn-lt"/>
                        </a:rPr>
                        <a:t>213</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510055643"/>
                  </a:ext>
                </a:extLst>
              </a:tr>
              <a:tr h="0">
                <a:tc>
                  <a:txBody>
                    <a:bodyPr/>
                    <a:lstStyle/>
                    <a:p>
                      <a:pPr algn="l" fontAlgn="t"/>
                      <a:r>
                        <a:rPr lang="en-GB" sz="1200" b="0">
                          <a:effectLst/>
                          <a:latin typeface="+mn-lt"/>
                        </a:rPr>
                        <a:t>Participant 3</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321</a:t>
                      </a:r>
                    </a:p>
                  </a:txBody>
                  <a:tcPr>
                    <a:lnL>
                      <a:noFill/>
                    </a:lnL>
                    <a:lnR>
                      <a:noFill/>
                    </a:lnR>
                    <a:lnT>
                      <a:noFill/>
                    </a:lnT>
                    <a:lnB>
                      <a:noFill/>
                    </a:lnB>
                    <a:solidFill>
                      <a:srgbClr val="FFFFFF"/>
                    </a:solidFill>
                  </a:tcPr>
                </a:tc>
                <a:tc>
                  <a:txBody>
                    <a:bodyPr/>
                    <a:lstStyle/>
                    <a:p>
                      <a:pPr algn="l" fontAlgn="t"/>
                      <a:r>
                        <a:rPr lang="en-GB" sz="1200" b="0">
                          <a:effectLst/>
                          <a:latin typeface="+mn-lt"/>
                        </a:rPr>
                        <a:t>265</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1300657"/>
                  </a:ext>
                </a:extLst>
              </a:tr>
              <a:tr h="0">
                <a:tc>
                  <a:txBody>
                    <a:bodyPr/>
                    <a:lstStyle/>
                    <a:p>
                      <a:pPr algn="l" fontAlgn="t"/>
                      <a:r>
                        <a:rPr lang="en-GB" sz="1200" b="0">
                          <a:effectLst/>
                          <a:latin typeface="+mn-lt"/>
                        </a:rPr>
                        <a:t>Participant 4</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212</a:t>
                      </a:r>
                    </a:p>
                  </a:txBody>
                  <a:tcPr>
                    <a:lnL>
                      <a:noFill/>
                    </a:lnL>
                    <a:lnR>
                      <a:noFill/>
                    </a:lnR>
                    <a:lnT>
                      <a:noFill/>
                    </a:lnT>
                    <a:lnB>
                      <a:noFill/>
                    </a:lnB>
                    <a:solidFill>
                      <a:srgbClr val="EEF2F6"/>
                    </a:solidFill>
                  </a:tcPr>
                </a:tc>
                <a:tc>
                  <a:txBody>
                    <a:bodyPr/>
                    <a:lstStyle/>
                    <a:p>
                      <a:pPr algn="l" fontAlgn="t"/>
                      <a:r>
                        <a:rPr lang="en-GB" sz="1200" b="0">
                          <a:effectLst/>
                          <a:latin typeface="+mn-lt"/>
                        </a:rPr>
                        <a:t>189</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771650249"/>
                  </a:ext>
                </a:extLst>
              </a:tr>
              <a:tr h="0">
                <a:tc>
                  <a:txBody>
                    <a:bodyPr/>
                    <a:lstStyle/>
                    <a:p>
                      <a:pPr algn="l" fontAlgn="t"/>
                      <a:r>
                        <a:rPr lang="en-GB" sz="1200" b="0">
                          <a:effectLst/>
                          <a:latin typeface="+mn-lt"/>
                        </a:rPr>
                        <a:t>Participant 5</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267</a:t>
                      </a:r>
                    </a:p>
                  </a:txBody>
                  <a:tcPr>
                    <a:lnL>
                      <a:noFill/>
                    </a:lnL>
                    <a:lnR>
                      <a:noFill/>
                    </a:lnR>
                    <a:lnT>
                      <a:noFill/>
                    </a:lnT>
                    <a:lnB>
                      <a:noFill/>
                    </a:lnB>
                    <a:solidFill>
                      <a:srgbClr val="FFFFFF"/>
                    </a:solidFill>
                  </a:tcPr>
                </a:tc>
                <a:tc>
                  <a:txBody>
                    <a:bodyPr/>
                    <a:lstStyle/>
                    <a:p>
                      <a:pPr algn="l" fontAlgn="t"/>
                      <a:r>
                        <a:rPr lang="en-GB" sz="1200" b="0">
                          <a:effectLst/>
                          <a:latin typeface="+mn-lt"/>
                        </a:rPr>
                        <a:t>201</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31254991"/>
                  </a:ext>
                </a:extLst>
              </a:tr>
              <a:tr h="0">
                <a:tc>
                  <a:txBody>
                    <a:bodyPr/>
                    <a:lstStyle/>
                    <a:p>
                      <a:pPr algn="l" fontAlgn="t"/>
                      <a:r>
                        <a:rPr lang="en-GB" sz="1200" b="0">
                          <a:effectLst/>
                          <a:latin typeface="+mn-lt"/>
                        </a:rPr>
                        <a:t>Participant 6</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334</a:t>
                      </a:r>
                    </a:p>
                  </a:txBody>
                  <a:tcPr>
                    <a:lnL>
                      <a:noFill/>
                    </a:lnL>
                    <a:lnR>
                      <a:noFill/>
                    </a:lnR>
                    <a:lnT>
                      <a:noFill/>
                    </a:lnT>
                    <a:lnB>
                      <a:noFill/>
                    </a:lnB>
                    <a:solidFill>
                      <a:srgbClr val="EEF2F6"/>
                    </a:solidFill>
                  </a:tcPr>
                </a:tc>
                <a:tc>
                  <a:txBody>
                    <a:bodyPr/>
                    <a:lstStyle/>
                    <a:p>
                      <a:pPr algn="l" fontAlgn="t"/>
                      <a:r>
                        <a:rPr lang="en-GB" sz="1200" b="0">
                          <a:effectLst/>
                          <a:latin typeface="+mn-lt"/>
                        </a:rPr>
                        <a:t>197</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192951603"/>
                  </a:ext>
                </a:extLst>
              </a:tr>
              <a:tr h="0">
                <a:tc>
                  <a:txBody>
                    <a:bodyPr/>
                    <a:lstStyle/>
                    <a:p>
                      <a:pPr algn="l" fontAlgn="t"/>
                      <a:r>
                        <a:rPr lang="en-GB" sz="1200" b="0" dirty="0">
                          <a:effectLst/>
                          <a:latin typeface="+mn-lt"/>
                        </a:rPr>
                        <a:t>Participant 7</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287</a:t>
                      </a:r>
                    </a:p>
                  </a:txBody>
                  <a:tcPr>
                    <a:lnL>
                      <a:noFill/>
                    </a:lnL>
                    <a:lnR>
                      <a:noFill/>
                    </a:lnR>
                    <a:lnT>
                      <a:noFill/>
                    </a:lnT>
                    <a:lnB>
                      <a:noFill/>
                    </a:lnB>
                    <a:solidFill>
                      <a:srgbClr val="FFFFFF"/>
                    </a:solidFill>
                  </a:tcPr>
                </a:tc>
                <a:tc>
                  <a:txBody>
                    <a:bodyPr/>
                    <a:lstStyle/>
                    <a:p>
                      <a:pPr algn="l" fontAlgn="t"/>
                      <a:r>
                        <a:rPr lang="en-GB" sz="1200" b="0">
                          <a:effectLst/>
                          <a:latin typeface="+mn-lt"/>
                        </a:rPr>
                        <a:t>289</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61285798"/>
                  </a:ext>
                </a:extLst>
              </a:tr>
              <a:tr h="0">
                <a:tc>
                  <a:txBody>
                    <a:bodyPr/>
                    <a:lstStyle/>
                    <a:p>
                      <a:pPr algn="l" fontAlgn="t"/>
                      <a:r>
                        <a:rPr lang="en-GB" sz="1200" b="0">
                          <a:effectLst/>
                          <a:latin typeface="+mn-lt"/>
                        </a:rPr>
                        <a:t>Participant 8</a:t>
                      </a:r>
                    </a:p>
                  </a:txBody>
                  <a:tcP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259</a:t>
                      </a:r>
                    </a:p>
                  </a:txBody>
                  <a:tcPr>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224</a:t>
                      </a:r>
                    </a:p>
                  </a:txBody>
                  <a:tcP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1653373397"/>
                  </a:ext>
                </a:extLst>
              </a:tr>
            </a:tbl>
          </a:graphicData>
        </a:graphic>
      </p:graphicFrame>
      <p:pic>
        <p:nvPicPr>
          <p:cNvPr id="8" name="Picture 7" descr="SPSS graph">
            <a:extLst>
              <a:ext uri="{FF2B5EF4-FFF2-40B4-BE49-F238E27FC236}">
                <a16:creationId xmlns:a16="http://schemas.microsoft.com/office/drawing/2014/main" id="{F7F6A9EE-6CF9-6D46-3436-BC6AF335B874}"/>
              </a:ext>
            </a:extLst>
          </p:cNvPr>
          <p:cNvPicPr>
            <a:picLocks noChangeAspect="1"/>
          </p:cNvPicPr>
          <p:nvPr/>
        </p:nvPicPr>
        <p:blipFill>
          <a:blip r:embed="rId2"/>
          <a:stretch>
            <a:fillRect/>
          </a:stretch>
        </p:blipFill>
        <p:spPr>
          <a:xfrm>
            <a:off x="4445100" y="2261706"/>
            <a:ext cx="4572000" cy="866775"/>
          </a:xfrm>
          <a:prstGeom prst="rect">
            <a:avLst/>
          </a:prstGeom>
        </p:spPr>
      </p:pic>
      <p:pic>
        <p:nvPicPr>
          <p:cNvPr id="11" name="Picture 10" descr="SPSS graph">
            <a:extLst>
              <a:ext uri="{FF2B5EF4-FFF2-40B4-BE49-F238E27FC236}">
                <a16:creationId xmlns:a16="http://schemas.microsoft.com/office/drawing/2014/main" id="{FAE066FF-59F5-6088-B928-F28D5F74C5E4}"/>
              </a:ext>
            </a:extLst>
          </p:cNvPr>
          <p:cNvPicPr>
            <a:picLocks noChangeAspect="1"/>
          </p:cNvPicPr>
          <p:nvPr/>
        </p:nvPicPr>
        <p:blipFill>
          <a:blip r:embed="rId3"/>
          <a:stretch>
            <a:fillRect/>
          </a:stretch>
        </p:blipFill>
        <p:spPr>
          <a:xfrm>
            <a:off x="-91448" y="3310744"/>
            <a:ext cx="9144000" cy="1316960"/>
          </a:xfrm>
          <a:prstGeom prst="rect">
            <a:avLst/>
          </a:prstGeom>
        </p:spPr>
      </p:pic>
      <p:pic>
        <p:nvPicPr>
          <p:cNvPr id="13" name="Picture 12" descr="SPSS graph">
            <a:extLst>
              <a:ext uri="{FF2B5EF4-FFF2-40B4-BE49-F238E27FC236}">
                <a16:creationId xmlns:a16="http://schemas.microsoft.com/office/drawing/2014/main" id="{236541B7-4FCA-670D-1D39-A6CDCDCD1796}"/>
              </a:ext>
            </a:extLst>
          </p:cNvPr>
          <p:cNvPicPr>
            <a:picLocks noChangeAspect="1"/>
          </p:cNvPicPr>
          <p:nvPr/>
        </p:nvPicPr>
        <p:blipFill>
          <a:blip r:embed="rId4"/>
          <a:stretch>
            <a:fillRect/>
          </a:stretch>
        </p:blipFill>
        <p:spPr>
          <a:xfrm>
            <a:off x="2670802" y="4718087"/>
            <a:ext cx="6381750" cy="1466850"/>
          </a:xfrm>
          <a:prstGeom prst="rect">
            <a:avLst/>
          </a:prstGeom>
        </p:spPr>
      </p:pic>
      <p:sp>
        <p:nvSpPr>
          <p:cNvPr id="14" name="Rectangle 13">
            <a:extLst>
              <a:ext uri="{FF2B5EF4-FFF2-40B4-BE49-F238E27FC236}">
                <a16:creationId xmlns:a16="http://schemas.microsoft.com/office/drawing/2014/main" id="{723CB5C4-2C19-F7FC-DC83-C497BFA2B861}"/>
              </a:ext>
            </a:extLst>
          </p:cNvPr>
          <p:cNvSpPr/>
          <p:nvPr/>
        </p:nvSpPr>
        <p:spPr>
          <a:xfrm>
            <a:off x="7596336" y="4922527"/>
            <a:ext cx="1456216"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81402BF-BB84-BF57-4806-FAD85916EFFB}"/>
              </a:ext>
            </a:extLst>
          </p:cNvPr>
          <p:cNvSpPr/>
          <p:nvPr/>
        </p:nvSpPr>
        <p:spPr>
          <a:xfrm>
            <a:off x="6156176" y="3789040"/>
            <a:ext cx="576064"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71BED857-2A7B-CDAD-6316-20EB28B085E9}"/>
              </a:ext>
            </a:extLst>
          </p:cNvPr>
          <p:cNvSpPr/>
          <p:nvPr/>
        </p:nvSpPr>
        <p:spPr>
          <a:xfrm>
            <a:off x="73533" y="4697535"/>
            <a:ext cx="2578213" cy="1574954"/>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0" i="0" dirty="0">
                <a:solidFill>
                  <a:srgbClr val="3D3B49"/>
                </a:solidFill>
                <a:effectLst/>
              </a:rPr>
              <a:t>The returned </a:t>
            </a:r>
            <a:r>
              <a:rPr lang="en-GB" sz="1600" b="0" i="1" dirty="0">
                <a:solidFill>
                  <a:srgbClr val="3D3B49"/>
                </a:solidFill>
                <a:effectLst/>
              </a:rPr>
              <a:t>t</a:t>
            </a:r>
            <a:r>
              <a:rPr lang="en-GB" sz="1600" b="0" i="0" dirty="0">
                <a:solidFill>
                  <a:srgbClr val="3D3B49"/>
                </a:solidFill>
                <a:effectLst/>
              </a:rPr>
              <a:t> value is 2.631, which is higher than the </a:t>
            </a:r>
            <a:r>
              <a:rPr lang="en-GB" sz="1600" b="0" i="1" dirty="0">
                <a:solidFill>
                  <a:srgbClr val="3D3B49"/>
                </a:solidFill>
                <a:effectLst/>
              </a:rPr>
              <a:t>t</a:t>
            </a:r>
            <a:r>
              <a:rPr lang="en-GB" sz="1600" b="0" i="0" dirty="0">
                <a:solidFill>
                  <a:srgbClr val="3D3B49"/>
                </a:solidFill>
                <a:effectLst/>
              </a:rPr>
              <a:t> value for the specific degree of freedom (</a:t>
            </a:r>
            <a:r>
              <a:rPr lang="en-GB" sz="1600" b="0" i="1" dirty="0" err="1">
                <a:solidFill>
                  <a:srgbClr val="3D3B49"/>
                </a:solidFill>
                <a:effectLst/>
              </a:rPr>
              <a:t>df</a:t>
            </a:r>
            <a:r>
              <a:rPr lang="en-GB" sz="1600" b="0" i="1" dirty="0">
                <a:solidFill>
                  <a:srgbClr val="3D3B49"/>
                </a:solidFill>
                <a:effectLst/>
              </a:rPr>
              <a:t> = 7</a:t>
            </a:r>
            <a:r>
              <a:rPr lang="en-GB" sz="1600" b="0" i="0" dirty="0">
                <a:solidFill>
                  <a:srgbClr val="3D3B49"/>
                </a:solidFill>
                <a:effectLst/>
              </a:rPr>
              <a:t>) at the 95% confidence interval (</a:t>
            </a:r>
            <a:r>
              <a:rPr lang="en-GB" sz="1600" b="0" i="1" dirty="0">
                <a:solidFill>
                  <a:srgbClr val="3D3B49"/>
                </a:solidFill>
                <a:effectLst/>
              </a:rPr>
              <a:t>t</a:t>
            </a:r>
            <a:r>
              <a:rPr lang="en-GB" sz="1600" b="0" i="0" dirty="0">
                <a:solidFill>
                  <a:srgbClr val="3D3B49"/>
                </a:solidFill>
                <a:effectLst/>
              </a:rPr>
              <a:t> = 2.364)</a:t>
            </a:r>
            <a:endParaRPr lang="en-GB" sz="1600" dirty="0"/>
          </a:p>
        </p:txBody>
      </p:sp>
      <p:sp>
        <p:nvSpPr>
          <p:cNvPr id="18" name="Rectangle 17">
            <a:extLst>
              <a:ext uri="{FF2B5EF4-FFF2-40B4-BE49-F238E27FC236}">
                <a16:creationId xmlns:a16="http://schemas.microsoft.com/office/drawing/2014/main" id="{B541AF3C-4BCC-2C28-6D0D-E9F817B76B78}"/>
              </a:ext>
            </a:extLst>
          </p:cNvPr>
          <p:cNvSpPr/>
          <p:nvPr/>
        </p:nvSpPr>
        <p:spPr>
          <a:xfrm>
            <a:off x="7380312" y="3777203"/>
            <a:ext cx="1636788"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D49F98BB-3B56-2E20-8085-83C2A06A2A3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54ABC126-097D-AF5B-0E58-F720859EAC01}"/>
              </a:ext>
            </a:extLst>
          </p:cNvPr>
          <p:cNvSpPr>
            <a:spLocks noGrp="1"/>
          </p:cNvSpPr>
          <p:nvPr>
            <p:ph type="sldNum" sz="quarter" idx="4"/>
          </p:nvPr>
        </p:nvSpPr>
        <p:spPr/>
        <p:txBody>
          <a:bodyPr/>
          <a:lstStyle/>
          <a:p>
            <a:fld id="{9FD7ECCF-50E7-4327-B945-FA93FF7B2BEF}" type="slidenum">
              <a:rPr lang="en-US" smtClean="0"/>
              <a:pPr/>
              <a:t>66</a:t>
            </a:fld>
            <a:r>
              <a:rPr lang="en-GB"/>
              <a:t>/75</a:t>
            </a:r>
            <a:endParaRPr lang="en-US" dirty="0"/>
          </a:p>
        </p:txBody>
      </p:sp>
    </p:spTree>
    <p:extLst>
      <p:ext uri="{BB962C8B-B14F-4D97-AF65-F5344CB8AC3E}">
        <p14:creationId xmlns:p14="http://schemas.microsoft.com/office/powerpoint/2010/main" val="29957283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BFE1-EE27-E1B0-7B6A-5653451997BB}"/>
              </a:ext>
            </a:extLst>
          </p:cNvPr>
          <p:cNvSpPr>
            <a:spLocks noGrp="1"/>
          </p:cNvSpPr>
          <p:nvPr>
            <p:ph type="title"/>
          </p:nvPr>
        </p:nvSpPr>
        <p:spPr/>
        <p:txBody>
          <a:bodyPr/>
          <a:lstStyle/>
          <a:p>
            <a:r>
              <a:rPr lang="en-GB" dirty="0"/>
              <a:t>t-table</a:t>
            </a:r>
          </a:p>
        </p:txBody>
      </p:sp>
      <p:sp>
        <p:nvSpPr>
          <p:cNvPr id="3" name="Content Placeholder 2">
            <a:extLst>
              <a:ext uri="{FF2B5EF4-FFF2-40B4-BE49-F238E27FC236}">
                <a16:creationId xmlns:a16="http://schemas.microsoft.com/office/drawing/2014/main" id="{1AE21E1C-5769-5832-C83E-9579AA4AAF82}"/>
              </a:ext>
            </a:extLst>
          </p:cNvPr>
          <p:cNvSpPr>
            <a:spLocks noGrp="1"/>
          </p:cNvSpPr>
          <p:nvPr>
            <p:ph sz="quarter" idx="1"/>
          </p:nvPr>
        </p:nvSpPr>
        <p:spPr/>
        <p:txBody>
          <a:bodyPr/>
          <a:lstStyle/>
          <a:p>
            <a:endParaRPr lang="en-GB"/>
          </a:p>
        </p:txBody>
      </p:sp>
      <p:pic>
        <p:nvPicPr>
          <p:cNvPr id="6146" name="Picture 2" descr="t normal table">
            <a:extLst>
              <a:ext uri="{FF2B5EF4-FFF2-40B4-BE49-F238E27FC236}">
                <a16:creationId xmlns:a16="http://schemas.microsoft.com/office/drawing/2014/main" id="{97165D03-F4CA-BE1A-087D-1293C23D2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0"/>
            <a:ext cx="46101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5409928-04A5-59E6-8492-510719E44287}"/>
              </a:ext>
            </a:extLst>
          </p:cNvPr>
          <p:cNvSpPr/>
          <p:nvPr/>
        </p:nvSpPr>
        <p:spPr>
          <a:xfrm>
            <a:off x="2411760" y="2276872"/>
            <a:ext cx="3024336" cy="21602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4ECC259-B1B0-BF08-1613-0E206377ECF5}"/>
              </a:ext>
            </a:extLst>
          </p:cNvPr>
          <p:cNvSpPr/>
          <p:nvPr/>
        </p:nvSpPr>
        <p:spPr>
          <a:xfrm>
            <a:off x="4861520" y="1037123"/>
            <a:ext cx="574576" cy="2581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0E6B35D-392D-18ED-1C7B-53CAB0732258}"/>
              </a:ext>
            </a:extLst>
          </p:cNvPr>
          <p:cNvSpPr/>
          <p:nvPr/>
        </p:nvSpPr>
        <p:spPr>
          <a:xfrm>
            <a:off x="4805307" y="6590590"/>
            <a:ext cx="574576" cy="2581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092A8C7-1403-18DF-330D-39524D7EA312}"/>
              </a:ext>
            </a:extLst>
          </p:cNvPr>
          <p:cNvSpPr/>
          <p:nvPr/>
        </p:nvSpPr>
        <p:spPr>
          <a:xfrm>
            <a:off x="266700" y="1556792"/>
            <a:ext cx="2001044" cy="4236968"/>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1" dirty="0">
                <a:solidFill>
                  <a:srgbClr val="3D3B49"/>
                </a:solidFill>
              </a:rPr>
              <a:t>Degrees of freedom number of independent pieces of information used to calculate a statistic = n -1</a:t>
            </a:r>
          </a:p>
          <a:p>
            <a:pPr algn="ctr"/>
            <a:endParaRPr lang="en-GB" sz="1600" i="1" dirty="0">
              <a:solidFill>
                <a:srgbClr val="3D3B49"/>
              </a:solidFill>
            </a:endParaRPr>
          </a:p>
          <a:p>
            <a:pPr algn="ctr"/>
            <a:r>
              <a:rPr lang="en-GB" sz="1600" i="1" dirty="0">
                <a:solidFill>
                  <a:srgbClr val="3D3B49"/>
                </a:solidFill>
              </a:rPr>
              <a:t>n = sample</a:t>
            </a:r>
          </a:p>
          <a:p>
            <a:pPr algn="ctr"/>
            <a:endParaRPr lang="en-GB" sz="1600" i="1" dirty="0">
              <a:solidFill>
                <a:srgbClr val="3D3B49"/>
              </a:solidFill>
            </a:endParaRPr>
          </a:p>
          <a:p>
            <a:pPr algn="ctr"/>
            <a:r>
              <a:rPr lang="en-GB" sz="1600" i="1" dirty="0">
                <a:solidFill>
                  <a:srgbClr val="3D3B49"/>
                </a:solidFill>
              </a:rPr>
              <a:t>In this case 8 (participants) – 1 =7</a:t>
            </a:r>
          </a:p>
          <a:p>
            <a:pPr algn="ctr"/>
            <a:endParaRPr lang="en-GB" sz="1600" i="1" dirty="0">
              <a:solidFill>
                <a:srgbClr val="3D3B49"/>
              </a:solidFill>
            </a:endParaRPr>
          </a:p>
          <a:p>
            <a:pPr algn="ctr"/>
            <a:r>
              <a:rPr lang="en-GB" sz="1600" i="1" dirty="0">
                <a:solidFill>
                  <a:srgbClr val="3D3B49"/>
                </a:solidFill>
              </a:rPr>
              <a:t>(</a:t>
            </a:r>
            <a:r>
              <a:rPr lang="en-GB" sz="1600" i="1" dirty="0" err="1">
                <a:solidFill>
                  <a:srgbClr val="3D3B49"/>
                </a:solidFill>
              </a:rPr>
              <a:t>df</a:t>
            </a:r>
            <a:r>
              <a:rPr lang="en-GB" sz="1600" i="1" dirty="0">
                <a:solidFill>
                  <a:srgbClr val="3D3B49"/>
                </a:solidFill>
              </a:rPr>
              <a:t> = 7) at the 95% confidence interval (t = 2.364)</a:t>
            </a:r>
          </a:p>
          <a:p>
            <a:pPr algn="ctr"/>
            <a:r>
              <a:rPr lang="en-GB" sz="1600" i="1" dirty="0">
                <a:solidFill>
                  <a:srgbClr val="3D3B49"/>
                </a:solidFill>
              </a:rPr>
              <a:t>p(0.025)</a:t>
            </a:r>
          </a:p>
        </p:txBody>
      </p:sp>
      <p:sp>
        <p:nvSpPr>
          <p:cNvPr id="4" name="Footer Placeholder 3">
            <a:extLst>
              <a:ext uri="{FF2B5EF4-FFF2-40B4-BE49-F238E27FC236}">
                <a16:creationId xmlns:a16="http://schemas.microsoft.com/office/drawing/2014/main" id="{BB4D3F91-2B9A-22EF-5A2B-48B687F6F6A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C77905C-A362-0D3D-464C-8097A63546D8}"/>
              </a:ext>
            </a:extLst>
          </p:cNvPr>
          <p:cNvSpPr>
            <a:spLocks noGrp="1"/>
          </p:cNvSpPr>
          <p:nvPr>
            <p:ph type="sldNum" sz="quarter" idx="4"/>
          </p:nvPr>
        </p:nvSpPr>
        <p:spPr/>
        <p:txBody>
          <a:bodyPr/>
          <a:lstStyle/>
          <a:p>
            <a:fld id="{9FD7ECCF-50E7-4327-B945-FA93FF7B2BEF}" type="slidenum">
              <a:rPr lang="en-US" smtClean="0"/>
              <a:pPr/>
              <a:t>67</a:t>
            </a:fld>
            <a:r>
              <a:rPr lang="en-GB"/>
              <a:t>/75</a:t>
            </a:r>
            <a:endParaRPr lang="en-US" dirty="0"/>
          </a:p>
        </p:txBody>
      </p:sp>
    </p:spTree>
    <p:extLst>
      <p:ext uri="{BB962C8B-B14F-4D97-AF65-F5344CB8AC3E}">
        <p14:creationId xmlns:p14="http://schemas.microsoft.com/office/powerpoint/2010/main" val="35708104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D5F1-16F6-5E71-34D5-58D805D74C19}"/>
              </a:ext>
            </a:extLst>
          </p:cNvPr>
          <p:cNvSpPr>
            <a:spLocks noGrp="1"/>
          </p:cNvSpPr>
          <p:nvPr>
            <p:ph type="title"/>
          </p:nvPr>
        </p:nvSpPr>
        <p:spPr>
          <a:xfrm>
            <a:off x="4184712" y="244669"/>
            <a:ext cx="4578288" cy="659832"/>
          </a:xfrm>
        </p:spPr>
        <p:txBody>
          <a:bodyPr>
            <a:normAutofit fontScale="90000"/>
          </a:bodyPr>
          <a:lstStyle/>
          <a:p>
            <a:pPr>
              <a:lnSpc>
                <a:spcPts val="3500"/>
              </a:lnSpc>
            </a:pPr>
            <a:r>
              <a:rPr lang="en-GB" sz="4400" dirty="0">
                <a:latin typeface="+mn-lt"/>
              </a:rPr>
              <a:t>Interpretation for </a:t>
            </a:r>
            <a:r>
              <a:rPr lang="en-GB" sz="4400" dirty="0">
                <a:solidFill>
                  <a:schemeClr val="accent2">
                    <a:lumMod val="75000"/>
                  </a:schemeClr>
                </a:solidFill>
                <a:latin typeface="+mn-lt"/>
              </a:rPr>
              <a:t>Paired sample </a:t>
            </a:r>
            <a:r>
              <a:rPr lang="en-GB" sz="4400" i="1" dirty="0">
                <a:solidFill>
                  <a:schemeClr val="accent2">
                    <a:lumMod val="75000"/>
                  </a:schemeClr>
                </a:solidFill>
                <a:latin typeface="+mn-lt"/>
              </a:rPr>
              <a:t>t</a:t>
            </a:r>
            <a:r>
              <a:rPr lang="en-GB" sz="4400" dirty="0">
                <a:solidFill>
                  <a:schemeClr val="accent2">
                    <a:lumMod val="75000"/>
                  </a:schemeClr>
                </a:solidFill>
                <a:latin typeface="+mn-lt"/>
              </a:rPr>
              <a:t>-Test</a:t>
            </a:r>
            <a:endParaRPr lang="en-GB" dirty="0"/>
          </a:p>
        </p:txBody>
      </p:sp>
      <p:graphicFrame>
        <p:nvGraphicFramePr>
          <p:cNvPr id="7" name="Table 6">
            <a:extLst>
              <a:ext uri="{FF2B5EF4-FFF2-40B4-BE49-F238E27FC236}">
                <a16:creationId xmlns:a16="http://schemas.microsoft.com/office/drawing/2014/main" id="{5600B847-9D03-DCF0-2800-9F0F45CA9409}"/>
              </a:ext>
            </a:extLst>
          </p:cNvPr>
          <p:cNvGraphicFramePr>
            <a:graphicFrameLocks noGrp="1"/>
          </p:cNvGraphicFramePr>
          <p:nvPr/>
        </p:nvGraphicFramePr>
        <p:xfrm>
          <a:off x="545522" y="318642"/>
          <a:ext cx="3627068" cy="2743200"/>
        </p:xfrm>
        <a:graphic>
          <a:graphicData uri="http://schemas.openxmlformats.org/drawingml/2006/table">
            <a:tbl>
              <a:tblPr/>
              <a:tblGrid>
                <a:gridCol w="1322812">
                  <a:extLst>
                    <a:ext uri="{9D8B030D-6E8A-4147-A177-3AD203B41FA5}">
                      <a16:colId xmlns:a16="http://schemas.microsoft.com/office/drawing/2014/main" val="2313876720"/>
                    </a:ext>
                  </a:extLst>
                </a:gridCol>
                <a:gridCol w="1080120">
                  <a:extLst>
                    <a:ext uri="{9D8B030D-6E8A-4147-A177-3AD203B41FA5}">
                      <a16:colId xmlns:a16="http://schemas.microsoft.com/office/drawing/2014/main" val="2552105303"/>
                    </a:ext>
                  </a:extLst>
                </a:gridCol>
                <a:gridCol w="1224136">
                  <a:extLst>
                    <a:ext uri="{9D8B030D-6E8A-4147-A177-3AD203B41FA5}">
                      <a16:colId xmlns:a16="http://schemas.microsoft.com/office/drawing/2014/main" val="3078193349"/>
                    </a:ext>
                  </a:extLst>
                </a:gridCol>
              </a:tblGrid>
              <a:tr h="0">
                <a:tc gridSpan="3">
                  <a:txBody>
                    <a:bodyPr/>
                    <a:lstStyle/>
                    <a:p>
                      <a:r>
                        <a:rPr lang="en-GB" sz="1200" dirty="0">
                          <a:latin typeface="+mn-lt"/>
                        </a:rPr>
                        <a:t>Sample Data for </a:t>
                      </a:r>
                      <a:r>
                        <a:rPr lang="en-GB" sz="1200" b="1" dirty="0">
                          <a:latin typeface="+mn-lt"/>
                        </a:rPr>
                        <a:t>Paired-Samples</a:t>
                      </a:r>
                      <a:r>
                        <a:rPr lang="en-GB" sz="1200" b="1" i="1" dirty="0">
                          <a:latin typeface="+mn-lt"/>
                        </a:rPr>
                        <a:t> t </a:t>
                      </a:r>
                      <a:r>
                        <a:rPr lang="en-GB" sz="1200" b="1" dirty="0">
                          <a:latin typeface="+mn-lt"/>
                        </a:rPr>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66046750"/>
                  </a:ext>
                </a:extLst>
              </a:tr>
              <a:tr h="0">
                <a:tc>
                  <a:txBody>
                    <a:bodyPr/>
                    <a:lstStyle/>
                    <a:p>
                      <a:pPr algn="l" fontAlgn="ctr"/>
                      <a:r>
                        <a:rPr lang="en-GB" sz="1200" b="1" i="0">
                          <a:effectLst/>
                          <a:latin typeface="+mn-lt"/>
                        </a:rPr>
                        <a:t>Participants</a:t>
                      </a:r>
                    </a:p>
                  </a:txBody>
                  <a:tcPr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200" b="1" i="0" dirty="0">
                          <a:effectLst/>
                          <a:latin typeface="+mn-lt"/>
                        </a:rPr>
                        <a:t>No Prediction</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With Prediction</a:t>
                      </a:r>
                    </a:p>
                  </a:txBody>
                  <a:tcPr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877316878"/>
                  </a:ext>
                </a:extLst>
              </a:tr>
              <a:tr h="0">
                <a:tc>
                  <a:txBody>
                    <a:bodyPr/>
                    <a:lstStyle/>
                    <a:p>
                      <a:pPr algn="l" fontAlgn="t"/>
                      <a:r>
                        <a:rPr lang="en-GB" sz="1200" b="0">
                          <a:effectLst/>
                          <a:latin typeface="+mn-lt"/>
                        </a:rPr>
                        <a:t>Participant 1</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245</a:t>
                      </a:r>
                    </a:p>
                  </a:txBody>
                  <a:tcPr>
                    <a:lnL>
                      <a:noFill/>
                    </a:lnL>
                    <a:lnR>
                      <a:noFill/>
                    </a:lnR>
                    <a:lnT>
                      <a:noFill/>
                    </a:lnT>
                    <a:lnB>
                      <a:noFill/>
                    </a:lnB>
                    <a:solidFill>
                      <a:srgbClr val="FFFFFF"/>
                    </a:solidFill>
                  </a:tcPr>
                </a:tc>
                <a:tc>
                  <a:txBody>
                    <a:bodyPr/>
                    <a:lstStyle/>
                    <a:p>
                      <a:pPr algn="l" fontAlgn="t"/>
                      <a:r>
                        <a:rPr lang="en-GB" sz="1200" b="0">
                          <a:effectLst/>
                          <a:latin typeface="+mn-lt"/>
                        </a:rPr>
                        <a:t>246</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0281247"/>
                  </a:ext>
                </a:extLst>
              </a:tr>
              <a:tr h="0">
                <a:tc>
                  <a:txBody>
                    <a:bodyPr/>
                    <a:lstStyle/>
                    <a:p>
                      <a:pPr algn="l" fontAlgn="t"/>
                      <a:r>
                        <a:rPr lang="en-GB" sz="1200" b="0">
                          <a:effectLst/>
                          <a:latin typeface="+mn-lt"/>
                        </a:rPr>
                        <a:t>Participant 2</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236</a:t>
                      </a:r>
                    </a:p>
                  </a:txBody>
                  <a:tcPr>
                    <a:lnL>
                      <a:noFill/>
                    </a:lnL>
                    <a:lnR>
                      <a:noFill/>
                    </a:lnR>
                    <a:lnT>
                      <a:noFill/>
                    </a:lnT>
                    <a:lnB>
                      <a:noFill/>
                    </a:lnB>
                    <a:solidFill>
                      <a:srgbClr val="EEF2F6"/>
                    </a:solidFill>
                  </a:tcPr>
                </a:tc>
                <a:tc>
                  <a:txBody>
                    <a:bodyPr/>
                    <a:lstStyle/>
                    <a:p>
                      <a:pPr algn="l" fontAlgn="t"/>
                      <a:r>
                        <a:rPr lang="en-GB" sz="1200" b="0">
                          <a:effectLst/>
                          <a:latin typeface="+mn-lt"/>
                        </a:rPr>
                        <a:t>213</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510055643"/>
                  </a:ext>
                </a:extLst>
              </a:tr>
              <a:tr h="0">
                <a:tc>
                  <a:txBody>
                    <a:bodyPr/>
                    <a:lstStyle/>
                    <a:p>
                      <a:pPr algn="l" fontAlgn="t"/>
                      <a:r>
                        <a:rPr lang="en-GB" sz="1200" b="0">
                          <a:effectLst/>
                          <a:latin typeface="+mn-lt"/>
                        </a:rPr>
                        <a:t>Participant 3</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321</a:t>
                      </a:r>
                    </a:p>
                  </a:txBody>
                  <a:tcPr>
                    <a:lnL>
                      <a:noFill/>
                    </a:lnL>
                    <a:lnR>
                      <a:noFill/>
                    </a:lnR>
                    <a:lnT>
                      <a:noFill/>
                    </a:lnT>
                    <a:lnB>
                      <a:noFill/>
                    </a:lnB>
                    <a:solidFill>
                      <a:srgbClr val="FFFFFF"/>
                    </a:solidFill>
                  </a:tcPr>
                </a:tc>
                <a:tc>
                  <a:txBody>
                    <a:bodyPr/>
                    <a:lstStyle/>
                    <a:p>
                      <a:pPr algn="l" fontAlgn="t"/>
                      <a:r>
                        <a:rPr lang="en-GB" sz="1200" b="0">
                          <a:effectLst/>
                          <a:latin typeface="+mn-lt"/>
                        </a:rPr>
                        <a:t>265</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1300657"/>
                  </a:ext>
                </a:extLst>
              </a:tr>
              <a:tr h="0">
                <a:tc>
                  <a:txBody>
                    <a:bodyPr/>
                    <a:lstStyle/>
                    <a:p>
                      <a:pPr algn="l" fontAlgn="t"/>
                      <a:r>
                        <a:rPr lang="en-GB" sz="1200" b="0">
                          <a:effectLst/>
                          <a:latin typeface="+mn-lt"/>
                        </a:rPr>
                        <a:t>Participant 4</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212</a:t>
                      </a:r>
                    </a:p>
                  </a:txBody>
                  <a:tcPr>
                    <a:lnL>
                      <a:noFill/>
                    </a:lnL>
                    <a:lnR>
                      <a:noFill/>
                    </a:lnR>
                    <a:lnT>
                      <a:noFill/>
                    </a:lnT>
                    <a:lnB>
                      <a:noFill/>
                    </a:lnB>
                    <a:solidFill>
                      <a:srgbClr val="EEF2F6"/>
                    </a:solidFill>
                  </a:tcPr>
                </a:tc>
                <a:tc>
                  <a:txBody>
                    <a:bodyPr/>
                    <a:lstStyle/>
                    <a:p>
                      <a:pPr algn="l" fontAlgn="t"/>
                      <a:r>
                        <a:rPr lang="en-GB" sz="1200" b="0">
                          <a:effectLst/>
                          <a:latin typeface="+mn-lt"/>
                        </a:rPr>
                        <a:t>189</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771650249"/>
                  </a:ext>
                </a:extLst>
              </a:tr>
              <a:tr h="0">
                <a:tc>
                  <a:txBody>
                    <a:bodyPr/>
                    <a:lstStyle/>
                    <a:p>
                      <a:pPr algn="l" fontAlgn="t"/>
                      <a:r>
                        <a:rPr lang="en-GB" sz="1200" b="0">
                          <a:effectLst/>
                          <a:latin typeface="+mn-lt"/>
                        </a:rPr>
                        <a:t>Participant 5</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267</a:t>
                      </a:r>
                    </a:p>
                  </a:txBody>
                  <a:tcPr>
                    <a:lnL>
                      <a:noFill/>
                    </a:lnL>
                    <a:lnR>
                      <a:noFill/>
                    </a:lnR>
                    <a:lnT>
                      <a:noFill/>
                    </a:lnT>
                    <a:lnB>
                      <a:noFill/>
                    </a:lnB>
                    <a:solidFill>
                      <a:srgbClr val="FFFFFF"/>
                    </a:solidFill>
                  </a:tcPr>
                </a:tc>
                <a:tc>
                  <a:txBody>
                    <a:bodyPr/>
                    <a:lstStyle/>
                    <a:p>
                      <a:pPr algn="l" fontAlgn="t"/>
                      <a:r>
                        <a:rPr lang="en-GB" sz="1200" b="0">
                          <a:effectLst/>
                          <a:latin typeface="+mn-lt"/>
                        </a:rPr>
                        <a:t>201</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31254991"/>
                  </a:ext>
                </a:extLst>
              </a:tr>
              <a:tr h="0">
                <a:tc>
                  <a:txBody>
                    <a:bodyPr/>
                    <a:lstStyle/>
                    <a:p>
                      <a:pPr algn="l" fontAlgn="t"/>
                      <a:r>
                        <a:rPr lang="en-GB" sz="1200" b="0">
                          <a:effectLst/>
                          <a:latin typeface="+mn-lt"/>
                        </a:rPr>
                        <a:t>Participant 6</a:t>
                      </a:r>
                    </a:p>
                  </a:txBody>
                  <a:tcPr>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334</a:t>
                      </a:r>
                    </a:p>
                  </a:txBody>
                  <a:tcPr>
                    <a:lnL>
                      <a:noFill/>
                    </a:lnL>
                    <a:lnR>
                      <a:noFill/>
                    </a:lnR>
                    <a:lnT>
                      <a:noFill/>
                    </a:lnT>
                    <a:lnB>
                      <a:noFill/>
                    </a:lnB>
                    <a:solidFill>
                      <a:srgbClr val="EEF2F6"/>
                    </a:solidFill>
                  </a:tcPr>
                </a:tc>
                <a:tc>
                  <a:txBody>
                    <a:bodyPr/>
                    <a:lstStyle/>
                    <a:p>
                      <a:pPr algn="l" fontAlgn="t"/>
                      <a:r>
                        <a:rPr lang="en-GB" sz="1200" b="0">
                          <a:effectLst/>
                          <a:latin typeface="+mn-lt"/>
                        </a:rPr>
                        <a:t>197</a:t>
                      </a:r>
                    </a:p>
                  </a:txBody>
                  <a:tcPr>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192951603"/>
                  </a:ext>
                </a:extLst>
              </a:tr>
              <a:tr h="0">
                <a:tc>
                  <a:txBody>
                    <a:bodyPr/>
                    <a:lstStyle/>
                    <a:p>
                      <a:pPr algn="l" fontAlgn="t"/>
                      <a:r>
                        <a:rPr lang="en-GB" sz="1200" b="0" dirty="0">
                          <a:effectLst/>
                          <a:latin typeface="+mn-lt"/>
                        </a:rPr>
                        <a:t>Participant 7</a:t>
                      </a:r>
                    </a:p>
                  </a:txBody>
                  <a:tcP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287</a:t>
                      </a:r>
                    </a:p>
                  </a:txBody>
                  <a:tcPr>
                    <a:lnL>
                      <a:noFill/>
                    </a:lnL>
                    <a:lnR>
                      <a:noFill/>
                    </a:lnR>
                    <a:lnT>
                      <a:noFill/>
                    </a:lnT>
                    <a:lnB>
                      <a:noFill/>
                    </a:lnB>
                    <a:solidFill>
                      <a:srgbClr val="FFFFFF"/>
                    </a:solidFill>
                  </a:tcPr>
                </a:tc>
                <a:tc>
                  <a:txBody>
                    <a:bodyPr/>
                    <a:lstStyle/>
                    <a:p>
                      <a:pPr algn="l" fontAlgn="t"/>
                      <a:r>
                        <a:rPr lang="en-GB" sz="1200" b="0" dirty="0">
                          <a:effectLst/>
                          <a:latin typeface="+mn-lt"/>
                        </a:rPr>
                        <a:t>289</a:t>
                      </a:r>
                    </a:p>
                  </a:txBody>
                  <a:tcP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61285798"/>
                  </a:ext>
                </a:extLst>
              </a:tr>
              <a:tr h="0">
                <a:tc>
                  <a:txBody>
                    <a:bodyPr/>
                    <a:lstStyle/>
                    <a:p>
                      <a:pPr algn="l" fontAlgn="t"/>
                      <a:r>
                        <a:rPr lang="en-GB" sz="1200" b="0">
                          <a:effectLst/>
                          <a:latin typeface="+mn-lt"/>
                        </a:rPr>
                        <a:t>Participant 8</a:t>
                      </a:r>
                    </a:p>
                  </a:txBody>
                  <a:tcP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259</a:t>
                      </a:r>
                    </a:p>
                  </a:txBody>
                  <a:tcPr>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224</a:t>
                      </a:r>
                    </a:p>
                  </a:txBody>
                  <a:tcP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1653373397"/>
                  </a:ext>
                </a:extLst>
              </a:tr>
            </a:tbl>
          </a:graphicData>
        </a:graphic>
      </p:graphicFrame>
      <p:pic>
        <p:nvPicPr>
          <p:cNvPr id="8" name="Picture 7" descr="SPSS graph">
            <a:extLst>
              <a:ext uri="{FF2B5EF4-FFF2-40B4-BE49-F238E27FC236}">
                <a16:creationId xmlns:a16="http://schemas.microsoft.com/office/drawing/2014/main" id="{F7F6A9EE-6CF9-6D46-3436-BC6AF335B874}"/>
              </a:ext>
            </a:extLst>
          </p:cNvPr>
          <p:cNvPicPr>
            <a:picLocks noChangeAspect="1"/>
          </p:cNvPicPr>
          <p:nvPr/>
        </p:nvPicPr>
        <p:blipFill>
          <a:blip r:embed="rId2"/>
          <a:stretch>
            <a:fillRect/>
          </a:stretch>
        </p:blipFill>
        <p:spPr>
          <a:xfrm>
            <a:off x="4445100" y="2261706"/>
            <a:ext cx="4572000" cy="866775"/>
          </a:xfrm>
          <a:prstGeom prst="rect">
            <a:avLst/>
          </a:prstGeom>
        </p:spPr>
      </p:pic>
      <p:pic>
        <p:nvPicPr>
          <p:cNvPr id="11" name="Picture 10" descr="SPSS graph">
            <a:extLst>
              <a:ext uri="{FF2B5EF4-FFF2-40B4-BE49-F238E27FC236}">
                <a16:creationId xmlns:a16="http://schemas.microsoft.com/office/drawing/2014/main" id="{FAE066FF-59F5-6088-B928-F28D5F74C5E4}"/>
              </a:ext>
            </a:extLst>
          </p:cNvPr>
          <p:cNvPicPr>
            <a:picLocks noChangeAspect="1"/>
          </p:cNvPicPr>
          <p:nvPr/>
        </p:nvPicPr>
        <p:blipFill>
          <a:blip r:embed="rId3"/>
          <a:stretch>
            <a:fillRect/>
          </a:stretch>
        </p:blipFill>
        <p:spPr>
          <a:xfrm>
            <a:off x="-91448" y="3310744"/>
            <a:ext cx="9144000" cy="1316960"/>
          </a:xfrm>
          <a:prstGeom prst="rect">
            <a:avLst/>
          </a:prstGeom>
        </p:spPr>
      </p:pic>
      <p:pic>
        <p:nvPicPr>
          <p:cNvPr id="13" name="Picture 12" descr="SPSS graph">
            <a:extLst>
              <a:ext uri="{FF2B5EF4-FFF2-40B4-BE49-F238E27FC236}">
                <a16:creationId xmlns:a16="http://schemas.microsoft.com/office/drawing/2014/main" id="{236541B7-4FCA-670D-1D39-A6CDCDCD1796}"/>
              </a:ext>
            </a:extLst>
          </p:cNvPr>
          <p:cNvPicPr>
            <a:picLocks noChangeAspect="1"/>
          </p:cNvPicPr>
          <p:nvPr/>
        </p:nvPicPr>
        <p:blipFill>
          <a:blip r:embed="rId4"/>
          <a:stretch>
            <a:fillRect/>
          </a:stretch>
        </p:blipFill>
        <p:spPr>
          <a:xfrm>
            <a:off x="2670802" y="4718087"/>
            <a:ext cx="6381750" cy="1466850"/>
          </a:xfrm>
          <a:prstGeom prst="rect">
            <a:avLst/>
          </a:prstGeom>
        </p:spPr>
      </p:pic>
      <p:sp>
        <p:nvSpPr>
          <p:cNvPr id="14" name="Rectangle 13">
            <a:extLst>
              <a:ext uri="{FF2B5EF4-FFF2-40B4-BE49-F238E27FC236}">
                <a16:creationId xmlns:a16="http://schemas.microsoft.com/office/drawing/2014/main" id="{723CB5C4-2C19-F7FC-DC83-C497BFA2B861}"/>
              </a:ext>
            </a:extLst>
          </p:cNvPr>
          <p:cNvSpPr/>
          <p:nvPr/>
        </p:nvSpPr>
        <p:spPr>
          <a:xfrm>
            <a:off x="7596336" y="4922527"/>
            <a:ext cx="1456216"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81402BF-BB84-BF57-4806-FAD85916EFFB}"/>
              </a:ext>
            </a:extLst>
          </p:cNvPr>
          <p:cNvSpPr/>
          <p:nvPr/>
        </p:nvSpPr>
        <p:spPr>
          <a:xfrm>
            <a:off x="6156176" y="3789040"/>
            <a:ext cx="576064"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B541AF3C-4BCC-2C28-6D0D-E9F817B76B78}"/>
              </a:ext>
            </a:extLst>
          </p:cNvPr>
          <p:cNvSpPr/>
          <p:nvPr/>
        </p:nvSpPr>
        <p:spPr>
          <a:xfrm>
            <a:off x="7380312" y="3777203"/>
            <a:ext cx="1636788" cy="83866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4B154E46-BDC4-5150-157C-F9CF76262949}"/>
              </a:ext>
            </a:extLst>
          </p:cNvPr>
          <p:cNvSpPr/>
          <p:nvPr/>
        </p:nvSpPr>
        <p:spPr>
          <a:xfrm>
            <a:off x="126900" y="3264577"/>
            <a:ext cx="2623978" cy="3129885"/>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1" dirty="0">
                <a:solidFill>
                  <a:srgbClr val="3D3B49"/>
                </a:solidFill>
              </a:rPr>
              <a:t>An paired-sample t test suggests that there is a significant difference in the task completion time between the group that used the standard word-processing software and the group that used word-processing software with word prediction functions </a:t>
            </a:r>
            <a:r>
              <a:rPr lang="en-GB" sz="1600" b="1" i="1" dirty="0">
                <a:solidFill>
                  <a:srgbClr val="3D3B49"/>
                </a:solidFill>
              </a:rPr>
              <a:t>(t(7) = 2.364, p (</a:t>
            </a:r>
            <a:r>
              <a:rPr lang="en-GB" sz="1600" b="1" i="0" dirty="0">
                <a:solidFill>
                  <a:srgbClr val="3D3B49"/>
                </a:solidFill>
                <a:effectLst/>
              </a:rPr>
              <a:t>0.025</a:t>
            </a:r>
            <a:r>
              <a:rPr lang="en-GB" sz="1600" b="1" i="1" dirty="0">
                <a:solidFill>
                  <a:srgbClr val="3D3B49"/>
                </a:solidFill>
              </a:rPr>
              <a:t>) &lt; 0.05)</a:t>
            </a:r>
          </a:p>
        </p:txBody>
      </p:sp>
      <p:sp>
        <p:nvSpPr>
          <p:cNvPr id="4" name="Footer Placeholder 3">
            <a:extLst>
              <a:ext uri="{FF2B5EF4-FFF2-40B4-BE49-F238E27FC236}">
                <a16:creationId xmlns:a16="http://schemas.microsoft.com/office/drawing/2014/main" id="{EBB688A2-167A-2FD2-245A-441787E59A0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DBC828EC-EF25-BB11-08EF-FF45AF124C79}"/>
              </a:ext>
            </a:extLst>
          </p:cNvPr>
          <p:cNvSpPr>
            <a:spLocks noGrp="1"/>
          </p:cNvSpPr>
          <p:nvPr>
            <p:ph type="sldNum" sz="quarter" idx="4"/>
          </p:nvPr>
        </p:nvSpPr>
        <p:spPr/>
        <p:txBody>
          <a:bodyPr/>
          <a:lstStyle/>
          <a:p>
            <a:fld id="{9FD7ECCF-50E7-4327-B945-FA93FF7B2BEF}" type="slidenum">
              <a:rPr lang="en-US" smtClean="0"/>
              <a:pPr/>
              <a:t>68</a:t>
            </a:fld>
            <a:r>
              <a:rPr lang="en-GB"/>
              <a:t>/75</a:t>
            </a:r>
            <a:endParaRPr lang="en-US" dirty="0"/>
          </a:p>
        </p:txBody>
      </p:sp>
    </p:spTree>
    <p:extLst>
      <p:ext uri="{BB962C8B-B14F-4D97-AF65-F5344CB8AC3E}">
        <p14:creationId xmlns:p14="http://schemas.microsoft.com/office/powerpoint/2010/main" val="39826882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p:txBody>
          <a:bodyPr/>
          <a:lstStyle/>
          <a:p>
            <a:r>
              <a:rPr lang="en-GB" dirty="0"/>
              <a:t>Example </a:t>
            </a:r>
            <a:r>
              <a:rPr lang="en-GB" i="1" dirty="0"/>
              <a:t>t</a:t>
            </a:r>
            <a:r>
              <a:rPr lang="en-GB" dirty="0"/>
              <a:t>-Test</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12648" y="1516698"/>
            <a:ext cx="3743328" cy="4731508"/>
          </a:xfrm>
        </p:spPr>
        <p:txBody>
          <a:bodyPr>
            <a:noAutofit/>
          </a:bodyPr>
          <a:lstStyle/>
          <a:p>
            <a:r>
              <a:rPr lang="en-GB" sz="1700" dirty="0">
                <a:solidFill>
                  <a:schemeClr val="tx2">
                    <a:lumMod val="50000"/>
                  </a:schemeClr>
                </a:solidFill>
              </a:rPr>
              <a:t>In some empirical studies, the hypothesis indicates the direction of the difference. For example, you may expect the use of word-prediction software to improve typing speed. </a:t>
            </a:r>
          </a:p>
          <a:p>
            <a:r>
              <a:rPr lang="en-GB" sz="1700" dirty="0">
                <a:solidFill>
                  <a:schemeClr val="tx2">
                    <a:lumMod val="50000"/>
                  </a:schemeClr>
                </a:solidFill>
              </a:rPr>
              <a:t>The hypothesis of the test is: </a:t>
            </a:r>
            <a:r>
              <a:rPr lang="en-GB" sz="1700" b="1" dirty="0">
                <a:solidFill>
                  <a:schemeClr val="tx2">
                    <a:lumMod val="50000"/>
                  </a:schemeClr>
                </a:solidFill>
              </a:rPr>
              <a:t>Individuals who use word-prediction software can type faster than those who do not use word-prediction software</a:t>
            </a:r>
          </a:p>
          <a:p>
            <a:r>
              <a:rPr lang="en-GB" sz="1800" dirty="0">
                <a:solidFill>
                  <a:schemeClr val="tx2">
                    <a:lumMod val="50000"/>
                  </a:schemeClr>
                </a:solidFill>
              </a:rPr>
              <a:t>H</a:t>
            </a:r>
            <a:r>
              <a:rPr lang="en-GB" sz="1800" baseline="-25000" dirty="0">
                <a:solidFill>
                  <a:schemeClr val="tx2">
                    <a:lumMod val="50000"/>
                  </a:schemeClr>
                </a:solidFill>
              </a:rPr>
              <a:t>0</a:t>
            </a:r>
            <a:r>
              <a:rPr lang="en-GB" sz="1800" dirty="0">
                <a:solidFill>
                  <a:schemeClr val="tx2">
                    <a:lumMod val="50000"/>
                  </a:schemeClr>
                </a:solidFill>
              </a:rPr>
              <a:t>: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tc_word-prediction</a:t>
            </a:r>
            <a:r>
              <a:rPr lang="en-GB" sz="1800" dirty="0">
                <a:solidFill>
                  <a:schemeClr val="tx2">
                    <a:lumMod val="50000"/>
                  </a:schemeClr>
                </a:solidFill>
              </a:rPr>
              <a:t> -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no-tc_word-prediction</a:t>
            </a:r>
            <a:r>
              <a:rPr lang="en-GB" sz="1800" dirty="0">
                <a:solidFill>
                  <a:schemeClr val="tx2">
                    <a:lumMod val="50000"/>
                  </a:schemeClr>
                </a:solidFill>
              </a:rPr>
              <a:t> = 0</a:t>
            </a:r>
            <a:br>
              <a:rPr lang="en-GB" sz="1800" dirty="0">
                <a:solidFill>
                  <a:schemeClr val="tx2">
                    <a:lumMod val="50000"/>
                  </a:schemeClr>
                </a:solidFill>
              </a:rPr>
            </a:br>
            <a:r>
              <a:rPr lang="en-GB" sz="1800" dirty="0">
                <a:solidFill>
                  <a:schemeClr val="tx2">
                    <a:lumMod val="50000"/>
                  </a:schemeClr>
                </a:solidFill>
              </a:rPr>
              <a:t>H</a:t>
            </a:r>
            <a:r>
              <a:rPr lang="en-GB" sz="1800" baseline="-25000" dirty="0">
                <a:solidFill>
                  <a:schemeClr val="tx2">
                    <a:lumMod val="50000"/>
                  </a:schemeClr>
                </a:solidFill>
              </a:rPr>
              <a:t>a</a:t>
            </a:r>
            <a:r>
              <a:rPr lang="en-GB" sz="1800" dirty="0">
                <a:solidFill>
                  <a:schemeClr val="tx2">
                    <a:lumMod val="50000"/>
                  </a:schemeClr>
                </a:solidFill>
              </a:rPr>
              <a:t>: </a:t>
            </a:r>
            <a:r>
              <a:rPr lang="en-GB" sz="1800" dirty="0" err="1">
                <a:solidFill>
                  <a:schemeClr val="tx2">
                    <a:lumMod val="50000"/>
                  </a:schemeClr>
                </a:solidFill>
                <a:latin typeface="Calibri" panose="020F0502020204030204" pitchFamily="34" charset="0"/>
                <a:cs typeface="Calibri" panose="020F0502020204030204" pitchFamily="34" charset="0"/>
              </a:rPr>
              <a:t>x̄</a:t>
            </a:r>
            <a:r>
              <a:rPr lang="en-GB" sz="1800" baseline="-25000" dirty="0" err="1">
                <a:solidFill>
                  <a:schemeClr val="tx2">
                    <a:lumMod val="50000"/>
                  </a:schemeClr>
                </a:solidFill>
              </a:rPr>
              <a:t>tc_word-prediction</a:t>
            </a:r>
            <a:r>
              <a:rPr lang="en-GB" sz="1800" dirty="0">
                <a:solidFill>
                  <a:schemeClr val="tx2">
                    <a:lumMod val="50000"/>
                  </a:schemeClr>
                </a:solidFill>
              </a:rPr>
              <a:t> &lt; </a:t>
            </a:r>
            <a:r>
              <a:rPr lang="en-GB" sz="1800" dirty="0">
                <a:solidFill>
                  <a:schemeClr val="tx2">
                    <a:lumMod val="50000"/>
                  </a:schemeClr>
                </a:solidFill>
                <a:latin typeface="Calibri" panose="020F0502020204030204" pitchFamily="34" charset="0"/>
                <a:cs typeface="Calibri" panose="020F0502020204030204" pitchFamily="34" charset="0"/>
              </a:rPr>
              <a:t>x̄</a:t>
            </a:r>
            <a:r>
              <a:rPr lang="en-GB" sz="1800" baseline="-25000" dirty="0">
                <a:solidFill>
                  <a:schemeClr val="tx2">
                    <a:lumMod val="50000"/>
                  </a:schemeClr>
                </a:solidFill>
              </a:rPr>
              <a:t> no-</a:t>
            </a:r>
            <a:r>
              <a:rPr lang="en-GB" sz="1800" baseline="-25000" dirty="0" err="1">
                <a:solidFill>
                  <a:schemeClr val="tx2">
                    <a:lumMod val="50000"/>
                  </a:schemeClr>
                </a:solidFill>
              </a:rPr>
              <a:t>tc_word</a:t>
            </a:r>
            <a:r>
              <a:rPr lang="en-GB" sz="1800" baseline="-25000" dirty="0">
                <a:solidFill>
                  <a:schemeClr val="tx2">
                    <a:lumMod val="50000"/>
                  </a:schemeClr>
                </a:solidFill>
              </a:rPr>
              <a:t>-prediction</a:t>
            </a:r>
            <a:r>
              <a:rPr lang="en-GB" sz="1800" dirty="0">
                <a:solidFill>
                  <a:schemeClr val="tx2">
                    <a:lumMod val="50000"/>
                  </a:schemeClr>
                </a:solidFill>
              </a:rPr>
              <a:t> </a:t>
            </a:r>
            <a:endParaRPr lang="en-GB" sz="1800" b="1" dirty="0">
              <a:solidFill>
                <a:schemeClr val="tx2">
                  <a:lumMod val="50000"/>
                </a:schemeClr>
              </a:solidFill>
            </a:endParaRPr>
          </a:p>
        </p:txBody>
      </p:sp>
      <p:graphicFrame>
        <p:nvGraphicFramePr>
          <p:cNvPr id="7" name="Table 6">
            <a:extLst>
              <a:ext uri="{FF2B5EF4-FFF2-40B4-BE49-F238E27FC236}">
                <a16:creationId xmlns:a16="http://schemas.microsoft.com/office/drawing/2014/main" id="{27D10D45-1C35-637D-6F30-FA1B0D9B8E10}"/>
              </a:ext>
            </a:extLst>
          </p:cNvPr>
          <p:cNvGraphicFramePr>
            <a:graphicFrameLocks noGrp="1"/>
          </p:cNvGraphicFramePr>
          <p:nvPr>
            <p:extLst>
              <p:ext uri="{D42A27DB-BD31-4B8C-83A1-F6EECF244321}">
                <p14:modId xmlns:p14="http://schemas.microsoft.com/office/powerpoint/2010/main" val="3353163569"/>
              </p:ext>
            </p:extLst>
          </p:nvPr>
        </p:nvGraphicFramePr>
        <p:xfrm>
          <a:off x="4410108" y="93650"/>
          <a:ext cx="4616057" cy="6215670"/>
        </p:xfrm>
        <a:graphic>
          <a:graphicData uri="http://schemas.openxmlformats.org/drawingml/2006/table">
            <a:tbl>
              <a:tblPr>
                <a:tableStyleId>{775DCB02-9BB8-47FD-8907-85C794F793BA}</a:tableStyleId>
              </a:tblPr>
              <a:tblGrid>
                <a:gridCol w="2311801">
                  <a:extLst>
                    <a:ext uri="{9D8B030D-6E8A-4147-A177-3AD203B41FA5}">
                      <a16:colId xmlns:a16="http://schemas.microsoft.com/office/drawing/2014/main" val="1694530678"/>
                    </a:ext>
                  </a:extLst>
                </a:gridCol>
                <a:gridCol w="2304256">
                  <a:extLst>
                    <a:ext uri="{9D8B030D-6E8A-4147-A177-3AD203B41FA5}">
                      <a16:colId xmlns:a16="http://schemas.microsoft.com/office/drawing/2014/main" val="979250460"/>
                    </a:ext>
                  </a:extLst>
                </a:gridCol>
              </a:tblGrid>
              <a:tr h="393934">
                <a:tc>
                  <a:txBody>
                    <a:bodyPr/>
                    <a:lstStyle/>
                    <a:p>
                      <a:pPr algn="ctr" fontAlgn="base">
                        <a:lnSpc>
                          <a:spcPts val="1300"/>
                        </a:lnSpc>
                      </a:pPr>
                      <a:r>
                        <a:rPr lang="en-GB" sz="1400" b="1" dirty="0">
                          <a:effectLst/>
                        </a:rPr>
                        <a:t>One-Tailed (Side) Test</a:t>
                      </a:r>
                      <a:endParaRPr lang="en-GB" sz="1400" b="0" dirty="0">
                        <a:effectLst/>
                      </a:endParaRPr>
                    </a:p>
                  </a:txBody>
                  <a:tcPr marL="76452" marR="76452" marT="107033" marB="107033" anchor="ctr"/>
                </a:tc>
                <a:tc>
                  <a:txBody>
                    <a:bodyPr/>
                    <a:lstStyle/>
                    <a:p>
                      <a:pPr algn="ctr" fontAlgn="base">
                        <a:lnSpc>
                          <a:spcPts val="1300"/>
                        </a:lnSpc>
                      </a:pPr>
                      <a:r>
                        <a:rPr lang="en-GB" sz="1400" b="1" dirty="0">
                          <a:effectLst/>
                        </a:rPr>
                        <a:t>Two-Tailed (Side) Test</a:t>
                      </a:r>
                      <a:endParaRPr lang="en-GB" sz="1400" b="0" dirty="0">
                        <a:effectLst/>
                      </a:endParaRPr>
                    </a:p>
                  </a:txBody>
                  <a:tcPr marL="76452" marR="76452" marT="107033" marB="107033" anchor="ctr"/>
                </a:tc>
                <a:extLst>
                  <a:ext uri="{0D108BD9-81ED-4DB2-BD59-A6C34878D82A}">
                    <a16:rowId xmlns:a16="http://schemas.microsoft.com/office/drawing/2014/main" val="3908832543"/>
                  </a:ext>
                </a:extLst>
              </a:tr>
              <a:tr h="0">
                <a:tc>
                  <a:txBody>
                    <a:bodyPr/>
                    <a:lstStyle/>
                    <a:p>
                      <a:pPr algn="l" fontAlgn="base">
                        <a:lnSpc>
                          <a:spcPts val="1300"/>
                        </a:lnSpc>
                      </a:pPr>
                      <a:r>
                        <a:rPr lang="en-GB" sz="1400" b="0" dirty="0">
                          <a:effectLst/>
                        </a:rPr>
                        <a:t>For one-tailed, we use either </a:t>
                      </a:r>
                      <a:r>
                        <a:rPr lang="en-GB" sz="1400" b="1" dirty="0">
                          <a:effectLst/>
                        </a:rPr>
                        <a:t>&gt;</a:t>
                      </a:r>
                      <a:r>
                        <a:rPr lang="en-GB" sz="1400" b="0" dirty="0">
                          <a:effectLst/>
                        </a:rPr>
                        <a:t> or </a:t>
                      </a:r>
                      <a:r>
                        <a:rPr lang="en-GB" sz="1400" b="1" dirty="0">
                          <a:effectLst/>
                        </a:rPr>
                        <a:t>&lt;</a:t>
                      </a:r>
                      <a:r>
                        <a:rPr lang="en-GB" sz="1400" b="0" dirty="0">
                          <a:effectLst/>
                        </a:rPr>
                        <a:t> sign for the alternative hypothesis.</a:t>
                      </a:r>
                    </a:p>
                  </a:txBody>
                  <a:tcPr marL="76452" marR="76452" marT="107033" marB="107033" anchor="ctr"/>
                </a:tc>
                <a:tc>
                  <a:txBody>
                    <a:bodyPr/>
                    <a:lstStyle/>
                    <a:p>
                      <a:pPr algn="l" fontAlgn="base">
                        <a:lnSpc>
                          <a:spcPts val="1300"/>
                        </a:lnSpc>
                      </a:pPr>
                      <a:r>
                        <a:rPr lang="en-GB" sz="1400" b="0" dirty="0">
                          <a:effectLst/>
                        </a:rPr>
                        <a:t>For two-tailed, we use</a:t>
                      </a:r>
                      <a:r>
                        <a:rPr lang="en-GB" sz="1400" b="1" dirty="0">
                          <a:effectLst/>
                        </a:rPr>
                        <a:t> ≠</a:t>
                      </a:r>
                      <a:r>
                        <a:rPr lang="en-GB" sz="1400" b="0" dirty="0">
                          <a:effectLst/>
                        </a:rPr>
                        <a:t> sign for the alternative hypothesis.</a:t>
                      </a:r>
                    </a:p>
                  </a:txBody>
                  <a:tcPr marL="76452" marR="76452" marT="107033" marB="107033" anchor="ctr"/>
                </a:tc>
                <a:extLst>
                  <a:ext uri="{0D108BD9-81ED-4DB2-BD59-A6C34878D82A}">
                    <a16:rowId xmlns:a16="http://schemas.microsoft.com/office/drawing/2014/main" val="3981372363"/>
                  </a:ext>
                </a:extLst>
              </a:tr>
              <a:tr h="0">
                <a:tc>
                  <a:txBody>
                    <a:bodyPr/>
                    <a:lstStyle/>
                    <a:p>
                      <a:pPr algn="l" fontAlgn="base">
                        <a:lnSpc>
                          <a:spcPts val="1300"/>
                        </a:lnSpc>
                      </a:pPr>
                      <a:r>
                        <a:rPr lang="en-GB" sz="1400" b="0" dirty="0">
                          <a:effectLst/>
                        </a:rPr>
                        <a:t>When the alternative hypothesis specifies a </a:t>
                      </a:r>
                      <a:r>
                        <a:rPr lang="en-GB" sz="1400" b="1" dirty="0">
                          <a:effectLst/>
                        </a:rPr>
                        <a:t>direction</a:t>
                      </a:r>
                      <a:r>
                        <a:rPr lang="en-GB" sz="1400" b="0" dirty="0">
                          <a:effectLst/>
                        </a:rPr>
                        <a:t> then we use a one-tailed test.</a:t>
                      </a:r>
                    </a:p>
                  </a:txBody>
                  <a:tcPr marL="76452" marR="76452" marT="107033" marB="107033" anchor="ctr"/>
                </a:tc>
                <a:tc>
                  <a:txBody>
                    <a:bodyPr/>
                    <a:lstStyle/>
                    <a:p>
                      <a:pPr algn="l" fontAlgn="base">
                        <a:lnSpc>
                          <a:spcPts val="1300"/>
                        </a:lnSpc>
                      </a:pPr>
                      <a:r>
                        <a:rPr lang="en-GB" sz="1400" b="0" dirty="0">
                          <a:effectLst/>
                        </a:rPr>
                        <a:t>If </a:t>
                      </a:r>
                      <a:r>
                        <a:rPr lang="en-GB" sz="1400" b="1" dirty="0">
                          <a:effectLst/>
                        </a:rPr>
                        <a:t>no direction </a:t>
                      </a:r>
                      <a:r>
                        <a:rPr lang="en-GB" sz="1400" b="0" dirty="0">
                          <a:effectLst/>
                        </a:rPr>
                        <a:t>is given then we will use a two-tailed test.</a:t>
                      </a:r>
                    </a:p>
                  </a:txBody>
                  <a:tcPr marL="76452" marR="76452" marT="107033" marB="107033" anchor="ctr"/>
                </a:tc>
                <a:extLst>
                  <a:ext uri="{0D108BD9-81ED-4DB2-BD59-A6C34878D82A}">
                    <a16:rowId xmlns:a16="http://schemas.microsoft.com/office/drawing/2014/main" val="2752472995"/>
                  </a:ext>
                </a:extLst>
              </a:tr>
              <a:tr h="555676">
                <a:tc>
                  <a:txBody>
                    <a:bodyPr/>
                    <a:lstStyle/>
                    <a:p>
                      <a:pPr algn="l" fontAlgn="base">
                        <a:lnSpc>
                          <a:spcPts val="1300"/>
                        </a:lnSpc>
                      </a:pPr>
                      <a:r>
                        <a:rPr lang="en-GB" sz="1400" b="0" dirty="0">
                          <a:effectLst/>
                        </a:rPr>
                        <a:t>The critical region lies entirely on </a:t>
                      </a:r>
                      <a:r>
                        <a:rPr lang="en-GB" sz="1400" b="1" dirty="0">
                          <a:effectLst/>
                        </a:rPr>
                        <a:t>either the right side </a:t>
                      </a:r>
                      <a:r>
                        <a:rPr lang="en-GB" sz="1400" b="0" dirty="0">
                          <a:effectLst/>
                        </a:rPr>
                        <a:t>or </a:t>
                      </a:r>
                      <a:r>
                        <a:rPr lang="en-GB" sz="1400" b="1" dirty="0">
                          <a:effectLst/>
                        </a:rPr>
                        <a:t>left side of the sampling distribution</a:t>
                      </a:r>
                      <a:r>
                        <a:rPr lang="en-GB" sz="1400" b="0" dirty="0">
                          <a:effectLst/>
                        </a:rPr>
                        <a:t>. </a:t>
                      </a:r>
                    </a:p>
                  </a:txBody>
                  <a:tcPr marL="76452" marR="76452" marT="107033" marB="107033" anchor="ctr"/>
                </a:tc>
                <a:tc>
                  <a:txBody>
                    <a:bodyPr/>
                    <a:lstStyle/>
                    <a:p>
                      <a:pPr algn="l" fontAlgn="base">
                        <a:lnSpc>
                          <a:spcPts val="1300"/>
                        </a:lnSpc>
                      </a:pPr>
                      <a:r>
                        <a:rPr lang="en-GB" sz="1400" b="0" dirty="0">
                          <a:effectLst/>
                        </a:rPr>
                        <a:t>The critical region is given by the portion of the area lying in </a:t>
                      </a:r>
                      <a:r>
                        <a:rPr lang="en-GB" sz="1400" b="1" dirty="0">
                          <a:effectLst/>
                        </a:rPr>
                        <a:t>both the tails of the probability curve </a:t>
                      </a:r>
                      <a:r>
                        <a:rPr lang="en-GB" sz="1400" b="0" dirty="0">
                          <a:effectLst/>
                        </a:rPr>
                        <a:t>of the test statistic.</a:t>
                      </a:r>
                    </a:p>
                  </a:txBody>
                  <a:tcPr marL="76452" marR="76452" marT="107033" marB="107033" anchor="ctr"/>
                </a:tc>
                <a:extLst>
                  <a:ext uri="{0D108BD9-81ED-4DB2-BD59-A6C34878D82A}">
                    <a16:rowId xmlns:a16="http://schemas.microsoft.com/office/drawing/2014/main" val="3845054620"/>
                  </a:ext>
                </a:extLst>
              </a:tr>
              <a:tr h="730955">
                <a:tc>
                  <a:txBody>
                    <a:bodyPr/>
                    <a:lstStyle/>
                    <a:p>
                      <a:pPr algn="l" fontAlgn="base">
                        <a:lnSpc>
                          <a:spcPts val="1300"/>
                        </a:lnSpc>
                      </a:pPr>
                      <a:r>
                        <a:rPr lang="en-GB" sz="1400" b="0" dirty="0">
                          <a:effectLst/>
                        </a:rPr>
                        <a:t>The Entire</a:t>
                      </a:r>
                      <a:r>
                        <a:rPr lang="en-GB" sz="1400" b="1" dirty="0">
                          <a:effectLst/>
                        </a:rPr>
                        <a:t> level of significance (α) </a:t>
                      </a:r>
                      <a:r>
                        <a:rPr lang="en-GB" sz="1400" b="0" dirty="0">
                          <a:effectLst/>
                        </a:rPr>
                        <a:t>i.e. 5% has either in the left tail or right tail.</a:t>
                      </a:r>
                    </a:p>
                  </a:txBody>
                  <a:tcPr marL="76452" marR="76452" marT="107033" marB="107033" anchor="ctr"/>
                </a:tc>
                <a:tc>
                  <a:txBody>
                    <a:bodyPr/>
                    <a:lstStyle/>
                    <a:p>
                      <a:pPr algn="l" fontAlgn="base">
                        <a:lnSpc>
                          <a:spcPts val="1300"/>
                        </a:lnSpc>
                      </a:pPr>
                      <a:r>
                        <a:rPr lang="en-GB" sz="1400" b="0" dirty="0">
                          <a:effectLst/>
                        </a:rPr>
                        <a:t>It splits the </a:t>
                      </a:r>
                      <a:r>
                        <a:rPr lang="en-GB" sz="1400" b="1" dirty="0">
                          <a:effectLst/>
                        </a:rPr>
                        <a:t>level of significance (α) </a:t>
                      </a:r>
                      <a:r>
                        <a:rPr lang="en-GB" sz="1400" b="0" dirty="0">
                          <a:effectLst/>
                        </a:rPr>
                        <a:t>into half.</a:t>
                      </a:r>
                    </a:p>
                  </a:txBody>
                  <a:tcPr marL="76452" marR="76452" marT="107033" marB="107033" anchor="ctr"/>
                </a:tc>
                <a:extLst>
                  <a:ext uri="{0D108BD9-81ED-4DB2-BD59-A6C34878D82A}">
                    <a16:rowId xmlns:a16="http://schemas.microsoft.com/office/drawing/2014/main" val="3536878858"/>
                  </a:ext>
                </a:extLst>
              </a:tr>
              <a:tr h="730955">
                <a:tc>
                  <a:txBody>
                    <a:bodyPr/>
                    <a:lstStyle/>
                    <a:p>
                      <a:pPr algn="l" fontAlgn="base">
                        <a:lnSpc>
                          <a:spcPts val="1300"/>
                        </a:lnSpc>
                      </a:pPr>
                      <a:r>
                        <a:rPr lang="en-GB" sz="1400" b="1" dirty="0">
                          <a:effectLst/>
                        </a:rPr>
                        <a:t>Rejection region is either from the left side or right </a:t>
                      </a:r>
                      <a:r>
                        <a:rPr lang="en-GB" sz="1400" b="0" dirty="0">
                          <a:effectLst/>
                        </a:rPr>
                        <a:t>side of the sampling distribution.</a:t>
                      </a:r>
                    </a:p>
                  </a:txBody>
                  <a:tcPr marL="76452" marR="76452" marT="107033" marB="107033" anchor="ctr"/>
                </a:tc>
                <a:tc>
                  <a:txBody>
                    <a:bodyPr/>
                    <a:lstStyle/>
                    <a:p>
                      <a:pPr algn="l" fontAlgn="base">
                        <a:lnSpc>
                          <a:spcPts val="1300"/>
                        </a:lnSpc>
                      </a:pPr>
                      <a:r>
                        <a:rPr lang="en-GB" sz="1400" b="1" dirty="0">
                          <a:effectLst/>
                        </a:rPr>
                        <a:t>Rejection region is from both sides </a:t>
                      </a:r>
                      <a:r>
                        <a:rPr lang="en-GB" sz="1400" b="0" dirty="0">
                          <a:effectLst/>
                        </a:rPr>
                        <a:t>i.e. left and right of the sampling distribution.</a:t>
                      </a:r>
                    </a:p>
                  </a:txBody>
                  <a:tcPr marL="76452" marR="76452" marT="107033" marB="107033" anchor="ctr"/>
                </a:tc>
                <a:extLst>
                  <a:ext uri="{0D108BD9-81ED-4DB2-BD59-A6C34878D82A}">
                    <a16:rowId xmlns:a16="http://schemas.microsoft.com/office/drawing/2014/main" val="2651893682"/>
                  </a:ext>
                </a:extLst>
              </a:tr>
              <a:tr h="562444">
                <a:tc>
                  <a:txBody>
                    <a:bodyPr/>
                    <a:lstStyle/>
                    <a:p>
                      <a:pPr algn="l" fontAlgn="base">
                        <a:lnSpc>
                          <a:spcPts val="1300"/>
                        </a:lnSpc>
                      </a:pPr>
                      <a:r>
                        <a:rPr lang="en-GB" sz="1400" b="0" dirty="0">
                          <a:effectLst/>
                        </a:rPr>
                        <a:t>It </a:t>
                      </a:r>
                      <a:r>
                        <a:rPr lang="en-GB" sz="1400" b="1" dirty="0">
                          <a:effectLst/>
                        </a:rPr>
                        <a:t>checks the relation between the variable in a singles direction</a:t>
                      </a:r>
                      <a:r>
                        <a:rPr lang="en-GB" sz="1400" b="0" dirty="0">
                          <a:effectLst/>
                        </a:rPr>
                        <a:t>. </a:t>
                      </a:r>
                    </a:p>
                  </a:txBody>
                  <a:tcPr marL="76452" marR="76452" marT="107033" marB="107033" anchor="ctr"/>
                </a:tc>
                <a:tc>
                  <a:txBody>
                    <a:bodyPr/>
                    <a:lstStyle/>
                    <a:p>
                      <a:pPr algn="l" fontAlgn="base">
                        <a:lnSpc>
                          <a:spcPts val="1300"/>
                        </a:lnSpc>
                      </a:pPr>
                      <a:r>
                        <a:rPr lang="en-GB" sz="1400" b="0" dirty="0">
                          <a:effectLst/>
                        </a:rPr>
                        <a:t>It </a:t>
                      </a:r>
                      <a:r>
                        <a:rPr lang="en-GB" sz="1400" b="1" dirty="0">
                          <a:effectLst/>
                        </a:rPr>
                        <a:t>checks the relation between the variables in any direction</a:t>
                      </a:r>
                      <a:r>
                        <a:rPr lang="en-GB" sz="1400" b="0" dirty="0">
                          <a:effectLst/>
                        </a:rPr>
                        <a:t>.</a:t>
                      </a:r>
                    </a:p>
                  </a:txBody>
                  <a:tcPr marL="76452" marR="76452" marT="107033" marB="107033" anchor="ctr"/>
                </a:tc>
                <a:extLst>
                  <a:ext uri="{0D108BD9-81ED-4DB2-BD59-A6C34878D82A}">
                    <a16:rowId xmlns:a16="http://schemas.microsoft.com/office/drawing/2014/main" val="2831236087"/>
                  </a:ext>
                </a:extLst>
              </a:tr>
              <a:tr h="562444">
                <a:tc>
                  <a:txBody>
                    <a:bodyPr/>
                    <a:lstStyle/>
                    <a:p>
                      <a:pPr algn="l" fontAlgn="base">
                        <a:lnSpc>
                          <a:spcPts val="1300"/>
                        </a:lnSpc>
                      </a:pPr>
                      <a:r>
                        <a:rPr lang="en-GB" sz="1400" b="0" dirty="0">
                          <a:effectLst/>
                        </a:rPr>
                        <a:t>It is used to check whether the </a:t>
                      </a:r>
                      <a:r>
                        <a:rPr lang="en-GB" sz="1400" b="1" dirty="0">
                          <a:effectLst/>
                        </a:rPr>
                        <a:t>one mean is different from another mean </a:t>
                      </a:r>
                      <a:r>
                        <a:rPr lang="en-GB" sz="1400" b="0" dirty="0">
                          <a:effectLst/>
                        </a:rPr>
                        <a:t>or not.</a:t>
                      </a:r>
                    </a:p>
                  </a:txBody>
                  <a:tcPr marL="76452" marR="76452" marT="107033" marB="107033" anchor="ctr"/>
                </a:tc>
                <a:tc>
                  <a:txBody>
                    <a:bodyPr/>
                    <a:lstStyle/>
                    <a:p>
                      <a:pPr algn="l" fontAlgn="base">
                        <a:lnSpc>
                          <a:spcPts val="1300"/>
                        </a:lnSpc>
                      </a:pPr>
                      <a:r>
                        <a:rPr lang="en-GB" sz="1400" b="0" dirty="0">
                          <a:effectLst/>
                        </a:rPr>
                        <a:t>It is used to check whether the </a:t>
                      </a:r>
                      <a:r>
                        <a:rPr lang="en-GB" sz="1400" b="1" dirty="0">
                          <a:effectLst/>
                        </a:rPr>
                        <a:t>two mean different from one another </a:t>
                      </a:r>
                      <a:r>
                        <a:rPr lang="en-GB" sz="1400" b="0" dirty="0">
                          <a:effectLst/>
                        </a:rPr>
                        <a:t>or not.</a:t>
                      </a:r>
                    </a:p>
                  </a:txBody>
                  <a:tcPr marL="76452" marR="76452" marT="107033" marB="107033" anchor="ctr"/>
                </a:tc>
                <a:extLst>
                  <a:ext uri="{0D108BD9-81ED-4DB2-BD59-A6C34878D82A}">
                    <a16:rowId xmlns:a16="http://schemas.microsoft.com/office/drawing/2014/main" val="565985920"/>
                  </a:ext>
                </a:extLst>
              </a:tr>
            </a:tbl>
          </a:graphicData>
        </a:graphic>
      </p:graphicFrame>
      <p:sp>
        <p:nvSpPr>
          <p:cNvPr id="6" name="Footer Placeholder 5">
            <a:extLst>
              <a:ext uri="{FF2B5EF4-FFF2-40B4-BE49-F238E27FC236}">
                <a16:creationId xmlns:a16="http://schemas.microsoft.com/office/drawing/2014/main" id="{60B224B8-9DF1-1D1D-0D64-FCC32812FE2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D22260FD-AF0C-1BF2-AA09-F953DA8A3427}"/>
              </a:ext>
            </a:extLst>
          </p:cNvPr>
          <p:cNvSpPr>
            <a:spLocks noGrp="1"/>
          </p:cNvSpPr>
          <p:nvPr>
            <p:ph type="sldNum" sz="quarter" idx="4"/>
          </p:nvPr>
        </p:nvSpPr>
        <p:spPr/>
        <p:txBody>
          <a:bodyPr/>
          <a:lstStyle/>
          <a:p>
            <a:fld id="{9FD7ECCF-50E7-4327-B945-FA93FF7B2BEF}" type="slidenum">
              <a:rPr lang="en-US" smtClean="0"/>
              <a:pPr/>
              <a:t>69</a:t>
            </a:fld>
            <a:r>
              <a:rPr lang="en-GB"/>
              <a:t>/75</a:t>
            </a:r>
            <a:endParaRPr lang="en-US" dirty="0"/>
          </a:p>
        </p:txBody>
      </p:sp>
    </p:spTree>
    <p:extLst>
      <p:ext uri="{BB962C8B-B14F-4D97-AF65-F5344CB8AC3E}">
        <p14:creationId xmlns:p14="http://schemas.microsoft.com/office/powerpoint/2010/main" val="292367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44557-6DAD-E306-8D74-3AE8AF04CE07}"/>
              </a:ext>
            </a:extLst>
          </p:cNvPr>
          <p:cNvSpPr>
            <a:spLocks noGrp="1"/>
          </p:cNvSpPr>
          <p:nvPr>
            <p:ph type="title"/>
          </p:nvPr>
        </p:nvSpPr>
        <p:spPr/>
        <p:txBody>
          <a:bodyPr/>
          <a:lstStyle/>
          <a:p>
            <a:r>
              <a:rPr lang="en-GB" dirty="0"/>
              <a:t>One-Tailed Test</a:t>
            </a:r>
          </a:p>
        </p:txBody>
      </p:sp>
      <p:sp>
        <p:nvSpPr>
          <p:cNvPr id="3" name="Content Placeholder 2">
            <a:extLst>
              <a:ext uri="{FF2B5EF4-FFF2-40B4-BE49-F238E27FC236}">
                <a16:creationId xmlns:a16="http://schemas.microsoft.com/office/drawing/2014/main" id="{2ADD435B-9881-F243-576E-E32BB3739490}"/>
              </a:ext>
            </a:extLst>
          </p:cNvPr>
          <p:cNvSpPr>
            <a:spLocks noGrp="1"/>
          </p:cNvSpPr>
          <p:nvPr>
            <p:ph sz="quarter" idx="1"/>
          </p:nvPr>
        </p:nvSpPr>
        <p:spPr/>
        <p:txBody>
          <a:bodyPr>
            <a:normAutofit/>
          </a:bodyPr>
          <a:lstStyle/>
          <a:p>
            <a:r>
              <a:rPr lang="en-GB" sz="2000" b="0" i="0" dirty="0">
                <a:solidFill>
                  <a:schemeClr val="tx2">
                    <a:lumMod val="50000"/>
                  </a:schemeClr>
                </a:solidFill>
                <a:effectLst/>
                <a:latin typeface="urw-din"/>
              </a:rPr>
              <a:t>A one-tailed test is based on a </a:t>
            </a:r>
            <a:r>
              <a:rPr lang="en-GB" sz="2000" b="0" i="0" dirty="0" err="1">
                <a:solidFill>
                  <a:schemeClr val="tx2">
                    <a:lumMod val="50000"/>
                  </a:schemeClr>
                </a:solidFill>
                <a:effectLst/>
                <a:latin typeface="urw-din"/>
              </a:rPr>
              <a:t>uni</a:t>
            </a:r>
            <a:r>
              <a:rPr lang="en-GB" sz="2000" b="0" i="0" dirty="0">
                <a:solidFill>
                  <a:schemeClr val="tx2">
                    <a:lumMod val="50000"/>
                  </a:schemeClr>
                </a:solidFill>
                <a:effectLst/>
                <a:latin typeface="urw-din"/>
              </a:rPr>
              <a:t>-directional hypothesis where the area of rejection is on only one side of the sampling distribution. It determines whether a particular population parameter is larger or smaller than the predefined parameter. It uses one single critical value to test the data.</a:t>
            </a:r>
            <a:endParaRPr lang="en-GB" sz="2000" dirty="0">
              <a:solidFill>
                <a:schemeClr val="tx2">
                  <a:lumMod val="50000"/>
                </a:schemeClr>
              </a:solidFill>
            </a:endParaRPr>
          </a:p>
        </p:txBody>
      </p:sp>
      <p:pic>
        <p:nvPicPr>
          <p:cNvPr id="7" name="Picture 6">
            <a:extLst>
              <a:ext uri="{FF2B5EF4-FFF2-40B4-BE49-F238E27FC236}">
                <a16:creationId xmlns:a16="http://schemas.microsoft.com/office/drawing/2014/main" id="{DFE40064-397A-94DC-8A4E-A7141DEBAC1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0600" y="3645024"/>
            <a:ext cx="7162800" cy="2114550"/>
          </a:xfrm>
          <a:prstGeom prst="rect">
            <a:avLst/>
          </a:prstGeom>
        </p:spPr>
      </p:pic>
      <p:sp>
        <p:nvSpPr>
          <p:cNvPr id="6" name="Footer Placeholder 5">
            <a:extLst>
              <a:ext uri="{FF2B5EF4-FFF2-40B4-BE49-F238E27FC236}">
                <a16:creationId xmlns:a16="http://schemas.microsoft.com/office/drawing/2014/main" id="{D2FC896E-116F-BB0B-5C4D-BC15B1228E7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D628BE8B-5EAE-9807-0A47-B2179E152F41}"/>
              </a:ext>
            </a:extLst>
          </p:cNvPr>
          <p:cNvSpPr>
            <a:spLocks noGrp="1"/>
          </p:cNvSpPr>
          <p:nvPr>
            <p:ph type="sldNum" sz="quarter" idx="4"/>
          </p:nvPr>
        </p:nvSpPr>
        <p:spPr/>
        <p:txBody>
          <a:bodyPr/>
          <a:lstStyle/>
          <a:p>
            <a:fld id="{9FD7ECCF-50E7-4327-B945-FA93FF7B2BEF}" type="slidenum">
              <a:rPr lang="en-US" smtClean="0"/>
              <a:pPr/>
              <a:t>70</a:t>
            </a:fld>
            <a:r>
              <a:rPr lang="en-GB"/>
              <a:t>/75</a:t>
            </a:r>
            <a:endParaRPr lang="en-US" dirty="0"/>
          </a:p>
        </p:txBody>
      </p:sp>
    </p:spTree>
    <p:extLst>
      <p:ext uri="{BB962C8B-B14F-4D97-AF65-F5344CB8AC3E}">
        <p14:creationId xmlns:p14="http://schemas.microsoft.com/office/powerpoint/2010/main" val="37139414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3D68-4574-CFD3-CCEC-FC85CEC7D760}"/>
              </a:ext>
            </a:extLst>
          </p:cNvPr>
          <p:cNvSpPr>
            <a:spLocks noGrp="1"/>
          </p:cNvSpPr>
          <p:nvPr>
            <p:ph type="title"/>
          </p:nvPr>
        </p:nvSpPr>
        <p:spPr/>
        <p:txBody>
          <a:bodyPr/>
          <a:lstStyle/>
          <a:p>
            <a:r>
              <a:rPr lang="en-GB" dirty="0"/>
              <a:t>Two-Tailed Test</a:t>
            </a:r>
          </a:p>
        </p:txBody>
      </p:sp>
      <p:sp>
        <p:nvSpPr>
          <p:cNvPr id="3" name="Content Placeholder 2">
            <a:extLst>
              <a:ext uri="{FF2B5EF4-FFF2-40B4-BE49-F238E27FC236}">
                <a16:creationId xmlns:a16="http://schemas.microsoft.com/office/drawing/2014/main" id="{B3CF91B6-6EA4-F2CB-4670-B1682EFAA968}"/>
              </a:ext>
            </a:extLst>
          </p:cNvPr>
          <p:cNvSpPr>
            <a:spLocks noGrp="1"/>
          </p:cNvSpPr>
          <p:nvPr>
            <p:ph sz="quarter" idx="1"/>
          </p:nvPr>
        </p:nvSpPr>
        <p:spPr/>
        <p:txBody>
          <a:bodyPr>
            <a:normAutofit/>
          </a:bodyPr>
          <a:lstStyle/>
          <a:p>
            <a:r>
              <a:rPr lang="en-GB" sz="2000" b="0" i="0" dirty="0">
                <a:solidFill>
                  <a:schemeClr val="tx2">
                    <a:lumMod val="50000"/>
                  </a:schemeClr>
                </a:solidFill>
                <a:effectLst/>
                <a:latin typeface="urw-din"/>
              </a:rPr>
              <a:t>A two-tailed test is also called a nondirectional hypothesis. For checking whether the sample is greater or less than a range of values, we use the two-tailed. It is used for null hypothesis testing.</a:t>
            </a:r>
            <a:endParaRPr lang="en-GB" sz="2000" dirty="0">
              <a:solidFill>
                <a:schemeClr val="tx2">
                  <a:lumMod val="50000"/>
                </a:schemeClr>
              </a:solidFill>
            </a:endParaRPr>
          </a:p>
        </p:txBody>
      </p:sp>
      <p:pic>
        <p:nvPicPr>
          <p:cNvPr id="8" name="Picture 7">
            <a:extLst>
              <a:ext uri="{FF2B5EF4-FFF2-40B4-BE49-F238E27FC236}">
                <a16:creationId xmlns:a16="http://schemas.microsoft.com/office/drawing/2014/main" id="{EB1BF560-3B27-5234-83F9-E4B4BA578E2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829920" y="3573016"/>
            <a:ext cx="3718856" cy="1984582"/>
          </a:xfrm>
          <a:prstGeom prst="rect">
            <a:avLst/>
          </a:prstGeom>
        </p:spPr>
      </p:pic>
      <p:sp>
        <p:nvSpPr>
          <p:cNvPr id="6" name="Footer Placeholder 5">
            <a:extLst>
              <a:ext uri="{FF2B5EF4-FFF2-40B4-BE49-F238E27FC236}">
                <a16:creationId xmlns:a16="http://schemas.microsoft.com/office/drawing/2014/main" id="{B0D9CDEC-EC81-1EC0-3D4A-6153CA54B6B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6896819B-BD34-C87C-2CB6-54C9FF56EF58}"/>
              </a:ext>
            </a:extLst>
          </p:cNvPr>
          <p:cNvSpPr>
            <a:spLocks noGrp="1"/>
          </p:cNvSpPr>
          <p:nvPr>
            <p:ph type="sldNum" sz="quarter" idx="4"/>
          </p:nvPr>
        </p:nvSpPr>
        <p:spPr/>
        <p:txBody>
          <a:bodyPr/>
          <a:lstStyle/>
          <a:p>
            <a:fld id="{9FD7ECCF-50E7-4327-B945-FA93FF7B2BEF}" type="slidenum">
              <a:rPr lang="en-US" smtClean="0"/>
              <a:pPr/>
              <a:t>71</a:t>
            </a:fld>
            <a:r>
              <a:rPr lang="en-GB"/>
              <a:t>/75</a:t>
            </a:r>
            <a:endParaRPr lang="en-US" dirty="0"/>
          </a:p>
        </p:txBody>
      </p:sp>
    </p:spTree>
    <p:extLst>
      <p:ext uri="{BB962C8B-B14F-4D97-AF65-F5344CB8AC3E}">
        <p14:creationId xmlns:p14="http://schemas.microsoft.com/office/powerpoint/2010/main" val="22402234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z-test vs t-test">
            <a:hlinkClick r:id="rId2"/>
            <a:extLst>
              <a:ext uri="{FF2B5EF4-FFF2-40B4-BE49-F238E27FC236}">
                <a16:creationId xmlns:a16="http://schemas.microsoft.com/office/drawing/2014/main" id="{842B0F5F-02F4-71FF-9A8D-DFA159D27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2060848"/>
            <a:ext cx="3667073" cy="24518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296A49F-F1FC-7D5A-F3B3-75829871CB08}"/>
              </a:ext>
            </a:extLst>
          </p:cNvPr>
          <p:cNvSpPr>
            <a:spLocks noGrp="1"/>
          </p:cNvSpPr>
          <p:nvPr>
            <p:ph type="title"/>
          </p:nvPr>
        </p:nvSpPr>
        <p:spPr/>
        <p:txBody>
          <a:bodyPr>
            <a:normAutofit/>
          </a:bodyPr>
          <a:lstStyle/>
          <a:p>
            <a:r>
              <a:rPr lang="en-GB" dirty="0"/>
              <a:t>z-test</a:t>
            </a:r>
          </a:p>
        </p:txBody>
      </p:sp>
      <p:sp>
        <p:nvSpPr>
          <p:cNvPr id="3" name="Content Placeholder 2">
            <a:extLst>
              <a:ext uri="{FF2B5EF4-FFF2-40B4-BE49-F238E27FC236}">
                <a16:creationId xmlns:a16="http://schemas.microsoft.com/office/drawing/2014/main" id="{6372A5AE-5EBA-C13A-2614-D11011F87FF1}"/>
              </a:ext>
            </a:extLst>
          </p:cNvPr>
          <p:cNvSpPr>
            <a:spLocks noGrp="1"/>
          </p:cNvSpPr>
          <p:nvPr>
            <p:ph sz="quarter" idx="1"/>
          </p:nvPr>
        </p:nvSpPr>
        <p:spPr>
          <a:xfrm>
            <a:off x="612648" y="1600200"/>
            <a:ext cx="5255496" cy="4781128"/>
          </a:xfrm>
        </p:spPr>
        <p:txBody>
          <a:bodyPr>
            <a:normAutofit fontScale="47500" lnSpcReduction="20000"/>
          </a:bodyPr>
          <a:lstStyle/>
          <a:p>
            <a:r>
              <a:rPr lang="en-GB" b="1" dirty="0">
                <a:solidFill>
                  <a:schemeClr val="tx2">
                    <a:lumMod val="50000"/>
                  </a:schemeClr>
                </a:solidFill>
              </a:rPr>
              <a:t>z-test</a:t>
            </a:r>
            <a:r>
              <a:rPr lang="en-GB" dirty="0">
                <a:solidFill>
                  <a:schemeClr val="tx2">
                    <a:lumMod val="50000"/>
                  </a:schemeClr>
                </a:solidFill>
              </a:rPr>
              <a:t> is a statistical test used to determine whether </a:t>
            </a:r>
            <a:r>
              <a:rPr lang="en-GB" b="1" dirty="0">
                <a:solidFill>
                  <a:schemeClr val="tx2">
                    <a:lumMod val="50000"/>
                  </a:schemeClr>
                </a:solidFill>
              </a:rPr>
              <a:t>two population means are different when the variances are known and the sample size is large</a:t>
            </a:r>
            <a:r>
              <a:rPr lang="en-GB" dirty="0">
                <a:solidFill>
                  <a:schemeClr val="tx2">
                    <a:lumMod val="50000"/>
                  </a:schemeClr>
                </a:solidFill>
              </a:rPr>
              <a:t>. </a:t>
            </a:r>
          </a:p>
          <a:p>
            <a:r>
              <a:rPr lang="en-GB" dirty="0">
                <a:solidFill>
                  <a:schemeClr val="tx2">
                    <a:lumMod val="50000"/>
                  </a:schemeClr>
                </a:solidFill>
              </a:rPr>
              <a:t>In z-test mean of the population is compared. The parameters used are population mean and population standard deviation.</a:t>
            </a:r>
          </a:p>
          <a:p>
            <a:r>
              <a:rPr lang="en-GB" dirty="0">
                <a:solidFill>
                  <a:schemeClr val="tx2">
                    <a:lumMod val="50000"/>
                  </a:schemeClr>
                </a:solidFill>
              </a:rPr>
              <a:t>z-test is used to validate a hypothesis that the sample drawn belongs to the same population.</a:t>
            </a:r>
          </a:p>
          <a:p>
            <a:endParaRPr lang="en-GB" dirty="0">
              <a:solidFill>
                <a:schemeClr val="tx2">
                  <a:lumMod val="50000"/>
                </a:schemeClr>
              </a:solidFill>
            </a:endParaRPr>
          </a:p>
          <a:p>
            <a:pPr marL="320040" lvl="1" indent="0">
              <a:buNone/>
            </a:pPr>
            <a:r>
              <a:rPr lang="en-GB" sz="2900" dirty="0">
                <a:solidFill>
                  <a:schemeClr val="tx2">
                    <a:lumMod val="50000"/>
                  </a:schemeClr>
                </a:solidFill>
              </a:rPr>
              <a:t>H</a:t>
            </a:r>
            <a:r>
              <a:rPr lang="en-GB" sz="2900" baseline="-25000" dirty="0">
                <a:solidFill>
                  <a:schemeClr val="tx2">
                    <a:lumMod val="50000"/>
                  </a:schemeClr>
                </a:solidFill>
              </a:rPr>
              <a:t>0</a:t>
            </a:r>
            <a:r>
              <a:rPr lang="en-GB" sz="2900" dirty="0">
                <a:solidFill>
                  <a:schemeClr val="tx2">
                    <a:lumMod val="50000"/>
                  </a:schemeClr>
                </a:solidFill>
              </a:rPr>
              <a:t>: Sample mean is same as the population mean(Null hypothesis)</a:t>
            </a:r>
          </a:p>
          <a:p>
            <a:pPr marL="320040" lvl="1" indent="0">
              <a:buNone/>
            </a:pPr>
            <a:r>
              <a:rPr lang="en-GB" sz="2900" dirty="0">
                <a:solidFill>
                  <a:schemeClr val="tx2">
                    <a:lumMod val="50000"/>
                  </a:schemeClr>
                </a:solidFill>
              </a:rPr>
              <a:t>H</a:t>
            </a:r>
            <a:r>
              <a:rPr lang="en-GB" sz="2900" baseline="-25000" dirty="0">
                <a:solidFill>
                  <a:schemeClr val="tx2">
                    <a:lumMod val="50000"/>
                  </a:schemeClr>
                </a:solidFill>
              </a:rPr>
              <a:t>a</a:t>
            </a:r>
            <a:r>
              <a:rPr lang="en-GB" sz="2900" dirty="0">
                <a:solidFill>
                  <a:schemeClr val="tx2">
                    <a:lumMod val="50000"/>
                  </a:schemeClr>
                </a:solidFill>
              </a:rPr>
              <a:t>: Sample mean is not same as the population mean(Alternate hypothesis)</a:t>
            </a:r>
          </a:p>
          <a:p>
            <a:endParaRPr lang="en-GB" dirty="0">
              <a:solidFill>
                <a:schemeClr val="tx2">
                  <a:lumMod val="50000"/>
                </a:schemeClr>
              </a:solidFill>
            </a:endParaRPr>
          </a:p>
          <a:p>
            <a:pPr marL="320040" lvl="1" indent="0">
              <a:buNone/>
            </a:pPr>
            <a:r>
              <a:rPr lang="en-GB" sz="2900" dirty="0">
                <a:solidFill>
                  <a:schemeClr val="tx2">
                    <a:lumMod val="50000"/>
                  </a:schemeClr>
                </a:solidFill>
              </a:rPr>
              <a:t>z = (</a:t>
            </a:r>
            <a:r>
              <a:rPr lang="en-GB" sz="3600" dirty="0">
                <a:solidFill>
                  <a:schemeClr val="tx2">
                    <a:lumMod val="50000"/>
                  </a:schemeClr>
                </a:solidFill>
                <a:latin typeface="Calibri" panose="020F0502020204030204" pitchFamily="34" charset="0"/>
                <a:cs typeface="Calibri" panose="020F0502020204030204" pitchFamily="34" charset="0"/>
              </a:rPr>
              <a:t>x̄</a:t>
            </a:r>
            <a:r>
              <a:rPr lang="en-GB" sz="2900" dirty="0">
                <a:solidFill>
                  <a:schemeClr val="tx2">
                    <a:lumMod val="50000"/>
                  </a:schemeClr>
                </a:solidFill>
              </a:rPr>
              <a:t> — μ) / (σ / √n),</a:t>
            </a:r>
          </a:p>
          <a:p>
            <a:endParaRPr lang="en-GB" dirty="0">
              <a:solidFill>
                <a:schemeClr val="tx2">
                  <a:lumMod val="50000"/>
                </a:schemeClr>
              </a:solidFill>
            </a:endParaRPr>
          </a:p>
          <a:p>
            <a:pPr marL="320040" lvl="1" indent="0">
              <a:buNone/>
            </a:pPr>
            <a:r>
              <a:rPr lang="en-GB" dirty="0">
                <a:solidFill>
                  <a:schemeClr val="tx2">
                    <a:lumMod val="50000"/>
                  </a:schemeClr>
                </a:solidFill>
              </a:rPr>
              <a:t>where , </a:t>
            </a:r>
            <a:r>
              <a:rPr lang="en-GB" dirty="0">
                <a:solidFill>
                  <a:schemeClr val="tx2">
                    <a:lumMod val="50000"/>
                  </a:schemeClr>
                </a:solidFill>
                <a:latin typeface="Calibri" panose="020F0502020204030204" pitchFamily="34" charset="0"/>
                <a:cs typeface="Calibri" panose="020F0502020204030204" pitchFamily="34" charset="0"/>
              </a:rPr>
              <a:t>x̄ </a:t>
            </a:r>
            <a:r>
              <a:rPr lang="en-GB" dirty="0">
                <a:solidFill>
                  <a:schemeClr val="tx2">
                    <a:lumMod val="50000"/>
                  </a:schemeClr>
                </a:solidFill>
              </a:rPr>
              <a:t>=sample mean, </a:t>
            </a:r>
            <a:r>
              <a:rPr lang="el-GR" dirty="0">
                <a:solidFill>
                  <a:schemeClr val="tx2">
                    <a:lumMod val="50000"/>
                  </a:schemeClr>
                </a:solidFill>
              </a:rPr>
              <a:t>μ</a:t>
            </a:r>
            <a:r>
              <a:rPr lang="en-GB" dirty="0">
                <a:solidFill>
                  <a:schemeClr val="tx2">
                    <a:lumMod val="50000"/>
                  </a:schemeClr>
                </a:solidFill>
              </a:rPr>
              <a:t>=population mean, σ / √n = population standard deviation.</a:t>
            </a:r>
          </a:p>
          <a:p>
            <a:endParaRPr lang="en-GB" dirty="0">
              <a:solidFill>
                <a:schemeClr val="tx2">
                  <a:lumMod val="50000"/>
                </a:schemeClr>
              </a:solidFill>
            </a:endParaRPr>
          </a:p>
          <a:p>
            <a:r>
              <a:rPr lang="en-GB" dirty="0">
                <a:solidFill>
                  <a:schemeClr val="tx2">
                    <a:lumMod val="50000"/>
                  </a:schemeClr>
                </a:solidFill>
              </a:rPr>
              <a:t>If- the z value is less than the critical value we accept the null hypothesis else we reject null hypothesis.</a:t>
            </a:r>
          </a:p>
        </p:txBody>
      </p:sp>
      <p:sp>
        <p:nvSpPr>
          <p:cNvPr id="6" name="Footer Placeholder 5">
            <a:extLst>
              <a:ext uri="{FF2B5EF4-FFF2-40B4-BE49-F238E27FC236}">
                <a16:creationId xmlns:a16="http://schemas.microsoft.com/office/drawing/2014/main" id="{CFC6F639-C0FA-AA95-BFDA-B299446872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F705E764-C2A3-D37F-103C-F4A123E886C1}"/>
              </a:ext>
            </a:extLst>
          </p:cNvPr>
          <p:cNvSpPr>
            <a:spLocks noGrp="1"/>
          </p:cNvSpPr>
          <p:nvPr>
            <p:ph type="sldNum" sz="quarter" idx="4"/>
          </p:nvPr>
        </p:nvSpPr>
        <p:spPr/>
        <p:txBody>
          <a:bodyPr/>
          <a:lstStyle/>
          <a:p>
            <a:fld id="{9FD7ECCF-50E7-4327-B945-FA93FF7B2BEF}" type="slidenum">
              <a:rPr lang="en-US" smtClean="0"/>
              <a:pPr/>
              <a:t>72</a:t>
            </a:fld>
            <a:r>
              <a:rPr lang="en-GB"/>
              <a:t>/75</a:t>
            </a:r>
            <a:endParaRPr lang="en-US" dirty="0"/>
          </a:p>
        </p:txBody>
      </p:sp>
    </p:spTree>
    <p:extLst>
      <p:ext uri="{BB962C8B-B14F-4D97-AF65-F5344CB8AC3E}">
        <p14:creationId xmlns:p14="http://schemas.microsoft.com/office/powerpoint/2010/main" val="25769950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2905-5C1F-B6BB-55DF-51426445ED2F}"/>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9C60971D-0E78-D66A-0330-66933B0DA207}"/>
              </a:ext>
            </a:extLst>
          </p:cNvPr>
          <p:cNvSpPr>
            <a:spLocks noGrp="1"/>
          </p:cNvSpPr>
          <p:nvPr>
            <p:ph sz="quarter" idx="1"/>
          </p:nvPr>
        </p:nvSpPr>
        <p:spPr/>
        <p:txBody>
          <a:bodyPr>
            <a:normAutofit fontScale="70000" lnSpcReduction="20000"/>
          </a:bodyPr>
          <a:lstStyle/>
          <a:p>
            <a:pPr marL="623888" lvl="1" indent="-268288">
              <a:lnSpc>
                <a:spcPct val="110000"/>
              </a:lnSpc>
              <a:spcBef>
                <a:spcPts val="600"/>
              </a:spcBef>
              <a:spcAft>
                <a:spcPts val="600"/>
              </a:spcAft>
            </a:pPr>
            <a:r>
              <a:rPr lang="en-GB" sz="2800" dirty="0">
                <a:solidFill>
                  <a:schemeClr val="tx2">
                    <a:lumMod val="50000"/>
                  </a:schemeClr>
                </a:solidFill>
              </a:rPr>
              <a:t>Basic statistics concepts</a:t>
            </a:r>
          </a:p>
          <a:p>
            <a:pPr marL="898208" lvl="2" indent="-268288">
              <a:lnSpc>
                <a:spcPct val="110000"/>
              </a:lnSpc>
              <a:spcBef>
                <a:spcPts val="600"/>
              </a:spcBef>
              <a:spcAft>
                <a:spcPts val="600"/>
              </a:spcAft>
            </a:pPr>
            <a:r>
              <a:rPr lang="en-GB" sz="2500" dirty="0">
                <a:solidFill>
                  <a:schemeClr val="tx2">
                    <a:lumMod val="50000"/>
                  </a:schemeClr>
                </a:solidFill>
              </a:rPr>
              <a:t>Probability</a:t>
            </a:r>
          </a:p>
          <a:p>
            <a:pPr marL="898208" lvl="2" indent="-268288">
              <a:lnSpc>
                <a:spcPct val="110000"/>
              </a:lnSpc>
              <a:spcBef>
                <a:spcPts val="600"/>
              </a:spcBef>
              <a:spcAft>
                <a:spcPts val="600"/>
              </a:spcAft>
            </a:pPr>
            <a:r>
              <a:rPr lang="en-GB" sz="2500" dirty="0">
                <a:solidFill>
                  <a:schemeClr val="tx2">
                    <a:lumMod val="50000"/>
                  </a:schemeClr>
                </a:solidFill>
              </a:rPr>
              <a:t>Central Limit Theorem</a:t>
            </a:r>
          </a:p>
          <a:p>
            <a:pPr marL="898208" lvl="2" indent="-268288">
              <a:lnSpc>
                <a:spcPct val="110000"/>
              </a:lnSpc>
              <a:spcBef>
                <a:spcPts val="600"/>
              </a:spcBef>
              <a:spcAft>
                <a:spcPts val="600"/>
              </a:spcAft>
            </a:pPr>
            <a:r>
              <a:rPr lang="en-GB" sz="2500" dirty="0">
                <a:solidFill>
                  <a:schemeClr val="tx2">
                    <a:lumMod val="50000"/>
                  </a:schemeClr>
                </a:solidFill>
              </a:rPr>
              <a:t>Significance</a:t>
            </a:r>
          </a:p>
          <a:p>
            <a:pPr marL="898208" lvl="2" indent="-268288">
              <a:lnSpc>
                <a:spcPct val="110000"/>
              </a:lnSpc>
              <a:spcBef>
                <a:spcPts val="600"/>
              </a:spcBef>
              <a:spcAft>
                <a:spcPts val="600"/>
              </a:spcAft>
            </a:pPr>
            <a:r>
              <a:rPr lang="en-GB" sz="2500" dirty="0">
                <a:solidFill>
                  <a:schemeClr val="tx2">
                    <a:lumMod val="50000"/>
                  </a:schemeClr>
                </a:solidFill>
              </a:rPr>
              <a:t>Confidence interval</a:t>
            </a:r>
          </a:p>
          <a:p>
            <a:pPr marL="898208" lvl="2" indent="-268288">
              <a:lnSpc>
                <a:spcPct val="110000"/>
              </a:lnSpc>
              <a:spcBef>
                <a:spcPts val="600"/>
              </a:spcBef>
              <a:spcAft>
                <a:spcPts val="600"/>
              </a:spcAft>
            </a:pPr>
            <a:r>
              <a:rPr lang="en-GB" sz="2500" dirty="0">
                <a:solidFill>
                  <a:schemeClr val="tx2">
                    <a:lumMod val="50000"/>
                  </a:schemeClr>
                </a:solidFill>
              </a:rPr>
              <a:t>P-value</a:t>
            </a:r>
          </a:p>
          <a:p>
            <a:pPr marL="623888" lvl="1" indent="-268288">
              <a:lnSpc>
                <a:spcPct val="110000"/>
              </a:lnSpc>
              <a:spcBef>
                <a:spcPts val="600"/>
              </a:spcBef>
              <a:spcAft>
                <a:spcPts val="600"/>
              </a:spcAft>
            </a:pPr>
            <a:r>
              <a:rPr lang="en-GB" sz="2800" dirty="0">
                <a:solidFill>
                  <a:schemeClr val="tx2">
                    <a:lumMod val="50000"/>
                  </a:schemeClr>
                </a:solidFill>
              </a:rPr>
              <a:t>Hypothesis testing process</a:t>
            </a:r>
          </a:p>
          <a:p>
            <a:pPr marL="623888" lvl="1" indent="-268288">
              <a:lnSpc>
                <a:spcPct val="110000"/>
              </a:lnSpc>
              <a:spcBef>
                <a:spcPts val="600"/>
              </a:spcBef>
              <a:spcAft>
                <a:spcPts val="600"/>
              </a:spcAft>
            </a:pPr>
            <a:r>
              <a:rPr lang="en-GB" sz="2800" dirty="0">
                <a:solidFill>
                  <a:schemeClr val="tx2">
                    <a:lumMod val="50000"/>
                  </a:schemeClr>
                </a:solidFill>
              </a:rPr>
              <a:t>Types of Hypothesis</a:t>
            </a:r>
          </a:p>
          <a:p>
            <a:pPr marL="623888" lvl="1" indent="-268288">
              <a:lnSpc>
                <a:spcPct val="110000"/>
              </a:lnSpc>
              <a:spcBef>
                <a:spcPts val="600"/>
              </a:spcBef>
              <a:spcAft>
                <a:spcPts val="600"/>
              </a:spcAft>
            </a:pPr>
            <a:r>
              <a:rPr lang="en-GB" sz="2800" dirty="0">
                <a:solidFill>
                  <a:schemeClr val="tx2">
                    <a:lumMod val="50000"/>
                  </a:schemeClr>
                </a:solidFill>
              </a:rPr>
              <a:t>Parametric Tests </a:t>
            </a:r>
            <a:r>
              <a:rPr lang="en-GB" sz="2800" i="1" dirty="0">
                <a:solidFill>
                  <a:schemeClr val="tx2">
                    <a:lumMod val="50000"/>
                  </a:schemeClr>
                </a:solidFill>
              </a:rPr>
              <a:t>t</a:t>
            </a:r>
            <a:r>
              <a:rPr lang="en-GB" sz="2800" dirty="0">
                <a:solidFill>
                  <a:schemeClr val="tx2">
                    <a:lumMod val="50000"/>
                  </a:schemeClr>
                </a:solidFill>
              </a:rPr>
              <a:t>-Tests, </a:t>
            </a:r>
            <a:r>
              <a:rPr lang="en-GB" sz="2800" i="1" dirty="0">
                <a:solidFill>
                  <a:schemeClr val="tx2">
                    <a:lumMod val="50000"/>
                  </a:schemeClr>
                </a:solidFill>
              </a:rPr>
              <a:t>z</a:t>
            </a:r>
            <a:r>
              <a:rPr lang="en-GB" sz="2800" dirty="0">
                <a:solidFill>
                  <a:schemeClr val="tx2">
                    <a:lumMod val="50000"/>
                  </a:schemeClr>
                </a:solidFill>
              </a:rPr>
              <a:t>-Tests</a:t>
            </a:r>
          </a:p>
          <a:p>
            <a:pPr marL="623888" lvl="1" indent="-268288">
              <a:lnSpc>
                <a:spcPct val="110000"/>
              </a:lnSpc>
              <a:spcBef>
                <a:spcPts val="600"/>
              </a:spcBef>
              <a:spcAft>
                <a:spcPts val="600"/>
              </a:spcAft>
            </a:pPr>
            <a:r>
              <a:rPr lang="en-GB" sz="2800" dirty="0">
                <a:solidFill>
                  <a:schemeClr val="tx2">
                    <a:lumMod val="50000"/>
                  </a:schemeClr>
                </a:solidFill>
              </a:rPr>
              <a:t>Next week we will cover ANOVAs and we will discuss non-parametric tests and correlations</a:t>
            </a:r>
            <a:endParaRPr lang="en-GB" sz="2400" dirty="0">
              <a:solidFill>
                <a:schemeClr val="tx2">
                  <a:lumMod val="50000"/>
                </a:schemeClr>
              </a:solidFill>
            </a:endParaRPr>
          </a:p>
          <a:p>
            <a:endParaRPr lang="en-GB" dirty="0"/>
          </a:p>
        </p:txBody>
      </p:sp>
      <p:sp>
        <p:nvSpPr>
          <p:cNvPr id="6" name="Footer Placeholder 5">
            <a:extLst>
              <a:ext uri="{FF2B5EF4-FFF2-40B4-BE49-F238E27FC236}">
                <a16:creationId xmlns:a16="http://schemas.microsoft.com/office/drawing/2014/main" id="{14E0E5C2-1753-AAFF-A504-6AA5F3BB4E9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A7BCB4D-06A7-B77F-E750-7C19BE29C2C6}"/>
              </a:ext>
            </a:extLst>
          </p:cNvPr>
          <p:cNvSpPr>
            <a:spLocks noGrp="1"/>
          </p:cNvSpPr>
          <p:nvPr>
            <p:ph type="sldNum" sz="quarter" idx="4"/>
          </p:nvPr>
        </p:nvSpPr>
        <p:spPr/>
        <p:txBody>
          <a:bodyPr/>
          <a:lstStyle/>
          <a:p>
            <a:fld id="{9FD7ECCF-50E7-4327-B945-FA93FF7B2BEF}" type="slidenum">
              <a:rPr lang="en-US" smtClean="0"/>
              <a:pPr/>
              <a:t>73</a:t>
            </a:fld>
            <a:r>
              <a:rPr lang="en-GB"/>
              <a:t>/75</a:t>
            </a:r>
            <a:endParaRPr lang="en-US" dirty="0"/>
          </a:p>
        </p:txBody>
      </p:sp>
    </p:spTree>
    <p:extLst>
      <p:ext uri="{BB962C8B-B14F-4D97-AF65-F5344CB8AC3E}">
        <p14:creationId xmlns:p14="http://schemas.microsoft.com/office/powerpoint/2010/main" val="26202680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a:xfrm>
            <a:off x="612648" y="1600200"/>
            <a:ext cx="3671320" cy="4648006"/>
          </a:xfrm>
        </p:spPr>
        <p:txBody>
          <a:bodyPr>
            <a:normAutofit fontScale="70000" lnSpcReduction="20000"/>
          </a:bodyPr>
          <a:lstStyle/>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frequency distribution?</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that information that a frequency table holds?</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type of frequency distributions you know?</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probability distribution?</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range of numbers for a probability distribution?</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Why we use inferential statistics?</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Why sample size is important?</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sampling error?</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importance of confidence interval?</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confidence level?</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normality characteristics of the Central Limit Theorem?</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How we apply Central Limit Theorem?</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statistical significance?</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a probability threshold?</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p value and how we use it in hypothesis testing?</a:t>
            </a:r>
          </a:p>
          <a:p>
            <a:pPr>
              <a:lnSpc>
                <a:spcPct val="120000"/>
              </a:lnSpc>
              <a:spcBef>
                <a:spcPts val="0"/>
              </a:spcBef>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Type Error I and Type Error II?</a:t>
            </a:r>
          </a:p>
        </p:txBody>
      </p:sp>
      <p:sp>
        <p:nvSpPr>
          <p:cNvPr id="4" name="Content Placeholder 2">
            <a:extLst>
              <a:ext uri="{FF2B5EF4-FFF2-40B4-BE49-F238E27FC236}">
                <a16:creationId xmlns:a16="http://schemas.microsoft.com/office/drawing/2014/main" id="{C3846FBC-6271-2AE2-D5E9-5354BA5022E1}"/>
              </a:ext>
            </a:extLst>
          </p:cNvPr>
          <p:cNvSpPr txBox="1">
            <a:spLocks/>
          </p:cNvSpPr>
          <p:nvPr/>
        </p:nvSpPr>
        <p:spPr>
          <a:xfrm>
            <a:off x="4572000" y="1615560"/>
            <a:ext cx="4319392" cy="4648006"/>
          </a:xfrm>
          <a:prstGeom prst="rect">
            <a:avLst/>
          </a:prstGeom>
        </p:spPr>
        <p:txBody>
          <a:bodyPr vert="horz">
            <a:normAutofit fontScale="700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ct val="120000"/>
              </a:lnSpc>
              <a:spcBef>
                <a:spcPts val="0"/>
              </a:spcBef>
              <a:spcAft>
                <a:spcPts val="0"/>
              </a:spcAft>
            </a:pPr>
            <a:r>
              <a:rPr lang="en-GB" sz="1800" kern="100" dirty="0">
                <a:latin typeface="Calibri" panose="020F0502020204030204" pitchFamily="34" charset="0"/>
                <a:ea typeface="Calibri" panose="020F0502020204030204" pitchFamily="34" charset="0"/>
                <a:cs typeface="Times New Roman" panose="02020603050405020304" pitchFamily="18" charset="0"/>
              </a:rPr>
              <a:t>What are the main steps in hypothesis testing?</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What are the main steps of hypothesis testing?</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What types of hypotheses?</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Form a null and alternative hypothesis for all the following types of hypotheses (work on the hypotheses you have to form for your coursework)</a:t>
            </a:r>
          </a:p>
          <a:p>
            <a:pPr marL="662940" lvl="1" indent="-342900" fontAlgn="auto">
              <a:lnSpc>
                <a:spcPct val="120000"/>
              </a:lnSpc>
              <a:spcBef>
                <a:spcPts val="0"/>
              </a:spcBef>
              <a:spcAft>
                <a:spcPts val="0"/>
              </a:spcAft>
              <a:buFont typeface="Symbol" panose="05050102010706020507" pitchFamily="18" charset="2"/>
              <a:buChar char=""/>
            </a:pPr>
            <a:r>
              <a:rPr lang="en-GB" sz="1500" dirty="0">
                <a:latin typeface="Calibri" panose="020F0502020204030204" pitchFamily="34" charset="0"/>
                <a:ea typeface="Calibri" panose="020F0502020204030204" pitchFamily="34" charset="0"/>
                <a:cs typeface="Times New Roman" panose="02020603050405020304" pitchFamily="18" charset="0"/>
              </a:rPr>
              <a:t>Difference hypotheses</a:t>
            </a:r>
          </a:p>
          <a:p>
            <a:pPr marL="662940" lvl="1" indent="-342900" fontAlgn="auto">
              <a:lnSpc>
                <a:spcPct val="120000"/>
              </a:lnSpc>
              <a:spcBef>
                <a:spcPts val="0"/>
              </a:spcBef>
              <a:spcAft>
                <a:spcPts val="0"/>
              </a:spcAft>
              <a:buFont typeface="Symbol" panose="05050102010706020507" pitchFamily="18" charset="2"/>
              <a:buChar char=""/>
            </a:pPr>
            <a:r>
              <a:rPr lang="en-GB" sz="1500" dirty="0">
                <a:latin typeface="Calibri" panose="020F0502020204030204" pitchFamily="34" charset="0"/>
                <a:ea typeface="Calibri" panose="020F0502020204030204" pitchFamily="34" charset="0"/>
                <a:cs typeface="Times New Roman" panose="02020603050405020304" pitchFamily="18" charset="0"/>
              </a:rPr>
              <a:t>Form a Correlation hypotheses</a:t>
            </a:r>
          </a:p>
          <a:p>
            <a:pPr marL="662940" lvl="1" indent="-342900" fontAlgn="auto">
              <a:lnSpc>
                <a:spcPct val="120000"/>
              </a:lnSpc>
              <a:spcBef>
                <a:spcPts val="0"/>
              </a:spcBef>
              <a:spcAft>
                <a:spcPts val="0"/>
              </a:spcAft>
              <a:buFont typeface="Symbol" panose="05050102010706020507" pitchFamily="18" charset="2"/>
              <a:buChar char=""/>
            </a:pPr>
            <a:r>
              <a:rPr lang="en-GB" sz="1500" dirty="0">
                <a:latin typeface="Calibri" panose="020F0502020204030204" pitchFamily="34" charset="0"/>
                <a:ea typeface="Calibri" panose="020F0502020204030204" pitchFamily="34" charset="0"/>
                <a:cs typeface="Times New Roman" panose="02020603050405020304" pitchFamily="18" charset="0"/>
              </a:rPr>
              <a:t>Form an Undirected hypothesis (two-tailed)</a:t>
            </a:r>
          </a:p>
          <a:p>
            <a:pPr marL="662940" lvl="1" indent="-342900" fontAlgn="auto">
              <a:lnSpc>
                <a:spcPct val="120000"/>
              </a:lnSpc>
              <a:spcBef>
                <a:spcPts val="0"/>
              </a:spcBef>
              <a:spcAft>
                <a:spcPts val="0"/>
              </a:spcAft>
              <a:buFont typeface="Symbol" panose="05050102010706020507" pitchFamily="18" charset="2"/>
              <a:buChar char=""/>
            </a:pPr>
            <a:r>
              <a:rPr lang="en-GB" sz="1500" dirty="0">
                <a:latin typeface="Calibri" panose="020F0502020204030204" pitchFamily="34" charset="0"/>
                <a:ea typeface="Calibri" panose="020F0502020204030204" pitchFamily="34" charset="0"/>
                <a:cs typeface="Times New Roman" panose="02020603050405020304" pitchFamily="18" charset="0"/>
              </a:rPr>
              <a:t>Form a directed hypothesis (one-tail)</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Think of the experimental design you would follow for each of the hypothesis you have formed, which statistical test you can use to test the hypothesis you have formed?</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Think of the variables you would have to create in SPSS to organise your data (work on your coursework)</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How would you organise your data in SPSS (work on your coursework)</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What is a parametric and a nonparametric test?</a:t>
            </a:r>
          </a:p>
          <a:p>
            <a:pPr fontAlgn="auto">
              <a:lnSpc>
                <a:spcPct val="120000"/>
              </a:lnSpc>
              <a:spcBef>
                <a:spcPts val="0"/>
              </a:spcBef>
              <a:spcAft>
                <a:spcPts val="0"/>
              </a:spcAft>
            </a:pPr>
            <a:r>
              <a:rPr lang="en-GB" sz="1800" dirty="0">
                <a:latin typeface="Calibri" panose="020F0502020204030204" pitchFamily="34" charset="0"/>
                <a:ea typeface="Calibri" panose="020F0502020204030204" pitchFamily="34" charset="0"/>
                <a:cs typeface="Times New Roman" panose="02020603050405020304" pitchFamily="18" charset="0"/>
              </a:rPr>
              <a:t>How would you use the alpha value and the p value to discuss the significance of your results?</a:t>
            </a:r>
          </a:p>
        </p:txBody>
      </p:sp>
      <p:sp>
        <p:nvSpPr>
          <p:cNvPr id="6" name="Footer Placeholder 5">
            <a:extLst>
              <a:ext uri="{FF2B5EF4-FFF2-40B4-BE49-F238E27FC236}">
                <a16:creationId xmlns:a16="http://schemas.microsoft.com/office/drawing/2014/main" id="{A38E41F5-8485-3976-262C-63D4377415F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0524FFE4-BC53-6A71-129B-DD058E368D56}"/>
              </a:ext>
            </a:extLst>
          </p:cNvPr>
          <p:cNvSpPr>
            <a:spLocks noGrp="1"/>
          </p:cNvSpPr>
          <p:nvPr>
            <p:ph type="sldNum" sz="quarter" idx="4"/>
          </p:nvPr>
        </p:nvSpPr>
        <p:spPr/>
        <p:txBody>
          <a:bodyPr/>
          <a:lstStyle/>
          <a:p>
            <a:fld id="{9FD7ECCF-50E7-4327-B945-FA93FF7B2BEF}" type="slidenum">
              <a:rPr lang="en-US" smtClean="0"/>
              <a:pPr/>
              <a:t>74</a:t>
            </a:fld>
            <a:r>
              <a:rPr lang="en-GB"/>
              <a:t>/75</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5286388"/>
          </a:xfrm>
        </p:spPr>
        <p:txBody>
          <a:bodyPr>
            <a:noAutofit/>
          </a:bodyPr>
          <a:lstStyle/>
          <a:p>
            <a:pPr algn="just">
              <a:spcBef>
                <a:spcPts val="0"/>
              </a:spcBef>
            </a:pPr>
            <a:r>
              <a:rPr lang="en-GB" sz="1600" i="1" dirty="0">
                <a:cs typeface="Times New Roman" pitchFamily="18" charset="0"/>
              </a:rPr>
              <a:t>Lazar, J. et al. (2017) Research methods in human-computer interaction. Second edition. Cambridge, Massachusetts: Morgan Kaufmann Publishers.</a:t>
            </a:r>
            <a:endParaRPr lang="en-GB" sz="1600" i="1" dirty="0">
              <a:solidFill>
                <a:schemeClr val="accent1">
                  <a:lumMod val="50000"/>
                </a:schemeClr>
              </a:solidFill>
            </a:endParaRPr>
          </a:p>
          <a:p>
            <a:pPr lvl="1" algn="just">
              <a:spcBef>
                <a:spcPts val="0"/>
              </a:spcBef>
            </a:pPr>
            <a:r>
              <a:rPr lang="en-GB" sz="1600" i="1" dirty="0">
                <a:solidFill>
                  <a:schemeClr val="accent1">
                    <a:lumMod val="50000"/>
                  </a:schemeClr>
                </a:solidFill>
              </a:rPr>
              <a:t>Chapter 4. Statistical analysis</a:t>
            </a:r>
          </a:p>
          <a:p>
            <a:pPr marL="45720" indent="0" algn="just">
              <a:spcBef>
                <a:spcPts val="0"/>
              </a:spcBef>
              <a:buNone/>
            </a:pPr>
            <a:r>
              <a:rPr lang="en-GB" sz="1600" i="1" dirty="0">
                <a:solidFill>
                  <a:schemeClr val="accent1">
                    <a:lumMod val="50000"/>
                  </a:schemeClr>
                </a:solidFill>
              </a:rPr>
              <a:t>Online Resources</a:t>
            </a:r>
            <a:endParaRPr lang="en-GB" sz="1600" i="1" dirty="0">
              <a:cs typeface="Times New Roman" pitchFamily="18" charset="0"/>
            </a:endParaRPr>
          </a:p>
          <a:p>
            <a:pPr marL="342900" indent="-342900" algn="just">
              <a:spcBef>
                <a:spcPts val="0"/>
              </a:spcBef>
            </a:pPr>
            <a:endParaRPr lang="en-GB" sz="1200" dirty="0">
              <a:solidFill>
                <a:srgbClr val="202F66"/>
              </a:solidFill>
            </a:endParaRPr>
          </a:p>
          <a:p>
            <a:pPr marL="215900" indent="-171450" algn="just">
              <a:spcBef>
                <a:spcPts val="0"/>
              </a:spcBef>
            </a:pPr>
            <a:r>
              <a:rPr lang="en-GB" sz="1200" b="0" i="0" dirty="0">
                <a:solidFill>
                  <a:srgbClr val="202F66"/>
                </a:solidFill>
                <a:effectLst/>
              </a:rPr>
              <a:t>Turney, S. (2022, July 18). </a:t>
            </a:r>
            <a:r>
              <a:rPr lang="en-GB" sz="1200" b="0" i="1" dirty="0">
                <a:solidFill>
                  <a:srgbClr val="202F66"/>
                </a:solidFill>
                <a:effectLst/>
              </a:rPr>
              <a:t>Frequency Distribution | Tables, Types &amp; Examples.</a:t>
            </a:r>
            <a:r>
              <a:rPr lang="en-GB" sz="1200" b="0" i="0" dirty="0">
                <a:solidFill>
                  <a:srgbClr val="202F66"/>
                </a:solidFill>
                <a:effectLst/>
              </a:rPr>
              <a:t> </a:t>
            </a:r>
            <a:r>
              <a:rPr lang="en-GB" sz="1200" b="0" i="0" dirty="0" err="1">
                <a:solidFill>
                  <a:srgbClr val="202F66"/>
                </a:solidFill>
                <a:effectLst/>
              </a:rPr>
              <a:t>Scribbr</a:t>
            </a:r>
            <a:r>
              <a:rPr lang="en-GB" sz="1200" b="0" i="0" dirty="0">
                <a:solidFill>
                  <a:srgbClr val="202F66"/>
                </a:solidFill>
                <a:effectLst/>
              </a:rPr>
              <a:t>. Retrieved November 6, 2022, from </a:t>
            </a:r>
            <a:r>
              <a:rPr lang="en-GB" sz="1200" b="0" i="0" dirty="0">
                <a:solidFill>
                  <a:srgbClr val="202F66"/>
                </a:solidFill>
                <a:effectLst/>
                <a:hlinkClick r:id="rId3"/>
              </a:rPr>
              <a:t>https://www.scribbr.com/statistics/frequency-distributions/</a:t>
            </a:r>
            <a:endParaRPr lang="en-GB" sz="1200" b="0" i="0" dirty="0">
              <a:solidFill>
                <a:srgbClr val="202F66"/>
              </a:solidFill>
              <a:effectLst/>
            </a:endParaRPr>
          </a:p>
          <a:p>
            <a:pPr marL="215900" indent="-171450" algn="just">
              <a:spcBef>
                <a:spcPts val="0"/>
              </a:spcBef>
            </a:pPr>
            <a:r>
              <a:rPr lang="en-GB" sz="1200" dirty="0">
                <a:solidFill>
                  <a:srgbClr val="202F66"/>
                </a:solidFill>
              </a:rPr>
              <a:t>Turney</a:t>
            </a:r>
            <a:r>
              <a:rPr lang="en-GB" sz="1200" b="0" i="0" dirty="0">
                <a:solidFill>
                  <a:srgbClr val="202F66"/>
                </a:solidFill>
                <a:effectLst/>
              </a:rPr>
              <a:t>, S. (2022, June 09). </a:t>
            </a:r>
            <a:r>
              <a:rPr lang="en-GB" sz="1200" b="0" i="1" dirty="0">
                <a:solidFill>
                  <a:srgbClr val="202F66"/>
                </a:solidFill>
                <a:effectLst/>
              </a:rPr>
              <a:t>Probability </a:t>
            </a:r>
            <a:r>
              <a:rPr lang="en-GB" sz="1200" dirty="0">
                <a:solidFill>
                  <a:srgbClr val="202F66"/>
                </a:solidFill>
              </a:rPr>
              <a:t>Distribution</a:t>
            </a:r>
            <a:r>
              <a:rPr lang="en-GB" sz="1200" b="0" i="1" dirty="0">
                <a:solidFill>
                  <a:srgbClr val="202F66"/>
                </a:solidFill>
                <a:effectLst/>
              </a:rPr>
              <a:t> | Formula, Types, &amp; Examples.</a:t>
            </a:r>
            <a:r>
              <a:rPr lang="en-GB" sz="1200" b="0" i="0" dirty="0">
                <a:solidFill>
                  <a:srgbClr val="202F66"/>
                </a:solidFill>
                <a:effectLst/>
              </a:rPr>
              <a:t> </a:t>
            </a:r>
            <a:r>
              <a:rPr lang="en-GB" sz="1200" b="0" i="0" dirty="0" err="1">
                <a:solidFill>
                  <a:srgbClr val="202F66"/>
                </a:solidFill>
                <a:effectLst/>
              </a:rPr>
              <a:t>Scribbr</a:t>
            </a:r>
            <a:r>
              <a:rPr lang="en-GB" sz="1200" b="0" i="0" dirty="0">
                <a:solidFill>
                  <a:srgbClr val="202F66"/>
                </a:solidFill>
                <a:effectLst/>
              </a:rPr>
              <a:t>. Retrieved November 6, 2022, from </a:t>
            </a:r>
            <a:r>
              <a:rPr lang="en-GB" sz="1200" b="0" i="0" dirty="0">
                <a:solidFill>
                  <a:srgbClr val="202F66"/>
                </a:solidFill>
                <a:effectLst/>
                <a:hlinkClick r:id="rId4"/>
              </a:rPr>
              <a:t>https://www.scribbr.com/statistics/probability-distributions/</a:t>
            </a:r>
            <a:endParaRPr lang="en-GB" sz="2000" i="1" dirty="0">
              <a:solidFill>
                <a:schemeClr val="accent1">
                  <a:lumMod val="50000"/>
                </a:schemeClr>
              </a:solidFill>
            </a:endParaRPr>
          </a:p>
          <a:p>
            <a:pPr marL="215900" indent="-171450" algn="just">
              <a:spcBef>
                <a:spcPts val="0"/>
              </a:spcBef>
            </a:pPr>
            <a:r>
              <a:rPr lang="en-GB" sz="1100" b="0" i="0" dirty="0">
                <a:solidFill>
                  <a:srgbClr val="202F66"/>
                </a:solidFill>
                <a:effectLst/>
              </a:rPr>
              <a:t>Bhandari, P. (2022, July 06). </a:t>
            </a:r>
            <a:r>
              <a:rPr lang="en-GB" sz="1100" b="0" i="1" dirty="0">
                <a:solidFill>
                  <a:srgbClr val="202F66"/>
                </a:solidFill>
                <a:effectLst/>
              </a:rPr>
              <a:t>Normal Distribution | Examples, Formulas, &amp; Uses.</a:t>
            </a:r>
            <a:r>
              <a:rPr lang="en-GB" sz="1100" b="0" i="0" dirty="0">
                <a:solidFill>
                  <a:srgbClr val="202F66"/>
                </a:solidFill>
                <a:effectLst/>
              </a:rPr>
              <a:t> </a:t>
            </a:r>
            <a:r>
              <a:rPr lang="en-GB" sz="1100" b="0" i="0" dirty="0" err="1">
                <a:solidFill>
                  <a:srgbClr val="202F66"/>
                </a:solidFill>
                <a:effectLst/>
              </a:rPr>
              <a:t>Scribbr</a:t>
            </a:r>
            <a:r>
              <a:rPr lang="en-GB" sz="1100" b="0" i="0" dirty="0">
                <a:solidFill>
                  <a:srgbClr val="202F66"/>
                </a:solidFill>
                <a:effectLst/>
              </a:rPr>
              <a:t>. Retrieved November 6, 2022, from </a:t>
            </a:r>
            <a:r>
              <a:rPr lang="en-GB" sz="1100" b="0" i="0" dirty="0">
                <a:solidFill>
                  <a:srgbClr val="202F66"/>
                </a:solidFill>
                <a:effectLst/>
                <a:hlinkClick r:id="rId5"/>
              </a:rPr>
              <a:t>https://www.scribbr.com/statistics/normal-distribution/</a:t>
            </a:r>
            <a:endParaRPr lang="en-GB" sz="1200" dirty="0">
              <a:solidFill>
                <a:srgbClr val="202F66"/>
              </a:solidFill>
            </a:endParaRPr>
          </a:p>
          <a:p>
            <a:pPr marL="215900" indent="-171450" algn="just">
              <a:spcBef>
                <a:spcPts val="0"/>
              </a:spcBef>
            </a:pPr>
            <a:r>
              <a:rPr lang="en-GB" sz="1100" b="0" i="0" dirty="0">
                <a:solidFill>
                  <a:srgbClr val="202F66"/>
                </a:solidFill>
                <a:effectLst/>
              </a:rPr>
              <a:t>Bhandari, P. (2022, June 10). </a:t>
            </a:r>
            <a:r>
              <a:rPr lang="en-GB" sz="1100" b="0" i="1" dirty="0">
                <a:solidFill>
                  <a:srgbClr val="202F66"/>
                </a:solidFill>
                <a:effectLst/>
              </a:rPr>
              <a:t>The Standard Normal Distribution | Examples, Explanations, Uses.</a:t>
            </a:r>
            <a:r>
              <a:rPr lang="en-GB" sz="1100" b="0" i="0" dirty="0">
                <a:solidFill>
                  <a:srgbClr val="202F66"/>
                </a:solidFill>
                <a:effectLst/>
              </a:rPr>
              <a:t> </a:t>
            </a:r>
            <a:r>
              <a:rPr lang="en-GB" sz="1100" b="0" i="0" dirty="0" err="1">
                <a:solidFill>
                  <a:srgbClr val="202F66"/>
                </a:solidFill>
                <a:effectLst/>
              </a:rPr>
              <a:t>Scribbr</a:t>
            </a:r>
            <a:r>
              <a:rPr lang="en-GB" sz="1100" b="0" i="0" dirty="0">
                <a:solidFill>
                  <a:srgbClr val="202F66"/>
                </a:solidFill>
                <a:effectLst/>
              </a:rPr>
              <a:t>. Retrieved November 4, 2022, from </a:t>
            </a:r>
            <a:r>
              <a:rPr lang="en-GB" sz="1100" b="0" i="0" dirty="0">
                <a:solidFill>
                  <a:srgbClr val="202F66"/>
                </a:solidFill>
                <a:effectLst/>
                <a:hlinkClick r:id="rId6"/>
              </a:rPr>
              <a:t>https://www.scribbr.com/statistics/standard-normal-distribution/</a:t>
            </a:r>
            <a:endParaRPr lang="en-GB" sz="1100" b="0" i="0" dirty="0">
              <a:solidFill>
                <a:srgbClr val="202F66"/>
              </a:solidFill>
              <a:effectLst/>
            </a:endParaRPr>
          </a:p>
          <a:p>
            <a:pPr marL="215900" indent="-171450" algn="just">
              <a:spcBef>
                <a:spcPts val="0"/>
              </a:spcBef>
            </a:pPr>
            <a:r>
              <a:rPr lang="en-GB" sz="1100" b="0" i="0" dirty="0">
                <a:solidFill>
                  <a:srgbClr val="202F66"/>
                </a:solidFill>
                <a:effectLst/>
              </a:rPr>
              <a:t>Bhandari, P. (2022, July 06). </a:t>
            </a:r>
            <a:r>
              <a:rPr lang="en-GB" sz="1100" b="0" i="1" dirty="0">
                <a:solidFill>
                  <a:srgbClr val="202F66"/>
                </a:solidFill>
                <a:effectLst/>
              </a:rPr>
              <a:t>Inferential Statistics | An Easy Introduction &amp; Examples.</a:t>
            </a:r>
            <a:r>
              <a:rPr lang="en-GB" sz="1100" b="0" i="0" dirty="0">
                <a:solidFill>
                  <a:srgbClr val="202F66"/>
                </a:solidFill>
                <a:effectLst/>
              </a:rPr>
              <a:t> </a:t>
            </a:r>
            <a:r>
              <a:rPr lang="en-GB" sz="1100" b="0" i="0" dirty="0" err="1">
                <a:solidFill>
                  <a:srgbClr val="202F66"/>
                </a:solidFill>
                <a:effectLst/>
              </a:rPr>
              <a:t>Scribbr</a:t>
            </a:r>
            <a:r>
              <a:rPr lang="en-GB" sz="1100" b="0" i="0" dirty="0">
                <a:solidFill>
                  <a:srgbClr val="202F66"/>
                </a:solidFill>
                <a:effectLst/>
              </a:rPr>
              <a:t>. Retrieved November 6, 2022, from </a:t>
            </a:r>
            <a:r>
              <a:rPr lang="en-GB" sz="1100" b="0" i="0" dirty="0">
                <a:solidFill>
                  <a:srgbClr val="202F66"/>
                </a:solidFill>
                <a:effectLst/>
                <a:hlinkClick r:id="rId7"/>
              </a:rPr>
              <a:t>https://www.scribbr.com/statistics/inferential-statistics/</a:t>
            </a:r>
            <a:endParaRPr lang="en-GB" sz="1100" b="0" i="0" dirty="0">
              <a:solidFill>
                <a:srgbClr val="202F66"/>
              </a:solidFill>
              <a:effectLst/>
            </a:endParaRPr>
          </a:p>
          <a:p>
            <a:pPr marL="215900" indent="-171450" algn="just">
              <a:spcBef>
                <a:spcPts val="0"/>
              </a:spcBef>
            </a:pPr>
            <a:r>
              <a:rPr lang="en-GB" sz="1100" dirty="0">
                <a:solidFill>
                  <a:srgbClr val="202F66"/>
                </a:solidFill>
              </a:rPr>
              <a:t>Turney, S. (2023, June 22). Central Limit Theorem | Formula, Definition &amp; Examples. </a:t>
            </a:r>
            <a:r>
              <a:rPr lang="en-GB" sz="1100" dirty="0" err="1">
                <a:solidFill>
                  <a:srgbClr val="202F66"/>
                </a:solidFill>
              </a:rPr>
              <a:t>Scribbr</a:t>
            </a:r>
            <a:r>
              <a:rPr lang="en-GB" sz="1100" dirty="0">
                <a:solidFill>
                  <a:srgbClr val="202F66"/>
                </a:solidFill>
              </a:rPr>
              <a:t>. Retrieved November 9, 2023, from </a:t>
            </a:r>
            <a:r>
              <a:rPr lang="en-GB" sz="1100" dirty="0">
                <a:solidFill>
                  <a:srgbClr val="202F66"/>
                </a:solidFill>
                <a:hlinkClick r:id="rId8">
                  <a:extLst>
                    <a:ext uri="{A12FA001-AC4F-418D-AE19-62706E023703}">
                      <ahyp:hlinkClr xmlns:ahyp="http://schemas.microsoft.com/office/drawing/2018/hyperlinkcolor" val="tx"/>
                    </a:ext>
                  </a:extLst>
                </a:hlinkClick>
              </a:rPr>
              <a:t>https://www.scribbr.com/statistics/central-limit-theorem/</a:t>
            </a:r>
            <a:endParaRPr lang="en-GB" sz="1100" dirty="0">
              <a:solidFill>
                <a:srgbClr val="202F66"/>
              </a:solidFill>
            </a:endParaRPr>
          </a:p>
          <a:p>
            <a:pPr marL="215900" indent="-171450" algn="just">
              <a:spcBef>
                <a:spcPts val="0"/>
              </a:spcBef>
            </a:pPr>
            <a:r>
              <a:rPr lang="en-GB" sz="1200" b="0" i="0" dirty="0">
                <a:solidFill>
                  <a:srgbClr val="202F66"/>
                </a:solidFill>
                <a:effectLst/>
              </a:rPr>
              <a:t>Bevans, R. (2022, July 09). </a:t>
            </a:r>
            <a:r>
              <a:rPr lang="en-GB" sz="1200" b="0" i="1" dirty="0">
                <a:solidFill>
                  <a:srgbClr val="202F66"/>
                </a:solidFill>
                <a:effectLst/>
              </a:rPr>
              <a:t>Understanding Confidence Intervals | Easy Examples &amp; Formulas.</a:t>
            </a:r>
            <a:r>
              <a:rPr lang="en-GB" sz="1200" b="0" i="0" dirty="0">
                <a:solidFill>
                  <a:srgbClr val="202F66"/>
                </a:solidFill>
                <a:effectLst/>
              </a:rPr>
              <a:t> </a:t>
            </a:r>
            <a:r>
              <a:rPr lang="en-GB" sz="1200" b="0" i="0" dirty="0" err="1">
                <a:solidFill>
                  <a:srgbClr val="202F66"/>
                </a:solidFill>
                <a:effectLst/>
              </a:rPr>
              <a:t>Scribbr</a:t>
            </a:r>
            <a:r>
              <a:rPr lang="en-GB" sz="1200" b="0" i="0" dirty="0">
                <a:solidFill>
                  <a:srgbClr val="202F66"/>
                </a:solidFill>
                <a:effectLst/>
              </a:rPr>
              <a:t>. Retrieved November 5, 2022, from </a:t>
            </a:r>
            <a:r>
              <a:rPr lang="en-GB" sz="1200" b="0" i="0" dirty="0">
                <a:solidFill>
                  <a:srgbClr val="202F66"/>
                </a:solidFill>
                <a:effectLst/>
                <a:hlinkClick r:id="rId9"/>
              </a:rPr>
              <a:t>https://www.scribbr.com/statistics/confidence-interval/</a:t>
            </a:r>
            <a:endParaRPr lang="en-GB" sz="1200" b="0" i="0" dirty="0">
              <a:solidFill>
                <a:srgbClr val="202F66"/>
              </a:solidFill>
              <a:effectLst/>
            </a:endParaRPr>
          </a:p>
          <a:p>
            <a:pPr marL="215900" indent="-171450" algn="just">
              <a:spcBef>
                <a:spcPts val="0"/>
              </a:spcBef>
            </a:pPr>
            <a:r>
              <a:rPr lang="en-GB" sz="1200" b="0" i="0" dirty="0">
                <a:solidFill>
                  <a:srgbClr val="202F66"/>
                </a:solidFill>
                <a:effectLst/>
              </a:rPr>
              <a:t>Bevans, R. (2022, July 15). </a:t>
            </a:r>
            <a:r>
              <a:rPr lang="en-GB" sz="1200" b="0" i="1" dirty="0">
                <a:solidFill>
                  <a:srgbClr val="202F66"/>
                </a:solidFill>
                <a:effectLst/>
              </a:rPr>
              <a:t>Hypothesis Testing | A Step-by-Step Guide with Easy Examples.</a:t>
            </a:r>
            <a:r>
              <a:rPr lang="en-GB" sz="1200" b="0" i="0" dirty="0">
                <a:solidFill>
                  <a:srgbClr val="202F66"/>
                </a:solidFill>
                <a:effectLst/>
              </a:rPr>
              <a:t> </a:t>
            </a:r>
            <a:r>
              <a:rPr lang="en-GB" sz="1200" b="0" i="0" dirty="0" err="1">
                <a:solidFill>
                  <a:srgbClr val="202F66"/>
                </a:solidFill>
                <a:effectLst/>
              </a:rPr>
              <a:t>Scribbr</a:t>
            </a:r>
            <a:r>
              <a:rPr lang="en-GB" sz="1200" b="0" i="0" dirty="0">
                <a:solidFill>
                  <a:srgbClr val="202F66"/>
                </a:solidFill>
                <a:effectLst/>
              </a:rPr>
              <a:t>. Retrieved November 11, 2022, from </a:t>
            </a:r>
            <a:r>
              <a:rPr lang="en-GB" sz="1200" b="0" i="0" dirty="0">
                <a:solidFill>
                  <a:srgbClr val="202F66"/>
                </a:solidFill>
                <a:effectLst/>
                <a:hlinkClick r:id="rId10"/>
              </a:rPr>
              <a:t>https://www.scribbr.com/statistics/hypothesis-testing/</a:t>
            </a:r>
            <a:endParaRPr lang="en-GB" sz="1200" b="0" i="0" dirty="0">
              <a:solidFill>
                <a:srgbClr val="202F66"/>
              </a:solidFill>
              <a:effectLst/>
            </a:endParaRPr>
          </a:p>
          <a:p>
            <a:pPr marL="215900" indent="-171450" algn="just">
              <a:spcBef>
                <a:spcPts val="0"/>
              </a:spcBef>
            </a:pPr>
            <a:r>
              <a:rPr lang="en-GB" sz="1200" b="0" i="0" dirty="0">
                <a:solidFill>
                  <a:srgbClr val="202F66"/>
                </a:solidFill>
                <a:effectLst/>
              </a:rPr>
              <a:t>Bevans, R. (2022, July 09). </a:t>
            </a:r>
            <a:r>
              <a:rPr lang="en-GB" sz="1200" b="0" i="1" dirty="0">
                <a:solidFill>
                  <a:srgbClr val="202F66"/>
                </a:solidFill>
                <a:effectLst/>
              </a:rPr>
              <a:t>An Introduction to T-Tests | Definitions, Formula and Examples.</a:t>
            </a:r>
            <a:r>
              <a:rPr lang="en-GB" sz="1200" b="0" i="0" dirty="0">
                <a:solidFill>
                  <a:srgbClr val="202F66"/>
                </a:solidFill>
                <a:effectLst/>
              </a:rPr>
              <a:t> </a:t>
            </a:r>
            <a:r>
              <a:rPr lang="en-GB" sz="1200" b="0" i="0" dirty="0" err="1">
                <a:solidFill>
                  <a:srgbClr val="202F66"/>
                </a:solidFill>
                <a:effectLst/>
              </a:rPr>
              <a:t>Scribbr</a:t>
            </a:r>
            <a:r>
              <a:rPr lang="en-GB" sz="1200" b="0" i="0" dirty="0">
                <a:solidFill>
                  <a:srgbClr val="202F66"/>
                </a:solidFill>
                <a:effectLst/>
              </a:rPr>
              <a:t>. Retrieved November 13, 2022, from </a:t>
            </a:r>
            <a:r>
              <a:rPr lang="en-GB" sz="1200" b="0" i="0" dirty="0">
                <a:solidFill>
                  <a:srgbClr val="202F66"/>
                </a:solidFill>
                <a:effectLst/>
                <a:hlinkClick r:id="rId11"/>
              </a:rPr>
              <a:t>https://www.scribbr.com/statistics/t-test/</a:t>
            </a:r>
            <a:endParaRPr lang="en-GB" sz="1200" b="0" i="0" dirty="0">
              <a:solidFill>
                <a:srgbClr val="202F66"/>
              </a:solidFill>
              <a:effectLst/>
            </a:endParaRPr>
          </a:p>
          <a:p>
            <a:pPr marL="180975" indent="-180975" algn="just">
              <a:spcBef>
                <a:spcPts val="0"/>
              </a:spcBef>
            </a:pPr>
            <a:endParaRPr lang="en-GB" sz="1200" dirty="0">
              <a:solidFill>
                <a:srgbClr val="202F66"/>
              </a:solidFill>
            </a:endParaRPr>
          </a:p>
          <a:p>
            <a:pPr marL="180975" indent="-180975" algn="just">
              <a:spcBef>
                <a:spcPts val="0"/>
              </a:spcBef>
            </a:pPr>
            <a:r>
              <a:rPr lang="en-GB" sz="1200" dirty="0">
                <a:solidFill>
                  <a:srgbClr val="202F66"/>
                </a:solidFill>
              </a:rPr>
              <a:t>The p value – definition and interpretation of p-values in statistics</a:t>
            </a:r>
          </a:p>
          <a:p>
            <a:pPr marL="180975" indent="-180975" algn="just">
              <a:spcBef>
                <a:spcPts val="0"/>
              </a:spcBef>
              <a:buNone/>
            </a:pPr>
            <a:r>
              <a:rPr lang="en-GB" sz="1200" dirty="0">
                <a:solidFill>
                  <a:srgbClr val="202F66"/>
                </a:solidFill>
                <a:hlinkClick r:id="rId12"/>
              </a:rPr>
              <a:t>https://www.gigacalculator.com/articles/p-value-definition-and-interpretation-in-statistics/#pmeaning</a:t>
            </a:r>
            <a:endParaRPr lang="en-GB" sz="1200" dirty="0">
              <a:solidFill>
                <a:srgbClr val="202F66"/>
              </a:solidFill>
            </a:endParaRPr>
          </a:p>
          <a:p>
            <a:pPr marL="180975" indent="-180975" algn="just">
              <a:spcBef>
                <a:spcPts val="0"/>
              </a:spcBef>
            </a:pPr>
            <a:endParaRPr lang="en-GB" sz="1200" dirty="0">
              <a:solidFill>
                <a:srgbClr val="202F66"/>
              </a:solidFill>
            </a:endParaRPr>
          </a:p>
          <a:p>
            <a:pPr marL="180975" indent="-180975" algn="just">
              <a:spcBef>
                <a:spcPts val="0"/>
              </a:spcBef>
            </a:pPr>
            <a:endParaRPr lang="en-GB" sz="1050" b="0" i="0" dirty="0">
              <a:solidFill>
                <a:srgbClr val="202F66"/>
              </a:solidFill>
              <a:effectLst/>
            </a:endParaRPr>
          </a:p>
          <a:p>
            <a:pPr marL="342900" indent="-342900" algn="just">
              <a:spcBef>
                <a:spcPts val="0"/>
              </a:spcBef>
            </a:pPr>
            <a:endParaRPr lang="en-US" sz="1600" b="0" i="0" dirty="0">
              <a:solidFill>
                <a:srgbClr val="333333"/>
              </a:solidFill>
              <a:effectLst/>
            </a:endParaRPr>
          </a:p>
        </p:txBody>
      </p:sp>
      <p:sp>
        <p:nvSpPr>
          <p:cNvPr id="2" name="Footer Placeholder 1">
            <a:extLst>
              <a:ext uri="{FF2B5EF4-FFF2-40B4-BE49-F238E27FC236}">
                <a16:creationId xmlns:a16="http://schemas.microsoft.com/office/drawing/2014/main" id="{E3E09296-66C9-344B-CABE-F47BBF243C4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20D6CB6D-2EB5-35E3-F7E4-E0C02D405693}"/>
              </a:ext>
            </a:extLst>
          </p:cNvPr>
          <p:cNvSpPr>
            <a:spLocks noGrp="1"/>
          </p:cNvSpPr>
          <p:nvPr>
            <p:ph type="sldNum" sz="quarter" idx="4"/>
          </p:nvPr>
        </p:nvSpPr>
        <p:spPr/>
        <p:txBody>
          <a:bodyPr/>
          <a:lstStyle/>
          <a:p>
            <a:fld id="{9FD7ECCF-50E7-4327-B945-FA93FF7B2BEF}" type="slidenum">
              <a:rPr lang="en-US" smtClean="0"/>
              <a:pPr/>
              <a:t>75</a:t>
            </a:fld>
            <a:r>
              <a:rPr lang="en-GB"/>
              <a:t>/75</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18517</TotalTime>
  <Words>11605</Words>
  <Application>Microsoft Office PowerPoint</Application>
  <PresentationFormat>On-screen Show (4:3)</PresentationFormat>
  <Paragraphs>1369</Paragraphs>
  <Slides>75</Slides>
  <Notes>12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75</vt:i4>
      </vt:variant>
    </vt:vector>
  </HeadingPairs>
  <TitlesOfParts>
    <vt:vector size="92" baseType="lpstr">
      <vt:lpstr>MJXc-TeX-main-R</vt:lpstr>
      <vt:lpstr>Wingdings 2</vt:lpstr>
      <vt:lpstr>Söhne</vt:lpstr>
      <vt:lpstr>PT Serif</vt:lpstr>
      <vt:lpstr>Arial</vt:lpstr>
      <vt:lpstr>Roboto</vt:lpstr>
      <vt:lpstr>-apple-system</vt:lpstr>
      <vt:lpstr>Wingdings</vt:lpstr>
      <vt:lpstr>Symbol</vt:lpstr>
      <vt:lpstr>Times New Roman</vt:lpstr>
      <vt:lpstr>Tw Cen MT</vt:lpstr>
      <vt:lpstr>Calibri</vt:lpstr>
      <vt:lpstr>urw-din</vt:lpstr>
      <vt:lpstr>MJXc-TeX-math-I</vt:lpstr>
      <vt:lpstr>LucidaGrande</vt:lpstr>
      <vt:lpstr>Wingdings 3</vt:lpstr>
      <vt:lpstr>Median</vt:lpstr>
      <vt:lpstr>Hypothesis Testing Process Parametric tests</vt:lpstr>
      <vt:lpstr>Recap</vt:lpstr>
      <vt:lpstr>Basic concepts of inferential statistics</vt:lpstr>
      <vt:lpstr>Frequency distribution</vt:lpstr>
      <vt:lpstr>Frequency distribution</vt:lpstr>
      <vt:lpstr>Frequency table</vt:lpstr>
      <vt:lpstr>Types of frequency distributions</vt:lpstr>
      <vt:lpstr>Probability</vt:lpstr>
      <vt:lpstr>Probability distribution</vt:lpstr>
      <vt:lpstr>Probability distribution</vt:lpstr>
      <vt:lpstr>p-value</vt:lpstr>
      <vt:lpstr>Types of probability distributions</vt:lpstr>
      <vt:lpstr>Inferential statistics</vt:lpstr>
      <vt:lpstr>Inferential statistics</vt:lpstr>
      <vt:lpstr>Importance of sample</vt:lpstr>
      <vt:lpstr>Estimating population parameters from sample statistics</vt:lpstr>
      <vt:lpstr>Confidence intervals &amp; confidence levels</vt:lpstr>
      <vt:lpstr>In simple terms:</vt:lpstr>
      <vt:lpstr>Sample size depends on</vt:lpstr>
      <vt:lpstr>Sample size summary</vt:lpstr>
      <vt:lpstr>Sample size for proportion (binary data)</vt:lpstr>
      <vt:lpstr>Sample size for Continuous Variable (Mean with Standard Deviation)</vt:lpstr>
      <vt:lpstr>Example</vt:lpstr>
      <vt:lpstr>Summary sample size calculation</vt:lpstr>
      <vt:lpstr>Estimating population parameters from sample statistics</vt:lpstr>
      <vt:lpstr>Why all this is important?</vt:lpstr>
      <vt:lpstr>Normality Characteristics of CLT</vt:lpstr>
      <vt:lpstr> Central Limit Theorem (CLT) 1st normality characteristic</vt:lpstr>
      <vt:lpstr> Central Limit Theorem (CLT) 2nd normality characteristic</vt:lpstr>
      <vt:lpstr> Central Limit Theorem (CLT) 3rd and 4th normality characteristics</vt:lpstr>
      <vt:lpstr>Application of CLT</vt:lpstr>
      <vt:lpstr>Exercise that applied CLT</vt:lpstr>
      <vt:lpstr>What is statistical significance?</vt:lpstr>
      <vt:lpstr>Probability threshold</vt:lpstr>
      <vt:lpstr>PowerPoint Presentation</vt:lpstr>
      <vt:lpstr>p value example</vt:lpstr>
      <vt:lpstr>PowerPoint Presentation</vt:lpstr>
      <vt:lpstr>Type I, II error</vt:lpstr>
      <vt:lpstr>Comparing the means</vt:lpstr>
      <vt:lpstr>Hypothesis testing process</vt:lpstr>
      <vt:lpstr>Types of hypothesis</vt:lpstr>
      <vt:lpstr>PowerPoint Presentation</vt:lpstr>
      <vt:lpstr>Types of hypothesis</vt:lpstr>
      <vt:lpstr>PowerPoint Presentation</vt:lpstr>
      <vt:lpstr>PowerPoint Presentation</vt:lpstr>
      <vt:lpstr>Experimental design</vt:lpstr>
      <vt:lpstr>Material prep</vt:lpstr>
      <vt:lpstr>Clean data</vt:lpstr>
      <vt:lpstr>Data coding</vt:lpstr>
      <vt:lpstr>Organising the data</vt:lpstr>
      <vt:lpstr>What test to use?</vt:lpstr>
      <vt:lpstr>Parametric vs Nonparametric statistics </vt:lpstr>
      <vt:lpstr>Types of statistical test</vt:lpstr>
      <vt:lpstr>Commonly used test in usability testing</vt:lpstr>
      <vt:lpstr>Result for hypothesis test</vt:lpstr>
      <vt:lpstr>Parametric tests</vt:lpstr>
      <vt:lpstr>t-Test</vt:lpstr>
      <vt:lpstr>t-distribution for different values of ν</vt:lpstr>
      <vt:lpstr>The origin of the t-Distribution</vt:lpstr>
      <vt:lpstr>Example t-Test</vt:lpstr>
      <vt:lpstr>Organise the data in SPSS/PSPP</vt:lpstr>
      <vt:lpstr>Results for independent sample t-Test</vt:lpstr>
      <vt:lpstr>t-table</vt:lpstr>
      <vt:lpstr>Interpretation of t Test Results</vt:lpstr>
      <vt:lpstr>Interpretation for independent sample t-Test</vt:lpstr>
      <vt:lpstr>Results for Paired sample t-Test</vt:lpstr>
      <vt:lpstr>t-table</vt:lpstr>
      <vt:lpstr>Interpretation for Paired sample t-Test</vt:lpstr>
      <vt:lpstr>Example t-Test</vt:lpstr>
      <vt:lpstr>One-Tailed Test</vt:lpstr>
      <vt:lpstr>Two-Tailed Test</vt:lpstr>
      <vt:lpstr>z-test</vt:lpstr>
      <vt:lpstr>Summary</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813</cp:revision>
  <cp:lastPrinted>1601-01-01T00:00:00Z</cp:lastPrinted>
  <dcterms:created xsi:type="dcterms:W3CDTF">2003-07-23T09:11:55Z</dcterms:created>
  <dcterms:modified xsi:type="dcterms:W3CDTF">2024-11-11T21:58:53Z</dcterms:modified>
</cp:coreProperties>
</file>