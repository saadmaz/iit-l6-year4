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72"/>
  </p:notesMasterIdLst>
  <p:handoutMasterIdLst>
    <p:handoutMasterId r:id="rId73"/>
  </p:handoutMasterIdLst>
  <p:sldIdLst>
    <p:sldId id="443" r:id="rId2"/>
    <p:sldId id="499" r:id="rId3"/>
    <p:sldId id="607" r:id="rId4"/>
    <p:sldId id="610" r:id="rId5"/>
    <p:sldId id="704" r:id="rId6"/>
    <p:sldId id="731" r:id="rId7"/>
    <p:sldId id="706" r:id="rId8"/>
    <p:sldId id="707" r:id="rId9"/>
    <p:sldId id="708" r:id="rId10"/>
    <p:sldId id="709" r:id="rId11"/>
    <p:sldId id="711" r:id="rId12"/>
    <p:sldId id="754" r:id="rId13"/>
    <p:sldId id="719" r:id="rId14"/>
    <p:sldId id="724" r:id="rId15"/>
    <p:sldId id="721" r:id="rId16"/>
    <p:sldId id="722" r:id="rId17"/>
    <p:sldId id="725" r:id="rId18"/>
    <p:sldId id="613" r:id="rId19"/>
    <p:sldId id="612" r:id="rId20"/>
    <p:sldId id="617" r:id="rId21"/>
    <p:sldId id="616" r:id="rId22"/>
    <p:sldId id="619" r:id="rId23"/>
    <p:sldId id="620" r:id="rId24"/>
    <p:sldId id="726" r:id="rId25"/>
    <p:sldId id="727" r:id="rId26"/>
    <p:sldId id="728" r:id="rId27"/>
    <p:sldId id="729" r:id="rId28"/>
    <p:sldId id="730" r:id="rId29"/>
    <p:sldId id="597" r:id="rId30"/>
    <p:sldId id="600" r:id="rId31"/>
    <p:sldId id="733" r:id="rId32"/>
    <p:sldId id="732" r:id="rId33"/>
    <p:sldId id="602" r:id="rId34"/>
    <p:sldId id="734" r:id="rId35"/>
    <p:sldId id="735" r:id="rId36"/>
    <p:sldId id="736" r:id="rId37"/>
    <p:sldId id="737" r:id="rId38"/>
    <p:sldId id="609" r:id="rId39"/>
    <p:sldId id="738" r:id="rId40"/>
    <p:sldId id="739" r:id="rId41"/>
    <p:sldId id="740" r:id="rId42"/>
    <p:sldId id="755" r:id="rId43"/>
    <p:sldId id="741" r:id="rId44"/>
    <p:sldId id="756" r:id="rId45"/>
    <p:sldId id="742" r:id="rId46"/>
    <p:sldId id="743" r:id="rId47"/>
    <p:sldId id="757" r:id="rId48"/>
    <p:sldId id="762" r:id="rId49"/>
    <p:sldId id="744" r:id="rId50"/>
    <p:sldId id="748" r:id="rId51"/>
    <p:sldId id="746" r:id="rId52"/>
    <p:sldId id="641" r:id="rId53"/>
    <p:sldId id="640" r:id="rId54"/>
    <p:sldId id="642" r:id="rId55"/>
    <p:sldId id="643" r:id="rId56"/>
    <p:sldId id="749" r:id="rId57"/>
    <p:sldId id="647" r:id="rId58"/>
    <p:sldId id="644" r:id="rId59"/>
    <p:sldId id="649" r:id="rId60"/>
    <p:sldId id="645" r:id="rId61"/>
    <p:sldId id="753" r:id="rId62"/>
    <p:sldId id="653" r:id="rId63"/>
    <p:sldId id="652" r:id="rId64"/>
    <p:sldId id="648" r:id="rId65"/>
    <p:sldId id="745" r:id="rId66"/>
    <p:sldId id="654" r:id="rId67"/>
    <p:sldId id="655" r:id="rId68"/>
    <p:sldId id="329" r:id="rId69"/>
    <p:sldId id="498" r:id="rId70"/>
    <p:sldId id="358" r:id="rId71"/>
  </p:sldIdLst>
  <p:sldSz cx="9144000" cy="6858000" type="screen4x3"/>
  <p:notesSz cx="6858000" cy="9144000"/>
  <p:embeddedFontLst>
    <p:embeddedFont>
      <p:font typeface="Merriweather" panose="00000500000000000000" pitchFamily="2" charset="0"/>
      <p:regular r:id="rId74"/>
      <p:bold r:id="rId75"/>
      <p:italic r:id="rId76"/>
      <p:boldItalic r:id="rId77"/>
    </p:embeddedFont>
    <p:embeddedFont>
      <p:font typeface="Noto Serif" panose="02020600060500020200" pitchFamily="18" charset="0"/>
      <p:regular r:id="rId78"/>
      <p:bold r:id="rId79"/>
      <p:italic r:id="rId80"/>
      <p:boldItalic r:id="rId81"/>
    </p:embeddedFont>
    <p:embeddedFont>
      <p:font typeface="Open Sans" panose="020B0606030504020204" pitchFamily="34" charset="0"/>
      <p:regular r:id="rId82"/>
      <p:bold r:id="rId83"/>
      <p:italic r:id="rId84"/>
      <p:boldItalic r:id="rId85"/>
    </p:embeddedFont>
    <p:embeddedFont>
      <p:font typeface="Tw Cen MT" panose="020B0602020104020603" pitchFamily="34" charset="0"/>
      <p:regular r:id="rId86"/>
      <p:bold r:id="rId87"/>
      <p:italic r:id="rId88"/>
      <p:boldItalic r:id="rId89"/>
    </p:embeddedFont>
    <p:embeddedFont>
      <p:font typeface="Wingdings 2" panose="05020102010507070707" pitchFamily="18" charset="2"/>
      <p:regular r:id="rId90"/>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D4FB"/>
    <a:srgbClr val="D4FEFD"/>
    <a:srgbClr val="FFFCD3"/>
    <a:srgbClr val="E0CBA3"/>
    <a:srgbClr val="FF0000"/>
    <a:srgbClr val="292929"/>
    <a:srgbClr val="777777"/>
    <a:srgbClr val="B2B2B2"/>
    <a:srgbClr val="FFFF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7B9721-B360-497B-8C70-06AA56FC601C}" v="495" dt="2024-10-14T16:48:45.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5" autoAdjust="0"/>
    <p:restoredTop sz="93772" autoAdjust="0"/>
  </p:normalViewPr>
  <p:slideViewPr>
    <p:cSldViewPr>
      <p:cViewPr varScale="1">
        <p:scale>
          <a:sx n="119" d="100"/>
          <a:sy n="119" d="100"/>
        </p:scale>
        <p:origin x="1386" y="6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1.fntdata"/><Relationship Id="rId89" Type="http://schemas.openxmlformats.org/officeDocument/2006/relationships/font" Target="fonts/font1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font" Target="fonts/font17.fntdata"/><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7.fntdata"/><Relationship Id="rId85" Type="http://schemas.openxmlformats.org/officeDocument/2006/relationships/font" Target="fonts/font12.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C07B9721-B360-497B-8C70-06AA56FC601C}"/>
    <pc:docChg chg="undo custSel addSld delSld modSld sldOrd modMainMaster">
      <pc:chgData name="Daphne Economou" userId="d065a339-36cf-4937-af08-41751becbd81" providerId="ADAL" clId="{C07B9721-B360-497B-8C70-06AA56FC601C}" dt="2024-10-14T16:51:57.966" v="1334" actId="20577"/>
      <pc:docMkLst>
        <pc:docMk/>
      </pc:docMkLst>
      <pc:sldChg chg="modSp mod">
        <pc:chgData name="Daphne Economou" userId="d065a339-36cf-4937-af08-41751becbd81" providerId="ADAL" clId="{C07B9721-B360-497B-8C70-06AA56FC601C}" dt="2024-10-14T16:51:57.966" v="1334" actId="20577"/>
        <pc:sldMkLst>
          <pc:docMk/>
          <pc:sldMk cId="0" sldId="443"/>
        </pc:sldMkLst>
        <pc:spChg chg="mod">
          <ac:chgData name="Daphne Economou" userId="d065a339-36cf-4937-af08-41751becbd81" providerId="ADAL" clId="{C07B9721-B360-497B-8C70-06AA56FC601C}" dt="2024-10-14T16:51:57.966" v="1334" actId="20577"/>
          <ac:spMkLst>
            <pc:docMk/>
            <pc:sldMk cId="0" sldId="443"/>
            <ac:spMk id="9" creationId="{7C965223-4945-085B-B74F-F1B85B0B978B}"/>
          </ac:spMkLst>
        </pc:spChg>
      </pc:sldChg>
      <pc:sldChg chg="modSp mod">
        <pc:chgData name="Daphne Economou" userId="d065a339-36cf-4937-af08-41751becbd81" providerId="ADAL" clId="{C07B9721-B360-497B-8C70-06AA56FC601C}" dt="2024-10-14T12:47:08.703" v="437" actId="20577"/>
        <pc:sldMkLst>
          <pc:docMk/>
          <pc:sldMk cId="0" sldId="499"/>
        </pc:sldMkLst>
        <pc:spChg chg="mod">
          <ac:chgData name="Daphne Economou" userId="d065a339-36cf-4937-af08-41751becbd81" providerId="ADAL" clId="{C07B9721-B360-497B-8C70-06AA56FC601C}" dt="2024-10-14T12:47:08.703" v="437" actId="20577"/>
          <ac:spMkLst>
            <pc:docMk/>
            <pc:sldMk cId="0" sldId="499"/>
            <ac:spMk id="157699" creationId="{00000000-0000-0000-0000-000000000000}"/>
          </ac:spMkLst>
        </pc:spChg>
      </pc:sldChg>
      <pc:sldChg chg="addSp delSp modSp mod addAnim delAnim">
        <pc:chgData name="Daphne Economou" userId="d065a339-36cf-4937-af08-41751becbd81" providerId="ADAL" clId="{C07B9721-B360-497B-8C70-06AA56FC601C}" dt="2024-10-14T15:53:50.249" v="840" actId="14100"/>
        <pc:sldMkLst>
          <pc:docMk/>
          <pc:sldMk cId="1407771766" sldId="597"/>
        </pc:sldMkLst>
        <pc:spChg chg="mod">
          <ac:chgData name="Daphne Economou" userId="d065a339-36cf-4937-af08-41751becbd81" providerId="ADAL" clId="{C07B9721-B360-497B-8C70-06AA56FC601C}" dt="2024-10-14T15:53:38.799" v="832" actId="27636"/>
          <ac:spMkLst>
            <pc:docMk/>
            <pc:sldMk cId="1407771766" sldId="597"/>
            <ac:spMk id="3" creationId="{00000000-0000-0000-0000-000000000000}"/>
          </ac:spMkLst>
        </pc:spChg>
        <pc:spChg chg="add del mod">
          <ac:chgData name="Daphne Economou" userId="d065a339-36cf-4937-af08-41751becbd81" providerId="ADAL" clId="{C07B9721-B360-497B-8C70-06AA56FC601C}" dt="2024-10-14T15:53:50.249" v="840" actId="14100"/>
          <ac:spMkLst>
            <pc:docMk/>
            <pc:sldMk cId="1407771766" sldId="597"/>
            <ac:spMk id="6" creationId="{D3A70085-BFE7-2178-6BA6-D7776E24E927}"/>
          </ac:spMkLst>
        </pc:spChg>
      </pc:sldChg>
      <pc:sldChg chg="addSp modSp mod modAnim">
        <pc:chgData name="Daphne Economou" userId="d065a339-36cf-4937-af08-41751becbd81" providerId="ADAL" clId="{C07B9721-B360-497B-8C70-06AA56FC601C}" dt="2024-10-14T15:59:15.909" v="888" actId="207"/>
        <pc:sldMkLst>
          <pc:docMk/>
          <pc:sldMk cId="2049130988" sldId="600"/>
        </pc:sldMkLst>
        <pc:spChg chg="mod">
          <ac:chgData name="Daphne Economou" userId="d065a339-36cf-4937-af08-41751becbd81" providerId="ADAL" clId="{C07B9721-B360-497B-8C70-06AA56FC601C}" dt="2024-10-14T15:56:33.707" v="854" actId="20577"/>
          <ac:spMkLst>
            <pc:docMk/>
            <pc:sldMk cId="2049130988" sldId="600"/>
            <ac:spMk id="2" creationId="{00000000-0000-0000-0000-000000000000}"/>
          </ac:spMkLst>
        </pc:spChg>
        <pc:spChg chg="mod">
          <ac:chgData name="Daphne Economou" userId="d065a339-36cf-4937-af08-41751becbd81" providerId="ADAL" clId="{C07B9721-B360-497B-8C70-06AA56FC601C}" dt="2024-10-14T15:59:15.909" v="888" actId="207"/>
          <ac:spMkLst>
            <pc:docMk/>
            <pc:sldMk cId="2049130988" sldId="600"/>
            <ac:spMk id="3" creationId="{00000000-0000-0000-0000-000000000000}"/>
          </ac:spMkLst>
        </pc:spChg>
        <pc:spChg chg="add">
          <ac:chgData name="Daphne Economou" userId="d065a339-36cf-4937-af08-41751becbd81" providerId="ADAL" clId="{C07B9721-B360-497B-8C70-06AA56FC601C}" dt="2024-10-14T15:57:20.822" v="855"/>
          <ac:spMkLst>
            <pc:docMk/>
            <pc:sldMk cId="2049130988" sldId="600"/>
            <ac:spMk id="6" creationId="{439B5939-91E8-B286-2A92-4542AEDF5223}"/>
          </ac:spMkLst>
        </pc:spChg>
      </pc:sldChg>
      <pc:sldChg chg="del ord">
        <pc:chgData name="Daphne Economou" userId="d065a339-36cf-4937-af08-41751becbd81" providerId="ADAL" clId="{C07B9721-B360-497B-8C70-06AA56FC601C}" dt="2024-10-14T15:50:15.928" v="821" actId="47"/>
        <pc:sldMkLst>
          <pc:docMk/>
          <pc:sldMk cId="2923569272" sldId="606"/>
        </pc:sldMkLst>
      </pc:sldChg>
      <pc:sldChg chg="modSp mod">
        <pc:chgData name="Daphne Economou" userId="d065a339-36cf-4937-af08-41751becbd81" providerId="ADAL" clId="{C07B9721-B360-497B-8C70-06AA56FC601C}" dt="2024-10-14T11:59:48.963" v="131" actId="404"/>
        <pc:sldMkLst>
          <pc:docMk/>
          <pc:sldMk cId="3061001062" sldId="612"/>
        </pc:sldMkLst>
        <pc:spChg chg="mod">
          <ac:chgData name="Daphne Economou" userId="d065a339-36cf-4937-af08-41751becbd81" providerId="ADAL" clId="{C07B9721-B360-497B-8C70-06AA56FC601C}" dt="2024-10-14T11:59:48.963" v="131" actId="404"/>
          <ac:spMkLst>
            <pc:docMk/>
            <pc:sldMk cId="3061001062" sldId="612"/>
            <ac:spMk id="2" creationId="{B2A9FC36-0754-BAAC-BF5D-7AEE6ABDF367}"/>
          </ac:spMkLst>
        </pc:spChg>
        <pc:graphicFrameChg chg="modGraphic">
          <ac:chgData name="Daphne Economou" userId="d065a339-36cf-4937-af08-41751becbd81" providerId="ADAL" clId="{C07B9721-B360-497B-8C70-06AA56FC601C}" dt="2024-10-14T11:58:02.605" v="106" actId="14734"/>
          <ac:graphicFrameMkLst>
            <pc:docMk/>
            <pc:sldMk cId="3061001062" sldId="612"/>
            <ac:graphicFrameMk id="6" creationId="{3936AC60-773E-6321-FF73-C8C97B8FBB3E}"/>
          </ac:graphicFrameMkLst>
        </pc:graphicFrameChg>
      </pc:sldChg>
      <pc:sldChg chg="modSp mod modAnim">
        <pc:chgData name="Daphne Economou" userId="d065a339-36cf-4937-af08-41751becbd81" providerId="ADAL" clId="{C07B9721-B360-497B-8C70-06AA56FC601C}" dt="2024-10-14T15:48:27.085" v="800" actId="207"/>
        <pc:sldMkLst>
          <pc:docMk/>
          <pc:sldMk cId="3472830793" sldId="613"/>
        </pc:sldMkLst>
        <pc:spChg chg="mod">
          <ac:chgData name="Daphne Economou" userId="d065a339-36cf-4937-af08-41751becbd81" providerId="ADAL" clId="{C07B9721-B360-497B-8C70-06AA56FC601C}" dt="2024-10-14T15:48:27.085" v="800" actId="207"/>
          <ac:spMkLst>
            <pc:docMk/>
            <pc:sldMk cId="3472830793" sldId="613"/>
            <ac:spMk id="3" creationId="{673294C9-F49D-C67C-728B-5D88B23C942B}"/>
          </ac:spMkLst>
        </pc:spChg>
      </pc:sldChg>
      <pc:sldChg chg="delSp modSp mod">
        <pc:chgData name="Daphne Economou" userId="d065a339-36cf-4937-af08-41751becbd81" providerId="ADAL" clId="{C07B9721-B360-497B-8C70-06AA56FC601C}" dt="2024-10-14T12:01:54.531" v="139" actId="478"/>
        <pc:sldMkLst>
          <pc:docMk/>
          <pc:sldMk cId="3316845155" sldId="617"/>
        </pc:sldMkLst>
        <pc:spChg chg="mod">
          <ac:chgData name="Daphne Economou" userId="d065a339-36cf-4937-af08-41751becbd81" providerId="ADAL" clId="{C07B9721-B360-497B-8C70-06AA56FC601C}" dt="2024-10-14T12:01:52.688" v="138" actId="27636"/>
          <ac:spMkLst>
            <pc:docMk/>
            <pc:sldMk cId="3316845155" sldId="617"/>
            <ac:spMk id="3" creationId="{F55DE30A-17C9-B19E-B1B5-6A432FB0DF3E}"/>
          </ac:spMkLst>
        </pc:spChg>
        <pc:spChg chg="del">
          <ac:chgData name="Daphne Economou" userId="d065a339-36cf-4937-af08-41751becbd81" providerId="ADAL" clId="{C07B9721-B360-497B-8C70-06AA56FC601C}" dt="2024-10-14T12:01:54.531" v="139" actId="478"/>
          <ac:spMkLst>
            <pc:docMk/>
            <pc:sldMk cId="3316845155" sldId="617"/>
            <ac:spMk id="6" creationId="{E11C2D67-5755-AC2D-BA4B-1D4A5C068C6C}"/>
          </ac:spMkLst>
        </pc:spChg>
      </pc:sldChg>
      <pc:sldChg chg="modSp mod">
        <pc:chgData name="Daphne Economou" userId="d065a339-36cf-4937-af08-41751becbd81" providerId="ADAL" clId="{C07B9721-B360-497B-8C70-06AA56FC601C}" dt="2024-10-14T12:06:00.668" v="206" actId="20577"/>
        <pc:sldMkLst>
          <pc:docMk/>
          <pc:sldMk cId="4131529968" sldId="619"/>
        </pc:sldMkLst>
        <pc:spChg chg="mod">
          <ac:chgData name="Daphne Economou" userId="d065a339-36cf-4937-af08-41751becbd81" providerId="ADAL" clId="{C07B9721-B360-497B-8C70-06AA56FC601C}" dt="2024-10-14T12:05:09.655" v="154" actId="20577"/>
          <ac:spMkLst>
            <pc:docMk/>
            <pc:sldMk cId="4131529968" sldId="619"/>
            <ac:spMk id="3" creationId="{AACD3776-E254-0993-1174-97CBAB31284A}"/>
          </ac:spMkLst>
        </pc:spChg>
        <pc:spChg chg="mod">
          <ac:chgData name="Daphne Economou" userId="d065a339-36cf-4937-af08-41751becbd81" providerId="ADAL" clId="{C07B9721-B360-497B-8C70-06AA56FC601C}" dt="2024-10-14T12:06:00.668" v="206" actId="20577"/>
          <ac:spMkLst>
            <pc:docMk/>
            <pc:sldMk cId="4131529968" sldId="619"/>
            <ac:spMk id="12" creationId="{47C3935C-E94D-0BAF-DDB7-EA7DFBC9E6B7}"/>
          </ac:spMkLst>
        </pc:spChg>
      </pc:sldChg>
      <pc:sldChg chg="addSp delSp modSp mod delAnim modAnim">
        <pc:chgData name="Daphne Economou" userId="d065a339-36cf-4937-af08-41751becbd81" providerId="ADAL" clId="{C07B9721-B360-497B-8C70-06AA56FC601C}" dt="2024-10-14T15:49:11.887" v="804" actId="313"/>
        <pc:sldMkLst>
          <pc:docMk/>
          <pc:sldMk cId="2324227175" sldId="620"/>
        </pc:sldMkLst>
        <pc:spChg chg="mod">
          <ac:chgData name="Daphne Economou" userId="d065a339-36cf-4937-af08-41751becbd81" providerId="ADAL" clId="{C07B9721-B360-497B-8C70-06AA56FC601C}" dt="2024-10-14T15:49:11.887" v="804" actId="313"/>
          <ac:spMkLst>
            <pc:docMk/>
            <pc:sldMk cId="2324227175" sldId="620"/>
            <ac:spMk id="3" creationId="{D884460D-C706-4BE0-E545-69A0F9194EB4}"/>
          </ac:spMkLst>
        </pc:spChg>
        <pc:spChg chg="mod">
          <ac:chgData name="Daphne Economou" userId="d065a339-36cf-4937-af08-41751becbd81" providerId="ADAL" clId="{C07B9721-B360-497B-8C70-06AA56FC601C}" dt="2024-10-14T12:29:40.503" v="301" actId="1076"/>
          <ac:spMkLst>
            <pc:docMk/>
            <pc:sldMk cId="2324227175" sldId="620"/>
            <ac:spMk id="4" creationId="{BFF2CD58-0979-C2B1-9C8E-1B423554BA01}"/>
          </ac:spMkLst>
        </pc:spChg>
        <pc:spChg chg="del mod">
          <ac:chgData name="Daphne Economou" userId="d065a339-36cf-4937-af08-41751becbd81" providerId="ADAL" clId="{C07B9721-B360-497B-8C70-06AA56FC601C}" dt="2024-10-14T12:17:09.812" v="260" actId="478"/>
          <ac:spMkLst>
            <pc:docMk/>
            <pc:sldMk cId="2324227175" sldId="620"/>
            <ac:spMk id="32" creationId="{D6F9FE6F-B1EE-F672-80FC-5A474E07B0EC}"/>
          </ac:spMkLst>
        </pc:spChg>
        <pc:grpChg chg="del">
          <ac:chgData name="Daphne Economou" userId="d065a339-36cf-4937-af08-41751becbd81" providerId="ADAL" clId="{C07B9721-B360-497B-8C70-06AA56FC601C}" dt="2024-10-14T12:08:40.361" v="211" actId="478"/>
          <ac:grpSpMkLst>
            <pc:docMk/>
            <pc:sldMk cId="2324227175" sldId="620"/>
            <ac:grpSpMk id="22" creationId="{4581235C-47E5-1114-BB00-02AE594DA126}"/>
          </ac:grpSpMkLst>
        </pc:grpChg>
        <pc:inkChg chg="add del mod">
          <ac:chgData name="Daphne Economou" userId="d065a339-36cf-4937-af08-41751becbd81" providerId="ADAL" clId="{C07B9721-B360-497B-8C70-06AA56FC601C}" dt="2024-10-14T12:09:27.059" v="225" actId="478"/>
          <ac:inkMkLst>
            <pc:docMk/>
            <pc:sldMk cId="2324227175" sldId="620"/>
            <ac:inkMk id="5" creationId="{ADA6C23C-BD7B-EDBB-A417-3026EC2E66DD}"/>
          </ac:inkMkLst>
        </pc:inkChg>
        <pc:inkChg chg="del">
          <ac:chgData name="Daphne Economou" userId="d065a339-36cf-4937-af08-41751becbd81" providerId="ADAL" clId="{C07B9721-B360-497B-8C70-06AA56FC601C}" dt="2024-10-14T12:08:50.639" v="217" actId="478"/>
          <ac:inkMkLst>
            <pc:docMk/>
            <pc:sldMk cId="2324227175" sldId="620"/>
            <ac:inkMk id="15" creationId="{E7EA1131-CC2B-2A5C-E1DA-67890BB136A5}"/>
          </ac:inkMkLst>
        </pc:inkChg>
        <pc:inkChg chg="del">
          <ac:chgData name="Daphne Economou" userId="d065a339-36cf-4937-af08-41751becbd81" providerId="ADAL" clId="{C07B9721-B360-497B-8C70-06AA56FC601C}" dt="2024-10-14T12:08:43.931" v="213" actId="478"/>
          <ac:inkMkLst>
            <pc:docMk/>
            <pc:sldMk cId="2324227175" sldId="620"/>
            <ac:inkMk id="16" creationId="{974AC1AB-3864-06BE-BBD0-94B38DBB54AC}"/>
          </ac:inkMkLst>
        </pc:inkChg>
        <pc:inkChg chg="del">
          <ac:chgData name="Daphne Economou" userId="d065a339-36cf-4937-af08-41751becbd81" providerId="ADAL" clId="{C07B9721-B360-497B-8C70-06AA56FC601C}" dt="2024-10-14T12:08:42.582" v="212" actId="478"/>
          <ac:inkMkLst>
            <pc:docMk/>
            <pc:sldMk cId="2324227175" sldId="620"/>
            <ac:inkMk id="17" creationId="{0B04E905-DFEB-21E6-E903-716DF2009B87}"/>
          </ac:inkMkLst>
        </pc:inkChg>
        <pc:inkChg chg="del">
          <ac:chgData name="Daphne Economou" userId="d065a339-36cf-4937-af08-41751becbd81" providerId="ADAL" clId="{C07B9721-B360-497B-8C70-06AA56FC601C}" dt="2024-10-14T12:08:45.187" v="214" actId="478"/>
          <ac:inkMkLst>
            <pc:docMk/>
            <pc:sldMk cId="2324227175" sldId="620"/>
            <ac:inkMk id="18" creationId="{E406CFBA-65D7-7E6C-38C1-B77F016A64B6}"/>
          </ac:inkMkLst>
        </pc:inkChg>
        <pc:inkChg chg="del">
          <ac:chgData name="Daphne Economou" userId="d065a339-36cf-4937-af08-41751becbd81" providerId="ADAL" clId="{C07B9721-B360-497B-8C70-06AA56FC601C}" dt="2024-10-14T12:08:46.711" v="215" actId="478"/>
          <ac:inkMkLst>
            <pc:docMk/>
            <pc:sldMk cId="2324227175" sldId="620"/>
            <ac:inkMk id="19" creationId="{B2CD8D58-801B-E834-0FB2-87D802B0DD09}"/>
          </ac:inkMkLst>
        </pc:inkChg>
        <pc:inkChg chg="del">
          <ac:chgData name="Daphne Economou" userId="d065a339-36cf-4937-af08-41751becbd81" providerId="ADAL" clId="{C07B9721-B360-497B-8C70-06AA56FC601C}" dt="2024-10-14T12:10:24.828" v="228" actId="478"/>
          <ac:inkMkLst>
            <pc:docMk/>
            <pc:sldMk cId="2324227175" sldId="620"/>
            <ac:inkMk id="23" creationId="{F9C7E59D-6DF2-52D6-999F-712DAC96B457}"/>
          </ac:inkMkLst>
        </pc:inkChg>
        <pc:inkChg chg="del">
          <ac:chgData name="Daphne Economou" userId="d065a339-36cf-4937-af08-41751becbd81" providerId="ADAL" clId="{C07B9721-B360-497B-8C70-06AA56FC601C}" dt="2024-10-14T12:10:25.829" v="229" actId="478"/>
          <ac:inkMkLst>
            <pc:docMk/>
            <pc:sldMk cId="2324227175" sldId="620"/>
            <ac:inkMk id="24" creationId="{D7076783-EFA7-AAF0-4673-95B0FDAE4163}"/>
          </ac:inkMkLst>
        </pc:inkChg>
        <pc:inkChg chg="del">
          <ac:chgData name="Daphne Economou" userId="d065a339-36cf-4937-af08-41751becbd81" providerId="ADAL" clId="{C07B9721-B360-497B-8C70-06AA56FC601C}" dt="2024-10-14T12:10:23.216" v="227" actId="478"/>
          <ac:inkMkLst>
            <pc:docMk/>
            <pc:sldMk cId="2324227175" sldId="620"/>
            <ac:inkMk id="27" creationId="{E552C64D-82FF-7580-3CDB-725511E5F0A5}"/>
          </ac:inkMkLst>
        </pc:inkChg>
        <pc:inkChg chg="del mod">
          <ac:chgData name="Daphne Economou" userId="d065a339-36cf-4937-af08-41751becbd81" providerId="ADAL" clId="{C07B9721-B360-497B-8C70-06AA56FC601C}" dt="2024-10-14T12:10:21.633" v="226" actId="478"/>
          <ac:inkMkLst>
            <pc:docMk/>
            <pc:sldMk cId="2324227175" sldId="620"/>
            <ac:inkMk id="29" creationId="{39A711D8-A679-8DA0-4936-DAB8E0DD5147}"/>
          </ac:inkMkLst>
        </pc:inkChg>
        <pc:inkChg chg="del">
          <ac:chgData name="Daphne Economou" userId="d065a339-36cf-4937-af08-41751becbd81" providerId="ADAL" clId="{C07B9721-B360-497B-8C70-06AA56FC601C}" dt="2024-10-14T12:10:27.654" v="230" actId="478"/>
          <ac:inkMkLst>
            <pc:docMk/>
            <pc:sldMk cId="2324227175" sldId="620"/>
            <ac:inkMk id="31" creationId="{4ADFF934-E18B-6AF8-014E-3402FADB87BE}"/>
          </ac:inkMkLst>
        </pc:inkChg>
      </pc:sldChg>
      <pc:sldChg chg="modSp mod">
        <pc:chgData name="Daphne Economou" userId="d065a339-36cf-4937-af08-41751becbd81" providerId="ADAL" clId="{C07B9721-B360-497B-8C70-06AA56FC601C}" dt="2024-10-14T16:33:40.919" v="1272" actId="20577"/>
        <pc:sldMkLst>
          <pc:docMk/>
          <pc:sldMk cId="883541173" sldId="642"/>
        </pc:sldMkLst>
        <pc:spChg chg="mod">
          <ac:chgData name="Daphne Economou" userId="d065a339-36cf-4937-af08-41751becbd81" providerId="ADAL" clId="{C07B9721-B360-497B-8C70-06AA56FC601C}" dt="2024-10-14T16:33:40.919" v="1272" actId="20577"/>
          <ac:spMkLst>
            <pc:docMk/>
            <pc:sldMk cId="883541173" sldId="642"/>
            <ac:spMk id="6" creationId="{DEF3B59E-A858-1D83-C871-94E0AE78BD93}"/>
          </ac:spMkLst>
        </pc:spChg>
      </pc:sldChg>
      <pc:sldChg chg="modSp mod">
        <pc:chgData name="Daphne Economou" userId="d065a339-36cf-4937-af08-41751becbd81" providerId="ADAL" clId="{C07B9721-B360-497B-8C70-06AA56FC601C}" dt="2024-10-14T16:46:46.517" v="1309" actId="113"/>
        <pc:sldMkLst>
          <pc:docMk/>
          <pc:sldMk cId="3526452111" sldId="648"/>
        </pc:sldMkLst>
        <pc:spChg chg="mod">
          <ac:chgData name="Daphne Economou" userId="d065a339-36cf-4937-af08-41751becbd81" providerId="ADAL" clId="{C07B9721-B360-497B-8C70-06AA56FC601C}" dt="2024-10-14T16:46:46.517" v="1309" actId="113"/>
          <ac:spMkLst>
            <pc:docMk/>
            <pc:sldMk cId="3526452111" sldId="648"/>
            <ac:spMk id="3" creationId="{F20C17D9-9C97-AEB8-88C5-EECE8C25C0D5}"/>
          </ac:spMkLst>
        </pc:spChg>
      </pc:sldChg>
      <pc:sldChg chg="add del">
        <pc:chgData name="Daphne Economou" userId="d065a339-36cf-4937-af08-41751becbd81" providerId="ADAL" clId="{C07B9721-B360-497B-8C70-06AA56FC601C}" dt="2024-10-14T16:46:11.563" v="1302" actId="47"/>
        <pc:sldMkLst>
          <pc:docMk/>
          <pc:sldMk cId="4120438286" sldId="654"/>
        </pc:sldMkLst>
      </pc:sldChg>
      <pc:sldChg chg="del">
        <pc:chgData name="Daphne Economou" userId="d065a339-36cf-4937-af08-41751becbd81" providerId="ADAL" clId="{C07B9721-B360-497B-8C70-06AA56FC601C}" dt="2024-10-14T16:47:25.531" v="1310" actId="47"/>
        <pc:sldMkLst>
          <pc:docMk/>
          <pc:sldMk cId="2595989643" sldId="703"/>
        </pc:sldMkLst>
      </pc:sldChg>
      <pc:sldChg chg="modSp mod">
        <pc:chgData name="Daphne Economou" userId="d065a339-36cf-4937-af08-41751becbd81" providerId="ADAL" clId="{C07B9721-B360-497B-8C70-06AA56FC601C}" dt="2024-10-14T15:03:57.114" v="465" actId="404"/>
        <pc:sldMkLst>
          <pc:docMk/>
          <pc:sldMk cId="3907684350" sldId="706"/>
        </pc:sldMkLst>
        <pc:spChg chg="mod">
          <ac:chgData name="Daphne Economou" userId="d065a339-36cf-4937-af08-41751becbd81" providerId="ADAL" clId="{C07B9721-B360-497B-8C70-06AA56FC601C}" dt="2024-10-14T15:01:07.915" v="454" actId="20577"/>
          <ac:spMkLst>
            <pc:docMk/>
            <pc:sldMk cId="3907684350" sldId="706"/>
            <ac:spMk id="7" creationId="{3CCBB6BC-9A6A-3B4B-6D9D-A57DFFCA907E}"/>
          </ac:spMkLst>
        </pc:spChg>
        <pc:spChg chg="mod">
          <ac:chgData name="Daphne Economou" userId="d065a339-36cf-4937-af08-41751becbd81" providerId="ADAL" clId="{C07B9721-B360-497B-8C70-06AA56FC601C}" dt="2024-10-14T15:03:42.699" v="463" actId="14100"/>
          <ac:spMkLst>
            <pc:docMk/>
            <pc:sldMk cId="3907684350" sldId="706"/>
            <ac:spMk id="8" creationId="{AADEFA6B-CB81-A8BE-FA57-FB20819828F7}"/>
          </ac:spMkLst>
        </pc:spChg>
        <pc:spChg chg="mod">
          <ac:chgData name="Daphne Economou" userId="d065a339-36cf-4937-af08-41751becbd81" providerId="ADAL" clId="{C07B9721-B360-497B-8C70-06AA56FC601C}" dt="2024-10-14T15:03:57.114" v="465" actId="404"/>
          <ac:spMkLst>
            <pc:docMk/>
            <pc:sldMk cId="3907684350" sldId="706"/>
            <ac:spMk id="9" creationId="{DE78D70B-9889-49AC-BEF0-C7F3BC968B04}"/>
          </ac:spMkLst>
        </pc:spChg>
      </pc:sldChg>
      <pc:sldChg chg="modSp mod">
        <pc:chgData name="Daphne Economou" userId="d065a339-36cf-4937-af08-41751becbd81" providerId="ADAL" clId="{C07B9721-B360-497B-8C70-06AA56FC601C}" dt="2024-10-14T15:03:52.970" v="464" actId="404"/>
        <pc:sldMkLst>
          <pc:docMk/>
          <pc:sldMk cId="517372038" sldId="707"/>
        </pc:sldMkLst>
        <pc:spChg chg="mod">
          <ac:chgData name="Daphne Economou" userId="d065a339-36cf-4937-af08-41751becbd81" providerId="ADAL" clId="{C07B9721-B360-497B-8C70-06AA56FC601C}" dt="2024-10-14T15:03:32.851" v="458" actId="313"/>
          <ac:spMkLst>
            <pc:docMk/>
            <pc:sldMk cId="517372038" sldId="707"/>
            <ac:spMk id="8" creationId="{AADEFA6B-CB81-A8BE-FA57-FB20819828F7}"/>
          </ac:spMkLst>
        </pc:spChg>
        <pc:spChg chg="mod">
          <ac:chgData name="Daphne Economou" userId="d065a339-36cf-4937-af08-41751becbd81" providerId="ADAL" clId="{C07B9721-B360-497B-8C70-06AA56FC601C}" dt="2024-10-14T15:03:52.970" v="464" actId="404"/>
          <ac:spMkLst>
            <pc:docMk/>
            <pc:sldMk cId="517372038" sldId="707"/>
            <ac:spMk id="9" creationId="{DE78D70B-9889-49AC-BEF0-C7F3BC968B04}"/>
          </ac:spMkLst>
        </pc:spChg>
      </pc:sldChg>
      <pc:sldChg chg="modSp mod">
        <pc:chgData name="Daphne Economou" userId="d065a339-36cf-4937-af08-41751becbd81" providerId="ADAL" clId="{C07B9721-B360-497B-8C70-06AA56FC601C}" dt="2024-10-14T15:04:01.467" v="466" actId="404"/>
        <pc:sldMkLst>
          <pc:docMk/>
          <pc:sldMk cId="7726752" sldId="708"/>
        </pc:sldMkLst>
        <pc:spChg chg="mod">
          <ac:chgData name="Daphne Economou" userId="d065a339-36cf-4937-af08-41751becbd81" providerId="ADAL" clId="{C07B9721-B360-497B-8C70-06AA56FC601C}" dt="2024-10-14T11:22:53.197" v="10" actId="113"/>
          <ac:spMkLst>
            <pc:docMk/>
            <pc:sldMk cId="7726752" sldId="708"/>
            <ac:spMk id="8" creationId="{AADEFA6B-CB81-A8BE-FA57-FB20819828F7}"/>
          </ac:spMkLst>
        </pc:spChg>
        <pc:spChg chg="mod">
          <ac:chgData name="Daphne Economou" userId="d065a339-36cf-4937-af08-41751becbd81" providerId="ADAL" clId="{C07B9721-B360-497B-8C70-06AA56FC601C}" dt="2024-10-14T15:04:01.467" v="466" actId="404"/>
          <ac:spMkLst>
            <pc:docMk/>
            <pc:sldMk cId="7726752" sldId="708"/>
            <ac:spMk id="9" creationId="{DE78D70B-9889-49AC-BEF0-C7F3BC968B04}"/>
          </ac:spMkLst>
        </pc:spChg>
      </pc:sldChg>
      <pc:sldChg chg="modSp mod">
        <pc:chgData name="Daphne Economou" userId="d065a339-36cf-4937-af08-41751becbd81" providerId="ADAL" clId="{C07B9721-B360-497B-8C70-06AA56FC601C}" dt="2024-10-14T11:23:22.934" v="12" actId="113"/>
        <pc:sldMkLst>
          <pc:docMk/>
          <pc:sldMk cId="3900498882" sldId="711"/>
        </pc:sldMkLst>
        <pc:spChg chg="mod">
          <ac:chgData name="Daphne Economou" userId="d065a339-36cf-4937-af08-41751becbd81" providerId="ADAL" clId="{C07B9721-B360-497B-8C70-06AA56FC601C}" dt="2024-10-14T11:23:22.934" v="12" actId="113"/>
          <ac:spMkLst>
            <pc:docMk/>
            <pc:sldMk cId="3900498882" sldId="711"/>
            <ac:spMk id="7" creationId="{CB01AD68-11AB-FAB3-BC0C-947BF96C5264}"/>
          </ac:spMkLst>
        </pc:spChg>
      </pc:sldChg>
      <pc:sldChg chg="add del">
        <pc:chgData name="Daphne Economou" userId="d065a339-36cf-4937-af08-41751becbd81" providerId="ADAL" clId="{C07B9721-B360-497B-8C70-06AA56FC601C}" dt="2024-10-14T15:29:43.619" v="626" actId="47"/>
        <pc:sldMkLst>
          <pc:docMk/>
          <pc:sldMk cId="215782067" sldId="714"/>
        </pc:sldMkLst>
      </pc:sldChg>
      <pc:sldChg chg="modSp add del mod">
        <pc:chgData name="Daphne Economou" userId="d065a339-36cf-4937-af08-41751becbd81" providerId="ADAL" clId="{C07B9721-B360-497B-8C70-06AA56FC601C}" dt="2024-10-14T15:33:23.816" v="665" actId="47"/>
        <pc:sldMkLst>
          <pc:docMk/>
          <pc:sldMk cId="877855720" sldId="715"/>
        </pc:sldMkLst>
        <pc:spChg chg="mod">
          <ac:chgData name="Daphne Economou" userId="d065a339-36cf-4937-af08-41751becbd81" providerId="ADAL" clId="{C07B9721-B360-497B-8C70-06AA56FC601C}" dt="2024-10-14T15:23:33.857" v="584" actId="404"/>
          <ac:spMkLst>
            <pc:docMk/>
            <pc:sldMk cId="877855720" sldId="715"/>
            <ac:spMk id="3" creationId="{D5E51469-F0F1-33CB-2F64-048E9043262A}"/>
          </ac:spMkLst>
        </pc:spChg>
      </pc:sldChg>
      <pc:sldChg chg="add del">
        <pc:chgData name="Daphne Economou" userId="d065a339-36cf-4937-af08-41751becbd81" providerId="ADAL" clId="{C07B9721-B360-497B-8C70-06AA56FC601C}" dt="2024-10-14T15:33:25.005" v="666" actId="47"/>
        <pc:sldMkLst>
          <pc:docMk/>
          <pc:sldMk cId="1789755936" sldId="717"/>
        </pc:sldMkLst>
      </pc:sldChg>
      <pc:sldChg chg="modSp add del mod">
        <pc:chgData name="Daphne Economou" userId="d065a339-36cf-4937-af08-41751becbd81" providerId="ADAL" clId="{C07B9721-B360-497B-8C70-06AA56FC601C}" dt="2024-10-14T15:33:21.518" v="664" actId="47"/>
        <pc:sldMkLst>
          <pc:docMk/>
          <pc:sldMk cId="180838981" sldId="718"/>
        </pc:sldMkLst>
        <pc:spChg chg="mod">
          <ac:chgData name="Daphne Economou" userId="d065a339-36cf-4937-af08-41751becbd81" providerId="ADAL" clId="{C07B9721-B360-497B-8C70-06AA56FC601C}" dt="2024-10-14T15:22:41.153" v="579" actId="27636"/>
          <ac:spMkLst>
            <pc:docMk/>
            <pc:sldMk cId="180838981" sldId="718"/>
            <ac:spMk id="3" creationId="{D5E51469-F0F1-33CB-2F64-048E9043262A}"/>
          </ac:spMkLst>
        </pc:spChg>
      </pc:sldChg>
      <pc:sldChg chg="modSp">
        <pc:chgData name="Daphne Economou" userId="d065a339-36cf-4937-af08-41751becbd81" providerId="ADAL" clId="{C07B9721-B360-497B-8C70-06AA56FC601C}" dt="2024-10-14T15:07:28.552" v="468" actId="113"/>
        <pc:sldMkLst>
          <pc:docMk/>
          <pc:sldMk cId="3513902615" sldId="719"/>
        </pc:sldMkLst>
        <pc:spChg chg="mod">
          <ac:chgData name="Daphne Economou" userId="d065a339-36cf-4937-af08-41751becbd81" providerId="ADAL" clId="{C07B9721-B360-497B-8C70-06AA56FC601C}" dt="2024-10-14T15:07:28.552" v="468" actId="113"/>
          <ac:spMkLst>
            <pc:docMk/>
            <pc:sldMk cId="3513902615" sldId="719"/>
            <ac:spMk id="8" creationId="{B961B8B1-0BAE-C94F-ECC7-00822F5A2044}"/>
          </ac:spMkLst>
        </pc:spChg>
      </pc:sldChg>
      <pc:sldChg chg="modSp mod">
        <pc:chgData name="Daphne Economou" userId="d065a339-36cf-4937-af08-41751becbd81" providerId="ADAL" clId="{C07B9721-B360-497B-8C70-06AA56FC601C}" dt="2024-10-14T15:09:29.126" v="537" actId="1076"/>
        <pc:sldMkLst>
          <pc:docMk/>
          <pc:sldMk cId="1144668866" sldId="721"/>
        </pc:sldMkLst>
        <pc:spChg chg="mod">
          <ac:chgData name="Daphne Economou" userId="d065a339-36cf-4937-af08-41751becbd81" providerId="ADAL" clId="{C07B9721-B360-497B-8C70-06AA56FC601C}" dt="2024-10-14T15:09:29.126" v="537" actId="1076"/>
          <ac:spMkLst>
            <pc:docMk/>
            <pc:sldMk cId="1144668866" sldId="721"/>
            <ac:spMk id="3" creationId="{AACD3776-E254-0993-1174-97CBAB31284A}"/>
          </ac:spMkLst>
        </pc:spChg>
      </pc:sldChg>
      <pc:sldChg chg="addSp modSp mod modAnim">
        <pc:chgData name="Daphne Economou" userId="d065a339-36cf-4937-af08-41751becbd81" providerId="ADAL" clId="{C07B9721-B360-497B-8C70-06AA56FC601C}" dt="2024-10-14T15:45:38.793" v="784" actId="948"/>
        <pc:sldMkLst>
          <pc:docMk/>
          <pc:sldMk cId="1819132917" sldId="722"/>
        </pc:sldMkLst>
        <pc:spChg chg="mod">
          <ac:chgData name="Daphne Economou" userId="d065a339-36cf-4937-af08-41751becbd81" providerId="ADAL" clId="{C07B9721-B360-497B-8C70-06AA56FC601C}" dt="2024-10-14T15:45:38.793" v="784" actId="948"/>
          <ac:spMkLst>
            <pc:docMk/>
            <pc:sldMk cId="1819132917" sldId="722"/>
            <ac:spMk id="3" creationId="{71A9DC47-26D1-B4F2-52EA-44A558A4A7D7}"/>
          </ac:spMkLst>
        </pc:spChg>
        <pc:spChg chg="add">
          <ac:chgData name="Daphne Economou" userId="d065a339-36cf-4937-af08-41751becbd81" providerId="ADAL" clId="{C07B9721-B360-497B-8C70-06AA56FC601C}" dt="2024-10-14T15:42:04.105" v="756"/>
          <ac:spMkLst>
            <pc:docMk/>
            <pc:sldMk cId="1819132917" sldId="722"/>
            <ac:spMk id="6" creationId="{78DB2E0C-F373-F8FA-2A34-D2CFF171CE57}"/>
          </ac:spMkLst>
        </pc:spChg>
        <pc:spChg chg="add mod">
          <ac:chgData name="Daphne Economou" userId="d065a339-36cf-4937-af08-41751becbd81" providerId="ADAL" clId="{C07B9721-B360-497B-8C70-06AA56FC601C}" dt="2024-10-14T15:42:20.750" v="758"/>
          <ac:spMkLst>
            <pc:docMk/>
            <pc:sldMk cId="1819132917" sldId="722"/>
            <ac:spMk id="7" creationId="{5527BDA3-AC79-0626-8F29-ECC1F726E640}"/>
          </ac:spMkLst>
        </pc:spChg>
      </pc:sldChg>
      <pc:sldChg chg="modSp">
        <pc:chgData name="Daphne Economou" userId="d065a339-36cf-4937-af08-41751becbd81" providerId="ADAL" clId="{C07B9721-B360-497B-8C70-06AA56FC601C}" dt="2024-10-14T15:08:54.790" v="528" actId="108"/>
        <pc:sldMkLst>
          <pc:docMk/>
          <pc:sldMk cId="1579048624" sldId="724"/>
        </pc:sldMkLst>
        <pc:spChg chg="mod">
          <ac:chgData name="Daphne Economou" userId="d065a339-36cf-4937-af08-41751becbd81" providerId="ADAL" clId="{C07B9721-B360-497B-8C70-06AA56FC601C}" dt="2024-10-14T15:08:54.790" v="528" actId="108"/>
          <ac:spMkLst>
            <pc:docMk/>
            <pc:sldMk cId="1579048624" sldId="724"/>
            <ac:spMk id="12" creationId="{7DCB0DDB-AF58-F414-4AE2-6CF8760AD57E}"/>
          </ac:spMkLst>
        </pc:spChg>
      </pc:sldChg>
      <pc:sldChg chg="addSp modSp mod modAnim">
        <pc:chgData name="Daphne Economou" userId="d065a339-36cf-4937-af08-41751becbd81" providerId="ADAL" clId="{C07B9721-B360-497B-8C70-06AA56FC601C}" dt="2024-10-14T15:45:59.230" v="789" actId="313"/>
        <pc:sldMkLst>
          <pc:docMk/>
          <pc:sldMk cId="2008307533" sldId="725"/>
        </pc:sldMkLst>
        <pc:spChg chg="mod">
          <ac:chgData name="Daphne Economou" userId="d065a339-36cf-4937-af08-41751becbd81" providerId="ADAL" clId="{C07B9721-B360-497B-8C70-06AA56FC601C}" dt="2024-10-14T15:45:59.230" v="789" actId="313"/>
          <ac:spMkLst>
            <pc:docMk/>
            <pc:sldMk cId="2008307533" sldId="725"/>
            <ac:spMk id="3" creationId="{71A9DC47-26D1-B4F2-52EA-44A558A4A7D7}"/>
          </ac:spMkLst>
        </pc:spChg>
        <pc:spChg chg="add">
          <ac:chgData name="Daphne Economou" userId="d065a339-36cf-4937-af08-41751becbd81" providerId="ADAL" clId="{C07B9721-B360-497B-8C70-06AA56FC601C}" dt="2024-10-14T15:44:20.055" v="765"/>
          <ac:spMkLst>
            <pc:docMk/>
            <pc:sldMk cId="2008307533" sldId="725"/>
            <ac:spMk id="6" creationId="{4359AB51-D516-3D21-6715-E62E18BC9FD6}"/>
          </ac:spMkLst>
        </pc:spChg>
      </pc:sldChg>
      <pc:sldChg chg="addSp delSp modSp mod ord modAnim">
        <pc:chgData name="Daphne Economou" userId="d065a339-36cf-4937-af08-41751becbd81" providerId="ADAL" clId="{C07B9721-B360-497B-8C70-06AA56FC601C}" dt="2024-10-14T15:49:27.450" v="808" actId="313"/>
        <pc:sldMkLst>
          <pc:docMk/>
          <pc:sldMk cId="2437875490" sldId="726"/>
        </pc:sldMkLst>
        <pc:spChg chg="mod">
          <ac:chgData name="Daphne Economou" userId="d065a339-36cf-4937-af08-41751becbd81" providerId="ADAL" clId="{C07B9721-B360-497B-8C70-06AA56FC601C}" dt="2024-10-14T15:49:27.450" v="808" actId="313"/>
          <ac:spMkLst>
            <pc:docMk/>
            <pc:sldMk cId="2437875490" sldId="726"/>
            <ac:spMk id="3" creationId="{D884460D-C706-4BE0-E545-69A0F9194EB4}"/>
          </ac:spMkLst>
        </pc:spChg>
        <pc:spChg chg="add mod">
          <ac:chgData name="Daphne Economou" userId="d065a339-36cf-4937-af08-41751becbd81" providerId="ADAL" clId="{C07B9721-B360-497B-8C70-06AA56FC601C}" dt="2024-10-14T12:21:43.387" v="279" actId="1076"/>
          <ac:spMkLst>
            <pc:docMk/>
            <pc:sldMk cId="2437875490" sldId="726"/>
            <ac:spMk id="4" creationId="{0D1D194E-C675-0A65-2EF6-5D2D1A7FA23A}"/>
          </ac:spMkLst>
        </pc:spChg>
        <pc:spChg chg="add mod">
          <ac:chgData name="Daphne Economou" userId="d065a339-36cf-4937-af08-41751becbd81" providerId="ADAL" clId="{C07B9721-B360-497B-8C70-06AA56FC601C}" dt="2024-10-14T12:35:42.276" v="340" actId="113"/>
          <ac:spMkLst>
            <pc:docMk/>
            <pc:sldMk cId="2437875490" sldId="726"/>
            <ac:spMk id="23" creationId="{069F1D3F-59DF-ED73-A2BA-3F33B36365E7}"/>
          </ac:spMkLst>
        </pc:spChg>
        <pc:inkChg chg="add del">
          <ac:chgData name="Daphne Economou" userId="d065a339-36cf-4937-af08-41751becbd81" providerId="ADAL" clId="{C07B9721-B360-497B-8C70-06AA56FC601C}" dt="2024-10-14T12:24:21.265" v="283" actId="9405"/>
          <ac:inkMkLst>
            <pc:docMk/>
            <pc:sldMk cId="2437875490" sldId="726"/>
            <ac:inkMk id="5" creationId="{BBCAF6FB-35E3-4C16-15EE-776DA9A49FFC}"/>
          </ac:inkMkLst>
        </pc:inkChg>
        <pc:inkChg chg="add del">
          <ac:chgData name="Daphne Economou" userId="d065a339-36cf-4937-af08-41751becbd81" providerId="ADAL" clId="{C07B9721-B360-497B-8C70-06AA56FC601C}" dt="2024-10-14T12:24:40.952" v="286" actId="9405"/>
          <ac:inkMkLst>
            <pc:docMk/>
            <pc:sldMk cId="2437875490" sldId="726"/>
            <ac:inkMk id="10" creationId="{01F9E1FB-5C72-3397-FB1B-6E7F3BEF9450}"/>
          </ac:inkMkLst>
        </pc:inkChg>
        <pc:inkChg chg="add del">
          <ac:chgData name="Daphne Economou" userId="d065a339-36cf-4937-af08-41751becbd81" providerId="ADAL" clId="{C07B9721-B360-497B-8C70-06AA56FC601C}" dt="2024-10-14T12:24:59.532" v="288" actId="9405"/>
          <ac:inkMkLst>
            <pc:docMk/>
            <pc:sldMk cId="2437875490" sldId="726"/>
            <ac:inkMk id="11" creationId="{2774651E-D657-8104-0A79-B7B0ADD296ED}"/>
          </ac:inkMkLst>
        </pc:inkChg>
        <pc:inkChg chg="add del">
          <ac:chgData name="Daphne Economou" userId="d065a339-36cf-4937-af08-41751becbd81" providerId="ADAL" clId="{C07B9721-B360-497B-8C70-06AA56FC601C}" dt="2024-10-14T12:25:04.693" v="290" actId="9405"/>
          <ac:inkMkLst>
            <pc:docMk/>
            <pc:sldMk cId="2437875490" sldId="726"/>
            <ac:inkMk id="12" creationId="{DD1E37F4-3C51-105F-4136-B48DA5D6854D}"/>
          </ac:inkMkLst>
        </pc:inkChg>
        <pc:inkChg chg="add del">
          <ac:chgData name="Daphne Economou" userId="d065a339-36cf-4937-af08-41751becbd81" providerId="ADAL" clId="{C07B9721-B360-497B-8C70-06AA56FC601C}" dt="2024-10-14T12:25:14.423" v="292" actId="9405"/>
          <ac:inkMkLst>
            <pc:docMk/>
            <pc:sldMk cId="2437875490" sldId="726"/>
            <ac:inkMk id="13" creationId="{F2E8CB0C-5BC1-C6D9-72BB-B5F3E1DF8776}"/>
          </ac:inkMkLst>
        </pc:inkChg>
        <pc:inkChg chg="add del">
          <ac:chgData name="Daphne Economou" userId="d065a339-36cf-4937-af08-41751becbd81" providerId="ADAL" clId="{C07B9721-B360-497B-8C70-06AA56FC601C}" dt="2024-10-14T12:25:22.458" v="294" actId="9405"/>
          <ac:inkMkLst>
            <pc:docMk/>
            <pc:sldMk cId="2437875490" sldId="726"/>
            <ac:inkMk id="14" creationId="{1F809FFC-54F7-2A4C-E090-0AADDF882E38}"/>
          </ac:inkMkLst>
        </pc:inkChg>
        <pc:inkChg chg="add del">
          <ac:chgData name="Daphne Economou" userId="d065a339-36cf-4937-af08-41751becbd81" providerId="ADAL" clId="{C07B9721-B360-497B-8C70-06AA56FC601C}" dt="2024-10-14T12:31:59.870" v="305" actId="478"/>
          <ac:inkMkLst>
            <pc:docMk/>
            <pc:sldMk cId="2437875490" sldId="726"/>
            <ac:inkMk id="15" creationId="{C53DBFA4-89A0-E9C1-5690-5E63725DEC91}"/>
          </ac:inkMkLst>
        </pc:inkChg>
        <pc:inkChg chg="add del">
          <ac:chgData name="Daphne Economou" userId="d065a339-36cf-4937-af08-41751becbd81" providerId="ADAL" clId="{C07B9721-B360-497B-8C70-06AA56FC601C}" dt="2024-10-14T12:31:59.870" v="305" actId="478"/>
          <ac:inkMkLst>
            <pc:docMk/>
            <pc:sldMk cId="2437875490" sldId="726"/>
            <ac:inkMk id="16" creationId="{AAA98907-0A99-3D12-A54D-C6FCAB8C1298}"/>
          </ac:inkMkLst>
        </pc:inkChg>
        <pc:inkChg chg="add del">
          <ac:chgData name="Daphne Economou" userId="d065a339-36cf-4937-af08-41751becbd81" providerId="ADAL" clId="{C07B9721-B360-497B-8C70-06AA56FC601C}" dt="2024-10-14T12:31:59.870" v="305" actId="478"/>
          <ac:inkMkLst>
            <pc:docMk/>
            <pc:sldMk cId="2437875490" sldId="726"/>
            <ac:inkMk id="17" creationId="{55982572-2F9E-24FF-D573-099CF4D38876}"/>
          </ac:inkMkLst>
        </pc:inkChg>
        <pc:inkChg chg="add del">
          <ac:chgData name="Daphne Economou" userId="d065a339-36cf-4937-af08-41751becbd81" providerId="ADAL" clId="{C07B9721-B360-497B-8C70-06AA56FC601C}" dt="2024-10-14T12:31:59.870" v="305" actId="478"/>
          <ac:inkMkLst>
            <pc:docMk/>
            <pc:sldMk cId="2437875490" sldId="726"/>
            <ac:inkMk id="18" creationId="{71CD37E8-43F9-80F4-077D-0A98DC6EAF84}"/>
          </ac:inkMkLst>
        </pc:inkChg>
        <pc:inkChg chg="add mod">
          <ac:chgData name="Daphne Economou" userId="d065a339-36cf-4937-af08-41751becbd81" providerId="ADAL" clId="{C07B9721-B360-497B-8C70-06AA56FC601C}" dt="2024-10-14T12:33:44.726" v="320" actId="14100"/>
          <ac:inkMkLst>
            <pc:docMk/>
            <pc:sldMk cId="2437875490" sldId="726"/>
            <ac:inkMk id="19" creationId="{F94CE606-4875-F8DF-2033-AA18CCD7C5A7}"/>
          </ac:inkMkLst>
        </pc:inkChg>
        <pc:inkChg chg="add">
          <ac:chgData name="Daphne Economou" userId="d065a339-36cf-4937-af08-41751becbd81" providerId="ADAL" clId="{C07B9721-B360-497B-8C70-06AA56FC601C}" dt="2024-10-14T12:32:18.962" v="307" actId="9405"/>
          <ac:inkMkLst>
            <pc:docMk/>
            <pc:sldMk cId="2437875490" sldId="726"/>
            <ac:inkMk id="20" creationId="{BCB36378-2C47-F295-92FC-4D6B7B99D912}"/>
          </ac:inkMkLst>
        </pc:inkChg>
        <pc:inkChg chg="add">
          <ac:chgData name="Daphne Economou" userId="d065a339-36cf-4937-af08-41751becbd81" providerId="ADAL" clId="{C07B9721-B360-497B-8C70-06AA56FC601C}" dt="2024-10-14T12:32:23.223" v="308" actId="9405"/>
          <ac:inkMkLst>
            <pc:docMk/>
            <pc:sldMk cId="2437875490" sldId="726"/>
            <ac:inkMk id="21" creationId="{EFF2F917-5327-9E78-C802-4A9E7248B814}"/>
          </ac:inkMkLst>
        </pc:inkChg>
        <pc:inkChg chg="add">
          <ac:chgData name="Daphne Economou" userId="d065a339-36cf-4937-af08-41751becbd81" providerId="ADAL" clId="{C07B9721-B360-497B-8C70-06AA56FC601C}" dt="2024-10-14T12:32:28.086" v="309" actId="9405"/>
          <ac:inkMkLst>
            <pc:docMk/>
            <pc:sldMk cId="2437875490" sldId="726"/>
            <ac:inkMk id="22" creationId="{682BC4D3-3B03-B76E-4693-1EC485E94BEF}"/>
          </ac:inkMkLst>
        </pc:inkChg>
      </pc:sldChg>
      <pc:sldChg chg="addSp delSp modSp mod modAnim">
        <pc:chgData name="Daphne Economou" userId="d065a339-36cf-4937-af08-41751becbd81" providerId="ADAL" clId="{C07B9721-B360-497B-8C70-06AA56FC601C}" dt="2024-10-14T15:49:33.795" v="812" actId="313"/>
        <pc:sldMkLst>
          <pc:docMk/>
          <pc:sldMk cId="4217510853" sldId="727"/>
        </pc:sldMkLst>
        <pc:spChg chg="mod">
          <ac:chgData name="Daphne Economou" userId="d065a339-36cf-4937-af08-41751becbd81" providerId="ADAL" clId="{C07B9721-B360-497B-8C70-06AA56FC601C}" dt="2024-10-14T15:49:33.795" v="812" actId="313"/>
          <ac:spMkLst>
            <pc:docMk/>
            <pc:sldMk cId="4217510853" sldId="727"/>
            <ac:spMk id="3" creationId="{D884460D-C706-4BE0-E545-69A0F9194EB4}"/>
          </ac:spMkLst>
        </pc:spChg>
        <pc:inkChg chg="mod">
          <ac:chgData name="Daphne Economou" userId="d065a339-36cf-4937-af08-41751becbd81" providerId="ADAL" clId="{C07B9721-B360-497B-8C70-06AA56FC601C}" dt="2024-10-14T12:38:01.722" v="346" actId="1076"/>
          <ac:inkMkLst>
            <pc:docMk/>
            <pc:sldMk cId="4217510853" sldId="727"/>
            <ac:inkMk id="10" creationId="{693734CE-9117-F158-C714-75BC210B9F40}"/>
          </ac:inkMkLst>
        </pc:inkChg>
        <pc:inkChg chg="add del">
          <ac:chgData name="Daphne Economou" userId="d065a339-36cf-4937-af08-41751becbd81" providerId="ADAL" clId="{C07B9721-B360-497B-8C70-06AA56FC601C}" dt="2024-10-14T12:26:33.176" v="296" actId="9405"/>
          <ac:inkMkLst>
            <pc:docMk/>
            <pc:sldMk cId="4217510853" sldId="727"/>
            <ac:inkMk id="12" creationId="{1D1B4F18-ADBA-23CE-2147-1934492DF1A1}"/>
          </ac:inkMkLst>
        </pc:inkChg>
        <pc:inkChg chg="add mod">
          <ac:chgData name="Daphne Economou" userId="d065a339-36cf-4937-af08-41751becbd81" providerId="ADAL" clId="{C07B9721-B360-497B-8C70-06AA56FC601C}" dt="2024-10-14T12:38:08.180" v="348" actId="1076"/>
          <ac:inkMkLst>
            <pc:docMk/>
            <pc:sldMk cId="4217510853" sldId="727"/>
            <ac:inkMk id="13" creationId="{75F79F1B-B86F-255F-81F1-3A864B01A984}"/>
          </ac:inkMkLst>
        </pc:inkChg>
        <pc:inkChg chg="mod">
          <ac:chgData name="Daphne Economou" userId="d065a339-36cf-4937-af08-41751becbd81" providerId="ADAL" clId="{C07B9721-B360-497B-8C70-06AA56FC601C}" dt="2024-10-14T12:24:32.122" v="284" actId="108"/>
          <ac:inkMkLst>
            <pc:docMk/>
            <pc:sldMk cId="4217510853" sldId="727"/>
            <ac:inkMk id="23" creationId="{F9C7E59D-6DF2-52D6-999F-712DAC96B457}"/>
          </ac:inkMkLst>
        </pc:inkChg>
      </pc:sldChg>
      <pc:sldChg chg="addSp modSp mod modAnim">
        <pc:chgData name="Daphne Economou" userId="d065a339-36cf-4937-af08-41751becbd81" providerId="ADAL" clId="{C07B9721-B360-497B-8C70-06AA56FC601C}" dt="2024-10-14T15:49:38.244" v="816" actId="313"/>
        <pc:sldMkLst>
          <pc:docMk/>
          <pc:sldMk cId="4046033052" sldId="728"/>
        </pc:sldMkLst>
        <pc:spChg chg="mod">
          <ac:chgData name="Daphne Economou" userId="d065a339-36cf-4937-af08-41751becbd81" providerId="ADAL" clId="{C07B9721-B360-497B-8C70-06AA56FC601C}" dt="2024-10-14T15:49:38.244" v="816" actId="313"/>
          <ac:spMkLst>
            <pc:docMk/>
            <pc:sldMk cId="4046033052" sldId="728"/>
            <ac:spMk id="3" creationId="{D884460D-C706-4BE0-E545-69A0F9194EB4}"/>
          </ac:spMkLst>
        </pc:spChg>
        <pc:inkChg chg="add mod">
          <ac:chgData name="Daphne Economou" userId="d065a339-36cf-4937-af08-41751becbd81" providerId="ADAL" clId="{C07B9721-B360-497B-8C70-06AA56FC601C}" dt="2024-10-14T12:39:39.810" v="352"/>
          <ac:inkMkLst>
            <pc:docMk/>
            <pc:sldMk cId="4046033052" sldId="728"/>
            <ac:inkMk id="5" creationId="{93E545A4-A62B-8FFE-E4AE-A6EDCBE028A0}"/>
          </ac:inkMkLst>
        </pc:inkChg>
        <pc:inkChg chg="add mod">
          <ac:chgData name="Daphne Economou" userId="d065a339-36cf-4937-af08-41751becbd81" providerId="ADAL" clId="{C07B9721-B360-497B-8C70-06AA56FC601C}" dt="2024-10-14T12:39:39.810" v="352"/>
          <ac:inkMkLst>
            <pc:docMk/>
            <pc:sldMk cId="4046033052" sldId="728"/>
            <ac:inkMk id="10" creationId="{E8DE2C9F-85F8-C93D-399A-5DD6E776DFC8}"/>
          </ac:inkMkLst>
        </pc:inkChg>
        <pc:inkChg chg="add mod">
          <ac:chgData name="Daphne Economou" userId="d065a339-36cf-4937-af08-41751becbd81" providerId="ADAL" clId="{C07B9721-B360-497B-8C70-06AA56FC601C}" dt="2024-10-14T12:39:50.641" v="353" actId="1076"/>
          <ac:inkMkLst>
            <pc:docMk/>
            <pc:sldMk cId="4046033052" sldId="728"/>
            <ac:inkMk id="11" creationId="{FA410B19-EB61-5FDF-9922-BE7DFA87B05F}"/>
          </ac:inkMkLst>
        </pc:inkChg>
      </pc:sldChg>
      <pc:sldChg chg="addSp delSp modSp mod">
        <pc:chgData name="Daphne Economou" userId="d065a339-36cf-4937-af08-41751becbd81" providerId="ADAL" clId="{C07B9721-B360-497B-8C70-06AA56FC601C}" dt="2024-10-14T15:49:47.892" v="820" actId="313"/>
        <pc:sldMkLst>
          <pc:docMk/>
          <pc:sldMk cId="1256835073" sldId="729"/>
        </pc:sldMkLst>
        <pc:spChg chg="mod">
          <ac:chgData name="Daphne Economou" userId="d065a339-36cf-4937-af08-41751becbd81" providerId="ADAL" clId="{C07B9721-B360-497B-8C70-06AA56FC601C}" dt="2024-10-14T15:49:47.892" v="820" actId="313"/>
          <ac:spMkLst>
            <pc:docMk/>
            <pc:sldMk cId="1256835073" sldId="729"/>
            <ac:spMk id="3" creationId="{D884460D-C706-4BE0-E545-69A0F9194EB4}"/>
          </ac:spMkLst>
        </pc:spChg>
        <pc:inkChg chg="mod">
          <ac:chgData name="Daphne Economou" userId="d065a339-36cf-4937-af08-41751becbd81" providerId="ADAL" clId="{C07B9721-B360-497B-8C70-06AA56FC601C}" dt="2024-10-14T12:41:50.570" v="364" actId="1076"/>
          <ac:inkMkLst>
            <pc:docMk/>
            <pc:sldMk cId="1256835073" sldId="729"/>
            <ac:inkMk id="11" creationId="{1216F827-871A-9BC5-194F-4220C8F0620B}"/>
          </ac:inkMkLst>
        </pc:inkChg>
        <pc:inkChg chg="add del">
          <ac:chgData name="Daphne Economou" userId="d065a339-36cf-4937-af08-41751becbd81" providerId="ADAL" clId="{C07B9721-B360-497B-8C70-06AA56FC601C}" dt="2024-10-14T12:41:31.480" v="360" actId="9405"/>
          <ac:inkMkLst>
            <pc:docMk/>
            <pc:sldMk cId="1256835073" sldId="729"/>
            <ac:inkMk id="12" creationId="{285B25A4-F143-A5A3-7CF3-F11346E6079F}"/>
          </ac:inkMkLst>
        </pc:inkChg>
        <pc:inkChg chg="add del">
          <ac:chgData name="Daphne Economou" userId="d065a339-36cf-4937-af08-41751becbd81" providerId="ADAL" clId="{C07B9721-B360-497B-8C70-06AA56FC601C}" dt="2024-10-14T12:41:37.974" v="362" actId="9405"/>
          <ac:inkMkLst>
            <pc:docMk/>
            <pc:sldMk cId="1256835073" sldId="729"/>
            <ac:inkMk id="13" creationId="{7D50F7F1-6576-DCBF-8E8E-E09E0EAD4E2C}"/>
          </ac:inkMkLst>
        </pc:inkChg>
      </pc:sldChg>
      <pc:sldChg chg="addSp modSp modAnim">
        <pc:chgData name="Daphne Economou" userId="d065a339-36cf-4937-af08-41751becbd81" providerId="ADAL" clId="{C07B9721-B360-497B-8C70-06AA56FC601C}" dt="2024-10-14T15:01:01.966" v="452" actId="6549"/>
        <pc:sldMkLst>
          <pc:docMk/>
          <pc:sldMk cId="1622898772" sldId="731"/>
        </pc:sldMkLst>
        <pc:spChg chg="mod">
          <ac:chgData name="Daphne Economou" userId="d065a339-36cf-4937-af08-41751becbd81" providerId="ADAL" clId="{C07B9721-B360-497B-8C70-06AA56FC601C}" dt="2024-10-14T15:01:01.966" v="452" actId="6549"/>
          <ac:spMkLst>
            <pc:docMk/>
            <pc:sldMk cId="1622898772" sldId="731"/>
            <ac:spMk id="2" creationId="{E6165EE8-DD84-6817-943E-CB524E80444F}"/>
          </ac:spMkLst>
        </pc:spChg>
        <pc:spChg chg="add mod">
          <ac:chgData name="Daphne Economou" userId="d065a339-36cf-4937-af08-41751becbd81" providerId="ADAL" clId="{C07B9721-B360-497B-8C70-06AA56FC601C}" dt="2024-10-14T11:14:59.212" v="0"/>
          <ac:spMkLst>
            <pc:docMk/>
            <pc:sldMk cId="1622898772" sldId="731"/>
            <ac:spMk id="3" creationId="{E4F25F79-8779-A809-C348-DB5C2EFFE447}"/>
          </ac:spMkLst>
        </pc:spChg>
      </pc:sldChg>
      <pc:sldChg chg="modSp mod modAnim">
        <pc:chgData name="Daphne Economou" userId="d065a339-36cf-4937-af08-41751becbd81" providerId="ADAL" clId="{C07B9721-B360-497B-8C70-06AA56FC601C}" dt="2024-10-14T16:00:34.609" v="925" actId="114"/>
        <pc:sldMkLst>
          <pc:docMk/>
          <pc:sldMk cId="539636617" sldId="733"/>
        </pc:sldMkLst>
        <pc:spChg chg="mod">
          <ac:chgData name="Daphne Economou" userId="d065a339-36cf-4937-af08-41751becbd81" providerId="ADAL" clId="{C07B9721-B360-497B-8C70-06AA56FC601C}" dt="2024-10-14T15:59:44.633" v="890" actId="947"/>
          <ac:spMkLst>
            <pc:docMk/>
            <pc:sldMk cId="539636617" sldId="733"/>
            <ac:spMk id="2" creationId="{00000000-0000-0000-0000-000000000000}"/>
          </ac:spMkLst>
        </pc:spChg>
        <pc:spChg chg="mod">
          <ac:chgData name="Daphne Economou" userId="d065a339-36cf-4937-af08-41751becbd81" providerId="ADAL" clId="{C07B9721-B360-497B-8C70-06AA56FC601C}" dt="2024-10-14T16:00:34.609" v="925" actId="114"/>
          <ac:spMkLst>
            <pc:docMk/>
            <pc:sldMk cId="539636617" sldId="733"/>
            <ac:spMk id="3" creationId="{00000000-0000-0000-0000-000000000000}"/>
          </ac:spMkLst>
        </pc:spChg>
      </pc:sldChg>
      <pc:sldChg chg="modSp mod">
        <pc:chgData name="Daphne Economou" userId="d065a339-36cf-4937-af08-41751becbd81" providerId="ADAL" clId="{C07B9721-B360-497B-8C70-06AA56FC601C}" dt="2024-10-14T16:06:08.434" v="936"/>
        <pc:sldMkLst>
          <pc:docMk/>
          <pc:sldMk cId="2134050960" sldId="738"/>
        </pc:sldMkLst>
        <pc:spChg chg="mod">
          <ac:chgData name="Daphne Economou" userId="d065a339-36cf-4937-af08-41751becbd81" providerId="ADAL" clId="{C07B9721-B360-497B-8C70-06AA56FC601C}" dt="2024-10-14T16:06:08.434" v="936"/>
          <ac:spMkLst>
            <pc:docMk/>
            <pc:sldMk cId="2134050960" sldId="738"/>
            <ac:spMk id="7" creationId="{B85295F4-B40A-8DCF-2502-2D08CBA94433}"/>
          </ac:spMkLst>
        </pc:spChg>
      </pc:sldChg>
      <pc:sldChg chg="modSp mod">
        <pc:chgData name="Daphne Economou" userId="d065a339-36cf-4937-af08-41751becbd81" providerId="ADAL" clId="{C07B9721-B360-497B-8C70-06AA56FC601C}" dt="2024-10-14T16:08:07.740" v="954" actId="27636"/>
        <pc:sldMkLst>
          <pc:docMk/>
          <pc:sldMk cId="612116404" sldId="739"/>
        </pc:sldMkLst>
        <pc:spChg chg="mod">
          <ac:chgData name="Daphne Economou" userId="d065a339-36cf-4937-af08-41751becbd81" providerId="ADAL" clId="{C07B9721-B360-497B-8C70-06AA56FC601C}" dt="2024-10-14T16:08:07.740" v="954" actId="27636"/>
          <ac:spMkLst>
            <pc:docMk/>
            <pc:sldMk cId="612116404" sldId="739"/>
            <ac:spMk id="8" creationId="{040BAC0C-E965-BBA3-BF23-A944DE123180}"/>
          </ac:spMkLst>
        </pc:spChg>
      </pc:sldChg>
      <pc:sldChg chg="modSp add del mod">
        <pc:chgData name="Daphne Economou" userId="d065a339-36cf-4937-af08-41751becbd81" providerId="ADAL" clId="{C07B9721-B360-497B-8C70-06AA56FC601C}" dt="2024-10-14T16:17:49.177" v="1145" actId="1076"/>
        <pc:sldMkLst>
          <pc:docMk/>
          <pc:sldMk cId="337343222" sldId="740"/>
        </pc:sldMkLst>
        <pc:spChg chg="mod">
          <ac:chgData name="Daphne Economou" userId="d065a339-36cf-4937-af08-41751becbd81" providerId="ADAL" clId="{C07B9721-B360-497B-8C70-06AA56FC601C}" dt="2024-10-14T16:17:49.177" v="1145" actId="1076"/>
          <ac:spMkLst>
            <pc:docMk/>
            <pc:sldMk cId="337343222" sldId="740"/>
            <ac:spMk id="7" creationId="{8798003B-6863-726C-89BF-DAD85530E49D}"/>
          </ac:spMkLst>
        </pc:spChg>
        <pc:spChg chg="mod">
          <ac:chgData name="Daphne Economou" userId="d065a339-36cf-4937-af08-41751becbd81" providerId="ADAL" clId="{C07B9721-B360-497B-8C70-06AA56FC601C}" dt="2024-10-14T16:08:58.464" v="968" actId="15"/>
          <ac:spMkLst>
            <pc:docMk/>
            <pc:sldMk cId="337343222" sldId="740"/>
            <ac:spMk id="8" creationId="{040BAC0C-E965-BBA3-BF23-A944DE123180}"/>
          </ac:spMkLst>
        </pc:spChg>
      </pc:sldChg>
      <pc:sldChg chg="add del">
        <pc:chgData name="Daphne Economou" userId="d065a339-36cf-4937-af08-41751becbd81" providerId="ADAL" clId="{C07B9721-B360-497B-8C70-06AA56FC601C}" dt="2024-10-14T16:07:44.927" v="949" actId="47"/>
        <pc:sldMkLst>
          <pc:docMk/>
          <pc:sldMk cId="917900334" sldId="741"/>
        </pc:sldMkLst>
      </pc:sldChg>
      <pc:sldChg chg="modSp mod">
        <pc:chgData name="Daphne Economou" userId="d065a339-36cf-4937-af08-41751becbd81" providerId="ADAL" clId="{C07B9721-B360-497B-8C70-06AA56FC601C}" dt="2024-10-14T16:15:11.060" v="1144" actId="20577"/>
        <pc:sldMkLst>
          <pc:docMk/>
          <pc:sldMk cId="1368627253" sldId="743"/>
        </pc:sldMkLst>
        <pc:spChg chg="mod">
          <ac:chgData name="Daphne Economou" userId="d065a339-36cf-4937-af08-41751becbd81" providerId="ADAL" clId="{C07B9721-B360-497B-8C70-06AA56FC601C}" dt="2024-10-14T16:15:11.060" v="1144" actId="20577"/>
          <ac:spMkLst>
            <pc:docMk/>
            <pc:sldMk cId="1368627253" sldId="743"/>
            <ac:spMk id="8" creationId="{040BAC0C-E965-BBA3-BF23-A944DE123180}"/>
          </ac:spMkLst>
        </pc:spChg>
      </pc:sldChg>
      <pc:sldChg chg="modSp mod">
        <pc:chgData name="Daphne Economou" userId="d065a339-36cf-4937-af08-41751becbd81" providerId="ADAL" clId="{C07B9721-B360-497B-8C70-06AA56FC601C}" dt="2024-10-14T16:24:46.914" v="1220" actId="207"/>
        <pc:sldMkLst>
          <pc:docMk/>
          <pc:sldMk cId="1240749395" sldId="744"/>
        </pc:sldMkLst>
        <pc:spChg chg="mod">
          <ac:chgData name="Daphne Economou" userId="d065a339-36cf-4937-af08-41751becbd81" providerId="ADAL" clId="{C07B9721-B360-497B-8C70-06AA56FC601C}" dt="2024-10-14T16:24:46.914" v="1220" actId="207"/>
          <ac:spMkLst>
            <pc:docMk/>
            <pc:sldMk cId="1240749395" sldId="744"/>
            <ac:spMk id="7" creationId="{29FE6537-C435-A869-F3A8-2EB3E6DC3516}"/>
          </ac:spMkLst>
        </pc:spChg>
      </pc:sldChg>
      <pc:sldChg chg="modSp mod">
        <pc:chgData name="Daphne Economou" userId="d065a339-36cf-4937-af08-41751becbd81" providerId="ADAL" clId="{C07B9721-B360-497B-8C70-06AA56FC601C}" dt="2024-10-14T16:46:21.067" v="1306" actId="14100"/>
        <pc:sldMkLst>
          <pc:docMk/>
          <pc:sldMk cId="2348507807" sldId="745"/>
        </pc:sldMkLst>
        <pc:spChg chg="mod">
          <ac:chgData name="Daphne Economou" userId="d065a339-36cf-4937-af08-41751becbd81" providerId="ADAL" clId="{C07B9721-B360-497B-8C70-06AA56FC601C}" dt="2024-10-14T16:46:21.067" v="1306" actId="14100"/>
          <ac:spMkLst>
            <pc:docMk/>
            <pc:sldMk cId="2348507807" sldId="745"/>
            <ac:spMk id="3" creationId="{04BDAEDD-78A3-82AE-394C-99352E5A4016}"/>
          </ac:spMkLst>
        </pc:spChg>
      </pc:sldChg>
      <pc:sldChg chg="modSp mod">
        <pc:chgData name="Daphne Economou" userId="d065a339-36cf-4937-af08-41751becbd81" providerId="ADAL" clId="{C07B9721-B360-497B-8C70-06AA56FC601C}" dt="2024-10-14T16:29:35.468" v="1269" actId="20577"/>
        <pc:sldMkLst>
          <pc:docMk/>
          <pc:sldMk cId="3825987887" sldId="746"/>
        </pc:sldMkLst>
        <pc:spChg chg="mod">
          <ac:chgData name="Daphne Economou" userId="d065a339-36cf-4937-af08-41751becbd81" providerId="ADAL" clId="{C07B9721-B360-497B-8C70-06AA56FC601C}" dt="2024-10-14T16:29:35.468" v="1269" actId="20577"/>
          <ac:spMkLst>
            <pc:docMk/>
            <pc:sldMk cId="3825987887" sldId="746"/>
            <ac:spMk id="3" creationId="{093ABFB4-02DE-6C11-BD1D-CAA00399267E}"/>
          </ac:spMkLst>
        </pc:spChg>
      </pc:sldChg>
      <pc:sldChg chg="modSp mod">
        <pc:chgData name="Daphne Economou" userId="d065a339-36cf-4937-af08-41751becbd81" providerId="ADAL" clId="{C07B9721-B360-497B-8C70-06AA56FC601C}" dt="2024-10-14T16:24:28.017" v="1219" actId="27636"/>
        <pc:sldMkLst>
          <pc:docMk/>
          <pc:sldMk cId="1579696083" sldId="748"/>
        </pc:sldMkLst>
        <pc:spChg chg="mod">
          <ac:chgData name="Daphne Economou" userId="d065a339-36cf-4937-af08-41751becbd81" providerId="ADAL" clId="{C07B9721-B360-497B-8C70-06AA56FC601C}" dt="2024-10-14T16:24:28.017" v="1219" actId="27636"/>
          <ac:spMkLst>
            <pc:docMk/>
            <pc:sldMk cId="1579696083" sldId="748"/>
            <ac:spMk id="3" creationId="{04BDAEDD-78A3-82AE-394C-99352E5A4016}"/>
          </ac:spMkLst>
        </pc:spChg>
      </pc:sldChg>
      <pc:sldChg chg="modSp del mod">
        <pc:chgData name="Daphne Economou" userId="d065a339-36cf-4937-af08-41751becbd81" providerId="ADAL" clId="{C07B9721-B360-497B-8C70-06AA56FC601C}" dt="2024-10-14T16:29:45.825" v="1270" actId="47"/>
        <pc:sldMkLst>
          <pc:docMk/>
          <pc:sldMk cId="423256712" sldId="750"/>
        </pc:sldMkLst>
        <pc:spChg chg="mod">
          <ac:chgData name="Daphne Economou" userId="d065a339-36cf-4937-af08-41751becbd81" providerId="ADAL" clId="{C07B9721-B360-497B-8C70-06AA56FC601C}" dt="2024-10-14T16:28:47.084" v="1235" actId="27636"/>
          <ac:spMkLst>
            <pc:docMk/>
            <pc:sldMk cId="423256712" sldId="750"/>
            <ac:spMk id="3" creationId="{093ABFB4-02DE-6C11-BD1D-CAA00399267E}"/>
          </ac:spMkLst>
        </pc:spChg>
      </pc:sldChg>
      <pc:sldChg chg="modSp mod">
        <pc:chgData name="Daphne Economou" userId="d065a339-36cf-4937-af08-41751becbd81" providerId="ADAL" clId="{C07B9721-B360-497B-8C70-06AA56FC601C}" dt="2024-10-14T16:38:59.312" v="1273" actId="14100"/>
        <pc:sldMkLst>
          <pc:docMk/>
          <pc:sldMk cId="2495671435" sldId="753"/>
        </pc:sldMkLst>
        <pc:spChg chg="mod">
          <ac:chgData name="Daphne Economou" userId="d065a339-36cf-4937-af08-41751becbd81" providerId="ADAL" clId="{C07B9721-B360-497B-8C70-06AA56FC601C}" dt="2024-10-14T16:38:59.312" v="1273" actId="14100"/>
          <ac:spMkLst>
            <pc:docMk/>
            <pc:sldMk cId="2495671435" sldId="753"/>
            <ac:spMk id="4" creationId="{D6CC5B6A-92C2-6018-F22C-050E25400830}"/>
          </ac:spMkLst>
        </pc:spChg>
      </pc:sldChg>
      <pc:sldChg chg="addSp delSp modSp new mod">
        <pc:chgData name="Daphne Economou" userId="d065a339-36cf-4937-af08-41751becbd81" providerId="ADAL" clId="{C07B9721-B360-497B-8C70-06AA56FC601C}" dt="2024-10-14T15:33:11.465" v="663" actId="122"/>
        <pc:sldMkLst>
          <pc:docMk/>
          <pc:sldMk cId="3822005649" sldId="754"/>
        </pc:sldMkLst>
        <pc:spChg chg="mod">
          <ac:chgData name="Daphne Economou" userId="d065a339-36cf-4937-af08-41751becbd81" providerId="ADAL" clId="{C07B9721-B360-497B-8C70-06AA56FC601C}" dt="2024-10-14T15:29:41.510" v="625"/>
          <ac:spMkLst>
            <pc:docMk/>
            <pc:sldMk cId="3822005649" sldId="754"/>
            <ac:spMk id="2" creationId="{60CDEED5-2B06-E4F1-3C7C-3E58D8155892}"/>
          </ac:spMkLst>
        </pc:spChg>
        <pc:spChg chg="add del">
          <ac:chgData name="Daphne Economou" userId="d065a339-36cf-4937-af08-41751becbd81" providerId="ADAL" clId="{C07B9721-B360-497B-8C70-06AA56FC601C}" dt="2024-10-14T15:24:28.379" v="588" actId="3680"/>
          <ac:spMkLst>
            <pc:docMk/>
            <pc:sldMk cId="3822005649" sldId="754"/>
            <ac:spMk id="3" creationId="{6C74EBA9-03AB-F63D-10D6-63C4C0DAEE17}"/>
          </ac:spMkLst>
        </pc:spChg>
        <pc:spChg chg="add del mod">
          <ac:chgData name="Daphne Economou" userId="d065a339-36cf-4937-af08-41751becbd81" providerId="ADAL" clId="{C07B9721-B360-497B-8C70-06AA56FC601C}" dt="2024-10-14T15:27:56.343" v="612" actId="3680"/>
          <ac:spMkLst>
            <pc:docMk/>
            <pc:sldMk cId="3822005649" sldId="754"/>
            <ac:spMk id="15" creationId="{F284CADC-9138-5861-0DEB-978D1CEDB3ED}"/>
          </ac:spMkLst>
        </pc:spChg>
        <pc:spChg chg="add mod">
          <ac:chgData name="Daphne Economou" userId="d065a339-36cf-4937-af08-41751becbd81" providerId="ADAL" clId="{C07B9721-B360-497B-8C70-06AA56FC601C}" dt="2024-10-14T15:27:38.711" v="611"/>
          <ac:spMkLst>
            <pc:docMk/>
            <pc:sldMk cId="3822005649" sldId="754"/>
            <ac:spMk id="25" creationId="{50068DD6-A061-5403-C360-0F2BDEBE08BE}"/>
          </ac:spMkLst>
        </pc:spChg>
        <pc:graphicFrameChg chg="add mod">
          <ac:chgData name="Daphne Economou" userId="d065a339-36cf-4937-af08-41751becbd81" providerId="ADAL" clId="{C07B9721-B360-497B-8C70-06AA56FC601C}" dt="2024-10-14T15:24:16.428" v="587"/>
          <ac:graphicFrameMkLst>
            <pc:docMk/>
            <pc:sldMk cId="3822005649" sldId="754"/>
            <ac:graphicFrameMk id="6" creationId="{815C7AA1-92D3-2E66-7247-A1CC41CB143C}"/>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7" creationId="{527FD2DB-E2F1-4C64-7117-CF26E04D70DC}"/>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8" creationId="{348DB67E-89A9-B3F1-6110-5BA85C22E83D}"/>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9" creationId="{B74AD475-4F4E-E12F-0A86-E2E83E719DA9}"/>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10" creationId="{1CCE7A51-7F8A-0924-E10A-1EED14F0BB0A}"/>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11" creationId="{A7838090-A0E6-28B4-F9C0-541261C38BC0}"/>
          </ac:graphicFrameMkLst>
        </pc:graphicFrameChg>
        <pc:graphicFrameChg chg="add mod">
          <ac:chgData name="Daphne Economou" userId="d065a339-36cf-4937-af08-41751becbd81" providerId="ADAL" clId="{C07B9721-B360-497B-8C70-06AA56FC601C}" dt="2024-10-14T15:24:15.082" v="586"/>
          <ac:graphicFrameMkLst>
            <pc:docMk/>
            <pc:sldMk cId="3822005649" sldId="754"/>
            <ac:graphicFrameMk id="12" creationId="{4BAD6273-772F-308D-DFA4-21A857F711E9}"/>
          </ac:graphicFrameMkLst>
        </pc:graphicFrameChg>
        <pc:graphicFrameChg chg="add del mod ord modGraphic">
          <ac:chgData name="Daphne Economou" userId="d065a339-36cf-4937-af08-41751becbd81" providerId="ADAL" clId="{C07B9721-B360-497B-8C70-06AA56FC601C}" dt="2024-10-14T15:27:34.596" v="609" actId="478"/>
          <ac:graphicFrameMkLst>
            <pc:docMk/>
            <pc:sldMk cId="3822005649" sldId="754"/>
            <ac:graphicFrameMk id="13" creationId="{F3471505-6188-0FCC-DB30-6ACE95A91022}"/>
          </ac:graphicFrameMkLst>
        </pc:graphicFrameChg>
        <pc:graphicFrameChg chg="add mod">
          <ac:chgData name="Daphne Economou" userId="d065a339-36cf-4937-af08-41751becbd81" providerId="ADAL" clId="{C07B9721-B360-497B-8C70-06AA56FC601C}" dt="2024-10-14T15:27:38.711" v="611"/>
          <ac:graphicFrameMkLst>
            <pc:docMk/>
            <pc:sldMk cId="3822005649" sldId="754"/>
            <ac:graphicFrameMk id="16" creationId="{107474E5-6406-6380-17D1-3ECDCE6F63BE}"/>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17" creationId="{332AB6AD-B1B5-E4A1-711D-C9BB335FABA0}"/>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18" creationId="{8C204419-C88D-94EC-6222-859DCB3E1756}"/>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19" creationId="{C5EF6FCF-4A8F-3316-4D69-644FA704E1CE}"/>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20" creationId="{EC098DC3-E1D4-0C23-4B65-318919CCA4DD}"/>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21" creationId="{FAB65161-7136-25B4-88D0-DC9D2D7170E4}"/>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22" creationId="{8F3D2CCB-A074-E2FC-3707-F96F0B28E4DF}"/>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23" creationId="{D044DD9B-B601-78A7-F0F0-825372B126FB}"/>
          </ac:graphicFrameMkLst>
        </pc:graphicFrameChg>
        <pc:graphicFrameChg chg="add mod">
          <ac:chgData name="Daphne Economou" userId="d065a339-36cf-4937-af08-41751becbd81" providerId="ADAL" clId="{C07B9721-B360-497B-8C70-06AA56FC601C}" dt="2024-10-14T15:27:35.321" v="610"/>
          <ac:graphicFrameMkLst>
            <pc:docMk/>
            <pc:sldMk cId="3822005649" sldId="754"/>
            <ac:graphicFrameMk id="24" creationId="{DFFDB268-33CF-1178-A6E3-909A45B1BBEE}"/>
          </ac:graphicFrameMkLst>
        </pc:graphicFrameChg>
        <pc:graphicFrameChg chg="add mod ord modGraphic">
          <ac:chgData name="Daphne Economou" userId="d065a339-36cf-4937-af08-41751becbd81" providerId="ADAL" clId="{C07B9721-B360-497B-8C70-06AA56FC601C}" dt="2024-10-14T15:33:11.465" v="663" actId="122"/>
          <ac:graphicFrameMkLst>
            <pc:docMk/>
            <pc:sldMk cId="3822005649" sldId="754"/>
            <ac:graphicFrameMk id="26" creationId="{C22EA8CA-48C1-F150-B70E-77FE93B26385}"/>
          </ac:graphicFrameMkLst>
        </pc:graphicFrameChg>
      </pc:sldChg>
      <pc:sldChg chg="modSp add mod">
        <pc:chgData name="Daphne Economou" userId="d065a339-36cf-4937-af08-41751becbd81" providerId="ADAL" clId="{C07B9721-B360-497B-8C70-06AA56FC601C}" dt="2024-10-14T16:09:08.726" v="970" actId="27636"/>
        <pc:sldMkLst>
          <pc:docMk/>
          <pc:sldMk cId="2394514108" sldId="755"/>
        </pc:sldMkLst>
        <pc:spChg chg="mod">
          <ac:chgData name="Daphne Economou" userId="d065a339-36cf-4937-af08-41751becbd81" providerId="ADAL" clId="{C07B9721-B360-497B-8C70-06AA56FC601C}" dt="2024-10-14T16:09:08.726" v="970" actId="27636"/>
          <ac:spMkLst>
            <pc:docMk/>
            <pc:sldMk cId="2394514108" sldId="755"/>
            <ac:spMk id="8" creationId="{040BAC0C-E965-BBA3-BF23-A944DE123180}"/>
          </ac:spMkLst>
        </pc:spChg>
      </pc:sldChg>
      <pc:sldChg chg="modSp add mod">
        <pc:chgData name="Daphne Economou" userId="d065a339-36cf-4937-af08-41751becbd81" providerId="ADAL" clId="{C07B9721-B360-497B-8C70-06AA56FC601C}" dt="2024-10-14T16:09:43.211" v="982" actId="27636"/>
        <pc:sldMkLst>
          <pc:docMk/>
          <pc:sldMk cId="2589876279" sldId="756"/>
        </pc:sldMkLst>
        <pc:spChg chg="mod">
          <ac:chgData name="Daphne Economou" userId="d065a339-36cf-4937-af08-41751becbd81" providerId="ADAL" clId="{C07B9721-B360-497B-8C70-06AA56FC601C}" dt="2024-10-14T16:09:33.119" v="980" actId="27636"/>
          <ac:spMkLst>
            <pc:docMk/>
            <pc:sldMk cId="2589876279" sldId="756"/>
            <ac:spMk id="7" creationId="{8798003B-6863-726C-89BF-DAD85530E49D}"/>
          </ac:spMkLst>
        </pc:spChg>
        <pc:spChg chg="mod">
          <ac:chgData name="Daphne Economou" userId="d065a339-36cf-4937-af08-41751becbd81" providerId="ADAL" clId="{C07B9721-B360-497B-8C70-06AA56FC601C}" dt="2024-10-14T16:09:43.211" v="982" actId="27636"/>
          <ac:spMkLst>
            <pc:docMk/>
            <pc:sldMk cId="2589876279" sldId="756"/>
            <ac:spMk id="8" creationId="{040BAC0C-E965-BBA3-BF23-A944DE123180}"/>
          </ac:spMkLst>
        </pc:spChg>
      </pc:sldChg>
      <pc:sldChg chg="modSp add mod">
        <pc:chgData name="Daphne Economou" userId="d065a339-36cf-4937-af08-41751becbd81" providerId="ADAL" clId="{C07B9721-B360-497B-8C70-06AA56FC601C}" dt="2024-10-14T16:19:20.220" v="1169" actId="15"/>
        <pc:sldMkLst>
          <pc:docMk/>
          <pc:sldMk cId="1102267370" sldId="757"/>
        </pc:sldMkLst>
        <pc:spChg chg="mod">
          <ac:chgData name="Daphne Economou" userId="d065a339-36cf-4937-af08-41751becbd81" providerId="ADAL" clId="{C07B9721-B360-497B-8C70-06AA56FC601C}" dt="2024-10-14T16:18:36.738" v="1158" actId="6549"/>
          <ac:spMkLst>
            <pc:docMk/>
            <pc:sldMk cId="1102267370" sldId="757"/>
            <ac:spMk id="7" creationId="{8798003B-6863-726C-89BF-DAD85530E49D}"/>
          </ac:spMkLst>
        </pc:spChg>
        <pc:spChg chg="mod">
          <ac:chgData name="Daphne Economou" userId="d065a339-36cf-4937-af08-41751becbd81" providerId="ADAL" clId="{C07B9721-B360-497B-8C70-06AA56FC601C}" dt="2024-10-14T16:19:20.220" v="1169" actId="15"/>
          <ac:spMkLst>
            <pc:docMk/>
            <pc:sldMk cId="1102267370" sldId="757"/>
            <ac:spMk id="8" creationId="{040BAC0C-E965-BBA3-BF23-A944DE123180}"/>
          </ac:spMkLst>
        </pc:spChg>
      </pc:sldChg>
      <pc:sldChg chg="add del">
        <pc:chgData name="Daphne Economou" userId="d065a339-36cf-4937-af08-41751becbd81" providerId="ADAL" clId="{C07B9721-B360-497B-8C70-06AA56FC601C}" dt="2024-10-14T16:20:58.040" v="1213" actId="47"/>
        <pc:sldMkLst>
          <pc:docMk/>
          <pc:sldMk cId="3217878512" sldId="758"/>
        </pc:sldMkLst>
      </pc:sldChg>
      <pc:sldChg chg="modSp add del mod">
        <pc:chgData name="Daphne Economou" userId="d065a339-36cf-4937-af08-41751becbd81" providerId="ADAL" clId="{C07B9721-B360-497B-8C70-06AA56FC601C}" dt="2024-10-14T16:20:23.854" v="1197" actId="47"/>
        <pc:sldMkLst>
          <pc:docMk/>
          <pc:sldMk cId="3453073541" sldId="759"/>
        </pc:sldMkLst>
        <pc:spChg chg="mod">
          <ac:chgData name="Daphne Economou" userId="d065a339-36cf-4937-af08-41751becbd81" providerId="ADAL" clId="{C07B9721-B360-497B-8C70-06AA56FC601C}" dt="2024-10-14T16:19:31.820" v="1180" actId="20577"/>
          <ac:spMkLst>
            <pc:docMk/>
            <pc:sldMk cId="3453073541" sldId="759"/>
            <ac:spMk id="7" creationId="{8798003B-6863-726C-89BF-DAD85530E49D}"/>
          </ac:spMkLst>
        </pc:spChg>
        <pc:spChg chg="mod">
          <ac:chgData name="Daphne Economou" userId="d065a339-36cf-4937-af08-41751becbd81" providerId="ADAL" clId="{C07B9721-B360-497B-8C70-06AA56FC601C}" dt="2024-10-14T16:19:56.239" v="1189" actId="108"/>
          <ac:spMkLst>
            <pc:docMk/>
            <pc:sldMk cId="3453073541" sldId="759"/>
            <ac:spMk id="8" creationId="{040BAC0C-E965-BBA3-BF23-A944DE123180}"/>
          </ac:spMkLst>
        </pc:spChg>
      </pc:sldChg>
      <pc:sldChg chg="new del">
        <pc:chgData name="Daphne Economou" userId="d065a339-36cf-4937-af08-41751becbd81" providerId="ADAL" clId="{C07B9721-B360-497B-8C70-06AA56FC601C}" dt="2024-10-14T16:20:22.922" v="1196" actId="47"/>
        <pc:sldMkLst>
          <pc:docMk/>
          <pc:sldMk cId="444413957" sldId="760"/>
        </pc:sldMkLst>
      </pc:sldChg>
      <pc:sldChg chg="add del">
        <pc:chgData name="Daphne Economou" userId="d065a339-36cf-4937-af08-41751becbd81" providerId="ADAL" clId="{C07B9721-B360-497B-8C70-06AA56FC601C}" dt="2024-10-14T16:20:09.855" v="1193" actId="47"/>
        <pc:sldMkLst>
          <pc:docMk/>
          <pc:sldMk cId="1717599877" sldId="761"/>
        </pc:sldMkLst>
      </pc:sldChg>
      <pc:sldChg chg="modSp add mod">
        <pc:chgData name="Daphne Economou" userId="d065a339-36cf-4937-af08-41751becbd81" providerId="ADAL" clId="{C07B9721-B360-497B-8C70-06AA56FC601C}" dt="2024-10-14T16:20:46.380" v="1212" actId="113"/>
        <pc:sldMkLst>
          <pc:docMk/>
          <pc:sldMk cId="973279829" sldId="762"/>
        </pc:sldMkLst>
        <pc:spChg chg="mod">
          <ac:chgData name="Daphne Economou" userId="d065a339-36cf-4937-af08-41751becbd81" providerId="ADAL" clId="{C07B9721-B360-497B-8C70-06AA56FC601C}" dt="2024-10-14T16:20:31.126" v="1207" actId="20577"/>
          <ac:spMkLst>
            <pc:docMk/>
            <pc:sldMk cId="973279829" sldId="762"/>
            <ac:spMk id="7" creationId="{8798003B-6863-726C-89BF-DAD85530E49D}"/>
          </ac:spMkLst>
        </pc:spChg>
        <pc:spChg chg="mod">
          <ac:chgData name="Daphne Economou" userId="d065a339-36cf-4937-af08-41751becbd81" providerId="ADAL" clId="{C07B9721-B360-497B-8C70-06AA56FC601C}" dt="2024-10-14T16:20:46.380" v="1212" actId="113"/>
          <ac:spMkLst>
            <pc:docMk/>
            <pc:sldMk cId="973279829" sldId="762"/>
            <ac:spMk id="8" creationId="{040BAC0C-E965-BBA3-BF23-A944DE123180}"/>
          </ac:spMkLst>
        </pc:spChg>
      </pc:sldChg>
      <pc:sldMasterChg chg="modSldLayout">
        <pc:chgData name="Daphne Economou" userId="d065a339-36cf-4937-af08-41751becbd81" providerId="ADAL" clId="{C07B9721-B360-497B-8C70-06AA56FC601C}" dt="2024-10-14T16:48:23.458" v="1330" actId="20577"/>
        <pc:sldMasterMkLst>
          <pc:docMk/>
          <pc:sldMasterMk cId="0" sldId="2147483768"/>
        </pc:sldMasterMkLst>
        <pc:sldLayoutChg chg="modSp mod">
          <pc:chgData name="Daphne Economou" userId="d065a339-36cf-4937-af08-41751becbd81" providerId="ADAL" clId="{C07B9721-B360-497B-8C70-06AA56FC601C}" dt="2024-10-14T16:47:49.940" v="1312" actId="20577"/>
          <pc:sldLayoutMkLst>
            <pc:docMk/>
            <pc:sldMasterMk cId="0" sldId="2147483768"/>
            <pc:sldLayoutMk cId="0" sldId="2147483780"/>
          </pc:sldLayoutMkLst>
          <pc:spChg chg="mod">
            <ac:chgData name="Daphne Economou" userId="d065a339-36cf-4937-af08-41751becbd81" providerId="ADAL" clId="{C07B9721-B360-497B-8C70-06AA56FC601C}" dt="2024-10-14T16:47:49.940" v="1312" actId="20577"/>
            <ac:spMkLst>
              <pc:docMk/>
              <pc:sldMasterMk cId="0" sldId="2147483768"/>
              <pc:sldLayoutMk cId="0" sldId="2147483780"/>
              <ac:spMk id="10" creationId="{00000000-0000-0000-0000-000000000000}"/>
            </ac:spMkLst>
          </pc:spChg>
        </pc:sldLayoutChg>
        <pc:sldLayoutChg chg="modSp mod">
          <pc:chgData name="Daphne Economou" userId="d065a339-36cf-4937-af08-41751becbd81" providerId="ADAL" clId="{C07B9721-B360-497B-8C70-06AA56FC601C}" dt="2024-10-14T16:47:53.155" v="1314" actId="20577"/>
          <pc:sldLayoutMkLst>
            <pc:docMk/>
            <pc:sldMasterMk cId="0" sldId="2147483768"/>
            <pc:sldLayoutMk cId="0" sldId="2147483781"/>
          </pc:sldLayoutMkLst>
          <pc:spChg chg="mod">
            <ac:chgData name="Daphne Economou" userId="d065a339-36cf-4937-af08-41751becbd81" providerId="ADAL" clId="{C07B9721-B360-497B-8C70-06AA56FC601C}" dt="2024-10-14T16:47:53.155" v="1314" actId="20577"/>
            <ac:spMkLst>
              <pc:docMk/>
              <pc:sldMasterMk cId="0" sldId="2147483768"/>
              <pc:sldLayoutMk cId="0" sldId="2147483781"/>
              <ac:spMk id="13" creationId="{00000000-0000-0000-0000-000000000000}"/>
            </ac:spMkLst>
          </pc:spChg>
        </pc:sldLayoutChg>
        <pc:sldLayoutChg chg="modSp mod">
          <pc:chgData name="Daphne Economou" userId="d065a339-36cf-4937-af08-41751becbd81" providerId="ADAL" clId="{C07B9721-B360-497B-8C70-06AA56FC601C}" dt="2024-10-14T16:47:56.734" v="1316" actId="20577"/>
          <pc:sldLayoutMkLst>
            <pc:docMk/>
            <pc:sldMasterMk cId="0" sldId="2147483768"/>
            <pc:sldLayoutMk cId="0" sldId="2147483782"/>
          </pc:sldLayoutMkLst>
          <pc:spChg chg="mod">
            <ac:chgData name="Daphne Economou" userId="d065a339-36cf-4937-af08-41751becbd81" providerId="ADAL" clId="{C07B9721-B360-497B-8C70-06AA56FC601C}" dt="2024-10-14T16:47:56.734" v="1316" actId="20577"/>
            <ac:spMkLst>
              <pc:docMk/>
              <pc:sldMasterMk cId="0" sldId="2147483768"/>
              <pc:sldLayoutMk cId="0" sldId="2147483782"/>
              <ac:spMk id="18" creationId="{00000000-0000-0000-0000-000000000000}"/>
            </ac:spMkLst>
          </pc:spChg>
        </pc:sldLayoutChg>
        <pc:sldLayoutChg chg="modSp mod">
          <pc:chgData name="Daphne Economou" userId="d065a339-36cf-4937-af08-41751becbd81" providerId="ADAL" clId="{C07B9721-B360-497B-8C70-06AA56FC601C}" dt="2024-10-14T16:48:00.143" v="1318" actId="20577"/>
          <pc:sldLayoutMkLst>
            <pc:docMk/>
            <pc:sldMasterMk cId="0" sldId="2147483768"/>
            <pc:sldLayoutMk cId="0" sldId="2147483783"/>
          </pc:sldLayoutMkLst>
          <pc:spChg chg="mod">
            <ac:chgData name="Daphne Economou" userId="d065a339-36cf-4937-af08-41751becbd81" providerId="ADAL" clId="{C07B9721-B360-497B-8C70-06AA56FC601C}" dt="2024-10-14T16:48:00.143" v="1318" actId="20577"/>
            <ac:spMkLst>
              <pc:docMk/>
              <pc:sldMasterMk cId="0" sldId="2147483768"/>
              <pc:sldLayoutMk cId="0" sldId="2147483783"/>
              <ac:spMk id="19" creationId="{00000000-0000-0000-0000-000000000000}"/>
            </ac:spMkLst>
          </pc:spChg>
        </pc:sldLayoutChg>
        <pc:sldLayoutChg chg="modSp mod">
          <pc:chgData name="Daphne Economou" userId="d065a339-36cf-4937-af08-41751becbd81" providerId="ADAL" clId="{C07B9721-B360-497B-8C70-06AA56FC601C}" dt="2024-10-14T16:48:03.458" v="1320" actId="20577"/>
          <pc:sldLayoutMkLst>
            <pc:docMk/>
            <pc:sldMasterMk cId="0" sldId="2147483768"/>
            <pc:sldLayoutMk cId="0" sldId="2147483784"/>
          </pc:sldLayoutMkLst>
          <pc:spChg chg="mod">
            <ac:chgData name="Daphne Economou" userId="d065a339-36cf-4937-af08-41751becbd81" providerId="ADAL" clId="{C07B9721-B360-497B-8C70-06AA56FC601C}" dt="2024-10-14T16:48:03.458" v="1320" actId="20577"/>
            <ac:spMkLst>
              <pc:docMk/>
              <pc:sldMasterMk cId="0" sldId="2147483768"/>
              <pc:sldLayoutMk cId="0" sldId="2147483784"/>
              <ac:spMk id="8" creationId="{00000000-0000-0000-0000-000000000000}"/>
            </ac:spMkLst>
          </pc:spChg>
        </pc:sldLayoutChg>
        <pc:sldLayoutChg chg="modSp mod">
          <pc:chgData name="Daphne Economou" userId="d065a339-36cf-4937-af08-41751becbd81" providerId="ADAL" clId="{C07B9721-B360-497B-8C70-06AA56FC601C}" dt="2024-10-14T16:48:06.964" v="1322" actId="20577"/>
          <pc:sldLayoutMkLst>
            <pc:docMk/>
            <pc:sldMasterMk cId="0" sldId="2147483768"/>
            <pc:sldLayoutMk cId="0" sldId="2147483785"/>
          </pc:sldLayoutMkLst>
          <pc:spChg chg="mod">
            <ac:chgData name="Daphne Economou" userId="d065a339-36cf-4937-af08-41751becbd81" providerId="ADAL" clId="{C07B9721-B360-497B-8C70-06AA56FC601C}" dt="2024-10-14T16:48:06.964" v="1322" actId="20577"/>
            <ac:spMkLst>
              <pc:docMk/>
              <pc:sldMasterMk cId="0" sldId="2147483768"/>
              <pc:sldLayoutMk cId="0" sldId="2147483785"/>
              <ac:spMk id="4" creationId="{00000000-0000-0000-0000-000000000000}"/>
            </ac:spMkLst>
          </pc:spChg>
        </pc:sldLayoutChg>
        <pc:sldLayoutChg chg="modSp mod">
          <pc:chgData name="Daphne Economou" userId="d065a339-36cf-4937-af08-41751becbd81" providerId="ADAL" clId="{C07B9721-B360-497B-8C70-06AA56FC601C}" dt="2024-10-14T16:48:11.297" v="1324" actId="20577"/>
          <pc:sldLayoutMkLst>
            <pc:docMk/>
            <pc:sldMasterMk cId="0" sldId="2147483768"/>
            <pc:sldLayoutMk cId="0" sldId="2147483786"/>
          </pc:sldLayoutMkLst>
          <pc:spChg chg="mod">
            <ac:chgData name="Daphne Economou" userId="d065a339-36cf-4937-af08-41751becbd81" providerId="ADAL" clId="{C07B9721-B360-497B-8C70-06AA56FC601C}" dt="2024-10-14T16:48:11.297" v="1324" actId="20577"/>
            <ac:spMkLst>
              <pc:docMk/>
              <pc:sldMasterMk cId="0" sldId="2147483768"/>
              <pc:sldLayoutMk cId="0" sldId="2147483786"/>
              <ac:spMk id="11" creationId="{00000000-0000-0000-0000-000000000000}"/>
            </ac:spMkLst>
          </pc:spChg>
        </pc:sldLayoutChg>
        <pc:sldLayoutChg chg="modSp mod">
          <pc:chgData name="Daphne Economou" userId="d065a339-36cf-4937-af08-41751becbd81" providerId="ADAL" clId="{C07B9721-B360-497B-8C70-06AA56FC601C}" dt="2024-10-14T16:48:14.803" v="1326" actId="20577"/>
          <pc:sldLayoutMkLst>
            <pc:docMk/>
            <pc:sldMasterMk cId="0" sldId="2147483768"/>
            <pc:sldLayoutMk cId="0" sldId="2147483787"/>
          </pc:sldLayoutMkLst>
          <pc:spChg chg="mod">
            <ac:chgData name="Daphne Economou" userId="d065a339-36cf-4937-af08-41751becbd81" providerId="ADAL" clId="{C07B9721-B360-497B-8C70-06AA56FC601C}" dt="2024-10-14T16:48:14.803" v="1326" actId="20577"/>
            <ac:spMkLst>
              <pc:docMk/>
              <pc:sldMasterMk cId="0" sldId="2147483768"/>
              <pc:sldLayoutMk cId="0" sldId="2147483787"/>
              <ac:spMk id="13" creationId="{00000000-0000-0000-0000-000000000000}"/>
            </ac:spMkLst>
          </pc:spChg>
        </pc:sldLayoutChg>
        <pc:sldLayoutChg chg="modSp mod">
          <pc:chgData name="Daphne Economou" userId="d065a339-36cf-4937-af08-41751becbd81" providerId="ADAL" clId="{C07B9721-B360-497B-8C70-06AA56FC601C}" dt="2024-10-14T16:48:18.883" v="1328" actId="20577"/>
          <pc:sldLayoutMkLst>
            <pc:docMk/>
            <pc:sldMasterMk cId="0" sldId="2147483768"/>
            <pc:sldLayoutMk cId="0" sldId="2147483788"/>
          </pc:sldLayoutMkLst>
          <pc:spChg chg="mod">
            <ac:chgData name="Daphne Economou" userId="d065a339-36cf-4937-af08-41751becbd81" providerId="ADAL" clId="{C07B9721-B360-497B-8C70-06AA56FC601C}" dt="2024-10-14T16:48:18.883" v="1328" actId="20577"/>
            <ac:spMkLst>
              <pc:docMk/>
              <pc:sldMasterMk cId="0" sldId="2147483768"/>
              <pc:sldLayoutMk cId="0" sldId="2147483788"/>
              <ac:spMk id="9" creationId="{00000000-0000-0000-0000-000000000000}"/>
            </ac:spMkLst>
          </pc:spChg>
        </pc:sldLayoutChg>
        <pc:sldLayoutChg chg="modSp mod">
          <pc:chgData name="Daphne Economou" userId="d065a339-36cf-4937-af08-41751becbd81" providerId="ADAL" clId="{C07B9721-B360-497B-8C70-06AA56FC601C}" dt="2024-10-14T16:48:23.458" v="1330" actId="20577"/>
          <pc:sldLayoutMkLst>
            <pc:docMk/>
            <pc:sldMasterMk cId="0" sldId="2147483768"/>
            <pc:sldLayoutMk cId="0" sldId="2147483789"/>
          </pc:sldLayoutMkLst>
          <pc:spChg chg="mod">
            <ac:chgData name="Daphne Economou" userId="d065a339-36cf-4937-af08-41751becbd81" providerId="ADAL" clId="{C07B9721-B360-497B-8C70-06AA56FC601C}" dt="2024-10-14T16:48:23.458" v="1330" actId="20577"/>
            <ac:spMkLst>
              <pc:docMk/>
              <pc:sldMasterMk cId="0" sldId="2147483768"/>
              <pc:sldLayoutMk cId="0" sldId="2147483789"/>
              <ac:spMk id="6" creationId="{00000000-0000-0000-0000-000000000000}"/>
            </ac:spMkLst>
          </pc:spChg>
        </pc:sldLayoutChg>
      </pc:sldMasterChg>
    </pc:docChg>
  </pc:docChgLst>
  <pc:docChgLst>
    <pc:chgData name="Daphne Economou" userId="d065a339-36cf-4937-af08-41751becbd81" providerId="ADAL" clId="{8779695D-8CB3-4148-9FD0-718D65FABA25}"/>
    <pc:docChg chg="undo custSel addSld delSld modSld sldOrd modMainMaster">
      <pc:chgData name="Daphne Economou" userId="d065a339-36cf-4937-af08-41751becbd81" providerId="ADAL" clId="{8779695D-8CB3-4148-9FD0-718D65FABA25}" dt="2023-10-21T19:03:54.755" v="3877" actId="20577"/>
      <pc:docMkLst>
        <pc:docMk/>
      </pc:docMkLst>
      <pc:sldChg chg="modSp mod">
        <pc:chgData name="Daphne Economou" userId="d065a339-36cf-4937-af08-41751becbd81" providerId="ADAL" clId="{8779695D-8CB3-4148-9FD0-718D65FABA25}" dt="2023-10-21T19:00:22.052" v="3713" actId="20577"/>
        <pc:sldMkLst>
          <pc:docMk/>
          <pc:sldMk cId="0" sldId="329"/>
        </pc:sldMkLst>
        <pc:spChg chg="mod">
          <ac:chgData name="Daphne Economou" userId="d065a339-36cf-4937-af08-41751becbd81" providerId="ADAL" clId="{8779695D-8CB3-4148-9FD0-718D65FABA25}" dt="2023-10-21T19:00:22.052" v="3713" actId="20577"/>
          <ac:spMkLst>
            <pc:docMk/>
            <pc:sldMk cId="0" sldId="329"/>
            <ac:spMk id="157699" creationId="{00000000-0000-0000-0000-000000000000}"/>
          </ac:spMkLst>
        </pc:spChg>
      </pc:sldChg>
      <pc:sldChg chg="modSp mod">
        <pc:chgData name="Daphne Economou" userId="d065a339-36cf-4937-af08-41751becbd81" providerId="ADAL" clId="{8779695D-8CB3-4148-9FD0-718D65FABA25}" dt="2023-10-15T12:18:23.325" v="1441" actId="6549"/>
        <pc:sldMkLst>
          <pc:docMk/>
          <pc:sldMk cId="0" sldId="358"/>
        </pc:sldMkLst>
        <pc:spChg chg="mod">
          <ac:chgData name="Daphne Economou" userId="d065a339-36cf-4937-af08-41751becbd81" providerId="ADAL" clId="{8779695D-8CB3-4148-9FD0-718D65FABA25}" dt="2023-10-15T12:18:23.325" v="1441" actId="6549"/>
          <ac:spMkLst>
            <pc:docMk/>
            <pc:sldMk cId="0" sldId="358"/>
            <ac:spMk id="223235" creationId="{00000000-0000-0000-0000-000000000000}"/>
          </ac:spMkLst>
        </pc:spChg>
      </pc:sldChg>
      <pc:sldChg chg="modSp mod">
        <pc:chgData name="Daphne Economou" userId="d065a339-36cf-4937-af08-41751becbd81" providerId="ADAL" clId="{8779695D-8CB3-4148-9FD0-718D65FABA25}" dt="2023-10-15T12:27:16.866" v="1482" actId="20577"/>
        <pc:sldMkLst>
          <pc:docMk/>
          <pc:sldMk cId="0" sldId="443"/>
        </pc:sldMkLst>
        <pc:spChg chg="mod">
          <ac:chgData name="Daphne Economou" userId="d065a339-36cf-4937-af08-41751becbd81" providerId="ADAL" clId="{8779695D-8CB3-4148-9FD0-718D65FABA25}" dt="2023-10-15T12:27:16.866" v="1482" actId="20577"/>
          <ac:spMkLst>
            <pc:docMk/>
            <pc:sldMk cId="0" sldId="443"/>
            <ac:spMk id="2" creationId="{00000000-0000-0000-0000-000000000000}"/>
          </ac:spMkLst>
        </pc:spChg>
        <pc:spChg chg="mod">
          <ac:chgData name="Daphne Economou" userId="d065a339-36cf-4937-af08-41751becbd81" providerId="ADAL" clId="{8779695D-8CB3-4148-9FD0-718D65FABA25}" dt="2023-10-15T12:21:26.880" v="1451" actId="20577"/>
          <ac:spMkLst>
            <pc:docMk/>
            <pc:sldMk cId="0" sldId="443"/>
            <ac:spMk id="3" creationId="{00000000-0000-0000-0000-000000000000}"/>
          </ac:spMkLst>
        </pc:spChg>
      </pc:sldChg>
      <pc:sldChg chg="modSp mod">
        <pc:chgData name="Daphne Economou" userId="d065a339-36cf-4937-af08-41751becbd81" providerId="ADAL" clId="{8779695D-8CB3-4148-9FD0-718D65FABA25}" dt="2023-10-21T19:03:54.755" v="3877" actId="20577"/>
        <pc:sldMkLst>
          <pc:docMk/>
          <pc:sldMk cId="1393113354" sldId="498"/>
        </pc:sldMkLst>
        <pc:spChg chg="mod">
          <ac:chgData name="Daphne Economou" userId="d065a339-36cf-4937-af08-41751becbd81" providerId="ADAL" clId="{8779695D-8CB3-4148-9FD0-718D65FABA25}" dt="2023-10-21T19:03:54.755" v="3877" actId="20577"/>
          <ac:spMkLst>
            <pc:docMk/>
            <pc:sldMk cId="1393113354" sldId="498"/>
            <ac:spMk id="3" creationId="{2C69F99F-A699-D3F6-AAD3-A9DBE9A177F1}"/>
          </ac:spMkLst>
        </pc:spChg>
      </pc:sldChg>
      <pc:sldChg chg="modSp mod">
        <pc:chgData name="Daphne Economou" userId="d065a339-36cf-4937-af08-41751becbd81" providerId="ADAL" clId="{8779695D-8CB3-4148-9FD0-718D65FABA25}" dt="2023-10-15T11:55:38.524" v="153" actId="20577"/>
        <pc:sldMkLst>
          <pc:docMk/>
          <pc:sldMk cId="0" sldId="499"/>
        </pc:sldMkLst>
        <pc:spChg chg="mod">
          <ac:chgData name="Daphne Economou" userId="d065a339-36cf-4937-af08-41751becbd81" providerId="ADAL" clId="{8779695D-8CB3-4148-9FD0-718D65FABA25}" dt="2023-10-15T11:55:38.524" v="153" actId="20577"/>
          <ac:spMkLst>
            <pc:docMk/>
            <pc:sldMk cId="0" sldId="499"/>
            <ac:spMk id="157699" creationId="{00000000-0000-0000-0000-000000000000}"/>
          </ac:spMkLst>
        </pc:spChg>
      </pc:sldChg>
      <pc:sldChg chg="modSp mod">
        <pc:chgData name="Daphne Economou" userId="d065a339-36cf-4937-af08-41751becbd81" providerId="ADAL" clId="{8779695D-8CB3-4148-9FD0-718D65FABA25}" dt="2023-10-20T19:27:20.460" v="1892" actId="962"/>
        <pc:sldMkLst>
          <pc:docMk/>
          <pc:sldMk cId="4136138793" sldId="609"/>
        </pc:sldMkLst>
        <pc:spChg chg="mod">
          <ac:chgData name="Daphne Economou" userId="d065a339-36cf-4937-af08-41751becbd81" providerId="ADAL" clId="{8779695D-8CB3-4148-9FD0-718D65FABA25}" dt="2023-10-15T11:56:28.729" v="163" actId="20577"/>
          <ac:spMkLst>
            <pc:docMk/>
            <pc:sldMk cId="4136138793" sldId="609"/>
            <ac:spMk id="2" creationId="{00000000-0000-0000-0000-000000000000}"/>
          </ac:spMkLst>
        </pc:spChg>
        <pc:picChg chg="mod">
          <ac:chgData name="Daphne Economou" userId="d065a339-36cf-4937-af08-41751becbd81" providerId="ADAL" clId="{8779695D-8CB3-4148-9FD0-718D65FABA25}" dt="2023-10-20T19:27:20.460" v="1892" actId="962"/>
          <ac:picMkLst>
            <pc:docMk/>
            <pc:sldMk cId="4136138793" sldId="609"/>
            <ac:picMk id="8" creationId="{00000000-0000-0000-0000-000000000000}"/>
          </ac:picMkLst>
        </pc:picChg>
      </pc:sldChg>
      <pc:sldChg chg="modSp mod">
        <pc:chgData name="Daphne Economou" userId="d065a339-36cf-4937-af08-41751becbd81" providerId="ADAL" clId="{8779695D-8CB3-4148-9FD0-718D65FABA25}" dt="2023-10-20T19:26:28.250" v="1866" actId="962"/>
        <pc:sldMkLst>
          <pc:docMk/>
          <pc:sldMk cId="3061001062" sldId="612"/>
        </pc:sldMkLst>
        <pc:picChg chg="mod">
          <ac:chgData name="Daphne Economou" userId="d065a339-36cf-4937-af08-41751becbd81" providerId="ADAL" clId="{8779695D-8CB3-4148-9FD0-718D65FABA25}" dt="2023-10-20T19:26:26.577" v="1864" actId="962"/>
          <ac:picMkLst>
            <pc:docMk/>
            <pc:sldMk cId="3061001062" sldId="612"/>
            <ac:picMk id="7" creationId="{67B7EC43-2345-C684-687E-8759C04AB218}"/>
          </ac:picMkLst>
        </pc:picChg>
        <pc:picChg chg="mod">
          <ac:chgData name="Daphne Economou" userId="d065a339-36cf-4937-af08-41751becbd81" providerId="ADAL" clId="{8779695D-8CB3-4148-9FD0-718D65FABA25}" dt="2023-10-20T19:26:28.250" v="1866" actId="962"/>
          <ac:picMkLst>
            <pc:docMk/>
            <pc:sldMk cId="3061001062" sldId="612"/>
            <ac:picMk id="8" creationId="{7BD0FD92-85D1-E0E4-B9AC-9D7E6AA8EDE1}"/>
          </ac:picMkLst>
        </pc:picChg>
      </pc:sldChg>
      <pc:sldChg chg="add del">
        <pc:chgData name="Daphne Economou" userId="d065a339-36cf-4937-af08-41751becbd81" providerId="ADAL" clId="{8779695D-8CB3-4148-9FD0-718D65FABA25}" dt="2023-10-20T19:00:12.037" v="1829" actId="47"/>
        <pc:sldMkLst>
          <pc:docMk/>
          <pc:sldMk cId="40373464" sldId="616"/>
        </pc:sldMkLst>
      </pc:sldChg>
      <pc:sldChg chg="add del">
        <pc:chgData name="Daphne Economou" userId="d065a339-36cf-4937-af08-41751becbd81" providerId="ADAL" clId="{8779695D-8CB3-4148-9FD0-718D65FABA25}" dt="2023-10-20T19:00:12.536" v="1830" actId="47"/>
        <pc:sldMkLst>
          <pc:docMk/>
          <pc:sldMk cId="3316845155" sldId="617"/>
        </pc:sldMkLst>
      </pc:sldChg>
      <pc:sldChg chg="modSp mod">
        <pc:chgData name="Daphne Economou" userId="d065a339-36cf-4937-af08-41751becbd81" providerId="ADAL" clId="{8779695D-8CB3-4148-9FD0-718D65FABA25}" dt="2023-10-20T19:26:46.346" v="1872" actId="962"/>
        <pc:sldMkLst>
          <pc:docMk/>
          <pc:sldMk cId="4131529968" sldId="619"/>
        </pc:sldMkLst>
        <pc:spChg chg="mod">
          <ac:chgData name="Daphne Economou" userId="d065a339-36cf-4937-af08-41751becbd81" providerId="ADAL" clId="{8779695D-8CB3-4148-9FD0-718D65FABA25}" dt="2023-10-20T19:26:42.967" v="1868" actId="962"/>
          <ac:spMkLst>
            <pc:docMk/>
            <pc:sldMk cId="4131529968" sldId="619"/>
            <ac:spMk id="3" creationId="{AACD3776-E254-0993-1174-97CBAB31284A}"/>
          </ac:spMkLst>
        </pc:spChg>
        <pc:picChg chg="mod">
          <ac:chgData name="Daphne Economou" userId="d065a339-36cf-4937-af08-41751becbd81" providerId="ADAL" clId="{8779695D-8CB3-4148-9FD0-718D65FABA25}" dt="2023-10-20T19:26:44.788" v="1870" actId="962"/>
          <ac:picMkLst>
            <pc:docMk/>
            <pc:sldMk cId="4131529968" sldId="619"/>
            <ac:picMk id="9" creationId="{F79ED3DB-F8E5-F8A6-F807-5EE09D856236}"/>
          </ac:picMkLst>
        </pc:picChg>
        <pc:picChg chg="mod">
          <ac:chgData name="Daphne Economou" userId="d065a339-36cf-4937-af08-41751becbd81" providerId="ADAL" clId="{8779695D-8CB3-4148-9FD0-718D65FABA25}" dt="2023-10-20T19:26:46.346" v="1872" actId="962"/>
          <ac:picMkLst>
            <pc:docMk/>
            <pc:sldMk cId="4131529968" sldId="619"/>
            <ac:picMk id="11" creationId="{6CAD0249-BA6E-BD6A-261C-7B4EE0563268}"/>
          </ac:picMkLst>
        </pc:picChg>
      </pc:sldChg>
      <pc:sldChg chg="modSp mod">
        <pc:chgData name="Daphne Economou" userId="d065a339-36cf-4937-af08-41751becbd81" providerId="ADAL" clId="{8779695D-8CB3-4148-9FD0-718D65FABA25}" dt="2023-10-20T19:26:48.598" v="1874" actId="962"/>
        <pc:sldMkLst>
          <pc:docMk/>
          <pc:sldMk cId="2324227175" sldId="620"/>
        </pc:sldMkLst>
        <pc:picChg chg="mod">
          <ac:chgData name="Daphne Economou" userId="d065a339-36cf-4937-af08-41751becbd81" providerId="ADAL" clId="{8779695D-8CB3-4148-9FD0-718D65FABA25}" dt="2023-10-20T19:26:48.598" v="1874" actId="962"/>
          <ac:picMkLst>
            <pc:docMk/>
            <pc:sldMk cId="2324227175" sldId="620"/>
            <ac:picMk id="6" creationId="{9FEE8EEE-9B91-252B-A510-C770B05E925E}"/>
          </ac:picMkLst>
        </pc:picChg>
      </pc:sldChg>
      <pc:sldChg chg="addSp modSp mod">
        <pc:chgData name="Daphne Economou" userId="d065a339-36cf-4937-af08-41751becbd81" providerId="ADAL" clId="{8779695D-8CB3-4148-9FD0-718D65FABA25}" dt="2023-10-21T09:21:52.235" v="1937" actId="27636"/>
        <pc:sldMkLst>
          <pc:docMk/>
          <pc:sldMk cId="2689225707" sldId="640"/>
        </pc:sldMkLst>
        <pc:spChg chg="mod">
          <ac:chgData name="Daphne Economou" userId="d065a339-36cf-4937-af08-41751becbd81" providerId="ADAL" clId="{8779695D-8CB3-4148-9FD0-718D65FABA25}" dt="2023-10-21T09:21:52.235" v="1937" actId="27636"/>
          <ac:spMkLst>
            <pc:docMk/>
            <pc:sldMk cId="2689225707" sldId="640"/>
            <ac:spMk id="8" creationId="{FB104CD7-E0FE-D2E2-B671-5E7C42753ECA}"/>
          </ac:spMkLst>
        </pc:spChg>
        <pc:picChg chg="add mod">
          <ac:chgData name="Daphne Economou" userId="d065a339-36cf-4937-af08-41751becbd81" providerId="ADAL" clId="{8779695D-8CB3-4148-9FD0-718D65FABA25}" dt="2023-10-21T09:21:48.186" v="1935" actId="14100"/>
          <ac:picMkLst>
            <pc:docMk/>
            <pc:sldMk cId="2689225707" sldId="640"/>
            <ac:picMk id="2" creationId="{D003B5D0-BD8B-7575-26AD-AF9703F79984}"/>
          </ac:picMkLst>
        </pc:picChg>
      </pc:sldChg>
      <pc:sldChg chg="addSp delSp modSp mod">
        <pc:chgData name="Daphne Economou" userId="d065a339-36cf-4937-af08-41751becbd81" providerId="ADAL" clId="{8779695D-8CB3-4148-9FD0-718D65FABA25}" dt="2023-10-21T10:18:40.754" v="2708" actId="1076"/>
        <pc:sldMkLst>
          <pc:docMk/>
          <pc:sldMk cId="506191502" sldId="643"/>
        </pc:sldMkLst>
        <pc:spChg chg="mod">
          <ac:chgData name="Daphne Economou" userId="d065a339-36cf-4937-af08-41751becbd81" providerId="ADAL" clId="{8779695D-8CB3-4148-9FD0-718D65FABA25}" dt="2023-10-21T09:39:33.113" v="2268" actId="1076"/>
          <ac:spMkLst>
            <pc:docMk/>
            <pc:sldMk cId="506191502" sldId="643"/>
            <ac:spMk id="10" creationId="{AC7BAE18-7DA2-7AF5-684F-245E132C42DE}"/>
          </ac:spMkLst>
        </pc:spChg>
        <pc:graphicFrameChg chg="add del mod modGraphic">
          <ac:chgData name="Daphne Economou" userId="d065a339-36cf-4937-af08-41751becbd81" providerId="ADAL" clId="{8779695D-8CB3-4148-9FD0-718D65FABA25}" dt="2023-10-21T09:39:24.225" v="2266" actId="478"/>
          <ac:graphicFrameMkLst>
            <pc:docMk/>
            <pc:sldMk cId="506191502" sldId="643"/>
            <ac:graphicFrameMk id="2" creationId="{7C9E6CFF-2B0C-EAE4-2139-792F03ED72DC}"/>
          </ac:graphicFrameMkLst>
        </pc:graphicFrameChg>
        <pc:picChg chg="mod">
          <ac:chgData name="Daphne Economou" userId="d065a339-36cf-4937-af08-41751becbd81" providerId="ADAL" clId="{8779695D-8CB3-4148-9FD0-718D65FABA25}" dt="2023-10-21T09:39:33.113" v="2268" actId="1076"/>
          <ac:picMkLst>
            <pc:docMk/>
            <pc:sldMk cId="506191502" sldId="643"/>
            <ac:picMk id="7" creationId="{4EA45C8C-C663-8B0D-BAD3-4D7529644276}"/>
          </ac:picMkLst>
        </pc:picChg>
        <pc:cxnChg chg="add del mod">
          <ac:chgData name="Daphne Economou" userId="d065a339-36cf-4937-af08-41751becbd81" providerId="ADAL" clId="{8779695D-8CB3-4148-9FD0-718D65FABA25}" dt="2023-10-21T09:28:45.246" v="2102" actId="478"/>
          <ac:cxnSpMkLst>
            <pc:docMk/>
            <pc:sldMk cId="506191502" sldId="643"/>
            <ac:cxnSpMk id="6" creationId="{2F6ADB11-93D5-F762-FC85-514535FD4C51}"/>
          </ac:cxnSpMkLst>
        </pc:cxnChg>
        <pc:cxnChg chg="mod">
          <ac:chgData name="Daphne Economou" userId="d065a339-36cf-4937-af08-41751becbd81" providerId="ADAL" clId="{8779695D-8CB3-4148-9FD0-718D65FABA25}" dt="2023-10-21T10:18:40.754" v="2708" actId="1076"/>
          <ac:cxnSpMkLst>
            <pc:docMk/>
            <pc:sldMk cId="506191502" sldId="643"/>
            <ac:cxnSpMk id="12" creationId="{077A0553-9E0B-9D47-7D01-3DF97D691116}"/>
          </ac:cxnSpMkLst>
        </pc:cxnChg>
        <pc:cxnChg chg="add del mod">
          <ac:chgData name="Daphne Economou" userId="d065a339-36cf-4937-af08-41751becbd81" providerId="ADAL" clId="{8779695D-8CB3-4148-9FD0-718D65FABA25}" dt="2023-10-21T09:39:27.031" v="2267" actId="478"/>
          <ac:cxnSpMkLst>
            <pc:docMk/>
            <pc:sldMk cId="506191502" sldId="643"/>
            <ac:cxnSpMk id="14" creationId="{4DC07F94-8060-BD0E-BC0C-FCBE75FC839F}"/>
          </ac:cxnSpMkLst>
        </pc:cxnChg>
      </pc:sldChg>
      <pc:sldChg chg="modSp mod">
        <pc:chgData name="Daphne Economou" userId="d065a339-36cf-4937-af08-41751becbd81" providerId="ADAL" clId="{8779695D-8CB3-4148-9FD0-718D65FABA25}" dt="2023-10-20T19:27:54.677" v="1900" actId="962"/>
        <pc:sldMkLst>
          <pc:docMk/>
          <pc:sldMk cId="1919175559" sldId="644"/>
        </pc:sldMkLst>
        <pc:picChg chg="mod">
          <ac:chgData name="Daphne Economou" userId="d065a339-36cf-4937-af08-41751becbd81" providerId="ADAL" clId="{8779695D-8CB3-4148-9FD0-718D65FABA25}" dt="2023-10-20T19:27:54.677" v="1900" actId="962"/>
          <ac:picMkLst>
            <pc:docMk/>
            <pc:sldMk cId="1919175559" sldId="644"/>
            <ac:picMk id="7" creationId="{F023AE2E-D5A6-0400-EBA2-62D918BB6F0E}"/>
          </ac:picMkLst>
        </pc:picChg>
      </pc:sldChg>
      <pc:sldChg chg="modSp mod ord">
        <pc:chgData name="Daphne Economou" userId="d065a339-36cf-4937-af08-41751becbd81" providerId="ADAL" clId="{8779695D-8CB3-4148-9FD0-718D65FABA25}" dt="2023-10-21T11:15:59.786" v="3006"/>
        <pc:sldMkLst>
          <pc:docMk/>
          <pc:sldMk cId="4088107113" sldId="645"/>
        </pc:sldMkLst>
        <pc:picChg chg="mod">
          <ac:chgData name="Daphne Economou" userId="d065a339-36cf-4937-af08-41751becbd81" providerId="ADAL" clId="{8779695D-8CB3-4148-9FD0-718D65FABA25}" dt="2023-10-20T19:27:40.664" v="1896" actId="962"/>
          <ac:picMkLst>
            <pc:docMk/>
            <pc:sldMk cId="4088107113" sldId="645"/>
            <ac:picMk id="7" creationId="{B3671FFA-643C-7861-6BDF-C7006976D0FC}"/>
          </ac:picMkLst>
        </pc:picChg>
        <pc:picChg chg="mod">
          <ac:chgData name="Daphne Economou" userId="d065a339-36cf-4937-af08-41751becbd81" providerId="ADAL" clId="{8779695D-8CB3-4148-9FD0-718D65FABA25}" dt="2023-10-20T19:27:45.177" v="1898" actId="962"/>
          <ac:picMkLst>
            <pc:docMk/>
            <pc:sldMk cId="4088107113" sldId="645"/>
            <ac:picMk id="12" creationId="{BD04207E-4E2F-5001-9428-621F5511E4AE}"/>
          </ac:picMkLst>
        </pc:picChg>
      </pc:sldChg>
      <pc:sldChg chg="addSp delSp modSp mod delAnim modAnim">
        <pc:chgData name="Daphne Economou" userId="d065a339-36cf-4937-af08-41751becbd81" providerId="ADAL" clId="{8779695D-8CB3-4148-9FD0-718D65FABA25}" dt="2023-10-21T11:30:57.614" v="3393"/>
        <pc:sldMkLst>
          <pc:docMk/>
          <pc:sldMk cId="935589118" sldId="649"/>
        </pc:sldMkLst>
        <pc:spChg chg="mod">
          <ac:chgData name="Daphne Economou" userId="d065a339-36cf-4937-af08-41751becbd81" providerId="ADAL" clId="{8779695D-8CB3-4148-9FD0-718D65FABA25}" dt="2023-10-21T11:26:08.731" v="3187" actId="6549"/>
          <ac:spMkLst>
            <pc:docMk/>
            <pc:sldMk cId="935589118" sldId="649"/>
            <ac:spMk id="3" creationId="{6DEC6951-9EF5-6FFF-F319-60961B26143D}"/>
          </ac:spMkLst>
        </pc:spChg>
        <pc:spChg chg="mod">
          <ac:chgData name="Daphne Economou" userId="d065a339-36cf-4937-af08-41751becbd81" providerId="ADAL" clId="{8779695D-8CB3-4148-9FD0-718D65FABA25}" dt="2023-10-21T11:21:19.705" v="3139" actId="1076"/>
          <ac:spMkLst>
            <pc:docMk/>
            <pc:sldMk cId="935589118" sldId="649"/>
            <ac:spMk id="15" creationId="{798CEF52-E556-4D69-792C-940C1FC087EF}"/>
          </ac:spMkLst>
        </pc:spChg>
        <pc:spChg chg="add del mod">
          <ac:chgData name="Daphne Economou" userId="d065a339-36cf-4937-af08-41751becbd81" providerId="ADAL" clId="{8779695D-8CB3-4148-9FD0-718D65FABA25}" dt="2023-10-21T11:19:17.910" v="3042"/>
          <ac:spMkLst>
            <pc:docMk/>
            <pc:sldMk cId="935589118" sldId="649"/>
            <ac:spMk id="29" creationId="{3EF40CE4-B06B-4215-2C00-F1EF189683FE}"/>
          </ac:spMkLst>
        </pc:spChg>
        <pc:spChg chg="add mod">
          <ac:chgData name="Daphne Economou" userId="d065a339-36cf-4937-af08-41751becbd81" providerId="ADAL" clId="{8779695D-8CB3-4148-9FD0-718D65FABA25}" dt="2023-10-21T11:22:05.250" v="3165" actId="113"/>
          <ac:spMkLst>
            <pc:docMk/>
            <pc:sldMk cId="935589118" sldId="649"/>
            <ac:spMk id="32" creationId="{D778C86A-5139-EB95-5FDD-0F2442AB6AF0}"/>
          </ac:spMkLst>
        </pc:spChg>
        <pc:spChg chg="add mod">
          <ac:chgData name="Daphne Economou" userId="d065a339-36cf-4937-af08-41751becbd81" providerId="ADAL" clId="{8779695D-8CB3-4148-9FD0-718D65FABA25}" dt="2023-10-21T11:26:37.520" v="3191" actId="13822"/>
          <ac:spMkLst>
            <pc:docMk/>
            <pc:sldMk cId="935589118" sldId="649"/>
            <ac:spMk id="37" creationId="{34A7078D-FAD1-25F7-226F-7FCB9D7AA467}"/>
          </ac:spMkLst>
        </pc:spChg>
        <pc:grpChg chg="mod">
          <ac:chgData name="Daphne Economou" userId="d065a339-36cf-4937-af08-41751becbd81" providerId="ADAL" clId="{8779695D-8CB3-4148-9FD0-718D65FABA25}" dt="2023-10-21T10:31:06.751" v="2928" actId="164"/>
          <ac:grpSpMkLst>
            <pc:docMk/>
            <pc:sldMk cId="935589118" sldId="649"/>
            <ac:grpSpMk id="9" creationId="{E568DC54-8C6A-7F9D-F2D5-B8DE34A8F517}"/>
          </ac:grpSpMkLst>
        </pc:grpChg>
        <pc:grpChg chg="add del mod">
          <ac:chgData name="Daphne Economou" userId="d065a339-36cf-4937-af08-41751becbd81" providerId="ADAL" clId="{8779695D-8CB3-4148-9FD0-718D65FABA25}" dt="2023-10-21T11:08:11.944" v="2981" actId="478"/>
          <ac:grpSpMkLst>
            <pc:docMk/>
            <pc:sldMk cId="935589118" sldId="649"/>
            <ac:grpSpMk id="10" creationId="{54360BE2-2117-2145-B4D1-F941A5CC554D}"/>
          </ac:grpSpMkLst>
        </pc:grpChg>
        <pc:grpChg chg="mod">
          <ac:chgData name="Daphne Economou" userId="d065a339-36cf-4937-af08-41751becbd81" providerId="ADAL" clId="{8779695D-8CB3-4148-9FD0-718D65FABA25}" dt="2023-10-21T11:08:44.967" v="2988" actId="164"/>
          <ac:grpSpMkLst>
            <pc:docMk/>
            <pc:sldMk cId="935589118" sldId="649"/>
            <ac:grpSpMk id="17" creationId="{2A8DA8BB-9BAD-F0F7-C9BD-1551AC9D5FFA}"/>
          </ac:grpSpMkLst>
        </pc:grpChg>
        <pc:grpChg chg="add del mod">
          <ac:chgData name="Daphne Economou" userId="d065a339-36cf-4937-af08-41751becbd81" providerId="ADAL" clId="{8779695D-8CB3-4148-9FD0-718D65FABA25}" dt="2023-10-21T11:15:04.173" v="3001" actId="478"/>
          <ac:grpSpMkLst>
            <pc:docMk/>
            <pc:sldMk cId="935589118" sldId="649"/>
            <ac:grpSpMk id="18" creationId="{B3320751-DEFC-C206-376B-A0230AD10015}"/>
          </ac:grpSpMkLst>
        </pc:grpChg>
        <pc:grpChg chg="del mod">
          <ac:chgData name="Daphne Economou" userId="d065a339-36cf-4937-af08-41751becbd81" providerId="ADAL" clId="{8779695D-8CB3-4148-9FD0-718D65FABA25}" dt="2023-10-21T11:18:54.749" v="3031" actId="478"/>
          <ac:grpSpMkLst>
            <pc:docMk/>
            <pc:sldMk cId="935589118" sldId="649"/>
            <ac:grpSpMk id="25" creationId="{0046400A-2A0F-4B55-871A-591E4735727D}"/>
          </ac:grpSpMkLst>
        </pc:grpChg>
        <pc:grpChg chg="del mod">
          <ac:chgData name="Daphne Economou" userId="d065a339-36cf-4937-af08-41751becbd81" providerId="ADAL" clId="{8779695D-8CB3-4148-9FD0-718D65FABA25}" dt="2023-10-21T11:18:55.702" v="3032" actId="478"/>
          <ac:grpSpMkLst>
            <pc:docMk/>
            <pc:sldMk cId="935589118" sldId="649"/>
            <ac:grpSpMk id="28" creationId="{838192A1-BC3D-5574-A3C1-77C35EFFC61B}"/>
          </ac:grpSpMkLst>
        </pc:grpChg>
        <pc:grpChg chg="mod">
          <ac:chgData name="Daphne Economou" userId="d065a339-36cf-4937-af08-41751becbd81" providerId="ADAL" clId="{8779695D-8CB3-4148-9FD0-718D65FABA25}" dt="2023-10-21T11:22:28.308" v="3170"/>
          <ac:grpSpMkLst>
            <pc:docMk/>
            <pc:sldMk cId="935589118" sldId="649"/>
            <ac:grpSpMk id="35" creationId="{1F186AF1-BBBD-50C1-30F8-2E334F4A8202}"/>
          </ac:grpSpMkLst>
        </pc:grpChg>
        <pc:grpChg chg="mod">
          <ac:chgData name="Daphne Economou" userId="d065a339-36cf-4937-af08-41751becbd81" providerId="ADAL" clId="{8779695D-8CB3-4148-9FD0-718D65FABA25}" dt="2023-10-21T11:30:48.513" v="3392"/>
          <ac:grpSpMkLst>
            <pc:docMk/>
            <pc:sldMk cId="935589118" sldId="649"/>
            <ac:grpSpMk id="41" creationId="{FC5B2711-6645-CFEF-71E0-1BB03D1033D2}"/>
          </ac:grpSpMkLst>
        </pc:grpChg>
        <pc:grpChg chg="del mod">
          <ac:chgData name="Daphne Economou" userId="d065a339-36cf-4937-af08-41751becbd81" providerId="ADAL" clId="{8779695D-8CB3-4148-9FD0-718D65FABA25}" dt="2023-10-21T10:26:44.194" v="2797" actId="478"/>
          <ac:grpSpMkLst>
            <pc:docMk/>
            <pc:sldMk cId="935589118" sldId="649"/>
            <ac:grpSpMk id="47" creationId="{93007984-1AF0-7755-AB28-BD007C2953AA}"/>
          </ac:grpSpMkLst>
        </pc:grpChg>
        <pc:grpChg chg="del mod">
          <ac:chgData name="Daphne Economou" userId="d065a339-36cf-4937-af08-41751becbd81" providerId="ADAL" clId="{8779695D-8CB3-4148-9FD0-718D65FABA25}" dt="2023-10-21T10:26:37.685" v="2796" actId="478"/>
          <ac:grpSpMkLst>
            <pc:docMk/>
            <pc:sldMk cId="935589118" sldId="649"/>
            <ac:grpSpMk id="51" creationId="{B4D6AD8E-C835-555E-7726-906E72BB37F0}"/>
          </ac:grpSpMkLst>
        </pc:grpChg>
        <pc:picChg chg="mod">
          <ac:chgData name="Daphne Economou" userId="d065a339-36cf-4937-af08-41751becbd81" providerId="ADAL" clId="{8779695D-8CB3-4148-9FD0-718D65FABA25}" dt="2023-10-21T11:21:19.705" v="3139" actId="1076"/>
          <ac:picMkLst>
            <pc:docMk/>
            <pc:sldMk cId="935589118" sldId="649"/>
            <ac:picMk id="14" creationId="{34062D7E-0598-A88C-B467-238830ADF2EB}"/>
          </ac:picMkLst>
        </pc:picChg>
        <pc:picChg chg="add del mod">
          <ac:chgData name="Daphne Economou" userId="d065a339-36cf-4937-af08-41751becbd81" providerId="ADAL" clId="{8779695D-8CB3-4148-9FD0-718D65FABA25}" dt="2023-10-21T11:18:04.603" v="3019" actId="478"/>
          <ac:picMkLst>
            <pc:docMk/>
            <pc:sldMk cId="935589118" sldId="649"/>
            <ac:picMk id="19" creationId="{AB7F8FDB-A462-8D30-4038-D71E5846A6A4}"/>
          </ac:picMkLst>
        </pc:picChg>
        <pc:picChg chg="add del mod">
          <ac:chgData name="Daphne Economou" userId="d065a339-36cf-4937-af08-41751becbd81" providerId="ADAL" clId="{8779695D-8CB3-4148-9FD0-718D65FABA25}" dt="2023-10-21T11:18:05.219" v="3020" actId="478"/>
          <ac:picMkLst>
            <pc:docMk/>
            <pc:sldMk cId="935589118" sldId="649"/>
            <ac:picMk id="20" creationId="{E2DDC8EC-D2E4-954B-3B20-BF0A239D19A9}"/>
          </ac:picMkLst>
        </pc:picChg>
        <pc:picChg chg="add del mod">
          <ac:chgData name="Daphne Economou" userId="d065a339-36cf-4937-af08-41751becbd81" providerId="ADAL" clId="{8779695D-8CB3-4148-9FD0-718D65FABA25}" dt="2023-10-21T11:19:17.909" v="3040" actId="478"/>
          <ac:picMkLst>
            <pc:docMk/>
            <pc:sldMk cId="935589118" sldId="649"/>
            <ac:picMk id="30" creationId="{0A435C56-311F-0BCC-2917-21F6AA9555EF}"/>
          </ac:picMkLst>
        </pc:picChg>
        <pc:picChg chg="add del mod">
          <ac:chgData name="Daphne Economou" userId="d065a339-36cf-4937-af08-41751becbd81" providerId="ADAL" clId="{8779695D-8CB3-4148-9FD0-718D65FABA25}" dt="2023-10-21T11:19:17.909" v="3040" actId="478"/>
          <ac:picMkLst>
            <pc:docMk/>
            <pc:sldMk cId="935589118" sldId="649"/>
            <ac:picMk id="31" creationId="{EF3F0C9C-453A-FD61-6EC9-AED441A5D3D9}"/>
          </ac:picMkLst>
        </pc:picChg>
        <pc:inkChg chg="add del">
          <ac:chgData name="Daphne Economou" userId="d065a339-36cf-4937-af08-41751becbd81" providerId="ADAL" clId="{8779695D-8CB3-4148-9FD0-718D65FABA25}" dt="2023-10-21T11:08:25.909" v="2983" actId="9405"/>
          <ac:inkMkLst>
            <pc:docMk/>
            <pc:sldMk cId="935589118" sldId="649"/>
            <ac:inkMk id="4" creationId="{13A2BFF6-CFA6-72AD-4E37-25B496D18D67}"/>
          </ac:inkMkLst>
        </pc:inkChg>
        <pc:inkChg chg="add mod">
          <ac:chgData name="Daphne Economou" userId="d065a339-36cf-4937-af08-41751becbd81" providerId="ADAL" clId="{8779695D-8CB3-4148-9FD0-718D65FABA25}" dt="2023-10-21T11:08:44.967" v="2988" actId="164"/>
          <ac:inkMkLst>
            <pc:docMk/>
            <pc:sldMk cId="935589118" sldId="649"/>
            <ac:inkMk id="5" creationId="{FFD5EEF1-92D1-6D43-8F7A-AA64A55326E2}"/>
          </ac:inkMkLst>
        </pc:inkChg>
        <pc:inkChg chg="add mod">
          <ac:chgData name="Daphne Economou" userId="d065a339-36cf-4937-af08-41751becbd81" providerId="ADAL" clId="{8779695D-8CB3-4148-9FD0-718D65FABA25}" dt="2023-10-21T10:31:06.751" v="2928" actId="164"/>
          <ac:inkMkLst>
            <pc:docMk/>
            <pc:sldMk cId="935589118" sldId="649"/>
            <ac:inkMk id="6" creationId="{52A735AB-4083-5CBF-C0F3-28832B40B16D}"/>
          </ac:inkMkLst>
        </pc:inkChg>
        <pc:inkChg chg="add mod">
          <ac:chgData name="Daphne Economou" userId="d065a339-36cf-4937-af08-41751becbd81" providerId="ADAL" clId="{8779695D-8CB3-4148-9FD0-718D65FABA25}" dt="2023-10-21T10:30:57.519" v="2927"/>
          <ac:inkMkLst>
            <pc:docMk/>
            <pc:sldMk cId="935589118" sldId="649"/>
            <ac:inkMk id="7" creationId="{ED442475-4B21-6E5E-D8CE-FD64DAA27958}"/>
          </ac:inkMkLst>
        </pc:inkChg>
        <pc:inkChg chg="add mod">
          <ac:chgData name="Daphne Economou" userId="d065a339-36cf-4937-af08-41751becbd81" providerId="ADAL" clId="{8779695D-8CB3-4148-9FD0-718D65FABA25}" dt="2023-10-21T10:30:57.519" v="2927"/>
          <ac:inkMkLst>
            <pc:docMk/>
            <pc:sldMk cId="935589118" sldId="649"/>
            <ac:inkMk id="8" creationId="{28AC570B-805A-71D8-6642-33E6529107CD}"/>
          </ac:inkMkLst>
        </pc:inkChg>
        <pc:inkChg chg="add mod">
          <ac:chgData name="Daphne Economou" userId="d065a339-36cf-4937-af08-41751becbd81" providerId="ADAL" clId="{8779695D-8CB3-4148-9FD0-718D65FABA25}" dt="2023-10-21T11:08:39.784" v="2987"/>
          <ac:inkMkLst>
            <pc:docMk/>
            <pc:sldMk cId="935589118" sldId="649"/>
            <ac:inkMk id="13" creationId="{559B6E28-A397-698B-9BD2-92EC49E48F3A}"/>
          </ac:inkMkLst>
        </pc:inkChg>
        <pc:inkChg chg="add mod">
          <ac:chgData name="Daphne Economou" userId="d065a339-36cf-4937-af08-41751becbd81" providerId="ADAL" clId="{8779695D-8CB3-4148-9FD0-718D65FABA25}" dt="2023-10-21T11:08:39.784" v="2987"/>
          <ac:inkMkLst>
            <pc:docMk/>
            <pc:sldMk cId="935589118" sldId="649"/>
            <ac:inkMk id="16" creationId="{FAA73747-3628-CA57-5F84-774FCC91AADC}"/>
          </ac:inkMkLst>
        </pc:inkChg>
        <pc:inkChg chg="add del">
          <ac:chgData name="Daphne Economou" userId="d065a339-36cf-4937-af08-41751becbd81" providerId="ADAL" clId="{8779695D-8CB3-4148-9FD0-718D65FABA25}" dt="2023-10-21T11:18:57.366" v="3034" actId="478"/>
          <ac:inkMkLst>
            <pc:docMk/>
            <pc:sldMk cId="935589118" sldId="649"/>
            <ac:inkMk id="21" creationId="{3330A0E3-F12F-481C-21E9-05C0EDA957F1}"/>
          </ac:inkMkLst>
        </pc:inkChg>
        <pc:inkChg chg="add del">
          <ac:chgData name="Daphne Economou" userId="d065a339-36cf-4937-af08-41751becbd81" providerId="ADAL" clId="{8779695D-8CB3-4148-9FD0-718D65FABA25}" dt="2023-10-21T11:18:56.721" v="3033" actId="478"/>
          <ac:inkMkLst>
            <pc:docMk/>
            <pc:sldMk cId="935589118" sldId="649"/>
            <ac:inkMk id="22" creationId="{C970AAE6-F20F-EFA5-D90D-E151DCA10FE1}"/>
          </ac:inkMkLst>
        </pc:inkChg>
        <pc:inkChg chg="add mod">
          <ac:chgData name="Daphne Economou" userId="d065a339-36cf-4937-af08-41751becbd81" providerId="ADAL" clId="{8779695D-8CB3-4148-9FD0-718D65FABA25}" dt="2023-10-21T11:18:28.728" v="3025"/>
          <ac:inkMkLst>
            <pc:docMk/>
            <pc:sldMk cId="935589118" sldId="649"/>
            <ac:inkMk id="23" creationId="{E58F9C99-AF5F-65EF-C42E-10775A7C463E}"/>
          </ac:inkMkLst>
        </pc:inkChg>
        <pc:inkChg chg="add mod">
          <ac:chgData name="Daphne Economou" userId="d065a339-36cf-4937-af08-41751becbd81" providerId="ADAL" clId="{8779695D-8CB3-4148-9FD0-718D65FABA25}" dt="2023-10-21T11:18:28.728" v="3025"/>
          <ac:inkMkLst>
            <pc:docMk/>
            <pc:sldMk cId="935589118" sldId="649"/>
            <ac:inkMk id="24" creationId="{B4D3EC5D-F67D-9BA8-9AC5-39CE1D822743}"/>
          </ac:inkMkLst>
        </pc:inkChg>
        <pc:inkChg chg="add mod">
          <ac:chgData name="Daphne Economou" userId="d065a339-36cf-4937-af08-41751becbd81" providerId="ADAL" clId="{8779695D-8CB3-4148-9FD0-718D65FABA25}" dt="2023-10-21T11:18:33.936" v="3028"/>
          <ac:inkMkLst>
            <pc:docMk/>
            <pc:sldMk cId="935589118" sldId="649"/>
            <ac:inkMk id="26" creationId="{BE419DB2-7427-C1F9-60CA-ADDCE2B62EF9}"/>
          </ac:inkMkLst>
        </pc:inkChg>
        <pc:inkChg chg="add mod">
          <ac:chgData name="Daphne Economou" userId="d065a339-36cf-4937-af08-41751becbd81" providerId="ADAL" clId="{8779695D-8CB3-4148-9FD0-718D65FABA25}" dt="2023-10-21T11:18:33.936" v="3028"/>
          <ac:inkMkLst>
            <pc:docMk/>
            <pc:sldMk cId="935589118" sldId="649"/>
            <ac:inkMk id="27" creationId="{E39BB0DD-DB59-91EF-8F5F-3AC6A6A84FD6}"/>
          </ac:inkMkLst>
        </pc:inkChg>
        <pc:inkChg chg="add del mod">
          <ac:chgData name="Daphne Economou" userId="d065a339-36cf-4937-af08-41751becbd81" providerId="ADAL" clId="{8779695D-8CB3-4148-9FD0-718D65FABA25}" dt="2023-10-21T11:22:28.860" v="3171" actId="9405"/>
          <ac:inkMkLst>
            <pc:docMk/>
            <pc:sldMk cId="935589118" sldId="649"/>
            <ac:inkMk id="33" creationId="{2F4AA1EC-303C-5B6A-D5D1-692C12BBDADF}"/>
          </ac:inkMkLst>
        </pc:inkChg>
        <pc:inkChg chg="add del mod">
          <ac:chgData name="Daphne Economou" userId="d065a339-36cf-4937-af08-41751becbd81" providerId="ADAL" clId="{8779695D-8CB3-4148-9FD0-718D65FABA25}" dt="2023-10-21T11:22:28.308" v="3170"/>
          <ac:inkMkLst>
            <pc:docMk/>
            <pc:sldMk cId="935589118" sldId="649"/>
            <ac:inkMk id="34" creationId="{AEE46C4A-B176-7585-555E-F5C625ACB76C}"/>
          </ac:inkMkLst>
        </pc:inkChg>
        <pc:inkChg chg="add del">
          <ac:chgData name="Daphne Economou" userId="d065a339-36cf-4937-af08-41751becbd81" providerId="ADAL" clId="{8779695D-8CB3-4148-9FD0-718D65FABA25}" dt="2023-10-21T11:26:24.695" v="3188" actId="478"/>
          <ac:inkMkLst>
            <pc:docMk/>
            <pc:sldMk cId="935589118" sldId="649"/>
            <ac:inkMk id="36" creationId="{AC32FA85-EFD3-AC54-16CF-8D3221CB8419}"/>
          </ac:inkMkLst>
        </pc:inkChg>
        <pc:inkChg chg="add del">
          <ac:chgData name="Daphne Economou" userId="d065a339-36cf-4937-af08-41751becbd81" providerId="ADAL" clId="{8779695D-8CB3-4148-9FD0-718D65FABA25}" dt="2023-10-21T11:30:44.510" v="3389" actId="9405"/>
          <ac:inkMkLst>
            <pc:docMk/>
            <pc:sldMk cId="935589118" sldId="649"/>
            <ac:inkMk id="38" creationId="{A41AAA2E-4C42-F568-AD22-AF2887CB1B8E}"/>
          </ac:inkMkLst>
        </pc:inkChg>
        <pc:inkChg chg="add mod">
          <ac:chgData name="Daphne Economou" userId="d065a339-36cf-4937-af08-41751becbd81" providerId="ADAL" clId="{8779695D-8CB3-4148-9FD0-718D65FABA25}" dt="2023-10-21T11:30:48.513" v="3392"/>
          <ac:inkMkLst>
            <pc:docMk/>
            <pc:sldMk cId="935589118" sldId="649"/>
            <ac:inkMk id="39" creationId="{C966770E-8827-36A3-21EC-DA159C107538}"/>
          </ac:inkMkLst>
        </pc:inkChg>
        <pc:inkChg chg="add mod">
          <ac:chgData name="Daphne Economou" userId="d065a339-36cf-4937-af08-41751becbd81" providerId="ADAL" clId="{8779695D-8CB3-4148-9FD0-718D65FABA25}" dt="2023-10-21T11:30:48.513" v="3392"/>
          <ac:inkMkLst>
            <pc:docMk/>
            <pc:sldMk cId="935589118" sldId="649"/>
            <ac:inkMk id="40" creationId="{EB2E58BC-7AE3-9C6F-6F66-BD43298BB393}"/>
          </ac:inkMkLst>
        </pc:inkChg>
      </pc:sldChg>
      <pc:sldChg chg="modSp mod">
        <pc:chgData name="Daphne Economou" userId="d065a339-36cf-4937-af08-41751becbd81" providerId="ADAL" clId="{8779695D-8CB3-4148-9FD0-718D65FABA25}" dt="2023-10-21T11:46:27.297" v="3597" actId="114"/>
        <pc:sldMkLst>
          <pc:docMk/>
          <pc:sldMk cId="2638013518" sldId="652"/>
        </pc:sldMkLst>
        <pc:spChg chg="mod">
          <ac:chgData name="Daphne Economou" userId="d065a339-36cf-4937-af08-41751becbd81" providerId="ADAL" clId="{8779695D-8CB3-4148-9FD0-718D65FABA25}" dt="2023-10-21T11:46:27.297" v="3597" actId="114"/>
          <ac:spMkLst>
            <pc:docMk/>
            <pc:sldMk cId="2638013518" sldId="652"/>
            <ac:spMk id="9" creationId="{B018F714-DF57-F9EA-5235-D86BCA15797F}"/>
          </ac:spMkLst>
        </pc:spChg>
        <pc:picChg chg="mod">
          <ac:chgData name="Daphne Economou" userId="d065a339-36cf-4937-af08-41751becbd81" providerId="ADAL" clId="{8779695D-8CB3-4148-9FD0-718D65FABA25}" dt="2023-10-20T19:28:02.440" v="1904" actId="962"/>
          <ac:picMkLst>
            <pc:docMk/>
            <pc:sldMk cId="2638013518" sldId="652"/>
            <ac:picMk id="7" creationId="{A4197A6B-1273-85A6-1760-6F0BBB27BE1A}"/>
          </ac:picMkLst>
        </pc:picChg>
      </pc:sldChg>
      <pc:sldChg chg="modSp mod ord">
        <pc:chgData name="Daphne Economou" userId="d065a339-36cf-4937-af08-41751becbd81" providerId="ADAL" clId="{8779695D-8CB3-4148-9FD0-718D65FABA25}" dt="2023-10-21T11:35:02.884" v="3397" actId="20577"/>
        <pc:sldMkLst>
          <pc:docMk/>
          <pc:sldMk cId="1248074938" sldId="653"/>
        </pc:sldMkLst>
        <pc:spChg chg="mod">
          <ac:chgData name="Daphne Economou" userId="d065a339-36cf-4937-af08-41751becbd81" providerId="ADAL" clId="{8779695D-8CB3-4148-9FD0-718D65FABA25}" dt="2023-10-21T11:35:02.884" v="3397" actId="20577"/>
          <ac:spMkLst>
            <pc:docMk/>
            <pc:sldMk cId="1248074938" sldId="653"/>
            <ac:spMk id="3" creationId="{4EFC1FBE-E399-3DC9-F4A0-34242AF7A6F3}"/>
          </ac:spMkLst>
        </pc:spChg>
        <pc:picChg chg="mod">
          <ac:chgData name="Daphne Economou" userId="d065a339-36cf-4937-af08-41751becbd81" providerId="ADAL" clId="{8779695D-8CB3-4148-9FD0-718D65FABA25}" dt="2023-10-20T19:28:13.314" v="1906" actId="962"/>
          <ac:picMkLst>
            <pc:docMk/>
            <pc:sldMk cId="1248074938" sldId="653"/>
            <ac:picMk id="7" creationId="{A4197A6B-1273-85A6-1760-6F0BBB27BE1A}"/>
          </ac:picMkLst>
        </pc:picChg>
      </pc:sldChg>
      <pc:sldChg chg="modSp mod ord">
        <pc:chgData name="Daphne Economou" userId="d065a339-36cf-4937-af08-41751becbd81" providerId="ADAL" clId="{8779695D-8CB3-4148-9FD0-718D65FABA25}" dt="2023-10-15T11:58:31.678" v="192"/>
        <pc:sldMkLst>
          <pc:docMk/>
          <pc:sldMk cId="4120438286" sldId="654"/>
        </pc:sldMkLst>
        <pc:spChg chg="mod">
          <ac:chgData name="Daphne Economou" userId="d065a339-36cf-4937-af08-41751becbd81" providerId="ADAL" clId="{8779695D-8CB3-4148-9FD0-718D65FABA25}" dt="2023-10-15T11:57:22.998" v="169"/>
          <ac:spMkLst>
            <pc:docMk/>
            <pc:sldMk cId="4120438286" sldId="654"/>
            <ac:spMk id="3" creationId="{AC813E4D-CE5B-260C-5A85-FB21142FF532}"/>
          </ac:spMkLst>
        </pc:spChg>
      </pc:sldChg>
      <pc:sldChg chg="ord">
        <pc:chgData name="Daphne Economou" userId="d065a339-36cf-4937-af08-41751becbd81" providerId="ADAL" clId="{8779695D-8CB3-4148-9FD0-718D65FABA25}" dt="2023-10-15T11:58:31.678" v="192"/>
        <pc:sldMkLst>
          <pc:docMk/>
          <pc:sldMk cId="369966135" sldId="655"/>
        </pc:sldMkLst>
      </pc:sldChg>
      <pc:sldChg chg="ord">
        <pc:chgData name="Daphne Economou" userId="d065a339-36cf-4937-af08-41751becbd81" providerId="ADAL" clId="{8779695D-8CB3-4148-9FD0-718D65FABA25}" dt="2023-10-15T11:58:59.857" v="194"/>
        <pc:sldMkLst>
          <pc:docMk/>
          <pc:sldMk cId="2595989643" sldId="703"/>
        </pc:sldMkLst>
      </pc:sldChg>
      <pc:sldChg chg="modSp mod">
        <pc:chgData name="Daphne Economou" userId="d065a339-36cf-4937-af08-41751becbd81" providerId="ADAL" clId="{8779695D-8CB3-4148-9FD0-718D65FABA25}" dt="2023-10-15T11:54:24.637" v="62" actId="20577"/>
        <pc:sldMkLst>
          <pc:docMk/>
          <pc:sldMk cId="4146209940" sldId="704"/>
        </pc:sldMkLst>
        <pc:spChg chg="mod">
          <ac:chgData name="Daphne Economou" userId="d065a339-36cf-4937-af08-41751becbd81" providerId="ADAL" clId="{8779695D-8CB3-4148-9FD0-718D65FABA25}" dt="2023-10-15T11:54:24.637" v="62" actId="20577"/>
          <ac:spMkLst>
            <pc:docMk/>
            <pc:sldMk cId="4146209940" sldId="704"/>
            <ac:spMk id="6" creationId="{CFB26D9A-DC50-B4DA-4DD5-2F6EAFE78966}"/>
          </ac:spMkLst>
        </pc:spChg>
        <pc:spChg chg="mod">
          <ac:chgData name="Daphne Economou" userId="d065a339-36cf-4937-af08-41751becbd81" providerId="ADAL" clId="{8779695D-8CB3-4148-9FD0-718D65FABA25}" dt="2023-10-15T11:54:24.321" v="61" actId="20577"/>
          <ac:spMkLst>
            <pc:docMk/>
            <pc:sldMk cId="4146209940" sldId="704"/>
            <ac:spMk id="7" creationId="{CBD6CAF2-5EAF-DE56-5804-50893AF84E81}"/>
          </ac:spMkLst>
        </pc:spChg>
      </pc:sldChg>
      <pc:sldChg chg="modSp mod">
        <pc:chgData name="Daphne Economou" userId="d065a339-36cf-4937-af08-41751becbd81" providerId="ADAL" clId="{8779695D-8CB3-4148-9FD0-718D65FABA25}" dt="2023-10-20T18:43:58.383" v="1532" actId="1035"/>
        <pc:sldMkLst>
          <pc:docMk/>
          <pc:sldMk cId="3907684350" sldId="706"/>
        </pc:sldMkLst>
        <pc:spChg chg="mod">
          <ac:chgData name="Daphne Economou" userId="d065a339-36cf-4937-af08-41751becbd81" providerId="ADAL" clId="{8779695D-8CB3-4148-9FD0-718D65FABA25}" dt="2023-10-20T18:43:41.341" v="1526" actId="14100"/>
          <ac:spMkLst>
            <pc:docMk/>
            <pc:sldMk cId="3907684350" sldId="706"/>
            <ac:spMk id="2" creationId="{41DE2DE5-E789-C65E-2CC3-FB556925C2D9}"/>
          </ac:spMkLst>
        </pc:spChg>
        <pc:spChg chg="mod">
          <ac:chgData name="Daphne Economou" userId="d065a339-36cf-4937-af08-41751becbd81" providerId="ADAL" clId="{8779695D-8CB3-4148-9FD0-718D65FABA25}" dt="2023-10-20T18:43:53.624" v="1529" actId="14100"/>
          <ac:spMkLst>
            <pc:docMk/>
            <pc:sldMk cId="3907684350" sldId="706"/>
            <ac:spMk id="8" creationId="{AADEFA6B-CB81-A8BE-FA57-FB20819828F7}"/>
          </ac:spMkLst>
        </pc:spChg>
        <pc:spChg chg="mod">
          <ac:chgData name="Daphne Economou" userId="d065a339-36cf-4937-af08-41751becbd81" providerId="ADAL" clId="{8779695D-8CB3-4148-9FD0-718D65FABA25}" dt="2023-10-20T18:43:58.383" v="1532" actId="1035"/>
          <ac:spMkLst>
            <pc:docMk/>
            <pc:sldMk cId="3907684350" sldId="706"/>
            <ac:spMk id="9" creationId="{DE78D70B-9889-49AC-BEF0-C7F3BC968B04}"/>
          </ac:spMkLst>
        </pc:spChg>
      </pc:sldChg>
      <pc:sldChg chg="modSp mod">
        <pc:chgData name="Daphne Economou" userId="d065a339-36cf-4937-af08-41751becbd81" providerId="ADAL" clId="{8779695D-8CB3-4148-9FD0-718D65FABA25}" dt="2023-10-20T18:44:11.078" v="1534" actId="20577"/>
        <pc:sldMkLst>
          <pc:docMk/>
          <pc:sldMk cId="517372038" sldId="707"/>
        </pc:sldMkLst>
        <pc:spChg chg="mod">
          <ac:chgData name="Daphne Economou" userId="d065a339-36cf-4937-af08-41751becbd81" providerId="ADAL" clId="{8779695D-8CB3-4148-9FD0-718D65FABA25}" dt="2023-10-20T18:44:11.078" v="1534" actId="20577"/>
          <ac:spMkLst>
            <pc:docMk/>
            <pc:sldMk cId="517372038" sldId="707"/>
            <ac:spMk id="8" creationId="{AADEFA6B-CB81-A8BE-FA57-FB20819828F7}"/>
          </ac:spMkLst>
        </pc:spChg>
        <pc:spChg chg="mod">
          <ac:chgData name="Daphne Economou" userId="d065a339-36cf-4937-af08-41751becbd81" providerId="ADAL" clId="{8779695D-8CB3-4148-9FD0-718D65FABA25}" dt="2023-10-20T18:37:11.089" v="1511" actId="14100"/>
          <ac:spMkLst>
            <pc:docMk/>
            <pc:sldMk cId="517372038" sldId="707"/>
            <ac:spMk id="9" creationId="{DE78D70B-9889-49AC-BEF0-C7F3BC968B04}"/>
          </ac:spMkLst>
        </pc:spChg>
      </pc:sldChg>
      <pc:sldChg chg="modSp mod">
        <pc:chgData name="Daphne Economou" userId="d065a339-36cf-4937-af08-41751becbd81" providerId="ADAL" clId="{8779695D-8CB3-4148-9FD0-718D65FABA25}" dt="2023-10-20T18:44:52.981" v="1543" actId="14100"/>
        <pc:sldMkLst>
          <pc:docMk/>
          <pc:sldMk cId="7726752" sldId="708"/>
        </pc:sldMkLst>
        <pc:spChg chg="mod">
          <ac:chgData name="Daphne Economou" userId="d065a339-36cf-4937-af08-41751becbd81" providerId="ADAL" clId="{8779695D-8CB3-4148-9FD0-718D65FABA25}" dt="2023-10-20T18:44:50.833" v="1542" actId="14100"/>
          <ac:spMkLst>
            <pc:docMk/>
            <pc:sldMk cId="7726752" sldId="708"/>
            <ac:spMk id="2" creationId="{41DE2DE5-E789-C65E-2CC3-FB556925C2D9}"/>
          </ac:spMkLst>
        </pc:spChg>
        <pc:spChg chg="mod">
          <ac:chgData name="Daphne Economou" userId="d065a339-36cf-4937-af08-41751becbd81" providerId="ADAL" clId="{8779695D-8CB3-4148-9FD0-718D65FABA25}" dt="2023-10-20T18:44:52.981" v="1543" actId="14100"/>
          <ac:spMkLst>
            <pc:docMk/>
            <pc:sldMk cId="7726752" sldId="708"/>
            <ac:spMk id="8" creationId="{AADEFA6B-CB81-A8BE-FA57-FB20819828F7}"/>
          </ac:spMkLst>
        </pc:spChg>
        <pc:spChg chg="mod">
          <ac:chgData name="Daphne Economou" userId="d065a339-36cf-4937-af08-41751becbd81" providerId="ADAL" clId="{8779695D-8CB3-4148-9FD0-718D65FABA25}" dt="2023-10-20T18:44:47.832" v="1541" actId="1076"/>
          <ac:spMkLst>
            <pc:docMk/>
            <pc:sldMk cId="7726752" sldId="708"/>
            <ac:spMk id="9" creationId="{DE78D70B-9889-49AC-BEF0-C7F3BC968B04}"/>
          </ac:spMkLst>
        </pc:spChg>
      </pc:sldChg>
      <pc:sldChg chg="modSp mod">
        <pc:chgData name="Daphne Economou" userId="d065a339-36cf-4937-af08-41751becbd81" providerId="ADAL" clId="{8779695D-8CB3-4148-9FD0-718D65FABA25}" dt="2023-10-20T19:26:08.825" v="1832" actId="962"/>
        <pc:sldMkLst>
          <pc:docMk/>
          <pc:sldMk cId="3842246913" sldId="709"/>
        </pc:sldMkLst>
        <pc:picChg chg="mod">
          <ac:chgData name="Daphne Economou" userId="d065a339-36cf-4937-af08-41751becbd81" providerId="ADAL" clId="{8779695D-8CB3-4148-9FD0-718D65FABA25}" dt="2023-10-20T19:26:08.825" v="1832" actId="962"/>
          <ac:picMkLst>
            <pc:docMk/>
            <pc:sldMk cId="3842246913" sldId="709"/>
            <ac:picMk id="7" creationId="{4DF22714-D017-EBAA-08A4-6198012B1656}"/>
          </ac:picMkLst>
        </pc:picChg>
      </pc:sldChg>
      <pc:sldChg chg="modSp mod">
        <pc:chgData name="Daphne Economou" userId="d065a339-36cf-4937-af08-41751becbd81" providerId="ADAL" clId="{8779695D-8CB3-4148-9FD0-718D65FABA25}" dt="2023-10-20T18:50:36.770" v="1680" actId="14100"/>
        <pc:sldMkLst>
          <pc:docMk/>
          <pc:sldMk cId="3900498882" sldId="711"/>
        </pc:sldMkLst>
        <pc:spChg chg="mod">
          <ac:chgData name="Daphne Economou" userId="d065a339-36cf-4937-af08-41751becbd81" providerId="ADAL" clId="{8779695D-8CB3-4148-9FD0-718D65FABA25}" dt="2023-10-20T18:50:36.770" v="1680" actId="14100"/>
          <ac:spMkLst>
            <pc:docMk/>
            <pc:sldMk cId="3900498882" sldId="711"/>
            <ac:spMk id="7" creationId="{CB01AD68-11AB-FAB3-BC0C-947BF96C5264}"/>
          </ac:spMkLst>
        </pc:spChg>
      </pc:sldChg>
      <pc:sldChg chg="modSp mod">
        <pc:chgData name="Daphne Economou" userId="d065a339-36cf-4937-af08-41751becbd81" providerId="ADAL" clId="{8779695D-8CB3-4148-9FD0-718D65FABA25}" dt="2023-10-20T19:26:20.377" v="1862" actId="962"/>
        <pc:sldMkLst>
          <pc:docMk/>
          <pc:sldMk cId="1144668866" sldId="721"/>
        </pc:sldMkLst>
        <pc:picChg chg="mod">
          <ac:chgData name="Daphne Economou" userId="d065a339-36cf-4937-af08-41751becbd81" providerId="ADAL" clId="{8779695D-8CB3-4148-9FD0-718D65FABA25}" dt="2023-10-20T19:26:20.377" v="1862" actId="962"/>
          <ac:picMkLst>
            <pc:docMk/>
            <pc:sldMk cId="1144668866" sldId="721"/>
            <ac:picMk id="6" creationId="{F6460ADB-C117-6DE1-4FD9-9F07FEB51DE0}"/>
          </ac:picMkLst>
        </pc:picChg>
      </pc:sldChg>
      <pc:sldChg chg="modSp mod addAnim delAnim modAnim">
        <pc:chgData name="Daphne Economou" userId="d065a339-36cf-4937-af08-41751becbd81" providerId="ADAL" clId="{8779695D-8CB3-4148-9FD0-718D65FABA25}" dt="2023-10-20T18:53:40.575" v="1695" actId="108"/>
        <pc:sldMkLst>
          <pc:docMk/>
          <pc:sldMk cId="1819132917" sldId="722"/>
        </pc:sldMkLst>
        <pc:spChg chg="mod">
          <ac:chgData name="Daphne Economou" userId="d065a339-36cf-4937-af08-41751becbd81" providerId="ADAL" clId="{8779695D-8CB3-4148-9FD0-718D65FABA25}" dt="2023-10-20T18:53:40.575" v="1695" actId="108"/>
          <ac:spMkLst>
            <pc:docMk/>
            <pc:sldMk cId="1819132917" sldId="722"/>
            <ac:spMk id="3" creationId="{71A9DC47-26D1-B4F2-52EA-44A558A4A7D7}"/>
          </ac:spMkLst>
        </pc:spChg>
      </pc:sldChg>
      <pc:sldChg chg="modSp mod modAnim">
        <pc:chgData name="Daphne Economou" userId="d065a339-36cf-4937-af08-41751becbd81" providerId="ADAL" clId="{8779695D-8CB3-4148-9FD0-718D65FABA25}" dt="2023-10-20T18:59:48.227" v="1826" actId="20577"/>
        <pc:sldMkLst>
          <pc:docMk/>
          <pc:sldMk cId="2008307533" sldId="725"/>
        </pc:sldMkLst>
        <pc:spChg chg="mod">
          <ac:chgData name="Daphne Economou" userId="d065a339-36cf-4937-af08-41751becbd81" providerId="ADAL" clId="{8779695D-8CB3-4148-9FD0-718D65FABA25}" dt="2023-10-20T18:59:48.227" v="1826" actId="20577"/>
          <ac:spMkLst>
            <pc:docMk/>
            <pc:sldMk cId="2008307533" sldId="725"/>
            <ac:spMk id="3" creationId="{71A9DC47-26D1-B4F2-52EA-44A558A4A7D7}"/>
          </ac:spMkLst>
        </pc:spChg>
      </pc:sldChg>
      <pc:sldChg chg="modSp mod">
        <pc:chgData name="Daphne Economou" userId="d065a339-36cf-4937-af08-41751becbd81" providerId="ADAL" clId="{8779695D-8CB3-4148-9FD0-718D65FABA25}" dt="2023-10-20T19:26:51.323" v="1876" actId="962"/>
        <pc:sldMkLst>
          <pc:docMk/>
          <pc:sldMk cId="2437875490" sldId="726"/>
        </pc:sldMkLst>
        <pc:picChg chg="mod">
          <ac:chgData name="Daphne Economou" userId="d065a339-36cf-4937-af08-41751becbd81" providerId="ADAL" clId="{8779695D-8CB3-4148-9FD0-718D65FABA25}" dt="2023-10-20T19:26:51.323" v="1876" actId="962"/>
          <ac:picMkLst>
            <pc:docMk/>
            <pc:sldMk cId="2437875490" sldId="726"/>
            <ac:picMk id="6" creationId="{9FEE8EEE-9B91-252B-A510-C770B05E925E}"/>
          </ac:picMkLst>
        </pc:picChg>
      </pc:sldChg>
      <pc:sldChg chg="modSp mod">
        <pc:chgData name="Daphne Economou" userId="d065a339-36cf-4937-af08-41751becbd81" providerId="ADAL" clId="{8779695D-8CB3-4148-9FD0-718D65FABA25}" dt="2023-10-20T19:26:55.195" v="1878" actId="962"/>
        <pc:sldMkLst>
          <pc:docMk/>
          <pc:sldMk cId="4217510853" sldId="727"/>
        </pc:sldMkLst>
        <pc:picChg chg="mod">
          <ac:chgData name="Daphne Economou" userId="d065a339-36cf-4937-af08-41751becbd81" providerId="ADAL" clId="{8779695D-8CB3-4148-9FD0-718D65FABA25}" dt="2023-10-20T19:26:55.195" v="1878" actId="962"/>
          <ac:picMkLst>
            <pc:docMk/>
            <pc:sldMk cId="4217510853" sldId="727"/>
            <ac:picMk id="6" creationId="{9FEE8EEE-9B91-252B-A510-C770B05E925E}"/>
          </ac:picMkLst>
        </pc:picChg>
      </pc:sldChg>
      <pc:sldChg chg="modSp mod">
        <pc:chgData name="Daphne Economou" userId="d065a339-36cf-4937-af08-41751becbd81" providerId="ADAL" clId="{8779695D-8CB3-4148-9FD0-718D65FABA25}" dt="2023-10-20T19:26:57.648" v="1880" actId="962"/>
        <pc:sldMkLst>
          <pc:docMk/>
          <pc:sldMk cId="4046033052" sldId="728"/>
        </pc:sldMkLst>
        <pc:picChg chg="mod">
          <ac:chgData name="Daphne Economou" userId="d065a339-36cf-4937-af08-41751becbd81" providerId="ADAL" clId="{8779695D-8CB3-4148-9FD0-718D65FABA25}" dt="2023-10-20T19:26:57.648" v="1880" actId="962"/>
          <ac:picMkLst>
            <pc:docMk/>
            <pc:sldMk cId="4046033052" sldId="728"/>
            <ac:picMk id="6" creationId="{9FEE8EEE-9B91-252B-A510-C770B05E925E}"/>
          </ac:picMkLst>
        </pc:picChg>
      </pc:sldChg>
      <pc:sldChg chg="modSp mod">
        <pc:chgData name="Daphne Economou" userId="d065a339-36cf-4937-af08-41751becbd81" providerId="ADAL" clId="{8779695D-8CB3-4148-9FD0-718D65FABA25}" dt="2023-10-20T19:27:00.857" v="1882" actId="962"/>
        <pc:sldMkLst>
          <pc:docMk/>
          <pc:sldMk cId="1256835073" sldId="729"/>
        </pc:sldMkLst>
        <pc:picChg chg="mod">
          <ac:chgData name="Daphne Economou" userId="d065a339-36cf-4937-af08-41751becbd81" providerId="ADAL" clId="{8779695D-8CB3-4148-9FD0-718D65FABA25}" dt="2023-10-20T19:27:00.857" v="1882" actId="962"/>
          <ac:picMkLst>
            <pc:docMk/>
            <pc:sldMk cId="1256835073" sldId="729"/>
            <ac:picMk id="6" creationId="{9FEE8EEE-9B91-252B-A510-C770B05E925E}"/>
          </ac:picMkLst>
        </pc:picChg>
      </pc:sldChg>
      <pc:sldChg chg="modSp mod">
        <pc:chgData name="Daphne Economou" userId="d065a339-36cf-4937-af08-41751becbd81" providerId="ADAL" clId="{8779695D-8CB3-4148-9FD0-718D65FABA25}" dt="2023-10-20T19:27:05.020" v="1884" actId="962"/>
        <pc:sldMkLst>
          <pc:docMk/>
          <pc:sldMk cId="1567192981" sldId="734"/>
        </pc:sldMkLst>
        <pc:picChg chg="mod">
          <ac:chgData name="Daphne Economou" userId="d065a339-36cf-4937-af08-41751becbd81" providerId="ADAL" clId="{8779695D-8CB3-4148-9FD0-718D65FABA25}" dt="2023-10-20T19:27:05.020" v="1884" actId="962"/>
          <ac:picMkLst>
            <pc:docMk/>
            <pc:sldMk cId="1567192981" sldId="734"/>
            <ac:picMk id="6" creationId="{9FEE8EEE-9B91-252B-A510-C770B05E925E}"/>
          </ac:picMkLst>
        </pc:picChg>
      </pc:sldChg>
      <pc:sldChg chg="modSp mod">
        <pc:chgData name="Daphne Economou" userId="d065a339-36cf-4937-af08-41751becbd81" providerId="ADAL" clId="{8779695D-8CB3-4148-9FD0-718D65FABA25}" dt="2023-10-20T19:27:07.469" v="1886" actId="962"/>
        <pc:sldMkLst>
          <pc:docMk/>
          <pc:sldMk cId="1818475448" sldId="735"/>
        </pc:sldMkLst>
        <pc:picChg chg="mod">
          <ac:chgData name="Daphne Economou" userId="d065a339-36cf-4937-af08-41751becbd81" providerId="ADAL" clId="{8779695D-8CB3-4148-9FD0-718D65FABA25}" dt="2023-10-20T19:27:07.469" v="1886" actId="962"/>
          <ac:picMkLst>
            <pc:docMk/>
            <pc:sldMk cId="1818475448" sldId="735"/>
            <ac:picMk id="6" creationId="{9FEE8EEE-9B91-252B-A510-C770B05E925E}"/>
          </ac:picMkLst>
        </pc:picChg>
      </pc:sldChg>
      <pc:sldChg chg="modSp mod">
        <pc:chgData name="Daphne Economou" userId="d065a339-36cf-4937-af08-41751becbd81" providerId="ADAL" clId="{8779695D-8CB3-4148-9FD0-718D65FABA25}" dt="2023-10-20T19:27:11.937" v="1888" actId="962"/>
        <pc:sldMkLst>
          <pc:docMk/>
          <pc:sldMk cId="3075239484" sldId="736"/>
        </pc:sldMkLst>
        <pc:picChg chg="mod">
          <ac:chgData name="Daphne Economou" userId="d065a339-36cf-4937-af08-41751becbd81" providerId="ADAL" clId="{8779695D-8CB3-4148-9FD0-718D65FABA25}" dt="2023-10-20T19:27:11.937" v="1888" actId="962"/>
          <ac:picMkLst>
            <pc:docMk/>
            <pc:sldMk cId="3075239484" sldId="736"/>
            <ac:picMk id="6" creationId="{9FEE8EEE-9B91-252B-A510-C770B05E925E}"/>
          </ac:picMkLst>
        </pc:picChg>
      </pc:sldChg>
      <pc:sldChg chg="modSp mod">
        <pc:chgData name="Daphne Economou" userId="d065a339-36cf-4937-af08-41751becbd81" providerId="ADAL" clId="{8779695D-8CB3-4148-9FD0-718D65FABA25}" dt="2023-10-20T19:27:15.146" v="1890" actId="962"/>
        <pc:sldMkLst>
          <pc:docMk/>
          <pc:sldMk cId="3216674154" sldId="737"/>
        </pc:sldMkLst>
        <pc:picChg chg="mod">
          <ac:chgData name="Daphne Economou" userId="d065a339-36cf-4937-af08-41751becbd81" providerId="ADAL" clId="{8779695D-8CB3-4148-9FD0-718D65FABA25}" dt="2023-10-20T19:27:15.146" v="1890" actId="962"/>
          <ac:picMkLst>
            <pc:docMk/>
            <pc:sldMk cId="3216674154" sldId="737"/>
            <ac:picMk id="6" creationId="{9FEE8EEE-9B91-252B-A510-C770B05E925E}"/>
          </ac:picMkLst>
        </pc:picChg>
      </pc:sldChg>
      <pc:sldChg chg="modSp mod">
        <pc:chgData name="Daphne Economou" userId="d065a339-36cf-4937-af08-41751becbd81" providerId="ADAL" clId="{8779695D-8CB3-4148-9FD0-718D65FABA25}" dt="2023-10-21T09:18:36.183" v="1908" actId="113"/>
        <pc:sldMkLst>
          <pc:docMk/>
          <pc:sldMk cId="337343222" sldId="740"/>
        </pc:sldMkLst>
        <pc:spChg chg="mod">
          <ac:chgData name="Daphne Economou" userId="d065a339-36cf-4937-af08-41751becbd81" providerId="ADAL" clId="{8779695D-8CB3-4148-9FD0-718D65FABA25}" dt="2023-10-21T09:18:36.183" v="1908" actId="113"/>
          <ac:spMkLst>
            <pc:docMk/>
            <pc:sldMk cId="337343222" sldId="740"/>
            <ac:spMk id="8" creationId="{040BAC0C-E965-BBA3-BF23-A944DE123180}"/>
          </ac:spMkLst>
        </pc:spChg>
      </pc:sldChg>
      <pc:sldChg chg="modSp mod">
        <pc:chgData name="Daphne Economou" userId="d065a339-36cf-4937-af08-41751becbd81" providerId="ADAL" clId="{8779695D-8CB3-4148-9FD0-718D65FABA25}" dt="2023-10-21T09:18:49.030" v="1910" actId="113"/>
        <pc:sldMkLst>
          <pc:docMk/>
          <pc:sldMk cId="813768947" sldId="742"/>
        </pc:sldMkLst>
        <pc:spChg chg="mod">
          <ac:chgData name="Daphne Economou" userId="d065a339-36cf-4937-af08-41751becbd81" providerId="ADAL" clId="{8779695D-8CB3-4148-9FD0-718D65FABA25}" dt="2023-10-21T09:18:49.030" v="1910" actId="113"/>
          <ac:spMkLst>
            <pc:docMk/>
            <pc:sldMk cId="813768947" sldId="742"/>
            <ac:spMk id="8" creationId="{040BAC0C-E965-BBA3-BF23-A944DE123180}"/>
          </ac:spMkLst>
        </pc:spChg>
      </pc:sldChg>
      <pc:sldChg chg="modSp add mod ord">
        <pc:chgData name="Daphne Economou" userId="d065a339-36cf-4937-af08-41751becbd81" providerId="ADAL" clId="{8779695D-8CB3-4148-9FD0-718D65FABA25}" dt="2023-10-15T11:58:31.678" v="192"/>
        <pc:sldMkLst>
          <pc:docMk/>
          <pc:sldMk cId="2348507807" sldId="745"/>
        </pc:sldMkLst>
        <pc:spChg chg="mod">
          <ac:chgData name="Daphne Economou" userId="d065a339-36cf-4937-af08-41751becbd81" providerId="ADAL" clId="{8779695D-8CB3-4148-9FD0-718D65FABA25}" dt="2023-10-15T11:57:53.647" v="189" actId="20577"/>
          <ac:spMkLst>
            <pc:docMk/>
            <pc:sldMk cId="2348507807" sldId="745"/>
            <ac:spMk id="2" creationId="{3440724C-1CC9-C783-A3F6-9E05847100A6}"/>
          </ac:spMkLst>
        </pc:spChg>
        <pc:spChg chg="mod">
          <ac:chgData name="Daphne Economou" userId="d065a339-36cf-4937-af08-41751becbd81" providerId="ADAL" clId="{8779695D-8CB3-4148-9FD0-718D65FABA25}" dt="2023-10-15T11:58:16.129" v="190" actId="20577"/>
          <ac:spMkLst>
            <pc:docMk/>
            <pc:sldMk cId="2348507807" sldId="745"/>
            <ac:spMk id="3" creationId="{04BDAEDD-78A3-82AE-394C-99352E5A4016}"/>
          </ac:spMkLst>
        </pc:spChg>
      </pc:sldChg>
      <pc:sldChg chg="del">
        <pc:chgData name="Daphne Economou" userId="d065a339-36cf-4937-af08-41751becbd81" providerId="ADAL" clId="{8779695D-8CB3-4148-9FD0-718D65FABA25}" dt="2023-10-15T11:56:50.595" v="164" actId="2696"/>
        <pc:sldMkLst>
          <pc:docMk/>
          <pc:sldMk cId="2985203396" sldId="745"/>
        </pc:sldMkLst>
      </pc:sldChg>
      <pc:sldChg chg="modSp mod">
        <pc:chgData name="Daphne Economou" userId="d065a339-36cf-4937-af08-41751becbd81" providerId="ADAL" clId="{8779695D-8CB3-4148-9FD0-718D65FABA25}" dt="2023-10-21T09:37:55.647" v="2262" actId="20577"/>
        <pc:sldMkLst>
          <pc:docMk/>
          <pc:sldMk cId="3825987887" sldId="746"/>
        </pc:sldMkLst>
        <pc:spChg chg="mod">
          <ac:chgData name="Daphne Economou" userId="d065a339-36cf-4937-af08-41751becbd81" providerId="ADAL" clId="{8779695D-8CB3-4148-9FD0-718D65FABA25}" dt="2023-10-21T09:37:55.647" v="2262" actId="20577"/>
          <ac:spMkLst>
            <pc:docMk/>
            <pc:sldMk cId="3825987887" sldId="746"/>
            <ac:spMk id="3" creationId="{093ABFB4-02DE-6C11-BD1D-CAA00399267E}"/>
          </ac:spMkLst>
        </pc:spChg>
      </pc:sldChg>
      <pc:sldChg chg="addSp delSp modSp new mod modClrScheme delAnim modAnim chgLayout">
        <pc:chgData name="Daphne Economou" userId="d065a339-36cf-4937-af08-41751becbd81" providerId="ADAL" clId="{8779695D-8CB3-4148-9FD0-718D65FABA25}" dt="2023-10-21T11:44:31.653" v="3589" actId="1076"/>
        <pc:sldMkLst>
          <pc:docMk/>
          <pc:sldMk cId="2974793625" sldId="749"/>
        </pc:sldMkLst>
        <pc:spChg chg="del mod ord">
          <ac:chgData name="Daphne Economou" userId="d065a339-36cf-4937-af08-41751becbd81" providerId="ADAL" clId="{8779695D-8CB3-4148-9FD0-718D65FABA25}" dt="2023-10-21T09:30:11.003" v="2107" actId="700"/>
          <ac:spMkLst>
            <pc:docMk/>
            <pc:sldMk cId="2974793625" sldId="749"/>
            <ac:spMk id="2" creationId="{1C721E80-1537-2196-47AA-20AD6873A93C}"/>
          </ac:spMkLst>
        </pc:spChg>
        <pc:spChg chg="del">
          <ac:chgData name="Daphne Economou" userId="d065a339-36cf-4937-af08-41751becbd81" providerId="ADAL" clId="{8779695D-8CB3-4148-9FD0-718D65FABA25}" dt="2023-10-21T09:30:11.003" v="2107" actId="700"/>
          <ac:spMkLst>
            <pc:docMk/>
            <pc:sldMk cId="2974793625" sldId="749"/>
            <ac:spMk id="3" creationId="{92759B9D-5E12-FF81-E83F-6F2E99C336B9}"/>
          </ac:spMkLst>
        </pc:spChg>
        <pc:spChg chg="del">
          <ac:chgData name="Daphne Economou" userId="d065a339-36cf-4937-af08-41751becbd81" providerId="ADAL" clId="{8779695D-8CB3-4148-9FD0-718D65FABA25}" dt="2023-10-21T09:30:11.003" v="2107" actId="700"/>
          <ac:spMkLst>
            <pc:docMk/>
            <pc:sldMk cId="2974793625" sldId="749"/>
            <ac:spMk id="4" creationId="{68167A18-FDC9-BDBE-B200-83CCC02BEFD3}"/>
          </ac:spMkLst>
        </pc:spChg>
        <pc:spChg chg="add del mod">
          <ac:chgData name="Daphne Economou" userId="d065a339-36cf-4937-af08-41751becbd81" providerId="ADAL" clId="{8779695D-8CB3-4148-9FD0-718D65FABA25}" dt="2023-10-21T11:43:06.610" v="3576" actId="478"/>
          <ac:spMkLst>
            <pc:docMk/>
            <pc:sldMk cId="2974793625" sldId="749"/>
            <ac:spMk id="5" creationId="{0B6EF7C1-813A-2DC6-9E9C-16C72F7C2C10}"/>
          </ac:spMkLst>
        </pc:spChg>
        <pc:spChg chg="del">
          <ac:chgData name="Daphne Economou" userId="d065a339-36cf-4937-af08-41751becbd81" providerId="ADAL" clId="{8779695D-8CB3-4148-9FD0-718D65FABA25}" dt="2023-10-21T09:30:11.003" v="2107" actId="700"/>
          <ac:spMkLst>
            <pc:docMk/>
            <pc:sldMk cId="2974793625" sldId="749"/>
            <ac:spMk id="5" creationId="{7F1AF72A-E59D-EFD5-A08E-C74A0CCCA197}"/>
          </ac:spMkLst>
        </pc:spChg>
        <pc:spChg chg="del">
          <ac:chgData name="Daphne Economou" userId="d065a339-36cf-4937-af08-41751becbd81" providerId="ADAL" clId="{8779695D-8CB3-4148-9FD0-718D65FABA25}" dt="2023-10-21T09:30:11.003" v="2107" actId="700"/>
          <ac:spMkLst>
            <pc:docMk/>
            <pc:sldMk cId="2974793625" sldId="749"/>
            <ac:spMk id="6" creationId="{7FE1766C-C266-47A4-6406-D99E2E2A3259}"/>
          </ac:spMkLst>
        </pc:spChg>
        <pc:spChg chg="add del mod">
          <ac:chgData name="Daphne Economou" userId="d065a339-36cf-4937-af08-41751becbd81" providerId="ADAL" clId="{8779695D-8CB3-4148-9FD0-718D65FABA25}" dt="2023-10-21T11:43:07.932" v="3577" actId="478"/>
          <ac:spMkLst>
            <pc:docMk/>
            <pc:sldMk cId="2974793625" sldId="749"/>
            <ac:spMk id="6" creationId="{BD0B2D77-E417-37E9-168A-8051FB126AD7}"/>
          </ac:spMkLst>
        </pc:spChg>
        <pc:spChg chg="mod ord">
          <ac:chgData name="Daphne Economou" userId="d065a339-36cf-4937-af08-41751becbd81" providerId="ADAL" clId="{8779695D-8CB3-4148-9FD0-718D65FABA25}" dt="2023-10-21T09:30:11.003" v="2107" actId="700"/>
          <ac:spMkLst>
            <pc:docMk/>
            <pc:sldMk cId="2974793625" sldId="749"/>
            <ac:spMk id="7" creationId="{FBAB30F9-8C65-FC81-4048-9D0A3848633A}"/>
          </ac:spMkLst>
        </pc:spChg>
        <pc:spChg chg="mod ord">
          <ac:chgData name="Daphne Economou" userId="d065a339-36cf-4937-af08-41751becbd81" providerId="ADAL" clId="{8779695D-8CB3-4148-9FD0-718D65FABA25}" dt="2023-10-21T09:30:11.003" v="2107" actId="700"/>
          <ac:spMkLst>
            <pc:docMk/>
            <pc:sldMk cId="2974793625" sldId="749"/>
            <ac:spMk id="8" creationId="{6F3AF616-7C16-72EF-BD54-4E3D7F6F0D60}"/>
          </ac:spMkLst>
        </pc:spChg>
        <pc:spChg chg="add mod">
          <ac:chgData name="Daphne Economou" userId="d065a339-36cf-4937-af08-41751becbd81" providerId="ADAL" clId="{8779695D-8CB3-4148-9FD0-718D65FABA25}" dt="2023-10-21T11:44:16.932" v="3587" actId="1038"/>
          <ac:spMkLst>
            <pc:docMk/>
            <pc:sldMk cId="2974793625" sldId="749"/>
            <ac:spMk id="8" creationId="{B7772DFB-D2A5-E2FB-9059-CE0C8D22EDFB}"/>
          </ac:spMkLst>
        </pc:spChg>
        <pc:spChg chg="mod ord">
          <ac:chgData name="Daphne Economou" userId="d065a339-36cf-4937-af08-41751becbd81" providerId="ADAL" clId="{8779695D-8CB3-4148-9FD0-718D65FABA25}" dt="2023-10-21T09:30:11.003" v="2107" actId="700"/>
          <ac:spMkLst>
            <pc:docMk/>
            <pc:sldMk cId="2974793625" sldId="749"/>
            <ac:spMk id="9" creationId="{940C52BC-D68A-C42E-1DFE-F69F6558CACF}"/>
          </ac:spMkLst>
        </pc:spChg>
        <pc:spChg chg="add mod ord">
          <ac:chgData name="Daphne Economou" userId="d065a339-36cf-4937-af08-41751becbd81" providerId="ADAL" clId="{8779695D-8CB3-4148-9FD0-718D65FABA25}" dt="2023-10-21T09:39:48.756" v="2269"/>
          <ac:spMkLst>
            <pc:docMk/>
            <pc:sldMk cId="2974793625" sldId="749"/>
            <ac:spMk id="10" creationId="{45BCB912-17C0-EF2C-B803-D7072CC26C89}"/>
          </ac:spMkLst>
        </pc:spChg>
        <pc:spChg chg="add mod">
          <ac:chgData name="Daphne Economou" userId="d065a339-36cf-4937-af08-41751becbd81" providerId="ADAL" clId="{8779695D-8CB3-4148-9FD0-718D65FABA25}" dt="2023-10-21T11:44:16.932" v="3587" actId="1038"/>
          <ac:spMkLst>
            <pc:docMk/>
            <pc:sldMk cId="2974793625" sldId="749"/>
            <ac:spMk id="13" creationId="{88F6185C-5162-C164-1B86-0EAD25D34FD7}"/>
          </ac:spMkLst>
        </pc:spChg>
        <pc:spChg chg="add mod">
          <ac:chgData name="Daphne Economou" userId="d065a339-36cf-4937-af08-41751becbd81" providerId="ADAL" clId="{8779695D-8CB3-4148-9FD0-718D65FABA25}" dt="2023-10-21T11:44:16.932" v="3587" actId="1038"/>
          <ac:spMkLst>
            <pc:docMk/>
            <pc:sldMk cId="2974793625" sldId="749"/>
            <ac:spMk id="16" creationId="{B48C8439-FF3D-2BDD-D184-D5DC5007E119}"/>
          </ac:spMkLst>
        </pc:spChg>
        <pc:spChg chg="add mod">
          <ac:chgData name="Daphne Economou" userId="d065a339-36cf-4937-af08-41751becbd81" providerId="ADAL" clId="{8779695D-8CB3-4148-9FD0-718D65FABA25}" dt="2023-10-21T11:38:30.452" v="3447" actId="20577"/>
          <ac:spMkLst>
            <pc:docMk/>
            <pc:sldMk cId="2974793625" sldId="749"/>
            <ac:spMk id="17" creationId="{214A924E-0CC1-270E-80E7-E38D39C66280}"/>
          </ac:spMkLst>
        </pc:spChg>
        <pc:spChg chg="add mod">
          <ac:chgData name="Daphne Economou" userId="d065a339-36cf-4937-af08-41751becbd81" providerId="ADAL" clId="{8779695D-8CB3-4148-9FD0-718D65FABA25}" dt="2023-10-21T11:40:25.966" v="3488" actId="20577"/>
          <ac:spMkLst>
            <pc:docMk/>
            <pc:sldMk cId="2974793625" sldId="749"/>
            <ac:spMk id="18" creationId="{863E90AC-28DF-60BA-9BA2-EC7129D05EDF}"/>
          </ac:spMkLst>
        </pc:spChg>
        <pc:spChg chg="add mod">
          <ac:chgData name="Daphne Economou" userId="d065a339-36cf-4937-af08-41751becbd81" providerId="ADAL" clId="{8779695D-8CB3-4148-9FD0-718D65FABA25}" dt="2023-10-21T11:44:31.653" v="3589" actId="1076"/>
          <ac:spMkLst>
            <pc:docMk/>
            <pc:sldMk cId="2974793625" sldId="749"/>
            <ac:spMk id="19" creationId="{68DD49E1-F90B-F31F-4006-3F191750C5A3}"/>
          </ac:spMkLst>
        </pc:spChg>
        <pc:graphicFrameChg chg="add del mod">
          <ac:chgData name="Daphne Economou" userId="d065a339-36cf-4937-af08-41751becbd81" providerId="ADAL" clId="{8779695D-8CB3-4148-9FD0-718D65FABA25}" dt="2023-10-21T11:43:09.290" v="3578" actId="478"/>
          <ac:graphicFrameMkLst>
            <pc:docMk/>
            <pc:sldMk cId="2974793625" sldId="749"/>
            <ac:graphicFrameMk id="4" creationId="{990296D1-2660-F28A-69A2-88760C4D43E9}"/>
          </ac:graphicFrameMkLst>
        </pc:graphicFrameChg>
        <pc:graphicFrameChg chg="add mod modGraphic">
          <ac:chgData name="Daphne Economou" userId="d065a339-36cf-4937-af08-41751becbd81" providerId="ADAL" clId="{8779695D-8CB3-4148-9FD0-718D65FABA25}" dt="2023-10-21T11:42:53.703" v="3572" actId="14100"/>
          <ac:graphicFrameMkLst>
            <pc:docMk/>
            <pc:sldMk cId="2974793625" sldId="749"/>
            <ac:graphicFrameMk id="7" creationId="{17871230-8E20-E287-3270-9B4D2552F4B2}"/>
          </ac:graphicFrameMkLst>
        </pc:graphicFrameChg>
        <pc:graphicFrameChg chg="add del mod modGraphic">
          <ac:chgData name="Daphne Economou" userId="d065a339-36cf-4937-af08-41751becbd81" providerId="ADAL" clId="{8779695D-8CB3-4148-9FD0-718D65FABA25}" dt="2023-10-21T11:37:52.194" v="3415" actId="478"/>
          <ac:graphicFrameMkLst>
            <pc:docMk/>
            <pc:sldMk cId="2974793625" sldId="749"/>
            <ac:graphicFrameMk id="11" creationId="{8EBA4709-A174-E0B1-FDB8-E30EDF623AB6}"/>
          </ac:graphicFrameMkLst>
        </pc:graphicFrameChg>
        <pc:graphicFrameChg chg="add mod modGraphic">
          <ac:chgData name="Daphne Economou" userId="d065a339-36cf-4937-af08-41751becbd81" providerId="ADAL" clId="{8779695D-8CB3-4148-9FD0-718D65FABA25}" dt="2023-10-21T11:43:02.241" v="3575" actId="14100"/>
          <ac:graphicFrameMkLst>
            <pc:docMk/>
            <pc:sldMk cId="2974793625" sldId="749"/>
            <ac:graphicFrameMk id="12" creationId="{074D857B-68DD-BAC4-DD2B-B590DDEF7BFE}"/>
          </ac:graphicFrameMkLst>
        </pc:graphicFrameChg>
        <pc:graphicFrameChg chg="add del mod modGraphic">
          <ac:chgData name="Daphne Economou" userId="d065a339-36cf-4937-af08-41751becbd81" providerId="ADAL" clId="{8779695D-8CB3-4148-9FD0-718D65FABA25}" dt="2023-10-21T09:34:46.052" v="2192" actId="478"/>
          <ac:graphicFrameMkLst>
            <pc:docMk/>
            <pc:sldMk cId="2974793625" sldId="749"/>
            <ac:graphicFrameMk id="16" creationId="{5E6A68E1-3A00-9685-279D-7947E80C6115}"/>
          </ac:graphicFrameMkLst>
        </pc:graphicFrameChg>
        <pc:picChg chg="add del mod">
          <ac:chgData name="Daphne Economou" userId="d065a339-36cf-4937-af08-41751becbd81" providerId="ADAL" clId="{8779695D-8CB3-4148-9FD0-718D65FABA25}" dt="2023-10-21T09:30:53.341" v="2117" actId="478"/>
          <ac:picMkLst>
            <pc:docMk/>
            <pc:sldMk cId="2974793625" sldId="749"/>
            <ac:picMk id="13" creationId="{310837B7-8FE5-2ECC-4ED5-7D0B3D364827}"/>
          </ac:picMkLst>
        </pc:picChg>
        <pc:picChg chg="add mod">
          <ac:chgData name="Daphne Economou" userId="d065a339-36cf-4937-af08-41751becbd81" providerId="ADAL" clId="{8779695D-8CB3-4148-9FD0-718D65FABA25}" dt="2023-10-21T09:40:00.860" v="2317" actId="962"/>
          <ac:picMkLst>
            <pc:docMk/>
            <pc:sldMk cId="2974793625" sldId="749"/>
            <ac:picMk id="14" creationId="{5961B02F-EBA3-6049-DECA-7F5900CCEE7E}"/>
          </ac:picMkLst>
        </pc:picChg>
        <pc:picChg chg="add mod">
          <ac:chgData name="Daphne Economou" userId="d065a339-36cf-4937-af08-41751becbd81" providerId="ADAL" clId="{8779695D-8CB3-4148-9FD0-718D65FABA25}" dt="2023-10-21T09:40:11.327" v="2387" actId="962"/>
          <ac:picMkLst>
            <pc:docMk/>
            <pc:sldMk cId="2974793625" sldId="749"/>
            <ac:picMk id="15" creationId="{BCC68B38-6531-30CB-D471-62E2DE15B4E2}"/>
          </ac:picMkLst>
        </pc:picChg>
      </pc:sldChg>
      <pc:sldChg chg="addSp delSp modSp add mod modNotesTx">
        <pc:chgData name="Daphne Economou" userId="d065a339-36cf-4937-af08-41751becbd81" providerId="ADAL" clId="{8779695D-8CB3-4148-9FD0-718D65FABA25}" dt="2023-10-21T10:16:08.022" v="2707" actId="20577"/>
        <pc:sldMkLst>
          <pc:docMk/>
          <pc:sldMk cId="423256712" sldId="750"/>
        </pc:sldMkLst>
        <pc:spChg chg="mod">
          <ac:chgData name="Daphne Economou" userId="d065a339-36cf-4937-af08-41751becbd81" providerId="ADAL" clId="{8779695D-8CB3-4148-9FD0-718D65FABA25}" dt="2023-10-21T10:03:29.320" v="2461" actId="1076"/>
          <ac:spMkLst>
            <pc:docMk/>
            <pc:sldMk cId="423256712" sldId="750"/>
            <ac:spMk id="2" creationId="{7A30E6C7-AD23-D8F1-9D1C-E2FD3B40A1C0}"/>
          </ac:spMkLst>
        </pc:spChg>
        <pc:spChg chg="mod">
          <ac:chgData name="Daphne Economou" userId="d065a339-36cf-4937-af08-41751becbd81" providerId="ADAL" clId="{8779695D-8CB3-4148-9FD0-718D65FABA25}" dt="2023-10-21T10:16:08.022" v="2707" actId="20577"/>
          <ac:spMkLst>
            <pc:docMk/>
            <pc:sldMk cId="423256712" sldId="750"/>
            <ac:spMk id="3" creationId="{093ABFB4-02DE-6C11-BD1D-CAA00399267E}"/>
          </ac:spMkLst>
        </pc:spChg>
        <pc:spChg chg="add del">
          <ac:chgData name="Daphne Economou" userId="d065a339-36cf-4937-af08-41751becbd81" providerId="ADAL" clId="{8779695D-8CB3-4148-9FD0-718D65FABA25}" dt="2023-10-21T10:00:58.636" v="2394"/>
          <ac:spMkLst>
            <pc:docMk/>
            <pc:sldMk cId="423256712" sldId="750"/>
            <ac:spMk id="4" creationId="{9CD220C8-3BBF-3387-C2E1-DD9BCF88DECE}"/>
          </ac:spMkLst>
        </pc:spChg>
      </pc:sldChg>
      <pc:sldChg chg="delSp modSp add del mod delAnim modAnim">
        <pc:chgData name="Daphne Economou" userId="d065a339-36cf-4937-af08-41751becbd81" providerId="ADAL" clId="{8779695D-8CB3-4148-9FD0-718D65FABA25}" dt="2023-10-21T11:31:21.179" v="3394" actId="47"/>
        <pc:sldMkLst>
          <pc:docMk/>
          <pc:sldMk cId="2752261978" sldId="751"/>
        </pc:sldMkLst>
        <pc:spChg chg="mod">
          <ac:chgData name="Daphne Economou" userId="d065a339-36cf-4937-af08-41751becbd81" providerId="ADAL" clId="{8779695D-8CB3-4148-9FD0-718D65FABA25}" dt="2023-10-21T11:02:06.263" v="2955" actId="27636"/>
          <ac:spMkLst>
            <pc:docMk/>
            <pc:sldMk cId="2752261978" sldId="751"/>
            <ac:spMk id="3" creationId="{6DEC6951-9EF5-6FFF-F319-60961B26143D}"/>
          </ac:spMkLst>
        </pc:spChg>
        <pc:grpChg chg="del">
          <ac:chgData name="Daphne Economou" userId="d065a339-36cf-4937-af08-41751becbd81" providerId="ADAL" clId="{8779695D-8CB3-4148-9FD0-718D65FABA25}" dt="2023-10-21T10:33:05.410" v="2940" actId="478"/>
          <ac:grpSpMkLst>
            <pc:docMk/>
            <pc:sldMk cId="2752261978" sldId="751"/>
            <ac:grpSpMk id="47" creationId="{93007984-1AF0-7755-AB28-BD007C2953AA}"/>
          </ac:grpSpMkLst>
        </pc:grpChg>
      </pc:sldChg>
      <pc:sldChg chg="addSp delSp modSp add del mod delAnim modAnim">
        <pc:chgData name="Daphne Economou" userId="d065a339-36cf-4937-af08-41751becbd81" providerId="ADAL" clId="{8779695D-8CB3-4148-9FD0-718D65FABA25}" dt="2023-10-21T11:31:21.179" v="3394" actId="47"/>
        <pc:sldMkLst>
          <pc:docMk/>
          <pc:sldMk cId="3392075254" sldId="752"/>
        </pc:sldMkLst>
        <pc:spChg chg="mod">
          <ac:chgData name="Daphne Economou" userId="d065a339-36cf-4937-af08-41751becbd81" providerId="ADAL" clId="{8779695D-8CB3-4148-9FD0-718D65FABA25}" dt="2023-10-21T11:07:12.038" v="2973" actId="14100"/>
          <ac:spMkLst>
            <pc:docMk/>
            <pc:sldMk cId="3392075254" sldId="752"/>
            <ac:spMk id="15" creationId="{798CEF52-E556-4D69-792C-940C1FC087EF}"/>
          </ac:spMkLst>
        </pc:spChg>
        <pc:grpChg chg="mod">
          <ac:chgData name="Daphne Economou" userId="d065a339-36cf-4937-af08-41751becbd81" providerId="ADAL" clId="{8779695D-8CB3-4148-9FD0-718D65FABA25}" dt="2023-10-21T11:07:59.141" v="2980"/>
          <ac:grpSpMkLst>
            <pc:docMk/>
            <pc:sldMk cId="3392075254" sldId="752"/>
            <ac:grpSpMk id="9" creationId="{5F17659F-E6FF-71C7-B39C-721EB7D8AE3F}"/>
          </ac:grpSpMkLst>
        </pc:grpChg>
        <pc:grpChg chg="del">
          <ac:chgData name="Daphne Economou" userId="d065a339-36cf-4937-af08-41751becbd81" providerId="ADAL" clId="{8779695D-8CB3-4148-9FD0-718D65FABA25}" dt="2023-10-21T10:32:30.360" v="2930" actId="478"/>
          <ac:grpSpMkLst>
            <pc:docMk/>
            <pc:sldMk cId="3392075254" sldId="752"/>
            <ac:grpSpMk id="10" creationId="{54360BE2-2117-2145-B4D1-F941A5CC554D}"/>
          </ac:grpSpMkLst>
        </pc:grpChg>
        <pc:grpChg chg="mod">
          <ac:chgData name="Daphne Economou" userId="d065a339-36cf-4937-af08-41751becbd81" providerId="ADAL" clId="{8779695D-8CB3-4148-9FD0-718D65FABA25}" dt="2023-10-21T10:32:54.877" v="2939" actId="164"/>
          <ac:grpSpMkLst>
            <pc:docMk/>
            <pc:sldMk cId="3392075254" sldId="752"/>
            <ac:grpSpMk id="17" creationId="{6665FE78-07A8-6EA3-AF99-5BC2E26A2E8A}"/>
          </ac:grpSpMkLst>
        </pc:grpChg>
        <pc:grpChg chg="add del mod">
          <ac:chgData name="Daphne Economou" userId="d065a339-36cf-4937-af08-41751becbd81" providerId="ADAL" clId="{8779695D-8CB3-4148-9FD0-718D65FABA25}" dt="2023-10-21T11:07:44.998" v="2976" actId="478"/>
          <ac:grpSpMkLst>
            <pc:docMk/>
            <pc:sldMk cId="3392075254" sldId="752"/>
            <ac:grpSpMk id="18" creationId="{E5AB2B8C-A023-8BEC-7493-3904851BA36D}"/>
          </ac:grpSpMkLst>
        </pc:grpChg>
        <pc:inkChg chg="add">
          <ac:chgData name="Daphne Economou" userId="d065a339-36cf-4937-af08-41751becbd81" providerId="ADAL" clId="{8779695D-8CB3-4148-9FD0-718D65FABA25}" dt="2023-10-21T11:07:52.499" v="2977" actId="9405"/>
          <ac:inkMkLst>
            <pc:docMk/>
            <pc:sldMk cId="3392075254" sldId="752"/>
            <ac:inkMk id="4" creationId="{433D57A3-29AD-4912-0D59-6AA4D43E8A89}"/>
          </ac:inkMkLst>
        </pc:inkChg>
        <pc:inkChg chg="add mod">
          <ac:chgData name="Daphne Economou" userId="d065a339-36cf-4937-af08-41751becbd81" providerId="ADAL" clId="{8779695D-8CB3-4148-9FD0-718D65FABA25}" dt="2023-10-21T11:07:59.141" v="2980"/>
          <ac:inkMkLst>
            <pc:docMk/>
            <pc:sldMk cId="3392075254" sldId="752"/>
            <ac:inkMk id="5" creationId="{26F88671-0625-A807-4BF4-2038956C07AD}"/>
          </ac:inkMkLst>
        </pc:inkChg>
        <pc:inkChg chg="add mod">
          <ac:chgData name="Daphne Economou" userId="d065a339-36cf-4937-af08-41751becbd81" providerId="ADAL" clId="{8779695D-8CB3-4148-9FD0-718D65FABA25}" dt="2023-10-21T11:07:59.141" v="2980"/>
          <ac:inkMkLst>
            <pc:docMk/>
            <pc:sldMk cId="3392075254" sldId="752"/>
            <ac:inkMk id="8" creationId="{9F8F0A7B-85AB-EFF9-F549-5438082D3FBF}"/>
          </ac:inkMkLst>
        </pc:inkChg>
        <pc:inkChg chg="add mod">
          <ac:chgData name="Daphne Economou" userId="d065a339-36cf-4937-af08-41751becbd81" providerId="ADAL" clId="{8779695D-8CB3-4148-9FD0-718D65FABA25}" dt="2023-10-21T10:32:54.877" v="2939" actId="164"/>
          <ac:inkMkLst>
            <pc:docMk/>
            <pc:sldMk cId="3392075254" sldId="752"/>
            <ac:inkMk id="11" creationId="{767D4A95-C53D-62B4-D45C-A00FE4C4C940}"/>
          </ac:inkMkLst>
        </pc:inkChg>
        <pc:inkChg chg="add del">
          <ac:chgData name="Daphne Economou" userId="d065a339-36cf-4937-af08-41751becbd81" providerId="ADAL" clId="{8779695D-8CB3-4148-9FD0-718D65FABA25}" dt="2023-10-21T10:32:44.899" v="2935" actId="9405"/>
          <ac:inkMkLst>
            <pc:docMk/>
            <pc:sldMk cId="3392075254" sldId="752"/>
            <ac:inkMk id="12" creationId="{D94A30AA-BEE2-27C0-EFBE-AB5E3837D115}"/>
          </ac:inkMkLst>
        </pc:inkChg>
        <pc:inkChg chg="add mod">
          <ac:chgData name="Daphne Economou" userId="d065a339-36cf-4937-af08-41751becbd81" providerId="ADAL" clId="{8779695D-8CB3-4148-9FD0-718D65FABA25}" dt="2023-10-21T10:32:50.246" v="2938"/>
          <ac:inkMkLst>
            <pc:docMk/>
            <pc:sldMk cId="3392075254" sldId="752"/>
            <ac:inkMk id="13" creationId="{FB20166B-C693-3DCD-0B4B-935DB560B6A8}"/>
          </ac:inkMkLst>
        </pc:inkChg>
        <pc:inkChg chg="add mod">
          <ac:chgData name="Daphne Economou" userId="d065a339-36cf-4937-af08-41751becbd81" providerId="ADAL" clId="{8779695D-8CB3-4148-9FD0-718D65FABA25}" dt="2023-10-21T10:32:50.246" v="2938"/>
          <ac:inkMkLst>
            <pc:docMk/>
            <pc:sldMk cId="3392075254" sldId="752"/>
            <ac:inkMk id="16" creationId="{F546B282-45D2-04B3-0644-4F275A264C4C}"/>
          </ac:inkMkLst>
        </pc:inkChg>
      </pc:sldChg>
      <pc:sldChg chg="new del">
        <pc:chgData name="Daphne Economou" userId="d065a339-36cf-4937-af08-41751becbd81" providerId="ADAL" clId="{8779695D-8CB3-4148-9FD0-718D65FABA25}" dt="2023-10-21T11:18:51.616" v="3030" actId="47"/>
        <pc:sldMkLst>
          <pc:docMk/>
          <pc:sldMk cId="2271809534" sldId="753"/>
        </pc:sldMkLst>
      </pc:sldChg>
      <pc:sldChg chg="addSp delSp modSp add mod delAnim modAnim">
        <pc:chgData name="Daphne Economou" userId="d065a339-36cf-4937-af08-41751becbd81" providerId="ADAL" clId="{8779695D-8CB3-4148-9FD0-718D65FABA25}" dt="2023-10-21T11:30:31.082" v="3387" actId="9405"/>
        <pc:sldMkLst>
          <pc:docMk/>
          <pc:sldMk cId="2495671435" sldId="753"/>
        </pc:sldMkLst>
        <pc:spChg chg="mod">
          <ac:chgData name="Daphne Economou" userId="d065a339-36cf-4937-af08-41751becbd81" providerId="ADAL" clId="{8779695D-8CB3-4148-9FD0-718D65FABA25}" dt="2023-10-21T11:27:36.641" v="3198"/>
          <ac:spMkLst>
            <pc:docMk/>
            <pc:sldMk cId="2495671435" sldId="753"/>
            <ac:spMk id="3" creationId="{6DEC6951-9EF5-6FFF-F319-60961B26143D}"/>
          </ac:spMkLst>
        </pc:spChg>
        <pc:spChg chg="add mod">
          <ac:chgData name="Daphne Economou" userId="d065a339-36cf-4937-af08-41751becbd81" providerId="ADAL" clId="{8779695D-8CB3-4148-9FD0-718D65FABA25}" dt="2023-10-21T11:30:11.329" v="3384" actId="1076"/>
          <ac:spMkLst>
            <pc:docMk/>
            <pc:sldMk cId="2495671435" sldId="753"/>
            <ac:spMk id="4" creationId="{D6CC5B6A-92C2-6018-F22C-050E25400830}"/>
          </ac:spMkLst>
        </pc:spChg>
        <pc:spChg chg="mod">
          <ac:chgData name="Daphne Economou" userId="d065a339-36cf-4937-af08-41751becbd81" providerId="ADAL" clId="{8779695D-8CB3-4148-9FD0-718D65FABA25}" dt="2023-10-21T11:30:16.130" v="3385" actId="1076"/>
          <ac:spMkLst>
            <pc:docMk/>
            <pc:sldMk cId="2495671435" sldId="753"/>
            <ac:spMk id="15" creationId="{798CEF52-E556-4D69-792C-940C1FC087EF}"/>
          </ac:spMkLst>
        </pc:spChg>
        <pc:spChg chg="mod">
          <ac:chgData name="Daphne Economou" userId="d065a339-36cf-4937-af08-41751becbd81" providerId="ADAL" clId="{8779695D-8CB3-4148-9FD0-718D65FABA25}" dt="2023-10-21T11:30:23.675" v="3386" actId="1076"/>
          <ac:spMkLst>
            <pc:docMk/>
            <pc:sldMk cId="2495671435" sldId="753"/>
            <ac:spMk id="32" creationId="{D778C86A-5139-EB95-5FDD-0F2442AB6AF0}"/>
          </ac:spMkLst>
        </pc:spChg>
        <pc:picChg chg="mod">
          <ac:chgData name="Daphne Economou" userId="d065a339-36cf-4937-af08-41751becbd81" providerId="ADAL" clId="{8779695D-8CB3-4148-9FD0-718D65FABA25}" dt="2023-10-21T11:30:16.130" v="3385" actId="1076"/>
          <ac:picMkLst>
            <pc:docMk/>
            <pc:sldMk cId="2495671435" sldId="753"/>
            <ac:picMk id="14" creationId="{34062D7E-0598-A88C-B467-238830ADF2EB}"/>
          </ac:picMkLst>
        </pc:picChg>
        <pc:inkChg chg="add">
          <ac:chgData name="Daphne Economou" userId="d065a339-36cf-4937-af08-41751becbd81" providerId="ADAL" clId="{8779695D-8CB3-4148-9FD0-718D65FABA25}" dt="2023-10-21T11:30:31.082" v="3387" actId="9405"/>
          <ac:inkMkLst>
            <pc:docMk/>
            <pc:sldMk cId="2495671435" sldId="753"/>
            <ac:inkMk id="5" creationId="{EF8B1C94-96F4-AAA3-D995-B1E1F49661FB}"/>
          </ac:inkMkLst>
        </pc:inkChg>
        <pc:inkChg chg="del mod">
          <ac:chgData name="Daphne Economou" userId="d065a339-36cf-4937-af08-41751becbd81" providerId="ADAL" clId="{8779695D-8CB3-4148-9FD0-718D65FABA25}" dt="2023-10-21T11:30:00.597" v="3380" actId="478"/>
          <ac:inkMkLst>
            <pc:docMk/>
            <pc:sldMk cId="2495671435" sldId="753"/>
            <ac:inkMk id="36" creationId="{AC32FA85-EFD3-AC54-16CF-8D3221CB8419}"/>
          </ac:inkMkLst>
        </pc:inkChg>
      </pc:sldChg>
      <pc:sldMasterChg chg="modSp mod modSldLayout">
        <pc:chgData name="Daphne Economou" userId="d065a339-36cf-4937-af08-41751becbd81" providerId="ADAL" clId="{8779695D-8CB3-4148-9FD0-718D65FABA25}" dt="2023-10-21T11:49:21.405" v="3615" actId="20577"/>
        <pc:sldMasterMkLst>
          <pc:docMk/>
          <pc:sldMasterMk cId="0" sldId="2147483768"/>
        </pc:sldMasterMkLst>
        <pc:spChg chg="mod">
          <ac:chgData name="Daphne Economou" userId="d065a339-36cf-4937-af08-41751becbd81" providerId="ADAL" clId="{8779695D-8CB3-4148-9FD0-718D65FABA25}" dt="2023-10-21T11:02:25.847" v="2957" actId="20577"/>
          <ac:spMkLst>
            <pc:docMk/>
            <pc:sldMasterMk cId="0" sldId="2147483768"/>
            <ac:spMk id="23" creationId="{00000000-0000-0000-0000-000000000000}"/>
          </ac:spMkLst>
        </pc:spChg>
        <pc:sldLayoutChg chg="modSp mod">
          <pc:chgData name="Daphne Economou" userId="d065a339-36cf-4937-af08-41751becbd81" providerId="ADAL" clId="{8779695D-8CB3-4148-9FD0-718D65FABA25}" dt="2023-10-21T11:49:21.405" v="3615" actId="20577"/>
          <pc:sldLayoutMkLst>
            <pc:docMk/>
            <pc:sldMasterMk cId="0" sldId="2147483768"/>
            <pc:sldLayoutMk cId="0" sldId="2147483769"/>
          </pc:sldLayoutMkLst>
          <pc:spChg chg="mod">
            <ac:chgData name="Daphne Economou" userId="d065a339-36cf-4937-af08-41751becbd81" providerId="ADAL" clId="{8779695D-8CB3-4148-9FD0-718D65FABA25}" dt="2023-10-21T11:49:21.405" v="3615"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8779695D-8CB3-4148-9FD0-718D65FABA25}" dt="2023-10-21T11:47:33.316" v="3599" actId="20577"/>
          <pc:sldLayoutMkLst>
            <pc:docMk/>
            <pc:sldMasterMk cId="0" sldId="2147483768"/>
            <pc:sldLayoutMk cId="0" sldId="2147483780"/>
          </pc:sldLayoutMkLst>
          <pc:spChg chg="mod">
            <ac:chgData name="Daphne Economou" userId="d065a339-36cf-4937-af08-41751becbd81" providerId="ADAL" clId="{8779695D-8CB3-4148-9FD0-718D65FABA25}" dt="2023-10-21T11:47:33.316" v="3599" actId="20577"/>
            <ac:spMkLst>
              <pc:docMk/>
              <pc:sldMasterMk cId="0" sldId="2147483768"/>
              <pc:sldLayoutMk cId="0" sldId="2147483780"/>
              <ac:spMk id="10" creationId="{00000000-0000-0000-0000-000000000000}"/>
            </ac:spMkLst>
          </pc:spChg>
        </pc:sldLayoutChg>
        <pc:sldLayoutChg chg="modSp mod">
          <pc:chgData name="Daphne Economou" userId="d065a339-36cf-4937-af08-41751becbd81" providerId="ADAL" clId="{8779695D-8CB3-4148-9FD0-718D65FABA25}" dt="2023-10-21T11:47:36.528" v="3601" actId="20577"/>
          <pc:sldLayoutMkLst>
            <pc:docMk/>
            <pc:sldMasterMk cId="0" sldId="2147483768"/>
            <pc:sldLayoutMk cId="0" sldId="2147483781"/>
          </pc:sldLayoutMkLst>
          <pc:spChg chg="mod">
            <ac:chgData name="Daphne Economou" userId="d065a339-36cf-4937-af08-41751becbd81" providerId="ADAL" clId="{8779695D-8CB3-4148-9FD0-718D65FABA25}" dt="2023-10-21T11:47:36.528" v="3601" actId="20577"/>
            <ac:spMkLst>
              <pc:docMk/>
              <pc:sldMasterMk cId="0" sldId="2147483768"/>
              <pc:sldLayoutMk cId="0" sldId="2147483781"/>
              <ac:spMk id="13" creationId="{00000000-0000-0000-0000-000000000000}"/>
            </ac:spMkLst>
          </pc:spChg>
        </pc:sldLayoutChg>
        <pc:sldLayoutChg chg="modSp mod">
          <pc:chgData name="Daphne Economou" userId="d065a339-36cf-4937-af08-41751becbd81" providerId="ADAL" clId="{8779695D-8CB3-4148-9FD0-718D65FABA25}" dt="2023-10-21T11:47:39.874" v="3603" actId="20577"/>
          <pc:sldLayoutMkLst>
            <pc:docMk/>
            <pc:sldMasterMk cId="0" sldId="2147483768"/>
            <pc:sldLayoutMk cId="0" sldId="2147483782"/>
          </pc:sldLayoutMkLst>
          <pc:spChg chg="mod">
            <ac:chgData name="Daphne Economou" userId="d065a339-36cf-4937-af08-41751becbd81" providerId="ADAL" clId="{8779695D-8CB3-4148-9FD0-718D65FABA25}" dt="2023-10-21T11:47:39.874" v="3603" actId="20577"/>
            <ac:spMkLst>
              <pc:docMk/>
              <pc:sldMasterMk cId="0" sldId="2147483768"/>
              <pc:sldLayoutMk cId="0" sldId="2147483782"/>
              <ac:spMk id="18" creationId="{00000000-0000-0000-0000-000000000000}"/>
            </ac:spMkLst>
          </pc:spChg>
        </pc:sldLayoutChg>
        <pc:sldLayoutChg chg="modSp mod">
          <pc:chgData name="Daphne Economou" userId="d065a339-36cf-4937-af08-41751becbd81" providerId="ADAL" clId="{8779695D-8CB3-4148-9FD0-718D65FABA25}" dt="2023-10-21T11:47:43.979" v="3605" actId="20577"/>
          <pc:sldLayoutMkLst>
            <pc:docMk/>
            <pc:sldMasterMk cId="0" sldId="2147483768"/>
            <pc:sldLayoutMk cId="0" sldId="2147483783"/>
          </pc:sldLayoutMkLst>
          <pc:spChg chg="mod">
            <ac:chgData name="Daphne Economou" userId="d065a339-36cf-4937-af08-41751becbd81" providerId="ADAL" clId="{8779695D-8CB3-4148-9FD0-718D65FABA25}" dt="2023-10-21T11:47:43.979" v="3605" actId="20577"/>
            <ac:spMkLst>
              <pc:docMk/>
              <pc:sldMasterMk cId="0" sldId="2147483768"/>
              <pc:sldLayoutMk cId="0" sldId="2147483783"/>
              <ac:spMk id="19" creationId="{00000000-0000-0000-0000-000000000000}"/>
            </ac:spMkLst>
          </pc:spChg>
        </pc:sldLayoutChg>
        <pc:sldLayoutChg chg="modSp mod">
          <pc:chgData name="Daphne Economou" userId="d065a339-36cf-4937-af08-41751becbd81" providerId="ADAL" clId="{8779695D-8CB3-4148-9FD0-718D65FABA25}" dt="2023-10-21T11:47:47.645" v="3607" actId="20577"/>
          <pc:sldLayoutMkLst>
            <pc:docMk/>
            <pc:sldMasterMk cId="0" sldId="2147483768"/>
            <pc:sldLayoutMk cId="0" sldId="2147483784"/>
          </pc:sldLayoutMkLst>
          <pc:spChg chg="mod">
            <ac:chgData name="Daphne Economou" userId="d065a339-36cf-4937-af08-41751becbd81" providerId="ADAL" clId="{8779695D-8CB3-4148-9FD0-718D65FABA25}" dt="2023-10-21T11:47:47.645" v="3607" actId="20577"/>
            <ac:spMkLst>
              <pc:docMk/>
              <pc:sldMasterMk cId="0" sldId="2147483768"/>
              <pc:sldLayoutMk cId="0" sldId="2147483784"/>
              <ac:spMk id="8" creationId="{00000000-0000-0000-0000-000000000000}"/>
            </ac:spMkLst>
          </pc:spChg>
        </pc:sldLayoutChg>
        <pc:sldLayoutChg chg="modSp mod">
          <pc:chgData name="Daphne Economou" userId="d065a339-36cf-4937-af08-41751becbd81" providerId="ADAL" clId="{8779695D-8CB3-4148-9FD0-718D65FABA25}" dt="2023-10-21T11:47:52.713" v="3609" actId="20577"/>
          <pc:sldLayoutMkLst>
            <pc:docMk/>
            <pc:sldMasterMk cId="0" sldId="2147483768"/>
            <pc:sldLayoutMk cId="0" sldId="2147483785"/>
          </pc:sldLayoutMkLst>
          <pc:spChg chg="mod">
            <ac:chgData name="Daphne Economou" userId="d065a339-36cf-4937-af08-41751becbd81" providerId="ADAL" clId="{8779695D-8CB3-4148-9FD0-718D65FABA25}" dt="2023-10-21T11:47:52.713" v="3609" actId="20577"/>
            <ac:spMkLst>
              <pc:docMk/>
              <pc:sldMasterMk cId="0" sldId="2147483768"/>
              <pc:sldLayoutMk cId="0" sldId="2147483785"/>
              <ac:spMk id="4" creationId="{00000000-0000-0000-0000-000000000000}"/>
            </ac:spMkLst>
          </pc:spChg>
        </pc:sldLayoutChg>
        <pc:sldLayoutChg chg="modSp mod">
          <pc:chgData name="Daphne Economou" userId="d065a339-36cf-4937-af08-41751becbd81" providerId="ADAL" clId="{8779695D-8CB3-4148-9FD0-718D65FABA25}" dt="2023-10-21T11:47:56.918" v="3611" actId="20577"/>
          <pc:sldLayoutMkLst>
            <pc:docMk/>
            <pc:sldMasterMk cId="0" sldId="2147483768"/>
            <pc:sldLayoutMk cId="0" sldId="2147483786"/>
          </pc:sldLayoutMkLst>
          <pc:spChg chg="mod">
            <ac:chgData name="Daphne Economou" userId="d065a339-36cf-4937-af08-41751becbd81" providerId="ADAL" clId="{8779695D-8CB3-4148-9FD0-718D65FABA25}" dt="2023-10-21T11:47:56.918" v="3611" actId="20577"/>
            <ac:spMkLst>
              <pc:docMk/>
              <pc:sldMasterMk cId="0" sldId="2147483768"/>
              <pc:sldLayoutMk cId="0" sldId="2147483786"/>
              <ac:spMk id="11" creationId="{00000000-0000-0000-0000-000000000000}"/>
            </ac:spMkLst>
          </pc:spChg>
        </pc:sldLayoutChg>
        <pc:sldLayoutChg chg="modSp mod">
          <pc:chgData name="Daphne Economou" userId="d065a339-36cf-4937-af08-41751becbd81" providerId="ADAL" clId="{8779695D-8CB3-4148-9FD0-718D65FABA25}" dt="2023-10-21T11:48:04.025" v="3613" actId="20577"/>
          <pc:sldLayoutMkLst>
            <pc:docMk/>
            <pc:sldMasterMk cId="0" sldId="2147483768"/>
            <pc:sldLayoutMk cId="0" sldId="2147483788"/>
          </pc:sldLayoutMkLst>
          <pc:spChg chg="mod">
            <ac:chgData name="Daphne Economou" userId="d065a339-36cf-4937-af08-41751becbd81" providerId="ADAL" clId="{8779695D-8CB3-4148-9FD0-718D65FABA25}" dt="2023-10-21T11:48:04.025" v="3613" actId="20577"/>
            <ac:spMkLst>
              <pc:docMk/>
              <pc:sldMasterMk cId="0" sldId="2147483768"/>
              <pc:sldLayoutMk cId="0" sldId="2147483788"/>
              <ac:spMk id="9" creationId="{00000000-0000-0000-0000-000000000000}"/>
            </ac:spMkLst>
          </pc:spChg>
        </pc:sldLayoutChg>
      </pc:sldMasterChg>
    </pc:docChg>
  </pc:docChgLst>
  <pc:docChgLst>
    <pc:chgData name="Daphne Economou" userId="d065a339-36cf-4937-af08-41751becbd81" providerId="ADAL" clId="{37B655BB-2DA6-4414-A2F7-85D4D1A92332}"/>
    <pc:docChg chg="addSld modSld">
      <pc:chgData name="Daphne Economou" userId="d065a339-36cf-4937-af08-41751becbd81" providerId="ADAL" clId="{37B655BB-2DA6-4414-A2F7-85D4D1A92332}" dt="2024-10-07T17:23:10.769" v="0"/>
      <pc:docMkLst>
        <pc:docMk/>
      </pc:docMkLst>
      <pc:sldChg chg="add">
        <pc:chgData name="Daphne Economou" userId="d065a339-36cf-4937-af08-41751becbd81" providerId="ADAL" clId="{37B655BB-2DA6-4414-A2F7-85D4D1A92332}" dt="2024-10-07T17:23:10.769" v="0"/>
        <pc:sldMkLst>
          <pc:docMk/>
          <pc:sldMk cId="2923569272" sldId="606"/>
        </pc:sldMkLst>
      </pc:sldChg>
      <pc:sldChg chg="add">
        <pc:chgData name="Daphne Economou" userId="d065a339-36cf-4937-af08-41751becbd81" providerId="ADAL" clId="{37B655BB-2DA6-4414-A2F7-85D4D1A92332}" dt="2024-10-07T17:23:10.769" v="0"/>
        <pc:sldMkLst>
          <pc:docMk/>
          <pc:sldMk cId="3715006900" sldId="607"/>
        </pc:sldMkLst>
      </pc:sldChg>
      <pc:sldChg chg="add">
        <pc:chgData name="Daphne Economou" userId="d065a339-36cf-4937-af08-41751becbd81" providerId="ADAL" clId="{37B655BB-2DA6-4414-A2F7-85D4D1A92332}" dt="2024-10-07T17:23:10.769" v="0"/>
        <pc:sldMkLst>
          <pc:docMk/>
          <pc:sldMk cId="156300286" sldId="6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0:29.130"/>
    </inkml:context>
    <inkml:brush xml:id="br0">
      <inkml:brushProperty name="width" value="0.05" units="cm"/>
      <inkml:brushProperty name="height" value="0.05" units="cm"/>
      <inkml:brushProperty name="color" value="#66CC00"/>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0:31.9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2:12.867"/>
    </inkml:context>
    <inkml:brush xml:id="br0">
      <inkml:brushProperty name="width" value="0.1" units="cm"/>
      <inkml:brushProperty name="height" value="0.1" units="cm"/>
      <inkml:brushProperty name="color" value="#33CCFF"/>
    </inkml:brush>
  </inkml:definitions>
  <inkml:trace contextRef="#ctx0" brushRef="#br0">1 1105 24575,'448'0'-276,"600"0"-14295,-728 0 13811,1 0 5047,-32-10-7321,54-17 3034,-259 19 0,351-56-1691,-336 50 2531,-70 11-209,1-1-1,-1-2 1,34-10-1,52-29 3007,-98 36-2810,0-1 0,0 0 0,-1-1 0,18-15 0,-29 21-482,0 0-1,-1 0 0,1 0 1,-1-1-1,-1 0 0,1 1 1,-1-1-1,0 0 1,3-7-1,0-8 523,7-31-1,1-7-1132,-9 44 266,-1-1 0,-1 1 0,0 0 0,-2-1 0,1 1 0,-2-1 0,0 0 0,-5-23 0,3 32 0,0-1 0,-1 0 0,0 1 0,-1 0 0,0 0 0,0 0 0,0 0 0,-7-6 0,-6-8 0,-23-19 0,16 19 0,-1 2 0,-1 1 0,0 1 0,-30-15 0,16 12 0,0 2 0,-54-17 0,-91-18 0,110 35-3292,-79-7 1,-78 1-3577,225 24 6860,-137-17 780,-84-5 350,126 19-3436,-116-4 680,-1 5 5321,21 1 3934,10 0-2954,0 3-5129,100 4 462,1 4 0,-146 33 0,167-28 0,-118 45 0,140-45 0,32-11 0,0-1 0,0 2 0,0 0 0,1 0 0,0 1 0,0 0 0,-19 14 0,4 2 0,17-15 0,0 1 0,0 0 0,1 0 0,0 1 0,1-1 0,-11 17 0,-28 53 0,34-54 0,1 1 0,1 0 0,1 0 0,-8 44 0,7-9 0,6-25 0,2-25-1365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2:18.961"/>
    </inkml:context>
    <inkml:brush xml:id="br0">
      <inkml:brushProperty name="width" value="0.1" units="cm"/>
      <inkml:brushProperty name="height" value="0.1" units="cm"/>
      <inkml:brushProperty name="color" value="#66CC00"/>
    </inkml:brush>
  </inkml:definitions>
  <inkml:trace contextRef="#ctx0" brushRef="#br0">1 13 24575,'282'-5'57,"-162"1"-3390,411 0-7311,-300 6 8181,946-2 7625,-1134 2-7067,0 2 3847,-20-2 294,-1 0 1,0-1 0,0-1 0,34-5 0,-15 0-2237,1 2 0,68 3 0,-47 2 0,386-2-1365,-432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2:23.222"/>
    </inkml:context>
    <inkml:brush xml:id="br0">
      <inkml:brushProperty name="width" value="0.1" units="cm"/>
      <inkml:brushProperty name="height" value="0.1" units="cm"/>
      <inkml:brushProperty name="color" value="#FF9933"/>
    </inkml:brush>
  </inkml:definitions>
  <inkml:trace contextRef="#ctx0" brushRef="#br0">0 0 24575,'236'0'-9269,"-1"0"6921,534 0 14824,-439 0-11851,-134 0-5513,0 0-5557,927 0 11094,-748 0 3563,-2 0 4776,-267 3-8338,53 6-4634,63 2-4260,-18-9 4124,113 3 3773,-190 1 2468,168 17 10269,-114-4-10856,-61-5-1534,43 5 0,381 4-13094,-528-23 13911,-2 0 3269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2:28.085"/>
    </inkml:context>
    <inkml:brush xml:id="br0">
      <inkml:brushProperty name="width" value="0.1" units="cm"/>
      <inkml:brushProperty name="height" value="0.1" units="cm"/>
      <inkml:brushProperty name="color" value="#FFC114"/>
    </inkml:brush>
  </inkml:definitions>
  <inkml:trace contextRef="#ctx0" brushRef="#br0">1 12 24575,'484'0'-1745,"523"1"-3566,-703 3 5311,343-2 0,60-7-2973,-251 3 1398,-147-4 3492,106 0 4109,-171 7-15371,-82-1 12655,-151 0-1805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0:31.9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2:05.185"/>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1 0,'4'0,"6"0,10 0,6 0,7 0,2 0,0 0,2 0,3 0,5 0,2 0,2 0,2 0,-5 0,4 0,2 0,0 0,1 0,-1 0,0 0,0 0,3 0,-2 0,1 0,-2 0,-3 0,-5 0,-1 0,0 0,2 0,-2 0,-1 5,3 1,-4-1,5 0,-1 2,1 1,-4-2,0-1,2-2,1-1,-2-1,0-1,2-1,5 1,-1 0,0 0,-4-1,3 6,2 0,6 1,-3-2,-6 0,-2-2,-4-1,-6-1,-3 0,1 0,-1 0,-2 0,-1-1,-1 1,-6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09.597"/>
    </inkml:context>
    <inkml:brush xml:id="br0">
      <inkml:brushProperty name="width" value="0.05" units="cm"/>
      <inkml:brushProperty name="height" value="0.05" units="cm"/>
      <inkml:brushProperty name="color" value="#66CC00"/>
    </inkml:brush>
  </inkml:definitions>
  <inkml:trace contextRef="#ctx0" brushRef="#br0">0 1 24575,'79'0'0,"83"0"0,167 20 0,-49 3-217,3-14-6279,-187-7 2645,171 9 3022,107 1 902,-257-7-1267,126 21 0,-181-17 1046,87 2 1175,214-9-1,-166-5-543,318 3 4706,686 0-11902,-738 0 8699,0 0 8861,-434-1-10841,56-11 0,-55 7-6,53-3-1,215 9-1364,-273-1-5461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24.612"/>
    </inkml:context>
    <inkml:brush xml:id="br0">
      <inkml:brushProperty name="width" value="0.05" units="cm"/>
      <inkml:brushProperty name="height" value="0.05" units="cm"/>
      <inkml:brushProperty name="color" value="#E71224"/>
    </inkml:brush>
  </inkml:definitions>
  <inkml:trace contextRef="#ctx0" brushRef="#br0">3130 588 24575,'-21'0'0,"-92"0"0,-125 16 0,110-5 0,-194-9 0,149-5 0,128 3 0,0 2 0,-65 11 0,45-4 0,-1-4 0,0-2 0,-68-7 0,5 1 0,-453 3 0,563-1 0,0-1 0,-34-8 0,-33-2 0,56 11 0,-1-2 0,0 0 0,1-2 0,-52-16 0,8 1 0,46 14 0,1-2 0,-47-19 0,47 12 0,1 0 0,0-2 0,1 0 0,-24-23 0,-3 4 0,40 28 0,0 0 0,0-1 0,-16-15 0,24 20 0,1 0 0,0 0 0,-1 0 0,1-1 0,1 1 0,-1-1 0,1 0 0,0 0 0,0 0 0,0 0 0,1 0 0,-1-1 0,0-7 0,0-5 0,0-1 0,2 0 0,2-33 0,-2 47 0,1 0 0,0 0 0,0 1 0,0-1 0,1 1 0,-1-1 0,1 1 0,0-1 0,1 1 0,-1 0 0,1 0 0,0 0 0,0 0 0,0 0 0,0 1 0,1-1 0,-1 1 0,1 0 0,7-4 0,8-1 0,0 0 0,1 2 0,-1 0 0,2 1 0,-1 1 0,0 1 0,1 1 0,30 0 0,28-3 0,113-9 997,101 16-7881,-103 1 3191,374-3 11291,0 0-5207,-164 0-2800,-382 1 409,1 2 0,-1 0 0,0 1 0,0 1 0,0 1 0,0 0 0,-1 2 0,0 0 0,-1 0 0,1 2 0,-2 0 0,17 13 0,10 3 0,-33-22 0,-1 1 0,1 0 0,-1 0 0,0 1 0,-1 0 0,0 0 0,1 1 0,7 10 0,16 20 37,-22-27-388,0-1 1,-1 2-1,13 20 1,-12-11-6476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8:40.47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1 105,'2179'0,"-1974"-16,-124 7,8-2,-31 3,58 0,-18 7,99-12,-94 4,146 7,-140 4,115-13,-5-5,225 14,-212 4,450-2,-660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32:54.837"/>
    </inkml:context>
    <inkml:brush xml:id="br0">
      <inkml:brushProperty name="width" value="0.05" units="cm"/>
      <inkml:brushProperty name="height" value="0.05" units="cm"/>
      <inkml:brushProperty name="color" value="#E71224"/>
    </inkml:brush>
  </inkml:definitions>
  <inkml:trace contextRef="#ctx0" brushRef="#br0">916 1 24575,'-29'1'0,"0"2"0,0 1 0,1 1 0,-1 2 0,1 0 0,0 2 0,-33 16 0,-179 102 0,211-109 0,0 1 0,1 2 0,1 0 0,1 2 0,2 1 0,0 1 0,1 1 0,-24 36 0,21-23 0,1 0 0,2 2 0,-23 58 0,37-71 0,1-1 0,2 1 0,0 0 0,-1 40 0,5 116 0,4-98 0,-1-71 0,0 0 0,2 0 0,0 0 0,0-1 0,1 1 0,1-1 0,1 0 0,9 17 0,-5-11 0,1-1 0,1-1 0,1 0 0,0 0 0,18 16 0,-1-9 0,1-1 0,1-1 0,1-2 0,1-2 0,1 0 0,47 16 0,23 15 0,-48-25 0,0-3 0,71 19 0,2-1 0,-50-16 0,161 28 0,-161-36 0,-44-8 0,0-1 0,57 3 0,-56-8 0,43 9 0,-7 0 0,70 13 0,-96-14 0,0-3 0,76 4 0,-59-8 0,106 19 0,-106-11 0,109 4 0,-92-10-378,38 17-6947,-36-6 3508,-26-9 4484,70 17-961,-42-7 1176,-28-10 2504,114 19-1884,-116-15 488,84 5 0,231 22-2051,-231-19 790,160 1 0,-138-12-7094,79 24 2481,43 3 829,-66-11 5486,-11-2-2406,-67-15 2923,44-7-2569,132 3-120,-105 7-3930,85 4 7641,149-15-6640,-155-2 477,296 3-216,294 0 4644,-255 0-1884,-491-6 3248,65-16-2725,15-1-973,70-13 4562,-76 8-360,-69 17-5394,-23 5 1291,203-38 0,-71 7-4554,-165 29 1418,0-5 0,151-43 0,-175 40 3136,1 2 0,79-9 0,-5 2 0,133-45 7178,-155 22-8012,-77 28 2006,0-3 0,54-37-1,-68 41-761,0-2 1,-1 0-1,0 0 0,-2-2 1,0-1-1,-1 0 0,-1 0 1,-1-2-1,19-38 0,-24 36-410,0-1 0,-2 0 0,-1 0 0,-1-1 0,-1 0 0,-1 0 0,-1 0 0,-4-48 0,2 27 0,-12-78 0,9 107 0,-1 1 0,-1 0 0,0 0 0,-1 0 0,-1 1 0,-1 0 0,-17-27 0,8 20 0,0 0 0,-2 2 0,-1 0 0,-1 1 0,0 0 0,-1 2 0,-2 1 0,1 1 0,-2 1 0,-44-21 0,14 14 0,-1 1 0,-1 3 0,-1 3 0,-68-9 0,-427-52 0,346 50 0,-643-46 0,527 63-179,-160-22-10929,-190-1 13345,224 28-5072,-2 7 2492,-675-6 1251,794-8-908,-110-3 0,-216-16 3321,321 9-2106,-153-5-1215,385 21 5230,1-1-4758,-186-6-8136,165 10 7942,-671 3 8190,597-14-8468,-10 0 0,164 11 0,0-2 0,-86-20 0,19 3 0,-35-4 0,-122-30 0,228 45 0,14 5 0,0 1 0,0 1 0,-43 2 0,39 2 0,-1-2 0,-37-7 0,23 2 0,-90 0 0,17 2 0,16-18-1365,83 20-5461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33:03.619"/>
    </inkml:context>
    <inkml:brush xml:id="br0">
      <inkml:brushProperty name="width" value="0.05" units="cm"/>
      <inkml:brushProperty name="height" value="0.05" units="cm"/>
      <inkml:brushProperty name="color" value="#66CC00"/>
    </inkml:brush>
  </inkml:definitions>
  <inkml:trace contextRef="#ctx0" brushRef="#br0">0 46 24575,'194'0'-4867,"163"0"1350,472-15 3877,568 3 647,-862 14-774,-427 0 1424,117-4 3470,-153-13-6492,-53 10-5461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33:12.491"/>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0 53,'5'0,"5"0,5-4,5-2,3-4,2 0,5 1,3 3,3 2,0 1,3 2,-1 1,-2 0,0 1,0-1,-3 1,-3-1,7 0,6 0,4 0,2 0,-2 0,-5 0,-5 0,-1 0,-1 0,-4 0,3 0,-1 0,4 0,3 0,-1 0,-2 0,-4 0,-2 0,1 0,1 0,-3 0,0 0,-2 0,-2 0,0 0,0 0,-1 0,0 0,0 0,0 0,1 0,-1 0,0 0,0 0,1 0,-1 0,1 0,-1 0,1 0,-1 0,1 0,-1 0,0 0,1 0,3 0,2 0,0 0,-1 0,-1 0,-2 0,0 0,-2 0,1 0,-1 0,0 0,0 0,0 0,1 0,-1 0,0 0,1 0,-1 0,1 0,-1 0,1 0,-1 0,0 0,1 0,-1 0,0 0,1 0,-1 0,5 0,1 0,0 0,-1 0,-2 0,0 0,-2 0,0 0,-1 0,0 0,1 0,-1 0,0 0,0 0,1 0,-1 0,0 0,1 0,-1 0,1 0,-1 0,0 0,1 0,-1 0,1 0,-1 0,1 0,3 0,2 0,4 0,1 0,-2 0,2 0,4 0,3 0,-1 0,-3 0,0 0,-2 0,1 0,-2 0,-2 0,2 0,3 0,-1 0,2 0,-1 0,0 0,-1 0,2 0,-3 0,-2 0,1 0,-1 0,-3 0,7 0,1 0,-2 4,1 2,2-1,8 0,4-2,-3-1,-1-1,-5-1,3 5,-1 0,-6 1,0-2,11-1,4-1,3-1,-1-1,-1 0,-6 0,-7 0,-2-1,1 1,-4 0,-2 0,-4 0,1 0,0 0,2 0,1 0,1 0,5 0,-2 0,5 0,1 0,-5 0,0 0,-2 0,-4 0,0 0,0 0,-3 0,-2 0,2 0,1 0,-2 0,-1 0,-2 0,-1 0,3 0,1 0,0 0,-2 0,4 0,0 0,-1 0,-2 0,-2 0,-1 0,0 0,3 0,0 0,1 0,-2 0,0 0,-2 0,-1 0,0 0,-1 0,1 0,-1 0,0 0,0 0,-4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8:04.825"/>
    </inkml:context>
    <inkml:brush xml:id="br0">
      <inkml:brushProperty name="width" value="0.05" units="cm"/>
      <inkml:brushProperty name="height" value="0.05" units="cm"/>
      <inkml:brushProperty name="color" value="#66CC00"/>
    </inkml:brush>
  </inkml:definitions>
  <inkml:trace contextRef="#ctx0" brushRef="#br0">0 46 24575,'194'0'-4867,"163"0"1350,472-15 3877,568 3 647,-862 14-774,-427 0 1424,117-4 3470,-153-13-6492,-53 10-5461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0:31.9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2:05.185"/>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1 0,'4'0,"6"0,10 0,6 0,7 0,2 0,0 0,2 0,3 0,5 0,2 0,2 0,2 0,-5 0,4 0,2 0,0 0,1 0,-1 0,0 0,0 0,3 0,-2 0,1 0,-2 0,-3 0,-5 0,-1 0,0 0,2 0,-2 0,-1 5,3 1,-4-1,5 0,-1 2,1 1,-4-2,0-1,2-2,1-1,-2-1,0-1,2-1,5 1,-1 0,0 0,-4-1,3 6,2 0,6 1,-3-2,-6 0,-2-2,-4-1,-6-1,-3 0,1 0,-1 0,-2 0,-1-1,-1 1,-6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09.597"/>
    </inkml:context>
    <inkml:brush xml:id="br0">
      <inkml:brushProperty name="width" value="0.05" units="cm"/>
      <inkml:brushProperty name="height" value="0.05" units="cm"/>
      <inkml:brushProperty name="color" value="#66CC00"/>
    </inkml:brush>
  </inkml:definitions>
  <inkml:trace contextRef="#ctx0" brushRef="#br0">0 1 24575,'79'0'0,"83"0"0,167 20 0,-49 3-217,3-14-6279,-187-7 2645,171 9 3022,107 1 902,-257-7-1267,126 21 0,-181-17 1046,87 2 1175,214-9-1,-166-5-543,318 3 4706,686 0-11902,-738 0 8699,0 0 8861,-434-1-10841,56-11 0,-55 7-6,53-3-1,215 9-1364,-273-1-5461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24.612"/>
    </inkml:context>
    <inkml:brush xml:id="br0">
      <inkml:brushProperty name="width" value="0.05" units="cm"/>
      <inkml:brushProperty name="height" value="0.05" units="cm"/>
      <inkml:brushProperty name="color" value="#E71224"/>
    </inkml:brush>
  </inkml:definitions>
  <inkml:trace contextRef="#ctx0" brushRef="#br0">3130 588 24575,'-21'0'0,"-92"0"0,-125 16 0,110-5 0,-194-9 0,149-5 0,128 3 0,0 2 0,-65 11 0,45-4 0,-1-4 0,0-2 0,-68-7 0,5 1 0,-453 3 0,563-1 0,0-1 0,-34-8 0,-33-2 0,56 11 0,-1-2 0,0 0 0,1-2 0,-52-16 0,8 1 0,46 14 0,1-2 0,-47-19 0,47 12 0,1 0 0,0-2 0,1 0 0,-24-23 0,-3 4 0,40 28 0,0 0 0,0-1 0,-16-15 0,24 20 0,1 0 0,0 0 0,-1 0 0,1-1 0,1 1 0,-1-1 0,1 0 0,0 0 0,0 0 0,0 0 0,1 0 0,-1-1 0,0-7 0,0-5 0,0-1 0,2 0 0,2-33 0,-2 47 0,1 0 0,0 0 0,0 1 0,0-1 0,1 1 0,-1-1 0,1 1 0,0-1 0,1 1 0,-1 0 0,1 0 0,0 0 0,0 0 0,0 0 0,0 1 0,1-1 0,-1 1 0,1 0 0,7-4 0,8-1 0,0 0 0,1 2 0,-1 0 0,2 1 0,-1 1 0,0 1 0,1 1 0,30 0 0,28-3 0,113-9 997,101 16-7881,-103 1 3191,374-3 11291,0 0-5207,-164 0-2800,-382 1 409,1 2 0,-1 0 0,0 1 0,0 1 0,0 1 0,0 0 0,-1 2 0,0 0 0,-1 0 0,1 2 0,-2 0 0,17 13 0,10 3 0,-33-22 0,-1 1 0,1 0 0,-1 0 0,0 1 0,-1 0 0,0 0 0,1 1 0,7 10 0,16 20 37,-22-27-388,0-1 1,-1 2-1,13 20 1,-12-11-6476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8:40.47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1 105,'2179'0,"-1974"-16,-124 7,8-2,-31 3,58 0,-18 7,99-12,-94 4,146 7,-140 4,115-13,-5-5,225 14,-212 4,450-2,-660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9:39.807"/>
    </inkml:context>
    <inkml:brush xml:id="br0">
      <inkml:brushProperty name="width" value="0.05" units="cm"/>
      <inkml:brushProperty name="height" value="0.05" units="cm"/>
      <inkml:brushProperty name="color" value="#E71224"/>
    </inkml:brush>
  </inkml:definitions>
  <inkml:trace contextRef="#ctx0" brushRef="#br0">1 52 24575,'91'-1'0,"102"-13"0,-121 3 0,10-1 0,110-2 0,875 15 0,-789 12 0,-6 0 0,742-14 0,-814 15 0,-1-1 0,57-15 0,180 4 0,-233 9 0,142 3 0,-59-1-6514,0-1 6244,492-13 152,-445 1 7020,-283 2-6902,52 10 0,-52-6 0,55 1 0,498-8-1365,-581 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12:39:39.808"/>
    </inkml:context>
    <inkml:brush xml:id="br0">
      <inkml:brushProperty name="width" value="0.05" units="cm"/>
      <inkml:brushProperty name="height" value="0.05" units="cm"/>
      <inkml:brushProperty name="color" value="#66CC00"/>
    </inkml:brush>
  </inkml:definitions>
  <inkml:trace contextRef="#ctx0" brushRef="#br0">0 0 24575,'566'25'0,"-45"5"0,2-31 0,-195-2 0,3 1-7108,352 5 7432,-476 8-288,155 3-4430,-292-12 2816,33 8 6582,0 1 1566,-33-9-5424,333-3-2511,-381 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14T12:39:39.809"/>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0 53,'0'-4,"5"-2,5 0,5 2,5 0,4-2,1-1,1 2,5 0,1 2,4 2,5 0,-1 1,2 0,2 0,2 0,7 1,-2-1,3 0,2 0,0 0,-2 0,12 0,9 0,-2 0,-3 0,-5 0,-5 0,0 0,-6 0,1 0,-4 0,-3 0,-1 0,-3 0,-2 0,2 0,-3 0,9 0,0 0,1 0,-5 0,-5 0,-6 0,-4 0,-3 0,-2 0,-1 0,-1 0,0 0,1 0,-1 0,1 0,5 0,1 0,0 0,3 0,0 0,-1 0,-2 0,-2 0,3 0,0 0,-1 0,-2 0,0 0,-7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0:31.9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2:05.185"/>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1 0,'4'0,"6"0,10 0,6 0,7 0,2 0,0 0,2 0,3 0,5 0,2 0,2 0,2 0,-5 0,4 0,2 0,0 0,1 0,-1 0,0 0,0 0,3 0,-2 0,1 0,-2 0,-3 0,-5 0,-1 0,0 0,2 0,-2 0,-1 5,3 1,-4-1,5 0,-1 2,1 1,-4-2,0-1,2-2,1-1,-2-1,0-1,2-1,5 1,-1 0,0 0,-4-1,3 6,2 0,6 1,-3-2,-6 0,-2-2,-4-1,-6-1,-3 0,1 0,-1 0,-2 0,-1-1,-1 1,-6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09.597"/>
    </inkml:context>
    <inkml:brush xml:id="br0">
      <inkml:brushProperty name="width" value="0.05" units="cm"/>
      <inkml:brushProperty name="height" value="0.05" units="cm"/>
      <inkml:brushProperty name="color" value="#66CC00"/>
    </inkml:brush>
  </inkml:definitions>
  <inkml:trace contextRef="#ctx0" brushRef="#br0">0 1 24575,'79'0'0,"83"0"0,167 20 0,-49 3-217,3-14-6279,-187-7 2645,171 9 3022,107 1 902,-257-7-1267,126 21 0,-181-17 1046,87 2 1175,214-9-1,-166-5-543,318 3 4706,686 0-11902,-738 0 8699,0 0 8861,-434-1-10841,56-11 0,-55 7-6,53-3-1,215 9-1364,-273-1-5461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12:24.612"/>
    </inkml:context>
    <inkml:brush xml:id="br0">
      <inkml:brushProperty name="width" value="0.05" units="cm"/>
      <inkml:brushProperty name="height" value="0.05" units="cm"/>
      <inkml:brushProperty name="color" value="#E71224"/>
    </inkml:brush>
  </inkml:definitions>
  <inkml:trace contextRef="#ctx0" brushRef="#br0">3130 588 24575,'-21'0'0,"-92"0"0,-125 16 0,110-5 0,-194-9 0,149-5 0,128 3 0,0 2 0,-65 11 0,45-4 0,-1-4 0,0-2 0,-68-7 0,5 1 0,-453 3 0,563-1 0,0-1 0,-34-8 0,-33-2 0,56 11 0,-1-2 0,0 0 0,1-2 0,-52-16 0,8 1 0,46 14 0,1-2 0,-47-19 0,47 12 0,1 0 0,0-2 0,1 0 0,-24-23 0,-3 4 0,40 28 0,0 0 0,0-1 0,-16-15 0,24 20 0,1 0 0,0 0 0,-1 0 0,1-1 0,1 1 0,-1-1 0,1 0 0,0 0 0,0 0 0,0 0 0,1 0 0,-1-1 0,0-7 0,0-5 0,0-1 0,2 0 0,2-33 0,-2 47 0,1 0 0,0 0 0,0 1 0,0-1 0,1 1 0,-1-1 0,1 1 0,0-1 0,1 1 0,-1 0 0,1 0 0,0 0 0,0 0 0,0 0 0,0 1 0,1-1 0,-1 1 0,1 0 0,7-4 0,8-1 0,0 0 0,1 2 0,-1 0 0,2 1 0,-1 1 0,0 1 0,1 1 0,30 0 0,28-3 0,113-9 997,101 16-7881,-103 1 3191,374-3 11291,0 0-5207,-164 0-2800,-382 1 409,1 2 0,-1 0 0,0 1 0,0 1 0,0 1 0,0 0 0,-1 2 0,0 0 0,-1 0 0,1 2 0,-2 0 0,17 13 0,10 3 0,-33-22 0,-1 1 0,1 0 0,-1 0 0,0 1 0,-1 0 0,0 0 0,1 1 0,7 10 0,16 20 37,-22-27-388,0-1 1,-1 2-1,13 20 1,-12-11-6476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18:40.47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1 105,'2179'0,"-1974"-16,-124 7,8-2,-31 3,58 0,-18 7,99-12,-94 4,146 7,-140 4,115-13,-5-5,225 14,-212 4,450-2,-660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51:10.327"/>
    </inkml:context>
    <inkml:brush xml:id="br0">
      <inkml:brushProperty name="width" value="0.05" units="cm"/>
      <inkml:brushProperty name="height" value="0.05" units="cm"/>
      <inkml:brushProperty name="color" value="#E71224"/>
    </inkml:brush>
  </inkml:definitions>
  <inkml:trace contextRef="#ctx0" brushRef="#br0">1 52 24575,'91'-1'0,"102"-13"0,-121 3 0,10-1 0,110-2 0,875 15 0,-789 12 0,-6 0 0,742-14 0,-814 15 0,-1-1 0,57-15 0,180 4 0,-233 9 0,142 3 0,-59-1-6514,0-1 6244,492-13 152,-445 1 7020,-283 2-6902,52 10 0,-52-6 0,55 1 0,498-8-1365,-581 1-5461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21:51:33.548"/>
    </inkml:context>
    <inkml:brush xml:id="br0">
      <inkml:brushProperty name="width" value="0.05" units="cm"/>
      <inkml:brushProperty name="height" value="0.05" units="cm"/>
      <inkml:brushProperty name="color" value="#66CC00"/>
    </inkml:brush>
  </inkml:definitions>
  <inkml:trace contextRef="#ctx0" brushRef="#br0">0 0 24575,'566'25'0,"-45"5"0,2-31 0,-195-2 0,3 1-7108,352 5 7432,-476 8-288,155 3-4430,-292-12 2816,33 8 6582,0 1 1566,-33-9-5424,333-3-2511,-381 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3T21:51:41.459"/>
    </inkml:context>
    <inkml:brush xml:id="br0">
      <inkml:brushProperty name="width" value="0.35" units="cm"/>
      <inkml:brushProperty name="height" value="2.1" units="cm"/>
      <inkml:brushProperty name="color" value="#00A0D7"/>
      <inkml:brushProperty name="ignorePressure" value="1"/>
      <inkml:brushProperty name="inkEffects" value="pencil"/>
    </inkml:brush>
  </inkml:definitions>
  <inkml:trace contextRef="#ctx0" brushRef="#br0">0 3,'0'10,"12"4,12 1,12-6,12 1,9 4,3 3,3-5,11 0,2-5,11-4,11-1,-2-2,4 0,6 0,4 0,17-2,-5 2,8 0,4 0,0 0,-5 0,30 0,20 0,-4 0,-7 0,-12 0,-12 0,-1 0,-13 0,1 0,-8 0,-8 0,-3 0,-6 0,-6 0,6 0,-8 0,22 0,0 0,2 0,-12 0,-12 0,-14 0,-9 0,-8 0,-5 0,-2 0,-3 0,1 0,2 0,-3 0,3 0,12 0,2 0,1 0,6 0,1 0,-3 0,-5 0,-5 0,8 0,0 0,-3 0,-5 0,1 0,-17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1T11:30:46.069"/>
    </inkml:context>
    <inkml:brush xml:id="br0">
      <inkml:brushProperty name="width" value="0.05" units="cm"/>
      <inkml:brushProperty name="height" value="0.05" units="cm"/>
      <inkml:brushProperty name="color" value="#F6630D"/>
    </inkml:brush>
  </inkml:definitions>
  <inkml:trace contextRef="#ctx0" brushRef="#br0">2413 338 24575,'-1'-5'0,"1"0"0,-1 0 0,0 0 0,-1 0 0,1 0 0,-1 0 0,0 0 0,0 0 0,-1 1 0,1-1 0,-1 1 0,0 0 0,0-1 0,-1 1 0,1 1 0,-1-1 0,0 0 0,-8-4 0,-7-7 0,-2 2 0,-38-19 0,39 22 0,-27-13 0,-1 3 0,-1 1 0,-1 3 0,-1 2 0,0 2 0,-101-10 0,-1 6 1269,-382-20-9322,513 36 7933,-53 0 2815,-129 16 0,177-11-1964,0 2-1,0 0 1,-49 21 0,55-18-1201,0 1 1,-36 26-1,2 4 470,-62 44 0,-130 125 0,241-204 0,-53 58 0,54-57 0,1-1 0,0 1 0,1-1 0,-1 1 0,1 0 0,1 1 0,-1-1 0,1 0 0,-1 12 0,-3 22 0,-5 38 0,-2 108 0,14-161 0,0-1 0,2 0 0,1 1 0,1-2 0,2 1 0,0 0 0,1-1 0,2-1 0,0 1 0,1-2 0,2 1 0,0-2 0,1 1 0,1-2 0,1 0 0,1-1 0,1-1 0,1 0 0,0-1 0,1-2 0,27 18 0,-11-10-3345,63 29 1,-53-31 1938,51 13 1,-25-14 235,1-3 0,85 9 0,214 7-1342,-223-24 2949,256 8 1581,-355-17-1958,11 1 419,74-10 0,-114 6-388,-1 0 0,0-2 0,0 0 0,-1-2 0,0 0 0,0-1 0,28-16 1,-26 11 88,-2-1 1,0 0-1,0-2 1,-1 0-1,-1-1 1,-1-1-1,-1 0 1,0-1-1,-1-1 1,20-38-1,-22 32 229,-1-1 0,-1 0 0,-1 0 1,-1-1-1,-2 0 0,-1-1 0,-1 1 0,0-48 0,-4 38 4520,0 14-5570,-1-1-6185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1T11:30:47.573"/>
    </inkml:context>
    <inkml:brush xml:id="br0">
      <inkml:brushProperty name="width" value="0.05" units="cm"/>
      <inkml:brushProperty name="height" value="0.05" units="cm"/>
      <inkml:brushProperty name="color" value="#F6630D"/>
    </inkml:brush>
  </inkml:definitions>
  <inkml:trace contextRef="#ctx0" brushRef="#br0">2076 158 24575,'-3'-1'0,"1"0"0,-1-1 0,1 0 0,0 1 0,0-1 0,-1 0 0,1 0 0,0 0 0,1 0 0,-1 0 0,0-1 0,1 1 0,-2-3 0,-18-19 0,2 14 0,-1 1 0,0 2 0,0 0 0,-1 0 0,-32-4 0,24 5 0,-73-11 468,-53 6-6186,24 3 1402,-374-3 235,334 13 7560,139-1-2462,1 2-1,-1 1 1,1 1 0,1 2 0,-1 1 0,1 1 0,1 2 0,-1 1-1,-52 31 1,53-25-1017,1 1 0,0 1 0,1 2 0,2 1 0,-29 32 0,29-27 0,1 0 0,2 2 0,1 0 0,2 2 0,1 0 0,1 1 0,2 0 0,1 2 0,2-1 0,1 2 0,2-1 0,1 2 0,2-1 0,-2 71 0,7-33 0,5 174 0,-2-232 0,0 0 0,2 0 0,0 0 0,1 0 0,0-1 0,1 0 0,1 0 0,0 0 0,1-1 0,1 0 0,0-1 0,12 13 0,8 8 0,2-1 0,2-1 0,39 28 0,-50-44 0,2 0 0,0-2 0,0-1 0,1 0 0,1-2 0,0-1 0,43 10 0,13-2 0,98 8 0,-2-13-12,189-11 0,-195-4-1094,-121 1-2195,-1-2 0,60-12 0,-63 5 2166,-1-2 1,64-25-1,-64 21 3050,-35 13-1581,0 0 0,0-1 0,0-1-1,0 0 1,-1 0 0,1-1 0,-1 0-1,-1-1 1,1 0 0,12-12 0,68-91 7584,-12-8-6986,-54 78-520,44-85-7689,-45 67 7358,-11 22-81,1 3 0,-2-1 0,-2 0 0,-1-1 0,-2 1 0,4-57 0,-10 41 0,-4-157 0,3 197 1196,-1 0 0,0 0 0,0 0 0,-8-18-1,-24-37 212,6 25-1952,-36-38-1,47 57 1035,-16-7-1854,17 21-5461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1T11:30:31.080"/>
    </inkml:context>
    <inkml:brush xml:id="br0">
      <inkml:brushProperty name="width" value="0.05" units="cm"/>
      <inkml:brushProperty name="height" value="0.05" units="cm"/>
      <inkml:brushProperty name="color" value="#F6630D"/>
    </inkml:brush>
  </inkml:definitions>
  <inkml:trace contextRef="#ctx0" brushRef="#br0">2311 364 24575,'0'-7'0,"-1"-1"0,0 0 0,-1 1 0,1-1 0,-2 1 0,1-1 0,-1 1 0,0 0 0,0 0 0,-1 0 0,0 1 0,0-1 0,-1 1 0,0 0 0,0 0 0,0 1 0,-1-1 0,1 1 0,-1 0 0,-1 1 0,1 0 0,-1-1 0,-10-3 0,-17-8 0,0 1 0,-1 2 0,-59-14 0,61 18 0,-65-14 0,-128-12 0,33 6 0,141 23 0,-106-1 0,25 3 0,30-7 0,55 4 0,-59 0 0,76 7 0,-218 6 0,199-2 0,1 3 0,0 1 0,-48 16 0,80-17 0,1 1 0,0 1 0,0 0 0,0 1 0,-26 24 0,29-24 0,-68 73 0,71-74 0,0 1 0,0 1 0,1 0 0,1 0 0,0 0 0,0 1 0,1 0 0,0 1 0,2 0 0,-1 0 0,1 0 0,1 0 0,0 1 0,-2 21 0,0 14 0,3 1 0,5 89 0,0-43 0,-2-76 0,-1 23 0,2 0 0,1 0 0,3 0 0,17 76 0,-10-82 0,2-1 0,2-1 0,1 0 0,2-1 0,1-1 0,1 0 0,2-2 0,1-1 0,2 0 0,1-2 0,44 36 0,-20-27 0,2-1 0,1-3 0,1-3 0,2-1 0,0-4 0,2-2 0,67 17 0,26-9 0,-27-8 0,-86-15 0,0-3 0,56 2 0,-48-5 0,55 9 0,-49-4 0,-1-2 0,95-5 0,-64-2 0,-59 0 0,-1-2 0,0-1 0,1 0 0,-2-2 0,1-1 0,-1-1 0,0 0 0,-1-2 0,27-17 0,19-19 0,-51 33 0,1 2 0,1 0 0,26-13 0,-19 11 0,-1-1 0,-1-1 0,0-1 0,-2-1 0,0-1 0,-1-1 0,0-1 0,-2 0 0,25-40 0,-24 30 0,23-55 0,-26 50 0,-2 8 0,-9 19 0,0-1 0,0 0 0,-1 0 0,-1 0 0,1 0 0,-2-1 0,3-19 0,8-75 0,-6 58 0,0-55 0,-6 29 0,-4-119 0,-1 176 0,0 1 0,-1 0 0,-1 0 0,0 0 0,-1 1 0,-1 0 0,0 0 0,-15-18 0,10 12 0,5 10-36,-1 0 0,0 0 0,-1 1 0,0 1 0,0 0 0,0 0 0,-1 1 0,-1 0 0,1 1 1,-1 0-1,0 1 0,-15-5 0,-2-2-862,10 4-5928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11</a:t>
            </a:fld>
            <a:endParaRPr lang="en-US"/>
          </a:p>
        </p:txBody>
      </p:sp>
    </p:spTree>
    <p:extLst>
      <p:ext uri="{BB962C8B-B14F-4D97-AF65-F5344CB8AC3E}">
        <p14:creationId xmlns:p14="http://schemas.microsoft.com/office/powerpoint/2010/main" val="366015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Focused – attention span</a:t>
            </a:r>
          </a:p>
          <a:p>
            <a:r>
              <a:rPr lang="en-US" sz="1200" dirty="0"/>
              <a:t>Researchable – can it be evaluated by collecting experimental data or literature review?</a:t>
            </a:r>
          </a:p>
          <a:p>
            <a:r>
              <a:rPr lang="en-US" sz="1200" dirty="0"/>
              <a:t>Feasible – within the timeframe?</a:t>
            </a:r>
          </a:p>
          <a:p>
            <a:r>
              <a:rPr lang="en-US" sz="1200" dirty="0"/>
              <a:t>Specific – specific age group</a:t>
            </a:r>
          </a:p>
          <a:p>
            <a:r>
              <a:rPr lang="en-US" sz="1200" dirty="0"/>
              <a:t>Complex – it cannot be answered with yes or no</a:t>
            </a:r>
          </a:p>
          <a:p>
            <a:r>
              <a:rPr lang="en-US" sz="1200" dirty="0"/>
              <a:t>Relevant – social media is something used widely in our society with makes it very relevant</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13</a:t>
            </a:fld>
            <a:endParaRPr lang="en-US"/>
          </a:p>
        </p:txBody>
      </p:sp>
    </p:spTree>
    <p:extLst>
      <p:ext uri="{BB962C8B-B14F-4D97-AF65-F5344CB8AC3E}">
        <p14:creationId xmlns:p14="http://schemas.microsoft.com/office/powerpoint/2010/main" val="3260903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Focused – attention span</a:t>
            </a:r>
          </a:p>
          <a:p>
            <a:r>
              <a:rPr lang="en-US" sz="1200" dirty="0"/>
              <a:t>Researchable – can it be evaluated by collecting experimental data or literature review?</a:t>
            </a:r>
          </a:p>
          <a:p>
            <a:r>
              <a:rPr lang="en-US" sz="1200" dirty="0"/>
              <a:t>Feasible – within the timeframe?</a:t>
            </a:r>
          </a:p>
          <a:p>
            <a:r>
              <a:rPr lang="en-US" sz="1200" dirty="0"/>
              <a:t>Specific – specific age group</a:t>
            </a:r>
          </a:p>
          <a:p>
            <a:r>
              <a:rPr lang="en-US" sz="1200" dirty="0"/>
              <a:t>Complex – it cannot be answered with yes or no</a:t>
            </a:r>
          </a:p>
          <a:p>
            <a:r>
              <a:rPr lang="en-US" sz="1200" dirty="0"/>
              <a:t>Relevant – social media is something used widely in our society with makes it very relevant</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14</a:t>
            </a:fld>
            <a:endParaRPr lang="en-US"/>
          </a:p>
        </p:txBody>
      </p:sp>
    </p:spTree>
    <p:extLst>
      <p:ext uri="{BB962C8B-B14F-4D97-AF65-F5344CB8AC3E}">
        <p14:creationId xmlns:p14="http://schemas.microsoft.com/office/powerpoint/2010/main" val="2688195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3704165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How would you study it?</a:t>
            </a:r>
          </a:p>
          <a:p>
            <a:endParaRPr lang="en-GB" dirty="0"/>
          </a:p>
          <a:p>
            <a:r>
              <a:rPr lang="en-GB" dirty="0"/>
              <a:t>Set up a study with different groups exposed in different number of hours in </a:t>
            </a:r>
            <a:r>
              <a:rPr lang="en-GB" dirty="0" err="1"/>
              <a:t>SnapChat</a:t>
            </a:r>
            <a:r>
              <a:rPr lang="en-GB" dirty="0"/>
              <a:t> in daily basis for a period of time and access their attention span at the end , then compare the results </a:t>
            </a:r>
            <a:r>
              <a:rPr lang="en-GB" dirty="0" err="1"/>
              <a:t>etween</a:t>
            </a:r>
            <a:r>
              <a:rPr lang="en-GB" dirty="0"/>
              <a:t> the different groups and identify relation between number of hours of exposure too </a:t>
            </a:r>
            <a:r>
              <a:rPr lang="en-GB" dirty="0" err="1"/>
              <a:t>SnapChat</a:t>
            </a:r>
            <a:r>
              <a:rPr lang="en-GB" dirty="0"/>
              <a:t> in daily basis to attention span.</a:t>
            </a:r>
          </a:p>
        </p:txBody>
      </p:sp>
      <p:sp>
        <p:nvSpPr>
          <p:cNvPr id="4" name="Slide Number Placeholder 3"/>
          <p:cNvSpPr>
            <a:spLocks noGrp="1"/>
          </p:cNvSpPr>
          <p:nvPr>
            <p:ph type="sldNum" sz="quarter" idx="5"/>
          </p:nvPr>
        </p:nvSpPr>
        <p:spPr/>
        <p:txBody>
          <a:bodyPr/>
          <a:lstStyle/>
          <a:p>
            <a:fld id="{3B225748-449B-4E6E-B2FD-9A517E5C9785}" type="slidenum">
              <a:rPr lang="en-US" smtClean="0"/>
              <a:pPr/>
              <a:t>17</a:t>
            </a:fld>
            <a:endParaRPr lang="en-US"/>
          </a:p>
        </p:txBody>
      </p:sp>
    </p:spTree>
    <p:extLst>
      <p:ext uri="{BB962C8B-B14F-4D97-AF65-F5344CB8AC3E}">
        <p14:creationId xmlns:p14="http://schemas.microsoft.com/office/powerpoint/2010/main" val="3863806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Bad:</a:t>
            </a:r>
            <a:r>
              <a:rPr lang="en-US" dirty="0"/>
              <a:t> Has there been an increase in purchases in a website in the past 5 months?</a:t>
            </a:r>
          </a:p>
          <a:p>
            <a:r>
              <a:rPr lang="en-US" b="1" dirty="0"/>
              <a:t>Good:</a:t>
            </a:r>
            <a:r>
              <a:rPr lang="en-US" dirty="0"/>
              <a:t> How the deployment of the new website  affected purchase level in male and female population in specific categories of items in the past 5 months?</a:t>
            </a:r>
          </a:p>
          <a:p>
            <a:pPr algn="l"/>
            <a:r>
              <a:rPr lang="en-US" b="0" i="0" dirty="0">
                <a:solidFill>
                  <a:srgbClr val="191919"/>
                </a:solidFill>
                <a:effectLst/>
                <a:latin typeface="Open Sans" panose="020B0606030504020204" pitchFamily="34" charset="0"/>
              </a:rPr>
              <a:t>In the second example, the first research question is not ideal because it’s too simple, and it’s easily answerable by a “yes” or “no.” The second research question is more complicated; to answer it, the researcher must collect data, perform in-depth data analysis, and form an argument that leads to further discussion.</a:t>
            </a:r>
          </a:p>
          <a:p>
            <a:pPr algn="l"/>
            <a:endParaRPr lang="en-US" b="0" i="0" dirty="0">
              <a:solidFill>
                <a:srgbClr val="191919"/>
              </a:solidFill>
              <a:effectLst/>
              <a:latin typeface="Open Sans" panose="020B0606030504020204" pitchFamily="34" charset="0"/>
            </a:endParaRPr>
          </a:p>
          <a:p>
            <a:r>
              <a:rPr lang="en-US" b="1" dirty="0"/>
              <a:t>Bad: </a:t>
            </a:r>
            <a:r>
              <a:rPr lang="en-US" dirty="0"/>
              <a:t>Users want to be able to filter products by </a:t>
            </a:r>
            <a:r>
              <a:rPr lang="en-US" dirty="0" err="1"/>
              <a:t>colour</a:t>
            </a:r>
            <a:endParaRPr lang="en-US" dirty="0"/>
          </a:p>
          <a:p>
            <a:pPr algn="l"/>
            <a:r>
              <a:rPr lang="en-US" b="0" i="0" dirty="0">
                <a:solidFill>
                  <a:srgbClr val="333333"/>
                </a:solidFill>
                <a:effectLst/>
                <a:latin typeface="Open Sans" panose="020B0606030504020204" pitchFamily="34" charset="0"/>
              </a:rPr>
              <a:t>There are various approaches to test the hypothesis but they do not and </a:t>
            </a:r>
            <a:r>
              <a:rPr lang="en-US" b="1" i="0" dirty="0">
                <a:solidFill>
                  <a:srgbClr val="333333"/>
                </a:solidFill>
                <a:effectLst/>
                <a:latin typeface="Open Sans" panose="020B0606030504020204" pitchFamily="34" charset="0"/>
              </a:rPr>
              <a:t>cannot</a:t>
            </a:r>
            <a:r>
              <a:rPr lang="en-US" b="0" i="0" dirty="0">
                <a:solidFill>
                  <a:srgbClr val="333333"/>
                </a:solidFill>
                <a:effectLst/>
                <a:latin typeface="Open Sans" panose="020B0606030504020204" pitchFamily="34" charset="0"/>
              </a:rPr>
              <a:t> prove or disprove our hypothesis. It’s not that the research methods are ineffective it’s that the hypothesis itself is poorly expressed.</a:t>
            </a:r>
          </a:p>
          <a:p>
            <a:pPr algn="l"/>
            <a:r>
              <a:rPr lang="en-US" b="0" i="0" dirty="0">
                <a:solidFill>
                  <a:srgbClr val="333333"/>
                </a:solidFill>
                <a:effectLst/>
                <a:latin typeface="Open Sans" panose="020B0606030504020204" pitchFamily="34" charset="0"/>
              </a:rPr>
              <a:t>The first problem is that there are hidden assumptions made by this hypothesis. Presumably we would be doing this research to decide between a choice of possible filters we could implement. But there’s no obvious link between users </a:t>
            </a:r>
            <a:r>
              <a:rPr lang="en-US" b="0" i="1" dirty="0">
                <a:solidFill>
                  <a:srgbClr val="333333"/>
                </a:solidFill>
                <a:effectLst/>
                <a:latin typeface="Open Sans" panose="020B0606030504020204" pitchFamily="34" charset="0"/>
              </a:rPr>
              <a:t>wanting</a:t>
            </a:r>
            <a:r>
              <a:rPr lang="en-US" b="0" i="0" dirty="0">
                <a:solidFill>
                  <a:srgbClr val="333333"/>
                </a:solidFill>
                <a:effectLst/>
                <a:latin typeface="Open Sans" panose="020B0606030504020204" pitchFamily="34" charset="0"/>
              </a:rPr>
              <a:t> to filter by </a:t>
            </a:r>
            <a:r>
              <a:rPr lang="en-US" b="0" i="0" dirty="0" err="1">
                <a:solidFill>
                  <a:srgbClr val="333333"/>
                </a:solidFill>
                <a:effectLst/>
                <a:latin typeface="Open Sans" panose="020B0606030504020204" pitchFamily="34" charset="0"/>
              </a:rPr>
              <a:t>colour</a:t>
            </a:r>
            <a:r>
              <a:rPr lang="en-US" b="0" i="0" dirty="0">
                <a:solidFill>
                  <a:srgbClr val="333333"/>
                </a:solidFill>
                <a:effectLst/>
                <a:latin typeface="Open Sans" panose="020B0606030504020204" pitchFamily="34" charset="0"/>
              </a:rPr>
              <a:t> and a benefit from us implementing a </a:t>
            </a:r>
            <a:r>
              <a:rPr lang="en-US" b="0" i="0" dirty="0" err="1">
                <a:solidFill>
                  <a:srgbClr val="333333"/>
                </a:solidFill>
                <a:effectLst/>
                <a:latin typeface="Open Sans" panose="020B0606030504020204" pitchFamily="34" charset="0"/>
              </a:rPr>
              <a:t>colour</a:t>
            </a:r>
            <a:r>
              <a:rPr lang="en-US" b="0" i="0" dirty="0">
                <a:solidFill>
                  <a:srgbClr val="333333"/>
                </a:solidFill>
                <a:effectLst/>
                <a:latin typeface="Open Sans" panose="020B0606030504020204" pitchFamily="34" charset="0"/>
              </a:rPr>
              <a:t> filter. Users may say they want it but how will that actually benefit their experience?</a:t>
            </a:r>
          </a:p>
          <a:p>
            <a:pPr algn="l"/>
            <a:r>
              <a:rPr lang="en-US" b="0" i="0" dirty="0">
                <a:solidFill>
                  <a:srgbClr val="333333"/>
                </a:solidFill>
                <a:effectLst/>
                <a:latin typeface="Open Sans" panose="020B0606030504020204" pitchFamily="34" charset="0"/>
              </a:rPr>
              <a:t>The second problem with this hypothesis is that we’re asking a question about “users” in general. How many users would have to want </a:t>
            </a:r>
            <a:r>
              <a:rPr lang="en-US" b="0" i="0" dirty="0" err="1">
                <a:solidFill>
                  <a:srgbClr val="333333"/>
                </a:solidFill>
                <a:effectLst/>
                <a:latin typeface="Open Sans" panose="020B0606030504020204" pitchFamily="34" charset="0"/>
              </a:rPr>
              <a:t>colour</a:t>
            </a:r>
            <a:r>
              <a:rPr lang="en-US" b="0" i="0" dirty="0">
                <a:solidFill>
                  <a:srgbClr val="333333"/>
                </a:solidFill>
                <a:effectLst/>
                <a:latin typeface="Open Sans" panose="020B0606030504020204" pitchFamily="34" charset="0"/>
              </a:rPr>
              <a:t> filters before we could say that this hypothesis is true?</a:t>
            </a:r>
          </a:p>
          <a:p>
            <a:endParaRPr lang="en-US" b="1" dirty="0"/>
          </a:p>
          <a:p>
            <a:r>
              <a:rPr lang="en-US" b="1" dirty="0"/>
              <a:t>Better: </a:t>
            </a:r>
            <a:r>
              <a:rPr lang="en-US" dirty="0">
                <a:solidFill>
                  <a:srgbClr val="191919"/>
                </a:solidFill>
              </a:rPr>
              <a:t>Adding a </a:t>
            </a:r>
            <a:r>
              <a:rPr lang="en-US" dirty="0" err="1">
                <a:solidFill>
                  <a:srgbClr val="191919"/>
                </a:solidFill>
              </a:rPr>
              <a:t>colour</a:t>
            </a:r>
            <a:r>
              <a:rPr lang="en-US" dirty="0">
                <a:solidFill>
                  <a:srgbClr val="191919"/>
                </a:solidFill>
              </a:rPr>
              <a:t> filter would make it easier for users to find the right products</a:t>
            </a:r>
          </a:p>
          <a:p>
            <a:pPr algn="l"/>
            <a:r>
              <a:rPr lang="en-US" b="0" i="0" dirty="0">
                <a:solidFill>
                  <a:srgbClr val="333333"/>
                </a:solidFill>
                <a:effectLst/>
                <a:latin typeface="Open Sans" panose="020B0606030504020204" pitchFamily="34" charset="0"/>
              </a:rPr>
              <a:t>This is an obvious improvement to the first example but it still has problems. We could of course identify further assumptions but that will be true of pretty much any hypothesis. The problem again comes from speaking about users in general.</a:t>
            </a:r>
          </a:p>
          <a:p>
            <a:pPr algn="l"/>
            <a:r>
              <a:rPr lang="en-US" b="0" i="0" dirty="0">
                <a:solidFill>
                  <a:srgbClr val="333333"/>
                </a:solidFill>
                <a:effectLst/>
                <a:latin typeface="Open Sans" panose="020B0606030504020204" pitchFamily="34" charset="0"/>
              </a:rPr>
              <a:t>Perhaps if we add the ability to filter by </a:t>
            </a:r>
            <a:r>
              <a:rPr lang="en-US" b="0" i="0" dirty="0" err="1">
                <a:solidFill>
                  <a:srgbClr val="333333"/>
                </a:solidFill>
                <a:effectLst/>
                <a:latin typeface="Open Sans" panose="020B0606030504020204" pitchFamily="34" charset="0"/>
              </a:rPr>
              <a:t>colour</a:t>
            </a:r>
            <a:r>
              <a:rPr lang="en-US" b="0" i="0" dirty="0">
                <a:solidFill>
                  <a:srgbClr val="333333"/>
                </a:solidFill>
                <a:effectLst/>
                <a:latin typeface="Open Sans" panose="020B0606030504020204" pitchFamily="34" charset="0"/>
              </a:rPr>
              <a:t> it might make the possible filters crowded and make it more difficult for users who don’t need </a:t>
            </a:r>
            <a:r>
              <a:rPr lang="en-US" b="0" i="0" dirty="0" err="1">
                <a:solidFill>
                  <a:srgbClr val="333333"/>
                </a:solidFill>
                <a:effectLst/>
                <a:latin typeface="Open Sans" panose="020B0606030504020204" pitchFamily="34" charset="0"/>
              </a:rPr>
              <a:t>colour</a:t>
            </a:r>
            <a:r>
              <a:rPr lang="en-US" b="0" i="0" dirty="0">
                <a:solidFill>
                  <a:srgbClr val="333333"/>
                </a:solidFill>
                <a:effectLst/>
                <a:latin typeface="Open Sans" panose="020B0606030504020204" pitchFamily="34" charset="0"/>
              </a:rPr>
              <a:t> to find the filter that they do need. Perhaps there is a sample bias in our research participants that does not apply broadly to our user base.</a:t>
            </a:r>
          </a:p>
          <a:p>
            <a:pPr algn="l"/>
            <a:r>
              <a:rPr lang="en-US" b="0" i="0" dirty="0">
                <a:solidFill>
                  <a:srgbClr val="333333"/>
                </a:solidFill>
                <a:effectLst/>
                <a:latin typeface="Open Sans" panose="020B0606030504020204" pitchFamily="34" charset="0"/>
              </a:rPr>
              <a:t>It is difficult (though not impossible) to design research that could prove or disprove this hypothesis. Any such research would have to be quantitative in nature. And we would have to spend time mapping out what it means for something to be “easier” or what “the right products” are.</a:t>
            </a:r>
          </a:p>
          <a:p>
            <a:endParaRPr lang="en-US" dirty="0">
              <a:solidFill>
                <a:srgbClr val="191919"/>
              </a:solidFill>
            </a:endParaRPr>
          </a:p>
          <a:p>
            <a:endParaRPr lang="en-US" dirty="0">
              <a:solidFill>
                <a:srgbClr val="191919"/>
              </a:solidFill>
            </a:endParaRPr>
          </a:p>
          <a:p>
            <a:r>
              <a:rPr lang="en-US" b="1" dirty="0"/>
              <a:t>Good: </a:t>
            </a:r>
            <a:r>
              <a:rPr lang="en-US" dirty="0">
                <a:solidFill>
                  <a:srgbClr val="191919"/>
                </a:solidFill>
              </a:rPr>
              <a:t>Adding a </a:t>
            </a:r>
            <a:r>
              <a:rPr lang="en-US" dirty="0" err="1">
                <a:solidFill>
                  <a:srgbClr val="191919"/>
                </a:solidFill>
              </a:rPr>
              <a:t>colour</a:t>
            </a:r>
            <a:r>
              <a:rPr lang="en-US" dirty="0">
                <a:solidFill>
                  <a:srgbClr val="191919"/>
                </a:solidFill>
              </a:rPr>
              <a:t> filter would have an effect on users finding the right products</a:t>
            </a:r>
          </a:p>
          <a:p>
            <a:pPr algn="l"/>
            <a:endParaRPr lang="en-US" b="0" i="0" dirty="0">
              <a:solidFill>
                <a:srgbClr val="191919"/>
              </a:solidFill>
              <a:effectLst/>
              <a:latin typeface="Open Sans" panose="020B0606030504020204" pitchFamily="34" charset="0"/>
            </a:endParaRP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18</a:t>
            </a:fld>
            <a:endParaRPr lang="en-US"/>
          </a:p>
        </p:txBody>
      </p:sp>
    </p:spTree>
    <p:extLst>
      <p:ext uri="{BB962C8B-B14F-4D97-AF65-F5344CB8AC3E}">
        <p14:creationId xmlns:p14="http://schemas.microsoft.com/office/powerpoint/2010/main" val="3515097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This research hypothesis makes a specific prediction about the relationship between the timing of TV series viewing and website purchases, allowing for empirical testing and analysis to determine if the hypothesis is supported by the data.</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4092181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H sub zero or H naught </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1499000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H sub zero or H naught </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31</a:t>
            </a:fld>
            <a:endParaRPr lang="en-US"/>
          </a:p>
        </p:txBody>
      </p:sp>
    </p:spTree>
    <p:extLst>
      <p:ext uri="{BB962C8B-B14F-4D97-AF65-F5344CB8AC3E}">
        <p14:creationId xmlns:p14="http://schemas.microsoft.com/office/powerpoint/2010/main" val="260919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dirty="0"/>
              <a:t>H sub zero or H naught </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32</a:t>
            </a:fld>
            <a:endParaRPr lang="en-US"/>
          </a:p>
        </p:txBody>
      </p:sp>
    </p:spTree>
    <p:extLst>
      <p:ext uri="{BB962C8B-B14F-4D97-AF65-F5344CB8AC3E}">
        <p14:creationId xmlns:p14="http://schemas.microsoft.com/office/powerpoint/2010/main" val="1750929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experimental design, </a:t>
            </a:r>
            <a:r>
              <a:rPr lang="en-GB" b="1" dirty="0"/>
              <a:t>the investigator can fully control or manipulate the experimental conditions </a:t>
            </a:r>
            <a:r>
              <a:rPr lang="en-GB" dirty="0"/>
              <a:t>so that a direct comparison can be made between two or more conditions while other factors are, ideally, kept the same. </a:t>
            </a:r>
          </a:p>
          <a:p>
            <a:r>
              <a:rPr lang="en-GB" dirty="0"/>
              <a:t>One aspect of the control of factors is complete </a:t>
            </a:r>
            <a:r>
              <a:rPr lang="en-GB" b="1" dirty="0"/>
              <a:t>randomization</a:t>
            </a:r>
            <a:r>
              <a:rPr lang="en-GB" dirty="0"/>
              <a:t>, which means that the investigator can randomly assign participants to different conditions. </a:t>
            </a:r>
          </a:p>
          <a:p>
            <a:r>
              <a:rPr lang="en-GB" dirty="0"/>
              <a:t>Another aspect the capability to effectively </a:t>
            </a:r>
            <a:r>
              <a:rPr lang="en-GB" b="1" dirty="0"/>
              <a:t>control for variables not of interest</a:t>
            </a:r>
            <a:r>
              <a:rPr lang="en-GB" dirty="0"/>
              <a:t>, therefore </a:t>
            </a:r>
            <a:r>
              <a:rPr lang="en-GB" b="1" dirty="0"/>
              <a:t>limiting the effects to the variables being studied</a:t>
            </a:r>
            <a:r>
              <a:rPr lang="en-GB" dirty="0"/>
              <a:t>, is the feature that most differentiates experimental research from quasi-experimental research, descriptive investigations, and relational investigations.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50</a:t>
            </a:fld>
            <a:endParaRPr lang="en-US"/>
          </a:p>
        </p:txBody>
      </p:sp>
    </p:spTree>
    <p:extLst>
      <p:ext uri="{BB962C8B-B14F-4D97-AF65-F5344CB8AC3E}">
        <p14:creationId xmlns:p14="http://schemas.microsoft.com/office/powerpoint/2010/main" val="553440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experimental design, </a:t>
            </a:r>
            <a:r>
              <a:rPr lang="en-GB" b="1" dirty="0"/>
              <a:t>the investigator can fully control or manipulate the experimental conditions </a:t>
            </a:r>
            <a:r>
              <a:rPr lang="en-GB" dirty="0"/>
              <a:t>so that a direct comparison can be made between two or more conditions while other factors are, ideally, kept the same. </a:t>
            </a:r>
          </a:p>
          <a:p>
            <a:r>
              <a:rPr lang="en-GB" dirty="0"/>
              <a:t>One aspect of the control of factors is complete </a:t>
            </a:r>
            <a:r>
              <a:rPr lang="en-GB" b="1" dirty="0"/>
              <a:t>randomization</a:t>
            </a:r>
            <a:r>
              <a:rPr lang="en-GB" dirty="0"/>
              <a:t>, which means that the investigator can randomly assign participants to different conditions. </a:t>
            </a:r>
          </a:p>
          <a:p>
            <a:r>
              <a:rPr lang="en-GB" dirty="0"/>
              <a:t>Another aspect the capability to effectively </a:t>
            </a:r>
            <a:r>
              <a:rPr lang="en-GB" b="1" dirty="0"/>
              <a:t>control for variables not of interest</a:t>
            </a:r>
            <a:r>
              <a:rPr lang="en-GB" dirty="0"/>
              <a:t>, therefore </a:t>
            </a:r>
            <a:r>
              <a:rPr lang="en-GB" b="1" dirty="0"/>
              <a:t>limiting the effects to the variables being studied</a:t>
            </a:r>
            <a:r>
              <a:rPr lang="en-GB" dirty="0"/>
              <a:t>, is the feature that most differentiates experimental research from quasi-experimental research, descriptive investigations, and relational investigations.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65</a:t>
            </a:fld>
            <a:endParaRPr lang="en-US"/>
          </a:p>
        </p:txBody>
      </p:sp>
    </p:spTree>
    <p:extLst>
      <p:ext uri="{BB962C8B-B14F-4D97-AF65-F5344CB8AC3E}">
        <p14:creationId xmlns:p14="http://schemas.microsoft.com/office/powerpoint/2010/main" val="2374985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68</a:t>
            </a:fld>
            <a:endParaRPr lang="en-US"/>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70</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/69</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10/14/2024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/70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/70</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/70</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/70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/70</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ickdzekman.com/thoughts/ux-research-objectives-assumption-and-hypothesis/"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med.mcgill.ca/epidemiology/courses/epib660/2008/epib%20660%20-%202008%20-%20session%202%20-%20pdf%201.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uides.lib.lsu.edu/c.php?g=872965&amp;p=7854994" TargetMode="External"/><Relationship Id="rId1" Type="http://schemas.openxmlformats.org/officeDocument/2006/relationships/slideLayout" Target="../slideLayouts/slideLayout2.xml"/><Relationship Id="rId4" Type="http://schemas.openxmlformats.org/officeDocument/2006/relationships/hyperlink" Target="https://libguides.baylor.edu/systematicreviews/framework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4.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6.xml"/></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12.xml"/><Relationship Id="rId18" Type="http://schemas.openxmlformats.org/officeDocument/2006/relationships/image" Target="../media/image23.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20.png"/><Relationship Id="rId17" Type="http://schemas.openxmlformats.org/officeDocument/2006/relationships/customXml" Target="../ink/ink14.xml"/><Relationship Id="rId2" Type="http://schemas.openxmlformats.org/officeDocument/2006/relationships/image" Target="../media/image5.png"/><Relationship Id="rId16"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11.xml"/><Relationship Id="rId5" Type="http://schemas.openxmlformats.org/officeDocument/2006/relationships/customXml" Target="../ink/ink8.xml"/><Relationship Id="rId15" Type="http://schemas.openxmlformats.org/officeDocument/2006/relationships/customXml" Target="../ink/ink13.xml"/><Relationship Id="rId10" Type="http://schemas.openxmlformats.org/officeDocument/2006/relationships/image" Target="../media/image18.png"/><Relationship Id="rId19" Type="http://schemas.openxmlformats.org/officeDocument/2006/relationships/customXml" Target="../ink/ink15.xml"/><Relationship Id="rId4" Type="http://schemas.openxmlformats.org/officeDocument/2006/relationships/image" Target="../media/image40.png"/><Relationship Id="rId9" Type="http://schemas.openxmlformats.org/officeDocument/2006/relationships/customXml" Target="../ink/ink10.xml"/><Relationship Id="rId14"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21.xml"/><Relationship Id="rId18" Type="http://schemas.openxmlformats.org/officeDocument/2006/relationships/image" Target="../media/image15.png"/><Relationship Id="rId3" Type="http://schemas.openxmlformats.org/officeDocument/2006/relationships/customXml" Target="../ink/ink16.xml"/><Relationship Id="rId7" Type="http://schemas.openxmlformats.org/officeDocument/2006/relationships/customXml" Target="../ink/ink18.xml"/><Relationship Id="rId12" Type="http://schemas.openxmlformats.org/officeDocument/2006/relationships/image" Target="../media/image20.png"/><Relationship Id="rId17" Type="http://schemas.openxmlformats.org/officeDocument/2006/relationships/customXml" Target="../ink/ink23.xml"/><Relationship Id="rId2" Type="http://schemas.openxmlformats.org/officeDocument/2006/relationships/image" Target="../media/image5.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customXml" Target="../ink/ink20.xml"/><Relationship Id="rId5" Type="http://schemas.openxmlformats.org/officeDocument/2006/relationships/customXml" Target="../ink/ink17.xml"/><Relationship Id="rId15" Type="http://schemas.openxmlformats.org/officeDocument/2006/relationships/customXml" Target="../ink/ink22.xml"/><Relationship Id="rId10" Type="http://schemas.openxmlformats.org/officeDocument/2006/relationships/image" Target="../media/image18.png"/><Relationship Id="rId4" Type="http://schemas.openxmlformats.org/officeDocument/2006/relationships/image" Target="../media/image40.png"/><Relationship Id="rId9" Type="http://schemas.openxmlformats.org/officeDocument/2006/relationships/customXml" Target="../ink/ink19.xml"/><Relationship Id="rId14" Type="http://schemas.openxmlformats.org/officeDocument/2006/relationships/image" Target="../media/image13.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29.xml"/><Relationship Id="rId18" Type="http://schemas.openxmlformats.org/officeDocument/2006/relationships/image" Target="../media/image19.png"/><Relationship Id="rId3" Type="http://schemas.openxmlformats.org/officeDocument/2006/relationships/customXml" Target="../ink/ink24.xml"/><Relationship Id="rId7" Type="http://schemas.openxmlformats.org/officeDocument/2006/relationships/customXml" Target="../ink/ink26.xml"/><Relationship Id="rId12" Type="http://schemas.openxmlformats.org/officeDocument/2006/relationships/image" Target="../media/image20.png"/><Relationship Id="rId17" Type="http://schemas.openxmlformats.org/officeDocument/2006/relationships/customXml" Target="../ink/ink31.xml"/><Relationship Id="rId2" Type="http://schemas.openxmlformats.org/officeDocument/2006/relationships/image" Target="../media/image5.png"/><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customXml" Target="../ink/ink28.xml"/><Relationship Id="rId5" Type="http://schemas.openxmlformats.org/officeDocument/2006/relationships/customXml" Target="../ink/ink25.xml"/><Relationship Id="rId15" Type="http://schemas.openxmlformats.org/officeDocument/2006/relationships/customXml" Target="../ink/ink30.xml"/><Relationship Id="rId10" Type="http://schemas.openxmlformats.org/officeDocument/2006/relationships/image" Target="../media/image18.png"/><Relationship Id="rId4" Type="http://schemas.openxmlformats.org/officeDocument/2006/relationships/image" Target="../media/image40.png"/><Relationship Id="rId9" Type="http://schemas.openxmlformats.org/officeDocument/2006/relationships/customXml" Target="../ink/ink27.xml"/><Relationship Id="rId1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customXml" Target="../ink/ink33.xml"/><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Designing the Experiment: Research Goals and Hypothesis</a:t>
            </a:r>
            <a:endParaRPr lang="en-GB" dirty="0"/>
          </a:p>
        </p:txBody>
      </p:sp>
      <p:sp>
        <p:nvSpPr>
          <p:cNvPr id="3" name="Subtitle 2"/>
          <p:cNvSpPr>
            <a:spLocks noGrp="1"/>
          </p:cNvSpPr>
          <p:nvPr>
            <p:ph type="subTitle" idx="1"/>
          </p:nvPr>
        </p:nvSpPr>
        <p:spPr/>
        <p:txBody>
          <a:bodyPr>
            <a:normAutofit/>
          </a:bodyPr>
          <a:lstStyle/>
          <a:p>
            <a:r>
              <a:rPr lang="en-GB" dirty="0"/>
              <a:t>Week 4</a:t>
            </a:r>
          </a:p>
        </p:txBody>
      </p:sp>
      <p:sp>
        <p:nvSpPr>
          <p:cNvPr id="6" name="Date Placeholder 5">
            <a:extLst>
              <a:ext uri="{FF2B5EF4-FFF2-40B4-BE49-F238E27FC236}">
                <a16:creationId xmlns:a16="http://schemas.microsoft.com/office/drawing/2014/main" id="{98CDF667-4637-5636-53A7-CA095B9C9AEB}"/>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E0050C7C-BCC6-6A33-269F-B323D611C484}"/>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C965223-4945-085B-B74F-F1B85B0B978B}"/>
              </a:ext>
            </a:extLst>
          </p:cNvPr>
          <p:cNvSpPr>
            <a:spLocks noGrp="1"/>
          </p:cNvSpPr>
          <p:nvPr>
            <p:ph type="sldNum" sz="quarter" idx="12"/>
          </p:nvPr>
        </p:nvSpPr>
        <p:spPr/>
        <p:txBody>
          <a:bodyPr/>
          <a:lstStyle/>
          <a:p>
            <a:fld id="{C060DF7E-57CF-4468-B64C-3049F1FBC5EB}" type="slidenum">
              <a:rPr lang="en-US" smtClean="0"/>
              <a:pPr/>
              <a:t>1</a:t>
            </a:fld>
            <a:r>
              <a:rPr lang="en-GB" dirty="0"/>
              <a:t>/70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a:bodyPr>
          <a:lstStyle/>
          <a:p>
            <a:pPr>
              <a:lnSpc>
                <a:spcPct val="110000"/>
              </a:lnSpc>
              <a:spcBef>
                <a:spcPts val="600"/>
              </a:spcBef>
              <a:spcAft>
                <a:spcPts val="600"/>
              </a:spcAft>
            </a:pPr>
            <a:r>
              <a:rPr lang="en-GB" sz="2800" dirty="0"/>
              <a:t>In Week 3 </a:t>
            </a:r>
          </a:p>
          <a:p>
            <a:pPr lvl="1">
              <a:lnSpc>
                <a:spcPct val="110000"/>
              </a:lnSpc>
              <a:spcBef>
                <a:spcPts val="600"/>
              </a:spcBef>
              <a:spcAft>
                <a:spcPts val="600"/>
              </a:spcAft>
            </a:pPr>
            <a:r>
              <a:rPr lang="en-GB" sz="2100" dirty="0"/>
              <a:t>Types of usability testing research </a:t>
            </a:r>
          </a:p>
          <a:p>
            <a:pPr lvl="1">
              <a:lnSpc>
                <a:spcPct val="110000"/>
              </a:lnSpc>
              <a:spcBef>
                <a:spcPts val="600"/>
              </a:spcBef>
              <a:spcAft>
                <a:spcPts val="600"/>
              </a:spcAft>
            </a:pPr>
            <a:r>
              <a:rPr lang="en-GB" sz="2100" dirty="0"/>
              <a:t>Data</a:t>
            </a:r>
          </a:p>
          <a:p>
            <a:pPr lvl="1">
              <a:lnSpc>
                <a:spcPct val="110000"/>
              </a:lnSpc>
              <a:spcBef>
                <a:spcPts val="600"/>
              </a:spcBef>
              <a:spcAft>
                <a:spcPts val="600"/>
              </a:spcAft>
            </a:pPr>
            <a:r>
              <a:rPr lang="en-GB" sz="2100" dirty="0"/>
              <a:t>Data and methods to collect the correct data</a:t>
            </a:r>
          </a:p>
          <a:p>
            <a:pPr>
              <a:lnSpc>
                <a:spcPct val="110000"/>
              </a:lnSpc>
              <a:spcBef>
                <a:spcPts val="600"/>
              </a:spcBef>
              <a:spcAft>
                <a:spcPts val="600"/>
              </a:spcAft>
            </a:pPr>
            <a:r>
              <a:rPr lang="en-GB" sz="2800" dirty="0"/>
              <a:t>This week we will look more extend </a:t>
            </a:r>
          </a:p>
          <a:p>
            <a:pPr lvl="1">
              <a:lnSpc>
                <a:spcPct val="110000"/>
              </a:lnSpc>
              <a:spcBef>
                <a:spcPts val="600"/>
              </a:spcBef>
              <a:spcAft>
                <a:spcPts val="600"/>
              </a:spcAft>
            </a:pPr>
            <a:r>
              <a:rPr lang="en-GB" sz="2100" dirty="0"/>
              <a:t>Forming a Research question and developing research hypotheses</a:t>
            </a:r>
          </a:p>
          <a:p>
            <a:pPr lvl="1">
              <a:lnSpc>
                <a:spcPct val="110000"/>
              </a:lnSpc>
              <a:spcBef>
                <a:spcPts val="600"/>
              </a:spcBef>
              <a:spcAft>
                <a:spcPts val="600"/>
              </a:spcAft>
            </a:pPr>
            <a:r>
              <a:rPr lang="en-GB" sz="2100" dirty="0"/>
              <a:t>Variables in the context of usability testing</a:t>
            </a:r>
          </a:p>
          <a:p>
            <a:pPr lvl="1">
              <a:lnSpc>
                <a:spcPct val="110000"/>
              </a:lnSpc>
              <a:spcBef>
                <a:spcPts val="600"/>
              </a:spcBef>
              <a:spcAft>
                <a:spcPts val="600"/>
              </a:spcAft>
            </a:pPr>
            <a:r>
              <a:rPr lang="en-GB" sz="2100" dirty="0"/>
              <a:t>Experimental research &amp; experimental design</a:t>
            </a:r>
          </a:p>
        </p:txBody>
      </p:sp>
      <p:sp>
        <p:nvSpPr>
          <p:cNvPr id="4" name="Footer Placeholder 3">
            <a:extLst>
              <a:ext uri="{FF2B5EF4-FFF2-40B4-BE49-F238E27FC236}">
                <a16:creationId xmlns:a16="http://schemas.microsoft.com/office/drawing/2014/main" id="{FB598030-8A8D-7BE5-04D0-7F48314568D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EE7A39A-6AFD-97CB-51EE-215A0919EFC1}"/>
              </a:ext>
            </a:extLst>
          </p:cNvPr>
          <p:cNvSpPr>
            <a:spLocks noGrp="1"/>
          </p:cNvSpPr>
          <p:nvPr>
            <p:ph type="sldNum" sz="quarter" idx="4"/>
          </p:nvPr>
        </p:nvSpPr>
        <p:spPr/>
        <p:txBody>
          <a:bodyPr/>
          <a:lstStyle/>
          <a:p>
            <a:fld id="{9FD7ECCF-50E7-4327-B945-FA93FF7B2BEF}" type="slidenum">
              <a:rPr lang="en-US" smtClean="0"/>
              <a:pPr/>
              <a:t>2</a:t>
            </a:fld>
            <a:r>
              <a:rPr lang="en-GB"/>
              <a:t>/70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FA8A1B7-480F-9E6C-0662-52EA21E357F9}"/>
              </a:ext>
            </a:extLst>
          </p:cNvPr>
          <p:cNvSpPr>
            <a:spLocks noGrp="1"/>
          </p:cNvSpPr>
          <p:nvPr>
            <p:ph type="body" idx="1"/>
          </p:nvPr>
        </p:nvSpPr>
        <p:spPr>
          <a:xfrm>
            <a:off x="1371601" y="2743200"/>
            <a:ext cx="6368752" cy="3422104"/>
          </a:xfrm>
        </p:spPr>
        <p:txBody>
          <a:bodyPr>
            <a:normAutofit fontScale="92500" lnSpcReduction="10000"/>
          </a:bodyPr>
          <a:lstStyle/>
          <a:p>
            <a:r>
              <a:rPr lang="en-US" sz="2400" b="0" i="1" dirty="0">
                <a:solidFill>
                  <a:srgbClr val="333333"/>
                </a:solidFill>
                <a:effectLst/>
                <a:latin typeface="Open Sans" panose="020B0604020202020204" pitchFamily="34" charset="0"/>
              </a:rPr>
              <a:t>“UX research should always be done for a </a:t>
            </a:r>
            <a:r>
              <a:rPr lang="en-US" sz="2400" b="1" i="1" dirty="0">
                <a:solidFill>
                  <a:srgbClr val="333333"/>
                </a:solidFill>
                <a:effectLst/>
                <a:latin typeface="Open Sans" panose="020B0604020202020204" pitchFamily="34" charset="0"/>
              </a:rPr>
              <a:t>clear purpose</a:t>
            </a:r>
            <a:r>
              <a:rPr lang="en-US" sz="2400" b="0" i="1" dirty="0">
                <a:solidFill>
                  <a:srgbClr val="333333"/>
                </a:solidFill>
                <a:effectLst/>
                <a:latin typeface="Open Sans" panose="020B0604020202020204" pitchFamily="34" charset="0"/>
              </a:rPr>
              <a:t> – otherwise you’re wasting the both your time and the time of your participants. But many people who do UX research fail to properly articulate the purpose in </a:t>
            </a:r>
            <a:r>
              <a:rPr lang="en-US" sz="2400" i="1" dirty="0">
                <a:solidFill>
                  <a:srgbClr val="333333"/>
                </a:solidFill>
                <a:latin typeface="Open Sans" panose="020B0604020202020204" pitchFamily="34" charset="0"/>
              </a:rPr>
              <a:t>their research objectives. A major issue is that the research objectives include assumptions that have not been properly defined.”</a:t>
            </a:r>
          </a:p>
          <a:p>
            <a:endParaRPr lang="en-US" sz="2400" dirty="0">
              <a:solidFill>
                <a:srgbClr val="333333"/>
              </a:solidFill>
              <a:latin typeface="Open Sans" panose="020B0604020202020204" pitchFamily="34" charset="0"/>
            </a:endParaRPr>
          </a:p>
          <a:p>
            <a:pPr algn="r"/>
            <a:r>
              <a:rPr lang="en-US" sz="1700" dirty="0">
                <a:solidFill>
                  <a:srgbClr val="333333"/>
                </a:solidFill>
                <a:latin typeface="Open Sans" panose="020B0604020202020204" pitchFamily="34" charset="0"/>
              </a:rPr>
              <a:t>Posted on September 21, 2019 in User Experience </a:t>
            </a:r>
            <a:endParaRPr lang="en-GB" sz="1700" dirty="0">
              <a:solidFill>
                <a:srgbClr val="333333"/>
              </a:solidFill>
              <a:latin typeface="Open Sans" panose="020B0604020202020204" pitchFamily="34" charset="0"/>
            </a:endParaRPr>
          </a:p>
        </p:txBody>
      </p:sp>
      <p:sp>
        <p:nvSpPr>
          <p:cNvPr id="6" name="Title 5">
            <a:extLst>
              <a:ext uri="{FF2B5EF4-FFF2-40B4-BE49-F238E27FC236}">
                <a16:creationId xmlns:a16="http://schemas.microsoft.com/office/drawing/2014/main" id="{819A630C-399D-CA27-B857-5683F061A759}"/>
              </a:ext>
            </a:extLst>
          </p:cNvPr>
          <p:cNvSpPr>
            <a:spLocks noGrp="1"/>
          </p:cNvSpPr>
          <p:nvPr>
            <p:ph type="title"/>
          </p:nvPr>
        </p:nvSpPr>
        <p:spPr/>
        <p:txBody>
          <a:bodyPr/>
          <a:lstStyle/>
          <a:p>
            <a:r>
              <a:rPr lang="en-GB" dirty="0"/>
              <a:t>Usability testing goals</a:t>
            </a:r>
          </a:p>
        </p:txBody>
      </p:sp>
      <p:pic>
        <p:nvPicPr>
          <p:cNvPr id="10" name="Picture 9" descr="link to article">
            <a:hlinkClick r:id="rId2"/>
            <a:extLst>
              <a:ext uri="{FF2B5EF4-FFF2-40B4-BE49-F238E27FC236}">
                <a16:creationId xmlns:a16="http://schemas.microsoft.com/office/drawing/2014/main" id="{B96D702B-0F54-9260-B214-7C493ECC1BBC}"/>
              </a:ext>
            </a:extLst>
          </p:cNvPr>
          <p:cNvPicPr>
            <a:picLocks noChangeAspect="1"/>
          </p:cNvPicPr>
          <p:nvPr/>
        </p:nvPicPr>
        <p:blipFill>
          <a:blip r:embed="rId3"/>
          <a:stretch>
            <a:fillRect/>
          </a:stretch>
        </p:blipFill>
        <p:spPr>
          <a:xfrm>
            <a:off x="8201004" y="3212976"/>
            <a:ext cx="766904" cy="748350"/>
          </a:xfrm>
          <a:prstGeom prst="rect">
            <a:avLst/>
          </a:prstGeom>
        </p:spPr>
      </p:pic>
      <p:sp>
        <p:nvSpPr>
          <p:cNvPr id="4" name="Date Placeholder 3">
            <a:extLst>
              <a:ext uri="{FF2B5EF4-FFF2-40B4-BE49-F238E27FC236}">
                <a16:creationId xmlns:a16="http://schemas.microsoft.com/office/drawing/2014/main" id="{8E02D686-3CDE-6A25-3AB2-00CDA2B93130}"/>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EA38BFA2-FE9F-399C-94C8-2D851FB1345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0C2DFAB-BE13-0C70-5175-8C71EC71E605}"/>
              </a:ext>
            </a:extLst>
          </p:cNvPr>
          <p:cNvSpPr>
            <a:spLocks noGrp="1"/>
          </p:cNvSpPr>
          <p:nvPr>
            <p:ph type="sldNum" sz="quarter" idx="11"/>
          </p:nvPr>
        </p:nvSpPr>
        <p:spPr/>
        <p:txBody>
          <a:bodyPr/>
          <a:lstStyle/>
          <a:p>
            <a:fld id="{4F96EDF4-259A-48E8-B98E-8CB70E21F623}" type="slidenum">
              <a:rPr lang="en-US" smtClean="0"/>
              <a:pPr/>
              <a:t>3</a:t>
            </a:fld>
            <a:r>
              <a:rPr lang="en-GB"/>
              <a:t>/70</a:t>
            </a:r>
            <a:endParaRPr lang="en-US" dirty="0"/>
          </a:p>
        </p:txBody>
      </p:sp>
    </p:spTree>
    <p:extLst>
      <p:ext uri="{BB962C8B-B14F-4D97-AF65-F5344CB8AC3E}">
        <p14:creationId xmlns:p14="http://schemas.microsoft.com/office/powerpoint/2010/main" val="3715006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0648"/>
            <a:ext cx="8570912" cy="990600"/>
          </a:xfrm>
        </p:spPr>
        <p:txBody>
          <a:bodyPr>
            <a:noAutofit/>
          </a:bodyPr>
          <a:lstStyle/>
          <a:p>
            <a:r>
              <a:rPr lang="en-GB" sz="3700" dirty="0"/>
              <a:t>Usability testing goals</a:t>
            </a:r>
          </a:p>
        </p:txBody>
      </p:sp>
      <p:sp>
        <p:nvSpPr>
          <p:cNvPr id="3" name="Content Placeholder 2"/>
          <p:cNvSpPr>
            <a:spLocks noGrp="1"/>
          </p:cNvSpPr>
          <p:nvPr>
            <p:ph sz="quarter" idx="1"/>
          </p:nvPr>
        </p:nvSpPr>
        <p:spPr>
          <a:xfrm>
            <a:off x="612648" y="1528192"/>
            <a:ext cx="8153400" cy="4781128"/>
          </a:xfrm>
        </p:spPr>
        <p:txBody>
          <a:bodyPr>
            <a:normAutofit/>
          </a:bodyPr>
          <a:lstStyle/>
          <a:p>
            <a:pPr>
              <a:spcBef>
                <a:spcPts val="600"/>
              </a:spcBef>
              <a:spcAft>
                <a:spcPts val="600"/>
              </a:spcAft>
            </a:pPr>
            <a:r>
              <a:rPr lang="en-GB" sz="2400" dirty="0"/>
              <a:t>Before you start planning for usability testing you need to </a:t>
            </a:r>
            <a:r>
              <a:rPr lang="en-GB" sz="2400" b="1" dirty="0"/>
              <a:t>define the objectives/goal of the usability testing study,</a:t>
            </a:r>
            <a:r>
              <a:rPr lang="en-GB" sz="2400" dirty="0"/>
              <a:t> in other words </a:t>
            </a:r>
            <a:r>
              <a:rPr lang="en-GB" sz="2400" b="1" dirty="0">
                <a:solidFill>
                  <a:schemeClr val="accent2">
                    <a:lumMod val="75000"/>
                  </a:schemeClr>
                </a:solidFill>
              </a:rPr>
              <a:t>w</a:t>
            </a:r>
            <a:r>
              <a:rPr lang="en-US" sz="2400" b="1" dirty="0">
                <a:solidFill>
                  <a:schemeClr val="accent2">
                    <a:lumMod val="75000"/>
                  </a:schemeClr>
                </a:solidFill>
              </a:rPr>
              <a:t>hat you want to achieve, and why </a:t>
            </a:r>
          </a:p>
          <a:p>
            <a:pPr>
              <a:spcBef>
                <a:spcPts val="600"/>
              </a:spcBef>
              <a:spcAft>
                <a:spcPts val="600"/>
              </a:spcAft>
            </a:pPr>
            <a:r>
              <a:rPr lang="en-US" sz="2400" dirty="0"/>
              <a:t>A clear objective/goal:</a:t>
            </a:r>
          </a:p>
          <a:p>
            <a:pPr lvl="1">
              <a:spcBef>
                <a:spcPts val="600"/>
              </a:spcBef>
              <a:spcAft>
                <a:spcPts val="600"/>
              </a:spcAft>
            </a:pPr>
            <a:r>
              <a:rPr lang="en-US" sz="2100" dirty="0"/>
              <a:t>makes is easier to create a proper list of usability testing questions (the research questions)</a:t>
            </a:r>
          </a:p>
          <a:p>
            <a:pPr lvl="1">
              <a:spcBef>
                <a:spcPts val="600"/>
              </a:spcBef>
              <a:spcAft>
                <a:spcPts val="600"/>
              </a:spcAft>
            </a:pPr>
            <a:r>
              <a:rPr lang="en-US" sz="2100" dirty="0"/>
              <a:t>create hypothesis</a:t>
            </a:r>
          </a:p>
          <a:p>
            <a:pPr lvl="1">
              <a:spcBef>
                <a:spcPts val="600"/>
              </a:spcBef>
              <a:spcAft>
                <a:spcPts val="600"/>
              </a:spcAft>
            </a:pPr>
            <a:r>
              <a:rPr lang="en-US" sz="2100" dirty="0"/>
              <a:t>those will determine the test material to be created</a:t>
            </a:r>
          </a:p>
          <a:p>
            <a:pPr lvl="1">
              <a:spcBef>
                <a:spcPts val="600"/>
              </a:spcBef>
              <a:spcAft>
                <a:spcPts val="600"/>
              </a:spcAft>
            </a:pPr>
            <a:r>
              <a:rPr lang="en-US" sz="2100" dirty="0"/>
              <a:t>test plan</a:t>
            </a:r>
          </a:p>
          <a:p>
            <a:pPr marL="640080" lvl="2" indent="0">
              <a:spcAft>
                <a:spcPts val="600"/>
              </a:spcAft>
              <a:buNone/>
            </a:pPr>
            <a:endParaRPr lang="en-US" sz="1800" b="0" i="0" dirty="0">
              <a:solidFill>
                <a:srgbClr val="2B2B2B"/>
              </a:solidFill>
              <a:effectLst/>
            </a:endParaRPr>
          </a:p>
        </p:txBody>
      </p:sp>
      <p:sp>
        <p:nvSpPr>
          <p:cNvPr id="4" name="Footer Placeholder 3">
            <a:extLst>
              <a:ext uri="{FF2B5EF4-FFF2-40B4-BE49-F238E27FC236}">
                <a16:creationId xmlns:a16="http://schemas.microsoft.com/office/drawing/2014/main" id="{61DC943E-0CD4-7F23-D23A-AF0D52B05FC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D0DBCDD-84A0-BD69-BE85-913B8D4E1882}"/>
              </a:ext>
            </a:extLst>
          </p:cNvPr>
          <p:cNvSpPr>
            <a:spLocks noGrp="1"/>
          </p:cNvSpPr>
          <p:nvPr>
            <p:ph type="sldNum" sz="quarter" idx="4"/>
          </p:nvPr>
        </p:nvSpPr>
        <p:spPr/>
        <p:txBody>
          <a:bodyPr/>
          <a:lstStyle/>
          <a:p>
            <a:fld id="{9FD7ECCF-50E7-4327-B945-FA93FF7B2BEF}" type="slidenum">
              <a:rPr lang="en-US" smtClean="0"/>
              <a:pPr/>
              <a:t>4</a:t>
            </a:fld>
            <a:r>
              <a:rPr lang="en-GB"/>
              <a:t>/70</a:t>
            </a:r>
            <a:endParaRPr lang="en-US" dirty="0"/>
          </a:p>
        </p:txBody>
      </p:sp>
    </p:spTree>
    <p:extLst>
      <p:ext uri="{BB962C8B-B14F-4D97-AF65-F5344CB8AC3E}">
        <p14:creationId xmlns:p14="http://schemas.microsoft.com/office/powerpoint/2010/main" val="15630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BD6CAF2-5EAF-DE56-5804-50893AF84E81}"/>
              </a:ext>
            </a:extLst>
          </p:cNvPr>
          <p:cNvSpPr>
            <a:spLocks noGrp="1"/>
          </p:cNvSpPr>
          <p:nvPr>
            <p:ph type="body" idx="1"/>
          </p:nvPr>
        </p:nvSpPr>
        <p:spPr>
          <a:xfrm>
            <a:off x="1371600" y="2743200"/>
            <a:ext cx="7123113" cy="2514600"/>
          </a:xfrm>
        </p:spPr>
        <p:txBody>
          <a:bodyPr>
            <a:normAutofit/>
          </a:bodyPr>
          <a:lstStyle/>
          <a:p>
            <a:r>
              <a:rPr lang="en-GB" b="0" i="0" dirty="0">
                <a:solidFill>
                  <a:srgbClr val="374151"/>
                </a:solidFill>
                <a:effectLst/>
              </a:rPr>
              <a:t>Behavioural research questions focus on understanding and explaining human behaviour.</a:t>
            </a:r>
          </a:p>
          <a:p>
            <a:r>
              <a:rPr lang="en-GB" dirty="0">
                <a:solidFill>
                  <a:srgbClr val="374151"/>
                </a:solidFill>
              </a:rPr>
              <a:t>In the context of UX and usability we are interested in user behaviour</a:t>
            </a:r>
            <a:endParaRPr lang="en-GB" dirty="0"/>
          </a:p>
          <a:p>
            <a:endParaRPr lang="en-GB" dirty="0"/>
          </a:p>
        </p:txBody>
      </p:sp>
      <p:sp>
        <p:nvSpPr>
          <p:cNvPr id="6" name="Title 5">
            <a:extLst>
              <a:ext uri="{FF2B5EF4-FFF2-40B4-BE49-F238E27FC236}">
                <a16:creationId xmlns:a16="http://schemas.microsoft.com/office/drawing/2014/main" id="{CFB26D9A-DC50-B4DA-4DD5-2F6EAFE78966}"/>
              </a:ext>
            </a:extLst>
          </p:cNvPr>
          <p:cNvSpPr>
            <a:spLocks noGrp="1"/>
          </p:cNvSpPr>
          <p:nvPr>
            <p:ph type="title"/>
          </p:nvPr>
        </p:nvSpPr>
        <p:spPr/>
        <p:txBody>
          <a:bodyPr/>
          <a:lstStyle/>
          <a:p>
            <a:r>
              <a:rPr lang="en-GB" dirty="0"/>
              <a:t>Types of behavioural research</a:t>
            </a:r>
          </a:p>
        </p:txBody>
      </p:sp>
      <p:sp>
        <p:nvSpPr>
          <p:cNvPr id="3" name="Date Placeholder 2">
            <a:extLst>
              <a:ext uri="{FF2B5EF4-FFF2-40B4-BE49-F238E27FC236}">
                <a16:creationId xmlns:a16="http://schemas.microsoft.com/office/drawing/2014/main" id="{5A8F2456-38CF-7154-D6DD-9FE7BE8DA2B9}"/>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22631480-0CA8-D8EB-233C-6A9D8C1BC09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552E254B-8B7C-1F77-46F5-7F8054A28CD0}"/>
              </a:ext>
            </a:extLst>
          </p:cNvPr>
          <p:cNvSpPr>
            <a:spLocks noGrp="1"/>
          </p:cNvSpPr>
          <p:nvPr>
            <p:ph type="sldNum" sz="quarter" idx="11"/>
          </p:nvPr>
        </p:nvSpPr>
        <p:spPr/>
        <p:txBody>
          <a:bodyPr/>
          <a:lstStyle/>
          <a:p>
            <a:fld id="{4F96EDF4-259A-48E8-B98E-8CB70E21F623}" type="slidenum">
              <a:rPr lang="en-US" smtClean="0"/>
              <a:pPr/>
              <a:t>5</a:t>
            </a:fld>
            <a:r>
              <a:rPr lang="en-GB"/>
              <a:t>/70</a:t>
            </a:r>
            <a:endParaRPr lang="en-US" dirty="0"/>
          </a:p>
        </p:txBody>
      </p:sp>
    </p:spTree>
    <p:extLst>
      <p:ext uri="{BB962C8B-B14F-4D97-AF65-F5344CB8AC3E}">
        <p14:creationId xmlns:p14="http://schemas.microsoft.com/office/powerpoint/2010/main" val="414620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5B55074-15FA-2A6C-500A-0595773C41EB}"/>
              </a:ext>
            </a:extLst>
          </p:cNvPr>
          <p:cNvSpPr>
            <a:spLocks noGrp="1"/>
          </p:cNvSpPr>
          <p:nvPr>
            <p:ph type="title"/>
          </p:nvPr>
        </p:nvSpPr>
        <p:spPr/>
        <p:txBody>
          <a:bodyPr>
            <a:normAutofit/>
          </a:bodyPr>
          <a:lstStyle/>
          <a:p>
            <a:r>
              <a:rPr lang="en-GB" dirty="0"/>
              <a:t>Common types of behavioural RQ</a:t>
            </a:r>
          </a:p>
        </p:txBody>
      </p:sp>
      <p:sp>
        <p:nvSpPr>
          <p:cNvPr id="2" name="Text Placeholder 1">
            <a:extLst>
              <a:ext uri="{FF2B5EF4-FFF2-40B4-BE49-F238E27FC236}">
                <a16:creationId xmlns:a16="http://schemas.microsoft.com/office/drawing/2014/main" id="{E6165EE8-DD84-6817-943E-CB524E80444F}"/>
              </a:ext>
            </a:extLst>
          </p:cNvPr>
          <p:cNvSpPr>
            <a:spLocks noGrp="1"/>
          </p:cNvSpPr>
          <p:nvPr>
            <p:ph sz="quarter" idx="1"/>
          </p:nvPr>
        </p:nvSpPr>
        <p:spPr/>
        <p:txBody>
          <a:bodyPr/>
          <a:lstStyle/>
          <a:p>
            <a:r>
              <a:rPr lang="en-GB" sz="2800" dirty="0"/>
              <a:t>Descriptive investigation/research</a:t>
            </a:r>
          </a:p>
          <a:p>
            <a:r>
              <a:rPr lang="en-GB" dirty="0"/>
              <a:t>Relational investigation</a:t>
            </a:r>
            <a:r>
              <a:rPr lang="en-GB" sz="3200" dirty="0"/>
              <a:t>/research</a:t>
            </a:r>
          </a:p>
          <a:p>
            <a:r>
              <a:rPr lang="en-GB" dirty="0"/>
              <a:t>Experimental investigations (causal research)</a:t>
            </a:r>
          </a:p>
          <a:p>
            <a:endParaRPr lang="en-GB" dirty="0"/>
          </a:p>
        </p:txBody>
      </p:sp>
      <p:sp>
        <p:nvSpPr>
          <p:cNvPr id="3" name="Oval 2">
            <a:extLst>
              <a:ext uri="{FF2B5EF4-FFF2-40B4-BE49-F238E27FC236}">
                <a16:creationId xmlns:a16="http://schemas.microsoft.com/office/drawing/2014/main" id="{E4F25F79-8779-A809-C348-DB5C2EFFE447}"/>
              </a:ext>
            </a:extLst>
          </p:cNvPr>
          <p:cNvSpPr/>
          <p:nvPr/>
        </p:nvSpPr>
        <p:spPr>
          <a:xfrm>
            <a:off x="3779912" y="3023122"/>
            <a:ext cx="1374708" cy="13747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0" dirty="0">
                <a:solidFill>
                  <a:schemeClr val="accent2">
                    <a:lumMod val="75000"/>
                  </a:schemeClr>
                </a:solidFill>
              </a:rPr>
              <a:t>?</a:t>
            </a:r>
          </a:p>
        </p:txBody>
      </p:sp>
      <p:sp>
        <p:nvSpPr>
          <p:cNvPr id="6" name="Footer Placeholder 5">
            <a:extLst>
              <a:ext uri="{FF2B5EF4-FFF2-40B4-BE49-F238E27FC236}">
                <a16:creationId xmlns:a16="http://schemas.microsoft.com/office/drawing/2014/main" id="{25728AF1-087B-7A90-9BD5-78FECABBCF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3564E3EE-71FB-4BEC-C84E-0B4BC52CF596}"/>
              </a:ext>
            </a:extLst>
          </p:cNvPr>
          <p:cNvSpPr>
            <a:spLocks noGrp="1"/>
          </p:cNvSpPr>
          <p:nvPr>
            <p:ph type="sldNum" sz="quarter" idx="4"/>
          </p:nvPr>
        </p:nvSpPr>
        <p:spPr/>
        <p:txBody>
          <a:bodyPr/>
          <a:lstStyle/>
          <a:p>
            <a:fld id="{9FD7ECCF-50E7-4327-B945-FA93FF7B2BEF}" type="slidenum">
              <a:rPr lang="en-US" smtClean="0"/>
              <a:pPr/>
              <a:t>6</a:t>
            </a:fld>
            <a:r>
              <a:rPr lang="en-GB"/>
              <a:t>/70</a:t>
            </a:r>
            <a:endParaRPr lang="en-US" dirty="0"/>
          </a:p>
        </p:txBody>
      </p:sp>
    </p:spTree>
    <p:extLst>
      <p:ext uri="{BB962C8B-B14F-4D97-AF65-F5344CB8AC3E}">
        <p14:creationId xmlns:p14="http://schemas.microsoft.com/office/powerpoint/2010/main" val="162289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CCBB6BC-9A6A-3B4B-6D9D-A57DFFCA907E}"/>
              </a:ext>
            </a:extLst>
          </p:cNvPr>
          <p:cNvSpPr>
            <a:spLocks noGrp="1"/>
          </p:cNvSpPr>
          <p:nvPr>
            <p:ph type="title"/>
          </p:nvPr>
        </p:nvSpPr>
        <p:spPr/>
        <p:txBody>
          <a:bodyPr>
            <a:normAutofit/>
          </a:bodyPr>
          <a:lstStyle/>
          <a:p>
            <a:r>
              <a:rPr lang="en-GB" sz="4400" dirty="0"/>
              <a:t>Descriptive investigation</a:t>
            </a:r>
            <a:endParaRPr lang="en-GB" dirty="0"/>
          </a:p>
        </p:txBody>
      </p:sp>
      <p:sp>
        <p:nvSpPr>
          <p:cNvPr id="8" name="Content Placeholder 7">
            <a:extLst>
              <a:ext uri="{FF2B5EF4-FFF2-40B4-BE49-F238E27FC236}">
                <a16:creationId xmlns:a16="http://schemas.microsoft.com/office/drawing/2014/main" id="{AADEFA6B-CB81-A8BE-FA57-FB20819828F7}"/>
              </a:ext>
            </a:extLst>
          </p:cNvPr>
          <p:cNvSpPr>
            <a:spLocks noGrp="1"/>
          </p:cNvSpPr>
          <p:nvPr>
            <p:ph sz="quarter" idx="1"/>
          </p:nvPr>
        </p:nvSpPr>
        <p:spPr>
          <a:xfrm>
            <a:off x="612648" y="2080884"/>
            <a:ext cx="8279832" cy="2645786"/>
          </a:xfrm>
        </p:spPr>
        <p:txBody>
          <a:bodyPr>
            <a:noAutofit/>
          </a:bodyPr>
          <a:lstStyle/>
          <a:p>
            <a:pPr marL="0" indent="0" defTabSz="982663">
              <a:lnSpc>
                <a:spcPct val="120000"/>
              </a:lnSpc>
              <a:spcBef>
                <a:spcPts val="1200"/>
              </a:spcBef>
              <a:buNone/>
              <a:tabLst>
                <a:tab pos="541338" algn="l"/>
              </a:tabLst>
            </a:pPr>
            <a:r>
              <a:rPr lang="en-GB" sz="1600" b="1" dirty="0"/>
              <a:t>RQ:	“How does the user experience in playing games impact their touch-typing proficiency?”</a:t>
            </a:r>
          </a:p>
          <a:p>
            <a:pPr marL="0" indent="0" defTabSz="982663">
              <a:lnSpc>
                <a:spcPct val="120000"/>
              </a:lnSpc>
              <a:spcBef>
                <a:spcPts val="1200"/>
              </a:spcBef>
              <a:buNone/>
              <a:tabLst>
                <a:tab pos="541338" algn="l"/>
              </a:tabLst>
            </a:pPr>
            <a:r>
              <a:rPr lang="en-GB" sz="1600" dirty="0"/>
              <a:t>A researcher sets up a task asking 22 teenagers to type some text using a mobile device that supports touch type.</a:t>
            </a:r>
          </a:p>
          <a:p>
            <a:pPr marL="541338" indent="-541338">
              <a:lnSpc>
                <a:spcPct val="120000"/>
              </a:lnSpc>
              <a:spcBef>
                <a:spcPts val="1200"/>
              </a:spcBef>
              <a:tabLst>
                <a:tab pos="1169988" algn="l"/>
              </a:tabLst>
            </a:pPr>
            <a:r>
              <a:rPr lang="en-GB" sz="1600" dirty="0"/>
              <a:t>The researcher collects information about the users’ background experience</a:t>
            </a:r>
          </a:p>
          <a:p>
            <a:pPr marL="541338" indent="-541338">
              <a:lnSpc>
                <a:spcPct val="120000"/>
              </a:lnSpc>
              <a:spcBef>
                <a:spcPts val="1200"/>
              </a:spcBef>
              <a:tabLst>
                <a:tab pos="1169988" algn="l"/>
              </a:tabLst>
            </a:pPr>
            <a:r>
              <a:rPr lang="en-GB" sz="1600" dirty="0"/>
              <a:t>The researcher observes that 8 out of 10 teenagers in a class who frequently play a specific computer game can touch type while only 2 out of 12 teenagers in the same class who do not play the game can touch type.</a:t>
            </a:r>
          </a:p>
        </p:txBody>
      </p:sp>
      <p:sp>
        <p:nvSpPr>
          <p:cNvPr id="9" name="Content Placeholder 7">
            <a:extLst>
              <a:ext uri="{FF2B5EF4-FFF2-40B4-BE49-F238E27FC236}">
                <a16:creationId xmlns:a16="http://schemas.microsoft.com/office/drawing/2014/main" id="{DE78D70B-9889-49AC-BEF0-C7F3BC968B04}"/>
              </a:ext>
            </a:extLst>
          </p:cNvPr>
          <p:cNvSpPr txBox="1">
            <a:spLocks/>
          </p:cNvSpPr>
          <p:nvPr/>
        </p:nvSpPr>
        <p:spPr>
          <a:xfrm>
            <a:off x="611856" y="4869160"/>
            <a:ext cx="8068580" cy="1420644"/>
          </a:xfrm>
          <a:prstGeom prst="rect">
            <a:avLst/>
          </a:prstGeom>
          <a:solidFill>
            <a:schemeClr val="accent2"/>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452438" indent="-452438" fontAlgn="auto">
              <a:spcAft>
                <a:spcPts val="0"/>
              </a:spcAft>
              <a:tabLst>
                <a:tab pos="1169988" algn="l"/>
              </a:tabLst>
            </a:pPr>
            <a:r>
              <a:rPr lang="en-GB" sz="1800" dirty="0"/>
              <a:t>This raises an interesting observation, but:</a:t>
            </a:r>
          </a:p>
          <a:p>
            <a:pPr marL="772478" lvl="1" indent="-452438" fontAlgn="auto">
              <a:spcAft>
                <a:spcPts val="0"/>
              </a:spcAft>
              <a:tabLst>
                <a:tab pos="1169988" algn="l"/>
              </a:tabLst>
            </a:pPr>
            <a:r>
              <a:rPr lang="en-GB" sz="1600" dirty="0"/>
              <a:t>it does not allow the establishment of a relationship between the two factors: playing the game and typing. </a:t>
            </a:r>
          </a:p>
          <a:p>
            <a:pPr marL="772478" lvl="1" indent="-452438" fontAlgn="auto">
              <a:spcAft>
                <a:spcPts val="0"/>
              </a:spcAft>
              <a:tabLst>
                <a:tab pos="1169988" algn="l"/>
              </a:tabLst>
            </a:pPr>
            <a:r>
              <a:rPr lang="en-GB" sz="1600" dirty="0"/>
              <a:t>it does not enable the researcher to explain why this happens.</a:t>
            </a:r>
          </a:p>
        </p:txBody>
      </p:sp>
      <p:sp>
        <p:nvSpPr>
          <p:cNvPr id="2" name="Content Placeholder 7">
            <a:extLst>
              <a:ext uri="{FF2B5EF4-FFF2-40B4-BE49-F238E27FC236}">
                <a16:creationId xmlns:a16="http://schemas.microsoft.com/office/drawing/2014/main" id="{41DE2DE5-E789-C65E-2CC3-FB556925C2D9}"/>
              </a:ext>
            </a:extLst>
          </p:cNvPr>
          <p:cNvSpPr txBox="1">
            <a:spLocks/>
          </p:cNvSpPr>
          <p:nvPr/>
        </p:nvSpPr>
        <p:spPr>
          <a:xfrm>
            <a:off x="605492" y="1631519"/>
            <a:ext cx="8074944" cy="365125"/>
          </a:xfrm>
          <a:prstGeom prst="rect">
            <a:avLst/>
          </a:prstGeom>
          <a:solidFill>
            <a:schemeClr val="accent1"/>
          </a:solidFill>
        </p:spPr>
        <p:txBody>
          <a:bodyPr vert="horz">
            <a:normAutofit fontScale="77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tabLst>
                <a:tab pos="1169988" algn="l"/>
              </a:tabLst>
            </a:pPr>
            <a:r>
              <a:rPr lang="en-GB" dirty="0"/>
              <a:t>Focuses on constructing an accurate description of what is happening</a:t>
            </a:r>
          </a:p>
        </p:txBody>
      </p:sp>
      <p:sp>
        <p:nvSpPr>
          <p:cNvPr id="3" name="Footer Placeholder 2">
            <a:extLst>
              <a:ext uri="{FF2B5EF4-FFF2-40B4-BE49-F238E27FC236}">
                <a16:creationId xmlns:a16="http://schemas.microsoft.com/office/drawing/2014/main" id="{1AB09C48-27AA-8AA7-CD38-4FD317E1B13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B0C94CA0-782B-5DC3-45D1-548DD57E16F5}"/>
              </a:ext>
            </a:extLst>
          </p:cNvPr>
          <p:cNvSpPr>
            <a:spLocks noGrp="1"/>
          </p:cNvSpPr>
          <p:nvPr>
            <p:ph type="sldNum" sz="quarter" idx="4"/>
          </p:nvPr>
        </p:nvSpPr>
        <p:spPr/>
        <p:txBody>
          <a:bodyPr/>
          <a:lstStyle/>
          <a:p>
            <a:fld id="{9FD7ECCF-50E7-4327-B945-FA93FF7B2BEF}" type="slidenum">
              <a:rPr lang="en-US" smtClean="0"/>
              <a:pPr/>
              <a:t>7</a:t>
            </a:fld>
            <a:r>
              <a:rPr lang="en-GB"/>
              <a:t>/70</a:t>
            </a:r>
            <a:endParaRPr lang="en-US" dirty="0"/>
          </a:p>
        </p:txBody>
      </p:sp>
    </p:spTree>
    <p:extLst>
      <p:ext uri="{BB962C8B-B14F-4D97-AF65-F5344CB8AC3E}">
        <p14:creationId xmlns:p14="http://schemas.microsoft.com/office/powerpoint/2010/main" val="3907684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CCBB6BC-9A6A-3B4B-6D9D-A57DFFCA907E}"/>
              </a:ext>
            </a:extLst>
          </p:cNvPr>
          <p:cNvSpPr>
            <a:spLocks noGrp="1"/>
          </p:cNvSpPr>
          <p:nvPr>
            <p:ph type="title"/>
          </p:nvPr>
        </p:nvSpPr>
        <p:spPr/>
        <p:txBody>
          <a:bodyPr>
            <a:normAutofit/>
          </a:bodyPr>
          <a:lstStyle/>
          <a:p>
            <a:r>
              <a:rPr lang="en-GB" sz="4400" dirty="0"/>
              <a:t>Relational investigation</a:t>
            </a:r>
            <a:endParaRPr lang="en-GB" dirty="0"/>
          </a:p>
        </p:txBody>
      </p:sp>
      <p:sp>
        <p:nvSpPr>
          <p:cNvPr id="8" name="Content Placeholder 7">
            <a:extLst>
              <a:ext uri="{FF2B5EF4-FFF2-40B4-BE49-F238E27FC236}">
                <a16:creationId xmlns:a16="http://schemas.microsoft.com/office/drawing/2014/main" id="{AADEFA6B-CB81-A8BE-FA57-FB20819828F7}"/>
              </a:ext>
            </a:extLst>
          </p:cNvPr>
          <p:cNvSpPr>
            <a:spLocks noGrp="1"/>
          </p:cNvSpPr>
          <p:nvPr>
            <p:ph sz="quarter" idx="1"/>
          </p:nvPr>
        </p:nvSpPr>
        <p:spPr>
          <a:xfrm>
            <a:off x="612648" y="2344050"/>
            <a:ext cx="8153400" cy="1805030"/>
          </a:xfrm>
        </p:spPr>
        <p:txBody>
          <a:bodyPr>
            <a:normAutofit/>
          </a:bodyPr>
          <a:lstStyle/>
          <a:p>
            <a:pPr marL="0" indent="0" defTabSz="982663">
              <a:lnSpc>
                <a:spcPct val="120000"/>
              </a:lnSpc>
              <a:spcBef>
                <a:spcPts val="1200"/>
              </a:spcBef>
              <a:buNone/>
              <a:tabLst>
                <a:tab pos="541338" algn="l"/>
              </a:tabLst>
            </a:pPr>
            <a:r>
              <a:rPr lang="en-GB" sz="1600" b="1" dirty="0"/>
              <a:t>RQ:	“What is the correlation between the user experience in playing games and touch-typing proficiency?”</a:t>
            </a:r>
          </a:p>
          <a:p>
            <a:pPr marL="0" indent="0" defTabSz="982663">
              <a:spcBef>
                <a:spcPts val="1200"/>
              </a:spcBef>
              <a:buNone/>
              <a:tabLst>
                <a:tab pos="541338" algn="l"/>
              </a:tabLst>
            </a:pPr>
            <a:r>
              <a:rPr lang="en-GB" sz="1600" dirty="0"/>
              <a:t>A researcher may collect data on the number of hours that the teenagers play the computer game per week and measure their typing speed.</a:t>
            </a:r>
          </a:p>
        </p:txBody>
      </p:sp>
      <p:sp>
        <p:nvSpPr>
          <p:cNvPr id="9" name="Content Placeholder 7">
            <a:extLst>
              <a:ext uri="{FF2B5EF4-FFF2-40B4-BE49-F238E27FC236}">
                <a16:creationId xmlns:a16="http://schemas.microsoft.com/office/drawing/2014/main" id="{DE78D70B-9889-49AC-BEF0-C7F3BC968B04}"/>
              </a:ext>
            </a:extLst>
          </p:cNvPr>
          <p:cNvSpPr txBox="1">
            <a:spLocks/>
          </p:cNvSpPr>
          <p:nvPr/>
        </p:nvSpPr>
        <p:spPr>
          <a:xfrm>
            <a:off x="604102" y="3645025"/>
            <a:ext cx="8074944" cy="2643598"/>
          </a:xfrm>
          <a:prstGeom prst="rect">
            <a:avLst/>
          </a:prstGeom>
          <a:solidFill>
            <a:schemeClr val="accent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452438" indent="-452438" fontAlgn="auto">
              <a:spcAft>
                <a:spcPts val="0"/>
              </a:spcAft>
              <a:tabLst>
                <a:tab pos="1169988" algn="l"/>
              </a:tabLst>
            </a:pPr>
            <a:r>
              <a:rPr lang="en-GB" sz="1600" dirty="0"/>
              <a:t>The researcher can run a correlation analysis (a statistical test designed to identify relationships between two or more factors) between the </a:t>
            </a:r>
            <a:r>
              <a:rPr lang="en-GB" sz="1600" b="1" dirty="0"/>
              <a:t>number of hours </a:t>
            </a:r>
            <a:r>
              <a:rPr lang="en-GB" sz="1600" dirty="0"/>
              <a:t>and </a:t>
            </a:r>
            <a:r>
              <a:rPr lang="en-GB" sz="1600" b="1" dirty="0"/>
              <a:t>typing speed</a:t>
            </a:r>
            <a:r>
              <a:rPr lang="en-GB" sz="1600" dirty="0"/>
              <a:t>.</a:t>
            </a:r>
          </a:p>
          <a:p>
            <a:pPr marL="452438" indent="-452438" fontAlgn="auto">
              <a:spcAft>
                <a:spcPts val="0"/>
              </a:spcAft>
              <a:tabLst>
                <a:tab pos="1169988" algn="l"/>
              </a:tabLst>
            </a:pPr>
            <a:r>
              <a:rPr lang="en-GB" sz="1600" b="1" dirty="0"/>
              <a:t>If the result is significant</a:t>
            </a:r>
            <a:r>
              <a:rPr lang="en-GB" sz="1600" dirty="0"/>
              <a:t>, it suggests that </a:t>
            </a:r>
            <a:r>
              <a:rPr lang="en-GB" sz="1600" b="1" dirty="0"/>
              <a:t>there is a relationship between typing speed and the time spent playing the game</a:t>
            </a:r>
            <a:r>
              <a:rPr lang="en-GB" sz="1600" dirty="0"/>
              <a:t>. </a:t>
            </a:r>
          </a:p>
          <a:p>
            <a:pPr marL="452438" indent="-452438" fontAlgn="auto">
              <a:spcAft>
                <a:spcPts val="0"/>
              </a:spcAft>
              <a:tabLst>
                <a:tab pos="1169988" algn="l"/>
              </a:tabLst>
            </a:pPr>
            <a:r>
              <a:rPr lang="en-GB" sz="1600" dirty="0"/>
              <a:t>The results of relational studies usually carry more weight than what can be learned through descriptive studies. </a:t>
            </a:r>
          </a:p>
          <a:p>
            <a:pPr marL="452438" indent="-452438" fontAlgn="auto">
              <a:spcAft>
                <a:spcPts val="0"/>
              </a:spcAft>
              <a:tabLst>
                <a:tab pos="1169988" algn="l"/>
              </a:tabLst>
            </a:pPr>
            <a:r>
              <a:rPr lang="en-GB" sz="1600" dirty="0"/>
              <a:t>However, </a:t>
            </a:r>
            <a:r>
              <a:rPr lang="en-GB" sz="1600" b="1" dirty="0"/>
              <a:t>relational studies can rarely determine the causal relationship between multiple factors</a:t>
            </a:r>
          </a:p>
        </p:txBody>
      </p:sp>
      <p:sp>
        <p:nvSpPr>
          <p:cNvPr id="2" name="Content Placeholder 7">
            <a:extLst>
              <a:ext uri="{FF2B5EF4-FFF2-40B4-BE49-F238E27FC236}">
                <a16:creationId xmlns:a16="http://schemas.microsoft.com/office/drawing/2014/main" id="{41DE2DE5-E789-C65E-2CC3-FB556925C2D9}"/>
              </a:ext>
            </a:extLst>
          </p:cNvPr>
          <p:cNvSpPr txBox="1">
            <a:spLocks/>
          </p:cNvSpPr>
          <p:nvPr/>
        </p:nvSpPr>
        <p:spPr>
          <a:xfrm>
            <a:off x="604103" y="1546494"/>
            <a:ext cx="8074944" cy="789369"/>
          </a:xfrm>
          <a:prstGeom prst="rect">
            <a:avLst/>
          </a:prstGeom>
          <a:solidFill>
            <a:schemeClr val="accent1"/>
          </a:solidFill>
        </p:spPr>
        <p:txBody>
          <a:bodyPr vert="horz">
            <a:normAutofit fontScale="92500"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tabLst>
                <a:tab pos="1169988" algn="l"/>
              </a:tabLst>
            </a:pPr>
            <a:r>
              <a:rPr lang="en-GB" sz="2200" dirty="0"/>
              <a:t>Enables identifying relations between multiple factors</a:t>
            </a:r>
          </a:p>
          <a:p>
            <a:pPr marL="0" indent="0" fontAlgn="auto">
              <a:spcAft>
                <a:spcPts val="0"/>
              </a:spcAft>
              <a:buNone/>
              <a:tabLst>
                <a:tab pos="1169988" algn="l"/>
              </a:tabLst>
            </a:pPr>
            <a:r>
              <a:rPr lang="en-GB" sz="2200" dirty="0"/>
              <a:t>That is, the value of factor X changes as the value of factor Y changes.</a:t>
            </a:r>
          </a:p>
        </p:txBody>
      </p:sp>
      <p:sp>
        <p:nvSpPr>
          <p:cNvPr id="3" name="Footer Placeholder 2">
            <a:extLst>
              <a:ext uri="{FF2B5EF4-FFF2-40B4-BE49-F238E27FC236}">
                <a16:creationId xmlns:a16="http://schemas.microsoft.com/office/drawing/2014/main" id="{6B3E93DE-DCAD-6D0F-DAE5-FF1144A0A01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CBFD67E7-2C8C-B91C-7DBE-55B348805D0B}"/>
              </a:ext>
            </a:extLst>
          </p:cNvPr>
          <p:cNvSpPr>
            <a:spLocks noGrp="1"/>
          </p:cNvSpPr>
          <p:nvPr>
            <p:ph type="sldNum" sz="quarter" idx="4"/>
          </p:nvPr>
        </p:nvSpPr>
        <p:spPr/>
        <p:txBody>
          <a:bodyPr/>
          <a:lstStyle/>
          <a:p>
            <a:fld id="{9FD7ECCF-50E7-4327-B945-FA93FF7B2BEF}" type="slidenum">
              <a:rPr lang="en-US" smtClean="0"/>
              <a:pPr/>
              <a:t>8</a:t>
            </a:fld>
            <a:r>
              <a:rPr lang="en-GB"/>
              <a:t>/70</a:t>
            </a:r>
            <a:endParaRPr lang="en-US" dirty="0"/>
          </a:p>
        </p:txBody>
      </p:sp>
    </p:spTree>
    <p:extLst>
      <p:ext uri="{BB962C8B-B14F-4D97-AF65-F5344CB8AC3E}">
        <p14:creationId xmlns:p14="http://schemas.microsoft.com/office/powerpoint/2010/main" val="517372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CCBB6BC-9A6A-3B4B-6D9D-A57DFFCA907E}"/>
              </a:ext>
            </a:extLst>
          </p:cNvPr>
          <p:cNvSpPr>
            <a:spLocks noGrp="1"/>
          </p:cNvSpPr>
          <p:nvPr>
            <p:ph type="title"/>
          </p:nvPr>
        </p:nvSpPr>
        <p:spPr/>
        <p:txBody>
          <a:bodyPr>
            <a:normAutofit/>
          </a:bodyPr>
          <a:lstStyle/>
          <a:p>
            <a:r>
              <a:rPr lang="en-GB" sz="4400" dirty="0"/>
              <a:t>Experimental investigation (causal)</a:t>
            </a:r>
            <a:endParaRPr lang="en-GB" dirty="0"/>
          </a:p>
        </p:txBody>
      </p:sp>
      <p:sp>
        <p:nvSpPr>
          <p:cNvPr id="8" name="Content Placeholder 7">
            <a:extLst>
              <a:ext uri="{FF2B5EF4-FFF2-40B4-BE49-F238E27FC236}">
                <a16:creationId xmlns:a16="http://schemas.microsoft.com/office/drawing/2014/main" id="{AADEFA6B-CB81-A8BE-FA57-FB20819828F7}"/>
              </a:ext>
            </a:extLst>
          </p:cNvPr>
          <p:cNvSpPr>
            <a:spLocks noGrp="1"/>
          </p:cNvSpPr>
          <p:nvPr>
            <p:ph sz="quarter" idx="1"/>
          </p:nvPr>
        </p:nvSpPr>
        <p:spPr>
          <a:xfrm>
            <a:off x="612648" y="1988840"/>
            <a:ext cx="8066399" cy="2880321"/>
          </a:xfrm>
        </p:spPr>
        <p:txBody>
          <a:bodyPr>
            <a:noAutofit/>
          </a:bodyPr>
          <a:lstStyle/>
          <a:p>
            <a:pPr marL="534988" indent="-534988" defTabSz="982663">
              <a:spcBef>
                <a:spcPts val="600"/>
              </a:spcBef>
              <a:buNone/>
              <a:tabLst>
                <a:tab pos="541338" algn="l"/>
              </a:tabLst>
            </a:pPr>
            <a:r>
              <a:rPr lang="en-GB" sz="1600" b="1" dirty="0"/>
              <a:t>RQ:	How does manipulating the user experience in playing games impact touch-typing proficiency?</a:t>
            </a:r>
          </a:p>
          <a:p>
            <a:pPr marL="541338" indent="-541338">
              <a:spcBef>
                <a:spcPts val="600"/>
              </a:spcBef>
              <a:tabLst>
                <a:tab pos="1169988" algn="l"/>
              </a:tabLst>
            </a:pPr>
            <a:r>
              <a:rPr lang="en-GB" sz="1600" dirty="0"/>
              <a:t>The researchers recruits teenagers in the same age group and randomly assigns the teenagers to two groups: </a:t>
            </a:r>
          </a:p>
          <a:p>
            <a:pPr marL="861378" lvl="1" indent="-541338">
              <a:spcBef>
                <a:spcPts val="600"/>
              </a:spcBef>
              <a:tabLst>
                <a:tab pos="1169988" algn="l"/>
              </a:tabLst>
            </a:pPr>
            <a:r>
              <a:rPr lang="en-GB" sz="1600" dirty="0"/>
              <a:t>group A will spend a certain amount of time playing the computer game every week</a:t>
            </a:r>
          </a:p>
          <a:p>
            <a:pPr marL="861378" lvl="1" indent="-541338">
              <a:spcBef>
                <a:spcPts val="600"/>
              </a:spcBef>
              <a:tabLst>
                <a:tab pos="1169988" algn="l"/>
              </a:tabLst>
            </a:pPr>
            <a:r>
              <a:rPr lang="en-GB" sz="1600" dirty="0"/>
              <a:t>group B will not</a:t>
            </a:r>
          </a:p>
          <a:p>
            <a:pPr marL="541338" indent="-541338">
              <a:spcBef>
                <a:spcPts val="600"/>
              </a:spcBef>
              <a:tabLst>
                <a:tab pos="1169988" algn="l"/>
              </a:tabLst>
            </a:pPr>
            <a:r>
              <a:rPr lang="en-GB" sz="1600" dirty="0"/>
              <a:t>After a period of time (e.g., 3 months or longer), the researchers can measure each teenager's typing speed.</a:t>
            </a:r>
          </a:p>
          <a:p>
            <a:pPr marL="541338" indent="-541338">
              <a:spcBef>
                <a:spcPts val="600"/>
              </a:spcBef>
              <a:tabLst>
                <a:tab pos="1169988" algn="l"/>
              </a:tabLst>
            </a:pPr>
            <a:r>
              <a:rPr lang="en-GB" sz="1600" dirty="0"/>
              <a:t>If the teenagers who play the computer game type significantly faster than the teenagers who do not play the game, the researchers can confidently draw the conclusion that playing this computer game improves the typing skills of teenagers.</a:t>
            </a:r>
          </a:p>
        </p:txBody>
      </p:sp>
      <p:sp>
        <p:nvSpPr>
          <p:cNvPr id="9" name="Content Placeholder 7">
            <a:extLst>
              <a:ext uri="{FF2B5EF4-FFF2-40B4-BE49-F238E27FC236}">
                <a16:creationId xmlns:a16="http://schemas.microsoft.com/office/drawing/2014/main" id="{DE78D70B-9889-49AC-BEF0-C7F3BC968B04}"/>
              </a:ext>
            </a:extLst>
          </p:cNvPr>
          <p:cNvSpPr txBox="1">
            <a:spLocks/>
          </p:cNvSpPr>
          <p:nvPr/>
        </p:nvSpPr>
        <p:spPr>
          <a:xfrm>
            <a:off x="604103" y="5209809"/>
            <a:ext cx="8074944" cy="1157575"/>
          </a:xfrm>
          <a:prstGeom prst="rect">
            <a:avLst/>
          </a:prstGeom>
          <a:solidFill>
            <a:schemeClr val="accent2"/>
          </a:solidFill>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452438" indent="-452438" fontAlgn="auto">
              <a:spcAft>
                <a:spcPts val="0"/>
              </a:spcAft>
              <a:tabLst>
                <a:tab pos="1169988" algn="l"/>
              </a:tabLst>
            </a:pPr>
            <a:r>
              <a:rPr lang="en-GB" sz="1600" b="1" dirty="0"/>
              <a:t>Experimental research enables the identification of causal relationships.</a:t>
            </a:r>
          </a:p>
          <a:p>
            <a:pPr marL="452438" indent="-452438" fontAlgn="auto">
              <a:spcAft>
                <a:spcPts val="0"/>
              </a:spcAft>
              <a:tabLst>
                <a:tab pos="1169988" algn="l"/>
              </a:tabLst>
            </a:pPr>
            <a:r>
              <a:rPr lang="en-GB" sz="1600" dirty="0"/>
              <a:t>The ability of experimental research to identify the true cause of a phenomenon allows researchers to manipulate the way we do research and achieve the desired results.</a:t>
            </a:r>
          </a:p>
        </p:txBody>
      </p:sp>
      <p:sp>
        <p:nvSpPr>
          <p:cNvPr id="2" name="Content Placeholder 7">
            <a:extLst>
              <a:ext uri="{FF2B5EF4-FFF2-40B4-BE49-F238E27FC236}">
                <a16:creationId xmlns:a16="http://schemas.microsoft.com/office/drawing/2014/main" id="{41DE2DE5-E789-C65E-2CC3-FB556925C2D9}"/>
              </a:ext>
            </a:extLst>
          </p:cNvPr>
          <p:cNvSpPr txBox="1">
            <a:spLocks/>
          </p:cNvSpPr>
          <p:nvPr/>
        </p:nvSpPr>
        <p:spPr>
          <a:xfrm>
            <a:off x="604103" y="1546495"/>
            <a:ext cx="8074944" cy="442345"/>
          </a:xfrm>
          <a:prstGeom prst="rect">
            <a:avLst/>
          </a:prstGeom>
          <a:solidFill>
            <a:schemeClr val="accent1"/>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tabLst>
                <a:tab pos="1169988" algn="l"/>
              </a:tabLst>
            </a:pPr>
            <a:r>
              <a:rPr lang="en-GB" sz="2200" dirty="0"/>
              <a:t>Investigates the causal effect between two factors</a:t>
            </a:r>
          </a:p>
        </p:txBody>
      </p:sp>
      <p:sp>
        <p:nvSpPr>
          <p:cNvPr id="3" name="Footer Placeholder 2">
            <a:extLst>
              <a:ext uri="{FF2B5EF4-FFF2-40B4-BE49-F238E27FC236}">
                <a16:creationId xmlns:a16="http://schemas.microsoft.com/office/drawing/2014/main" id="{E4C8BE25-3B2C-FF6D-C05A-98BA5726DF6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810F0C9E-7BE6-C1F9-4118-AEB09346F42C}"/>
              </a:ext>
            </a:extLst>
          </p:cNvPr>
          <p:cNvSpPr>
            <a:spLocks noGrp="1"/>
          </p:cNvSpPr>
          <p:nvPr>
            <p:ph type="sldNum" sz="quarter" idx="4"/>
          </p:nvPr>
        </p:nvSpPr>
        <p:spPr/>
        <p:txBody>
          <a:bodyPr/>
          <a:lstStyle/>
          <a:p>
            <a:fld id="{9FD7ECCF-50E7-4327-B945-FA93FF7B2BEF}" type="slidenum">
              <a:rPr lang="en-US" smtClean="0"/>
              <a:pPr/>
              <a:t>9</a:t>
            </a:fld>
            <a:r>
              <a:rPr lang="en-GB"/>
              <a:t>/70</a:t>
            </a:r>
            <a:endParaRPr lang="en-US" dirty="0"/>
          </a:p>
        </p:txBody>
      </p:sp>
    </p:spTree>
    <p:extLst>
      <p:ext uri="{BB962C8B-B14F-4D97-AF65-F5344CB8AC3E}">
        <p14:creationId xmlns:p14="http://schemas.microsoft.com/office/powerpoint/2010/main" val="7726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080DE-6DB4-65EA-31DF-5484DD026552}"/>
              </a:ext>
            </a:extLst>
          </p:cNvPr>
          <p:cNvSpPr>
            <a:spLocks noGrp="1"/>
          </p:cNvSpPr>
          <p:nvPr>
            <p:ph type="title"/>
          </p:nvPr>
        </p:nvSpPr>
        <p:spPr/>
        <p:txBody>
          <a:bodyPr/>
          <a:lstStyle/>
          <a:p>
            <a:r>
              <a:rPr lang="en-GB" dirty="0"/>
              <a:t>Type of Research</a:t>
            </a:r>
          </a:p>
        </p:txBody>
      </p:sp>
      <p:sp>
        <p:nvSpPr>
          <p:cNvPr id="3" name="Content Placeholder 2">
            <a:extLst>
              <a:ext uri="{FF2B5EF4-FFF2-40B4-BE49-F238E27FC236}">
                <a16:creationId xmlns:a16="http://schemas.microsoft.com/office/drawing/2014/main" id="{40E02E90-91C5-747B-A751-3125448C27BC}"/>
              </a:ext>
            </a:extLst>
          </p:cNvPr>
          <p:cNvSpPr>
            <a:spLocks noGrp="1"/>
          </p:cNvSpPr>
          <p:nvPr>
            <p:ph sz="quarter" idx="1"/>
          </p:nvPr>
        </p:nvSpPr>
        <p:spPr>
          <a:xfrm>
            <a:off x="612648" y="5126285"/>
            <a:ext cx="8153400" cy="1121921"/>
          </a:xfrm>
        </p:spPr>
        <p:txBody>
          <a:bodyPr>
            <a:normAutofit fontScale="62500" lnSpcReduction="20000"/>
          </a:bodyPr>
          <a:lstStyle/>
          <a:p>
            <a:pPr marL="0" indent="0">
              <a:buNone/>
            </a:pPr>
            <a:r>
              <a:rPr lang="en-GB" sz="2000" dirty="0">
                <a:solidFill>
                  <a:srgbClr val="3A3A3A"/>
                </a:solidFill>
                <a:latin typeface="KarlaRegular"/>
              </a:rPr>
              <a:t>Table 2.1  Relationship Between Descriptive Research, Relational Research, and Experimental Research</a:t>
            </a:r>
          </a:p>
          <a:p>
            <a:pPr marL="0" indent="0">
              <a:buNone/>
            </a:pPr>
            <a:endParaRPr lang="en-GB" sz="2000" dirty="0">
              <a:solidFill>
                <a:srgbClr val="3A3A3A"/>
              </a:solidFill>
              <a:latin typeface="KarlaRegular"/>
            </a:endParaRPr>
          </a:p>
          <a:p>
            <a:pPr marL="0" indent="0">
              <a:buNone/>
            </a:pPr>
            <a:r>
              <a:rPr lang="en-GB" sz="2000" b="0" i="0" dirty="0">
                <a:solidFill>
                  <a:srgbClr val="3A3A3A"/>
                </a:solidFill>
                <a:effectLst/>
                <a:latin typeface="KarlaRegular"/>
              </a:rPr>
              <a:t>Lazar, J., Feng, J.H. and </a:t>
            </a:r>
            <a:r>
              <a:rPr lang="en-GB" sz="2000" b="0" i="0" dirty="0" err="1">
                <a:solidFill>
                  <a:srgbClr val="3A3A3A"/>
                </a:solidFill>
                <a:effectLst/>
                <a:latin typeface="KarlaRegular"/>
              </a:rPr>
              <a:t>Hochheiser</a:t>
            </a:r>
            <a:r>
              <a:rPr lang="en-GB" sz="2000" b="0" i="0" dirty="0">
                <a:solidFill>
                  <a:srgbClr val="3A3A3A"/>
                </a:solidFill>
                <a:effectLst/>
                <a:latin typeface="KarlaRegular"/>
              </a:rPr>
              <a:t>, H. (2017) </a:t>
            </a:r>
            <a:r>
              <a:rPr lang="en-GB" sz="2000" b="0" i="1" dirty="0">
                <a:solidFill>
                  <a:srgbClr val="3A3A3A"/>
                </a:solidFill>
                <a:effectLst/>
                <a:latin typeface="KarlaRegular"/>
              </a:rPr>
              <a:t>Research methods in human-computer interaction</a:t>
            </a:r>
            <a:r>
              <a:rPr lang="en-GB" sz="2000" b="0" i="0" dirty="0">
                <a:solidFill>
                  <a:srgbClr val="3A3A3A"/>
                </a:solidFill>
                <a:effectLst/>
                <a:latin typeface="KarlaRegular"/>
              </a:rPr>
              <a:t>. Second edition. Cambridge, Massachusetts: Morgan Kaufmann Publishers, pp. 27</a:t>
            </a:r>
            <a:endParaRPr lang="en-GB" dirty="0"/>
          </a:p>
        </p:txBody>
      </p:sp>
      <p:pic>
        <p:nvPicPr>
          <p:cNvPr id="7" name="Picture 6" descr="Table 2.1  Relationship Between Descriptive Research, Relational Research, and Experimental Research&#10;">
            <a:extLst>
              <a:ext uri="{FF2B5EF4-FFF2-40B4-BE49-F238E27FC236}">
                <a16:creationId xmlns:a16="http://schemas.microsoft.com/office/drawing/2014/main" id="{4DF22714-D017-EBAA-08A4-6198012B1656}"/>
              </a:ext>
            </a:extLst>
          </p:cNvPr>
          <p:cNvPicPr>
            <a:picLocks noChangeAspect="1"/>
          </p:cNvPicPr>
          <p:nvPr/>
        </p:nvPicPr>
        <p:blipFill>
          <a:blip r:embed="rId2"/>
          <a:stretch>
            <a:fillRect/>
          </a:stretch>
        </p:blipFill>
        <p:spPr>
          <a:xfrm>
            <a:off x="602045" y="1807038"/>
            <a:ext cx="8164003" cy="3243924"/>
          </a:xfrm>
          <a:prstGeom prst="rect">
            <a:avLst/>
          </a:prstGeom>
        </p:spPr>
      </p:pic>
      <p:sp>
        <p:nvSpPr>
          <p:cNvPr id="6" name="Footer Placeholder 5">
            <a:extLst>
              <a:ext uri="{FF2B5EF4-FFF2-40B4-BE49-F238E27FC236}">
                <a16:creationId xmlns:a16="http://schemas.microsoft.com/office/drawing/2014/main" id="{2E916E3D-FB83-CFFD-5292-ACF74C41167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37AC7126-6A9E-5503-5515-9F41595B4B7F}"/>
              </a:ext>
            </a:extLst>
          </p:cNvPr>
          <p:cNvSpPr>
            <a:spLocks noGrp="1"/>
          </p:cNvSpPr>
          <p:nvPr>
            <p:ph type="sldNum" sz="quarter" idx="4"/>
          </p:nvPr>
        </p:nvSpPr>
        <p:spPr/>
        <p:txBody>
          <a:bodyPr/>
          <a:lstStyle/>
          <a:p>
            <a:fld id="{9FD7ECCF-50E7-4327-B945-FA93FF7B2BEF}" type="slidenum">
              <a:rPr lang="en-US" smtClean="0"/>
              <a:pPr/>
              <a:t>10</a:t>
            </a:fld>
            <a:r>
              <a:rPr lang="en-GB"/>
              <a:t>/70</a:t>
            </a:r>
            <a:endParaRPr lang="en-US" dirty="0"/>
          </a:p>
        </p:txBody>
      </p:sp>
    </p:spTree>
    <p:extLst>
      <p:ext uri="{BB962C8B-B14F-4D97-AF65-F5344CB8AC3E}">
        <p14:creationId xmlns:p14="http://schemas.microsoft.com/office/powerpoint/2010/main" val="384224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B01AD68-11AB-FAB3-BC0C-947BF96C5264}"/>
              </a:ext>
            </a:extLst>
          </p:cNvPr>
          <p:cNvSpPr>
            <a:spLocks noGrp="1"/>
          </p:cNvSpPr>
          <p:nvPr>
            <p:ph type="body" idx="1"/>
          </p:nvPr>
        </p:nvSpPr>
        <p:spPr>
          <a:xfrm>
            <a:off x="755576" y="2743200"/>
            <a:ext cx="8136904" cy="3641530"/>
          </a:xfrm>
        </p:spPr>
        <p:txBody>
          <a:bodyPr>
            <a:normAutofit fontScale="55000" lnSpcReduction="20000"/>
          </a:bodyPr>
          <a:lstStyle/>
          <a:p>
            <a:pPr>
              <a:lnSpc>
                <a:spcPct val="120000"/>
              </a:lnSpc>
              <a:spcBef>
                <a:spcPts val="600"/>
              </a:spcBef>
            </a:pPr>
            <a:r>
              <a:rPr lang="en-GB" sz="2500" dirty="0">
                <a:solidFill>
                  <a:schemeClr val="tx2">
                    <a:lumMod val="75000"/>
                  </a:schemeClr>
                </a:solidFill>
              </a:rPr>
              <a:t>A research question is </a:t>
            </a:r>
            <a:r>
              <a:rPr lang="en-GB" sz="2500" b="1" dirty="0">
                <a:solidFill>
                  <a:schemeClr val="tx2">
                    <a:lumMod val="75000"/>
                  </a:schemeClr>
                </a:solidFill>
              </a:rPr>
              <a:t>a question that a study or research project aims to answer</a:t>
            </a:r>
            <a:r>
              <a:rPr lang="en-GB" sz="2500" dirty="0">
                <a:solidFill>
                  <a:schemeClr val="tx2">
                    <a:lumMod val="75000"/>
                  </a:schemeClr>
                </a:solidFill>
              </a:rPr>
              <a:t>.</a:t>
            </a:r>
          </a:p>
          <a:p>
            <a:pPr>
              <a:lnSpc>
                <a:spcPct val="120000"/>
              </a:lnSpc>
              <a:spcBef>
                <a:spcPts val="600"/>
              </a:spcBef>
            </a:pPr>
            <a:r>
              <a:rPr lang="en-GB" sz="2500" dirty="0">
                <a:solidFill>
                  <a:schemeClr val="tx2">
                    <a:lumMod val="75000"/>
                  </a:schemeClr>
                </a:solidFill>
              </a:rPr>
              <a:t>It addresses an issue or a problem, which, through analysis and interpretation of data, is answered in the study’s conclusion. </a:t>
            </a:r>
          </a:p>
          <a:p>
            <a:pPr>
              <a:lnSpc>
                <a:spcPct val="120000"/>
              </a:lnSpc>
              <a:spcBef>
                <a:spcPts val="600"/>
              </a:spcBef>
            </a:pPr>
            <a:r>
              <a:rPr lang="en-GB" sz="2500" dirty="0">
                <a:solidFill>
                  <a:schemeClr val="tx2">
                    <a:lumMod val="75000"/>
                  </a:schemeClr>
                </a:solidFill>
              </a:rPr>
              <a:t>A research question is written so that it outlines various aspects of the study, including:</a:t>
            </a:r>
          </a:p>
          <a:p>
            <a:pPr marL="541338" indent="-276225">
              <a:lnSpc>
                <a:spcPct val="120000"/>
              </a:lnSpc>
              <a:spcBef>
                <a:spcPts val="600"/>
              </a:spcBef>
              <a:buFont typeface="Wingdings" panose="05000000000000000000" pitchFamily="2" charset="2"/>
              <a:buChar char="q"/>
            </a:pPr>
            <a:r>
              <a:rPr lang="en-GB" sz="2500" dirty="0">
                <a:solidFill>
                  <a:schemeClr val="tx2">
                    <a:lumMod val="75000"/>
                  </a:schemeClr>
                </a:solidFill>
              </a:rPr>
              <a:t>the </a:t>
            </a:r>
            <a:r>
              <a:rPr lang="en-GB" sz="2500" b="1" dirty="0">
                <a:solidFill>
                  <a:schemeClr val="tx2">
                    <a:lumMod val="75000"/>
                  </a:schemeClr>
                </a:solidFill>
              </a:rPr>
              <a:t>population</a:t>
            </a:r>
            <a:r>
              <a:rPr lang="en-GB" sz="2500" dirty="0">
                <a:solidFill>
                  <a:schemeClr val="tx2">
                    <a:lumMod val="75000"/>
                  </a:schemeClr>
                </a:solidFill>
              </a:rPr>
              <a:t>/</a:t>
            </a:r>
            <a:r>
              <a:rPr lang="en-GB" sz="2500" b="1" dirty="0">
                <a:solidFill>
                  <a:schemeClr val="tx2">
                    <a:lumMod val="75000"/>
                  </a:schemeClr>
                </a:solidFill>
              </a:rPr>
              <a:t>units</a:t>
            </a:r>
            <a:r>
              <a:rPr lang="en-GB" sz="2500" dirty="0">
                <a:solidFill>
                  <a:schemeClr val="tx2">
                    <a:lumMod val="75000"/>
                  </a:schemeClr>
                </a:solidFill>
              </a:rPr>
              <a:t> ((the objects to which we apply the experiment treatments, in UX context the units are normally human subjects with specific characteristics, such as gender, age, or computing experience)</a:t>
            </a:r>
          </a:p>
          <a:p>
            <a:pPr marL="541338" indent="-276225">
              <a:lnSpc>
                <a:spcPct val="120000"/>
              </a:lnSpc>
              <a:spcBef>
                <a:spcPts val="600"/>
              </a:spcBef>
              <a:buFont typeface="Wingdings" panose="05000000000000000000" pitchFamily="2" charset="2"/>
              <a:buChar char="q"/>
            </a:pPr>
            <a:r>
              <a:rPr lang="en-GB" sz="2500" dirty="0">
                <a:solidFill>
                  <a:schemeClr val="tx2">
                    <a:lumMod val="75000"/>
                  </a:schemeClr>
                </a:solidFill>
              </a:rPr>
              <a:t>the </a:t>
            </a:r>
            <a:r>
              <a:rPr lang="en-GB" sz="2500" b="1" dirty="0">
                <a:solidFill>
                  <a:schemeClr val="tx2">
                    <a:lumMod val="75000"/>
                  </a:schemeClr>
                </a:solidFill>
              </a:rPr>
              <a:t>variables</a:t>
            </a:r>
            <a:r>
              <a:rPr lang="en-GB" sz="2500" dirty="0">
                <a:solidFill>
                  <a:schemeClr val="tx2">
                    <a:lumMod val="75000"/>
                  </a:schemeClr>
                </a:solidFill>
              </a:rPr>
              <a:t> to be studied </a:t>
            </a:r>
          </a:p>
          <a:p>
            <a:pPr marL="541338" indent="-276225">
              <a:lnSpc>
                <a:spcPct val="120000"/>
              </a:lnSpc>
              <a:spcBef>
                <a:spcPts val="600"/>
              </a:spcBef>
              <a:buFont typeface="Wingdings" panose="05000000000000000000" pitchFamily="2" charset="2"/>
              <a:buChar char="q"/>
            </a:pPr>
            <a:r>
              <a:rPr lang="en-GB" sz="2500" dirty="0">
                <a:solidFill>
                  <a:schemeClr val="tx2">
                    <a:lumMod val="75000"/>
                  </a:schemeClr>
                </a:solidFill>
              </a:rPr>
              <a:t>the </a:t>
            </a:r>
            <a:r>
              <a:rPr lang="en-GB" sz="2500" b="1" dirty="0">
                <a:solidFill>
                  <a:schemeClr val="tx2">
                    <a:lumMod val="75000"/>
                  </a:schemeClr>
                </a:solidFill>
              </a:rPr>
              <a:t>problem</a:t>
            </a:r>
            <a:r>
              <a:rPr lang="en-GB" sz="2500" dirty="0">
                <a:solidFill>
                  <a:schemeClr val="tx2">
                    <a:lumMod val="75000"/>
                  </a:schemeClr>
                </a:solidFill>
              </a:rPr>
              <a:t> the study addresses, and </a:t>
            </a:r>
          </a:p>
          <a:p>
            <a:pPr marL="541338" indent="-276225">
              <a:lnSpc>
                <a:spcPct val="120000"/>
              </a:lnSpc>
              <a:spcBef>
                <a:spcPts val="600"/>
              </a:spcBef>
              <a:buFont typeface="Wingdings" panose="05000000000000000000" pitchFamily="2" charset="2"/>
              <a:buChar char="q"/>
            </a:pPr>
            <a:r>
              <a:rPr lang="en-GB" sz="2500" dirty="0">
                <a:solidFill>
                  <a:schemeClr val="tx2">
                    <a:lumMod val="75000"/>
                  </a:schemeClr>
                </a:solidFill>
              </a:rPr>
              <a:t>it identifies the </a:t>
            </a:r>
            <a:r>
              <a:rPr lang="en-GB" sz="2500" b="1" dirty="0">
                <a:solidFill>
                  <a:schemeClr val="tx2">
                    <a:lumMod val="75000"/>
                  </a:schemeClr>
                </a:solidFill>
              </a:rPr>
              <a:t>research design </a:t>
            </a:r>
          </a:p>
          <a:p>
            <a:pPr marL="809625" lvl="1" indent="-269875">
              <a:lnSpc>
                <a:spcPct val="120000"/>
              </a:lnSpc>
              <a:spcBef>
                <a:spcPts val="600"/>
              </a:spcBef>
              <a:buFont typeface="Wingdings" panose="05000000000000000000" pitchFamily="2" charset="2"/>
              <a:buChar char="q"/>
            </a:pPr>
            <a:r>
              <a:rPr lang="en-GB" sz="2500" dirty="0">
                <a:solidFill>
                  <a:schemeClr val="tx2">
                    <a:lumMod val="75000"/>
                  </a:schemeClr>
                </a:solidFill>
              </a:rPr>
              <a:t>the </a:t>
            </a:r>
            <a:r>
              <a:rPr lang="en-GB" sz="2500" b="1" dirty="0">
                <a:solidFill>
                  <a:schemeClr val="tx2">
                    <a:lumMod val="75000"/>
                  </a:schemeClr>
                </a:solidFill>
              </a:rPr>
              <a:t>treatments</a:t>
            </a:r>
            <a:r>
              <a:rPr lang="en-GB" sz="2500" dirty="0">
                <a:solidFill>
                  <a:schemeClr val="tx2">
                    <a:lumMod val="75000"/>
                  </a:schemeClr>
                </a:solidFill>
              </a:rPr>
              <a:t>, or </a:t>
            </a:r>
            <a:r>
              <a:rPr lang="en-GB" sz="2500" b="1" dirty="0">
                <a:solidFill>
                  <a:schemeClr val="tx2">
                    <a:lumMod val="75000"/>
                  </a:schemeClr>
                </a:solidFill>
              </a:rPr>
              <a:t>conditions</a:t>
            </a:r>
            <a:r>
              <a:rPr lang="en-GB" sz="2500" dirty="0">
                <a:solidFill>
                  <a:schemeClr val="tx2">
                    <a:lumMod val="75000"/>
                  </a:schemeClr>
                </a:solidFill>
              </a:rPr>
              <a:t> that refer to the different techniques, devices, or procedures that we want to compare </a:t>
            </a:r>
          </a:p>
          <a:p>
            <a:pPr marL="809625" lvl="1" indent="-269875">
              <a:lnSpc>
                <a:spcPct val="120000"/>
              </a:lnSpc>
              <a:spcBef>
                <a:spcPts val="600"/>
              </a:spcBef>
              <a:buFont typeface="Wingdings" panose="05000000000000000000" pitchFamily="2" charset="2"/>
              <a:buChar char="q"/>
            </a:pPr>
            <a:r>
              <a:rPr lang="en-GB" sz="2500" dirty="0">
                <a:solidFill>
                  <a:schemeClr val="tx2">
                    <a:lumMod val="75000"/>
                  </a:schemeClr>
                </a:solidFill>
              </a:rPr>
              <a:t>the</a:t>
            </a:r>
            <a:r>
              <a:rPr lang="en-GB" sz="2500" b="1" dirty="0">
                <a:solidFill>
                  <a:schemeClr val="tx2">
                    <a:lumMod val="75000"/>
                  </a:schemeClr>
                </a:solidFill>
              </a:rPr>
              <a:t> assignment method</a:t>
            </a:r>
            <a:r>
              <a:rPr lang="en-GB" sz="2500" dirty="0">
                <a:solidFill>
                  <a:schemeClr val="tx2">
                    <a:lumMod val="75000"/>
                  </a:schemeClr>
                </a:solidFill>
              </a:rPr>
              <a:t>, the way in which the experimental units are assigned different treatments</a:t>
            </a:r>
          </a:p>
          <a:p>
            <a:pPr marL="541338" indent="-276225">
              <a:lnSpc>
                <a:spcPct val="120000"/>
              </a:lnSpc>
              <a:spcBef>
                <a:spcPts val="600"/>
              </a:spcBef>
              <a:buFont typeface="Wingdings" panose="05000000000000000000" pitchFamily="2" charset="2"/>
              <a:buChar char="q"/>
            </a:pPr>
            <a:endParaRPr lang="en-GB" dirty="0">
              <a:solidFill>
                <a:schemeClr val="tx2">
                  <a:lumMod val="75000"/>
                </a:schemeClr>
              </a:solidFill>
            </a:endParaRPr>
          </a:p>
          <a:p>
            <a:pPr marL="541338" indent="-276225">
              <a:lnSpc>
                <a:spcPct val="120000"/>
              </a:lnSpc>
              <a:spcBef>
                <a:spcPts val="600"/>
              </a:spcBef>
              <a:buFont typeface="Wingdings" panose="05000000000000000000" pitchFamily="2" charset="2"/>
              <a:buChar char="q"/>
            </a:pPr>
            <a:endParaRPr lang="en-GB" dirty="0">
              <a:solidFill>
                <a:schemeClr val="tx2">
                  <a:lumMod val="75000"/>
                </a:schemeClr>
              </a:solidFill>
            </a:endParaRPr>
          </a:p>
        </p:txBody>
      </p:sp>
      <p:sp>
        <p:nvSpPr>
          <p:cNvPr id="6" name="Title 5">
            <a:extLst>
              <a:ext uri="{FF2B5EF4-FFF2-40B4-BE49-F238E27FC236}">
                <a16:creationId xmlns:a16="http://schemas.microsoft.com/office/drawing/2014/main" id="{4CF97F64-22CD-C4AE-11F8-AF86A461162B}"/>
              </a:ext>
            </a:extLst>
          </p:cNvPr>
          <p:cNvSpPr>
            <a:spLocks noGrp="1"/>
          </p:cNvSpPr>
          <p:nvPr>
            <p:ph type="title"/>
          </p:nvPr>
        </p:nvSpPr>
        <p:spPr/>
        <p:txBody>
          <a:bodyPr/>
          <a:lstStyle/>
          <a:p>
            <a:r>
              <a:rPr lang="en-GB" dirty="0"/>
              <a:t>Research Question</a:t>
            </a:r>
          </a:p>
        </p:txBody>
      </p:sp>
      <p:sp>
        <p:nvSpPr>
          <p:cNvPr id="3" name="Date Placeholder 2">
            <a:extLst>
              <a:ext uri="{FF2B5EF4-FFF2-40B4-BE49-F238E27FC236}">
                <a16:creationId xmlns:a16="http://schemas.microsoft.com/office/drawing/2014/main" id="{6F116E81-3B3F-B4E0-1AA1-3C1627B09842}"/>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2EB763A1-7B65-E183-F22F-2E1B49B448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3AC3D756-9E33-EDD6-2A98-5F882B8C6AD7}"/>
              </a:ext>
            </a:extLst>
          </p:cNvPr>
          <p:cNvSpPr>
            <a:spLocks noGrp="1"/>
          </p:cNvSpPr>
          <p:nvPr>
            <p:ph type="sldNum" sz="quarter" idx="11"/>
          </p:nvPr>
        </p:nvSpPr>
        <p:spPr/>
        <p:txBody>
          <a:bodyPr/>
          <a:lstStyle/>
          <a:p>
            <a:fld id="{4F96EDF4-259A-48E8-B98E-8CB70E21F623}" type="slidenum">
              <a:rPr lang="en-US" smtClean="0"/>
              <a:pPr/>
              <a:t>11</a:t>
            </a:fld>
            <a:r>
              <a:rPr lang="en-GB"/>
              <a:t>/70</a:t>
            </a:r>
            <a:endParaRPr lang="en-US" dirty="0"/>
          </a:p>
        </p:txBody>
      </p:sp>
    </p:spTree>
    <p:extLst>
      <p:ext uri="{BB962C8B-B14F-4D97-AF65-F5344CB8AC3E}">
        <p14:creationId xmlns:p14="http://schemas.microsoft.com/office/powerpoint/2010/main" val="3900498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EED5-2B06-E4F1-3C7C-3E58D8155892}"/>
              </a:ext>
            </a:extLst>
          </p:cNvPr>
          <p:cNvSpPr>
            <a:spLocks noGrp="1"/>
          </p:cNvSpPr>
          <p:nvPr>
            <p:ph type="title"/>
          </p:nvPr>
        </p:nvSpPr>
        <p:spPr/>
        <p:txBody>
          <a:bodyPr/>
          <a:lstStyle/>
          <a:p>
            <a:r>
              <a:rPr lang="en-GB" dirty="0"/>
              <a:t>Types of Research questions</a:t>
            </a:r>
          </a:p>
        </p:txBody>
      </p:sp>
      <p:graphicFrame>
        <p:nvGraphicFramePr>
          <p:cNvPr id="26" name="Content Placeholder 25">
            <a:extLst>
              <a:ext uri="{FF2B5EF4-FFF2-40B4-BE49-F238E27FC236}">
                <a16:creationId xmlns:a16="http://schemas.microsoft.com/office/drawing/2014/main" id="{C22EA8CA-48C1-F150-B70E-77FE93B26385}"/>
              </a:ext>
            </a:extLst>
          </p:cNvPr>
          <p:cNvGraphicFramePr>
            <a:graphicFrameLocks noGrp="1"/>
          </p:cNvGraphicFramePr>
          <p:nvPr>
            <p:ph sz="quarter" idx="1"/>
            <p:extLst>
              <p:ext uri="{D42A27DB-BD31-4B8C-83A1-F6EECF244321}">
                <p14:modId xmlns:p14="http://schemas.microsoft.com/office/powerpoint/2010/main" val="700770621"/>
              </p:ext>
            </p:extLst>
          </p:nvPr>
        </p:nvGraphicFramePr>
        <p:xfrm>
          <a:off x="609600" y="980728"/>
          <a:ext cx="8282882" cy="5667615"/>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169316">
                  <a:extLst>
                    <a:ext uri="{9D8B030D-6E8A-4147-A177-3AD203B41FA5}">
                      <a16:colId xmlns:a16="http://schemas.microsoft.com/office/drawing/2014/main" val="3683975075"/>
                    </a:ext>
                  </a:extLst>
                </a:gridCol>
                <a:gridCol w="2121396">
                  <a:extLst>
                    <a:ext uri="{9D8B030D-6E8A-4147-A177-3AD203B41FA5}">
                      <a16:colId xmlns:a16="http://schemas.microsoft.com/office/drawing/2014/main" val="1741473270"/>
                    </a:ext>
                  </a:extLst>
                </a:gridCol>
                <a:gridCol w="2181896">
                  <a:extLst>
                    <a:ext uri="{9D8B030D-6E8A-4147-A177-3AD203B41FA5}">
                      <a16:colId xmlns:a16="http://schemas.microsoft.com/office/drawing/2014/main" val="3127384295"/>
                    </a:ext>
                  </a:extLst>
                </a:gridCol>
                <a:gridCol w="2810274">
                  <a:extLst>
                    <a:ext uri="{9D8B030D-6E8A-4147-A177-3AD203B41FA5}">
                      <a16:colId xmlns:a16="http://schemas.microsoft.com/office/drawing/2014/main" val="1403658456"/>
                    </a:ext>
                  </a:extLst>
                </a:gridCol>
              </a:tblGrid>
              <a:tr h="526017">
                <a:tc>
                  <a:txBody>
                    <a:bodyPr/>
                    <a:lstStyle/>
                    <a:p>
                      <a:pPr algn="ctr"/>
                      <a:r>
                        <a:rPr lang="en-GB" sz="1400" b="1" dirty="0"/>
                        <a:t>Aspect</a:t>
                      </a:r>
                      <a:endParaRPr lang="en-GB" sz="1400" dirty="0">
                        <a:latin typeface="+mn-lt"/>
                      </a:endParaRPr>
                    </a:p>
                  </a:txBody>
                  <a:tcPr anchor="ctr"/>
                </a:tc>
                <a:tc>
                  <a:txBody>
                    <a:bodyPr/>
                    <a:lstStyle/>
                    <a:p>
                      <a:pPr algn="ctr">
                        <a:lnSpc>
                          <a:spcPct val="115000"/>
                        </a:lnSpc>
                        <a:spcAft>
                          <a:spcPts val="800"/>
                        </a:spcAft>
                      </a:pPr>
                      <a:r>
                        <a:rPr lang="en-GB" sz="1400" b="1" kern="100" dirty="0">
                          <a:solidFill>
                            <a:schemeClr val="accent2">
                              <a:lumMod val="75000"/>
                            </a:schemeClr>
                          </a:solidFill>
                          <a:effectLst/>
                        </a:rPr>
                        <a:t>Quantitative</a:t>
                      </a:r>
                      <a:r>
                        <a:rPr lang="en-GB" sz="1400" b="1" kern="100" dirty="0">
                          <a:effectLst/>
                        </a:rPr>
                        <a:t> Research Questions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solidFill>
                            <a:schemeClr val="accent2">
                              <a:lumMod val="75000"/>
                            </a:schemeClr>
                          </a:solidFill>
                          <a:effectLst/>
                        </a:rPr>
                        <a:t>Qualitative</a:t>
                      </a:r>
                      <a:r>
                        <a:rPr lang="en-GB" sz="1400" b="1" kern="100" dirty="0">
                          <a:effectLst/>
                        </a:rPr>
                        <a:t> Research Questions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solidFill>
                            <a:schemeClr val="accent2">
                              <a:lumMod val="75000"/>
                            </a:schemeClr>
                          </a:solidFill>
                          <a:effectLst/>
                        </a:rPr>
                        <a:t>Mixed</a:t>
                      </a:r>
                      <a:r>
                        <a:rPr lang="en-GB" sz="1400" b="1" kern="100" dirty="0">
                          <a:effectLst/>
                        </a:rPr>
                        <a:t> Research Questions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56087239"/>
                  </a:ext>
                </a:extLst>
              </a:tr>
              <a:tr h="526017">
                <a:tc>
                  <a:txBody>
                    <a:bodyPr/>
                    <a:lstStyle/>
                    <a:p>
                      <a:pPr algn="ctr">
                        <a:lnSpc>
                          <a:spcPct val="115000"/>
                        </a:lnSpc>
                        <a:spcAft>
                          <a:spcPts val="800"/>
                        </a:spcAft>
                      </a:pPr>
                      <a:r>
                        <a:rPr lang="en-GB" sz="1400" b="1" kern="100" dirty="0">
                          <a:effectLst/>
                        </a:rPr>
                        <a:t>Nature of Inquiry</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Focuses on </a:t>
                      </a:r>
                      <a:r>
                        <a:rPr lang="en-GB" sz="1400" b="1" kern="100" dirty="0">
                          <a:effectLst/>
                        </a:rPr>
                        <a:t>measurable</a:t>
                      </a:r>
                      <a:r>
                        <a:rPr lang="en-GB" sz="1400" kern="100" dirty="0">
                          <a:effectLst/>
                        </a:rPr>
                        <a:t>, objective data</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Explores </a:t>
                      </a:r>
                      <a:r>
                        <a:rPr lang="en-GB" sz="1400" b="1" kern="100" dirty="0">
                          <a:effectLst/>
                        </a:rPr>
                        <a:t>subjective</a:t>
                      </a:r>
                      <a:r>
                        <a:rPr lang="en-GB" sz="1400" kern="100" dirty="0">
                          <a:effectLst/>
                        </a:rPr>
                        <a:t> experiences or meanings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Combines measurable data with in-depth understanding</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95831276"/>
                  </a:ext>
                </a:extLst>
              </a:tr>
              <a:tr h="787233">
                <a:tc>
                  <a:txBody>
                    <a:bodyPr/>
                    <a:lstStyle/>
                    <a:p>
                      <a:pPr algn="ctr">
                        <a:lnSpc>
                          <a:spcPct val="115000"/>
                        </a:lnSpc>
                        <a:spcAft>
                          <a:spcPts val="800"/>
                        </a:spcAft>
                      </a:pPr>
                      <a:r>
                        <a:rPr lang="en-GB" sz="1400" b="1" kern="100" dirty="0">
                          <a:effectLst/>
                        </a:rPr>
                        <a:t>Question Structure</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Specific, closed-ended, focused on relationships or effects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Open-ended, broad, and exploratory</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Includes both specific, measurable aspects and exploratory elements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58768620"/>
                  </a:ext>
                </a:extLst>
              </a:tr>
              <a:tr h="526017">
                <a:tc>
                  <a:txBody>
                    <a:bodyPr/>
                    <a:lstStyle/>
                    <a:p>
                      <a:pPr algn="ctr">
                        <a:lnSpc>
                          <a:spcPct val="115000"/>
                        </a:lnSpc>
                        <a:spcAft>
                          <a:spcPts val="800"/>
                        </a:spcAft>
                      </a:pPr>
                      <a:r>
                        <a:rPr lang="en-GB" sz="1400" b="1" kern="100" dirty="0">
                          <a:effectLst/>
                        </a:rPr>
                        <a:t>Data Type</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effectLst/>
                        </a:rPr>
                        <a:t>Numerical</a:t>
                      </a:r>
                      <a:r>
                        <a:rPr lang="en-GB" sz="1400" kern="100" dirty="0">
                          <a:effectLst/>
                        </a:rPr>
                        <a:t> (quantifiable)</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effectLst/>
                        </a:rPr>
                        <a:t>Non-numerical </a:t>
                      </a:r>
                      <a:r>
                        <a:rPr lang="en-GB" sz="1400" kern="100" dirty="0">
                          <a:effectLst/>
                        </a:rPr>
                        <a:t>(descriptive, textual)</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Both numerical and non-numerical (quantitative and qualitative)</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13615706"/>
                  </a:ext>
                </a:extLst>
              </a:tr>
              <a:tr h="526017">
                <a:tc>
                  <a:txBody>
                    <a:bodyPr/>
                    <a:lstStyle/>
                    <a:p>
                      <a:pPr algn="ctr">
                        <a:lnSpc>
                          <a:spcPct val="115000"/>
                        </a:lnSpc>
                        <a:spcAft>
                          <a:spcPts val="800"/>
                        </a:spcAft>
                      </a:pPr>
                      <a:r>
                        <a:rPr lang="en-GB" sz="1400" b="1" kern="100" dirty="0">
                          <a:effectLst/>
                        </a:rPr>
                        <a:t>Analysis Method</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effectLst/>
                        </a:rPr>
                        <a:t>Statistical analysis </a:t>
                      </a:r>
                      <a:r>
                        <a:rPr lang="en-GB" sz="1400" kern="100" dirty="0">
                          <a:effectLst/>
                        </a:rPr>
                        <a:t>(e.g., correlations, comparisons)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b="1" kern="100" dirty="0">
                          <a:effectLst/>
                        </a:rPr>
                        <a:t>Thematic or narrative analysis</a:t>
                      </a:r>
                      <a:endParaRPr lang="en-GB" sz="1400" b="1"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Both statistical analysis and thematic/narrative analysis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7554438"/>
                  </a:ext>
                </a:extLst>
              </a:tr>
              <a:tr h="526017">
                <a:tc>
                  <a:txBody>
                    <a:bodyPr/>
                    <a:lstStyle/>
                    <a:p>
                      <a:pPr algn="ctr">
                        <a:lnSpc>
                          <a:spcPct val="115000"/>
                        </a:lnSpc>
                        <a:spcAft>
                          <a:spcPts val="800"/>
                        </a:spcAft>
                      </a:pPr>
                      <a:r>
                        <a:rPr lang="en-GB" sz="1400" b="1" kern="100" dirty="0">
                          <a:effectLst/>
                        </a:rPr>
                        <a:t>Objective</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To </a:t>
                      </a:r>
                      <a:r>
                        <a:rPr lang="en-GB" sz="1400" b="1" kern="100" dirty="0">
                          <a:effectLst/>
                        </a:rPr>
                        <a:t>measure, predict, or establish patterns</a:t>
                      </a:r>
                      <a:endParaRPr lang="en-GB" sz="1400" b="1"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To </a:t>
                      </a:r>
                      <a:r>
                        <a:rPr lang="en-GB" sz="1400" b="1" kern="100" dirty="0">
                          <a:effectLst/>
                        </a:rPr>
                        <a:t>understand</a:t>
                      </a:r>
                      <a:r>
                        <a:rPr lang="en-GB" sz="1400" kern="100" dirty="0">
                          <a:effectLst/>
                        </a:rPr>
                        <a:t>, </a:t>
                      </a:r>
                      <a:r>
                        <a:rPr lang="en-GB" sz="1400" b="1" kern="100" dirty="0">
                          <a:effectLst/>
                        </a:rPr>
                        <a:t>describe</a:t>
                      </a:r>
                      <a:r>
                        <a:rPr lang="en-GB" sz="1400" kern="100" dirty="0">
                          <a:effectLst/>
                        </a:rPr>
                        <a:t>, and </a:t>
                      </a:r>
                      <a:r>
                        <a:rPr lang="en-GB" sz="1400" b="1" kern="100" dirty="0">
                          <a:effectLst/>
                        </a:rPr>
                        <a:t>interpret</a:t>
                      </a:r>
                      <a:endParaRPr lang="en-GB" sz="1400" b="1"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To integrate measurement with context to provide a comprehensive view</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64790909"/>
                  </a:ext>
                </a:extLst>
              </a:tr>
              <a:tr h="787233">
                <a:tc>
                  <a:txBody>
                    <a:bodyPr/>
                    <a:lstStyle/>
                    <a:p>
                      <a:pPr algn="ctr">
                        <a:lnSpc>
                          <a:spcPct val="115000"/>
                        </a:lnSpc>
                        <a:spcAft>
                          <a:spcPts val="800"/>
                        </a:spcAft>
                      </a:pPr>
                      <a:r>
                        <a:rPr lang="en-GB" sz="1400" b="1" kern="100" dirty="0">
                          <a:effectLst/>
                        </a:rPr>
                        <a:t>Typical Phrasing</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"What is the effect of…?" "What is the relationship between…?"</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"How do people experience…?" </a:t>
                      </a:r>
                      <a:br>
                        <a:rPr lang="en-GB" sz="1400" kern="100" dirty="0">
                          <a:effectLst/>
                        </a:rPr>
                      </a:br>
                      <a:r>
                        <a:rPr lang="en-GB" sz="1400" kern="100" dirty="0">
                          <a:effectLst/>
                        </a:rPr>
                        <a:t>"What are the perceptions of…?"</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"How does X relate to Y, and how do participants perceive Z?"</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1656000"/>
                  </a:ext>
                </a:extLst>
              </a:tr>
              <a:tr h="526017">
                <a:tc>
                  <a:txBody>
                    <a:bodyPr/>
                    <a:lstStyle/>
                    <a:p>
                      <a:pPr algn="ctr">
                        <a:lnSpc>
                          <a:spcPct val="115000"/>
                        </a:lnSpc>
                        <a:spcAft>
                          <a:spcPts val="800"/>
                        </a:spcAft>
                      </a:pPr>
                      <a:r>
                        <a:rPr lang="en-GB" sz="1400" b="1" kern="100" dirty="0">
                          <a:effectLst/>
                        </a:rPr>
                        <a:t>Strengths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High </a:t>
                      </a:r>
                      <a:r>
                        <a:rPr lang="en-GB" sz="1400" b="1" kern="100" dirty="0">
                          <a:effectLst/>
                        </a:rPr>
                        <a:t>generalizability</a:t>
                      </a:r>
                      <a:r>
                        <a:rPr lang="en-GB" sz="1400" kern="100" dirty="0">
                          <a:effectLst/>
                        </a:rPr>
                        <a:t>, objective insights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Deep, </a:t>
                      </a:r>
                      <a:r>
                        <a:rPr lang="en-GB" sz="1400" b="1" kern="100" dirty="0">
                          <a:effectLst/>
                        </a:rPr>
                        <a:t>context-rich understanding</a:t>
                      </a:r>
                      <a:endParaRPr lang="en-GB" sz="1400" b="1"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Provides a well-rounded view, combining depth with breadth</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2248570"/>
                  </a:ext>
                </a:extLst>
              </a:tr>
              <a:tr h="526017">
                <a:tc>
                  <a:txBody>
                    <a:bodyPr/>
                    <a:lstStyle/>
                    <a:p>
                      <a:pPr algn="ctr">
                        <a:lnSpc>
                          <a:spcPct val="115000"/>
                        </a:lnSpc>
                        <a:spcAft>
                          <a:spcPts val="800"/>
                        </a:spcAft>
                      </a:pPr>
                      <a:r>
                        <a:rPr lang="en-GB" sz="1400" b="1" kern="100" dirty="0">
                          <a:effectLst/>
                        </a:rPr>
                        <a:t>Limitations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May lack context and depth</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a:effectLst/>
                        </a:rPr>
                        <a:t>May lack generalizability and is often subjective</a:t>
                      </a:r>
                      <a:endParaRPr lang="en-GB" sz="1400" kern="10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GB" sz="1400" kern="100" dirty="0">
                          <a:effectLst/>
                        </a:rPr>
                        <a:t>Can be complex to design and </a:t>
                      </a:r>
                      <a:r>
                        <a:rPr lang="en-GB" sz="1400" kern="100" dirty="0" err="1">
                          <a:effectLst/>
                        </a:rPr>
                        <a:t>analyze</a:t>
                      </a:r>
                      <a:r>
                        <a:rPr lang="en-GB" sz="1400" kern="100" dirty="0">
                          <a:effectLst/>
                        </a:rPr>
                        <a:t>, requiring careful integration of methods</a:t>
                      </a:r>
                      <a:endParaRPr lang="en-GB"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74427936"/>
                  </a:ext>
                </a:extLst>
              </a:tr>
            </a:tbl>
          </a:graphicData>
        </a:graphic>
      </p:graphicFrame>
      <p:sp>
        <p:nvSpPr>
          <p:cNvPr id="27" name="Footer Placeholder 26">
            <a:extLst>
              <a:ext uri="{FF2B5EF4-FFF2-40B4-BE49-F238E27FC236}">
                <a16:creationId xmlns:a16="http://schemas.microsoft.com/office/drawing/2014/main" id="{1B97EA15-6CCE-AF67-25DF-DD99B65B59B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8" name="Slide Number Placeholder 27">
            <a:extLst>
              <a:ext uri="{FF2B5EF4-FFF2-40B4-BE49-F238E27FC236}">
                <a16:creationId xmlns:a16="http://schemas.microsoft.com/office/drawing/2014/main" id="{9A5F348C-94CA-D885-60AC-5D7EF70178AE}"/>
              </a:ext>
            </a:extLst>
          </p:cNvPr>
          <p:cNvSpPr>
            <a:spLocks noGrp="1"/>
          </p:cNvSpPr>
          <p:nvPr>
            <p:ph type="sldNum" sz="quarter" idx="4"/>
          </p:nvPr>
        </p:nvSpPr>
        <p:spPr/>
        <p:txBody>
          <a:bodyPr/>
          <a:lstStyle/>
          <a:p>
            <a:fld id="{9FD7ECCF-50E7-4327-B945-FA93FF7B2BEF}" type="slidenum">
              <a:rPr lang="en-US" smtClean="0"/>
              <a:pPr/>
              <a:t>12</a:t>
            </a:fld>
            <a:r>
              <a:rPr lang="en-GB"/>
              <a:t>/70</a:t>
            </a:r>
            <a:endParaRPr lang="en-US" dirty="0"/>
          </a:p>
        </p:txBody>
      </p:sp>
    </p:spTree>
    <p:extLst>
      <p:ext uri="{BB962C8B-B14F-4D97-AF65-F5344CB8AC3E}">
        <p14:creationId xmlns:p14="http://schemas.microsoft.com/office/powerpoint/2010/main" val="3822005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BC31-752D-8A13-EE6C-CA447825436C}"/>
              </a:ext>
            </a:extLst>
          </p:cNvPr>
          <p:cNvSpPr>
            <a:spLocks noGrp="1"/>
          </p:cNvSpPr>
          <p:nvPr>
            <p:ph type="title"/>
          </p:nvPr>
        </p:nvSpPr>
        <p:spPr>
          <a:xfrm>
            <a:off x="395536" y="228600"/>
            <a:ext cx="8712968" cy="990600"/>
          </a:xfrm>
        </p:spPr>
        <p:txBody>
          <a:bodyPr>
            <a:normAutofit fontScale="90000"/>
          </a:bodyPr>
          <a:lstStyle/>
          <a:p>
            <a:r>
              <a:rPr lang="en-GB" dirty="0"/>
              <a:t>Steps to design a good research question</a:t>
            </a:r>
          </a:p>
        </p:txBody>
      </p:sp>
      <p:sp>
        <p:nvSpPr>
          <p:cNvPr id="3" name="Content Placeholder 2">
            <a:extLst>
              <a:ext uri="{FF2B5EF4-FFF2-40B4-BE49-F238E27FC236}">
                <a16:creationId xmlns:a16="http://schemas.microsoft.com/office/drawing/2014/main" id="{EC3ADA5D-FD80-B0E1-F007-BB71D63F3922}"/>
              </a:ext>
            </a:extLst>
          </p:cNvPr>
          <p:cNvSpPr>
            <a:spLocks noGrp="1"/>
          </p:cNvSpPr>
          <p:nvPr>
            <p:ph sz="quarter" idx="1"/>
          </p:nvPr>
        </p:nvSpPr>
        <p:spPr>
          <a:xfrm>
            <a:off x="135755" y="1600199"/>
            <a:ext cx="3212109" cy="4945504"/>
          </a:xfrm>
        </p:spPr>
        <p:txBody>
          <a:bodyPr>
            <a:normAutofit/>
          </a:bodyPr>
          <a:lstStyle/>
          <a:p>
            <a:pPr marL="354013" indent="-354013">
              <a:lnSpc>
                <a:spcPct val="120000"/>
              </a:lnSpc>
              <a:spcBef>
                <a:spcPts val="1200"/>
              </a:spcBef>
              <a:buSzPct val="80000"/>
              <a:buFont typeface="+mj-lt"/>
              <a:buAutoNum type="arabicPeriod"/>
            </a:pPr>
            <a:r>
              <a:rPr lang="en-GB" sz="1800" dirty="0"/>
              <a:t>Start with a broad topic</a:t>
            </a:r>
          </a:p>
          <a:p>
            <a:pPr marL="354013" indent="-354013">
              <a:lnSpc>
                <a:spcPct val="120000"/>
              </a:lnSpc>
              <a:spcBef>
                <a:spcPts val="1200"/>
              </a:spcBef>
              <a:buSzPct val="80000"/>
              <a:buFont typeface="+mj-lt"/>
              <a:buAutoNum type="arabicPeriod"/>
            </a:pPr>
            <a:r>
              <a:rPr lang="en-GB" sz="1800" dirty="0"/>
              <a:t>Do preliminary research to learn about topical issues.</a:t>
            </a:r>
          </a:p>
          <a:p>
            <a:pPr marL="354013" indent="-354013">
              <a:lnSpc>
                <a:spcPct val="120000"/>
              </a:lnSpc>
              <a:spcBef>
                <a:spcPts val="1200"/>
              </a:spcBef>
              <a:buSzPct val="80000"/>
              <a:buFont typeface="+mj-lt"/>
              <a:buAutoNum type="arabicPeriod"/>
            </a:pPr>
            <a:r>
              <a:rPr lang="en-GB" sz="1800" dirty="0"/>
              <a:t>Narrow down your topic to a specific niche </a:t>
            </a:r>
          </a:p>
          <a:p>
            <a:pPr marL="354013" indent="-354013">
              <a:lnSpc>
                <a:spcPct val="120000"/>
              </a:lnSpc>
              <a:spcBef>
                <a:spcPts val="1200"/>
              </a:spcBef>
              <a:buSzPct val="80000"/>
              <a:buFont typeface="+mj-lt"/>
              <a:buAutoNum type="arabicPeriod"/>
            </a:pPr>
            <a:r>
              <a:rPr lang="en-GB" sz="1800" dirty="0"/>
              <a:t>Identify the research problem</a:t>
            </a:r>
          </a:p>
          <a:p>
            <a:pPr marL="354013" indent="-354013">
              <a:lnSpc>
                <a:spcPct val="120000"/>
              </a:lnSpc>
              <a:spcBef>
                <a:spcPts val="1200"/>
              </a:spcBef>
              <a:buSzPct val="80000"/>
              <a:buFont typeface="+mj-lt"/>
              <a:buAutoNum type="arabicPeriod"/>
            </a:pPr>
            <a:r>
              <a:rPr lang="en-GB" sz="1800" dirty="0"/>
              <a:t>Turn the research problem to a research question</a:t>
            </a:r>
          </a:p>
          <a:p>
            <a:pPr marL="0" indent="0" defTabSz="354013">
              <a:lnSpc>
                <a:spcPct val="120000"/>
              </a:lnSpc>
              <a:spcBef>
                <a:spcPts val="1200"/>
              </a:spcBef>
              <a:buSzPct val="80000"/>
              <a:buNone/>
            </a:pPr>
            <a:r>
              <a:rPr lang="en-GB" sz="1800" dirty="0"/>
              <a:t>	Does it state</a:t>
            </a:r>
          </a:p>
        </p:txBody>
      </p:sp>
      <p:sp>
        <p:nvSpPr>
          <p:cNvPr id="7" name="Rectangle: Rounded Corners 6">
            <a:extLst>
              <a:ext uri="{FF2B5EF4-FFF2-40B4-BE49-F238E27FC236}">
                <a16:creationId xmlns:a16="http://schemas.microsoft.com/office/drawing/2014/main" id="{FFFB4F7F-FF69-67CF-5B90-B44CF598A066}"/>
              </a:ext>
            </a:extLst>
          </p:cNvPr>
          <p:cNvSpPr/>
          <p:nvPr/>
        </p:nvSpPr>
        <p:spPr>
          <a:xfrm>
            <a:off x="3995936" y="1691450"/>
            <a:ext cx="4985138" cy="29739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sz="1400" dirty="0"/>
              <a:t>Social media</a:t>
            </a:r>
          </a:p>
        </p:txBody>
      </p:sp>
      <p:sp>
        <p:nvSpPr>
          <p:cNvPr id="8" name="Rectangle: Rounded Corners 7">
            <a:extLst>
              <a:ext uri="{FF2B5EF4-FFF2-40B4-BE49-F238E27FC236}">
                <a16:creationId xmlns:a16="http://schemas.microsoft.com/office/drawing/2014/main" id="{B961B8B1-0BAE-C94F-ECC7-00822F5A2044}"/>
              </a:ext>
            </a:extLst>
          </p:cNvPr>
          <p:cNvSpPr/>
          <p:nvPr/>
        </p:nvSpPr>
        <p:spPr>
          <a:xfrm>
            <a:off x="3995936" y="2132856"/>
            <a:ext cx="4985138" cy="66220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fontAlgn="auto">
              <a:spcAft>
                <a:spcPts val="0"/>
              </a:spcAft>
            </a:pPr>
            <a:r>
              <a:rPr lang="en-GB" sz="1400" dirty="0"/>
              <a:t>Social media has negative impact on high school students’ </a:t>
            </a:r>
            <a:r>
              <a:rPr lang="en-GB" sz="1400" b="1" dirty="0"/>
              <a:t>academic performance</a:t>
            </a:r>
            <a:r>
              <a:rPr lang="en-GB" sz="1400" dirty="0"/>
              <a:t>. This age group is the most active on social media</a:t>
            </a:r>
          </a:p>
        </p:txBody>
      </p:sp>
      <p:sp>
        <p:nvSpPr>
          <p:cNvPr id="9" name="Rectangle: Rounded Corners 8">
            <a:extLst>
              <a:ext uri="{FF2B5EF4-FFF2-40B4-BE49-F238E27FC236}">
                <a16:creationId xmlns:a16="http://schemas.microsoft.com/office/drawing/2014/main" id="{F3ED223D-7653-ADD7-9E73-494ABACA2C76}"/>
              </a:ext>
            </a:extLst>
          </p:cNvPr>
          <p:cNvSpPr/>
          <p:nvPr/>
        </p:nvSpPr>
        <p:spPr>
          <a:xfrm>
            <a:off x="3995936" y="2986316"/>
            <a:ext cx="4985138" cy="55688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fontAlgn="auto">
              <a:spcAft>
                <a:spcPts val="0"/>
              </a:spcAft>
            </a:pPr>
            <a:r>
              <a:rPr lang="en-GB" sz="1400" dirty="0"/>
              <a:t>Academic performance is too broad we can narrow it down to </a:t>
            </a:r>
            <a:r>
              <a:rPr lang="en-GB" sz="1400" b="1" dirty="0"/>
              <a:t>attention span</a:t>
            </a:r>
          </a:p>
        </p:txBody>
      </p:sp>
      <p:sp>
        <p:nvSpPr>
          <p:cNvPr id="10" name="Rectangle: Rounded Corners 9">
            <a:extLst>
              <a:ext uri="{FF2B5EF4-FFF2-40B4-BE49-F238E27FC236}">
                <a16:creationId xmlns:a16="http://schemas.microsoft.com/office/drawing/2014/main" id="{2006B5B1-11F1-512E-F0B5-5D66350589D0}"/>
              </a:ext>
            </a:extLst>
          </p:cNvPr>
          <p:cNvSpPr/>
          <p:nvPr/>
        </p:nvSpPr>
        <p:spPr>
          <a:xfrm>
            <a:off x="3995936" y="3645024"/>
            <a:ext cx="4985138" cy="81406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GB" sz="1400" dirty="0"/>
              <a:t>We have identified that the most active group on social media is </a:t>
            </a:r>
            <a:r>
              <a:rPr lang="en-GB" sz="1400" b="1" dirty="0"/>
              <a:t>teenagers</a:t>
            </a:r>
            <a:r>
              <a:rPr lang="en-GB" sz="1400" dirty="0"/>
              <a:t>. However, only a small amount of research has been on </a:t>
            </a:r>
            <a:r>
              <a:rPr lang="en-GB" sz="1400" b="1" dirty="0"/>
              <a:t>the effect social media on young generation’s attention span</a:t>
            </a:r>
            <a:r>
              <a:rPr lang="en-GB" sz="1400" dirty="0"/>
              <a:t>.</a:t>
            </a:r>
          </a:p>
        </p:txBody>
      </p:sp>
      <p:sp>
        <p:nvSpPr>
          <p:cNvPr id="11" name="Rectangle: Rounded Corners 10">
            <a:extLst>
              <a:ext uri="{FF2B5EF4-FFF2-40B4-BE49-F238E27FC236}">
                <a16:creationId xmlns:a16="http://schemas.microsoft.com/office/drawing/2014/main" id="{395A9FBF-D102-00F5-0C68-AC974C490743}"/>
              </a:ext>
            </a:extLst>
          </p:cNvPr>
          <p:cNvSpPr/>
          <p:nvPr/>
        </p:nvSpPr>
        <p:spPr>
          <a:xfrm>
            <a:off x="3995936" y="4581128"/>
            <a:ext cx="4985138" cy="54356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GB" sz="1400" dirty="0"/>
              <a:t>What effect does daily use of Snapchat has on the attention span of people in the age group of 16 to 20?</a:t>
            </a:r>
          </a:p>
        </p:txBody>
      </p:sp>
      <p:cxnSp>
        <p:nvCxnSpPr>
          <p:cNvPr id="14" name="Straight Arrow Connector 13">
            <a:extLst>
              <a:ext uri="{FF2B5EF4-FFF2-40B4-BE49-F238E27FC236}">
                <a16:creationId xmlns:a16="http://schemas.microsoft.com/office/drawing/2014/main" id="{3B632B69-27A0-DF82-0F0F-183040CA62CB}"/>
              </a:ext>
            </a:extLst>
          </p:cNvPr>
          <p:cNvCxnSpPr>
            <a:cxnSpLocks/>
          </p:cNvCxnSpPr>
          <p:nvPr/>
        </p:nvCxnSpPr>
        <p:spPr>
          <a:xfrm>
            <a:off x="3347864" y="1840145"/>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E4E194-0DCF-72ED-D84F-C59139C570D8}"/>
              </a:ext>
            </a:extLst>
          </p:cNvPr>
          <p:cNvCxnSpPr>
            <a:cxnSpLocks/>
          </p:cNvCxnSpPr>
          <p:nvPr/>
        </p:nvCxnSpPr>
        <p:spPr>
          <a:xfrm>
            <a:off x="3347864" y="2463956"/>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AEDF416-1EFD-6B93-95D7-9ACC6BDAB9CA}"/>
              </a:ext>
            </a:extLst>
          </p:cNvPr>
          <p:cNvCxnSpPr>
            <a:cxnSpLocks/>
          </p:cNvCxnSpPr>
          <p:nvPr/>
        </p:nvCxnSpPr>
        <p:spPr>
          <a:xfrm>
            <a:off x="3347864" y="3264759"/>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D3E046-5139-F8E1-619A-3DC09FC76238}"/>
              </a:ext>
            </a:extLst>
          </p:cNvPr>
          <p:cNvCxnSpPr>
            <a:cxnSpLocks/>
          </p:cNvCxnSpPr>
          <p:nvPr/>
        </p:nvCxnSpPr>
        <p:spPr>
          <a:xfrm>
            <a:off x="3347864" y="4054448"/>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749B836-DE76-4F11-02D5-04292D852BA3}"/>
              </a:ext>
            </a:extLst>
          </p:cNvPr>
          <p:cNvCxnSpPr>
            <a:cxnSpLocks/>
          </p:cNvCxnSpPr>
          <p:nvPr/>
        </p:nvCxnSpPr>
        <p:spPr>
          <a:xfrm>
            <a:off x="3347864" y="4852909"/>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29EE059-283A-7282-EBDF-422C3CBB7A11}"/>
              </a:ext>
            </a:extLst>
          </p:cNvPr>
          <p:cNvSpPr txBox="1"/>
          <p:nvPr/>
        </p:nvSpPr>
        <p:spPr>
          <a:xfrm>
            <a:off x="3491880" y="5189705"/>
            <a:ext cx="4985138" cy="923330"/>
          </a:xfrm>
          <a:prstGeom prst="rect">
            <a:avLst/>
          </a:prstGeom>
          <a:noFill/>
        </p:spPr>
        <p:txBody>
          <a:bodyPr wrap="square">
            <a:spAutoFit/>
          </a:bodyPr>
          <a:lstStyle/>
          <a:p>
            <a:pPr lvl="1">
              <a:spcBef>
                <a:spcPts val="0"/>
              </a:spcBef>
            </a:pPr>
            <a:r>
              <a:rPr lang="en-GB" sz="1800" dirty="0">
                <a:latin typeface="+mn-lt"/>
              </a:rPr>
              <a:t>the </a:t>
            </a:r>
            <a:r>
              <a:rPr lang="en-GB" sz="1800" b="1" dirty="0">
                <a:latin typeface="+mn-lt"/>
              </a:rPr>
              <a:t>population</a:t>
            </a:r>
            <a:r>
              <a:rPr lang="en-GB" sz="1800" dirty="0">
                <a:latin typeface="+mn-lt"/>
              </a:rPr>
              <a:t> to be studied</a:t>
            </a:r>
          </a:p>
          <a:p>
            <a:pPr lvl="1">
              <a:spcBef>
                <a:spcPts val="0"/>
              </a:spcBef>
            </a:pPr>
            <a:r>
              <a:rPr lang="en-GB" sz="1800" b="1" dirty="0">
                <a:latin typeface="+mn-lt"/>
              </a:rPr>
              <a:t>dependent</a:t>
            </a:r>
            <a:r>
              <a:rPr lang="en-GB" sz="1800" dirty="0">
                <a:latin typeface="+mn-lt"/>
              </a:rPr>
              <a:t> and </a:t>
            </a:r>
            <a:r>
              <a:rPr lang="en-GB" sz="1800" b="1" dirty="0">
                <a:latin typeface="+mn-lt"/>
              </a:rPr>
              <a:t>independent variables</a:t>
            </a:r>
            <a:r>
              <a:rPr lang="en-GB" sz="1800" dirty="0">
                <a:latin typeface="+mn-lt"/>
              </a:rPr>
              <a:t>, and</a:t>
            </a:r>
          </a:p>
          <a:p>
            <a:pPr lvl="1">
              <a:spcBef>
                <a:spcPts val="0"/>
              </a:spcBef>
            </a:pPr>
            <a:r>
              <a:rPr lang="en-GB" sz="1800" dirty="0">
                <a:latin typeface="+mn-lt"/>
              </a:rPr>
              <a:t>the </a:t>
            </a:r>
            <a:r>
              <a:rPr lang="en-GB" sz="1800" b="1" dirty="0">
                <a:latin typeface="+mn-lt"/>
              </a:rPr>
              <a:t>research design </a:t>
            </a:r>
            <a:r>
              <a:rPr lang="en-GB" sz="1800" dirty="0">
                <a:latin typeface="+mn-lt"/>
              </a:rPr>
              <a:t>to be used</a:t>
            </a:r>
          </a:p>
        </p:txBody>
      </p:sp>
      <p:sp>
        <p:nvSpPr>
          <p:cNvPr id="6" name="Footer Placeholder 5">
            <a:extLst>
              <a:ext uri="{FF2B5EF4-FFF2-40B4-BE49-F238E27FC236}">
                <a16:creationId xmlns:a16="http://schemas.microsoft.com/office/drawing/2014/main" id="{FF304460-05A3-73ED-25C2-953218787F8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BBDF4F9E-6013-6D76-A30D-0FB62E4E43C1}"/>
              </a:ext>
            </a:extLst>
          </p:cNvPr>
          <p:cNvSpPr>
            <a:spLocks noGrp="1"/>
          </p:cNvSpPr>
          <p:nvPr>
            <p:ph type="sldNum" sz="quarter" idx="4"/>
          </p:nvPr>
        </p:nvSpPr>
        <p:spPr/>
        <p:txBody>
          <a:bodyPr/>
          <a:lstStyle/>
          <a:p>
            <a:fld id="{9FD7ECCF-50E7-4327-B945-FA93FF7B2BEF}" type="slidenum">
              <a:rPr lang="en-US" smtClean="0"/>
              <a:pPr/>
              <a:t>13</a:t>
            </a:fld>
            <a:r>
              <a:rPr lang="en-GB"/>
              <a:t>/70</a:t>
            </a:r>
            <a:endParaRPr lang="en-US" dirty="0"/>
          </a:p>
        </p:txBody>
      </p:sp>
    </p:spTree>
    <p:extLst>
      <p:ext uri="{BB962C8B-B14F-4D97-AF65-F5344CB8AC3E}">
        <p14:creationId xmlns:p14="http://schemas.microsoft.com/office/powerpoint/2010/main" val="351390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additive="base">
                                        <p:cTn id="2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1" end="1"/>
                                            </p:txEl>
                                          </p:spTgt>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0-#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2" presetClass="entr" presetSubtype="2"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1+#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0-#ppt_w/2"/>
                                          </p:val>
                                        </p:tav>
                                        <p:tav tm="100000">
                                          <p:val>
                                            <p:strVal val="#ppt_x"/>
                                          </p:val>
                                        </p:tav>
                                      </p:tavLst>
                                    </p:anim>
                                    <p:anim calcmode="lin" valueType="num">
                                      <p:cBhvr additive="base">
                                        <p:cTn id="42" dur="500" fill="hold"/>
                                        <p:tgtEl>
                                          <p:spTgt spid="18"/>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 presetClass="entr" presetSubtype="2"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1+#ppt_w/2"/>
                                          </p:val>
                                        </p:tav>
                                        <p:tav tm="100000">
                                          <p:val>
                                            <p:strVal val="#ppt_x"/>
                                          </p:val>
                                        </p:tav>
                                      </p:tavLst>
                                    </p:anim>
                                    <p:anim calcmode="lin" valueType="num">
                                      <p:cBhvr additive="base">
                                        <p:cTn id="4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anim calcmode="lin" valueType="num">
                                      <p:cBhvr additive="base">
                                        <p:cTn id="5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3">
                                            <p:txEl>
                                              <p:pRg st="3" end="3"/>
                                            </p:txEl>
                                          </p:spTgt>
                                        </p:tgtEl>
                                        <p:attrNameLst>
                                          <p:attrName>ppt_y</p:attrName>
                                        </p:attrNameLst>
                                      </p:cBhvr>
                                      <p:tavLst>
                                        <p:tav tm="0">
                                          <p:val>
                                            <p:strVal val="#ppt_y"/>
                                          </p:val>
                                        </p:tav>
                                        <p:tav tm="100000">
                                          <p:val>
                                            <p:strVal val="#ppt_y"/>
                                          </p:val>
                                        </p:tav>
                                      </p:tavLst>
                                    </p:anim>
                                  </p:childTnLst>
                                </p:cTn>
                              </p:par>
                              <p:par>
                                <p:cTn id="54" presetID="2" presetClass="entr" presetSubtype="8"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0-#ppt_w/2"/>
                                          </p:val>
                                        </p:tav>
                                        <p:tav tm="100000">
                                          <p:val>
                                            <p:strVal val="#ppt_x"/>
                                          </p:val>
                                        </p:tav>
                                      </p:tavLst>
                                    </p:anim>
                                    <p:anim calcmode="lin" valueType="num">
                                      <p:cBhvr additive="base">
                                        <p:cTn id="57" dur="500" fill="hold"/>
                                        <p:tgtEl>
                                          <p:spTgt spid="19"/>
                                        </p:tgtEl>
                                        <p:attrNameLst>
                                          <p:attrName>ppt_y</p:attrName>
                                        </p:attrNameLst>
                                      </p:cBhvr>
                                      <p:tavLst>
                                        <p:tav tm="0">
                                          <p:val>
                                            <p:strVal val="#ppt_y"/>
                                          </p:val>
                                        </p:tav>
                                        <p:tav tm="100000">
                                          <p:val>
                                            <p:strVal val="#ppt_y"/>
                                          </p:val>
                                        </p:tav>
                                      </p:tavLst>
                                    </p:anim>
                                  </p:childTnLst>
                                </p:cTn>
                              </p:par>
                            </p:childTnLst>
                          </p:cTn>
                        </p:par>
                        <p:par>
                          <p:cTn id="58" fill="hold">
                            <p:stCondLst>
                              <p:cond delay="500"/>
                            </p:stCondLst>
                            <p:childTnLst>
                              <p:par>
                                <p:cTn id="59" presetID="2" presetClass="entr" presetSubtype="2" fill="hold" grpId="0" nodeType="after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1+#ppt_w/2"/>
                                          </p:val>
                                        </p:tav>
                                        <p:tav tm="100000">
                                          <p:val>
                                            <p:strVal val="#ppt_x"/>
                                          </p:val>
                                        </p:tav>
                                      </p:tavLst>
                                    </p:anim>
                                    <p:anim calcmode="lin" valueType="num">
                                      <p:cBhvr additive="base">
                                        <p:cTn id="6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
                                            <p:txEl>
                                              <p:pRg st="4" end="4"/>
                                            </p:txEl>
                                          </p:spTgt>
                                        </p:tgtEl>
                                        <p:attrNameLst>
                                          <p:attrName>style.visibility</p:attrName>
                                        </p:attrNameLst>
                                      </p:cBhvr>
                                      <p:to>
                                        <p:strVal val="visible"/>
                                      </p:to>
                                    </p:set>
                                    <p:anim calcmode="lin" valueType="num">
                                      <p:cBhvr additive="base">
                                        <p:cTn id="6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3">
                                            <p:txEl>
                                              <p:pRg st="4" end="4"/>
                                            </p:txEl>
                                          </p:spTgt>
                                        </p:tgtEl>
                                        <p:attrNameLst>
                                          <p:attrName>ppt_y</p:attrName>
                                        </p:attrNameLst>
                                      </p:cBhvr>
                                      <p:tavLst>
                                        <p:tav tm="0">
                                          <p:val>
                                            <p:strVal val="#ppt_y"/>
                                          </p:val>
                                        </p:tav>
                                        <p:tav tm="100000">
                                          <p:val>
                                            <p:strVal val="#ppt_y"/>
                                          </p:val>
                                        </p:tav>
                                      </p:tavLst>
                                    </p:anim>
                                  </p:childTnLst>
                                </p:cTn>
                              </p:par>
                              <p:par>
                                <p:cTn id="69" presetID="2" presetClass="entr" presetSubtype="8"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0-#ppt_w/2"/>
                                          </p:val>
                                        </p:tav>
                                        <p:tav tm="100000">
                                          <p:val>
                                            <p:strVal val="#ppt_x"/>
                                          </p:val>
                                        </p:tav>
                                      </p:tavLst>
                                    </p:anim>
                                    <p:anim calcmode="lin" valueType="num">
                                      <p:cBhvr additive="base">
                                        <p:cTn id="72" dur="500" fill="hold"/>
                                        <p:tgtEl>
                                          <p:spTgt spid="20"/>
                                        </p:tgtEl>
                                        <p:attrNameLst>
                                          <p:attrName>ppt_y</p:attrName>
                                        </p:attrNameLst>
                                      </p:cBhvr>
                                      <p:tavLst>
                                        <p:tav tm="0">
                                          <p:val>
                                            <p:strVal val="#ppt_y"/>
                                          </p:val>
                                        </p:tav>
                                        <p:tav tm="100000">
                                          <p:val>
                                            <p:strVal val="#ppt_y"/>
                                          </p:val>
                                        </p:tav>
                                      </p:tavLst>
                                    </p:anim>
                                  </p:childTnLst>
                                </p:cTn>
                              </p:par>
                            </p:childTnLst>
                          </p:cTn>
                        </p:par>
                        <p:par>
                          <p:cTn id="73" fill="hold">
                            <p:stCondLst>
                              <p:cond delay="500"/>
                            </p:stCondLst>
                            <p:childTnLst>
                              <p:par>
                                <p:cTn id="74" presetID="2" presetClass="entr" presetSubtype="2" fill="hold" grpId="0" nodeType="after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additive="base">
                                        <p:cTn id="76" dur="500" fill="hold"/>
                                        <p:tgtEl>
                                          <p:spTgt spid="11"/>
                                        </p:tgtEl>
                                        <p:attrNameLst>
                                          <p:attrName>ppt_x</p:attrName>
                                        </p:attrNameLst>
                                      </p:cBhvr>
                                      <p:tavLst>
                                        <p:tav tm="0">
                                          <p:val>
                                            <p:strVal val="1+#ppt_w/2"/>
                                          </p:val>
                                        </p:tav>
                                        <p:tav tm="100000">
                                          <p:val>
                                            <p:strVal val="#ppt_x"/>
                                          </p:val>
                                        </p:tav>
                                      </p:tavLst>
                                    </p:anim>
                                    <p:anim calcmode="lin" valueType="num">
                                      <p:cBhvr additive="base">
                                        <p:cTn id="77"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3">
                                            <p:txEl>
                                              <p:pRg st="5" end="5"/>
                                            </p:txEl>
                                          </p:spTgt>
                                        </p:tgtEl>
                                        <p:attrNameLst>
                                          <p:attrName>style.visibility</p:attrName>
                                        </p:attrNameLst>
                                      </p:cBhvr>
                                      <p:to>
                                        <p:strVal val="visible"/>
                                      </p:to>
                                    </p:set>
                                    <p:anim calcmode="lin" valueType="num">
                                      <p:cBhvr additive="base">
                                        <p:cTn id="82"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3">
                                            <p:txEl>
                                              <p:pRg st="5" end="5"/>
                                            </p:txEl>
                                          </p:spTgt>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 calcmode="lin" valueType="num">
                                      <p:cBhvr additive="base">
                                        <p:cTn id="86" dur="500" fill="hold"/>
                                        <p:tgtEl>
                                          <p:spTgt spid="23"/>
                                        </p:tgtEl>
                                        <p:attrNameLst>
                                          <p:attrName>ppt_x</p:attrName>
                                        </p:attrNameLst>
                                      </p:cBhvr>
                                      <p:tavLst>
                                        <p:tav tm="0">
                                          <p:val>
                                            <p:strVal val="1+#ppt_w/2"/>
                                          </p:val>
                                        </p:tav>
                                        <p:tav tm="100000">
                                          <p:val>
                                            <p:strVal val="#ppt_x"/>
                                          </p:val>
                                        </p:tav>
                                      </p:tavLst>
                                    </p:anim>
                                    <p:anim calcmode="lin" valueType="num">
                                      <p:cBhvr additive="base">
                                        <p:cTn id="87"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uiExpand="1" animBg="1"/>
      <p:bldP spid="8" grpId="0" uiExpand="1" animBg="1"/>
      <p:bldP spid="9" grpId="0" uiExpand="1" animBg="1"/>
      <p:bldP spid="10" grpId="0" uiExpand="1" animBg="1"/>
      <p:bldP spid="11" grpId="0" animBg="1"/>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BC31-752D-8A13-EE6C-CA447825436C}"/>
              </a:ext>
            </a:extLst>
          </p:cNvPr>
          <p:cNvSpPr>
            <a:spLocks noGrp="1"/>
          </p:cNvSpPr>
          <p:nvPr>
            <p:ph type="title"/>
          </p:nvPr>
        </p:nvSpPr>
        <p:spPr>
          <a:xfrm>
            <a:off x="395536" y="228600"/>
            <a:ext cx="8712968" cy="990600"/>
          </a:xfrm>
        </p:spPr>
        <p:txBody>
          <a:bodyPr>
            <a:normAutofit fontScale="90000"/>
          </a:bodyPr>
          <a:lstStyle/>
          <a:p>
            <a:r>
              <a:rPr lang="en-GB" dirty="0"/>
              <a:t>Steps to design a good research question</a:t>
            </a:r>
          </a:p>
        </p:txBody>
      </p:sp>
      <p:sp>
        <p:nvSpPr>
          <p:cNvPr id="3" name="Content Placeholder 2">
            <a:extLst>
              <a:ext uri="{FF2B5EF4-FFF2-40B4-BE49-F238E27FC236}">
                <a16:creationId xmlns:a16="http://schemas.microsoft.com/office/drawing/2014/main" id="{EC3ADA5D-FD80-B0E1-F007-BB71D63F3922}"/>
              </a:ext>
            </a:extLst>
          </p:cNvPr>
          <p:cNvSpPr>
            <a:spLocks noGrp="1"/>
          </p:cNvSpPr>
          <p:nvPr>
            <p:ph sz="quarter" idx="1"/>
          </p:nvPr>
        </p:nvSpPr>
        <p:spPr>
          <a:xfrm>
            <a:off x="135755" y="1600199"/>
            <a:ext cx="3212109" cy="4945504"/>
          </a:xfrm>
        </p:spPr>
        <p:txBody>
          <a:bodyPr>
            <a:normAutofit/>
          </a:bodyPr>
          <a:lstStyle/>
          <a:p>
            <a:pPr marL="354013" indent="-354013">
              <a:lnSpc>
                <a:spcPct val="120000"/>
              </a:lnSpc>
              <a:spcBef>
                <a:spcPts val="1200"/>
              </a:spcBef>
              <a:buSzPct val="80000"/>
              <a:buFont typeface="+mj-lt"/>
              <a:buAutoNum type="arabicPeriod"/>
            </a:pPr>
            <a:r>
              <a:rPr lang="en-GB" sz="1800" dirty="0"/>
              <a:t>Start with a broad topic</a:t>
            </a:r>
          </a:p>
          <a:p>
            <a:pPr marL="354013" indent="-354013">
              <a:lnSpc>
                <a:spcPct val="120000"/>
              </a:lnSpc>
              <a:spcBef>
                <a:spcPts val="1200"/>
              </a:spcBef>
              <a:buSzPct val="80000"/>
              <a:buFont typeface="+mj-lt"/>
              <a:buAutoNum type="arabicPeriod"/>
            </a:pPr>
            <a:r>
              <a:rPr lang="en-GB" sz="1800" dirty="0"/>
              <a:t>Do preliminary research to learn about topical issues.</a:t>
            </a:r>
          </a:p>
          <a:p>
            <a:pPr marL="354013" indent="-354013">
              <a:lnSpc>
                <a:spcPct val="120000"/>
              </a:lnSpc>
              <a:spcBef>
                <a:spcPts val="1200"/>
              </a:spcBef>
              <a:buSzPct val="80000"/>
              <a:buFont typeface="+mj-lt"/>
              <a:buAutoNum type="arabicPeriod"/>
            </a:pPr>
            <a:r>
              <a:rPr lang="en-GB" sz="1800" dirty="0"/>
              <a:t>Narrow down your topic to a specific niche </a:t>
            </a:r>
          </a:p>
          <a:p>
            <a:pPr marL="354013" indent="-354013">
              <a:lnSpc>
                <a:spcPct val="120000"/>
              </a:lnSpc>
              <a:spcBef>
                <a:spcPts val="1200"/>
              </a:spcBef>
              <a:buSzPct val="80000"/>
              <a:buFont typeface="+mj-lt"/>
              <a:buAutoNum type="arabicPeriod"/>
            </a:pPr>
            <a:r>
              <a:rPr lang="en-GB" sz="1800" dirty="0"/>
              <a:t>Identify the research problem</a:t>
            </a:r>
          </a:p>
          <a:p>
            <a:pPr marL="354013" indent="-354013">
              <a:lnSpc>
                <a:spcPct val="120000"/>
              </a:lnSpc>
              <a:spcBef>
                <a:spcPts val="1200"/>
              </a:spcBef>
              <a:buSzPct val="80000"/>
              <a:buFont typeface="+mj-lt"/>
              <a:buAutoNum type="arabicPeriod"/>
            </a:pPr>
            <a:r>
              <a:rPr lang="en-GB" sz="1800" dirty="0"/>
              <a:t>Turn the research problem to a research question</a:t>
            </a:r>
          </a:p>
          <a:p>
            <a:pPr marL="354013" indent="-354013">
              <a:lnSpc>
                <a:spcPct val="120000"/>
              </a:lnSpc>
              <a:spcBef>
                <a:spcPts val="1200"/>
              </a:spcBef>
              <a:buSzPct val="80000"/>
              <a:buFont typeface="+mj-lt"/>
              <a:buAutoNum type="arabicPeriod"/>
            </a:pPr>
            <a:r>
              <a:rPr lang="en-GB" sz="1800" dirty="0"/>
              <a:t>Evaluate the soundness of your research question.</a:t>
            </a:r>
          </a:p>
        </p:txBody>
      </p:sp>
      <p:sp>
        <p:nvSpPr>
          <p:cNvPr id="7" name="Rectangle: Rounded Corners 6">
            <a:extLst>
              <a:ext uri="{FF2B5EF4-FFF2-40B4-BE49-F238E27FC236}">
                <a16:creationId xmlns:a16="http://schemas.microsoft.com/office/drawing/2014/main" id="{FFFB4F7F-FF69-67CF-5B90-B44CF598A066}"/>
              </a:ext>
            </a:extLst>
          </p:cNvPr>
          <p:cNvSpPr/>
          <p:nvPr/>
        </p:nvSpPr>
        <p:spPr>
          <a:xfrm>
            <a:off x="3995936" y="1691450"/>
            <a:ext cx="4985138" cy="29739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sz="1400" dirty="0"/>
              <a:t>Social media</a:t>
            </a:r>
          </a:p>
        </p:txBody>
      </p:sp>
      <p:sp>
        <p:nvSpPr>
          <p:cNvPr id="8" name="Rectangle: Rounded Corners 7">
            <a:extLst>
              <a:ext uri="{FF2B5EF4-FFF2-40B4-BE49-F238E27FC236}">
                <a16:creationId xmlns:a16="http://schemas.microsoft.com/office/drawing/2014/main" id="{B961B8B1-0BAE-C94F-ECC7-00822F5A2044}"/>
              </a:ext>
            </a:extLst>
          </p:cNvPr>
          <p:cNvSpPr/>
          <p:nvPr/>
        </p:nvSpPr>
        <p:spPr>
          <a:xfrm>
            <a:off x="3995936" y="2132856"/>
            <a:ext cx="4985138" cy="66220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fontAlgn="auto">
              <a:spcAft>
                <a:spcPts val="0"/>
              </a:spcAft>
            </a:pPr>
            <a:r>
              <a:rPr lang="en-GB" sz="1400" dirty="0"/>
              <a:t>Social media has negative impact on high school students’ academic performance. This age group is the most active on social media</a:t>
            </a:r>
          </a:p>
        </p:txBody>
      </p:sp>
      <p:sp>
        <p:nvSpPr>
          <p:cNvPr id="9" name="Rectangle: Rounded Corners 8">
            <a:extLst>
              <a:ext uri="{FF2B5EF4-FFF2-40B4-BE49-F238E27FC236}">
                <a16:creationId xmlns:a16="http://schemas.microsoft.com/office/drawing/2014/main" id="{F3ED223D-7653-ADD7-9E73-494ABACA2C76}"/>
              </a:ext>
            </a:extLst>
          </p:cNvPr>
          <p:cNvSpPr/>
          <p:nvPr/>
        </p:nvSpPr>
        <p:spPr>
          <a:xfrm>
            <a:off x="3995936" y="2986316"/>
            <a:ext cx="4985138" cy="55688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fontAlgn="auto">
              <a:spcAft>
                <a:spcPts val="0"/>
              </a:spcAft>
            </a:pPr>
            <a:r>
              <a:rPr lang="en-GB" sz="1400" dirty="0"/>
              <a:t>Academic performance is too broad we can narrow it down to </a:t>
            </a:r>
            <a:r>
              <a:rPr lang="en-GB" sz="1400" b="1" dirty="0"/>
              <a:t>attention span</a:t>
            </a:r>
          </a:p>
        </p:txBody>
      </p:sp>
      <p:sp>
        <p:nvSpPr>
          <p:cNvPr id="10" name="Rectangle: Rounded Corners 9">
            <a:extLst>
              <a:ext uri="{FF2B5EF4-FFF2-40B4-BE49-F238E27FC236}">
                <a16:creationId xmlns:a16="http://schemas.microsoft.com/office/drawing/2014/main" id="{2006B5B1-11F1-512E-F0B5-5D66350589D0}"/>
              </a:ext>
            </a:extLst>
          </p:cNvPr>
          <p:cNvSpPr/>
          <p:nvPr/>
        </p:nvSpPr>
        <p:spPr>
          <a:xfrm>
            <a:off x="3995936" y="3645024"/>
            <a:ext cx="4985138" cy="81406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GB" sz="1400" dirty="0"/>
              <a:t>We have identified that the most active group on social media is </a:t>
            </a:r>
            <a:r>
              <a:rPr lang="en-GB" sz="1400" b="1" dirty="0"/>
              <a:t>teenagers</a:t>
            </a:r>
            <a:r>
              <a:rPr lang="en-GB" sz="1400" dirty="0"/>
              <a:t>. However, only a small amount of research has been on </a:t>
            </a:r>
            <a:r>
              <a:rPr lang="en-GB" sz="1400" b="1" dirty="0"/>
              <a:t>the effect social media on young generation’s attention span</a:t>
            </a:r>
            <a:r>
              <a:rPr lang="en-GB" sz="1400" dirty="0"/>
              <a:t>.</a:t>
            </a:r>
          </a:p>
        </p:txBody>
      </p:sp>
      <p:sp>
        <p:nvSpPr>
          <p:cNvPr id="11" name="Rectangle: Rounded Corners 10">
            <a:extLst>
              <a:ext uri="{FF2B5EF4-FFF2-40B4-BE49-F238E27FC236}">
                <a16:creationId xmlns:a16="http://schemas.microsoft.com/office/drawing/2014/main" id="{395A9FBF-D102-00F5-0C68-AC974C490743}"/>
              </a:ext>
            </a:extLst>
          </p:cNvPr>
          <p:cNvSpPr/>
          <p:nvPr/>
        </p:nvSpPr>
        <p:spPr>
          <a:xfrm>
            <a:off x="3995936" y="4581128"/>
            <a:ext cx="4985138" cy="54356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GB" sz="1400" dirty="0"/>
              <a:t>What effect does daily use of Snapchat has on the attention span of people in the age group of 16 to 20?</a:t>
            </a:r>
          </a:p>
        </p:txBody>
      </p:sp>
      <p:sp>
        <p:nvSpPr>
          <p:cNvPr id="12" name="Rectangle: Rounded Corners 11">
            <a:extLst>
              <a:ext uri="{FF2B5EF4-FFF2-40B4-BE49-F238E27FC236}">
                <a16:creationId xmlns:a16="http://schemas.microsoft.com/office/drawing/2014/main" id="{7DCB0DDB-AF58-F414-4AE2-6CF8760AD57E}"/>
              </a:ext>
            </a:extLst>
          </p:cNvPr>
          <p:cNvSpPr/>
          <p:nvPr/>
        </p:nvSpPr>
        <p:spPr>
          <a:xfrm>
            <a:off x="3995936" y="5386282"/>
            <a:ext cx="4985138" cy="5141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fontAlgn="auto">
              <a:spcAft>
                <a:spcPts val="0"/>
              </a:spcAft>
            </a:pPr>
            <a:r>
              <a:rPr lang="en-GB" sz="1400" dirty="0"/>
              <a:t>Is it </a:t>
            </a:r>
            <a:r>
              <a:rPr lang="en-US" sz="1400" b="1" dirty="0"/>
              <a:t>Feasible, Interesting, Novel, Ethical, Relevant</a:t>
            </a:r>
            <a:endParaRPr lang="en-GB" sz="1400" b="1" dirty="0"/>
          </a:p>
        </p:txBody>
      </p:sp>
      <p:cxnSp>
        <p:nvCxnSpPr>
          <p:cNvPr id="14" name="Straight Arrow Connector 13">
            <a:extLst>
              <a:ext uri="{FF2B5EF4-FFF2-40B4-BE49-F238E27FC236}">
                <a16:creationId xmlns:a16="http://schemas.microsoft.com/office/drawing/2014/main" id="{3B632B69-27A0-DF82-0F0F-183040CA62CB}"/>
              </a:ext>
            </a:extLst>
          </p:cNvPr>
          <p:cNvCxnSpPr>
            <a:cxnSpLocks/>
          </p:cNvCxnSpPr>
          <p:nvPr/>
        </p:nvCxnSpPr>
        <p:spPr>
          <a:xfrm>
            <a:off x="3347864" y="1840145"/>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E4E194-0DCF-72ED-D84F-C59139C570D8}"/>
              </a:ext>
            </a:extLst>
          </p:cNvPr>
          <p:cNvCxnSpPr>
            <a:cxnSpLocks/>
          </p:cNvCxnSpPr>
          <p:nvPr/>
        </p:nvCxnSpPr>
        <p:spPr>
          <a:xfrm>
            <a:off x="3347864" y="2463956"/>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AEDF416-1EFD-6B93-95D7-9ACC6BDAB9CA}"/>
              </a:ext>
            </a:extLst>
          </p:cNvPr>
          <p:cNvCxnSpPr>
            <a:cxnSpLocks/>
          </p:cNvCxnSpPr>
          <p:nvPr/>
        </p:nvCxnSpPr>
        <p:spPr>
          <a:xfrm>
            <a:off x="3347864" y="3264759"/>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D3E046-5139-F8E1-619A-3DC09FC76238}"/>
              </a:ext>
            </a:extLst>
          </p:cNvPr>
          <p:cNvCxnSpPr>
            <a:cxnSpLocks/>
          </p:cNvCxnSpPr>
          <p:nvPr/>
        </p:nvCxnSpPr>
        <p:spPr>
          <a:xfrm>
            <a:off x="3347864" y="4054448"/>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749B836-DE76-4F11-02D5-04292D852BA3}"/>
              </a:ext>
            </a:extLst>
          </p:cNvPr>
          <p:cNvCxnSpPr>
            <a:cxnSpLocks/>
          </p:cNvCxnSpPr>
          <p:nvPr/>
        </p:nvCxnSpPr>
        <p:spPr>
          <a:xfrm>
            <a:off x="3347864" y="4852909"/>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73DD701-6E41-8107-F02B-CDC584D734EF}"/>
              </a:ext>
            </a:extLst>
          </p:cNvPr>
          <p:cNvCxnSpPr>
            <a:cxnSpLocks/>
          </p:cNvCxnSpPr>
          <p:nvPr/>
        </p:nvCxnSpPr>
        <p:spPr>
          <a:xfrm>
            <a:off x="3347864" y="5645736"/>
            <a:ext cx="50405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181EAF82-360E-075F-5CFD-AF689C8C83D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02799FAE-1D9F-E5D2-D9E9-D26D02C7AE4F}"/>
              </a:ext>
            </a:extLst>
          </p:cNvPr>
          <p:cNvSpPr>
            <a:spLocks noGrp="1"/>
          </p:cNvSpPr>
          <p:nvPr>
            <p:ph type="sldNum" sz="quarter" idx="4"/>
          </p:nvPr>
        </p:nvSpPr>
        <p:spPr/>
        <p:txBody>
          <a:bodyPr/>
          <a:lstStyle/>
          <a:p>
            <a:fld id="{9FD7ECCF-50E7-4327-B945-FA93FF7B2BEF}" type="slidenum">
              <a:rPr lang="en-US" smtClean="0"/>
              <a:pPr/>
              <a:t>14</a:t>
            </a:fld>
            <a:r>
              <a:rPr lang="en-GB"/>
              <a:t>/70</a:t>
            </a:r>
            <a:endParaRPr lang="en-US" dirty="0"/>
          </a:p>
        </p:txBody>
      </p:sp>
    </p:spTree>
    <p:extLst>
      <p:ext uri="{BB962C8B-B14F-4D97-AF65-F5344CB8AC3E}">
        <p14:creationId xmlns:p14="http://schemas.microsoft.com/office/powerpoint/2010/main" val="157904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1+#ppt_w/2"/>
                                          </p:val>
                                        </p:tav>
                                        <p:tav tm="100000">
                                          <p:val>
                                            <p:strVal val="#ppt_x"/>
                                          </p:val>
                                        </p:tav>
                                      </p:tavLst>
                                    </p:anim>
                                    <p:anim calcmode="lin" valueType="num">
                                      <p:cBhvr additive="base">
                                        <p:cTn id="17"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6E35-49E6-B4FC-D724-A3E8433ADFD4}"/>
              </a:ext>
            </a:extLst>
          </p:cNvPr>
          <p:cNvSpPr>
            <a:spLocks noGrp="1"/>
          </p:cNvSpPr>
          <p:nvPr>
            <p:ph type="title"/>
          </p:nvPr>
        </p:nvSpPr>
        <p:spPr/>
        <p:txBody>
          <a:bodyPr/>
          <a:lstStyle/>
          <a:p>
            <a:r>
              <a:rPr lang="en-GB" dirty="0"/>
              <a:t>Forming the good research question</a:t>
            </a:r>
          </a:p>
        </p:txBody>
      </p:sp>
      <p:sp>
        <p:nvSpPr>
          <p:cNvPr id="3" name="Content Placeholder 2">
            <a:extLst>
              <a:ext uri="{FF2B5EF4-FFF2-40B4-BE49-F238E27FC236}">
                <a16:creationId xmlns:a16="http://schemas.microsoft.com/office/drawing/2014/main" id="{AACD3776-E254-0993-1174-97CBAB31284A}"/>
              </a:ext>
            </a:extLst>
          </p:cNvPr>
          <p:cNvSpPr>
            <a:spLocks noGrp="1"/>
          </p:cNvSpPr>
          <p:nvPr>
            <p:ph sz="quarter" idx="1"/>
          </p:nvPr>
        </p:nvSpPr>
        <p:spPr>
          <a:xfrm>
            <a:off x="607967" y="1556792"/>
            <a:ext cx="7921752" cy="4997152"/>
          </a:xfrm>
        </p:spPr>
        <p:txBody>
          <a:bodyPr>
            <a:normAutofit fontScale="92500" lnSpcReduction="10000"/>
          </a:bodyPr>
          <a:lstStyle/>
          <a:p>
            <a:pPr marL="0" indent="0" algn="l">
              <a:buNone/>
            </a:pPr>
            <a:r>
              <a:rPr lang="en-US" sz="1600" b="0" i="1" dirty="0" err="1">
                <a:solidFill>
                  <a:srgbClr val="191919"/>
                </a:solidFill>
                <a:effectLst/>
              </a:rPr>
              <a:t>Hulley</a:t>
            </a:r>
            <a:r>
              <a:rPr lang="en-US" sz="1600" b="0" i="1" dirty="0">
                <a:solidFill>
                  <a:srgbClr val="191919"/>
                </a:solidFill>
                <a:effectLst/>
              </a:rPr>
              <a:t> et al. (2007) </a:t>
            </a:r>
            <a:r>
              <a:rPr lang="en-US" sz="1600" dirty="0"/>
              <a:t>Designing Clinical Research, 3rd Edition, </a:t>
            </a:r>
            <a:r>
              <a:rPr lang="en-US" sz="1600" b="0" i="1" dirty="0">
                <a:solidFill>
                  <a:srgbClr val="191919"/>
                </a:solidFill>
                <a:effectLst/>
              </a:rPr>
              <a:t>Suggest using a set of criteria- known as the “FINER” criteria-to find out if you have a good research question. The FINER criteria are outlined below:</a:t>
            </a:r>
          </a:p>
          <a:p>
            <a:pPr algn="l"/>
            <a:r>
              <a:rPr lang="en-US" sz="1600" b="1" i="0" dirty="0">
                <a:solidFill>
                  <a:srgbClr val="191919"/>
                </a:solidFill>
                <a:effectLst/>
              </a:rPr>
              <a:t>F – Feasible</a:t>
            </a:r>
            <a:br>
              <a:rPr lang="en-US" sz="1600" b="0" i="0" dirty="0">
                <a:solidFill>
                  <a:srgbClr val="191919"/>
                </a:solidFill>
                <a:effectLst/>
              </a:rPr>
            </a:br>
            <a:r>
              <a:rPr lang="en-US" sz="1500" b="0" i="0" dirty="0">
                <a:solidFill>
                  <a:srgbClr val="191919"/>
                </a:solidFill>
                <a:effectLst/>
              </a:rPr>
              <a:t>A good research question is feasible, which means that the question is well within the researcher’s ability to investigate. Researchers should be realistic about the scale of their research as well as their ability to collect data and complete the research with their skills and the resources available to them. It’s also wise to have a contingency plan in place in case problems arise.</a:t>
            </a:r>
          </a:p>
          <a:p>
            <a:r>
              <a:rPr lang="en-US" sz="1600" b="1" i="0" dirty="0">
                <a:solidFill>
                  <a:srgbClr val="191919"/>
                </a:solidFill>
                <a:effectLst/>
              </a:rPr>
              <a:t>I – Interesting</a:t>
            </a:r>
            <a:br>
              <a:rPr lang="en-US" sz="1600" b="0" i="0" dirty="0">
                <a:solidFill>
                  <a:srgbClr val="191919"/>
                </a:solidFill>
                <a:effectLst/>
              </a:rPr>
            </a:br>
            <a:r>
              <a:rPr lang="en-US" sz="1500" dirty="0">
                <a:solidFill>
                  <a:srgbClr val="191919"/>
                </a:solidFill>
              </a:rPr>
              <a:t>The ideal research question is interesting not only to the researcher but also to their peers and community. This interest boosts the researcher’s motivation to see the question answered. </a:t>
            </a:r>
          </a:p>
          <a:p>
            <a:pPr algn="l"/>
            <a:r>
              <a:rPr lang="en-US" sz="1600" b="1" i="0" dirty="0">
                <a:solidFill>
                  <a:srgbClr val="191919"/>
                </a:solidFill>
                <a:effectLst/>
              </a:rPr>
              <a:t>N – Novel</a:t>
            </a:r>
            <a:br>
              <a:rPr lang="en-US" sz="1600" b="0" i="0" dirty="0">
                <a:solidFill>
                  <a:srgbClr val="191919"/>
                </a:solidFill>
                <a:effectLst/>
              </a:rPr>
            </a:br>
            <a:r>
              <a:rPr lang="en-US" sz="1500" dirty="0">
                <a:solidFill>
                  <a:srgbClr val="191919"/>
                </a:solidFill>
              </a:rPr>
              <a:t>Your research question should be developed to bring new insights to the field of study you are investigating. The question may confirm or extend previous findings on the topic you are researching, for instance.</a:t>
            </a:r>
          </a:p>
          <a:p>
            <a:pPr algn="l"/>
            <a:r>
              <a:rPr lang="en-US" sz="1600" b="1" i="0" dirty="0">
                <a:solidFill>
                  <a:srgbClr val="191919"/>
                </a:solidFill>
                <a:effectLst/>
              </a:rPr>
              <a:t>E – Ethical</a:t>
            </a:r>
            <a:br>
              <a:rPr lang="en-US" sz="1600" b="0" i="0" dirty="0">
                <a:solidFill>
                  <a:srgbClr val="191919"/>
                </a:solidFill>
                <a:effectLst/>
              </a:rPr>
            </a:br>
            <a:r>
              <a:rPr lang="en-US" sz="1500" dirty="0">
                <a:solidFill>
                  <a:srgbClr val="191919"/>
                </a:solidFill>
              </a:rPr>
              <a:t>This is one of the more important considerations of making a research question. Your research question and your subsequent study must be something that review boards and the appropriate authorities will approve.</a:t>
            </a:r>
          </a:p>
          <a:p>
            <a:pPr algn="l"/>
            <a:r>
              <a:rPr lang="en-US" sz="1600" b="1" i="0" dirty="0">
                <a:solidFill>
                  <a:srgbClr val="191919"/>
                </a:solidFill>
                <a:effectLst/>
              </a:rPr>
              <a:t>R – Relevant</a:t>
            </a:r>
            <a:br>
              <a:rPr lang="en-US" sz="1600" b="0" i="0" dirty="0">
                <a:solidFill>
                  <a:srgbClr val="191919"/>
                </a:solidFill>
                <a:effectLst/>
              </a:rPr>
            </a:br>
            <a:r>
              <a:rPr lang="en-US" sz="1500" dirty="0">
                <a:solidFill>
                  <a:srgbClr val="191919"/>
                </a:solidFill>
              </a:rPr>
              <a:t>Aside from being interesting and novel, the research question should be relevant to the scientific community and people involved in your area of study. </a:t>
            </a:r>
          </a:p>
        </p:txBody>
      </p:sp>
      <p:pic>
        <p:nvPicPr>
          <p:cNvPr id="6" name="Picture 5" descr="Link to article">
            <a:hlinkClick r:id="rId2"/>
            <a:extLst>
              <a:ext uri="{FF2B5EF4-FFF2-40B4-BE49-F238E27FC236}">
                <a16:creationId xmlns:a16="http://schemas.microsoft.com/office/drawing/2014/main" id="{F6460ADB-C117-6DE1-4FD9-9F07FEB51DE0}"/>
              </a:ext>
            </a:extLst>
          </p:cNvPr>
          <p:cNvPicPr>
            <a:picLocks noChangeAspect="1"/>
          </p:cNvPicPr>
          <p:nvPr/>
        </p:nvPicPr>
        <p:blipFill>
          <a:blip r:embed="rId3"/>
          <a:stretch>
            <a:fillRect/>
          </a:stretch>
        </p:blipFill>
        <p:spPr>
          <a:xfrm>
            <a:off x="8377096" y="1700808"/>
            <a:ext cx="766904" cy="748350"/>
          </a:xfrm>
          <a:prstGeom prst="rect">
            <a:avLst/>
          </a:prstGeom>
        </p:spPr>
      </p:pic>
      <p:sp>
        <p:nvSpPr>
          <p:cNvPr id="4" name="Footer Placeholder 3">
            <a:extLst>
              <a:ext uri="{FF2B5EF4-FFF2-40B4-BE49-F238E27FC236}">
                <a16:creationId xmlns:a16="http://schemas.microsoft.com/office/drawing/2014/main" id="{FA5BDDC3-394C-9954-8E21-A050361E8B5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5BA3E30-9B22-5A8B-344C-F87ABBBF1E29}"/>
              </a:ext>
            </a:extLst>
          </p:cNvPr>
          <p:cNvSpPr>
            <a:spLocks noGrp="1"/>
          </p:cNvSpPr>
          <p:nvPr>
            <p:ph type="sldNum" sz="quarter" idx="4"/>
          </p:nvPr>
        </p:nvSpPr>
        <p:spPr/>
        <p:txBody>
          <a:bodyPr/>
          <a:lstStyle/>
          <a:p>
            <a:fld id="{9FD7ECCF-50E7-4327-B945-FA93FF7B2BEF}" type="slidenum">
              <a:rPr lang="en-US" smtClean="0"/>
              <a:pPr/>
              <a:t>15</a:t>
            </a:fld>
            <a:r>
              <a:rPr lang="en-GB"/>
              <a:t>/70</a:t>
            </a:r>
            <a:endParaRPr lang="en-US" dirty="0"/>
          </a:p>
        </p:txBody>
      </p:sp>
    </p:spTree>
    <p:extLst>
      <p:ext uri="{BB962C8B-B14F-4D97-AF65-F5344CB8AC3E}">
        <p14:creationId xmlns:p14="http://schemas.microsoft.com/office/powerpoint/2010/main" val="11446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4024-553D-87E1-85B9-9CB5C69A93AE}"/>
              </a:ext>
            </a:extLst>
          </p:cNvPr>
          <p:cNvSpPr>
            <a:spLocks noGrp="1"/>
          </p:cNvSpPr>
          <p:nvPr>
            <p:ph type="title"/>
          </p:nvPr>
        </p:nvSpPr>
        <p:spPr/>
        <p:txBody>
          <a:bodyPr/>
          <a:lstStyle/>
          <a:p>
            <a:r>
              <a:rPr lang="en-GB" dirty="0"/>
              <a:t>Question 1</a:t>
            </a:r>
          </a:p>
        </p:txBody>
      </p:sp>
      <p:sp>
        <p:nvSpPr>
          <p:cNvPr id="3" name="Content Placeholder 2">
            <a:extLst>
              <a:ext uri="{FF2B5EF4-FFF2-40B4-BE49-F238E27FC236}">
                <a16:creationId xmlns:a16="http://schemas.microsoft.com/office/drawing/2014/main" id="{71A9DC47-26D1-B4F2-52EA-44A558A4A7D7}"/>
              </a:ext>
            </a:extLst>
          </p:cNvPr>
          <p:cNvSpPr>
            <a:spLocks noGrp="1"/>
          </p:cNvSpPr>
          <p:nvPr>
            <p:ph sz="quarter" idx="1"/>
          </p:nvPr>
        </p:nvSpPr>
        <p:spPr/>
        <p:txBody>
          <a:bodyPr>
            <a:normAutofit fontScale="62500" lnSpcReduction="20000"/>
          </a:bodyPr>
          <a:lstStyle/>
          <a:p>
            <a:r>
              <a:rPr lang="en-GB" sz="3200" dirty="0"/>
              <a:t>What type of research question is this?</a:t>
            </a:r>
          </a:p>
          <a:p>
            <a:pPr lvl="1"/>
            <a:r>
              <a:rPr lang="en-GB" sz="2900" dirty="0"/>
              <a:t>Quantitative, Qualitative</a:t>
            </a:r>
          </a:p>
          <a:p>
            <a:r>
              <a:rPr lang="en-GB" sz="3200" dirty="0"/>
              <a:t>What type of behavioural research? </a:t>
            </a:r>
          </a:p>
          <a:p>
            <a:pPr lvl="1"/>
            <a:r>
              <a:rPr lang="en-GB" sz="2900" dirty="0"/>
              <a:t>Descriptive, Relational, Mixed</a:t>
            </a:r>
          </a:p>
          <a:p>
            <a:r>
              <a:rPr lang="en-GB" sz="3500" dirty="0"/>
              <a:t>Why?</a:t>
            </a:r>
          </a:p>
          <a:p>
            <a:endParaRPr lang="en-GB" sz="3200" dirty="0"/>
          </a:p>
          <a:p>
            <a:pPr marL="0" indent="0">
              <a:buNone/>
            </a:pPr>
            <a:r>
              <a:rPr lang="en-GB" sz="3200" dirty="0"/>
              <a:t>What are the self-reported levels of attention span among individuals aged 16 to 20 who use Snapchat daily at different frequencies?</a:t>
            </a:r>
          </a:p>
          <a:p>
            <a:pPr marL="0" indent="0">
              <a:buNone/>
            </a:pPr>
            <a:endParaRPr lang="en-GB" dirty="0"/>
          </a:p>
          <a:p>
            <a:r>
              <a:rPr lang="en-GB" b="1" dirty="0"/>
              <a:t>Quantitative: </a:t>
            </a:r>
            <a:r>
              <a:rPr lang="en-GB" dirty="0"/>
              <a:t>The question suggests collecting measurable data on attention span levels and Snapchat usage frequencies. This data can be numerically analysed to describe different levels of attention span across usage groups.</a:t>
            </a:r>
          </a:p>
          <a:p>
            <a:r>
              <a:rPr lang="en-GB" b="1" dirty="0"/>
              <a:t>Descriptive: </a:t>
            </a:r>
            <a:r>
              <a:rPr lang="en-GB" dirty="0"/>
              <a:t>The question is focused on describing the self-reported attention span levels for different groups based on Snapchat usage frequency. It does not imply a cause-effect relationship or seek to explore a correlation, making it descriptive.</a:t>
            </a:r>
          </a:p>
        </p:txBody>
      </p:sp>
      <p:sp>
        <p:nvSpPr>
          <p:cNvPr id="8" name="Footer Placeholder 7">
            <a:extLst>
              <a:ext uri="{FF2B5EF4-FFF2-40B4-BE49-F238E27FC236}">
                <a16:creationId xmlns:a16="http://schemas.microsoft.com/office/drawing/2014/main" id="{20A21626-4F62-FDF6-89EC-A7F6DC26740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8680951-9CEC-F4EC-3560-8EAD56EFC0C7}"/>
              </a:ext>
            </a:extLst>
          </p:cNvPr>
          <p:cNvSpPr>
            <a:spLocks noGrp="1"/>
          </p:cNvSpPr>
          <p:nvPr>
            <p:ph type="sldNum" sz="quarter" idx="4"/>
          </p:nvPr>
        </p:nvSpPr>
        <p:spPr/>
        <p:txBody>
          <a:bodyPr/>
          <a:lstStyle/>
          <a:p>
            <a:fld id="{9FD7ECCF-50E7-4327-B945-FA93FF7B2BEF}" type="slidenum">
              <a:rPr lang="en-US" smtClean="0"/>
              <a:pPr/>
              <a:t>16</a:t>
            </a:fld>
            <a:r>
              <a:rPr lang="en-GB"/>
              <a:t>/70</a:t>
            </a:r>
            <a:endParaRPr lang="en-US" dirty="0"/>
          </a:p>
        </p:txBody>
      </p:sp>
    </p:spTree>
    <p:extLst>
      <p:ext uri="{BB962C8B-B14F-4D97-AF65-F5344CB8AC3E}">
        <p14:creationId xmlns:p14="http://schemas.microsoft.com/office/powerpoint/2010/main" val="181913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4024-553D-87E1-85B9-9CB5C69A93AE}"/>
              </a:ext>
            </a:extLst>
          </p:cNvPr>
          <p:cNvSpPr>
            <a:spLocks noGrp="1"/>
          </p:cNvSpPr>
          <p:nvPr>
            <p:ph type="title"/>
          </p:nvPr>
        </p:nvSpPr>
        <p:spPr/>
        <p:txBody>
          <a:bodyPr/>
          <a:lstStyle/>
          <a:p>
            <a:r>
              <a:rPr lang="en-GB" dirty="0"/>
              <a:t>Question 2</a:t>
            </a:r>
          </a:p>
        </p:txBody>
      </p:sp>
      <p:sp>
        <p:nvSpPr>
          <p:cNvPr id="3" name="Content Placeholder 2">
            <a:extLst>
              <a:ext uri="{FF2B5EF4-FFF2-40B4-BE49-F238E27FC236}">
                <a16:creationId xmlns:a16="http://schemas.microsoft.com/office/drawing/2014/main" id="{71A9DC47-26D1-B4F2-52EA-44A558A4A7D7}"/>
              </a:ext>
            </a:extLst>
          </p:cNvPr>
          <p:cNvSpPr>
            <a:spLocks noGrp="1"/>
          </p:cNvSpPr>
          <p:nvPr>
            <p:ph sz="quarter" idx="1"/>
          </p:nvPr>
        </p:nvSpPr>
        <p:spPr>
          <a:xfrm>
            <a:off x="612648" y="1600200"/>
            <a:ext cx="8153400" cy="4853136"/>
          </a:xfrm>
        </p:spPr>
        <p:txBody>
          <a:bodyPr>
            <a:normAutofit fontScale="47500" lnSpcReduction="20000"/>
          </a:bodyPr>
          <a:lstStyle/>
          <a:p>
            <a:pPr>
              <a:lnSpc>
                <a:spcPct val="120000"/>
              </a:lnSpc>
              <a:spcBef>
                <a:spcPts val="600"/>
              </a:spcBef>
            </a:pPr>
            <a:r>
              <a:rPr lang="en-GB" sz="3200" dirty="0"/>
              <a:t>Turn the following question to relational research question and causal research question</a:t>
            </a:r>
          </a:p>
          <a:p>
            <a:pPr>
              <a:lnSpc>
                <a:spcPct val="120000"/>
              </a:lnSpc>
              <a:spcBef>
                <a:spcPts val="600"/>
              </a:spcBef>
            </a:pPr>
            <a:endParaRPr lang="en-GB" sz="1300" dirty="0"/>
          </a:p>
          <a:p>
            <a:pPr marL="0" indent="0">
              <a:buNone/>
            </a:pPr>
            <a:r>
              <a:rPr lang="en-GB" sz="3200" dirty="0"/>
              <a:t>“What are the self-reported levels of attention span among individuals aged 16 to 20 who use Snapchat daily at different frequencies?”</a:t>
            </a:r>
          </a:p>
          <a:p>
            <a:pPr marL="0" indent="0">
              <a:lnSpc>
                <a:spcPct val="120000"/>
              </a:lnSpc>
              <a:spcBef>
                <a:spcPts val="600"/>
              </a:spcBef>
              <a:buNone/>
            </a:pPr>
            <a:endParaRPr lang="en-GB" sz="2100" b="0" i="0" dirty="0">
              <a:solidFill>
                <a:srgbClr val="374151"/>
              </a:solidFill>
              <a:effectLst/>
              <a:latin typeface="Söhne"/>
            </a:endParaRPr>
          </a:p>
          <a:p>
            <a:r>
              <a:rPr lang="en-GB" b="1" dirty="0"/>
              <a:t>Relational Research Question: </a:t>
            </a:r>
          </a:p>
          <a:p>
            <a:pPr lvl="1"/>
            <a:r>
              <a:rPr lang="en-GB" sz="2500" dirty="0"/>
              <a:t>How does the frequency of Snapchat usage correlate with changes in the attention span of individuals aged 16 to 20?</a:t>
            </a:r>
          </a:p>
          <a:p>
            <a:pPr lvl="1"/>
            <a:r>
              <a:rPr lang="en-GB" dirty="0"/>
              <a:t>"Is there an impact of daily Snapchat use to the attention span of individuals aged 16 to 20?“</a:t>
            </a:r>
          </a:p>
          <a:p>
            <a:endParaRPr lang="en-GB" dirty="0"/>
          </a:p>
          <a:p>
            <a:pPr marL="320040" lvl="1" indent="0">
              <a:buNone/>
            </a:pPr>
            <a:r>
              <a:rPr lang="en-GB" sz="2900" dirty="0"/>
              <a:t>This is a relational research question because it focuses on the relation of the frequency of Snapchat usage to attention span</a:t>
            </a:r>
          </a:p>
          <a:p>
            <a:endParaRPr lang="en-GB" b="1" dirty="0"/>
          </a:p>
          <a:p>
            <a:r>
              <a:rPr lang="en-GB" b="1" dirty="0"/>
              <a:t>Causal Research Question:</a:t>
            </a:r>
          </a:p>
          <a:p>
            <a:pPr lvl="1"/>
            <a:r>
              <a:rPr lang="en-GB" dirty="0"/>
              <a:t>"To what extent does daily use of Snapchat cause changes in the attention span of individuals aged 16 to 20?“</a:t>
            </a:r>
          </a:p>
          <a:p>
            <a:pPr lvl="1"/>
            <a:r>
              <a:rPr lang="en-GB" dirty="0"/>
              <a:t>"How does daily use of Snapchat cause changes in the attention span of individuals aged 16 to 20?"</a:t>
            </a:r>
          </a:p>
          <a:p>
            <a:pPr lvl="1"/>
            <a:endParaRPr lang="en-GB" dirty="0"/>
          </a:p>
          <a:p>
            <a:pPr marL="320040" lvl="1" indent="0">
              <a:buNone/>
            </a:pPr>
            <a:r>
              <a:rPr lang="en-GB" sz="2900" dirty="0"/>
              <a:t>This question focuses more explicitly on understanding the causal relationship between Snapchat use and changes in attention span.</a:t>
            </a:r>
          </a:p>
          <a:p>
            <a:pPr marL="0" indent="0">
              <a:lnSpc>
                <a:spcPct val="120000"/>
              </a:lnSpc>
              <a:spcBef>
                <a:spcPts val="600"/>
              </a:spcBef>
              <a:buNone/>
            </a:pPr>
            <a:endParaRPr lang="en-GB" sz="3200" dirty="0"/>
          </a:p>
          <a:p>
            <a:pPr marL="0" indent="0">
              <a:lnSpc>
                <a:spcPct val="120000"/>
              </a:lnSpc>
              <a:spcBef>
                <a:spcPts val="600"/>
              </a:spcBef>
              <a:buNone/>
            </a:pPr>
            <a:r>
              <a:rPr lang="en-GB" sz="3200" dirty="0"/>
              <a:t>How would you study those?</a:t>
            </a:r>
          </a:p>
        </p:txBody>
      </p:sp>
      <p:sp>
        <p:nvSpPr>
          <p:cNvPr id="7" name="Footer Placeholder 6">
            <a:extLst>
              <a:ext uri="{FF2B5EF4-FFF2-40B4-BE49-F238E27FC236}">
                <a16:creationId xmlns:a16="http://schemas.microsoft.com/office/drawing/2014/main" id="{09BD351F-B09C-E62E-8A80-B0A3EF399C2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87C1050-C64A-25EC-AFA8-BD2750AD71A9}"/>
              </a:ext>
            </a:extLst>
          </p:cNvPr>
          <p:cNvSpPr>
            <a:spLocks noGrp="1"/>
          </p:cNvSpPr>
          <p:nvPr>
            <p:ph type="sldNum" sz="quarter" idx="4"/>
          </p:nvPr>
        </p:nvSpPr>
        <p:spPr/>
        <p:txBody>
          <a:bodyPr/>
          <a:lstStyle/>
          <a:p>
            <a:fld id="{9FD7ECCF-50E7-4327-B945-FA93FF7B2BEF}" type="slidenum">
              <a:rPr lang="en-US" smtClean="0"/>
              <a:pPr/>
              <a:t>17</a:t>
            </a:fld>
            <a:r>
              <a:rPr lang="en-GB"/>
              <a:t>/70</a:t>
            </a:r>
            <a:endParaRPr lang="en-US" dirty="0"/>
          </a:p>
        </p:txBody>
      </p:sp>
    </p:spTree>
    <p:extLst>
      <p:ext uri="{BB962C8B-B14F-4D97-AF65-F5344CB8AC3E}">
        <p14:creationId xmlns:p14="http://schemas.microsoft.com/office/powerpoint/2010/main" val="200830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6" end="16"/>
                                            </p:txEl>
                                          </p:spTgt>
                                        </p:tgtEl>
                                        <p:attrNameLst>
                                          <p:attrName>style.visibility</p:attrName>
                                        </p:attrNameLst>
                                      </p:cBhvr>
                                      <p:to>
                                        <p:strVal val="visible"/>
                                      </p:to>
                                    </p:set>
                                    <p:anim calcmode="lin" valueType="num">
                                      <p:cBhvr additive="base">
                                        <p:cTn id="1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3BD9-3142-BF9A-31E0-09D9C5DFFB08}"/>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Some examples of Bad &amp; Good Research questions</a:t>
            </a:r>
          </a:p>
        </p:txBody>
      </p:sp>
      <p:sp>
        <p:nvSpPr>
          <p:cNvPr id="3" name="Content Placeholder 2">
            <a:extLst>
              <a:ext uri="{FF2B5EF4-FFF2-40B4-BE49-F238E27FC236}">
                <a16:creationId xmlns:a16="http://schemas.microsoft.com/office/drawing/2014/main" id="{673294C9-F49D-C67C-728B-5D88B23C942B}"/>
              </a:ext>
            </a:extLst>
          </p:cNvPr>
          <p:cNvSpPr>
            <a:spLocks noGrp="1"/>
          </p:cNvSpPr>
          <p:nvPr>
            <p:ph sz="quarter" idx="1"/>
          </p:nvPr>
        </p:nvSpPr>
        <p:spPr>
          <a:xfrm>
            <a:off x="612648" y="1600200"/>
            <a:ext cx="8153400" cy="4648006"/>
          </a:xfrm>
        </p:spPr>
        <p:txBody>
          <a:bodyPr>
            <a:normAutofit fontScale="55000" lnSpcReduction="20000"/>
          </a:bodyPr>
          <a:lstStyle/>
          <a:p>
            <a:endParaRPr lang="en-US" b="0" i="0" dirty="0">
              <a:solidFill>
                <a:srgbClr val="191919"/>
              </a:solidFill>
              <a:effectLst/>
            </a:endParaRPr>
          </a:p>
          <a:p>
            <a:r>
              <a:rPr lang="en-US" b="1" dirty="0"/>
              <a:t>Bad:</a:t>
            </a:r>
            <a:r>
              <a:rPr lang="en-US" dirty="0"/>
              <a:t> Has there been an increase in purchases in a website in the past 5 months?</a:t>
            </a:r>
          </a:p>
          <a:p>
            <a:r>
              <a:rPr lang="en-US" dirty="0"/>
              <a:t>Why?</a:t>
            </a:r>
          </a:p>
          <a:p>
            <a:pPr marL="640080" lvl="2" indent="0">
              <a:buNone/>
            </a:pPr>
            <a:r>
              <a:rPr lang="en-GB" i="1" dirty="0"/>
              <a:t>1. Lack of Specificity: The question is vague about what kind of "purchases" are being measured (e.g., total sales, number of unique transactions, specific product categories).</a:t>
            </a:r>
          </a:p>
          <a:p>
            <a:pPr marL="640080" lvl="2" indent="0">
              <a:buNone/>
            </a:pPr>
            <a:r>
              <a:rPr lang="en-GB" i="1" dirty="0"/>
              <a:t>2. Missing Comparison Basis: It asks whether there has been an increase in the past five months, but it doesn’t specify what this period should be compared to (e.g., the previous five months, the same period last year).</a:t>
            </a:r>
          </a:p>
          <a:p>
            <a:pPr marL="640080" lvl="2" indent="0">
              <a:buNone/>
            </a:pPr>
            <a:r>
              <a:rPr lang="en-GB" i="1" dirty="0"/>
              <a:t>3. Potential for Simple Data Analysis: This question could be answered with a simple descriptive data comparison rather than a research study, which may not yield insightful results unless further context is provided.</a:t>
            </a:r>
          </a:p>
          <a:p>
            <a:pPr marL="640080" lvl="2" indent="0">
              <a:buNone/>
            </a:pPr>
            <a:endParaRPr lang="en-GB" i="1" dirty="0"/>
          </a:p>
          <a:p>
            <a:r>
              <a:rPr lang="en-US" b="1" dirty="0">
                <a:solidFill>
                  <a:schemeClr val="bg1"/>
                </a:solidFill>
                <a:highlight>
                  <a:srgbClr val="008000"/>
                </a:highlight>
              </a:rPr>
              <a:t>Good:</a:t>
            </a:r>
            <a:r>
              <a:rPr lang="en-US" dirty="0">
                <a:solidFill>
                  <a:schemeClr val="bg1"/>
                </a:solidFill>
                <a:highlight>
                  <a:srgbClr val="008000"/>
                </a:highlight>
              </a:rPr>
              <a:t> How the deployment of the new website affected purchase level in male and female population in specific categories of items in the past 5 months?</a:t>
            </a:r>
          </a:p>
          <a:p>
            <a:endParaRPr lang="en-US" dirty="0"/>
          </a:p>
          <a:p>
            <a:r>
              <a:rPr lang="en-US" b="1" dirty="0"/>
              <a:t>Bad: </a:t>
            </a:r>
            <a:r>
              <a:rPr lang="en-US" dirty="0"/>
              <a:t>Users want to be able to filter products by </a:t>
            </a:r>
            <a:r>
              <a:rPr lang="en-US" dirty="0" err="1"/>
              <a:t>colour</a:t>
            </a:r>
            <a:endParaRPr lang="en-US" dirty="0"/>
          </a:p>
          <a:p>
            <a:r>
              <a:rPr lang="en-US" b="1" dirty="0"/>
              <a:t>Better: </a:t>
            </a:r>
            <a:r>
              <a:rPr lang="en-US" dirty="0">
                <a:solidFill>
                  <a:srgbClr val="191919"/>
                </a:solidFill>
              </a:rPr>
              <a:t>Adding a </a:t>
            </a:r>
            <a:r>
              <a:rPr lang="en-US" dirty="0" err="1">
                <a:solidFill>
                  <a:srgbClr val="191919"/>
                </a:solidFill>
              </a:rPr>
              <a:t>colour</a:t>
            </a:r>
            <a:r>
              <a:rPr lang="en-US" dirty="0">
                <a:solidFill>
                  <a:srgbClr val="191919"/>
                </a:solidFill>
              </a:rPr>
              <a:t> filter would make it easier for users to find the right products</a:t>
            </a:r>
          </a:p>
          <a:p>
            <a:r>
              <a:rPr lang="en-US" b="1" dirty="0"/>
              <a:t>Good: </a:t>
            </a:r>
            <a:r>
              <a:rPr lang="en-GB" dirty="0"/>
              <a:t>How does the ability to filter products by colour impact user satisfaction and support users to find the product they are looking for?</a:t>
            </a:r>
          </a:p>
        </p:txBody>
      </p:sp>
      <p:sp>
        <p:nvSpPr>
          <p:cNvPr id="4" name="Footer Placeholder 3">
            <a:extLst>
              <a:ext uri="{FF2B5EF4-FFF2-40B4-BE49-F238E27FC236}">
                <a16:creationId xmlns:a16="http://schemas.microsoft.com/office/drawing/2014/main" id="{0195FD2E-9D0D-7DBA-249C-59FE0A681F4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DECCF0C4-C871-3A89-C92E-6665B12403E3}"/>
              </a:ext>
            </a:extLst>
          </p:cNvPr>
          <p:cNvSpPr>
            <a:spLocks noGrp="1"/>
          </p:cNvSpPr>
          <p:nvPr>
            <p:ph type="sldNum" sz="quarter" idx="4"/>
          </p:nvPr>
        </p:nvSpPr>
        <p:spPr/>
        <p:txBody>
          <a:bodyPr/>
          <a:lstStyle/>
          <a:p>
            <a:fld id="{9FD7ECCF-50E7-4327-B945-FA93FF7B2BEF}" type="slidenum">
              <a:rPr lang="en-US" smtClean="0"/>
              <a:pPr/>
              <a:t>18</a:t>
            </a:fld>
            <a:r>
              <a:rPr lang="en-GB"/>
              <a:t>/70</a:t>
            </a:r>
            <a:endParaRPr lang="en-US" dirty="0"/>
          </a:p>
        </p:txBody>
      </p:sp>
    </p:spTree>
    <p:extLst>
      <p:ext uri="{BB962C8B-B14F-4D97-AF65-F5344CB8AC3E}">
        <p14:creationId xmlns:p14="http://schemas.microsoft.com/office/powerpoint/2010/main" val="347283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 calcmode="lin" valueType="num">
                                      <p:cBhvr additive="base">
                                        <p:cTn id="49" dur="500" fill="hold"/>
                                        <p:tgtEl>
                                          <p:spTgt spid="3">
                                            <p:txEl>
                                              <p:pRg st="11" end="1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C36-0754-BAAC-BF5D-7AEE6ABDF367}"/>
              </a:ext>
            </a:extLst>
          </p:cNvPr>
          <p:cNvSpPr>
            <a:spLocks noGrp="1"/>
          </p:cNvSpPr>
          <p:nvPr>
            <p:ph type="title"/>
          </p:nvPr>
        </p:nvSpPr>
        <p:spPr>
          <a:xfrm>
            <a:off x="612648" y="116632"/>
            <a:ext cx="8279832" cy="990600"/>
          </a:xfrm>
        </p:spPr>
        <p:txBody>
          <a:bodyPr>
            <a:noAutofit/>
          </a:bodyPr>
          <a:lstStyle/>
          <a:p>
            <a:pPr>
              <a:lnSpc>
                <a:spcPts val="3500"/>
              </a:lnSpc>
            </a:pPr>
            <a:r>
              <a:rPr lang="en-US" sz="3600" dirty="0"/>
              <a:t>Frameworks used to develop the research question in traditional research</a:t>
            </a:r>
            <a:endParaRPr lang="en-GB" sz="3600" dirty="0"/>
          </a:p>
        </p:txBody>
      </p:sp>
      <p:graphicFrame>
        <p:nvGraphicFramePr>
          <p:cNvPr id="6" name="Table 6">
            <a:extLst>
              <a:ext uri="{FF2B5EF4-FFF2-40B4-BE49-F238E27FC236}">
                <a16:creationId xmlns:a16="http://schemas.microsoft.com/office/drawing/2014/main" id="{3936AC60-773E-6321-FF73-C8C97B8FBB3E}"/>
              </a:ext>
            </a:extLst>
          </p:cNvPr>
          <p:cNvGraphicFramePr>
            <a:graphicFrameLocks noGrp="1"/>
          </p:cNvGraphicFramePr>
          <p:nvPr>
            <p:ph sz="quarter" idx="1"/>
            <p:extLst>
              <p:ext uri="{D42A27DB-BD31-4B8C-83A1-F6EECF244321}">
                <p14:modId xmlns:p14="http://schemas.microsoft.com/office/powerpoint/2010/main" val="2354816130"/>
              </p:ext>
            </p:extLst>
          </p:nvPr>
        </p:nvGraphicFramePr>
        <p:xfrm>
          <a:off x="611560" y="1600200"/>
          <a:ext cx="7416825" cy="2074547"/>
        </p:xfrm>
        <a:graphic>
          <a:graphicData uri="http://schemas.openxmlformats.org/drawingml/2006/table">
            <a:tbl>
              <a:tblPr firstRow="1" bandRow="1">
                <a:tableStyleId>{00A15C55-8517-42AA-B614-E9B94910E393}</a:tableStyleId>
              </a:tblPr>
              <a:tblGrid>
                <a:gridCol w="2473085">
                  <a:extLst>
                    <a:ext uri="{9D8B030D-6E8A-4147-A177-3AD203B41FA5}">
                      <a16:colId xmlns:a16="http://schemas.microsoft.com/office/drawing/2014/main" val="1689776631"/>
                    </a:ext>
                  </a:extLst>
                </a:gridCol>
                <a:gridCol w="2471870">
                  <a:extLst>
                    <a:ext uri="{9D8B030D-6E8A-4147-A177-3AD203B41FA5}">
                      <a16:colId xmlns:a16="http://schemas.microsoft.com/office/drawing/2014/main" val="362398451"/>
                    </a:ext>
                  </a:extLst>
                </a:gridCol>
                <a:gridCol w="2471870">
                  <a:extLst>
                    <a:ext uri="{9D8B030D-6E8A-4147-A177-3AD203B41FA5}">
                      <a16:colId xmlns:a16="http://schemas.microsoft.com/office/drawing/2014/main" val="3068899186"/>
                    </a:ext>
                  </a:extLst>
                </a:gridCol>
              </a:tblGrid>
              <a:tr h="821811">
                <a:tc>
                  <a:txBody>
                    <a:bodyPr/>
                    <a:lstStyle/>
                    <a:p>
                      <a:pPr algn="l" fontAlgn="b">
                        <a:spcBef>
                          <a:spcPts val="1200"/>
                        </a:spcBef>
                        <a:spcAft>
                          <a:spcPts val="600"/>
                        </a:spcAft>
                      </a:pPr>
                      <a:r>
                        <a:rPr lang="en-GB" dirty="0">
                          <a:effectLst/>
                        </a:rPr>
                        <a:t>Health</a:t>
                      </a:r>
                    </a:p>
                  </a:txBody>
                  <a:tcPr marL="43543" marR="43543" marT="43543" marB="43543" anchor="b"/>
                </a:tc>
                <a:tc>
                  <a:txBody>
                    <a:bodyPr/>
                    <a:lstStyle/>
                    <a:p>
                      <a:pPr algn="l" fontAlgn="b">
                        <a:spcBef>
                          <a:spcPts val="1200"/>
                        </a:spcBef>
                        <a:spcAft>
                          <a:spcPts val="600"/>
                        </a:spcAft>
                      </a:pPr>
                      <a:r>
                        <a:rPr lang="en-GB" dirty="0">
                          <a:effectLst/>
                        </a:rPr>
                        <a:t>Social Sciences</a:t>
                      </a:r>
                    </a:p>
                  </a:txBody>
                  <a:tcPr marL="43543" marR="43543" marT="43543" marB="43543" anchor="b"/>
                </a:tc>
                <a:tc>
                  <a:txBody>
                    <a:bodyPr/>
                    <a:lstStyle/>
                    <a:p>
                      <a:pPr algn="l" fontAlgn="b">
                        <a:spcBef>
                          <a:spcPts val="1200"/>
                        </a:spcBef>
                        <a:spcAft>
                          <a:spcPts val="600"/>
                        </a:spcAft>
                      </a:pPr>
                      <a:r>
                        <a:rPr lang="en-GB">
                          <a:effectLst/>
                        </a:rPr>
                        <a:t>Interdisciplinary</a:t>
                      </a:r>
                    </a:p>
                  </a:txBody>
                  <a:tcPr marL="43543" marR="43543" marT="43543" marB="43543" anchor="b"/>
                </a:tc>
                <a:extLst>
                  <a:ext uri="{0D108BD9-81ED-4DB2-BD59-A6C34878D82A}">
                    <a16:rowId xmlns:a16="http://schemas.microsoft.com/office/drawing/2014/main" val="126609527"/>
                  </a:ext>
                </a:extLst>
              </a:tr>
              <a:tr h="430925">
                <a:tc>
                  <a:txBody>
                    <a:bodyPr/>
                    <a:lstStyle/>
                    <a:p>
                      <a:pPr fontAlgn="t">
                        <a:spcBef>
                          <a:spcPts val="1200"/>
                        </a:spcBef>
                        <a:spcAft>
                          <a:spcPts val="600"/>
                        </a:spcAft>
                        <a:buFont typeface="Arial" panose="020B0604020202020204" pitchFamily="34" charset="0"/>
                        <a:buNone/>
                      </a:pPr>
                      <a:r>
                        <a:rPr lang="en-GB" dirty="0">
                          <a:effectLst/>
                        </a:rPr>
                        <a:t>PICO(T)</a:t>
                      </a:r>
                    </a:p>
                  </a:txBody>
                  <a:tcPr marL="43543" marR="43543" marT="43543" marB="43543"/>
                </a:tc>
                <a:tc>
                  <a:txBody>
                    <a:bodyPr/>
                    <a:lstStyle/>
                    <a:p>
                      <a:pPr fontAlgn="t">
                        <a:spcBef>
                          <a:spcPts val="1200"/>
                        </a:spcBef>
                        <a:spcAft>
                          <a:spcPts val="600"/>
                        </a:spcAft>
                        <a:buFont typeface="Arial" panose="020B0604020202020204" pitchFamily="34" charset="0"/>
                        <a:buNone/>
                      </a:pPr>
                      <a:r>
                        <a:rPr lang="en-GB" dirty="0">
                          <a:effectLst/>
                        </a:rPr>
                        <a:t>SPICE</a:t>
                      </a:r>
                    </a:p>
                  </a:txBody>
                  <a:tcPr marL="43543" marR="43543" marT="43543" marB="43543"/>
                </a:tc>
                <a:tc>
                  <a:txBody>
                    <a:bodyPr/>
                    <a:lstStyle/>
                    <a:p>
                      <a:pPr fontAlgn="t">
                        <a:spcBef>
                          <a:spcPts val="1200"/>
                        </a:spcBef>
                        <a:spcAft>
                          <a:spcPts val="600"/>
                        </a:spcAft>
                        <a:buFont typeface="Arial" panose="020B0604020202020204" pitchFamily="34" charset="0"/>
                        <a:buNone/>
                      </a:pPr>
                      <a:r>
                        <a:rPr lang="en-GB" dirty="0">
                          <a:effectLst/>
                        </a:rPr>
                        <a:t>WWH</a:t>
                      </a:r>
                    </a:p>
                  </a:txBody>
                  <a:tcPr marL="43543" marR="43543" marT="43543" marB="43543"/>
                </a:tc>
                <a:extLst>
                  <a:ext uri="{0D108BD9-81ED-4DB2-BD59-A6C34878D82A}">
                    <a16:rowId xmlns:a16="http://schemas.microsoft.com/office/drawing/2014/main" val="3681025864"/>
                  </a:ext>
                </a:extLst>
              </a:tr>
              <a:tr h="821811">
                <a:tc>
                  <a:txBody>
                    <a:bodyPr/>
                    <a:lstStyle/>
                    <a:p>
                      <a:pPr fontAlgn="t">
                        <a:spcBef>
                          <a:spcPts val="1200"/>
                        </a:spcBef>
                        <a:spcAft>
                          <a:spcPts val="600"/>
                        </a:spcAft>
                        <a:buFont typeface="Arial" panose="020B0604020202020204" pitchFamily="34" charset="0"/>
                        <a:buNone/>
                      </a:pPr>
                      <a:r>
                        <a:rPr lang="en-GB" dirty="0">
                          <a:effectLst/>
                        </a:rPr>
                        <a:t>PHICOC</a:t>
                      </a:r>
                    </a:p>
                  </a:txBody>
                  <a:tcPr marL="43543" marR="43543" marT="43543" marB="43543" anchor="b"/>
                </a:tc>
                <a:tc>
                  <a:txBody>
                    <a:bodyPr/>
                    <a:lstStyle/>
                    <a:p>
                      <a:pPr fontAlgn="t">
                        <a:spcBef>
                          <a:spcPts val="1200"/>
                        </a:spcBef>
                        <a:spcAft>
                          <a:spcPts val="600"/>
                        </a:spcAft>
                        <a:buFont typeface="Arial" panose="020B0604020202020204" pitchFamily="34" charset="0"/>
                        <a:buNone/>
                      </a:pPr>
                      <a:r>
                        <a:rPr lang="en-GB" dirty="0">
                          <a:effectLst/>
                        </a:rPr>
                        <a:t>PIECE</a:t>
                      </a:r>
                    </a:p>
                  </a:txBody>
                  <a:tcPr marL="43543" marR="43543" marT="43543" marB="43543" anchor="b"/>
                </a:tc>
                <a:tc>
                  <a:txBody>
                    <a:bodyPr/>
                    <a:lstStyle/>
                    <a:p>
                      <a:pPr algn="l" fontAlgn="b">
                        <a:spcBef>
                          <a:spcPts val="1200"/>
                        </a:spcBef>
                        <a:spcAft>
                          <a:spcPts val="600"/>
                        </a:spcAft>
                      </a:pPr>
                      <a:r>
                        <a:rPr lang="en-GB" dirty="0">
                          <a:effectLst/>
                        </a:rPr>
                        <a:t>PROPHET</a:t>
                      </a:r>
                    </a:p>
                  </a:txBody>
                  <a:tcPr marL="43543" marR="43543" marT="43543" marB="43543" anchor="b"/>
                </a:tc>
                <a:extLst>
                  <a:ext uri="{0D108BD9-81ED-4DB2-BD59-A6C34878D82A}">
                    <a16:rowId xmlns:a16="http://schemas.microsoft.com/office/drawing/2014/main" val="142641989"/>
                  </a:ext>
                </a:extLst>
              </a:tr>
            </a:tbl>
          </a:graphicData>
        </a:graphic>
      </p:graphicFrame>
      <p:pic>
        <p:nvPicPr>
          <p:cNvPr id="7" name="Picture 6" descr="Link to article">
            <a:hlinkClick r:id="rId2"/>
            <a:extLst>
              <a:ext uri="{FF2B5EF4-FFF2-40B4-BE49-F238E27FC236}">
                <a16:creationId xmlns:a16="http://schemas.microsoft.com/office/drawing/2014/main" id="{67B7EC43-2345-C684-687E-8759C04AB218}"/>
              </a:ext>
            </a:extLst>
          </p:cNvPr>
          <p:cNvPicPr>
            <a:picLocks noChangeAspect="1"/>
          </p:cNvPicPr>
          <p:nvPr/>
        </p:nvPicPr>
        <p:blipFill>
          <a:blip r:embed="rId3"/>
          <a:stretch>
            <a:fillRect/>
          </a:stretch>
        </p:blipFill>
        <p:spPr>
          <a:xfrm>
            <a:off x="8377096" y="1700808"/>
            <a:ext cx="766904" cy="748350"/>
          </a:xfrm>
          <a:prstGeom prst="rect">
            <a:avLst/>
          </a:prstGeom>
        </p:spPr>
      </p:pic>
      <p:pic>
        <p:nvPicPr>
          <p:cNvPr id="8" name="Picture 7" descr="Link to article">
            <a:hlinkClick r:id="rId4"/>
            <a:extLst>
              <a:ext uri="{FF2B5EF4-FFF2-40B4-BE49-F238E27FC236}">
                <a16:creationId xmlns:a16="http://schemas.microsoft.com/office/drawing/2014/main" id="{7BD0FD92-85D1-E0E4-B9AC-9D7E6AA8EDE1}"/>
              </a:ext>
            </a:extLst>
          </p:cNvPr>
          <p:cNvPicPr>
            <a:picLocks noChangeAspect="1"/>
          </p:cNvPicPr>
          <p:nvPr/>
        </p:nvPicPr>
        <p:blipFill>
          <a:blip r:embed="rId3"/>
          <a:stretch>
            <a:fillRect/>
          </a:stretch>
        </p:blipFill>
        <p:spPr>
          <a:xfrm>
            <a:off x="4644008" y="4725144"/>
            <a:ext cx="766904" cy="748350"/>
          </a:xfrm>
          <a:prstGeom prst="rect">
            <a:avLst/>
          </a:prstGeom>
        </p:spPr>
      </p:pic>
      <p:sp>
        <p:nvSpPr>
          <p:cNvPr id="9" name="TextBox 8">
            <a:extLst>
              <a:ext uri="{FF2B5EF4-FFF2-40B4-BE49-F238E27FC236}">
                <a16:creationId xmlns:a16="http://schemas.microsoft.com/office/drawing/2014/main" id="{DD8D4E06-FE6F-B9D6-B96E-BE0AB70829AF}"/>
              </a:ext>
            </a:extLst>
          </p:cNvPr>
          <p:cNvSpPr txBox="1"/>
          <p:nvPr/>
        </p:nvSpPr>
        <p:spPr>
          <a:xfrm>
            <a:off x="543105" y="4941168"/>
            <a:ext cx="3690241" cy="400110"/>
          </a:xfrm>
          <a:prstGeom prst="rect">
            <a:avLst/>
          </a:prstGeom>
          <a:noFill/>
        </p:spPr>
        <p:txBody>
          <a:bodyPr wrap="none" rtlCol="0">
            <a:spAutoFit/>
          </a:bodyPr>
          <a:lstStyle/>
          <a:p>
            <a:r>
              <a:rPr lang="en-GB" sz="2000" dirty="0">
                <a:latin typeface="+mn-lt"/>
              </a:rPr>
              <a:t>Frameworks for research questions</a:t>
            </a:r>
          </a:p>
        </p:txBody>
      </p:sp>
      <p:sp>
        <p:nvSpPr>
          <p:cNvPr id="3" name="Footer Placeholder 2">
            <a:extLst>
              <a:ext uri="{FF2B5EF4-FFF2-40B4-BE49-F238E27FC236}">
                <a16:creationId xmlns:a16="http://schemas.microsoft.com/office/drawing/2014/main" id="{63A08BA6-0A41-D875-B648-7350DC6522A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688210DB-C543-0B0E-37BC-261A383985A6}"/>
              </a:ext>
            </a:extLst>
          </p:cNvPr>
          <p:cNvSpPr>
            <a:spLocks noGrp="1"/>
          </p:cNvSpPr>
          <p:nvPr>
            <p:ph type="sldNum" sz="quarter" idx="4"/>
          </p:nvPr>
        </p:nvSpPr>
        <p:spPr/>
        <p:txBody>
          <a:bodyPr/>
          <a:lstStyle/>
          <a:p>
            <a:fld id="{9FD7ECCF-50E7-4327-B945-FA93FF7B2BEF}" type="slidenum">
              <a:rPr lang="en-US" smtClean="0"/>
              <a:pPr/>
              <a:t>19</a:t>
            </a:fld>
            <a:r>
              <a:rPr lang="en-GB"/>
              <a:t>/70</a:t>
            </a:r>
            <a:endParaRPr lang="en-US" dirty="0"/>
          </a:p>
        </p:txBody>
      </p:sp>
    </p:spTree>
    <p:extLst>
      <p:ext uri="{BB962C8B-B14F-4D97-AF65-F5344CB8AC3E}">
        <p14:creationId xmlns:p14="http://schemas.microsoft.com/office/powerpoint/2010/main" val="3061001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271A8-D63C-3077-60EF-6E1C0B37C2EA}"/>
              </a:ext>
            </a:extLst>
          </p:cNvPr>
          <p:cNvSpPr>
            <a:spLocks noGrp="1"/>
          </p:cNvSpPr>
          <p:nvPr>
            <p:ph type="title"/>
          </p:nvPr>
        </p:nvSpPr>
        <p:spPr/>
        <p:txBody>
          <a:bodyPr/>
          <a:lstStyle/>
          <a:p>
            <a:r>
              <a:rPr lang="en-GB" dirty="0"/>
              <a:t>LEAN UX</a:t>
            </a:r>
          </a:p>
        </p:txBody>
      </p:sp>
      <p:sp>
        <p:nvSpPr>
          <p:cNvPr id="3" name="Content Placeholder 2">
            <a:extLst>
              <a:ext uri="{FF2B5EF4-FFF2-40B4-BE49-F238E27FC236}">
                <a16:creationId xmlns:a16="http://schemas.microsoft.com/office/drawing/2014/main" id="{F55DE30A-17C9-B19E-B1B5-6A432FB0DF3E}"/>
              </a:ext>
            </a:extLst>
          </p:cNvPr>
          <p:cNvSpPr>
            <a:spLocks noGrp="1"/>
          </p:cNvSpPr>
          <p:nvPr>
            <p:ph sz="quarter" idx="1"/>
          </p:nvPr>
        </p:nvSpPr>
        <p:spPr>
          <a:xfrm>
            <a:off x="612648" y="1600200"/>
            <a:ext cx="8153400" cy="2793504"/>
          </a:xfrm>
        </p:spPr>
        <p:txBody>
          <a:bodyPr>
            <a:normAutofit fontScale="85000" lnSpcReduction="20000"/>
          </a:bodyPr>
          <a:lstStyle/>
          <a:p>
            <a:r>
              <a:rPr lang="en-US" dirty="0"/>
              <a:t>Lean UX is focused on the experience under design </a:t>
            </a:r>
            <a:r>
              <a:rPr lang="en-GB" dirty="0"/>
              <a:t>where user feedback is incorporated quickly to validate ideas.</a:t>
            </a:r>
            <a:endParaRPr lang="en-US" dirty="0"/>
          </a:p>
          <a:p>
            <a:r>
              <a:rPr lang="en-US" dirty="0"/>
              <a:t>The core objective is to focus on </a:t>
            </a:r>
            <a:r>
              <a:rPr lang="en-US" b="1" dirty="0"/>
              <a:t>obtaining feedback as early as possible</a:t>
            </a:r>
            <a:r>
              <a:rPr lang="en-US" dirty="0"/>
              <a:t> so that it can be used to make quick decisions. </a:t>
            </a:r>
          </a:p>
          <a:p>
            <a:r>
              <a:rPr lang="en-US" dirty="0"/>
              <a:t>The nature of Agile development is to work in rapid, iterative cycles and Lean UX mimics these cycles to ensure that data generated can be used in each iteration.</a:t>
            </a:r>
          </a:p>
          <a:p>
            <a:endParaRPr lang="en-US" dirty="0"/>
          </a:p>
          <a:p>
            <a:endParaRPr lang="en-US" dirty="0">
              <a:solidFill>
                <a:srgbClr val="2B2B2B"/>
              </a:solidFill>
              <a:latin typeface="Merriweather" panose="020B0604020202020204" pitchFamily="2" charset="0"/>
            </a:endParaRPr>
          </a:p>
        </p:txBody>
      </p:sp>
      <p:sp>
        <p:nvSpPr>
          <p:cNvPr id="4" name="Footer Placeholder 3">
            <a:extLst>
              <a:ext uri="{FF2B5EF4-FFF2-40B4-BE49-F238E27FC236}">
                <a16:creationId xmlns:a16="http://schemas.microsoft.com/office/drawing/2014/main" id="{59A736AA-BEEC-8509-EBF4-C2B95186201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0F86003-1A50-0517-BF22-9C9DD5801CF8}"/>
              </a:ext>
            </a:extLst>
          </p:cNvPr>
          <p:cNvSpPr>
            <a:spLocks noGrp="1"/>
          </p:cNvSpPr>
          <p:nvPr>
            <p:ph type="sldNum" sz="quarter" idx="4"/>
          </p:nvPr>
        </p:nvSpPr>
        <p:spPr/>
        <p:txBody>
          <a:bodyPr/>
          <a:lstStyle/>
          <a:p>
            <a:fld id="{9FD7ECCF-50E7-4327-B945-FA93FF7B2BEF}" type="slidenum">
              <a:rPr lang="en-US" smtClean="0"/>
              <a:pPr/>
              <a:t>20</a:t>
            </a:fld>
            <a:r>
              <a:rPr lang="en-GB"/>
              <a:t>/70</a:t>
            </a:r>
            <a:endParaRPr lang="en-US" dirty="0"/>
          </a:p>
        </p:txBody>
      </p:sp>
    </p:spTree>
    <p:extLst>
      <p:ext uri="{BB962C8B-B14F-4D97-AF65-F5344CB8AC3E}">
        <p14:creationId xmlns:p14="http://schemas.microsoft.com/office/powerpoint/2010/main" val="3316845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271A8-D63C-3077-60EF-6E1C0B37C2EA}"/>
              </a:ext>
            </a:extLst>
          </p:cNvPr>
          <p:cNvSpPr>
            <a:spLocks noGrp="1"/>
          </p:cNvSpPr>
          <p:nvPr>
            <p:ph type="title"/>
          </p:nvPr>
        </p:nvSpPr>
        <p:spPr/>
        <p:txBody>
          <a:bodyPr/>
          <a:lstStyle/>
          <a:p>
            <a:r>
              <a:rPr lang="en-GB" dirty="0"/>
              <a:t>LEAN UX</a:t>
            </a:r>
          </a:p>
        </p:txBody>
      </p:sp>
      <p:sp>
        <p:nvSpPr>
          <p:cNvPr id="3" name="Content Placeholder 2">
            <a:extLst>
              <a:ext uri="{FF2B5EF4-FFF2-40B4-BE49-F238E27FC236}">
                <a16:creationId xmlns:a16="http://schemas.microsoft.com/office/drawing/2014/main" id="{F55DE30A-17C9-B19E-B1B5-6A432FB0DF3E}"/>
              </a:ext>
            </a:extLst>
          </p:cNvPr>
          <p:cNvSpPr>
            <a:spLocks noGrp="1"/>
          </p:cNvSpPr>
          <p:nvPr>
            <p:ph sz="quarter" idx="1"/>
          </p:nvPr>
        </p:nvSpPr>
        <p:spPr>
          <a:xfrm>
            <a:off x="612648" y="3509240"/>
            <a:ext cx="8351840" cy="2440040"/>
          </a:xfrm>
        </p:spPr>
        <p:txBody>
          <a:bodyPr>
            <a:normAutofit fontScale="77500" lnSpcReduction="20000"/>
          </a:bodyPr>
          <a:lstStyle/>
          <a:p>
            <a:pPr>
              <a:lnSpc>
                <a:spcPct val="120000"/>
              </a:lnSpc>
              <a:spcAft>
                <a:spcPts val="600"/>
              </a:spcAft>
            </a:pPr>
            <a:r>
              <a:rPr lang="en-GB" dirty="0"/>
              <a:t>The [do, build, provide] =  what solution you’re proposing</a:t>
            </a:r>
          </a:p>
          <a:p>
            <a:pPr>
              <a:lnSpc>
                <a:spcPct val="120000"/>
              </a:lnSpc>
              <a:spcAft>
                <a:spcPts val="600"/>
              </a:spcAft>
            </a:pPr>
            <a:r>
              <a:rPr lang="en-GB" dirty="0"/>
              <a:t>These people = Actual target audience</a:t>
            </a:r>
          </a:p>
          <a:p>
            <a:pPr>
              <a:lnSpc>
                <a:spcPct val="120000"/>
              </a:lnSpc>
              <a:spcAft>
                <a:spcPts val="600"/>
              </a:spcAft>
            </a:pPr>
            <a:r>
              <a:rPr lang="en-GB" dirty="0"/>
              <a:t>The [some desirable outcome] = what you want people to do </a:t>
            </a:r>
          </a:p>
          <a:p>
            <a:pPr>
              <a:lnSpc>
                <a:spcPct val="120000"/>
              </a:lnSpc>
              <a:spcAft>
                <a:spcPts val="600"/>
              </a:spcAft>
            </a:pPr>
            <a:r>
              <a:rPr lang="en-GB" dirty="0"/>
              <a:t>The [measure of success] = your goals to fill comfortable whether or not you should move forward</a:t>
            </a:r>
          </a:p>
          <a:p>
            <a:pPr>
              <a:lnSpc>
                <a:spcPct val="120000"/>
              </a:lnSpc>
              <a:spcAft>
                <a:spcPts val="600"/>
              </a:spcAft>
            </a:pPr>
            <a:endParaRPr lang="en-US" dirty="0">
              <a:solidFill>
                <a:srgbClr val="2B2B2B"/>
              </a:solidFill>
              <a:latin typeface="Merriweather" panose="020B0604020202020204" pitchFamily="2" charset="0"/>
            </a:endParaRPr>
          </a:p>
        </p:txBody>
      </p:sp>
      <p:sp>
        <p:nvSpPr>
          <p:cNvPr id="8" name="Rectangle: Rounded Corners 7">
            <a:extLst>
              <a:ext uri="{FF2B5EF4-FFF2-40B4-BE49-F238E27FC236}">
                <a16:creationId xmlns:a16="http://schemas.microsoft.com/office/drawing/2014/main" id="{4AFD5823-EC88-6C77-80B2-DE9DCFE0B956}"/>
              </a:ext>
            </a:extLst>
          </p:cNvPr>
          <p:cNvSpPr/>
          <p:nvPr/>
        </p:nvSpPr>
        <p:spPr>
          <a:xfrm>
            <a:off x="1835696" y="1628800"/>
            <a:ext cx="5472608" cy="1492529"/>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GB" sz="2000" dirty="0">
                <a:solidFill>
                  <a:schemeClr val="tx1">
                    <a:lumMod val="95000"/>
                    <a:lumOff val="5000"/>
                  </a:schemeClr>
                </a:solidFill>
              </a:rPr>
              <a:t>If we [do, build, provide x thing],</a:t>
            </a:r>
          </a:p>
          <a:p>
            <a:pPr algn="ctr"/>
            <a:r>
              <a:rPr lang="en-GB" sz="2000" dirty="0">
                <a:solidFill>
                  <a:schemeClr val="tx1">
                    <a:lumMod val="95000"/>
                    <a:lumOff val="5000"/>
                  </a:schemeClr>
                </a:solidFill>
              </a:rPr>
              <a:t>Then [these people]</a:t>
            </a:r>
          </a:p>
          <a:p>
            <a:pPr algn="ctr"/>
            <a:r>
              <a:rPr lang="en-GB" sz="2000" dirty="0">
                <a:solidFill>
                  <a:schemeClr val="tx1">
                    <a:lumMod val="95000"/>
                    <a:lumOff val="5000"/>
                  </a:schemeClr>
                </a:solidFill>
              </a:rPr>
              <a:t>Will [some desirable outcome].</a:t>
            </a:r>
          </a:p>
          <a:p>
            <a:pPr algn="ctr"/>
            <a:r>
              <a:rPr lang="en-GB" sz="2000" dirty="0">
                <a:solidFill>
                  <a:schemeClr val="tx1">
                    <a:lumMod val="95000"/>
                    <a:lumOff val="5000"/>
                  </a:schemeClr>
                </a:solidFill>
              </a:rPr>
              <a:t>We’ll know when [actionable  metrics]. </a:t>
            </a:r>
          </a:p>
        </p:txBody>
      </p:sp>
      <p:sp>
        <p:nvSpPr>
          <p:cNvPr id="4" name="Footer Placeholder 3">
            <a:extLst>
              <a:ext uri="{FF2B5EF4-FFF2-40B4-BE49-F238E27FC236}">
                <a16:creationId xmlns:a16="http://schemas.microsoft.com/office/drawing/2014/main" id="{A65919DD-F734-30C9-B2FA-FE352449285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CC2A6D1-4572-74CC-F435-8972AB6353C0}"/>
              </a:ext>
            </a:extLst>
          </p:cNvPr>
          <p:cNvSpPr>
            <a:spLocks noGrp="1"/>
          </p:cNvSpPr>
          <p:nvPr>
            <p:ph type="sldNum" sz="quarter" idx="4"/>
          </p:nvPr>
        </p:nvSpPr>
        <p:spPr/>
        <p:txBody>
          <a:bodyPr/>
          <a:lstStyle/>
          <a:p>
            <a:fld id="{9FD7ECCF-50E7-4327-B945-FA93FF7B2BEF}" type="slidenum">
              <a:rPr lang="en-US" smtClean="0"/>
              <a:pPr/>
              <a:t>21</a:t>
            </a:fld>
            <a:r>
              <a:rPr lang="en-GB"/>
              <a:t>/70</a:t>
            </a:r>
            <a:endParaRPr lang="en-US" dirty="0"/>
          </a:p>
        </p:txBody>
      </p:sp>
    </p:spTree>
    <p:extLst>
      <p:ext uri="{BB962C8B-B14F-4D97-AF65-F5344CB8AC3E}">
        <p14:creationId xmlns:p14="http://schemas.microsoft.com/office/powerpoint/2010/main" val="40373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6E35-49E6-B4FC-D724-A3E8433ADFD4}"/>
              </a:ext>
            </a:extLst>
          </p:cNvPr>
          <p:cNvSpPr>
            <a:spLocks noGrp="1"/>
          </p:cNvSpPr>
          <p:nvPr>
            <p:ph type="title"/>
          </p:nvPr>
        </p:nvSpPr>
        <p:spPr/>
        <p:txBody>
          <a:bodyPr/>
          <a:lstStyle/>
          <a:p>
            <a:r>
              <a:rPr lang="en-GB" dirty="0"/>
              <a:t>Example</a:t>
            </a:r>
          </a:p>
        </p:txBody>
      </p:sp>
      <p:sp>
        <p:nvSpPr>
          <p:cNvPr id="3" name="Content Placeholder 2" descr="Upper App ">
            <a:extLst>
              <a:ext uri="{FF2B5EF4-FFF2-40B4-BE49-F238E27FC236}">
                <a16:creationId xmlns:a16="http://schemas.microsoft.com/office/drawing/2014/main" id="{AACD3776-E254-0993-1174-97CBAB31284A}"/>
              </a:ext>
            </a:extLst>
          </p:cNvPr>
          <p:cNvSpPr>
            <a:spLocks noGrp="1"/>
          </p:cNvSpPr>
          <p:nvPr>
            <p:ph sz="quarter" idx="1"/>
          </p:nvPr>
        </p:nvSpPr>
        <p:spPr>
          <a:xfrm>
            <a:off x="612648" y="1556792"/>
            <a:ext cx="8351840" cy="1837450"/>
          </a:xfrm>
        </p:spPr>
        <p:txBody>
          <a:bodyPr>
            <a:normAutofit/>
          </a:bodyPr>
          <a:lstStyle/>
          <a:p>
            <a:r>
              <a:rPr lang="en-US" sz="1600" b="1" dirty="0">
                <a:solidFill>
                  <a:srgbClr val="191919"/>
                </a:solidFill>
              </a:rPr>
              <a:t>Upper App is a simple and elegant to-do list application </a:t>
            </a:r>
            <a:r>
              <a:rPr lang="en-US" sz="1600" b="1" u="sng" dirty="0">
                <a:solidFill>
                  <a:srgbClr val="191919"/>
                </a:solidFill>
              </a:rPr>
              <a:t>increasing users’ productivity</a:t>
            </a:r>
            <a:r>
              <a:rPr lang="en-US" sz="1600" b="1" dirty="0">
                <a:solidFill>
                  <a:srgbClr val="191919"/>
                </a:solidFill>
              </a:rPr>
              <a:t>. </a:t>
            </a:r>
          </a:p>
          <a:p>
            <a:r>
              <a:rPr lang="en-US" sz="1600" dirty="0">
                <a:solidFill>
                  <a:srgbClr val="191919"/>
                </a:solidFill>
              </a:rPr>
              <a:t>In UX perspective, the to-do list design is focused on extremely </a:t>
            </a:r>
            <a:r>
              <a:rPr lang="en-US" sz="1600" b="1" dirty="0">
                <a:solidFill>
                  <a:srgbClr val="191919"/>
                </a:solidFill>
              </a:rPr>
              <a:t>simple interactions </a:t>
            </a:r>
            <a:r>
              <a:rPr lang="en-US" sz="1600" dirty="0">
                <a:solidFill>
                  <a:srgbClr val="191919"/>
                </a:solidFill>
              </a:rPr>
              <a:t>and </a:t>
            </a:r>
            <a:r>
              <a:rPr lang="en-US" sz="1600" b="1" dirty="0">
                <a:solidFill>
                  <a:srgbClr val="191919"/>
                </a:solidFill>
              </a:rPr>
              <a:t>intuitive navigation</a:t>
            </a:r>
          </a:p>
          <a:p>
            <a:r>
              <a:rPr lang="en-US" sz="1600" dirty="0">
                <a:solidFill>
                  <a:srgbClr val="191919"/>
                </a:solidFill>
              </a:rPr>
              <a:t>In UI aspect, the core concerns are </a:t>
            </a:r>
            <a:r>
              <a:rPr lang="en-US" sz="1600" b="1" dirty="0">
                <a:solidFill>
                  <a:srgbClr val="191919"/>
                </a:solidFill>
              </a:rPr>
              <a:t>high readability level </a:t>
            </a:r>
            <a:r>
              <a:rPr lang="en-US" sz="1600" dirty="0">
                <a:solidFill>
                  <a:srgbClr val="191919"/>
                </a:solidFill>
              </a:rPr>
              <a:t>and </a:t>
            </a:r>
            <a:r>
              <a:rPr lang="en-US" sz="1600" b="1" dirty="0">
                <a:solidFill>
                  <a:srgbClr val="191919"/>
                </a:solidFill>
              </a:rPr>
              <a:t>ease of access </a:t>
            </a:r>
            <a:r>
              <a:rPr lang="en-US" sz="1600" dirty="0">
                <a:solidFill>
                  <a:srgbClr val="191919"/>
                </a:solidFill>
              </a:rPr>
              <a:t>that would allow users to </a:t>
            </a:r>
            <a:r>
              <a:rPr lang="en-US" sz="1600" b="1" dirty="0">
                <a:solidFill>
                  <a:srgbClr val="191919"/>
                </a:solidFill>
              </a:rPr>
              <a:t>use the app easily in any environment and on the go</a:t>
            </a:r>
            <a:r>
              <a:rPr lang="en-US" sz="1600" dirty="0">
                <a:solidFill>
                  <a:srgbClr val="191919"/>
                </a:solidFill>
              </a:rPr>
              <a:t>. </a:t>
            </a:r>
          </a:p>
        </p:txBody>
      </p:sp>
      <p:pic>
        <p:nvPicPr>
          <p:cNvPr id="7" name="Content Placeholder 6">
            <a:extLst>
              <a:ext uri="{FF2B5EF4-FFF2-40B4-BE49-F238E27FC236}">
                <a16:creationId xmlns:a16="http://schemas.microsoft.com/office/drawing/2014/main" id="{A3920859-30BF-4B03-336C-01110CF6C293}"/>
              </a:ext>
            </a:extLst>
          </p:cNvPr>
          <p:cNvPicPr>
            <a:picLocks noChangeAspect="1"/>
          </p:cNvPicPr>
          <p:nvPr/>
        </p:nvPicPr>
        <p:blipFill>
          <a:blip r:embed="rId2"/>
          <a:stretch>
            <a:fillRect/>
          </a:stretch>
        </p:blipFill>
        <p:spPr>
          <a:xfrm>
            <a:off x="1120856" y="3149180"/>
            <a:ext cx="1462658" cy="2986208"/>
          </a:xfrm>
          <a:prstGeom prst="rect">
            <a:avLst/>
          </a:prstGeom>
        </p:spPr>
      </p:pic>
      <p:pic>
        <p:nvPicPr>
          <p:cNvPr id="9" name="Picture 8" descr="Upper App ">
            <a:extLst>
              <a:ext uri="{FF2B5EF4-FFF2-40B4-BE49-F238E27FC236}">
                <a16:creationId xmlns:a16="http://schemas.microsoft.com/office/drawing/2014/main" id="{F79ED3DB-F8E5-F8A6-F807-5EE09D856236}"/>
              </a:ext>
            </a:extLst>
          </p:cNvPr>
          <p:cNvPicPr>
            <a:picLocks noChangeAspect="1"/>
          </p:cNvPicPr>
          <p:nvPr/>
        </p:nvPicPr>
        <p:blipFill>
          <a:blip r:embed="rId3"/>
          <a:stretch>
            <a:fillRect/>
          </a:stretch>
        </p:blipFill>
        <p:spPr>
          <a:xfrm>
            <a:off x="2794304" y="3196426"/>
            <a:ext cx="1489442" cy="2971825"/>
          </a:xfrm>
          <a:prstGeom prst="rect">
            <a:avLst/>
          </a:prstGeom>
        </p:spPr>
      </p:pic>
      <p:pic>
        <p:nvPicPr>
          <p:cNvPr id="11" name="Picture 10" descr="Upper App ">
            <a:extLst>
              <a:ext uri="{FF2B5EF4-FFF2-40B4-BE49-F238E27FC236}">
                <a16:creationId xmlns:a16="http://schemas.microsoft.com/office/drawing/2014/main" id="{6CAD0249-BA6E-BD6A-261C-7B4EE0563268}"/>
              </a:ext>
            </a:extLst>
          </p:cNvPr>
          <p:cNvPicPr>
            <a:picLocks noChangeAspect="1"/>
          </p:cNvPicPr>
          <p:nvPr/>
        </p:nvPicPr>
        <p:blipFill>
          <a:blip r:embed="rId4"/>
          <a:stretch>
            <a:fillRect/>
          </a:stretch>
        </p:blipFill>
        <p:spPr>
          <a:xfrm>
            <a:off x="4499992" y="3212976"/>
            <a:ext cx="1454147" cy="2922412"/>
          </a:xfrm>
          <a:prstGeom prst="rect">
            <a:avLst/>
          </a:prstGeom>
        </p:spPr>
      </p:pic>
      <p:sp>
        <p:nvSpPr>
          <p:cNvPr id="12" name="Content Placeholder 2">
            <a:extLst>
              <a:ext uri="{FF2B5EF4-FFF2-40B4-BE49-F238E27FC236}">
                <a16:creationId xmlns:a16="http://schemas.microsoft.com/office/drawing/2014/main" id="{47C3935C-E94D-0BAF-DDB7-EA7DFBC9E6B7}"/>
              </a:ext>
            </a:extLst>
          </p:cNvPr>
          <p:cNvSpPr txBox="1">
            <a:spLocks/>
          </p:cNvSpPr>
          <p:nvPr/>
        </p:nvSpPr>
        <p:spPr>
          <a:xfrm>
            <a:off x="6084168" y="3501008"/>
            <a:ext cx="2447184" cy="2520280"/>
          </a:xfrm>
          <a:prstGeom prst="rect">
            <a:avLst/>
          </a:prstGeom>
        </p:spPr>
        <p:txBody>
          <a:bodyPr vert="horz">
            <a:normAutofit fontScale="92500"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US" sz="1600" b="1" dirty="0">
                <a:solidFill>
                  <a:srgbClr val="191919"/>
                </a:solidFill>
              </a:rPr>
              <a:t>High readability – with the </a:t>
            </a:r>
            <a:r>
              <a:rPr lang="en-US" sz="1600" b="1" dirty="0" err="1">
                <a:solidFill>
                  <a:srgbClr val="191919"/>
                </a:solidFill>
              </a:rPr>
              <a:t>colour</a:t>
            </a:r>
            <a:r>
              <a:rPr lang="en-US" sz="1600" b="1" dirty="0">
                <a:solidFill>
                  <a:srgbClr val="191919"/>
                </a:solidFill>
              </a:rPr>
              <a:t> scheme used</a:t>
            </a:r>
          </a:p>
          <a:p>
            <a:pPr fontAlgn="auto">
              <a:spcAft>
                <a:spcPts val="0"/>
              </a:spcAft>
            </a:pPr>
            <a:r>
              <a:rPr lang="en-US" sz="1600" b="1" dirty="0">
                <a:solidFill>
                  <a:srgbClr val="191919"/>
                </a:solidFill>
              </a:rPr>
              <a:t>Basic functional buttons are placed in the bottom of the screen</a:t>
            </a:r>
            <a:r>
              <a:rPr lang="en-US" sz="1600" dirty="0">
                <a:solidFill>
                  <a:srgbClr val="191919"/>
                </a:solidFill>
              </a:rPr>
              <a:t>, which supports usability for </a:t>
            </a:r>
            <a:r>
              <a:rPr lang="en-US" sz="1600" b="1" dirty="0">
                <a:solidFill>
                  <a:srgbClr val="191919"/>
                </a:solidFill>
              </a:rPr>
              <a:t>users with big devices</a:t>
            </a:r>
            <a:r>
              <a:rPr lang="en-US" sz="1600" dirty="0">
                <a:solidFill>
                  <a:srgbClr val="191919"/>
                </a:solidFill>
              </a:rPr>
              <a:t>. Different swipe gestures allow a user to mark the task complete or delete it from the list.</a:t>
            </a:r>
          </a:p>
        </p:txBody>
      </p:sp>
      <p:cxnSp>
        <p:nvCxnSpPr>
          <p:cNvPr id="5" name="Straight Arrow Connector 4">
            <a:extLst>
              <a:ext uri="{FF2B5EF4-FFF2-40B4-BE49-F238E27FC236}">
                <a16:creationId xmlns:a16="http://schemas.microsoft.com/office/drawing/2014/main" id="{9EEACDA9-6876-24C6-D76D-11F6E619C619}"/>
              </a:ext>
            </a:extLst>
          </p:cNvPr>
          <p:cNvCxnSpPr>
            <a:cxnSpLocks/>
          </p:cNvCxnSpPr>
          <p:nvPr/>
        </p:nvCxnSpPr>
        <p:spPr>
          <a:xfrm flipH="1">
            <a:off x="3995936" y="3861048"/>
            <a:ext cx="2304256" cy="1512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A331CAE-8414-2144-5FD4-8B8B56BCFAA5}"/>
              </a:ext>
            </a:extLst>
          </p:cNvPr>
          <p:cNvCxnSpPr>
            <a:cxnSpLocks/>
          </p:cNvCxnSpPr>
          <p:nvPr/>
        </p:nvCxnSpPr>
        <p:spPr>
          <a:xfrm flipH="1">
            <a:off x="2267744" y="3861048"/>
            <a:ext cx="4032448" cy="1512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2628B382-054D-C75B-3943-5194B1B8226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D62D0394-2049-A792-24B2-F80F9E72841F}"/>
              </a:ext>
            </a:extLst>
          </p:cNvPr>
          <p:cNvSpPr>
            <a:spLocks noGrp="1"/>
          </p:cNvSpPr>
          <p:nvPr>
            <p:ph type="sldNum" sz="quarter" idx="4"/>
          </p:nvPr>
        </p:nvSpPr>
        <p:spPr/>
        <p:txBody>
          <a:bodyPr/>
          <a:lstStyle/>
          <a:p>
            <a:fld id="{9FD7ECCF-50E7-4327-B945-FA93FF7B2BEF}" type="slidenum">
              <a:rPr lang="en-US" smtClean="0"/>
              <a:pPr/>
              <a:t>22</a:t>
            </a:fld>
            <a:r>
              <a:rPr lang="en-GB"/>
              <a:t>/70</a:t>
            </a:r>
            <a:endParaRPr lang="en-US" dirty="0"/>
          </a:p>
        </p:txBody>
      </p:sp>
    </p:spTree>
    <p:extLst>
      <p:ext uri="{BB962C8B-B14F-4D97-AF65-F5344CB8AC3E}">
        <p14:creationId xmlns:p14="http://schemas.microsoft.com/office/powerpoint/2010/main" val="4131529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p:txBody>
          <a:bodyPr/>
          <a:lstStyle/>
          <a:p>
            <a:r>
              <a:rPr lang="en-GB" dirty="0"/>
              <a:t>Descriptive Research Question</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612648" y="1600200"/>
            <a:ext cx="6119592" cy="1324384"/>
          </a:xfrm>
        </p:spPr>
        <p:txBody>
          <a:bodyPr>
            <a:normAutofit fontScale="85000" lnSpcReduction="20000"/>
          </a:bodyPr>
          <a:lstStyle/>
          <a:p>
            <a:r>
              <a:rPr lang="en-GB" dirty="0"/>
              <a:t>“How do users with large devices engage with the basic task management buttons of the Upper App when placed at the bottom of the screen?”</a:t>
            </a:r>
          </a:p>
          <a:p>
            <a:endParaRPr lang="en-GB"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068694" y="1145368"/>
            <a:ext cx="1462658" cy="2986208"/>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6588224" y="4131576"/>
            <a:ext cx="2448272" cy="2299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6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TextBox 3">
            <a:extLst>
              <a:ext uri="{FF2B5EF4-FFF2-40B4-BE49-F238E27FC236}">
                <a16:creationId xmlns:a16="http://schemas.microsoft.com/office/drawing/2014/main" id="{BFF2CD58-0979-C2B1-9C8E-1B423554BA01}"/>
              </a:ext>
            </a:extLst>
          </p:cNvPr>
          <p:cNvSpPr txBox="1"/>
          <p:nvPr/>
        </p:nvSpPr>
        <p:spPr>
          <a:xfrm>
            <a:off x="949124" y="3016734"/>
            <a:ext cx="5470873" cy="3139321"/>
          </a:xfrm>
          <a:prstGeom prst="rect">
            <a:avLst/>
          </a:prstGeom>
          <a:noFill/>
        </p:spPr>
        <p:txBody>
          <a:bodyPr wrap="square">
            <a:spAutoFit/>
          </a:bodyPr>
          <a:lstStyle/>
          <a:p>
            <a:pPr marL="0" lvl="1">
              <a:spcBef>
                <a:spcPts val="600"/>
              </a:spcBef>
              <a:spcAft>
                <a:spcPts val="600"/>
              </a:spcAft>
            </a:pPr>
            <a:r>
              <a:rPr lang="en-GB" sz="1400" dirty="0">
                <a:latin typeface="+mj-lt"/>
              </a:rPr>
              <a:t>The variables are not defined as </a:t>
            </a:r>
            <a:r>
              <a:rPr lang="en-GB" sz="1400" b="1" dirty="0">
                <a:latin typeface="+mj-lt"/>
              </a:rPr>
              <a:t>descriptive research typically does not involve manipulating an independent variable to observe changes in a dependent variable</a:t>
            </a:r>
            <a:r>
              <a:rPr lang="en-GB" sz="1400" dirty="0">
                <a:latin typeface="+mj-lt"/>
              </a:rPr>
              <a:t>. However, if we identify components of interest:</a:t>
            </a:r>
          </a:p>
          <a:p>
            <a:pPr marL="285750" lvl="1" indent="-285750">
              <a:spcBef>
                <a:spcPts val="600"/>
              </a:spcBef>
              <a:spcAft>
                <a:spcPts val="600"/>
              </a:spcAft>
              <a:buFont typeface="Arial" panose="020B0604020202020204" pitchFamily="34" charset="0"/>
              <a:buChar char="•"/>
            </a:pPr>
            <a:r>
              <a:rPr lang="en-GB" sz="1400" b="1" dirty="0">
                <a:latin typeface="+mj-lt"/>
              </a:rPr>
              <a:t>Independent Variable </a:t>
            </a:r>
            <a:r>
              <a:rPr lang="en-GB" sz="1400" dirty="0">
                <a:latin typeface="+mj-lt"/>
              </a:rPr>
              <a:t>(Context): The placement of the task management buttons at the bottom of the screen. This is a contextual factor rather than a manipulated variable.</a:t>
            </a:r>
          </a:p>
          <a:p>
            <a:pPr marL="285750" lvl="1" indent="-285750">
              <a:spcBef>
                <a:spcPts val="600"/>
              </a:spcBef>
              <a:spcAft>
                <a:spcPts val="600"/>
              </a:spcAft>
              <a:buFont typeface="Arial" panose="020B0604020202020204" pitchFamily="34" charset="0"/>
              <a:buChar char="•"/>
            </a:pPr>
            <a:r>
              <a:rPr lang="en-GB" sz="1400" b="1" dirty="0">
                <a:latin typeface="+mj-lt"/>
              </a:rPr>
              <a:t>Dependent Variable </a:t>
            </a:r>
            <a:r>
              <a:rPr lang="en-GB" sz="1400" dirty="0">
                <a:latin typeface="+mj-lt"/>
              </a:rPr>
              <a:t>(Observed Behaviour): How users with large devices engage with the buttons. This could include specific engagement metrics like frequency, ease of access, time spent on tasks, or other qualitative observations.</a:t>
            </a:r>
          </a:p>
          <a:p>
            <a:pPr marL="0" lvl="1">
              <a:spcBef>
                <a:spcPts val="600"/>
              </a:spcBef>
              <a:spcAft>
                <a:spcPts val="600"/>
              </a:spcAft>
            </a:pPr>
            <a:r>
              <a:rPr lang="en-GB" sz="1400" dirty="0">
                <a:latin typeface="+mj-lt"/>
              </a:rPr>
              <a:t>In this case, the placement is a condition or context for observation, and the users' engagement behaviours are the outcomes being described.</a:t>
            </a:r>
            <a:endParaRPr lang="en-GB" sz="1400" dirty="0">
              <a:latin typeface="+mn-lt"/>
            </a:endParaRP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0880EA67-0D86-64A4-327E-211BB09193C3}"/>
                  </a:ext>
                </a:extLst>
              </p14:cNvPr>
              <p14:cNvContentPartPr/>
              <p14:nvPr/>
            </p14:nvContentPartPr>
            <p14:xfrm>
              <a:off x="4562568" y="1993032"/>
              <a:ext cx="360" cy="360"/>
            </p14:xfrm>
          </p:contentPart>
        </mc:Choice>
        <mc:Fallback xmlns="">
          <p:pic>
            <p:nvPicPr>
              <p:cNvPr id="13" name="Ink 12">
                <a:extLst>
                  <a:ext uri="{FF2B5EF4-FFF2-40B4-BE49-F238E27FC236}">
                    <a16:creationId xmlns:a16="http://schemas.microsoft.com/office/drawing/2014/main" id="{0880EA67-0D86-64A4-327E-211BB09193C3}"/>
                  </a:ext>
                </a:extLst>
              </p:cNvPr>
              <p:cNvPicPr/>
              <p:nvPr/>
            </p:nvPicPr>
            <p:blipFill>
              <a:blip r:embed="rId4"/>
              <a:stretch>
                <a:fillRect/>
              </a:stretch>
            </p:blipFill>
            <p:spPr>
              <a:xfrm>
                <a:off x="4553928" y="19840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06026EC-167A-85FB-93CE-21959B2E799F}"/>
                  </a:ext>
                </a:extLst>
              </p14:cNvPr>
              <p14:cNvContentPartPr/>
              <p14:nvPr/>
            </p14:nvContentPartPr>
            <p14:xfrm>
              <a:off x="-1005912" y="1782792"/>
              <a:ext cx="360" cy="360"/>
            </p14:xfrm>
          </p:contentPart>
        </mc:Choice>
        <mc:Fallback xmlns="">
          <p:pic>
            <p:nvPicPr>
              <p:cNvPr id="14" name="Ink 13">
                <a:extLst>
                  <a:ext uri="{FF2B5EF4-FFF2-40B4-BE49-F238E27FC236}">
                    <a16:creationId xmlns:a16="http://schemas.microsoft.com/office/drawing/2014/main" id="{706026EC-167A-85FB-93CE-21959B2E799F}"/>
                  </a:ext>
                </a:extLst>
              </p:cNvPr>
              <p:cNvPicPr/>
              <p:nvPr/>
            </p:nvPicPr>
            <p:blipFill>
              <a:blip r:embed="rId4"/>
              <a:stretch>
                <a:fillRect/>
              </a:stretch>
            </p:blipFill>
            <p:spPr>
              <a:xfrm>
                <a:off x="-1014912" y="1773792"/>
                <a:ext cx="18000" cy="18000"/>
              </a:xfrm>
              <a:prstGeom prst="rect">
                <a:avLst/>
              </a:prstGeom>
            </p:spPr>
          </p:pic>
        </mc:Fallback>
      </mc:AlternateContent>
      <p:sp>
        <p:nvSpPr>
          <p:cNvPr id="10" name="Footer Placeholder 9">
            <a:extLst>
              <a:ext uri="{FF2B5EF4-FFF2-40B4-BE49-F238E27FC236}">
                <a16:creationId xmlns:a16="http://schemas.microsoft.com/office/drawing/2014/main" id="{363A1B5A-DFAD-26A0-32F6-082D05DC76C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2C4FF16B-6509-68B5-F842-0DA58480B67B}"/>
              </a:ext>
            </a:extLst>
          </p:cNvPr>
          <p:cNvSpPr>
            <a:spLocks noGrp="1"/>
          </p:cNvSpPr>
          <p:nvPr>
            <p:ph type="sldNum" sz="quarter" idx="4"/>
          </p:nvPr>
        </p:nvSpPr>
        <p:spPr/>
        <p:txBody>
          <a:bodyPr/>
          <a:lstStyle/>
          <a:p>
            <a:fld id="{9FD7ECCF-50E7-4327-B945-FA93FF7B2BEF}" type="slidenum">
              <a:rPr lang="en-US" smtClean="0"/>
              <a:pPr/>
              <a:t>23</a:t>
            </a:fld>
            <a:r>
              <a:rPr lang="en-GB"/>
              <a:t>/70</a:t>
            </a:r>
            <a:endParaRPr lang="en-US" dirty="0"/>
          </a:p>
        </p:txBody>
      </p:sp>
    </p:spTree>
    <p:extLst>
      <p:ext uri="{BB962C8B-B14F-4D97-AF65-F5344CB8AC3E}">
        <p14:creationId xmlns:p14="http://schemas.microsoft.com/office/powerpoint/2010/main" val="232422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4"/>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p:txBody>
          <a:bodyPr/>
          <a:lstStyle/>
          <a:p>
            <a:r>
              <a:rPr lang="en-GB" dirty="0"/>
              <a:t>Research Question</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612648" y="1600200"/>
            <a:ext cx="5687544" cy="1444575"/>
          </a:xfrm>
        </p:spPr>
        <p:txBody>
          <a:bodyPr>
            <a:normAutofit fontScale="70000" lnSpcReduction="20000"/>
          </a:bodyPr>
          <a:lstStyle/>
          <a:p>
            <a:pPr>
              <a:lnSpc>
                <a:spcPct val="120000"/>
              </a:lnSpc>
              <a:spcBef>
                <a:spcPts val="1200"/>
              </a:spcBef>
            </a:pPr>
            <a:r>
              <a:rPr lang="en-GB" dirty="0"/>
              <a:t>“What is the effect of placing the basic task management buttons of </a:t>
            </a:r>
            <a:r>
              <a:rPr lang="en-US" dirty="0"/>
              <a:t>Upper App </a:t>
            </a:r>
            <a:r>
              <a:rPr lang="en-GB" dirty="0"/>
              <a:t>at the bottom of the screen for users with big devices in the speed of completing basic functional tasks?”</a:t>
            </a:r>
          </a:p>
          <a:p>
            <a:pPr>
              <a:lnSpc>
                <a:spcPct val="120000"/>
              </a:lnSpc>
              <a:spcBef>
                <a:spcPts val="1200"/>
              </a:spcBef>
            </a:pPr>
            <a:endParaRPr lang="en-GB" dirty="0"/>
          </a:p>
          <a:p>
            <a:pPr>
              <a:lnSpc>
                <a:spcPct val="120000"/>
              </a:lnSpc>
              <a:spcBef>
                <a:spcPts val="1200"/>
              </a:spcBef>
            </a:pPr>
            <a:endParaRPr lang="en-GB" dirty="0"/>
          </a:p>
          <a:p>
            <a:pPr>
              <a:lnSpc>
                <a:spcPct val="120000"/>
              </a:lnSpc>
              <a:spcBef>
                <a:spcPts val="1200"/>
              </a:spcBef>
            </a:pPr>
            <a:endParaRPr lang="en-GB" dirty="0"/>
          </a:p>
          <a:p>
            <a:pPr>
              <a:lnSpc>
                <a:spcPct val="120000"/>
              </a:lnSpc>
              <a:spcBef>
                <a:spcPts val="1200"/>
              </a:spcBef>
            </a:pPr>
            <a:endParaRPr lang="en-GB"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068694" y="1145368"/>
            <a:ext cx="1462658" cy="2986208"/>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6588224" y="4131576"/>
            <a:ext cx="2448272" cy="2299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6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TextBox 3">
            <a:extLst>
              <a:ext uri="{FF2B5EF4-FFF2-40B4-BE49-F238E27FC236}">
                <a16:creationId xmlns:a16="http://schemas.microsoft.com/office/drawing/2014/main" id="{0D1D194E-C675-0A65-2EF6-5D2D1A7FA23A}"/>
              </a:ext>
            </a:extLst>
          </p:cNvPr>
          <p:cNvSpPr txBox="1"/>
          <p:nvPr/>
        </p:nvSpPr>
        <p:spPr>
          <a:xfrm>
            <a:off x="875381" y="2996952"/>
            <a:ext cx="5328592" cy="1323439"/>
          </a:xfrm>
          <a:prstGeom prst="rect">
            <a:avLst/>
          </a:prstGeom>
          <a:noFill/>
        </p:spPr>
        <p:txBody>
          <a:bodyPr wrap="square">
            <a:spAutoFit/>
          </a:bodyPr>
          <a:lstStyle/>
          <a:p>
            <a:pPr lvl="1" indent="-457200">
              <a:spcBef>
                <a:spcPts val="0"/>
              </a:spcBef>
            </a:pPr>
            <a:r>
              <a:rPr lang="en-GB" sz="2000" dirty="0">
                <a:latin typeface="+mj-lt"/>
              </a:rPr>
              <a:t>Does it state:</a:t>
            </a:r>
          </a:p>
          <a:p>
            <a:pPr lvl="1">
              <a:spcBef>
                <a:spcPts val="0"/>
              </a:spcBef>
            </a:pPr>
            <a:r>
              <a:rPr lang="en-GB" sz="2000" dirty="0">
                <a:latin typeface="+mn-lt"/>
              </a:rPr>
              <a:t>the </a:t>
            </a:r>
            <a:r>
              <a:rPr lang="en-GB" sz="2000" b="1" dirty="0">
                <a:latin typeface="+mn-lt"/>
              </a:rPr>
              <a:t>population</a:t>
            </a:r>
            <a:r>
              <a:rPr lang="en-GB" sz="2000" dirty="0">
                <a:latin typeface="+mn-lt"/>
              </a:rPr>
              <a:t> to be studied</a:t>
            </a:r>
          </a:p>
          <a:p>
            <a:pPr lvl="1">
              <a:spcBef>
                <a:spcPts val="0"/>
              </a:spcBef>
            </a:pPr>
            <a:r>
              <a:rPr lang="en-GB" sz="2000" b="1" dirty="0">
                <a:latin typeface="+mn-lt"/>
              </a:rPr>
              <a:t>dependent</a:t>
            </a:r>
            <a:r>
              <a:rPr lang="en-GB" sz="2000" dirty="0">
                <a:latin typeface="+mn-lt"/>
              </a:rPr>
              <a:t> and </a:t>
            </a:r>
            <a:r>
              <a:rPr lang="en-GB" sz="2000" b="1" dirty="0">
                <a:latin typeface="+mn-lt"/>
              </a:rPr>
              <a:t>independent variables</a:t>
            </a:r>
            <a:r>
              <a:rPr lang="en-GB" sz="2000" dirty="0">
                <a:latin typeface="+mn-lt"/>
              </a:rPr>
              <a:t>, and</a:t>
            </a:r>
          </a:p>
          <a:p>
            <a:pPr lvl="1">
              <a:spcBef>
                <a:spcPts val="0"/>
              </a:spcBef>
            </a:pPr>
            <a:r>
              <a:rPr lang="en-GB" sz="2000" dirty="0">
                <a:latin typeface="+mn-lt"/>
              </a:rPr>
              <a:t>the </a:t>
            </a:r>
            <a:r>
              <a:rPr lang="en-GB" sz="2000" b="1" dirty="0">
                <a:latin typeface="+mn-lt"/>
              </a:rPr>
              <a:t>research design </a:t>
            </a:r>
            <a:r>
              <a:rPr lang="en-GB" sz="2000" dirty="0">
                <a:latin typeface="+mn-lt"/>
              </a:rPr>
              <a:t>to be used</a:t>
            </a:r>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F94CE606-4875-F8DF-2033-AA18CCD7C5A7}"/>
                  </a:ext>
                </a:extLst>
              </p14:cNvPr>
              <p14:cNvContentPartPr/>
              <p14:nvPr/>
            </p14:nvContentPartPr>
            <p14:xfrm>
              <a:off x="1691680" y="3283579"/>
              <a:ext cx="1385486" cy="398160"/>
            </p14:xfrm>
          </p:contentPart>
        </mc:Choice>
        <mc:Fallback xmlns="">
          <p:pic>
            <p:nvPicPr>
              <p:cNvPr id="19" name="Ink 18">
                <a:extLst>
                  <a:ext uri="{FF2B5EF4-FFF2-40B4-BE49-F238E27FC236}">
                    <a16:creationId xmlns:a16="http://schemas.microsoft.com/office/drawing/2014/main" id="{F94CE606-4875-F8DF-2033-AA18CCD7C5A7}"/>
                  </a:ext>
                </a:extLst>
              </p:cNvPr>
              <p:cNvPicPr/>
              <p:nvPr/>
            </p:nvPicPr>
            <p:blipFill>
              <a:blip r:embed="rId4"/>
              <a:stretch>
                <a:fillRect/>
              </a:stretch>
            </p:blipFill>
            <p:spPr>
              <a:xfrm>
                <a:off x="1674037" y="3265579"/>
                <a:ext cx="1421131" cy="433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BCB36378-2C47-F295-92FC-4D6B7B99D912}"/>
                  </a:ext>
                </a:extLst>
              </p14:cNvPr>
              <p14:cNvContentPartPr/>
              <p14:nvPr/>
            </p14:nvContentPartPr>
            <p14:xfrm>
              <a:off x="1367166" y="3973699"/>
              <a:ext cx="1186200" cy="5040"/>
            </p14:xfrm>
          </p:contentPart>
        </mc:Choice>
        <mc:Fallback xmlns="">
          <p:pic>
            <p:nvPicPr>
              <p:cNvPr id="20" name="Ink 19">
                <a:extLst>
                  <a:ext uri="{FF2B5EF4-FFF2-40B4-BE49-F238E27FC236}">
                    <a16:creationId xmlns:a16="http://schemas.microsoft.com/office/drawing/2014/main" id="{BCB36378-2C47-F295-92FC-4D6B7B99D912}"/>
                  </a:ext>
                </a:extLst>
              </p:cNvPr>
              <p:cNvPicPr/>
              <p:nvPr/>
            </p:nvPicPr>
            <p:blipFill>
              <a:blip r:embed="rId6"/>
              <a:stretch>
                <a:fillRect/>
              </a:stretch>
            </p:blipFill>
            <p:spPr>
              <a:xfrm>
                <a:off x="1349526" y="3955699"/>
                <a:ext cx="12218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EFF2F917-5327-9E78-C802-4A9E7248B814}"/>
                  </a:ext>
                </a:extLst>
              </p14:cNvPr>
              <p14:cNvContentPartPr/>
              <p14:nvPr/>
            </p14:nvContentPartPr>
            <p14:xfrm>
              <a:off x="3055566" y="3945979"/>
              <a:ext cx="2268360" cy="48600"/>
            </p14:xfrm>
          </p:contentPart>
        </mc:Choice>
        <mc:Fallback xmlns="">
          <p:pic>
            <p:nvPicPr>
              <p:cNvPr id="21" name="Ink 20">
                <a:extLst>
                  <a:ext uri="{FF2B5EF4-FFF2-40B4-BE49-F238E27FC236}">
                    <a16:creationId xmlns:a16="http://schemas.microsoft.com/office/drawing/2014/main" id="{EFF2F917-5327-9E78-C802-4A9E7248B814}"/>
                  </a:ext>
                </a:extLst>
              </p:cNvPr>
              <p:cNvPicPr/>
              <p:nvPr/>
            </p:nvPicPr>
            <p:blipFill>
              <a:blip r:embed="rId8"/>
              <a:stretch>
                <a:fillRect/>
              </a:stretch>
            </p:blipFill>
            <p:spPr>
              <a:xfrm>
                <a:off x="3037566" y="3927979"/>
                <a:ext cx="23040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682BC4D3-3B03-B76E-4693-1EC485E94BEF}"/>
                  </a:ext>
                </a:extLst>
              </p14:cNvPr>
              <p14:cNvContentPartPr/>
              <p14:nvPr/>
            </p14:nvContentPartPr>
            <p14:xfrm>
              <a:off x="1723926" y="4298779"/>
              <a:ext cx="1708920" cy="7200"/>
            </p14:xfrm>
          </p:contentPart>
        </mc:Choice>
        <mc:Fallback xmlns="">
          <p:pic>
            <p:nvPicPr>
              <p:cNvPr id="22" name="Ink 21">
                <a:extLst>
                  <a:ext uri="{FF2B5EF4-FFF2-40B4-BE49-F238E27FC236}">
                    <a16:creationId xmlns:a16="http://schemas.microsoft.com/office/drawing/2014/main" id="{682BC4D3-3B03-B76E-4693-1EC485E94BEF}"/>
                  </a:ext>
                </a:extLst>
              </p:cNvPr>
              <p:cNvPicPr/>
              <p:nvPr/>
            </p:nvPicPr>
            <p:blipFill>
              <a:blip r:embed="rId10"/>
              <a:stretch>
                <a:fillRect/>
              </a:stretch>
            </p:blipFill>
            <p:spPr>
              <a:xfrm>
                <a:off x="1706286" y="4280779"/>
                <a:ext cx="1744560" cy="42840"/>
              </a:xfrm>
              <a:prstGeom prst="rect">
                <a:avLst/>
              </a:prstGeom>
            </p:spPr>
          </p:pic>
        </mc:Fallback>
      </mc:AlternateContent>
      <p:sp>
        <p:nvSpPr>
          <p:cNvPr id="23" name="TextBox 22">
            <a:extLst>
              <a:ext uri="{FF2B5EF4-FFF2-40B4-BE49-F238E27FC236}">
                <a16:creationId xmlns:a16="http://schemas.microsoft.com/office/drawing/2014/main" id="{069F1D3F-59DF-ED73-A2BA-3F33B36365E7}"/>
              </a:ext>
            </a:extLst>
          </p:cNvPr>
          <p:cNvSpPr txBox="1"/>
          <p:nvPr/>
        </p:nvSpPr>
        <p:spPr>
          <a:xfrm>
            <a:off x="828128" y="4635647"/>
            <a:ext cx="5375845" cy="1846659"/>
          </a:xfrm>
          <a:prstGeom prst="rect">
            <a:avLst/>
          </a:prstGeom>
          <a:noFill/>
        </p:spPr>
        <p:txBody>
          <a:bodyPr wrap="square" rtlCol="0">
            <a:spAutoFit/>
          </a:bodyPr>
          <a:lstStyle/>
          <a:p>
            <a:r>
              <a:rPr lang="en-GB" sz="1800" dirty="0">
                <a:latin typeface="+mn-lt"/>
              </a:rPr>
              <a:t>We’ll know if this is true when 80% of people asked to add a new task in their list will be able to do it using only one hand in less time compared to other products with the basic functional buttons at the top of the screen. We need a </a:t>
            </a:r>
            <a:r>
              <a:rPr lang="en-GB" sz="1800" b="1" dirty="0">
                <a:latin typeface="+mn-lt"/>
              </a:rPr>
              <a:t>benchmark</a:t>
            </a:r>
            <a:r>
              <a:rPr lang="en-GB" sz="1800" dirty="0">
                <a:latin typeface="+mn-lt"/>
              </a:rPr>
              <a:t>.</a:t>
            </a:r>
          </a:p>
          <a:p>
            <a:endParaRPr lang="en-GB" sz="2000" dirty="0"/>
          </a:p>
        </p:txBody>
      </p:sp>
      <p:sp>
        <p:nvSpPr>
          <p:cNvPr id="24" name="Footer Placeholder 23">
            <a:extLst>
              <a:ext uri="{FF2B5EF4-FFF2-40B4-BE49-F238E27FC236}">
                <a16:creationId xmlns:a16="http://schemas.microsoft.com/office/drawing/2014/main" id="{57605461-6D9E-BD59-11B2-D84AA926648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5" name="Slide Number Placeholder 24">
            <a:extLst>
              <a:ext uri="{FF2B5EF4-FFF2-40B4-BE49-F238E27FC236}">
                <a16:creationId xmlns:a16="http://schemas.microsoft.com/office/drawing/2014/main" id="{B1E26835-5A38-B5DC-D98A-E51C383AB699}"/>
              </a:ext>
            </a:extLst>
          </p:cNvPr>
          <p:cNvSpPr>
            <a:spLocks noGrp="1"/>
          </p:cNvSpPr>
          <p:nvPr>
            <p:ph type="sldNum" sz="quarter" idx="4"/>
          </p:nvPr>
        </p:nvSpPr>
        <p:spPr/>
        <p:txBody>
          <a:bodyPr/>
          <a:lstStyle/>
          <a:p>
            <a:fld id="{9FD7ECCF-50E7-4327-B945-FA93FF7B2BEF}" type="slidenum">
              <a:rPr lang="en-US" smtClean="0"/>
              <a:pPr/>
              <a:t>24</a:t>
            </a:fld>
            <a:r>
              <a:rPr lang="en-GB"/>
              <a:t>/70</a:t>
            </a:r>
            <a:endParaRPr lang="en-US" dirty="0"/>
          </a:p>
        </p:txBody>
      </p:sp>
    </p:spTree>
    <p:extLst>
      <p:ext uri="{BB962C8B-B14F-4D97-AF65-F5344CB8AC3E}">
        <p14:creationId xmlns:p14="http://schemas.microsoft.com/office/powerpoint/2010/main" val="24378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p:txBody>
          <a:bodyPr/>
          <a:lstStyle/>
          <a:p>
            <a:r>
              <a:rPr lang="en-GB" dirty="0"/>
              <a:t>Relational Research Question</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612648" y="1600200"/>
            <a:ext cx="6119592" cy="2116832"/>
          </a:xfrm>
        </p:spPr>
        <p:txBody>
          <a:bodyPr>
            <a:normAutofit fontScale="70000" lnSpcReduction="20000"/>
          </a:bodyPr>
          <a:lstStyle/>
          <a:p>
            <a:r>
              <a:rPr lang="en-GB" b="0" i="0" dirty="0">
                <a:effectLst/>
              </a:rPr>
              <a:t>“How </a:t>
            </a:r>
            <a:r>
              <a:rPr lang="en-GB" dirty="0"/>
              <a:t>does the placement of basic task management buttons at the bottom of the screen for</a:t>
            </a:r>
          </a:p>
          <a:p>
            <a:pPr lvl="1"/>
            <a:r>
              <a:rPr lang="en-GB" sz="2900" dirty="0"/>
              <a:t>female and male users</a:t>
            </a:r>
          </a:p>
          <a:p>
            <a:pPr lvl="1"/>
            <a:r>
              <a:rPr lang="en-GB" sz="2900" dirty="0"/>
              <a:t>users in different age groups [20-40, 40-50, 50+]</a:t>
            </a:r>
          </a:p>
          <a:p>
            <a:pPr lvl="1"/>
            <a:r>
              <a:rPr lang="en-GB" sz="2900" dirty="0"/>
              <a:t>users with small and larger devices </a:t>
            </a:r>
          </a:p>
          <a:p>
            <a:pPr marL="357188" indent="-357188" defTabSz="357188">
              <a:buNone/>
            </a:pPr>
            <a:r>
              <a:rPr lang="en-GB" dirty="0"/>
              <a:t>	relate to the speed of completing basic functional tasks in the Upper </a:t>
            </a:r>
            <a:r>
              <a:rPr lang="en-GB" b="0" i="0" dirty="0">
                <a:effectLst/>
              </a:rPr>
              <a:t>App?”</a:t>
            </a:r>
            <a:endParaRPr lang="en-GB" dirty="0"/>
          </a:p>
          <a:p>
            <a:endParaRPr lang="en-GB"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068694" y="1145368"/>
            <a:ext cx="1462658" cy="2986208"/>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6588224" y="4131576"/>
            <a:ext cx="2448272" cy="2299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6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TextBox 3">
            <a:extLst>
              <a:ext uri="{FF2B5EF4-FFF2-40B4-BE49-F238E27FC236}">
                <a16:creationId xmlns:a16="http://schemas.microsoft.com/office/drawing/2014/main" id="{BFF2CD58-0979-C2B1-9C8E-1B423554BA01}"/>
              </a:ext>
            </a:extLst>
          </p:cNvPr>
          <p:cNvSpPr txBox="1"/>
          <p:nvPr/>
        </p:nvSpPr>
        <p:spPr>
          <a:xfrm>
            <a:off x="696296" y="3859552"/>
            <a:ext cx="5328592" cy="1323439"/>
          </a:xfrm>
          <a:prstGeom prst="rect">
            <a:avLst/>
          </a:prstGeom>
          <a:noFill/>
        </p:spPr>
        <p:txBody>
          <a:bodyPr wrap="square">
            <a:spAutoFit/>
          </a:bodyPr>
          <a:lstStyle/>
          <a:p>
            <a:pPr lvl="1" indent="-457200">
              <a:spcBef>
                <a:spcPts val="0"/>
              </a:spcBef>
            </a:pPr>
            <a:r>
              <a:rPr lang="en-GB" sz="2000" dirty="0">
                <a:latin typeface="+mj-lt"/>
              </a:rPr>
              <a:t>Does it state:</a:t>
            </a:r>
          </a:p>
          <a:p>
            <a:pPr lvl="1">
              <a:spcBef>
                <a:spcPts val="0"/>
              </a:spcBef>
            </a:pPr>
            <a:r>
              <a:rPr lang="en-GB" sz="2000" dirty="0">
                <a:latin typeface="+mn-lt"/>
              </a:rPr>
              <a:t>the </a:t>
            </a:r>
            <a:r>
              <a:rPr lang="en-GB" sz="2000" b="1" dirty="0">
                <a:latin typeface="+mn-lt"/>
              </a:rPr>
              <a:t>population</a:t>
            </a:r>
            <a:r>
              <a:rPr lang="en-GB" sz="2000" dirty="0">
                <a:latin typeface="+mn-lt"/>
              </a:rPr>
              <a:t> to be studied</a:t>
            </a:r>
          </a:p>
          <a:p>
            <a:pPr lvl="1">
              <a:spcBef>
                <a:spcPts val="0"/>
              </a:spcBef>
            </a:pPr>
            <a:r>
              <a:rPr lang="en-GB" sz="2000" b="1" dirty="0">
                <a:latin typeface="+mn-lt"/>
              </a:rPr>
              <a:t>dependent</a:t>
            </a:r>
            <a:r>
              <a:rPr lang="en-GB" sz="2000" dirty="0">
                <a:latin typeface="+mn-lt"/>
              </a:rPr>
              <a:t> and </a:t>
            </a:r>
            <a:r>
              <a:rPr lang="en-GB" sz="2000" b="1" dirty="0">
                <a:latin typeface="+mn-lt"/>
              </a:rPr>
              <a:t>independent variables</a:t>
            </a:r>
            <a:r>
              <a:rPr lang="en-GB" sz="2000" dirty="0">
                <a:latin typeface="+mn-lt"/>
              </a:rPr>
              <a:t>, and</a:t>
            </a:r>
          </a:p>
          <a:p>
            <a:pPr lvl="1">
              <a:spcBef>
                <a:spcPts val="0"/>
              </a:spcBef>
            </a:pPr>
            <a:r>
              <a:rPr lang="en-GB" sz="2000" dirty="0">
                <a:latin typeface="+mn-lt"/>
              </a:rPr>
              <a:t>the </a:t>
            </a:r>
            <a:r>
              <a:rPr lang="en-GB" sz="2000" b="1" dirty="0">
                <a:latin typeface="+mn-lt"/>
              </a:rPr>
              <a:t>research design </a:t>
            </a:r>
            <a:r>
              <a:rPr lang="en-GB" sz="2000" dirty="0">
                <a:latin typeface="+mn-lt"/>
              </a:rPr>
              <a:t>to be used</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706026EC-167A-85FB-93CE-21959B2E799F}"/>
                  </a:ext>
                </a:extLst>
              </p14:cNvPr>
              <p14:cNvContentPartPr/>
              <p14:nvPr/>
            </p14:nvContentPartPr>
            <p14:xfrm>
              <a:off x="-1005912" y="1782792"/>
              <a:ext cx="360" cy="360"/>
            </p14:xfrm>
          </p:contentPart>
        </mc:Choice>
        <mc:Fallback xmlns="">
          <p:pic>
            <p:nvPicPr>
              <p:cNvPr id="14" name="Ink 13">
                <a:extLst>
                  <a:ext uri="{FF2B5EF4-FFF2-40B4-BE49-F238E27FC236}">
                    <a16:creationId xmlns:a16="http://schemas.microsoft.com/office/drawing/2014/main" id="{706026EC-167A-85FB-93CE-21959B2E799F}"/>
                  </a:ext>
                </a:extLst>
              </p:cNvPr>
              <p:cNvPicPr/>
              <p:nvPr/>
            </p:nvPicPr>
            <p:blipFill>
              <a:blip r:embed="rId4"/>
              <a:stretch>
                <a:fillRect/>
              </a:stretch>
            </p:blipFill>
            <p:spPr>
              <a:xfrm>
                <a:off x="-1014912" y="1773792"/>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3" name="Ink 22">
                <a:extLst>
                  <a:ext uri="{FF2B5EF4-FFF2-40B4-BE49-F238E27FC236}">
                    <a16:creationId xmlns:a16="http://schemas.microsoft.com/office/drawing/2014/main" id="{F9C7E59D-6DF2-52D6-999F-712DAC96B457}"/>
                  </a:ext>
                </a:extLst>
              </p14:cNvPr>
              <p14:cNvContentPartPr/>
              <p14:nvPr/>
            </p14:nvContentPartPr>
            <p14:xfrm>
              <a:off x="1269482" y="4805165"/>
              <a:ext cx="959760" cy="28440"/>
            </p14:xfrm>
          </p:contentPart>
        </mc:Choice>
        <mc:Fallback xmlns="">
          <p:pic>
            <p:nvPicPr>
              <p:cNvPr id="23" name="Ink 22">
                <a:extLst>
                  <a:ext uri="{FF2B5EF4-FFF2-40B4-BE49-F238E27FC236}">
                    <a16:creationId xmlns:a16="http://schemas.microsoft.com/office/drawing/2014/main" id="{F9C7E59D-6DF2-52D6-999F-712DAC96B457}"/>
                  </a:ext>
                </a:extLst>
              </p:cNvPr>
              <p:cNvPicPr/>
              <p:nvPr/>
            </p:nvPicPr>
            <p:blipFill>
              <a:blip r:embed="rId6"/>
              <a:stretch>
                <a:fillRect/>
              </a:stretch>
            </p:blipFill>
            <p:spPr>
              <a:xfrm>
                <a:off x="1206842" y="4427165"/>
                <a:ext cx="1085400" cy="784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D7076783-EFA7-AAF0-4673-95B0FDAE4163}"/>
                  </a:ext>
                </a:extLst>
              </p14:cNvPr>
              <p14:cNvContentPartPr/>
              <p14:nvPr/>
            </p14:nvContentPartPr>
            <p14:xfrm>
              <a:off x="2897042" y="4795805"/>
              <a:ext cx="2229840" cy="47520"/>
            </p14:xfrm>
          </p:contentPart>
        </mc:Choice>
        <mc:Fallback xmlns="">
          <p:pic>
            <p:nvPicPr>
              <p:cNvPr id="24" name="Ink 23">
                <a:extLst>
                  <a:ext uri="{FF2B5EF4-FFF2-40B4-BE49-F238E27FC236}">
                    <a16:creationId xmlns:a16="http://schemas.microsoft.com/office/drawing/2014/main" id="{D7076783-EFA7-AAF0-4673-95B0FDAE4163}"/>
                  </a:ext>
                </a:extLst>
              </p:cNvPr>
              <p:cNvPicPr/>
              <p:nvPr/>
            </p:nvPicPr>
            <p:blipFill>
              <a:blip r:embed="rId8"/>
              <a:stretch>
                <a:fillRect/>
              </a:stretch>
            </p:blipFill>
            <p:spPr>
              <a:xfrm>
                <a:off x="2888042" y="4787165"/>
                <a:ext cx="22474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E552C64D-82FF-7580-3CDB-725511E5F0A5}"/>
                  </a:ext>
                </a:extLst>
              </p14:cNvPr>
              <p14:cNvContentPartPr/>
              <p14:nvPr/>
            </p14:nvContentPartPr>
            <p14:xfrm>
              <a:off x="1615082" y="4273445"/>
              <a:ext cx="1127160" cy="232560"/>
            </p14:xfrm>
          </p:contentPart>
        </mc:Choice>
        <mc:Fallback xmlns="">
          <p:pic>
            <p:nvPicPr>
              <p:cNvPr id="27" name="Ink 26">
                <a:extLst>
                  <a:ext uri="{FF2B5EF4-FFF2-40B4-BE49-F238E27FC236}">
                    <a16:creationId xmlns:a16="http://schemas.microsoft.com/office/drawing/2014/main" id="{E552C64D-82FF-7580-3CDB-725511E5F0A5}"/>
                  </a:ext>
                </a:extLst>
              </p:cNvPr>
              <p:cNvPicPr/>
              <p:nvPr/>
            </p:nvPicPr>
            <p:blipFill>
              <a:blip r:embed="rId10"/>
              <a:stretch>
                <a:fillRect/>
              </a:stretch>
            </p:blipFill>
            <p:spPr>
              <a:xfrm>
                <a:off x="1606442" y="4264445"/>
                <a:ext cx="1144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4ADFF934-E18B-6AF8-014E-3402FADB87BE}"/>
                  </a:ext>
                </a:extLst>
              </p14:cNvPr>
              <p14:cNvContentPartPr/>
              <p14:nvPr/>
            </p14:nvContentPartPr>
            <p14:xfrm>
              <a:off x="1607882" y="5142485"/>
              <a:ext cx="1910880" cy="37800"/>
            </p14:xfrm>
          </p:contentPart>
        </mc:Choice>
        <mc:Fallback xmlns="">
          <p:pic>
            <p:nvPicPr>
              <p:cNvPr id="31" name="Ink 30">
                <a:extLst>
                  <a:ext uri="{FF2B5EF4-FFF2-40B4-BE49-F238E27FC236}">
                    <a16:creationId xmlns:a16="http://schemas.microsoft.com/office/drawing/2014/main" id="{4ADFF934-E18B-6AF8-014E-3402FADB87BE}"/>
                  </a:ext>
                </a:extLst>
              </p:cNvPr>
              <p:cNvPicPr/>
              <p:nvPr/>
            </p:nvPicPr>
            <p:blipFill>
              <a:blip r:embed="rId12"/>
              <a:stretch>
                <a:fillRect/>
              </a:stretch>
            </p:blipFill>
            <p:spPr>
              <a:xfrm>
                <a:off x="1590242" y="5106845"/>
                <a:ext cx="1946520" cy="109440"/>
              </a:xfrm>
              <a:prstGeom prst="rect">
                <a:avLst/>
              </a:prstGeom>
            </p:spPr>
          </p:pic>
        </mc:Fallback>
      </mc:AlternateContent>
      <p:sp>
        <p:nvSpPr>
          <p:cNvPr id="32" name="TextBox 31">
            <a:extLst>
              <a:ext uri="{FF2B5EF4-FFF2-40B4-BE49-F238E27FC236}">
                <a16:creationId xmlns:a16="http://schemas.microsoft.com/office/drawing/2014/main" id="{D6F9FE6F-B1EE-F672-80FC-5A474E07B0EC}"/>
              </a:ext>
            </a:extLst>
          </p:cNvPr>
          <p:cNvSpPr txBox="1"/>
          <p:nvPr/>
        </p:nvSpPr>
        <p:spPr>
          <a:xfrm>
            <a:off x="692568" y="5390988"/>
            <a:ext cx="5895656" cy="1015663"/>
          </a:xfrm>
          <a:prstGeom prst="rect">
            <a:avLst/>
          </a:prstGeom>
          <a:noFill/>
        </p:spPr>
        <p:txBody>
          <a:bodyPr wrap="square">
            <a:spAutoFit/>
          </a:bodyPr>
          <a:lstStyle/>
          <a:p>
            <a:pPr marL="0" lvl="1">
              <a:spcBef>
                <a:spcPts val="0"/>
              </a:spcBef>
            </a:pPr>
            <a:r>
              <a:rPr lang="en-GB" sz="2000" dirty="0">
                <a:latin typeface="+mj-lt"/>
              </a:rPr>
              <a:t>Observe different groups of users completing a number of basic functional tasks using Upper App and noting the time completion.</a:t>
            </a:r>
            <a:endParaRPr lang="en-GB" sz="2000" dirty="0">
              <a:latin typeface="+mn-lt"/>
            </a:endParaRPr>
          </a:p>
        </p:txBody>
      </p:sp>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65F27212-5374-8638-6E10-7F77C37784BB}"/>
                  </a:ext>
                </a:extLst>
              </p14:cNvPr>
              <p14:cNvContentPartPr/>
              <p14:nvPr/>
            </p14:nvContentPartPr>
            <p14:xfrm>
              <a:off x="1123848" y="2221632"/>
              <a:ext cx="4583160" cy="843120"/>
            </p14:xfrm>
          </p:contentPart>
        </mc:Choice>
        <mc:Fallback xmlns="">
          <p:pic>
            <p:nvPicPr>
              <p:cNvPr id="5" name="Ink 4">
                <a:extLst>
                  <a:ext uri="{FF2B5EF4-FFF2-40B4-BE49-F238E27FC236}">
                    <a16:creationId xmlns:a16="http://schemas.microsoft.com/office/drawing/2014/main" id="{65F27212-5374-8638-6E10-7F77C37784BB}"/>
                  </a:ext>
                </a:extLst>
              </p:cNvPr>
              <p:cNvPicPr/>
              <p:nvPr/>
            </p:nvPicPr>
            <p:blipFill>
              <a:blip r:embed="rId14"/>
              <a:stretch>
                <a:fillRect/>
              </a:stretch>
            </p:blipFill>
            <p:spPr>
              <a:xfrm>
                <a:off x="1114848" y="2212992"/>
                <a:ext cx="4600800" cy="860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693734CE-9117-F158-C714-75BC210B9F40}"/>
                  </a:ext>
                </a:extLst>
              </p14:cNvPr>
              <p14:cNvContentPartPr/>
              <p14:nvPr/>
            </p14:nvContentPartPr>
            <p14:xfrm>
              <a:off x="1615082" y="3689629"/>
              <a:ext cx="1345320" cy="16560"/>
            </p14:xfrm>
          </p:contentPart>
        </mc:Choice>
        <mc:Fallback xmlns="">
          <p:pic>
            <p:nvPicPr>
              <p:cNvPr id="10" name="Ink 9">
                <a:extLst>
                  <a:ext uri="{FF2B5EF4-FFF2-40B4-BE49-F238E27FC236}">
                    <a16:creationId xmlns:a16="http://schemas.microsoft.com/office/drawing/2014/main" id="{693734CE-9117-F158-C714-75BC210B9F40}"/>
                  </a:ext>
                </a:extLst>
              </p:cNvPr>
              <p:cNvPicPr/>
              <p:nvPr/>
            </p:nvPicPr>
            <p:blipFill>
              <a:blip r:embed="rId16"/>
              <a:stretch>
                <a:fillRect/>
              </a:stretch>
            </p:blipFill>
            <p:spPr>
              <a:xfrm>
                <a:off x="1606082" y="3680629"/>
                <a:ext cx="1362960" cy="34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1" name="Ink 10">
                <a:extLst>
                  <a:ext uri="{FF2B5EF4-FFF2-40B4-BE49-F238E27FC236}">
                    <a16:creationId xmlns:a16="http://schemas.microsoft.com/office/drawing/2014/main" id="{769493BB-6B61-DF6F-A67A-2E3AD3728650}"/>
                  </a:ext>
                </a:extLst>
              </p14:cNvPr>
              <p14:cNvContentPartPr/>
              <p14:nvPr/>
            </p14:nvContentPartPr>
            <p14:xfrm>
              <a:off x="2404728" y="3400632"/>
              <a:ext cx="2532240" cy="19800"/>
            </p14:xfrm>
          </p:contentPart>
        </mc:Choice>
        <mc:Fallback xmlns="">
          <p:pic>
            <p:nvPicPr>
              <p:cNvPr id="11" name="Ink 10">
                <a:extLst>
                  <a:ext uri="{FF2B5EF4-FFF2-40B4-BE49-F238E27FC236}">
                    <a16:creationId xmlns:a16="http://schemas.microsoft.com/office/drawing/2014/main" id="{769493BB-6B61-DF6F-A67A-2E3AD3728650}"/>
                  </a:ext>
                </a:extLst>
              </p:cNvPr>
              <p:cNvPicPr/>
              <p:nvPr/>
            </p:nvPicPr>
            <p:blipFill>
              <a:blip r:embed="rId18"/>
              <a:stretch>
                <a:fillRect/>
              </a:stretch>
            </p:blipFill>
            <p:spPr>
              <a:xfrm>
                <a:off x="2341728" y="3022632"/>
                <a:ext cx="2657880" cy="775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75F79F1B-B86F-255F-81F1-3A864B01A984}"/>
                  </a:ext>
                </a:extLst>
              </p14:cNvPr>
              <p14:cNvContentPartPr/>
              <p14:nvPr/>
            </p14:nvContentPartPr>
            <p14:xfrm>
              <a:off x="2404728" y="1881966"/>
              <a:ext cx="1345320" cy="16560"/>
            </p14:xfrm>
          </p:contentPart>
        </mc:Choice>
        <mc:Fallback xmlns="">
          <p:pic>
            <p:nvPicPr>
              <p:cNvPr id="13" name="Ink 12">
                <a:extLst>
                  <a:ext uri="{FF2B5EF4-FFF2-40B4-BE49-F238E27FC236}">
                    <a16:creationId xmlns:a16="http://schemas.microsoft.com/office/drawing/2014/main" id="{75F79F1B-B86F-255F-81F1-3A864B01A984}"/>
                  </a:ext>
                </a:extLst>
              </p:cNvPr>
              <p:cNvPicPr/>
              <p:nvPr/>
            </p:nvPicPr>
            <p:blipFill>
              <a:blip r:embed="rId16"/>
              <a:stretch>
                <a:fillRect/>
              </a:stretch>
            </p:blipFill>
            <p:spPr>
              <a:xfrm>
                <a:off x="2395728" y="1872966"/>
                <a:ext cx="1362960" cy="34200"/>
              </a:xfrm>
              <a:prstGeom prst="rect">
                <a:avLst/>
              </a:prstGeom>
            </p:spPr>
          </p:pic>
        </mc:Fallback>
      </mc:AlternateContent>
      <p:sp>
        <p:nvSpPr>
          <p:cNvPr id="15" name="Footer Placeholder 14">
            <a:extLst>
              <a:ext uri="{FF2B5EF4-FFF2-40B4-BE49-F238E27FC236}">
                <a16:creationId xmlns:a16="http://schemas.microsoft.com/office/drawing/2014/main" id="{E05FED5B-021A-3570-1940-DE46001F465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9405DF36-9D45-09BD-4BEF-9C4B809494F4}"/>
              </a:ext>
            </a:extLst>
          </p:cNvPr>
          <p:cNvSpPr>
            <a:spLocks noGrp="1"/>
          </p:cNvSpPr>
          <p:nvPr>
            <p:ph type="sldNum" sz="quarter" idx="4"/>
          </p:nvPr>
        </p:nvSpPr>
        <p:spPr/>
        <p:txBody>
          <a:bodyPr/>
          <a:lstStyle/>
          <a:p>
            <a:fld id="{9FD7ECCF-50E7-4327-B945-FA93FF7B2BEF}" type="slidenum">
              <a:rPr lang="en-US" smtClean="0"/>
              <a:pPr/>
              <a:t>25</a:t>
            </a:fld>
            <a:r>
              <a:rPr lang="en-GB"/>
              <a:t>/70</a:t>
            </a:r>
            <a:endParaRPr lang="en-US" dirty="0"/>
          </a:p>
        </p:txBody>
      </p:sp>
    </p:spTree>
    <p:extLst>
      <p:ext uri="{BB962C8B-B14F-4D97-AF65-F5344CB8AC3E}">
        <p14:creationId xmlns:p14="http://schemas.microsoft.com/office/powerpoint/2010/main" val="421751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fill="hold"/>
                                        <p:tgtEl>
                                          <p:spTgt spid="32"/>
                                        </p:tgtEl>
                                        <p:attrNameLst>
                                          <p:attrName>ppt_x</p:attrName>
                                        </p:attrNameLst>
                                      </p:cBhvr>
                                      <p:tavLst>
                                        <p:tav tm="0">
                                          <p:val>
                                            <p:strVal val="#ppt_x"/>
                                          </p:val>
                                        </p:tav>
                                        <p:tav tm="100000">
                                          <p:val>
                                            <p:strVal val="#ppt_x"/>
                                          </p:val>
                                        </p:tav>
                                      </p:tavLst>
                                    </p:anim>
                                    <p:anim calcmode="lin" valueType="num">
                                      <p:cBhvr additive="base">
                                        <p:cTn id="45"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95536" y="228600"/>
            <a:ext cx="8748464" cy="990600"/>
          </a:xfrm>
        </p:spPr>
        <p:txBody>
          <a:bodyPr>
            <a:normAutofit fontScale="90000"/>
          </a:bodyPr>
          <a:lstStyle/>
          <a:p>
            <a:r>
              <a:rPr lang="en-GB" dirty="0"/>
              <a:t>Experimental Research Question (causal)</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612648" y="1600200"/>
            <a:ext cx="6119592" cy="2116832"/>
          </a:xfrm>
        </p:spPr>
        <p:txBody>
          <a:bodyPr>
            <a:normAutofit/>
          </a:bodyPr>
          <a:lstStyle/>
          <a:p>
            <a:r>
              <a:rPr lang="en-GB" sz="2200" dirty="0"/>
              <a:t>“Does the placement of basic task management buttons of the screen for users with larger devices to the speed of completing basic functional tasks in the Upper App?”</a:t>
            </a:r>
          </a:p>
          <a:p>
            <a:endParaRPr lang="en-GB"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068694" y="1145368"/>
            <a:ext cx="1462658" cy="2986208"/>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6588224" y="4131576"/>
            <a:ext cx="2448272" cy="2299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6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TextBox 3">
            <a:extLst>
              <a:ext uri="{FF2B5EF4-FFF2-40B4-BE49-F238E27FC236}">
                <a16:creationId xmlns:a16="http://schemas.microsoft.com/office/drawing/2014/main" id="{BFF2CD58-0979-C2B1-9C8E-1B423554BA01}"/>
              </a:ext>
            </a:extLst>
          </p:cNvPr>
          <p:cNvSpPr txBox="1"/>
          <p:nvPr/>
        </p:nvSpPr>
        <p:spPr>
          <a:xfrm>
            <a:off x="696296" y="3224031"/>
            <a:ext cx="5328592" cy="1323439"/>
          </a:xfrm>
          <a:prstGeom prst="rect">
            <a:avLst/>
          </a:prstGeom>
          <a:noFill/>
        </p:spPr>
        <p:txBody>
          <a:bodyPr wrap="square">
            <a:spAutoFit/>
          </a:bodyPr>
          <a:lstStyle/>
          <a:p>
            <a:pPr lvl="1" indent="-457200">
              <a:spcBef>
                <a:spcPts val="0"/>
              </a:spcBef>
            </a:pPr>
            <a:r>
              <a:rPr lang="en-GB" sz="2000" dirty="0">
                <a:latin typeface="+mj-lt"/>
              </a:rPr>
              <a:t>Does it state:</a:t>
            </a:r>
          </a:p>
          <a:p>
            <a:pPr lvl="1">
              <a:spcBef>
                <a:spcPts val="0"/>
              </a:spcBef>
            </a:pPr>
            <a:r>
              <a:rPr lang="en-GB" sz="2000" dirty="0">
                <a:latin typeface="+mn-lt"/>
              </a:rPr>
              <a:t>the </a:t>
            </a:r>
            <a:r>
              <a:rPr lang="en-GB" sz="2000" b="1" dirty="0">
                <a:latin typeface="+mn-lt"/>
              </a:rPr>
              <a:t>population</a:t>
            </a:r>
            <a:r>
              <a:rPr lang="en-GB" sz="2000" dirty="0">
                <a:latin typeface="+mn-lt"/>
              </a:rPr>
              <a:t> to be studied</a:t>
            </a:r>
          </a:p>
          <a:p>
            <a:pPr lvl="1">
              <a:spcBef>
                <a:spcPts val="0"/>
              </a:spcBef>
            </a:pPr>
            <a:r>
              <a:rPr lang="en-GB" sz="2000" b="1" dirty="0">
                <a:latin typeface="+mn-lt"/>
              </a:rPr>
              <a:t>dependent</a:t>
            </a:r>
            <a:r>
              <a:rPr lang="en-GB" sz="2000" dirty="0">
                <a:latin typeface="+mn-lt"/>
              </a:rPr>
              <a:t> and </a:t>
            </a:r>
            <a:r>
              <a:rPr lang="en-GB" sz="2000" b="1" dirty="0">
                <a:latin typeface="+mn-lt"/>
              </a:rPr>
              <a:t>independent variables</a:t>
            </a:r>
            <a:r>
              <a:rPr lang="en-GB" sz="2000" dirty="0">
                <a:latin typeface="+mn-lt"/>
              </a:rPr>
              <a:t>, and</a:t>
            </a:r>
          </a:p>
          <a:p>
            <a:pPr lvl="1">
              <a:spcBef>
                <a:spcPts val="0"/>
              </a:spcBef>
            </a:pPr>
            <a:r>
              <a:rPr lang="en-GB" sz="2000" dirty="0">
                <a:latin typeface="+mn-lt"/>
              </a:rPr>
              <a:t>the </a:t>
            </a:r>
            <a:r>
              <a:rPr lang="en-GB" sz="2000" b="1" dirty="0">
                <a:latin typeface="+mn-lt"/>
              </a:rPr>
              <a:t>research design </a:t>
            </a:r>
            <a:r>
              <a:rPr lang="en-GB" sz="2000" dirty="0">
                <a:latin typeface="+mn-lt"/>
              </a:rPr>
              <a:t>to be used</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706026EC-167A-85FB-93CE-21959B2E799F}"/>
                  </a:ext>
                </a:extLst>
              </p14:cNvPr>
              <p14:cNvContentPartPr/>
              <p14:nvPr/>
            </p14:nvContentPartPr>
            <p14:xfrm>
              <a:off x="-1005912" y="1782792"/>
              <a:ext cx="360" cy="360"/>
            </p14:xfrm>
          </p:contentPart>
        </mc:Choice>
        <mc:Fallback xmlns="">
          <p:pic>
            <p:nvPicPr>
              <p:cNvPr id="14" name="Ink 13">
                <a:extLst>
                  <a:ext uri="{FF2B5EF4-FFF2-40B4-BE49-F238E27FC236}">
                    <a16:creationId xmlns:a16="http://schemas.microsoft.com/office/drawing/2014/main" id="{706026EC-167A-85FB-93CE-21959B2E799F}"/>
                  </a:ext>
                </a:extLst>
              </p:cNvPr>
              <p:cNvPicPr/>
              <p:nvPr/>
            </p:nvPicPr>
            <p:blipFill>
              <a:blip r:embed="rId4"/>
              <a:stretch>
                <a:fillRect/>
              </a:stretch>
            </p:blipFill>
            <p:spPr>
              <a:xfrm>
                <a:off x="-1014912" y="1773792"/>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3" name="Ink 22">
                <a:extLst>
                  <a:ext uri="{FF2B5EF4-FFF2-40B4-BE49-F238E27FC236}">
                    <a16:creationId xmlns:a16="http://schemas.microsoft.com/office/drawing/2014/main" id="{F9C7E59D-6DF2-52D6-999F-712DAC96B457}"/>
                  </a:ext>
                </a:extLst>
              </p14:cNvPr>
              <p14:cNvContentPartPr/>
              <p14:nvPr/>
            </p14:nvContentPartPr>
            <p14:xfrm>
              <a:off x="1269482" y="4169644"/>
              <a:ext cx="959760" cy="28440"/>
            </p14:xfrm>
          </p:contentPart>
        </mc:Choice>
        <mc:Fallback xmlns="">
          <p:pic>
            <p:nvPicPr>
              <p:cNvPr id="23" name="Ink 22">
                <a:extLst>
                  <a:ext uri="{FF2B5EF4-FFF2-40B4-BE49-F238E27FC236}">
                    <a16:creationId xmlns:a16="http://schemas.microsoft.com/office/drawing/2014/main" id="{F9C7E59D-6DF2-52D6-999F-712DAC96B457}"/>
                  </a:ext>
                </a:extLst>
              </p:cNvPr>
              <p:cNvPicPr/>
              <p:nvPr/>
            </p:nvPicPr>
            <p:blipFill>
              <a:blip r:embed="rId6"/>
              <a:stretch>
                <a:fillRect/>
              </a:stretch>
            </p:blipFill>
            <p:spPr>
              <a:xfrm>
                <a:off x="1206842" y="3791644"/>
                <a:ext cx="1085400" cy="784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D7076783-EFA7-AAF0-4673-95B0FDAE4163}"/>
                  </a:ext>
                </a:extLst>
              </p14:cNvPr>
              <p14:cNvContentPartPr/>
              <p14:nvPr/>
            </p14:nvContentPartPr>
            <p14:xfrm>
              <a:off x="2897042" y="4160284"/>
              <a:ext cx="2229840" cy="47520"/>
            </p14:xfrm>
          </p:contentPart>
        </mc:Choice>
        <mc:Fallback xmlns="">
          <p:pic>
            <p:nvPicPr>
              <p:cNvPr id="24" name="Ink 23">
                <a:extLst>
                  <a:ext uri="{FF2B5EF4-FFF2-40B4-BE49-F238E27FC236}">
                    <a16:creationId xmlns:a16="http://schemas.microsoft.com/office/drawing/2014/main" id="{D7076783-EFA7-AAF0-4673-95B0FDAE4163}"/>
                  </a:ext>
                </a:extLst>
              </p:cNvPr>
              <p:cNvPicPr/>
              <p:nvPr/>
            </p:nvPicPr>
            <p:blipFill>
              <a:blip r:embed="rId8"/>
              <a:stretch>
                <a:fillRect/>
              </a:stretch>
            </p:blipFill>
            <p:spPr>
              <a:xfrm>
                <a:off x="2888042" y="4151644"/>
                <a:ext cx="22474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E552C64D-82FF-7580-3CDB-725511E5F0A5}"/>
                  </a:ext>
                </a:extLst>
              </p14:cNvPr>
              <p14:cNvContentPartPr/>
              <p14:nvPr/>
            </p14:nvContentPartPr>
            <p14:xfrm>
              <a:off x="1615082" y="3637924"/>
              <a:ext cx="1127160" cy="232560"/>
            </p14:xfrm>
          </p:contentPart>
        </mc:Choice>
        <mc:Fallback xmlns="">
          <p:pic>
            <p:nvPicPr>
              <p:cNvPr id="27" name="Ink 26">
                <a:extLst>
                  <a:ext uri="{FF2B5EF4-FFF2-40B4-BE49-F238E27FC236}">
                    <a16:creationId xmlns:a16="http://schemas.microsoft.com/office/drawing/2014/main" id="{E552C64D-82FF-7580-3CDB-725511E5F0A5}"/>
                  </a:ext>
                </a:extLst>
              </p:cNvPr>
              <p:cNvPicPr/>
              <p:nvPr/>
            </p:nvPicPr>
            <p:blipFill>
              <a:blip r:embed="rId10"/>
              <a:stretch>
                <a:fillRect/>
              </a:stretch>
            </p:blipFill>
            <p:spPr>
              <a:xfrm>
                <a:off x="1606442" y="3628924"/>
                <a:ext cx="1144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4ADFF934-E18B-6AF8-014E-3402FADB87BE}"/>
                  </a:ext>
                </a:extLst>
              </p14:cNvPr>
              <p14:cNvContentPartPr/>
              <p14:nvPr/>
            </p14:nvContentPartPr>
            <p14:xfrm>
              <a:off x="1607882" y="4506964"/>
              <a:ext cx="1910880" cy="37800"/>
            </p14:xfrm>
          </p:contentPart>
        </mc:Choice>
        <mc:Fallback xmlns="">
          <p:pic>
            <p:nvPicPr>
              <p:cNvPr id="31" name="Ink 30">
                <a:extLst>
                  <a:ext uri="{FF2B5EF4-FFF2-40B4-BE49-F238E27FC236}">
                    <a16:creationId xmlns:a16="http://schemas.microsoft.com/office/drawing/2014/main" id="{4ADFF934-E18B-6AF8-014E-3402FADB87BE}"/>
                  </a:ext>
                </a:extLst>
              </p:cNvPr>
              <p:cNvPicPr/>
              <p:nvPr/>
            </p:nvPicPr>
            <p:blipFill>
              <a:blip r:embed="rId12"/>
              <a:stretch>
                <a:fillRect/>
              </a:stretch>
            </p:blipFill>
            <p:spPr>
              <a:xfrm>
                <a:off x="1590242" y="4471324"/>
                <a:ext cx="1946520" cy="109440"/>
              </a:xfrm>
              <a:prstGeom prst="rect">
                <a:avLst/>
              </a:prstGeom>
            </p:spPr>
          </p:pic>
        </mc:Fallback>
      </mc:AlternateContent>
      <p:sp>
        <p:nvSpPr>
          <p:cNvPr id="32" name="TextBox 31">
            <a:extLst>
              <a:ext uri="{FF2B5EF4-FFF2-40B4-BE49-F238E27FC236}">
                <a16:creationId xmlns:a16="http://schemas.microsoft.com/office/drawing/2014/main" id="{D6F9FE6F-B1EE-F672-80FC-5A474E07B0EC}"/>
              </a:ext>
            </a:extLst>
          </p:cNvPr>
          <p:cNvSpPr txBox="1"/>
          <p:nvPr/>
        </p:nvSpPr>
        <p:spPr>
          <a:xfrm>
            <a:off x="724616" y="4736118"/>
            <a:ext cx="5895656" cy="1323439"/>
          </a:xfrm>
          <a:prstGeom prst="rect">
            <a:avLst/>
          </a:prstGeom>
          <a:noFill/>
        </p:spPr>
        <p:txBody>
          <a:bodyPr wrap="square">
            <a:spAutoFit/>
          </a:bodyPr>
          <a:lstStyle/>
          <a:p>
            <a:pPr marL="0" lvl="1">
              <a:spcBef>
                <a:spcPts val="0"/>
              </a:spcBef>
            </a:pPr>
            <a:r>
              <a:rPr lang="en-GB" sz="2000" dirty="0">
                <a:latin typeface="+mj-lt"/>
              </a:rPr>
              <a:t>Design an experiment with different research instruments [app with the placement of buttons at the bottom vs at the top of the screen], ask users to complete a number of basic functional tasks and noting the time completion.</a:t>
            </a:r>
            <a:endParaRPr lang="en-GB" sz="2000" dirty="0">
              <a:latin typeface="+mn-lt"/>
            </a:endParaRPr>
          </a:p>
        </p:txBody>
      </p:sp>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93E545A4-A62B-8FFE-E4AE-A6EDCBE028A0}"/>
                  </a:ext>
                </a:extLst>
              </p14:cNvPr>
              <p14:cNvContentPartPr/>
              <p14:nvPr/>
            </p14:nvContentPartPr>
            <p14:xfrm>
              <a:off x="3766968" y="2276352"/>
              <a:ext cx="2705760" cy="46800"/>
            </p14:xfrm>
          </p:contentPart>
        </mc:Choice>
        <mc:Fallback xmlns="">
          <p:pic>
            <p:nvPicPr>
              <p:cNvPr id="5" name="Ink 4">
                <a:extLst>
                  <a:ext uri="{FF2B5EF4-FFF2-40B4-BE49-F238E27FC236}">
                    <a16:creationId xmlns:a16="http://schemas.microsoft.com/office/drawing/2014/main" id="{93E545A4-A62B-8FFE-E4AE-A6EDCBE028A0}"/>
                  </a:ext>
                </a:extLst>
              </p:cNvPr>
              <p:cNvPicPr/>
              <p:nvPr/>
            </p:nvPicPr>
            <p:blipFill>
              <a:blip r:embed="rId14"/>
              <a:stretch>
                <a:fillRect/>
              </a:stretch>
            </p:blipFill>
            <p:spPr>
              <a:xfrm>
                <a:off x="3757968" y="2267352"/>
                <a:ext cx="2723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E8DE2C9F-85F8-C93D-399A-5DD6E776DFC8}"/>
                  </a:ext>
                </a:extLst>
              </p14:cNvPr>
              <p14:cNvContentPartPr/>
              <p14:nvPr/>
            </p14:nvContentPartPr>
            <p14:xfrm>
              <a:off x="1663848" y="1938312"/>
              <a:ext cx="1545480" cy="37080"/>
            </p14:xfrm>
          </p:contentPart>
        </mc:Choice>
        <mc:Fallback xmlns="">
          <p:pic>
            <p:nvPicPr>
              <p:cNvPr id="10" name="Ink 9">
                <a:extLst>
                  <a:ext uri="{FF2B5EF4-FFF2-40B4-BE49-F238E27FC236}">
                    <a16:creationId xmlns:a16="http://schemas.microsoft.com/office/drawing/2014/main" id="{E8DE2C9F-85F8-C93D-399A-5DD6E776DFC8}"/>
                  </a:ext>
                </a:extLst>
              </p:cNvPr>
              <p:cNvPicPr/>
              <p:nvPr/>
            </p:nvPicPr>
            <p:blipFill>
              <a:blip r:embed="rId16"/>
              <a:stretch>
                <a:fillRect/>
              </a:stretch>
            </p:blipFill>
            <p:spPr>
              <a:xfrm>
                <a:off x="1654848" y="1929312"/>
                <a:ext cx="1563120" cy="5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1" name="Ink 10">
                <a:extLst>
                  <a:ext uri="{FF2B5EF4-FFF2-40B4-BE49-F238E27FC236}">
                    <a16:creationId xmlns:a16="http://schemas.microsoft.com/office/drawing/2014/main" id="{FA410B19-EB61-5FDF-9922-BE7DFA87B05F}"/>
                  </a:ext>
                </a:extLst>
              </p14:cNvPr>
              <p14:cNvContentPartPr/>
              <p14:nvPr/>
            </p14:nvContentPartPr>
            <p14:xfrm>
              <a:off x="1712462" y="2656308"/>
              <a:ext cx="932400" cy="19080"/>
            </p14:xfrm>
          </p:contentPart>
        </mc:Choice>
        <mc:Fallback xmlns="">
          <p:pic>
            <p:nvPicPr>
              <p:cNvPr id="11" name="Ink 10">
                <a:extLst>
                  <a:ext uri="{FF2B5EF4-FFF2-40B4-BE49-F238E27FC236}">
                    <a16:creationId xmlns:a16="http://schemas.microsoft.com/office/drawing/2014/main" id="{FA410B19-EB61-5FDF-9922-BE7DFA87B05F}"/>
                  </a:ext>
                </a:extLst>
              </p:cNvPr>
              <p:cNvPicPr/>
              <p:nvPr/>
            </p:nvPicPr>
            <p:blipFill>
              <a:blip r:embed="rId18"/>
              <a:stretch>
                <a:fillRect/>
              </a:stretch>
            </p:blipFill>
            <p:spPr>
              <a:xfrm>
                <a:off x="1649462" y="2278308"/>
                <a:ext cx="1058040" cy="774720"/>
              </a:xfrm>
              <a:prstGeom prst="rect">
                <a:avLst/>
              </a:prstGeom>
            </p:spPr>
          </p:pic>
        </mc:Fallback>
      </mc:AlternateContent>
      <p:sp>
        <p:nvSpPr>
          <p:cNvPr id="12" name="Footer Placeholder 11">
            <a:extLst>
              <a:ext uri="{FF2B5EF4-FFF2-40B4-BE49-F238E27FC236}">
                <a16:creationId xmlns:a16="http://schemas.microsoft.com/office/drawing/2014/main" id="{DF7F7572-57E3-4814-B4E1-A09ECA2C53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24FBA4F9-4131-7B0A-4290-ED9068F14733}"/>
              </a:ext>
            </a:extLst>
          </p:cNvPr>
          <p:cNvSpPr>
            <a:spLocks noGrp="1"/>
          </p:cNvSpPr>
          <p:nvPr>
            <p:ph type="sldNum" sz="quarter" idx="4"/>
          </p:nvPr>
        </p:nvSpPr>
        <p:spPr/>
        <p:txBody>
          <a:bodyPr/>
          <a:lstStyle/>
          <a:p>
            <a:fld id="{9FD7ECCF-50E7-4327-B945-FA93FF7B2BEF}" type="slidenum">
              <a:rPr lang="en-US" smtClean="0"/>
              <a:pPr/>
              <a:t>26</a:t>
            </a:fld>
            <a:r>
              <a:rPr lang="en-GB"/>
              <a:t>/70</a:t>
            </a:r>
            <a:endParaRPr lang="en-US" dirty="0"/>
          </a:p>
        </p:txBody>
      </p:sp>
    </p:spTree>
    <p:extLst>
      <p:ext uri="{BB962C8B-B14F-4D97-AF65-F5344CB8AC3E}">
        <p14:creationId xmlns:p14="http://schemas.microsoft.com/office/powerpoint/2010/main" val="404603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95536" y="228600"/>
            <a:ext cx="8748464" cy="990600"/>
          </a:xfrm>
        </p:spPr>
        <p:txBody>
          <a:bodyPr>
            <a:normAutofit fontScale="90000"/>
          </a:bodyPr>
          <a:lstStyle/>
          <a:p>
            <a:r>
              <a:rPr lang="en-GB" dirty="0"/>
              <a:t>Directional </a:t>
            </a:r>
            <a:r>
              <a:rPr lang="en-GB" sz="4000" dirty="0"/>
              <a:t>Experimental Research Question</a:t>
            </a:r>
            <a:endParaRPr lang="en-GB" dirty="0"/>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612648" y="1600200"/>
            <a:ext cx="6119592" cy="2116832"/>
          </a:xfrm>
        </p:spPr>
        <p:txBody>
          <a:bodyPr>
            <a:normAutofit/>
          </a:bodyPr>
          <a:lstStyle/>
          <a:p>
            <a:r>
              <a:rPr lang="en-GB" sz="2200" dirty="0"/>
              <a:t>“Does the placement of basic task management buttons of the screen for users with larger devices </a:t>
            </a:r>
            <a:r>
              <a:rPr lang="en-GB" sz="2200" b="1" dirty="0"/>
              <a:t>increases</a:t>
            </a:r>
            <a:r>
              <a:rPr lang="en-GB" sz="2200" dirty="0"/>
              <a:t> the speed of completing basic functional tasks in the Upper App?”</a:t>
            </a:r>
          </a:p>
          <a:p>
            <a:endParaRPr lang="en-GB"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068694" y="1145368"/>
            <a:ext cx="1462658" cy="2986208"/>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6588224" y="4131576"/>
            <a:ext cx="2448272" cy="2299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6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TextBox 3">
            <a:extLst>
              <a:ext uri="{FF2B5EF4-FFF2-40B4-BE49-F238E27FC236}">
                <a16:creationId xmlns:a16="http://schemas.microsoft.com/office/drawing/2014/main" id="{BFF2CD58-0979-C2B1-9C8E-1B423554BA01}"/>
              </a:ext>
            </a:extLst>
          </p:cNvPr>
          <p:cNvSpPr txBox="1"/>
          <p:nvPr/>
        </p:nvSpPr>
        <p:spPr>
          <a:xfrm>
            <a:off x="696296" y="3113673"/>
            <a:ext cx="5328592" cy="1323439"/>
          </a:xfrm>
          <a:prstGeom prst="rect">
            <a:avLst/>
          </a:prstGeom>
          <a:noFill/>
        </p:spPr>
        <p:txBody>
          <a:bodyPr wrap="square">
            <a:spAutoFit/>
          </a:bodyPr>
          <a:lstStyle/>
          <a:p>
            <a:pPr lvl="1" indent="-457200">
              <a:spcBef>
                <a:spcPts val="0"/>
              </a:spcBef>
            </a:pPr>
            <a:r>
              <a:rPr lang="en-GB" sz="2000" dirty="0">
                <a:latin typeface="+mj-lt"/>
              </a:rPr>
              <a:t>Does it state:</a:t>
            </a:r>
          </a:p>
          <a:p>
            <a:pPr lvl="1">
              <a:spcBef>
                <a:spcPts val="0"/>
              </a:spcBef>
            </a:pPr>
            <a:r>
              <a:rPr lang="en-GB" sz="2000" dirty="0">
                <a:latin typeface="+mn-lt"/>
              </a:rPr>
              <a:t>the </a:t>
            </a:r>
            <a:r>
              <a:rPr lang="en-GB" sz="2000" b="1" dirty="0">
                <a:latin typeface="+mn-lt"/>
              </a:rPr>
              <a:t>population</a:t>
            </a:r>
            <a:r>
              <a:rPr lang="en-GB" sz="2000" dirty="0">
                <a:latin typeface="+mn-lt"/>
              </a:rPr>
              <a:t> to be studied</a:t>
            </a:r>
          </a:p>
          <a:p>
            <a:pPr lvl="1">
              <a:spcBef>
                <a:spcPts val="0"/>
              </a:spcBef>
            </a:pPr>
            <a:r>
              <a:rPr lang="en-GB" sz="2000" b="1" dirty="0">
                <a:latin typeface="+mn-lt"/>
              </a:rPr>
              <a:t>dependent</a:t>
            </a:r>
            <a:r>
              <a:rPr lang="en-GB" sz="2000" dirty="0">
                <a:latin typeface="+mn-lt"/>
              </a:rPr>
              <a:t> and </a:t>
            </a:r>
            <a:r>
              <a:rPr lang="en-GB" sz="2000" b="1" dirty="0">
                <a:latin typeface="+mn-lt"/>
              </a:rPr>
              <a:t>independent variables</a:t>
            </a:r>
            <a:r>
              <a:rPr lang="en-GB" sz="2000" dirty="0">
                <a:latin typeface="+mn-lt"/>
              </a:rPr>
              <a:t>, and</a:t>
            </a:r>
          </a:p>
          <a:p>
            <a:pPr lvl="1">
              <a:spcBef>
                <a:spcPts val="0"/>
              </a:spcBef>
            </a:pPr>
            <a:r>
              <a:rPr lang="en-GB" sz="2000" dirty="0">
                <a:latin typeface="+mn-lt"/>
              </a:rPr>
              <a:t>the </a:t>
            </a:r>
            <a:r>
              <a:rPr lang="en-GB" sz="2000" b="1" dirty="0">
                <a:latin typeface="+mn-lt"/>
              </a:rPr>
              <a:t>research design </a:t>
            </a:r>
            <a:r>
              <a:rPr lang="en-GB" sz="2000" dirty="0">
                <a:latin typeface="+mn-lt"/>
              </a:rPr>
              <a:t>to be used</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706026EC-167A-85FB-93CE-21959B2E799F}"/>
                  </a:ext>
                </a:extLst>
              </p14:cNvPr>
              <p14:cNvContentPartPr/>
              <p14:nvPr/>
            </p14:nvContentPartPr>
            <p14:xfrm>
              <a:off x="-1005912" y="1782792"/>
              <a:ext cx="360" cy="360"/>
            </p14:xfrm>
          </p:contentPart>
        </mc:Choice>
        <mc:Fallback xmlns="">
          <p:pic>
            <p:nvPicPr>
              <p:cNvPr id="14" name="Ink 13">
                <a:extLst>
                  <a:ext uri="{FF2B5EF4-FFF2-40B4-BE49-F238E27FC236}">
                    <a16:creationId xmlns:a16="http://schemas.microsoft.com/office/drawing/2014/main" id="{706026EC-167A-85FB-93CE-21959B2E799F}"/>
                  </a:ext>
                </a:extLst>
              </p:cNvPr>
              <p:cNvPicPr/>
              <p:nvPr/>
            </p:nvPicPr>
            <p:blipFill>
              <a:blip r:embed="rId4"/>
              <a:stretch>
                <a:fillRect/>
              </a:stretch>
            </p:blipFill>
            <p:spPr>
              <a:xfrm>
                <a:off x="-1014912" y="1773792"/>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3" name="Ink 22">
                <a:extLst>
                  <a:ext uri="{FF2B5EF4-FFF2-40B4-BE49-F238E27FC236}">
                    <a16:creationId xmlns:a16="http://schemas.microsoft.com/office/drawing/2014/main" id="{F9C7E59D-6DF2-52D6-999F-712DAC96B457}"/>
                  </a:ext>
                </a:extLst>
              </p14:cNvPr>
              <p14:cNvContentPartPr/>
              <p14:nvPr/>
            </p14:nvContentPartPr>
            <p14:xfrm>
              <a:off x="1269482" y="4059286"/>
              <a:ext cx="959760" cy="28440"/>
            </p14:xfrm>
          </p:contentPart>
        </mc:Choice>
        <mc:Fallback xmlns="">
          <p:pic>
            <p:nvPicPr>
              <p:cNvPr id="23" name="Ink 22">
                <a:extLst>
                  <a:ext uri="{FF2B5EF4-FFF2-40B4-BE49-F238E27FC236}">
                    <a16:creationId xmlns:a16="http://schemas.microsoft.com/office/drawing/2014/main" id="{F9C7E59D-6DF2-52D6-999F-712DAC96B457}"/>
                  </a:ext>
                </a:extLst>
              </p:cNvPr>
              <p:cNvPicPr/>
              <p:nvPr/>
            </p:nvPicPr>
            <p:blipFill>
              <a:blip r:embed="rId6"/>
              <a:stretch>
                <a:fillRect/>
              </a:stretch>
            </p:blipFill>
            <p:spPr>
              <a:xfrm>
                <a:off x="1206842" y="3681286"/>
                <a:ext cx="1085400" cy="784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D7076783-EFA7-AAF0-4673-95B0FDAE4163}"/>
                  </a:ext>
                </a:extLst>
              </p14:cNvPr>
              <p14:cNvContentPartPr/>
              <p14:nvPr/>
            </p14:nvContentPartPr>
            <p14:xfrm>
              <a:off x="2897042" y="4049926"/>
              <a:ext cx="2229840" cy="47520"/>
            </p14:xfrm>
          </p:contentPart>
        </mc:Choice>
        <mc:Fallback xmlns="">
          <p:pic>
            <p:nvPicPr>
              <p:cNvPr id="24" name="Ink 23">
                <a:extLst>
                  <a:ext uri="{FF2B5EF4-FFF2-40B4-BE49-F238E27FC236}">
                    <a16:creationId xmlns:a16="http://schemas.microsoft.com/office/drawing/2014/main" id="{D7076783-EFA7-AAF0-4673-95B0FDAE4163}"/>
                  </a:ext>
                </a:extLst>
              </p:cNvPr>
              <p:cNvPicPr/>
              <p:nvPr/>
            </p:nvPicPr>
            <p:blipFill>
              <a:blip r:embed="rId8"/>
              <a:stretch>
                <a:fillRect/>
              </a:stretch>
            </p:blipFill>
            <p:spPr>
              <a:xfrm>
                <a:off x="2888042" y="4041286"/>
                <a:ext cx="22474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E552C64D-82FF-7580-3CDB-725511E5F0A5}"/>
                  </a:ext>
                </a:extLst>
              </p14:cNvPr>
              <p14:cNvContentPartPr/>
              <p14:nvPr/>
            </p14:nvContentPartPr>
            <p14:xfrm>
              <a:off x="1615082" y="3527566"/>
              <a:ext cx="1127160" cy="232560"/>
            </p14:xfrm>
          </p:contentPart>
        </mc:Choice>
        <mc:Fallback xmlns="">
          <p:pic>
            <p:nvPicPr>
              <p:cNvPr id="27" name="Ink 26">
                <a:extLst>
                  <a:ext uri="{FF2B5EF4-FFF2-40B4-BE49-F238E27FC236}">
                    <a16:creationId xmlns:a16="http://schemas.microsoft.com/office/drawing/2014/main" id="{E552C64D-82FF-7580-3CDB-725511E5F0A5}"/>
                  </a:ext>
                </a:extLst>
              </p:cNvPr>
              <p:cNvPicPr/>
              <p:nvPr/>
            </p:nvPicPr>
            <p:blipFill>
              <a:blip r:embed="rId10"/>
              <a:stretch>
                <a:fillRect/>
              </a:stretch>
            </p:blipFill>
            <p:spPr>
              <a:xfrm>
                <a:off x="1606442" y="3518566"/>
                <a:ext cx="1144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4ADFF934-E18B-6AF8-014E-3402FADB87BE}"/>
                  </a:ext>
                </a:extLst>
              </p14:cNvPr>
              <p14:cNvContentPartPr/>
              <p14:nvPr/>
            </p14:nvContentPartPr>
            <p14:xfrm>
              <a:off x="1607882" y="4396606"/>
              <a:ext cx="1910880" cy="37800"/>
            </p14:xfrm>
          </p:contentPart>
        </mc:Choice>
        <mc:Fallback xmlns="">
          <p:pic>
            <p:nvPicPr>
              <p:cNvPr id="31" name="Ink 30">
                <a:extLst>
                  <a:ext uri="{FF2B5EF4-FFF2-40B4-BE49-F238E27FC236}">
                    <a16:creationId xmlns:a16="http://schemas.microsoft.com/office/drawing/2014/main" id="{4ADFF934-E18B-6AF8-014E-3402FADB87BE}"/>
                  </a:ext>
                </a:extLst>
              </p:cNvPr>
              <p:cNvPicPr/>
              <p:nvPr/>
            </p:nvPicPr>
            <p:blipFill>
              <a:blip r:embed="rId12"/>
              <a:stretch>
                <a:fillRect/>
              </a:stretch>
            </p:blipFill>
            <p:spPr>
              <a:xfrm>
                <a:off x="1590242" y="4360966"/>
                <a:ext cx="1946520" cy="109440"/>
              </a:xfrm>
              <a:prstGeom prst="rect">
                <a:avLst/>
              </a:prstGeom>
            </p:spPr>
          </p:pic>
        </mc:Fallback>
      </mc:AlternateContent>
      <p:sp>
        <p:nvSpPr>
          <p:cNvPr id="32" name="TextBox 31">
            <a:extLst>
              <a:ext uri="{FF2B5EF4-FFF2-40B4-BE49-F238E27FC236}">
                <a16:creationId xmlns:a16="http://schemas.microsoft.com/office/drawing/2014/main" id="{D6F9FE6F-B1EE-F672-80FC-5A474E07B0EC}"/>
              </a:ext>
            </a:extLst>
          </p:cNvPr>
          <p:cNvSpPr txBox="1"/>
          <p:nvPr/>
        </p:nvSpPr>
        <p:spPr>
          <a:xfrm>
            <a:off x="392088" y="4576706"/>
            <a:ext cx="6224736" cy="1631216"/>
          </a:xfrm>
          <a:prstGeom prst="rect">
            <a:avLst/>
          </a:prstGeom>
          <a:noFill/>
        </p:spPr>
        <p:txBody>
          <a:bodyPr wrap="square">
            <a:spAutoFit/>
          </a:bodyPr>
          <a:lstStyle/>
          <a:p>
            <a:pPr marL="0" lvl="1">
              <a:spcBef>
                <a:spcPts val="0"/>
              </a:spcBef>
            </a:pPr>
            <a:r>
              <a:rPr lang="en-GB" sz="2000" dirty="0">
                <a:latin typeface="+mj-lt"/>
              </a:rPr>
              <a:t>Design an experiment with different research instruments [app with the placement of </a:t>
            </a:r>
            <a:r>
              <a:rPr lang="en-GB" sz="2000" b="1" dirty="0">
                <a:latin typeface="+mj-lt"/>
              </a:rPr>
              <a:t>buttons at the bottom of the screen </a:t>
            </a:r>
            <a:r>
              <a:rPr lang="en-GB" sz="2000" dirty="0">
                <a:latin typeface="+mj-lt"/>
              </a:rPr>
              <a:t>vs </a:t>
            </a:r>
            <a:r>
              <a:rPr lang="en-GB" sz="2000" b="1" dirty="0">
                <a:latin typeface="+mj-lt"/>
              </a:rPr>
              <a:t>buttons at the top </a:t>
            </a:r>
            <a:r>
              <a:rPr lang="en-GB" sz="2000" dirty="0">
                <a:latin typeface="+mj-lt"/>
              </a:rPr>
              <a:t>of the screen], ask users to complete a number of basic functional tasks and noting the time completion.</a:t>
            </a:r>
            <a:endParaRPr lang="en-GB" sz="2000" dirty="0">
              <a:latin typeface="+mn-lt"/>
            </a:endParaRPr>
          </a:p>
        </p:txBody>
      </p:sp>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88335CA2-18DD-9CDC-4001-5E3D44C00988}"/>
                  </a:ext>
                </a:extLst>
              </p14:cNvPr>
              <p14:cNvContentPartPr/>
              <p14:nvPr/>
            </p14:nvContentPartPr>
            <p14:xfrm>
              <a:off x="3766968" y="2276352"/>
              <a:ext cx="2705760" cy="46800"/>
            </p14:xfrm>
          </p:contentPart>
        </mc:Choice>
        <mc:Fallback xmlns="">
          <p:pic>
            <p:nvPicPr>
              <p:cNvPr id="5" name="Ink 4">
                <a:extLst>
                  <a:ext uri="{FF2B5EF4-FFF2-40B4-BE49-F238E27FC236}">
                    <a16:creationId xmlns:a16="http://schemas.microsoft.com/office/drawing/2014/main" id="{88335CA2-18DD-9CDC-4001-5E3D44C00988}"/>
                  </a:ext>
                </a:extLst>
              </p:cNvPr>
              <p:cNvPicPr/>
              <p:nvPr/>
            </p:nvPicPr>
            <p:blipFill>
              <a:blip r:embed="rId14"/>
              <a:stretch>
                <a:fillRect/>
              </a:stretch>
            </p:blipFill>
            <p:spPr>
              <a:xfrm>
                <a:off x="3758328" y="2267352"/>
                <a:ext cx="2723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1F48D356-BAF6-ADD2-1478-1627C0D90DAA}"/>
                  </a:ext>
                </a:extLst>
              </p14:cNvPr>
              <p14:cNvContentPartPr/>
              <p14:nvPr/>
            </p14:nvContentPartPr>
            <p14:xfrm>
              <a:off x="1663848" y="1938312"/>
              <a:ext cx="1545480" cy="37080"/>
            </p14:xfrm>
          </p:contentPart>
        </mc:Choice>
        <mc:Fallback xmlns="">
          <p:pic>
            <p:nvPicPr>
              <p:cNvPr id="10" name="Ink 9">
                <a:extLst>
                  <a:ext uri="{FF2B5EF4-FFF2-40B4-BE49-F238E27FC236}">
                    <a16:creationId xmlns:a16="http://schemas.microsoft.com/office/drawing/2014/main" id="{1F48D356-BAF6-ADD2-1478-1627C0D90DAA}"/>
                  </a:ext>
                </a:extLst>
              </p:cNvPr>
              <p:cNvPicPr/>
              <p:nvPr/>
            </p:nvPicPr>
            <p:blipFill>
              <a:blip r:embed="rId16"/>
              <a:stretch>
                <a:fillRect/>
              </a:stretch>
            </p:blipFill>
            <p:spPr>
              <a:xfrm>
                <a:off x="1654848" y="1929312"/>
                <a:ext cx="1563120" cy="5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1" name="Ink 10">
                <a:extLst>
                  <a:ext uri="{FF2B5EF4-FFF2-40B4-BE49-F238E27FC236}">
                    <a16:creationId xmlns:a16="http://schemas.microsoft.com/office/drawing/2014/main" id="{1216F827-871A-9BC5-194F-4220C8F0620B}"/>
                  </a:ext>
                </a:extLst>
              </p14:cNvPr>
              <p14:cNvContentPartPr/>
              <p14:nvPr/>
            </p14:nvContentPartPr>
            <p14:xfrm flipV="1">
              <a:off x="1112145" y="2611872"/>
              <a:ext cx="2234193" cy="45719"/>
            </p14:xfrm>
          </p:contentPart>
        </mc:Choice>
        <mc:Fallback xmlns="">
          <p:pic>
            <p:nvPicPr>
              <p:cNvPr id="11" name="Ink 10">
                <a:extLst>
                  <a:ext uri="{FF2B5EF4-FFF2-40B4-BE49-F238E27FC236}">
                    <a16:creationId xmlns:a16="http://schemas.microsoft.com/office/drawing/2014/main" id="{1216F827-871A-9BC5-194F-4220C8F0620B}"/>
                  </a:ext>
                </a:extLst>
              </p:cNvPr>
              <p:cNvPicPr/>
              <p:nvPr/>
            </p:nvPicPr>
            <p:blipFill>
              <a:blip r:embed="rId18"/>
              <a:stretch>
                <a:fillRect/>
              </a:stretch>
            </p:blipFill>
            <p:spPr>
              <a:xfrm>
                <a:off x="1049134" y="2230880"/>
                <a:ext cx="2359855" cy="807339"/>
              </a:xfrm>
              <a:prstGeom prst="rect">
                <a:avLst/>
              </a:prstGeom>
            </p:spPr>
          </p:pic>
        </mc:Fallback>
      </mc:AlternateContent>
      <p:sp>
        <p:nvSpPr>
          <p:cNvPr id="15" name="Footer Placeholder 14">
            <a:extLst>
              <a:ext uri="{FF2B5EF4-FFF2-40B4-BE49-F238E27FC236}">
                <a16:creationId xmlns:a16="http://schemas.microsoft.com/office/drawing/2014/main" id="{D18BC16D-F68A-FAB2-30AA-952813D83B0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6205DE84-28BE-D918-66CA-D6097A525CC4}"/>
              </a:ext>
            </a:extLst>
          </p:cNvPr>
          <p:cNvSpPr>
            <a:spLocks noGrp="1"/>
          </p:cNvSpPr>
          <p:nvPr>
            <p:ph type="sldNum" sz="quarter" idx="4"/>
          </p:nvPr>
        </p:nvSpPr>
        <p:spPr/>
        <p:txBody>
          <a:bodyPr/>
          <a:lstStyle/>
          <a:p>
            <a:fld id="{9FD7ECCF-50E7-4327-B945-FA93FF7B2BEF}" type="slidenum">
              <a:rPr lang="en-US" smtClean="0"/>
              <a:pPr/>
              <a:t>27</a:t>
            </a:fld>
            <a:r>
              <a:rPr lang="en-GB"/>
              <a:t>/70</a:t>
            </a:r>
            <a:endParaRPr lang="en-US" dirty="0"/>
          </a:p>
        </p:txBody>
      </p:sp>
    </p:spTree>
    <p:extLst>
      <p:ext uri="{BB962C8B-B14F-4D97-AF65-F5344CB8AC3E}">
        <p14:creationId xmlns:p14="http://schemas.microsoft.com/office/powerpoint/2010/main" val="125683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56C182-FE19-41E2-3578-B657AF59FF72}"/>
              </a:ext>
            </a:extLst>
          </p:cNvPr>
          <p:cNvSpPr>
            <a:spLocks noGrp="1"/>
          </p:cNvSpPr>
          <p:nvPr>
            <p:ph type="body" idx="1"/>
          </p:nvPr>
        </p:nvSpPr>
        <p:spPr>
          <a:xfrm>
            <a:off x="1371600" y="2743200"/>
            <a:ext cx="7123113" cy="3062064"/>
          </a:xfrm>
        </p:spPr>
        <p:txBody>
          <a:bodyPr>
            <a:normAutofit/>
          </a:bodyPr>
          <a:lstStyle/>
          <a:p>
            <a:r>
              <a:rPr lang="en-GB" sz="3600" dirty="0">
                <a:solidFill>
                  <a:schemeClr val="tx2">
                    <a:lumMod val="75000"/>
                  </a:schemeClr>
                </a:solidFill>
              </a:rPr>
              <a:t>A research hypothesis is </a:t>
            </a:r>
            <a:r>
              <a:rPr lang="en-GB" sz="3600" b="1" dirty="0">
                <a:solidFill>
                  <a:schemeClr val="tx2">
                    <a:lumMod val="75000"/>
                  </a:schemeClr>
                </a:solidFill>
              </a:rPr>
              <a:t>a statement of expectation</a:t>
            </a:r>
            <a:r>
              <a:rPr lang="en-GB" sz="3600" dirty="0">
                <a:solidFill>
                  <a:schemeClr val="tx2">
                    <a:lumMod val="75000"/>
                  </a:schemeClr>
                </a:solidFill>
              </a:rPr>
              <a:t> or </a:t>
            </a:r>
            <a:r>
              <a:rPr lang="en-GB" sz="3600" b="1" dirty="0">
                <a:solidFill>
                  <a:schemeClr val="tx2">
                    <a:lumMod val="75000"/>
                  </a:schemeClr>
                </a:solidFill>
              </a:rPr>
              <a:t>prediction</a:t>
            </a:r>
            <a:r>
              <a:rPr lang="en-GB" sz="3600" dirty="0">
                <a:solidFill>
                  <a:schemeClr val="tx2">
                    <a:lumMod val="75000"/>
                  </a:schemeClr>
                </a:solidFill>
              </a:rPr>
              <a:t> </a:t>
            </a:r>
            <a:r>
              <a:rPr lang="en-GB" sz="3600" b="1" dirty="0">
                <a:solidFill>
                  <a:schemeClr val="tx2">
                    <a:lumMod val="75000"/>
                  </a:schemeClr>
                </a:solidFill>
              </a:rPr>
              <a:t>that will be tested</a:t>
            </a:r>
            <a:r>
              <a:rPr lang="en-GB" sz="3600" dirty="0">
                <a:solidFill>
                  <a:schemeClr val="tx2">
                    <a:lumMod val="75000"/>
                  </a:schemeClr>
                </a:solidFill>
              </a:rPr>
              <a:t> by research.</a:t>
            </a:r>
          </a:p>
        </p:txBody>
      </p:sp>
      <p:sp>
        <p:nvSpPr>
          <p:cNvPr id="6" name="Title 5">
            <a:extLst>
              <a:ext uri="{FF2B5EF4-FFF2-40B4-BE49-F238E27FC236}">
                <a16:creationId xmlns:a16="http://schemas.microsoft.com/office/drawing/2014/main" id="{D25C6540-F8D5-BB09-C23A-B7A2CAC02434}"/>
              </a:ext>
            </a:extLst>
          </p:cNvPr>
          <p:cNvSpPr>
            <a:spLocks noGrp="1"/>
          </p:cNvSpPr>
          <p:nvPr>
            <p:ph type="title"/>
          </p:nvPr>
        </p:nvSpPr>
        <p:spPr/>
        <p:txBody>
          <a:bodyPr/>
          <a:lstStyle/>
          <a:p>
            <a:r>
              <a:rPr lang="en-GB" dirty="0"/>
              <a:t>Research hypothesis</a:t>
            </a:r>
          </a:p>
        </p:txBody>
      </p:sp>
      <p:sp>
        <p:nvSpPr>
          <p:cNvPr id="7" name="Date Placeholder 6">
            <a:extLst>
              <a:ext uri="{FF2B5EF4-FFF2-40B4-BE49-F238E27FC236}">
                <a16:creationId xmlns:a16="http://schemas.microsoft.com/office/drawing/2014/main" id="{3B108BFB-EE67-EF8F-0683-0993E7DD3377}"/>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5D18B905-1EE2-7629-4A13-1D6051488D6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2C7D8C21-260F-D5FA-3765-62074F42F61A}"/>
              </a:ext>
            </a:extLst>
          </p:cNvPr>
          <p:cNvSpPr>
            <a:spLocks noGrp="1"/>
          </p:cNvSpPr>
          <p:nvPr>
            <p:ph type="sldNum" sz="quarter" idx="11"/>
          </p:nvPr>
        </p:nvSpPr>
        <p:spPr/>
        <p:txBody>
          <a:bodyPr/>
          <a:lstStyle/>
          <a:p>
            <a:fld id="{4F96EDF4-259A-48E8-B98E-8CB70E21F623}" type="slidenum">
              <a:rPr lang="en-US" smtClean="0"/>
              <a:pPr/>
              <a:t>28</a:t>
            </a:fld>
            <a:r>
              <a:rPr lang="en-GB"/>
              <a:t>/70</a:t>
            </a:r>
            <a:endParaRPr lang="en-US" dirty="0"/>
          </a:p>
        </p:txBody>
      </p:sp>
    </p:spTree>
    <p:extLst>
      <p:ext uri="{BB962C8B-B14F-4D97-AF65-F5344CB8AC3E}">
        <p14:creationId xmlns:p14="http://schemas.microsoft.com/office/powerpoint/2010/main" val="3545493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3A70085-BFE7-2178-6BA6-D7776E24E927}"/>
              </a:ext>
            </a:extLst>
          </p:cNvPr>
          <p:cNvSpPr/>
          <p:nvPr/>
        </p:nvSpPr>
        <p:spPr>
          <a:xfrm>
            <a:off x="609600" y="3861048"/>
            <a:ext cx="8354888" cy="72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normAutofit/>
          </a:bodyPr>
          <a:lstStyle/>
          <a:p>
            <a:r>
              <a:rPr lang="en-GB" dirty="0"/>
              <a:t>Forming a hypothesis</a:t>
            </a:r>
            <a:endParaRPr lang="el-GR" dirty="0"/>
          </a:p>
        </p:txBody>
      </p:sp>
      <p:sp>
        <p:nvSpPr>
          <p:cNvPr id="3" name="Content Placeholder 2"/>
          <p:cNvSpPr>
            <a:spLocks noGrp="1"/>
          </p:cNvSpPr>
          <p:nvPr>
            <p:ph sz="quarter" idx="1"/>
          </p:nvPr>
        </p:nvSpPr>
        <p:spPr>
          <a:xfrm>
            <a:off x="612648" y="1600200"/>
            <a:ext cx="8153400" cy="4709120"/>
          </a:xfrm>
          <a:noFill/>
        </p:spPr>
        <p:txBody>
          <a:bodyPr>
            <a:normAutofit fontScale="55000" lnSpcReduction="20000"/>
          </a:bodyPr>
          <a:lstStyle/>
          <a:p>
            <a:pPr>
              <a:lnSpc>
                <a:spcPct val="120000"/>
              </a:lnSpc>
              <a:spcBef>
                <a:spcPts val="1200"/>
              </a:spcBef>
            </a:pPr>
            <a:r>
              <a:rPr lang="en-GB" dirty="0"/>
              <a:t>Once the research goal question/s is/are firmly established the next logical step is to develop a set of hypotheses based on the question/s posed by your study.</a:t>
            </a:r>
          </a:p>
          <a:p>
            <a:pPr>
              <a:lnSpc>
                <a:spcPct val="120000"/>
              </a:lnSpc>
              <a:spcBef>
                <a:spcPts val="1200"/>
              </a:spcBef>
            </a:pPr>
            <a:r>
              <a:rPr lang="en-GB" u="sng" dirty="0">
                <a:solidFill>
                  <a:schemeClr val="accent2">
                    <a:lumMod val="75000"/>
                  </a:schemeClr>
                </a:solidFill>
              </a:rPr>
              <a:t>A </a:t>
            </a:r>
            <a:r>
              <a:rPr lang="en-GB" b="1" u="sng" dirty="0">
                <a:solidFill>
                  <a:schemeClr val="accent1">
                    <a:lumMod val="75000"/>
                  </a:schemeClr>
                </a:solidFill>
              </a:rPr>
              <a:t>hypothesis</a:t>
            </a:r>
            <a:r>
              <a:rPr lang="en-GB" u="sng" dirty="0">
                <a:solidFill>
                  <a:schemeClr val="accent2">
                    <a:lumMod val="75000"/>
                  </a:schemeClr>
                </a:solidFill>
              </a:rPr>
              <a:t> is a declarative statement about the relationship between two or more </a:t>
            </a:r>
            <a:r>
              <a:rPr lang="en-GB" b="1" u="sng" dirty="0">
                <a:solidFill>
                  <a:schemeClr val="accent2">
                    <a:lumMod val="75000"/>
                  </a:schemeClr>
                </a:solidFill>
              </a:rPr>
              <a:t>variables</a:t>
            </a:r>
            <a:r>
              <a:rPr lang="en-GB" u="sng" dirty="0">
                <a:solidFill>
                  <a:schemeClr val="accent2">
                    <a:lumMod val="75000"/>
                  </a:schemeClr>
                </a:solidFill>
              </a:rPr>
              <a:t> based on statistical consideration.</a:t>
            </a:r>
          </a:p>
          <a:p>
            <a:pPr>
              <a:lnSpc>
                <a:spcPct val="120000"/>
              </a:lnSpc>
              <a:spcBef>
                <a:spcPts val="1200"/>
              </a:spcBef>
            </a:pPr>
            <a:r>
              <a:rPr lang="en-GB" dirty="0"/>
              <a:t>A hypothesis is a </a:t>
            </a:r>
            <a:r>
              <a:rPr lang="en-GB" b="1" dirty="0"/>
              <a:t>specific</a:t>
            </a:r>
            <a:r>
              <a:rPr lang="en-GB" dirty="0"/>
              <a:t>, </a:t>
            </a:r>
            <a:r>
              <a:rPr lang="en-GB" b="1" dirty="0"/>
              <a:t>testable</a:t>
            </a:r>
            <a:r>
              <a:rPr lang="en-GB" dirty="0"/>
              <a:t> </a:t>
            </a:r>
            <a:r>
              <a:rPr lang="en-GB" b="1" dirty="0"/>
              <a:t>prediction</a:t>
            </a:r>
            <a:r>
              <a:rPr lang="en-GB" dirty="0"/>
              <a:t> about what you expect to happen in your study.</a:t>
            </a:r>
          </a:p>
          <a:p>
            <a:pPr marL="342900" indent="-342900">
              <a:lnSpc>
                <a:spcPct val="120000"/>
              </a:lnSpc>
              <a:spcBef>
                <a:spcPts val="1200"/>
              </a:spcBef>
            </a:pPr>
            <a:r>
              <a:rPr lang="en-GB" sz="2800" dirty="0"/>
              <a:t>For example, a study designed to look at the relationship between </a:t>
            </a:r>
            <a:r>
              <a:rPr lang="en-GB" sz="2800" b="1" dirty="0"/>
              <a:t>time in the day </a:t>
            </a:r>
            <a:r>
              <a:rPr lang="en-GB" sz="2800" dirty="0"/>
              <a:t>and </a:t>
            </a:r>
            <a:r>
              <a:rPr lang="en-GB" sz="2800" b="1" dirty="0"/>
              <a:t>e-shopping</a:t>
            </a:r>
            <a:r>
              <a:rPr lang="en-GB" sz="2800" dirty="0"/>
              <a:t> might have a hypothesis that states:</a:t>
            </a:r>
          </a:p>
          <a:p>
            <a:pPr marL="320040" lvl="1" indent="0">
              <a:lnSpc>
                <a:spcPct val="120000"/>
              </a:lnSpc>
              <a:spcBef>
                <a:spcPts val="1200"/>
              </a:spcBef>
              <a:buNone/>
            </a:pPr>
            <a:r>
              <a:rPr lang="en-GB" sz="3200" i="1" dirty="0"/>
              <a:t>“The number of website purchases made after the broadcast of X TV series is higher than the number of purchases made in the morning (8 a.m. to 10 a.m.)”.</a:t>
            </a:r>
          </a:p>
          <a:p>
            <a:pPr marL="320040" lvl="1" indent="0">
              <a:lnSpc>
                <a:spcPct val="120000"/>
              </a:lnSpc>
              <a:spcBef>
                <a:spcPts val="1200"/>
              </a:spcBef>
              <a:buNone/>
            </a:pPr>
            <a:r>
              <a:rPr lang="en-GB" sz="2900" dirty="0"/>
              <a:t>This research hypothesis makes a specific prediction about the relationship between the timing of TV series viewing and website purchases, allowing for empirical testing and analysis to determine if the hypothesis is supported by the data.</a:t>
            </a:r>
          </a:p>
        </p:txBody>
      </p:sp>
      <p:sp>
        <p:nvSpPr>
          <p:cNvPr id="7" name="Footer Placeholder 6">
            <a:extLst>
              <a:ext uri="{FF2B5EF4-FFF2-40B4-BE49-F238E27FC236}">
                <a16:creationId xmlns:a16="http://schemas.microsoft.com/office/drawing/2014/main" id="{EC5F40A5-7563-FC38-C178-9B182DA4899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4D5954B-FBEE-2B44-5304-37A87C6EE094}"/>
              </a:ext>
            </a:extLst>
          </p:cNvPr>
          <p:cNvSpPr>
            <a:spLocks noGrp="1"/>
          </p:cNvSpPr>
          <p:nvPr>
            <p:ph type="sldNum" sz="quarter" idx="4"/>
          </p:nvPr>
        </p:nvSpPr>
        <p:spPr/>
        <p:txBody>
          <a:bodyPr/>
          <a:lstStyle/>
          <a:p>
            <a:fld id="{9FD7ECCF-50E7-4327-B945-FA93FF7B2BEF}" type="slidenum">
              <a:rPr lang="en-US" smtClean="0"/>
              <a:pPr/>
              <a:t>29</a:t>
            </a:fld>
            <a:r>
              <a:rPr lang="en-GB"/>
              <a:t>/70</a:t>
            </a:r>
            <a:endParaRPr lang="en-US" dirty="0"/>
          </a:p>
        </p:txBody>
      </p:sp>
    </p:spTree>
    <p:extLst>
      <p:ext uri="{BB962C8B-B14F-4D97-AF65-F5344CB8AC3E}">
        <p14:creationId xmlns:p14="http://schemas.microsoft.com/office/powerpoint/2010/main" val="140777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Null hypothesis (H</a:t>
            </a:r>
            <a:r>
              <a:rPr lang="en-GB" baseline="-25000" dirty="0"/>
              <a:t>0)</a:t>
            </a:r>
            <a:endParaRPr lang="el-GR" baseline="-25000" dirty="0"/>
          </a:p>
        </p:txBody>
      </p:sp>
      <p:sp>
        <p:nvSpPr>
          <p:cNvPr id="3" name="Content Placeholder 2"/>
          <p:cNvSpPr>
            <a:spLocks noGrp="1"/>
          </p:cNvSpPr>
          <p:nvPr>
            <p:ph sz="quarter" idx="1"/>
          </p:nvPr>
        </p:nvSpPr>
        <p:spPr>
          <a:xfrm>
            <a:off x="612648" y="1600200"/>
            <a:ext cx="8153400" cy="4781128"/>
          </a:xfrm>
        </p:spPr>
        <p:txBody>
          <a:bodyPr>
            <a:normAutofit/>
          </a:bodyPr>
          <a:lstStyle/>
          <a:p>
            <a:pPr>
              <a:spcBef>
                <a:spcPts val="600"/>
              </a:spcBef>
              <a:spcAft>
                <a:spcPts val="600"/>
              </a:spcAft>
            </a:pPr>
            <a:r>
              <a:rPr lang="en-GB" dirty="0"/>
              <a:t>The </a:t>
            </a:r>
            <a:r>
              <a:rPr lang="en-GB" dirty="0">
                <a:solidFill>
                  <a:schemeClr val="accent2">
                    <a:lumMod val="75000"/>
                  </a:schemeClr>
                </a:solidFill>
              </a:rPr>
              <a:t>null hypothesis (H</a:t>
            </a:r>
            <a:r>
              <a:rPr lang="en-GB" baseline="-25000" dirty="0">
                <a:solidFill>
                  <a:schemeClr val="accent2">
                    <a:lumMod val="75000"/>
                  </a:schemeClr>
                </a:solidFill>
              </a:rPr>
              <a:t>0</a:t>
            </a:r>
            <a:r>
              <a:rPr lang="en-GB" dirty="0">
                <a:solidFill>
                  <a:schemeClr val="accent2">
                    <a:lumMod val="75000"/>
                  </a:schemeClr>
                </a:solidFill>
              </a:rPr>
              <a:t>) </a:t>
            </a:r>
            <a:r>
              <a:rPr lang="en-GB" dirty="0"/>
              <a:t>represents the default or </a:t>
            </a:r>
            <a:r>
              <a:rPr lang="en-GB" b="1" dirty="0"/>
              <a:t>no-effect statement</a:t>
            </a:r>
            <a:r>
              <a:rPr lang="en-GB" dirty="0"/>
              <a:t>, indicating no change, no difference, or no association between variables.</a:t>
            </a:r>
          </a:p>
          <a:p>
            <a:pPr>
              <a:spcBef>
                <a:spcPts val="600"/>
              </a:spcBef>
              <a:spcAft>
                <a:spcPts val="600"/>
              </a:spcAft>
            </a:pPr>
            <a:r>
              <a:rPr lang="en-GB" dirty="0"/>
              <a:t>It is usually the hypothesis that researchers aim to test against to see if there is enough evidence to reject it.</a:t>
            </a:r>
          </a:p>
          <a:p>
            <a:pPr>
              <a:spcBef>
                <a:spcPts val="600"/>
              </a:spcBef>
              <a:spcAft>
                <a:spcPts val="600"/>
              </a:spcAft>
            </a:pPr>
            <a:r>
              <a:rPr lang="en-GB" dirty="0"/>
              <a:t>Example: 𝐻</a:t>
            </a:r>
            <a:r>
              <a:rPr lang="en-GB" i="1" baseline="-25000" dirty="0"/>
              <a:t>0</a:t>
            </a:r>
            <a:r>
              <a:rPr lang="en-GB" dirty="0"/>
              <a:t>​ : </a:t>
            </a:r>
            <a:r>
              <a:rPr lang="en-GB" i="1" dirty="0"/>
              <a:t>"There is no increase in website purchases after the broadcast of X TV series compared to the purchases made in the morning."</a:t>
            </a:r>
          </a:p>
        </p:txBody>
      </p:sp>
      <p:sp>
        <p:nvSpPr>
          <p:cNvPr id="7" name="Footer Placeholder 6">
            <a:extLst>
              <a:ext uri="{FF2B5EF4-FFF2-40B4-BE49-F238E27FC236}">
                <a16:creationId xmlns:a16="http://schemas.microsoft.com/office/drawing/2014/main" id="{A1869D6B-2D2B-D562-49F5-DB399A083FC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AFEF0228-151D-220A-6EFD-8223A634F23D}"/>
              </a:ext>
            </a:extLst>
          </p:cNvPr>
          <p:cNvSpPr>
            <a:spLocks noGrp="1"/>
          </p:cNvSpPr>
          <p:nvPr>
            <p:ph type="sldNum" sz="quarter" idx="4"/>
          </p:nvPr>
        </p:nvSpPr>
        <p:spPr/>
        <p:txBody>
          <a:bodyPr/>
          <a:lstStyle/>
          <a:p>
            <a:fld id="{9FD7ECCF-50E7-4327-B945-FA93FF7B2BEF}" type="slidenum">
              <a:rPr lang="en-US" smtClean="0"/>
              <a:pPr/>
              <a:t>30</a:t>
            </a:fld>
            <a:r>
              <a:rPr lang="en-GB"/>
              <a:t>/70</a:t>
            </a:r>
            <a:endParaRPr lang="en-US" dirty="0"/>
          </a:p>
        </p:txBody>
      </p:sp>
    </p:spTree>
    <p:extLst>
      <p:ext uri="{BB962C8B-B14F-4D97-AF65-F5344CB8AC3E}">
        <p14:creationId xmlns:p14="http://schemas.microsoft.com/office/powerpoint/2010/main" val="204913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Alternative hypothesis (H</a:t>
            </a:r>
            <a:r>
              <a:rPr lang="en-GB" baseline="-25000" dirty="0"/>
              <a:t>1</a:t>
            </a:r>
            <a:r>
              <a:rPr lang="en-GB" dirty="0"/>
              <a:t> or H</a:t>
            </a:r>
            <a:r>
              <a:rPr lang="en-GB" baseline="-25000" dirty="0"/>
              <a:t>a</a:t>
            </a:r>
            <a:r>
              <a:rPr lang="en-GB" dirty="0"/>
              <a:t>)</a:t>
            </a:r>
            <a:endParaRPr lang="el-GR" dirty="0"/>
          </a:p>
        </p:txBody>
      </p:sp>
      <p:sp>
        <p:nvSpPr>
          <p:cNvPr id="3" name="Content Placeholder 2"/>
          <p:cNvSpPr>
            <a:spLocks noGrp="1"/>
          </p:cNvSpPr>
          <p:nvPr>
            <p:ph sz="quarter" idx="1"/>
          </p:nvPr>
        </p:nvSpPr>
        <p:spPr>
          <a:xfrm>
            <a:off x="612648" y="1600200"/>
            <a:ext cx="8153400" cy="4781128"/>
          </a:xfrm>
        </p:spPr>
        <p:txBody>
          <a:bodyPr>
            <a:normAutofit/>
          </a:bodyPr>
          <a:lstStyle/>
          <a:p>
            <a:pPr>
              <a:spcBef>
                <a:spcPts val="600"/>
              </a:spcBef>
              <a:spcAft>
                <a:spcPts val="600"/>
              </a:spcAft>
            </a:pPr>
            <a:r>
              <a:rPr lang="en-GB" dirty="0"/>
              <a:t>The </a:t>
            </a:r>
            <a:r>
              <a:rPr lang="en-GB" b="1" dirty="0">
                <a:solidFill>
                  <a:schemeClr val="accent1">
                    <a:lumMod val="75000"/>
                  </a:schemeClr>
                </a:solidFill>
              </a:rPr>
              <a:t>alternative hypothesis (H</a:t>
            </a:r>
            <a:r>
              <a:rPr lang="en-GB" b="1" baseline="-25000" dirty="0">
                <a:solidFill>
                  <a:schemeClr val="accent1">
                    <a:lumMod val="75000"/>
                  </a:schemeClr>
                </a:solidFill>
              </a:rPr>
              <a:t>1</a:t>
            </a:r>
            <a:r>
              <a:rPr lang="en-GB" b="1" dirty="0">
                <a:solidFill>
                  <a:schemeClr val="accent1">
                    <a:lumMod val="75000"/>
                  </a:schemeClr>
                </a:solidFill>
              </a:rPr>
              <a:t> or H</a:t>
            </a:r>
            <a:r>
              <a:rPr lang="en-GB" b="1" baseline="-25000" dirty="0">
                <a:solidFill>
                  <a:schemeClr val="accent1">
                    <a:lumMod val="75000"/>
                  </a:schemeClr>
                </a:solidFill>
              </a:rPr>
              <a:t>a</a:t>
            </a:r>
            <a:r>
              <a:rPr lang="en-GB" b="1" dirty="0">
                <a:solidFill>
                  <a:schemeClr val="accent1">
                    <a:lumMod val="75000"/>
                  </a:schemeClr>
                </a:solidFill>
              </a:rPr>
              <a:t>)</a:t>
            </a:r>
            <a:r>
              <a:rPr lang="en-GB" dirty="0"/>
              <a:t> represents the statement that there is an effect, difference, or </a:t>
            </a:r>
            <a:r>
              <a:rPr lang="en-GB" dirty="0" err="1"/>
              <a:t>association.It</a:t>
            </a:r>
            <a:r>
              <a:rPr lang="en-GB" dirty="0"/>
              <a:t> is what researchers are trying to find evidence for.</a:t>
            </a:r>
          </a:p>
          <a:p>
            <a:pPr>
              <a:spcBef>
                <a:spcPts val="600"/>
              </a:spcBef>
              <a:spcAft>
                <a:spcPts val="600"/>
              </a:spcAft>
            </a:pPr>
            <a:r>
              <a:rPr lang="en-GB" dirty="0"/>
              <a:t>Example: 𝐻</a:t>
            </a:r>
            <a:r>
              <a:rPr lang="en-GB" i="1" baseline="-25000" dirty="0"/>
              <a:t>1</a:t>
            </a:r>
            <a:r>
              <a:rPr lang="en-GB" dirty="0"/>
              <a:t> : "There is an increase in website purchases after the broadcast of X TV series compared to the purchases made in the morning."</a:t>
            </a:r>
          </a:p>
        </p:txBody>
      </p:sp>
      <p:sp>
        <p:nvSpPr>
          <p:cNvPr id="6" name="Footer Placeholder 5">
            <a:extLst>
              <a:ext uri="{FF2B5EF4-FFF2-40B4-BE49-F238E27FC236}">
                <a16:creationId xmlns:a16="http://schemas.microsoft.com/office/drawing/2014/main" id="{E9B2AEDF-DF8E-A304-0B2B-09CD2B002BE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6984437-31A4-7D20-9CC7-7C9DF70B4805}"/>
              </a:ext>
            </a:extLst>
          </p:cNvPr>
          <p:cNvSpPr>
            <a:spLocks noGrp="1"/>
          </p:cNvSpPr>
          <p:nvPr>
            <p:ph type="sldNum" sz="quarter" idx="4"/>
          </p:nvPr>
        </p:nvSpPr>
        <p:spPr/>
        <p:txBody>
          <a:bodyPr/>
          <a:lstStyle/>
          <a:p>
            <a:fld id="{9FD7ECCF-50E7-4327-B945-FA93FF7B2BEF}" type="slidenum">
              <a:rPr lang="en-US" smtClean="0"/>
              <a:pPr/>
              <a:t>31</a:t>
            </a:fld>
            <a:r>
              <a:rPr lang="en-GB"/>
              <a:t>/70</a:t>
            </a:r>
            <a:endParaRPr lang="en-US" dirty="0"/>
          </a:p>
        </p:txBody>
      </p:sp>
    </p:spTree>
    <p:extLst>
      <p:ext uri="{BB962C8B-B14F-4D97-AF65-F5344CB8AC3E}">
        <p14:creationId xmlns:p14="http://schemas.microsoft.com/office/powerpoint/2010/main" val="53963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Mathematical expression of H0 and H1</a:t>
            </a:r>
            <a:endParaRPr lang="el-GR" dirty="0"/>
          </a:p>
        </p:txBody>
      </p:sp>
      <p:sp>
        <p:nvSpPr>
          <p:cNvPr id="3" name="Content Placeholder 2"/>
          <p:cNvSpPr>
            <a:spLocks noGrp="1"/>
          </p:cNvSpPr>
          <p:nvPr>
            <p:ph sz="quarter" idx="1"/>
          </p:nvPr>
        </p:nvSpPr>
        <p:spPr>
          <a:xfrm>
            <a:off x="107504" y="2204864"/>
            <a:ext cx="8856984" cy="4225904"/>
          </a:xfrm>
        </p:spPr>
        <p:txBody>
          <a:bodyPr>
            <a:normAutofit/>
          </a:bodyPr>
          <a:lstStyle/>
          <a:p>
            <a:pPr lvl="1">
              <a:spcBef>
                <a:spcPts val="600"/>
              </a:spcBef>
              <a:spcAft>
                <a:spcPts val="600"/>
              </a:spcAft>
            </a:pPr>
            <a:r>
              <a:rPr lang="en-GB" sz="2400" i="1" dirty="0"/>
              <a:t>H</a:t>
            </a:r>
            <a:r>
              <a:rPr lang="en-GB" sz="2400" baseline="-25000" dirty="0"/>
              <a:t>0</a:t>
            </a:r>
            <a:r>
              <a:rPr lang="en-GB" sz="2400" dirty="0"/>
              <a:t>: </a:t>
            </a:r>
            <a:r>
              <a:rPr lang="el-GR" sz="2400" dirty="0"/>
              <a:t>μ</a:t>
            </a:r>
            <a:r>
              <a:rPr lang="el-GR" sz="2400" baseline="-25000" dirty="0"/>
              <a:t>1</a:t>
            </a:r>
            <a:r>
              <a:rPr lang="el-GR" sz="2400" dirty="0"/>
              <a:t> = μ</a:t>
            </a:r>
            <a:r>
              <a:rPr lang="el-GR" sz="2400" baseline="-25000" dirty="0"/>
              <a:t>2</a:t>
            </a:r>
            <a:r>
              <a:rPr lang="en-GB" sz="2400" baseline="-25000" dirty="0"/>
              <a:t> </a:t>
            </a:r>
            <a:r>
              <a:rPr lang="en-GB" sz="2400" dirty="0"/>
              <a:t>or </a:t>
            </a:r>
            <a:r>
              <a:rPr lang="en-GB" sz="2400" i="1" dirty="0"/>
              <a:t>H</a:t>
            </a:r>
            <a:r>
              <a:rPr lang="en-GB" sz="2400" baseline="-25000" dirty="0"/>
              <a:t>0</a:t>
            </a:r>
            <a:r>
              <a:rPr lang="en-GB" sz="2400" dirty="0"/>
              <a:t>: </a:t>
            </a:r>
            <a:r>
              <a:rPr lang="el-GR" sz="2400" dirty="0"/>
              <a:t>μ</a:t>
            </a:r>
            <a:r>
              <a:rPr lang="el-GR" sz="2400" baseline="-25000" dirty="0"/>
              <a:t>1</a:t>
            </a:r>
            <a:r>
              <a:rPr lang="el-GR" sz="2400" dirty="0"/>
              <a:t> </a:t>
            </a:r>
            <a:r>
              <a:rPr lang="en-GB" sz="2400" dirty="0"/>
              <a:t>-</a:t>
            </a:r>
            <a:r>
              <a:rPr lang="el-GR" sz="2400" dirty="0"/>
              <a:t> μ</a:t>
            </a:r>
            <a:r>
              <a:rPr lang="el-GR" sz="2400" baseline="-25000" dirty="0"/>
              <a:t>2</a:t>
            </a:r>
            <a:r>
              <a:rPr lang="en-GB" sz="2400" baseline="-25000" dirty="0"/>
              <a:t> </a:t>
            </a:r>
            <a:r>
              <a:rPr lang="en-GB" sz="2400" dirty="0"/>
              <a:t>= 0</a:t>
            </a:r>
            <a:r>
              <a:rPr lang="el-GR" sz="2400" baseline="-25000" dirty="0"/>
              <a:t> </a:t>
            </a:r>
            <a:endParaRPr lang="en-GB" sz="2400" baseline="-25000" dirty="0"/>
          </a:p>
          <a:p>
            <a:pPr lvl="1">
              <a:spcBef>
                <a:spcPts val="600"/>
              </a:spcBef>
              <a:spcAft>
                <a:spcPts val="600"/>
              </a:spcAft>
            </a:pPr>
            <a:r>
              <a:rPr lang="en-GB" sz="2400" i="1" dirty="0"/>
              <a:t>H</a:t>
            </a:r>
            <a:r>
              <a:rPr lang="en-GB" sz="2400" baseline="-25000" dirty="0"/>
              <a:t>a </a:t>
            </a:r>
            <a:r>
              <a:rPr lang="el-GR" sz="2400" dirty="0"/>
              <a:t>μ</a:t>
            </a:r>
            <a:r>
              <a:rPr lang="el-GR" sz="2400" baseline="-25000" dirty="0"/>
              <a:t>1</a:t>
            </a:r>
            <a:r>
              <a:rPr lang="el-GR" sz="2400" dirty="0"/>
              <a:t> ≠ μ</a:t>
            </a:r>
            <a:r>
              <a:rPr lang="el-GR" sz="2400" baseline="-25000" dirty="0"/>
              <a:t>2</a:t>
            </a:r>
            <a:r>
              <a:rPr lang="en-GB" sz="2400" baseline="-25000" dirty="0"/>
              <a:t> </a:t>
            </a:r>
          </a:p>
          <a:p>
            <a:pPr lvl="1">
              <a:spcBef>
                <a:spcPts val="600"/>
              </a:spcBef>
              <a:spcAft>
                <a:spcPts val="600"/>
              </a:spcAft>
            </a:pPr>
            <a:endParaRPr lang="en-GB" sz="2800" dirty="0"/>
          </a:p>
          <a:p>
            <a:pPr lvl="1">
              <a:spcBef>
                <a:spcPts val="600"/>
              </a:spcBef>
              <a:spcAft>
                <a:spcPts val="600"/>
              </a:spcAft>
            </a:pPr>
            <a:endParaRPr lang="en-GB" sz="2800" dirty="0"/>
          </a:p>
          <a:p>
            <a:pPr lvl="1">
              <a:spcBef>
                <a:spcPts val="600"/>
              </a:spcBef>
              <a:spcAft>
                <a:spcPts val="600"/>
              </a:spcAft>
            </a:pPr>
            <a:r>
              <a:rPr lang="en-GB" sz="2400" dirty="0"/>
              <a:t>Usually we are trying to evaluate if the outcomes of a study would lead to a rejection of the null hypothesis</a:t>
            </a:r>
            <a:endParaRPr lang="el-GR" sz="2400" dirty="0"/>
          </a:p>
        </p:txBody>
      </p:sp>
      <p:sp>
        <p:nvSpPr>
          <p:cNvPr id="7" name="TextBox 6"/>
          <p:cNvSpPr txBox="1"/>
          <p:nvPr/>
        </p:nvSpPr>
        <p:spPr>
          <a:xfrm>
            <a:off x="5085728" y="1600011"/>
            <a:ext cx="3960440" cy="2477601"/>
          </a:xfrm>
          <a:prstGeom prst="rect">
            <a:avLst/>
          </a:prstGeom>
          <a:noFill/>
        </p:spPr>
        <p:txBody>
          <a:bodyPr wrap="square" rtlCol="0">
            <a:spAutoFit/>
          </a:bodyPr>
          <a:lstStyle/>
          <a:p>
            <a:pPr marL="0" lvl="1">
              <a:spcBef>
                <a:spcPts val="600"/>
              </a:spcBef>
              <a:spcAft>
                <a:spcPts val="600"/>
              </a:spcAft>
              <a:buNone/>
            </a:pPr>
            <a:r>
              <a:rPr lang="en-GB" dirty="0">
                <a:latin typeface="+mj-lt"/>
              </a:rPr>
              <a:t>where:</a:t>
            </a:r>
          </a:p>
          <a:p>
            <a:pPr marL="0" lvl="1">
              <a:spcBef>
                <a:spcPts val="600"/>
              </a:spcBef>
              <a:spcAft>
                <a:spcPts val="600"/>
              </a:spcAft>
            </a:pPr>
            <a:r>
              <a:rPr lang="en-GB" i="1" dirty="0">
                <a:latin typeface="+mj-lt"/>
              </a:rPr>
              <a:t>H</a:t>
            </a:r>
            <a:r>
              <a:rPr lang="en-GB" baseline="-25000" dirty="0">
                <a:latin typeface="+mj-lt"/>
              </a:rPr>
              <a:t>0</a:t>
            </a:r>
            <a:r>
              <a:rPr lang="en-GB" dirty="0">
                <a:latin typeface="+mj-lt"/>
              </a:rPr>
              <a:t> = the null hypothesis</a:t>
            </a:r>
          </a:p>
          <a:p>
            <a:pPr marL="0" lvl="1">
              <a:spcBef>
                <a:spcPts val="600"/>
              </a:spcBef>
              <a:spcAft>
                <a:spcPts val="600"/>
              </a:spcAft>
            </a:pPr>
            <a:r>
              <a:rPr lang="en-GB" dirty="0">
                <a:latin typeface="+mj-lt"/>
              </a:rPr>
              <a:t>μ</a:t>
            </a:r>
            <a:r>
              <a:rPr lang="en-GB" baseline="-25000" dirty="0">
                <a:latin typeface="+mj-lt"/>
              </a:rPr>
              <a:t>1</a:t>
            </a:r>
            <a:r>
              <a:rPr lang="en-GB" dirty="0">
                <a:latin typeface="+mj-lt"/>
              </a:rPr>
              <a:t> = the mean of population 1</a:t>
            </a:r>
          </a:p>
          <a:p>
            <a:pPr marL="0" lvl="1">
              <a:spcBef>
                <a:spcPts val="600"/>
              </a:spcBef>
              <a:spcAft>
                <a:spcPts val="600"/>
              </a:spcAft>
            </a:pPr>
            <a:r>
              <a:rPr lang="en-GB" dirty="0">
                <a:latin typeface="+mj-lt"/>
              </a:rPr>
              <a:t>μ</a:t>
            </a:r>
            <a:r>
              <a:rPr lang="en-GB" baseline="-25000" dirty="0">
                <a:latin typeface="+mj-lt"/>
              </a:rPr>
              <a:t>2</a:t>
            </a:r>
            <a:r>
              <a:rPr lang="en-GB" dirty="0">
                <a:latin typeface="+mj-lt"/>
              </a:rPr>
              <a:t> = the mean of population 2</a:t>
            </a:r>
          </a:p>
          <a:p>
            <a:endParaRPr lang="en-GB" dirty="0">
              <a:latin typeface="+mj-lt"/>
            </a:endParaRPr>
          </a:p>
        </p:txBody>
      </p:sp>
      <p:sp>
        <p:nvSpPr>
          <p:cNvPr id="6" name="Footer Placeholder 5">
            <a:extLst>
              <a:ext uri="{FF2B5EF4-FFF2-40B4-BE49-F238E27FC236}">
                <a16:creationId xmlns:a16="http://schemas.microsoft.com/office/drawing/2014/main" id="{01D81DBA-B92C-F06C-F347-3C80AE95FF8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7EAC621-7C81-82A4-4C70-7E29E90FA70A}"/>
              </a:ext>
            </a:extLst>
          </p:cNvPr>
          <p:cNvSpPr>
            <a:spLocks noGrp="1"/>
          </p:cNvSpPr>
          <p:nvPr>
            <p:ph type="sldNum" sz="quarter" idx="4"/>
          </p:nvPr>
        </p:nvSpPr>
        <p:spPr/>
        <p:txBody>
          <a:bodyPr/>
          <a:lstStyle/>
          <a:p>
            <a:fld id="{9FD7ECCF-50E7-4327-B945-FA93FF7B2BEF}" type="slidenum">
              <a:rPr lang="en-US" smtClean="0"/>
              <a:pPr/>
              <a:t>32</a:t>
            </a:fld>
            <a:r>
              <a:rPr lang="en-GB"/>
              <a:t>/70</a:t>
            </a:r>
            <a:endParaRPr lang="en-US" dirty="0"/>
          </a:p>
        </p:txBody>
      </p:sp>
    </p:spTree>
    <p:extLst>
      <p:ext uri="{BB962C8B-B14F-4D97-AF65-F5344CB8AC3E}">
        <p14:creationId xmlns:p14="http://schemas.microsoft.com/office/powerpoint/2010/main" val="355697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Hypotheses Tips</a:t>
            </a:r>
            <a:endParaRPr lang="el-GR" dirty="0"/>
          </a:p>
        </p:txBody>
      </p:sp>
      <p:sp>
        <p:nvSpPr>
          <p:cNvPr id="3" name="Content Placeholder 2"/>
          <p:cNvSpPr>
            <a:spLocks noGrp="1"/>
          </p:cNvSpPr>
          <p:nvPr>
            <p:ph sz="quarter" idx="1"/>
          </p:nvPr>
        </p:nvSpPr>
        <p:spPr>
          <a:xfrm>
            <a:off x="612648" y="1600200"/>
            <a:ext cx="8153400" cy="4709120"/>
          </a:xfrm>
        </p:spPr>
        <p:txBody>
          <a:bodyPr>
            <a:normAutofit fontScale="92500"/>
          </a:bodyPr>
          <a:lstStyle/>
          <a:p>
            <a:pPr>
              <a:lnSpc>
                <a:spcPct val="120000"/>
              </a:lnSpc>
              <a:spcBef>
                <a:spcPts val="300"/>
              </a:spcBef>
              <a:spcAft>
                <a:spcPts val="300"/>
              </a:spcAft>
            </a:pPr>
            <a:r>
              <a:rPr lang="en-GB" sz="1400" b="1" i="1" dirty="0"/>
              <a:t>The question comes first.</a:t>
            </a:r>
            <a:r>
              <a:rPr lang="en-GB" sz="1400" dirty="0"/>
              <a:t> Before you make a hypothesis, you have to clearly identify the question you are interested in studying</a:t>
            </a:r>
          </a:p>
          <a:p>
            <a:pPr>
              <a:lnSpc>
                <a:spcPct val="120000"/>
              </a:lnSpc>
              <a:spcBef>
                <a:spcPts val="300"/>
              </a:spcBef>
              <a:spcAft>
                <a:spcPts val="300"/>
              </a:spcAft>
            </a:pPr>
            <a:r>
              <a:rPr lang="en-GB" sz="1400" b="1" i="1" dirty="0"/>
              <a:t>A hypothesis is a statement, not a question.</a:t>
            </a:r>
            <a:r>
              <a:rPr lang="en-GB" sz="1400" dirty="0"/>
              <a:t> Your hypothesis is not the scientific question in your project. The hypothesis is an educated, testable prediction about what will happen.</a:t>
            </a:r>
          </a:p>
          <a:p>
            <a:pPr>
              <a:lnSpc>
                <a:spcPct val="120000"/>
              </a:lnSpc>
              <a:spcBef>
                <a:spcPts val="300"/>
              </a:spcBef>
              <a:spcAft>
                <a:spcPts val="300"/>
              </a:spcAft>
            </a:pPr>
            <a:r>
              <a:rPr lang="en-GB" sz="1400" b="1" i="1" dirty="0"/>
              <a:t>Make it clear.</a:t>
            </a:r>
            <a:r>
              <a:rPr lang="en-GB" sz="1400" dirty="0"/>
              <a:t> A good hypothesis is written in clear and simple language. Reading your hypothesis should tell a teacher or judge exactly what you thought was going to happen when you started your project.</a:t>
            </a:r>
          </a:p>
          <a:p>
            <a:pPr>
              <a:lnSpc>
                <a:spcPct val="120000"/>
              </a:lnSpc>
              <a:spcBef>
                <a:spcPts val="300"/>
              </a:spcBef>
              <a:spcAft>
                <a:spcPts val="300"/>
              </a:spcAft>
            </a:pPr>
            <a:r>
              <a:rPr lang="en-GB" sz="1400" b="1" i="1" dirty="0"/>
              <a:t>Keep the variables in mind.</a:t>
            </a:r>
            <a:r>
              <a:rPr lang="en-GB" sz="1400" dirty="0"/>
              <a:t> A good hypothesis defines the variables in easy-to-measure terms, like who the participants are, what changes during the testing, and what the effect of the changes will be. </a:t>
            </a:r>
          </a:p>
          <a:p>
            <a:pPr>
              <a:lnSpc>
                <a:spcPct val="120000"/>
              </a:lnSpc>
              <a:spcBef>
                <a:spcPts val="300"/>
              </a:spcBef>
              <a:spcAft>
                <a:spcPts val="300"/>
              </a:spcAft>
            </a:pPr>
            <a:r>
              <a:rPr lang="en-GB" sz="1400" b="1" i="1" dirty="0"/>
              <a:t>Make sure your hypothesis is "testable."</a:t>
            </a:r>
            <a:r>
              <a:rPr lang="en-GB" sz="1400" dirty="0"/>
              <a:t> To prove or disprove your hypothesis, you need to be able to do an experiment and take measurements or make observations to see how two things (your variables) are related. You should also be able to repeat your experiment over and over again, if necessary. To create a "testable" hypothesis make sure you have done all of these things:</a:t>
            </a:r>
          </a:p>
          <a:p>
            <a:pPr lvl="1">
              <a:lnSpc>
                <a:spcPct val="120000"/>
              </a:lnSpc>
              <a:spcBef>
                <a:spcPts val="300"/>
              </a:spcBef>
              <a:spcAft>
                <a:spcPts val="300"/>
              </a:spcAft>
            </a:pPr>
            <a:r>
              <a:rPr lang="en-GB" sz="1100" dirty="0"/>
              <a:t>Thought about what experiments you will need to carry out to do the test.</a:t>
            </a:r>
          </a:p>
          <a:p>
            <a:pPr lvl="1">
              <a:lnSpc>
                <a:spcPct val="120000"/>
              </a:lnSpc>
              <a:spcBef>
                <a:spcPts val="300"/>
              </a:spcBef>
              <a:spcAft>
                <a:spcPts val="300"/>
              </a:spcAft>
            </a:pPr>
            <a:r>
              <a:rPr lang="en-GB" sz="1100" dirty="0"/>
              <a:t>Identified the variables in the project.</a:t>
            </a:r>
          </a:p>
          <a:p>
            <a:pPr lvl="1">
              <a:lnSpc>
                <a:spcPct val="120000"/>
              </a:lnSpc>
              <a:spcBef>
                <a:spcPts val="300"/>
              </a:spcBef>
              <a:spcAft>
                <a:spcPts val="300"/>
              </a:spcAft>
            </a:pPr>
            <a:r>
              <a:rPr lang="en-GB" sz="1100" dirty="0"/>
              <a:t>Included the independent and dependent variables in the hypothesis statement. (This helps ensure that your statement is </a:t>
            </a:r>
            <a:r>
              <a:rPr lang="en-GB" sz="1100" i="1" dirty="0"/>
              <a:t>specific</a:t>
            </a:r>
            <a:r>
              <a:rPr lang="en-GB" sz="1100" dirty="0"/>
              <a:t> enough.</a:t>
            </a:r>
          </a:p>
          <a:p>
            <a:pPr>
              <a:lnSpc>
                <a:spcPct val="120000"/>
              </a:lnSpc>
              <a:spcBef>
                <a:spcPts val="300"/>
              </a:spcBef>
              <a:spcAft>
                <a:spcPts val="300"/>
              </a:spcAft>
            </a:pPr>
            <a:r>
              <a:rPr lang="en-GB" sz="1400" dirty="0"/>
              <a:t>You might find it helpful to consult a statistician once your research questions and corresponding hypotheses are finalized to discuss experimental design, data collection, and statistical analyses.</a:t>
            </a:r>
          </a:p>
        </p:txBody>
      </p:sp>
      <p:sp>
        <p:nvSpPr>
          <p:cNvPr id="6" name="Footer Placeholder 5">
            <a:extLst>
              <a:ext uri="{FF2B5EF4-FFF2-40B4-BE49-F238E27FC236}">
                <a16:creationId xmlns:a16="http://schemas.microsoft.com/office/drawing/2014/main" id="{B53651A5-CA6F-3983-638F-D9A5CC8B8B4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E11A5B52-EA7E-BE0A-1421-DECDC996EDB8}"/>
              </a:ext>
            </a:extLst>
          </p:cNvPr>
          <p:cNvSpPr>
            <a:spLocks noGrp="1"/>
          </p:cNvSpPr>
          <p:nvPr>
            <p:ph type="sldNum" sz="quarter" idx="4"/>
          </p:nvPr>
        </p:nvSpPr>
        <p:spPr/>
        <p:txBody>
          <a:bodyPr/>
          <a:lstStyle/>
          <a:p>
            <a:fld id="{9FD7ECCF-50E7-4327-B945-FA93FF7B2BEF}" type="slidenum">
              <a:rPr lang="en-US" smtClean="0"/>
              <a:pPr/>
              <a:t>33</a:t>
            </a:fld>
            <a:r>
              <a:rPr lang="en-GB"/>
              <a:t>/70</a:t>
            </a:r>
            <a:endParaRPr lang="en-US" dirty="0"/>
          </a:p>
        </p:txBody>
      </p:sp>
    </p:spTree>
    <p:extLst>
      <p:ext uri="{BB962C8B-B14F-4D97-AF65-F5344CB8AC3E}">
        <p14:creationId xmlns:p14="http://schemas.microsoft.com/office/powerpoint/2010/main" val="1563201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06324" y="319473"/>
            <a:ext cx="8531352" cy="990600"/>
          </a:xfrm>
        </p:spPr>
        <p:txBody>
          <a:bodyPr>
            <a:normAutofit fontScale="90000"/>
          </a:bodyPr>
          <a:lstStyle/>
          <a:p>
            <a:pPr>
              <a:lnSpc>
                <a:spcPts val="3500"/>
              </a:lnSpc>
            </a:pPr>
            <a:r>
              <a:rPr lang="en-GB" dirty="0"/>
              <a:t>Turn the Research Question to hypothesis</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157015" y="1516697"/>
            <a:ext cx="7524327" cy="5096633"/>
          </a:xfrm>
        </p:spPr>
        <p:txBody>
          <a:bodyPr>
            <a:normAutofit fontScale="85000" lnSpcReduction="20000"/>
          </a:bodyPr>
          <a:lstStyle/>
          <a:p>
            <a:pPr>
              <a:lnSpc>
                <a:spcPct val="120000"/>
              </a:lnSpc>
              <a:spcBef>
                <a:spcPts val="1200"/>
              </a:spcBef>
            </a:pPr>
            <a:r>
              <a:rPr lang="en-GB" sz="1600" b="1" i="0" dirty="0">
                <a:solidFill>
                  <a:schemeClr val="accent2">
                    <a:lumMod val="75000"/>
                  </a:schemeClr>
                </a:solidFill>
                <a:effectLst/>
              </a:rPr>
              <a:t>“What is the effect of placing the basic task management buttons of Upper App at the bottom of the screen for users with big devices in the speed of completing basic functional tasks?”</a:t>
            </a:r>
          </a:p>
          <a:p>
            <a:pPr>
              <a:lnSpc>
                <a:spcPct val="120000"/>
              </a:lnSpc>
              <a:spcBef>
                <a:spcPts val="1200"/>
              </a:spcBef>
            </a:pPr>
            <a:r>
              <a:rPr lang="en-GB" sz="1600" b="1" i="0" dirty="0">
                <a:solidFill>
                  <a:srgbClr val="374151"/>
                </a:solidFill>
                <a:effectLst/>
              </a:rPr>
              <a:t>Null Hypothesis (H</a:t>
            </a:r>
            <a:r>
              <a:rPr lang="en-GB" sz="1600" b="1" i="0" baseline="-25000" dirty="0">
                <a:solidFill>
                  <a:srgbClr val="374151"/>
                </a:solidFill>
                <a:effectLst/>
              </a:rPr>
              <a:t>0</a:t>
            </a:r>
            <a:r>
              <a:rPr lang="en-GB" sz="1600" b="1" i="0" dirty="0">
                <a:solidFill>
                  <a:srgbClr val="374151"/>
                </a:solidFill>
                <a:effectLst/>
              </a:rPr>
              <a:t>):</a:t>
            </a:r>
            <a:r>
              <a:rPr lang="en-GB" sz="1600" b="0" i="0" dirty="0">
                <a:solidFill>
                  <a:srgbClr val="374151"/>
                </a:solidFill>
                <a:effectLst/>
              </a:rPr>
              <a:t> Placing the basic task management buttons of Upper App at the bottom of the screen does not have a significant effect on the speed of completing basic functional tasks for users with big devices.</a:t>
            </a:r>
          </a:p>
          <a:p>
            <a:pPr algn="l">
              <a:lnSpc>
                <a:spcPct val="120000"/>
              </a:lnSpc>
              <a:spcBef>
                <a:spcPts val="1200"/>
              </a:spcBef>
            </a:pPr>
            <a:r>
              <a:rPr lang="en-GB" sz="1600" b="1" i="0" dirty="0">
                <a:solidFill>
                  <a:srgbClr val="374151"/>
                </a:solidFill>
                <a:effectLst/>
              </a:rPr>
              <a:t>Alternative Hypothesis (H</a:t>
            </a:r>
            <a:r>
              <a:rPr lang="en-GB" sz="1600" b="1" i="0" baseline="-25000" dirty="0">
                <a:solidFill>
                  <a:srgbClr val="374151"/>
                </a:solidFill>
                <a:effectLst/>
              </a:rPr>
              <a:t>1</a:t>
            </a:r>
            <a:r>
              <a:rPr lang="en-GB" sz="1600" b="1" i="0" dirty="0">
                <a:solidFill>
                  <a:srgbClr val="374151"/>
                </a:solidFill>
                <a:effectLst/>
              </a:rPr>
              <a:t>):</a:t>
            </a:r>
            <a:r>
              <a:rPr lang="en-GB" sz="1600" b="0" i="0" dirty="0">
                <a:solidFill>
                  <a:srgbClr val="374151"/>
                </a:solidFill>
                <a:effectLst/>
              </a:rPr>
              <a:t> Placing the basic task management buttons of Upper App at the bottom of the screen results in a significant improvement in the speed of completing basic functional tasks for users with big devices.</a:t>
            </a:r>
          </a:p>
          <a:p>
            <a:pPr>
              <a:lnSpc>
                <a:spcPct val="120000"/>
              </a:lnSpc>
              <a:spcBef>
                <a:spcPts val="1200"/>
              </a:spcBef>
            </a:pPr>
            <a:r>
              <a:rPr lang="en-US" sz="1600" dirty="0"/>
              <a:t>Which are the </a:t>
            </a:r>
            <a:r>
              <a:rPr lang="en-US" sz="1600" b="1" dirty="0"/>
              <a:t>dependent</a:t>
            </a:r>
            <a:r>
              <a:rPr lang="en-US" sz="1600" dirty="0"/>
              <a:t> and the </a:t>
            </a:r>
            <a:r>
              <a:rPr lang="en-US" sz="1600" b="1" dirty="0"/>
              <a:t>independent variables</a:t>
            </a:r>
            <a:r>
              <a:rPr lang="en-US" sz="1600" dirty="0"/>
              <a:t>?</a:t>
            </a:r>
          </a:p>
          <a:p>
            <a:pPr>
              <a:lnSpc>
                <a:spcPct val="120000"/>
              </a:lnSpc>
              <a:spcBef>
                <a:spcPts val="1200"/>
              </a:spcBef>
            </a:pPr>
            <a:r>
              <a:rPr lang="en-US" sz="1600" dirty="0"/>
              <a:t>How would you evaluate the hypothesis?</a:t>
            </a:r>
          </a:p>
          <a:p>
            <a:pPr>
              <a:lnSpc>
                <a:spcPct val="120000"/>
              </a:lnSpc>
              <a:spcBef>
                <a:spcPts val="1200"/>
              </a:spcBef>
            </a:pPr>
            <a:r>
              <a:rPr lang="en-US" sz="1600" dirty="0"/>
              <a:t>Test two designs with buttons at the top and at the bottom of the screen, either two different prototypes, or two different tasks of equal level of difficulty (requiring the same time to be completed) where the buttons are placed at the top or at the bottom</a:t>
            </a:r>
          </a:p>
          <a:p>
            <a:pPr>
              <a:lnSpc>
                <a:spcPct val="120000"/>
              </a:lnSpc>
              <a:spcBef>
                <a:spcPts val="0"/>
              </a:spcBef>
            </a:pPr>
            <a:r>
              <a:rPr lang="en-GB" sz="1600" i="1" dirty="0"/>
              <a:t>H</a:t>
            </a:r>
            <a:r>
              <a:rPr lang="en-GB" sz="1600" baseline="-25000" dirty="0"/>
              <a:t>0</a:t>
            </a:r>
            <a:r>
              <a:rPr lang="en-GB" sz="1600" dirty="0"/>
              <a:t>: </a:t>
            </a:r>
            <a:r>
              <a:rPr lang="el-GR" sz="1600" dirty="0"/>
              <a:t>μ</a:t>
            </a:r>
            <a:r>
              <a:rPr lang="el-GR" sz="1600" baseline="-25000" dirty="0"/>
              <a:t>1</a:t>
            </a:r>
            <a:r>
              <a:rPr lang="el-GR" sz="1600" dirty="0"/>
              <a:t> = μ</a:t>
            </a:r>
            <a:r>
              <a:rPr lang="el-GR" sz="1600" baseline="-25000" dirty="0"/>
              <a:t>2</a:t>
            </a:r>
            <a:r>
              <a:rPr lang="en-US" sz="1600" baseline="-25000" dirty="0">
                <a:solidFill>
                  <a:srgbClr val="191919"/>
                </a:solidFill>
              </a:rPr>
              <a:t> </a:t>
            </a:r>
          </a:p>
          <a:p>
            <a:pPr lvl="1">
              <a:lnSpc>
                <a:spcPct val="120000"/>
              </a:lnSpc>
              <a:spcBef>
                <a:spcPts val="0"/>
              </a:spcBef>
            </a:pPr>
            <a:r>
              <a:rPr lang="el-GR" sz="1300" dirty="0"/>
              <a:t>μ</a:t>
            </a:r>
            <a:r>
              <a:rPr lang="el-GR" sz="1300" baseline="-25000" dirty="0"/>
              <a:t>1</a:t>
            </a:r>
            <a:r>
              <a:rPr lang="el-GR" sz="1300" dirty="0"/>
              <a:t> = </a:t>
            </a:r>
            <a:r>
              <a:rPr lang="en-US" sz="1300" dirty="0"/>
              <a:t>time in entering a new task</a:t>
            </a:r>
            <a:r>
              <a:rPr lang="en-GB" sz="1300" dirty="0"/>
              <a:t> when using </a:t>
            </a:r>
            <a:r>
              <a:rPr lang="en-US" sz="1300" dirty="0">
                <a:solidFill>
                  <a:srgbClr val="191919"/>
                </a:solidFill>
              </a:rPr>
              <a:t>Upper App</a:t>
            </a:r>
          </a:p>
          <a:p>
            <a:pPr lvl="1">
              <a:lnSpc>
                <a:spcPct val="120000"/>
              </a:lnSpc>
              <a:spcBef>
                <a:spcPts val="0"/>
              </a:spcBef>
            </a:pPr>
            <a:r>
              <a:rPr lang="el-GR" sz="1300" dirty="0"/>
              <a:t>μ</a:t>
            </a:r>
            <a:r>
              <a:rPr lang="en-GB" sz="1300" baseline="-25000" dirty="0"/>
              <a:t>2</a:t>
            </a:r>
            <a:r>
              <a:rPr lang="el-GR" sz="1300" dirty="0"/>
              <a:t> = </a:t>
            </a:r>
            <a:r>
              <a:rPr lang="en-US" sz="1300" dirty="0"/>
              <a:t>time in entering a new task </a:t>
            </a:r>
            <a:r>
              <a:rPr lang="en-GB" sz="1300" dirty="0"/>
              <a:t>using </a:t>
            </a:r>
            <a:r>
              <a:rPr lang="en-US" sz="1300" dirty="0"/>
              <a:t>a competitor's product</a:t>
            </a:r>
          </a:p>
          <a:p>
            <a:pPr>
              <a:lnSpc>
                <a:spcPct val="120000"/>
              </a:lnSpc>
              <a:spcBef>
                <a:spcPts val="0"/>
              </a:spcBef>
            </a:pPr>
            <a:r>
              <a:rPr lang="en-US" sz="1600" b="1" i="1" dirty="0"/>
              <a:t>or</a:t>
            </a:r>
          </a:p>
          <a:p>
            <a:pPr lvl="1">
              <a:lnSpc>
                <a:spcPct val="120000"/>
              </a:lnSpc>
              <a:spcBef>
                <a:spcPts val="0"/>
              </a:spcBef>
            </a:pPr>
            <a:r>
              <a:rPr lang="el-GR" sz="1300" dirty="0"/>
              <a:t>μ</a:t>
            </a:r>
            <a:r>
              <a:rPr lang="el-GR" sz="1300" baseline="-25000" dirty="0"/>
              <a:t>1</a:t>
            </a:r>
            <a:r>
              <a:rPr lang="el-GR" sz="1300" dirty="0"/>
              <a:t> = </a:t>
            </a:r>
            <a:r>
              <a:rPr lang="en-US" sz="1300" dirty="0"/>
              <a:t>time in entering a new task</a:t>
            </a:r>
            <a:r>
              <a:rPr lang="en-GB" sz="1300" dirty="0"/>
              <a:t> when using </a:t>
            </a:r>
            <a:r>
              <a:rPr lang="en-US" sz="1300" dirty="0">
                <a:solidFill>
                  <a:srgbClr val="191919"/>
                </a:solidFill>
              </a:rPr>
              <a:t>Prototype A with functional buttons at the bottom of the screen</a:t>
            </a:r>
          </a:p>
          <a:p>
            <a:pPr lvl="1">
              <a:lnSpc>
                <a:spcPct val="120000"/>
              </a:lnSpc>
              <a:spcBef>
                <a:spcPts val="0"/>
              </a:spcBef>
            </a:pPr>
            <a:r>
              <a:rPr lang="el-GR" sz="1300" dirty="0"/>
              <a:t>μ</a:t>
            </a:r>
            <a:r>
              <a:rPr lang="en-GB" sz="1300" baseline="-25000" dirty="0"/>
              <a:t>2</a:t>
            </a:r>
            <a:r>
              <a:rPr lang="el-GR" sz="1300" dirty="0"/>
              <a:t> = </a:t>
            </a:r>
            <a:r>
              <a:rPr lang="en-US" sz="1300" dirty="0"/>
              <a:t>time in entering a new task</a:t>
            </a:r>
            <a:r>
              <a:rPr lang="en-GB" sz="1300" dirty="0"/>
              <a:t> when using </a:t>
            </a:r>
            <a:r>
              <a:rPr lang="en-US" sz="1300" dirty="0">
                <a:solidFill>
                  <a:srgbClr val="191919"/>
                </a:solidFill>
              </a:rPr>
              <a:t>Prototype B with functional buttons on top of the screen</a:t>
            </a:r>
            <a:endParaRPr lang="en-GB" sz="1300" dirty="0"/>
          </a:p>
          <a:p>
            <a:pPr>
              <a:lnSpc>
                <a:spcPct val="120000"/>
              </a:lnSpc>
              <a:spcBef>
                <a:spcPts val="1200"/>
              </a:spcBef>
            </a:pPr>
            <a:endParaRPr lang="en-GB" sz="1600"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681343" y="1336330"/>
            <a:ext cx="1357843" cy="2772215"/>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7681342" y="4365104"/>
            <a:ext cx="1357843" cy="1993656"/>
          </a:xfrm>
          <a:prstGeom prst="rect">
            <a:avLst/>
          </a:prstGeom>
        </p:spPr>
        <p:txBody>
          <a:bodyPr vert="horz">
            <a:normAutofit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1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Footer Placeholder 3">
            <a:extLst>
              <a:ext uri="{FF2B5EF4-FFF2-40B4-BE49-F238E27FC236}">
                <a16:creationId xmlns:a16="http://schemas.microsoft.com/office/drawing/2014/main" id="{78529426-F935-1A21-DCF4-12D7DA70DBF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C8EE661-2ACD-2683-E31D-4D9B8E0B2FF8}"/>
              </a:ext>
            </a:extLst>
          </p:cNvPr>
          <p:cNvSpPr>
            <a:spLocks noGrp="1"/>
          </p:cNvSpPr>
          <p:nvPr>
            <p:ph type="sldNum" sz="quarter" idx="4"/>
          </p:nvPr>
        </p:nvSpPr>
        <p:spPr/>
        <p:txBody>
          <a:bodyPr/>
          <a:lstStyle/>
          <a:p>
            <a:fld id="{9FD7ECCF-50E7-4327-B945-FA93FF7B2BEF}" type="slidenum">
              <a:rPr lang="en-US" smtClean="0"/>
              <a:pPr/>
              <a:t>34</a:t>
            </a:fld>
            <a:r>
              <a:rPr lang="en-GB"/>
              <a:t>/70</a:t>
            </a:r>
            <a:endParaRPr lang="en-US" dirty="0"/>
          </a:p>
        </p:txBody>
      </p:sp>
    </p:spTree>
    <p:extLst>
      <p:ext uri="{BB962C8B-B14F-4D97-AF65-F5344CB8AC3E}">
        <p14:creationId xmlns:p14="http://schemas.microsoft.com/office/powerpoint/2010/main" val="156719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fill="hold"/>
                                        <p:tgtEl>
                                          <p:spTgt spid="3">
                                            <p:txEl>
                                              <p:pRg st="10" end="1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3">
                                            <p:txEl>
                                              <p:pRg st="10" end="10"/>
                                            </p:txEl>
                                          </p:spTgt>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 calcmode="lin" valueType="num">
                                      <p:cBhvr additive="base">
                                        <p:cTn id="63" dur="5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06324" y="319473"/>
            <a:ext cx="8531352" cy="990600"/>
          </a:xfrm>
        </p:spPr>
        <p:txBody>
          <a:bodyPr>
            <a:normAutofit/>
          </a:bodyPr>
          <a:lstStyle/>
          <a:p>
            <a:pPr>
              <a:lnSpc>
                <a:spcPts val="3500"/>
              </a:lnSpc>
            </a:pPr>
            <a:r>
              <a:rPr lang="en-GB" dirty="0"/>
              <a:t>Include benchmark</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157015" y="1516697"/>
            <a:ext cx="7524327" cy="2618105"/>
          </a:xfrm>
        </p:spPr>
        <p:txBody>
          <a:bodyPr>
            <a:normAutofit fontScale="85000" lnSpcReduction="20000"/>
          </a:bodyPr>
          <a:lstStyle/>
          <a:p>
            <a:pPr>
              <a:lnSpc>
                <a:spcPct val="120000"/>
              </a:lnSpc>
              <a:spcBef>
                <a:spcPts val="1200"/>
              </a:spcBef>
            </a:pPr>
            <a:r>
              <a:rPr lang="en-GB" sz="1600" b="1" dirty="0">
                <a:solidFill>
                  <a:schemeClr val="accent2">
                    <a:lumMod val="75000"/>
                  </a:schemeClr>
                </a:solidFill>
              </a:rPr>
              <a:t>“What is the effect of placing the basic task management buttons of Upper App at the bottom of the screen for users with big devices in the speed of completing basic functional tasks?”</a:t>
            </a:r>
          </a:p>
          <a:p>
            <a:pPr>
              <a:lnSpc>
                <a:spcPct val="120000"/>
              </a:lnSpc>
              <a:spcBef>
                <a:spcPts val="1200"/>
              </a:spcBef>
            </a:pPr>
            <a:r>
              <a:rPr lang="en-GB" sz="1600" dirty="0">
                <a:solidFill>
                  <a:srgbClr val="343541"/>
                </a:solidFill>
              </a:rPr>
              <a:t>What if we wanted to include the benchmark in the statement?</a:t>
            </a:r>
            <a:endParaRPr lang="en-GB" sz="1600" b="0" i="0" dirty="0">
              <a:solidFill>
                <a:srgbClr val="343541"/>
              </a:solidFill>
              <a:effectLst/>
            </a:endParaRPr>
          </a:p>
          <a:p>
            <a:pPr>
              <a:lnSpc>
                <a:spcPct val="120000"/>
              </a:lnSpc>
              <a:spcBef>
                <a:spcPts val="1200"/>
              </a:spcBef>
            </a:pPr>
            <a:r>
              <a:rPr lang="en-GB" sz="1600" b="1" i="0" dirty="0">
                <a:solidFill>
                  <a:srgbClr val="374151"/>
                </a:solidFill>
                <a:effectLst/>
              </a:rPr>
              <a:t>Null Hypothesis (H</a:t>
            </a:r>
            <a:r>
              <a:rPr lang="en-GB" sz="1600" b="1" i="0" baseline="-25000" dirty="0">
                <a:solidFill>
                  <a:srgbClr val="374151"/>
                </a:solidFill>
                <a:effectLst/>
              </a:rPr>
              <a:t>0</a:t>
            </a:r>
            <a:r>
              <a:rPr lang="en-GB" sz="1600" b="1" i="0" dirty="0">
                <a:solidFill>
                  <a:srgbClr val="374151"/>
                </a:solidFill>
                <a:effectLst/>
              </a:rPr>
              <a:t>):</a:t>
            </a:r>
            <a:r>
              <a:rPr lang="en-GB" sz="1600" b="0" i="0" dirty="0">
                <a:solidFill>
                  <a:srgbClr val="374151"/>
                </a:solidFill>
                <a:effectLst/>
              </a:rPr>
              <a:t> Placing the basic task management buttons of Upper App at the bottom of the screen does not have a significant effect on the speed of completing basic functional tasks for </a:t>
            </a:r>
            <a:r>
              <a:rPr lang="en-GB" sz="1600" i="1" dirty="0"/>
              <a:t>80% of </a:t>
            </a:r>
            <a:r>
              <a:rPr lang="en-GB" sz="1600" b="0" i="0" dirty="0">
                <a:solidFill>
                  <a:srgbClr val="374151"/>
                </a:solidFill>
                <a:effectLst/>
              </a:rPr>
              <a:t>users with big devices.</a:t>
            </a:r>
          </a:p>
          <a:p>
            <a:pPr>
              <a:lnSpc>
                <a:spcPct val="120000"/>
              </a:lnSpc>
              <a:spcBef>
                <a:spcPts val="1200"/>
              </a:spcBef>
            </a:pPr>
            <a:r>
              <a:rPr lang="en-GB" sz="1600" b="1" i="0" dirty="0">
                <a:solidFill>
                  <a:srgbClr val="374151"/>
                </a:solidFill>
                <a:effectLst/>
              </a:rPr>
              <a:t>Alternative Hypothesis (H</a:t>
            </a:r>
            <a:r>
              <a:rPr lang="en-GB" sz="1600" b="1" i="0" baseline="-25000" dirty="0">
                <a:solidFill>
                  <a:srgbClr val="374151"/>
                </a:solidFill>
                <a:effectLst/>
              </a:rPr>
              <a:t>1</a:t>
            </a:r>
            <a:r>
              <a:rPr lang="en-GB" sz="1600" b="1" i="0" dirty="0">
                <a:solidFill>
                  <a:srgbClr val="374151"/>
                </a:solidFill>
                <a:effectLst/>
              </a:rPr>
              <a:t>):</a:t>
            </a:r>
            <a:r>
              <a:rPr lang="en-GB" sz="1600" b="0" i="0" dirty="0">
                <a:solidFill>
                  <a:srgbClr val="374151"/>
                </a:solidFill>
                <a:effectLst/>
              </a:rPr>
              <a:t> Placing the basic task management buttons of Upper App at the bottom of the screen results in a significant improvement in the speed of completing basic functional </a:t>
            </a:r>
            <a:r>
              <a:rPr lang="en-GB" sz="1600" dirty="0">
                <a:solidFill>
                  <a:srgbClr val="374151"/>
                </a:solidFill>
              </a:rPr>
              <a:t>tasks for </a:t>
            </a:r>
            <a:r>
              <a:rPr lang="en-GB" sz="1600" i="1" dirty="0"/>
              <a:t>80% of </a:t>
            </a:r>
            <a:r>
              <a:rPr lang="en-GB" sz="1600" dirty="0">
                <a:solidFill>
                  <a:srgbClr val="374151"/>
                </a:solidFill>
              </a:rPr>
              <a:t>users with big devices.</a:t>
            </a:r>
          </a:p>
          <a:p>
            <a:pPr>
              <a:lnSpc>
                <a:spcPct val="120000"/>
              </a:lnSpc>
              <a:spcBef>
                <a:spcPts val="1200"/>
              </a:spcBef>
            </a:pPr>
            <a:endParaRPr lang="en-GB" sz="1600"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681343" y="1336330"/>
            <a:ext cx="1357843" cy="2772215"/>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7681342" y="4365104"/>
            <a:ext cx="1357843" cy="1993656"/>
          </a:xfrm>
          <a:prstGeom prst="rect">
            <a:avLst/>
          </a:prstGeom>
        </p:spPr>
        <p:txBody>
          <a:bodyPr vert="horz">
            <a:normAutofit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1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Footer Placeholder 3">
            <a:extLst>
              <a:ext uri="{FF2B5EF4-FFF2-40B4-BE49-F238E27FC236}">
                <a16:creationId xmlns:a16="http://schemas.microsoft.com/office/drawing/2014/main" id="{D888DDF6-BA14-8F3A-9410-D0F614868E1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29A77A8-4C13-1561-E3B9-FEB60B5E1603}"/>
              </a:ext>
            </a:extLst>
          </p:cNvPr>
          <p:cNvSpPr>
            <a:spLocks noGrp="1"/>
          </p:cNvSpPr>
          <p:nvPr>
            <p:ph type="sldNum" sz="quarter" idx="4"/>
          </p:nvPr>
        </p:nvSpPr>
        <p:spPr/>
        <p:txBody>
          <a:bodyPr/>
          <a:lstStyle/>
          <a:p>
            <a:fld id="{9FD7ECCF-50E7-4327-B945-FA93FF7B2BEF}" type="slidenum">
              <a:rPr lang="en-US" smtClean="0"/>
              <a:pPr/>
              <a:t>35</a:t>
            </a:fld>
            <a:r>
              <a:rPr lang="en-GB"/>
              <a:t>/70</a:t>
            </a:r>
            <a:endParaRPr lang="en-US" dirty="0"/>
          </a:p>
        </p:txBody>
      </p:sp>
    </p:spTree>
    <p:extLst>
      <p:ext uri="{BB962C8B-B14F-4D97-AF65-F5344CB8AC3E}">
        <p14:creationId xmlns:p14="http://schemas.microsoft.com/office/powerpoint/2010/main" val="181847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06324" y="319473"/>
            <a:ext cx="8531352" cy="990600"/>
          </a:xfrm>
        </p:spPr>
        <p:txBody>
          <a:bodyPr>
            <a:normAutofit/>
          </a:bodyPr>
          <a:lstStyle/>
          <a:p>
            <a:pPr>
              <a:lnSpc>
                <a:spcPts val="3500"/>
              </a:lnSpc>
            </a:pPr>
            <a:r>
              <a:rPr lang="en-GB" dirty="0"/>
              <a:t>Study relation</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157015" y="1516697"/>
            <a:ext cx="7524327" cy="4842063"/>
          </a:xfrm>
        </p:spPr>
        <p:txBody>
          <a:bodyPr>
            <a:normAutofit lnSpcReduction="10000"/>
          </a:bodyPr>
          <a:lstStyle/>
          <a:p>
            <a:pPr>
              <a:spcBef>
                <a:spcPts val="1800"/>
              </a:spcBef>
            </a:pPr>
            <a:r>
              <a:rPr lang="en-GB" sz="1500" b="1" dirty="0">
                <a:solidFill>
                  <a:schemeClr val="accent2">
                    <a:lumMod val="75000"/>
                  </a:schemeClr>
                </a:solidFill>
              </a:rPr>
              <a:t>“What is the effect of placing the basic task management buttons of Upper App at the bottom of the screen for users with big devices in the speed of completing basic functional tasks?”</a:t>
            </a:r>
          </a:p>
          <a:p>
            <a:pPr>
              <a:spcBef>
                <a:spcPts val="1800"/>
              </a:spcBef>
            </a:pPr>
            <a:r>
              <a:rPr lang="en-GB" sz="1500" dirty="0">
                <a:solidFill>
                  <a:srgbClr val="343541"/>
                </a:solidFill>
              </a:rPr>
              <a:t>What if we wanted to study relation of male vs female and speed</a:t>
            </a:r>
          </a:p>
          <a:p>
            <a:pPr>
              <a:spcBef>
                <a:spcPts val="1800"/>
              </a:spcBef>
            </a:pPr>
            <a:r>
              <a:rPr lang="en-GB" sz="1500" b="1" dirty="0">
                <a:solidFill>
                  <a:srgbClr val="343541"/>
                </a:solidFill>
              </a:rPr>
              <a:t>Null Hypothesis (H</a:t>
            </a:r>
            <a:r>
              <a:rPr lang="en-GB" sz="1500" b="1" baseline="-25000" dirty="0">
                <a:solidFill>
                  <a:srgbClr val="343541"/>
                </a:solidFill>
              </a:rPr>
              <a:t>0</a:t>
            </a:r>
            <a:r>
              <a:rPr lang="en-GB" sz="1500" b="1" dirty="0">
                <a:solidFill>
                  <a:srgbClr val="343541"/>
                </a:solidFill>
              </a:rPr>
              <a:t>): </a:t>
            </a:r>
            <a:r>
              <a:rPr lang="en-GB" sz="1500" dirty="0">
                <a:solidFill>
                  <a:srgbClr val="343541"/>
                </a:solidFill>
              </a:rPr>
              <a:t>Placing the basic task management buttons of Upper App at the bottom of the screen results in the same speed of completing basic functional tasks for both male and female users with big devices.</a:t>
            </a:r>
          </a:p>
          <a:p>
            <a:pPr>
              <a:spcBef>
                <a:spcPts val="1800"/>
              </a:spcBef>
            </a:pPr>
            <a:r>
              <a:rPr lang="en-GB" sz="1500" b="1" dirty="0">
                <a:solidFill>
                  <a:srgbClr val="343541"/>
                </a:solidFill>
              </a:rPr>
              <a:t>Alternative Hypothesis (H</a:t>
            </a:r>
            <a:r>
              <a:rPr lang="en-GB" sz="1500" b="1" baseline="-25000" dirty="0">
                <a:solidFill>
                  <a:srgbClr val="343541"/>
                </a:solidFill>
              </a:rPr>
              <a:t>1</a:t>
            </a:r>
            <a:r>
              <a:rPr lang="en-GB" sz="1500" b="1" dirty="0">
                <a:solidFill>
                  <a:srgbClr val="343541"/>
                </a:solidFill>
              </a:rPr>
              <a:t>): </a:t>
            </a:r>
            <a:r>
              <a:rPr lang="en-GB" sz="1500" dirty="0">
                <a:solidFill>
                  <a:srgbClr val="343541"/>
                </a:solidFill>
              </a:rPr>
              <a:t>Placing the basic task management buttons of Upper App at the bottom of the screen results in a different speed of completing basic functional tasks for male and female users with big devices.</a:t>
            </a:r>
          </a:p>
          <a:p>
            <a:pPr marL="320040" lvl="1" indent="0">
              <a:lnSpc>
                <a:spcPct val="120000"/>
              </a:lnSpc>
              <a:spcAft>
                <a:spcPts val="600"/>
              </a:spcAft>
              <a:buNone/>
            </a:pPr>
            <a:r>
              <a:rPr lang="en-GB" sz="1500" i="1" dirty="0"/>
              <a:t>H</a:t>
            </a:r>
            <a:r>
              <a:rPr lang="en-GB" sz="1500" baseline="-25000" dirty="0"/>
              <a:t>0</a:t>
            </a:r>
            <a:r>
              <a:rPr lang="en-GB" sz="1500" dirty="0"/>
              <a:t>: </a:t>
            </a:r>
            <a:r>
              <a:rPr lang="el-GR" sz="1500" dirty="0"/>
              <a:t>μ</a:t>
            </a:r>
            <a:r>
              <a:rPr lang="el-GR" sz="1500" baseline="-25000" dirty="0"/>
              <a:t>1</a:t>
            </a:r>
            <a:r>
              <a:rPr lang="el-GR" sz="1500" dirty="0"/>
              <a:t> = μ</a:t>
            </a:r>
            <a:r>
              <a:rPr lang="el-GR" sz="1500" baseline="-25000" dirty="0"/>
              <a:t>2</a:t>
            </a:r>
            <a:r>
              <a:rPr lang="en-US" sz="1500" baseline="-25000" dirty="0">
                <a:solidFill>
                  <a:srgbClr val="191919"/>
                </a:solidFill>
              </a:rPr>
              <a:t> </a:t>
            </a:r>
          </a:p>
          <a:p>
            <a:pPr marL="320040" lvl="1" indent="0">
              <a:lnSpc>
                <a:spcPct val="120000"/>
              </a:lnSpc>
              <a:spcBef>
                <a:spcPts val="600"/>
              </a:spcBef>
              <a:buNone/>
            </a:pPr>
            <a:r>
              <a:rPr lang="el-GR" sz="1500" dirty="0"/>
              <a:t>μ</a:t>
            </a:r>
            <a:r>
              <a:rPr lang="el-GR" sz="1500" baseline="-25000" dirty="0"/>
              <a:t>1</a:t>
            </a:r>
            <a:r>
              <a:rPr lang="el-GR" sz="1500" dirty="0"/>
              <a:t> = </a:t>
            </a:r>
            <a:r>
              <a:rPr lang="en-US" sz="1500" dirty="0"/>
              <a:t>time </a:t>
            </a:r>
            <a:r>
              <a:rPr lang="en-GB" sz="1500" dirty="0"/>
              <a:t>male</a:t>
            </a:r>
            <a:endParaRPr lang="en-US" sz="1500" dirty="0">
              <a:solidFill>
                <a:srgbClr val="191919"/>
              </a:solidFill>
            </a:endParaRPr>
          </a:p>
          <a:p>
            <a:pPr marL="320040" lvl="1" indent="0">
              <a:lnSpc>
                <a:spcPct val="120000"/>
              </a:lnSpc>
              <a:spcBef>
                <a:spcPts val="600"/>
              </a:spcBef>
              <a:buNone/>
            </a:pPr>
            <a:r>
              <a:rPr lang="el-GR" sz="1200" dirty="0"/>
              <a:t>μ</a:t>
            </a:r>
            <a:r>
              <a:rPr lang="en-GB" sz="1200" baseline="-25000" dirty="0"/>
              <a:t>2</a:t>
            </a:r>
            <a:r>
              <a:rPr lang="el-GR" sz="1200" dirty="0"/>
              <a:t> = </a:t>
            </a:r>
            <a:r>
              <a:rPr lang="en-US" sz="1500" dirty="0"/>
              <a:t>time </a:t>
            </a:r>
            <a:r>
              <a:rPr lang="en-GB" sz="1500" dirty="0"/>
              <a:t>female</a:t>
            </a:r>
            <a:endParaRPr lang="en-GB" sz="1500" dirty="0">
              <a:solidFill>
                <a:srgbClr val="343541"/>
              </a:solidFill>
            </a:endParaRPr>
          </a:p>
          <a:p>
            <a:pPr>
              <a:spcBef>
                <a:spcPts val="1800"/>
              </a:spcBef>
            </a:pPr>
            <a:r>
              <a:rPr lang="en-GB" sz="1500" dirty="0">
                <a:solidFill>
                  <a:srgbClr val="343541"/>
                </a:solidFill>
              </a:rPr>
              <a:t>In this context, the null hypothesis assumes that there is no significant difference in task completion speed between male and female users, while the alternative hypothesis suggests that there is a significant difference.</a:t>
            </a:r>
          </a:p>
          <a:p>
            <a:pPr>
              <a:spcBef>
                <a:spcPts val="1800"/>
              </a:spcBef>
            </a:pPr>
            <a:endParaRPr lang="en-GB" sz="1600" dirty="0"/>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681343" y="1336330"/>
            <a:ext cx="1357843" cy="2772215"/>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7681342" y="4365104"/>
            <a:ext cx="1357843" cy="1993656"/>
          </a:xfrm>
          <a:prstGeom prst="rect">
            <a:avLst/>
          </a:prstGeom>
        </p:spPr>
        <p:txBody>
          <a:bodyPr vert="horz">
            <a:normAutofit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1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Footer Placeholder 3">
            <a:extLst>
              <a:ext uri="{FF2B5EF4-FFF2-40B4-BE49-F238E27FC236}">
                <a16:creationId xmlns:a16="http://schemas.microsoft.com/office/drawing/2014/main" id="{189BDE5D-4E8C-E876-6821-2390A6B4DD3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8D167AF-CC78-2A3E-B0BC-582101E20EE0}"/>
              </a:ext>
            </a:extLst>
          </p:cNvPr>
          <p:cNvSpPr>
            <a:spLocks noGrp="1"/>
          </p:cNvSpPr>
          <p:nvPr>
            <p:ph type="sldNum" sz="quarter" idx="4"/>
          </p:nvPr>
        </p:nvSpPr>
        <p:spPr/>
        <p:txBody>
          <a:bodyPr/>
          <a:lstStyle/>
          <a:p>
            <a:fld id="{9FD7ECCF-50E7-4327-B945-FA93FF7B2BEF}" type="slidenum">
              <a:rPr lang="en-US" smtClean="0"/>
              <a:pPr/>
              <a:t>36</a:t>
            </a:fld>
            <a:r>
              <a:rPr lang="en-GB"/>
              <a:t>/70</a:t>
            </a:r>
            <a:endParaRPr lang="en-US" dirty="0"/>
          </a:p>
        </p:txBody>
      </p:sp>
    </p:spTree>
    <p:extLst>
      <p:ext uri="{BB962C8B-B14F-4D97-AF65-F5344CB8AC3E}">
        <p14:creationId xmlns:p14="http://schemas.microsoft.com/office/powerpoint/2010/main" val="307523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4D24-FCE5-0F43-2AEE-DF33B2C1E145}"/>
              </a:ext>
            </a:extLst>
          </p:cNvPr>
          <p:cNvSpPr>
            <a:spLocks noGrp="1"/>
          </p:cNvSpPr>
          <p:nvPr>
            <p:ph type="title"/>
          </p:nvPr>
        </p:nvSpPr>
        <p:spPr>
          <a:xfrm>
            <a:off x="306324" y="319473"/>
            <a:ext cx="8531352" cy="990600"/>
          </a:xfrm>
        </p:spPr>
        <p:txBody>
          <a:bodyPr>
            <a:normAutofit/>
          </a:bodyPr>
          <a:lstStyle/>
          <a:p>
            <a:pPr>
              <a:lnSpc>
                <a:spcPts val="3500"/>
              </a:lnSpc>
            </a:pPr>
            <a:r>
              <a:rPr lang="en-GB" dirty="0"/>
              <a:t>Causal research</a:t>
            </a:r>
          </a:p>
        </p:txBody>
      </p:sp>
      <p:sp>
        <p:nvSpPr>
          <p:cNvPr id="3" name="Content Placeholder 2">
            <a:extLst>
              <a:ext uri="{FF2B5EF4-FFF2-40B4-BE49-F238E27FC236}">
                <a16:creationId xmlns:a16="http://schemas.microsoft.com/office/drawing/2014/main" id="{D884460D-C706-4BE0-E545-69A0F9194EB4}"/>
              </a:ext>
            </a:extLst>
          </p:cNvPr>
          <p:cNvSpPr>
            <a:spLocks noGrp="1"/>
          </p:cNvSpPr>
          <p:nvPr>
            <p:ph sz="quarter" idx="1"/>
          </p:nvPr>
        </p:nvSpPr>
        <p:spPr>
          <a:xfrm>
            <a:off x="157015" y="1516697"/>
            <a:ext cx="7524327" cy="4842063"/>
          </a:xfrm>
        </p:spPr>
        <p:txBody>
          <a:bodyPr>
            <a:normAutofit/>
          </a:bodyPr>
          <a:lstStyle/>
          <a:p>
            <a:pPr>
              <a:spcBef>
                <a:spcPts val="1800"/>
              </a:spcBef>
            </a:pPr>
            <a:r>
              <a:rPr lang="en-GB" sz="1600" b="1" dirty="0">
                <a:solidFill>
                  <a:schemeClr val="accent2">
                    <a:lumMod val="75000"/>
                  </a:schemeClr>
                </a:solidFill>
              </a:rPr>
              <a:t>“Changing the placement of basic task management buttons to the bottom of the screen for users with larger devices increases the speed of completing basic functional tasks in the Upper App?”</a:t>
            </a:r>
          </a:p>
          <a:p>
            <a:pPr>
              <a:spcBef>
                <a:spcPts val="1800"/>
              </a:spcBef>
            </a:pPr>
            <a:r>
              <a:rPr lang="en-GB" sz="1500" b="1" dirty="0">
                <a:solidFill>
                  <a:srgbClr val="343541"/>
                </a:solidFill>
              </a:rPr>
              <a:t>Null Hypothesis (H</a:t>
            </a:r>
            <a:r>
              <a:rPr lang="en-GB" sz="1500" b="1" baseline="-25000" dirty="0">
                <a:solidFill>
                  <a:srgbClr val="343541"/>
                </a:solidFill>
              </a:rPr>
              <a:t>0</a:t>
            </a:r>
            <a:r>
              <a:rPr lang="en-GB" sz="1500" b="1" dirty="0">
                <a:solidFill>
                  <a:srgbClr val="343541"/>
                </a:solidFill>
              </a:rPr>
              <a:t>): </a:t>
            </a:r>
            <a:r>
              <a:rPr lang="en-GB" sz="1500" dirty="0">
                <a:solidFill>
                  <a:srgbClr val="343541"/>
                </a:solidFill>
              </a:rPr>
              <a:t>Changing the placement of basic task management buttons to the bottom of the screen does not increase the speed of completing basic functional tasks for users with larger devices in the Upper App.</a:t>
            </a:r>
          </a:p>
          <a:p>
            <a:pPr>
              <a:spcBef>
                <a:spcPts val="1800"/>
              </a:spcBef>
            </a:pPr>
            <a:r>
              <a:rPr lang="en-GB" sz="1500" b="1" dirty="0">
                <a:solidFill>
                  <a:srgbClr val="343541"/>
                </a:solidFill>
              </a:rPr>
              <a:t>Alternative Hypothesis (H</a:t>
            </a:r>
            <a:r>
              <a:rPr lang="en-GB" sz="1500" b="1" baseline="-25000" dirty="0">
                <a:solidFill>
                  <a:srgbClr val="343541"/>
                </a:solidFill>
              </a:rPr>
              <a:t>1</a:t>
            </a:r>
            <a:r>
              <a:rPr lang="en-GB" sz="1500" b="1" dirty="0">
                <a:solidFill>
                  <a:srgbClr val="343541"/>
                </a:solidFill>
              </a:rPr>
              <a:t>): </a:t>
            </a:r>
            <a:r>
              <a:rPr lang="en-GB" sz="1500" dirty="0">
                <a:solidFill>
                  <a:srgbClr val="343541"/>
                </a:solidFill>
              </a:rPr>
              <a:t>Changing the placement of basic task management buttons to the bottom of the screen increases the speed of completing basic functional tasks for users with larger devices in the Upper App.</a:t>
            </a:r>
          </a:p>
          <a:p>
            <a:pPr marL="320040" lvl="1" indent="0">
              <a:lnSpc>
                <a:spcPct val="120000"/>
              </a:lnSpc>
              <a:spcAft>
                <a:spcPts val="600"/>
              </a:spcAft>
              <a:buNone/>
            </a:pPr>
            <a:r>
              <a:rPr lang="en-GB" sz="1500" i="1" dirty="0"/>
              <a:t>H</a:t>
            </a:r>
            <a:r>
              <a:rPr lang="en-GB" sz="1500" baseline="-25000" dirty="0"/>
              <a:t>0</a:t>
            </a:r>
            <a:r>
              <a:rPr lang="en-GB" sz="1500" dirty="0"/>
              <a:t>: </a:t>
            </a:r>
            <a:r>
              <a:rPr lang="el-GR" sz="1500" dirty="0"/>
              <a:t>μ</a:t>
            </a:r>
            <a:r>
              <a:rPr lang="el-GR" sz="1500" baseline="-25000" dirty="0"/>
              <a:t>1</a:t>
            </a:r>
            <a:r>
              <a:rPr lang="el-GR" sz="1500" dirty="0"/>
              <a:t> = μ</a:t>
            </a:r>
            <a:r>
              <a:rPr lang="el-GR" sz="1500" baseline="-25000" dirty="0"/>
              <a:t>2</a:t>
            </a:r>
            <a:r>
              <a:rPr lang="en-US" sz="1500" baseline="-25000" dirty="0">
                <a:solidFill>
                  <a:srgbClr val="191919"/>
                </a:solidFill>
              </a:rPr>
              <a:t> , </a:t>
            </a:r>
            <a:r>
              <a:rPr lang="en-GB" sz="1500" i="1" dirty="0"/>
              <a:t>H</a:t>
            </a:r>
            <a:r>
              <a:rPr lang="en-GB" sz="1500" baseline="-25000" dirty="0"/>
              <a:t>a</a:t>
            </a:r>
            <a:r>
              <a:rPr lang="en-GB" sz="1500" dirty="0"/>
              <a:t>: </a:t>
            </a:r>
            <a:r>
              <a:rPr lang="el-GR" sz="1500" dirty="0"/>
              <a:t>μ</a:t>
            </a:r>
            <a:r>
              <a:rPr lang="el-GR" sz="1500" baseline="-25000" dirty="0"/>
              <a:t>1</a:t>
            </a:r>
            <a:r>
              <a:rPr lang="el-GR" sz="1500" dirty="0"/>
              <a:t> &gt; μ</a:t>
            </a:r>
            <a:r>
              <a:rPr lang="el-GR" sz="1500" baseline="-25000" dirty="0"/>
              <a:t>2</a:t>
            </a:r>
            <a:r>
              <a:rPr lang="en-US" sz="1500" baseline="-25000" dirty="0">
                <a:solidFill>
                  <a:srgbClr val="191919"/>
                </a:solidFill>
              </a:rPr>
              <a:t> </a:t>
            </a:r>
          </a:p>
          <a:p>
            <a:pPr marL="320040" lvl="1" indent="0">
              <a:lnSpc>
                <a:spcPct val="120000"/>
              </a:lnSpc>
              <a:spcBef>
                <a:spcPts val="600"/>
              </a:spcBef>
              <a:buNone/>
            </a:pPr>
            <a:r>
              <a:rPr lang="el-GR" sz="1500" dirty="0"/>
              <a:t>μ</a:t>
            </a:r>
            <a:r>
              <a:rPr lang="el-GR" sz="1500" baseline="-25000" dirty="0"/>
              <a:t>1</a:t>
            </a:r>
            <a:r>
              <a:rPr lang="el-GR" sz="1500" dirty="0"/>
              <a:t> = </a:t>
            </a:r>
            <a:r>
              <a:rPr lang="en-US" sz="1500" dirty="0"/>
              <a:t>time </a:t>
            </a:r>
            <a:r>
              <a:rPr lang="en-GB" sz="1500" dirty="0"/>
              <a:t>tasks bottom button placement</a:t>
            </a:r>
            <a:endParaRPr lang="en-US" sz="1500" dirty="0">
              <a:solidFill>
                <a:srgbClr val="191919"/>
              </a:solidFill>
            </a:endParaRPr>
          </a:p>
          <a:p>
            <a:pPr marL="320040" lvl="1" indent="0">
              <a:lnSpc>
                <a:spcPct val="120000"/>
              </a:lnSpc>
              <a:spcBef>
                <a:spcPts val="600"/>
              </a:spcBef>
              <a:buNone/>
            </a:pPr>
            <a:r>
              <a:rPr lang="el-GR" sz="1200" dirty="0"/>
              <a:t>μ</a:t>
            </a:r>
            <a:r>
              <a:rPr lang="en-GB" sz="1200" baseline="-25000" dirty="0"/>
              <a:t>2</a:t>
            </a:r>
            <a:r>
              <a:rPr lang="el-GR" sz="1200" dirty="0"/>
              <a:t> = </a:t>
            </a:r>
            <a:r>
              <a:rPr lang="en-US" sz="1500" dirty="0"/>
              <a:t>time </a:t>
            </a:r>
            <a:r>
              <a:rPr lang="en-GB" sz="1500" dirty="0"/>
              <a:t>tasks top button placement</a:t>
            </a:r>
            <a:endParaRPr lang="en-US" sz="1500" dirty="0">
              <a:solidFill>
                <a:srgbClr val="191919"/>
              </a:solidFill>
            </a:endParaRPr>
          </a:p>
          <a:p>
            <a:pPr>
              <a:spcBef>
                <a:spcPts val="1800"/>
              </a:spcBef>
            </a:pPr>
            <a:r>
              <a:rPr lang="en-GB" sz="1500" dirty="0">
                <a:solidFill>
                  <a:srgbClr val="343541"/>
                </a:solidFill>
              </a:rPr>
              <a:t>These hypotheses allow you to test whether the placement of the buttons has a significant impact on the speed of task completion in the Upper App.</a:t>
            </a:r>
          </a:p>
        </p:txBody>
      </p:sp>
      <p:pic>
        <p:nvPicPr>
          <p:cNvPr id="6" name="Content Placeholder 6" descr="Upper App ">
            <a:extLst>
              <a:ext uri="{FF2B5EF4-FFF2-40B4-BE49-F238E27FC236}">
                <a16:creationId xmlns:a16="http://schemas.microsoft.com/office/drawing/2014/main" id="{9FEE8EEE-9B91-252B-A510-C770B05E925E}"/>
              </a:ext>
            </a:extLst>
          </p:cNvPr>
          <p:cNvPicPr>
            <a:picLocks noChangeAspect="1"/>
          </p:cNvPicPr>
          <p:nvPr/>
        </p:nvPicPr>
        <p:blipFill>
          <a:blip r:embed="rId2"/>
          <a:stretch>
            <a:fillRect/>
          </a:stretch>
        </p:blipFill>
        <p:spPr>
          <a:xfrm>
            <a:off x="7681343" y="1336330"/>
            <a:ext cx="1357843" cy="2772215"/>
          </a:xfrm>
          <a:prstGeom prst="rect">
            <a:avLst/>
          </a:prstGeom>
        </p:spPr>
      </p:pic>
      <p:sp>
        <p:nvSpPr>
          <p:cNvPr id="7" name="Content Placeholder 2">
            <a:extLst>
              <a:ext uri="{FF2B5EF4-FFF2-40B4-BE49-F238E27FC236}">
                <a16:creationId xmlns:a16="http://schemas.microsoft.com/office/drawing/2014/main" id="{5F37734F-8057-4479-6BC4-D7DEB0341F71}"/>
              </a:ext>
            </a:extLst>
          </p:cNvPr>
          <p:cNvSpPr txBox="1">
            <a:spLocks/>
          </p:cNvSpPr>
          <p:nvPr/>
        </p:nvSpPr>
        <p:spPr>
          <a:xfrm>
            <a:off x="7681342" y="4365104"/>
            <a:ext cx="1357843" cy="1993656"/>
          </a:xfrm>
          <a:prstGeom prst="rect">
            <a:avLst/>
          </a:prstGeom>
        </p:spPr>
        <p:txBody>
          <a:bodyPr vert="horz">
            <a:normAutofit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US" sz="1100" dirty="0">
                <a:solidFill>
                  <a:srgbClr val="191919"/>
                </a:solidFill>
              </a:rPr>
              <a:t>Basic functional buttons are placed in the bottom of the screen, which supports usability for users with big devices. Different swipe gestures allow a user to mark the task complete or delete it from the list.</a:t>
            </a:r>
          </a:p>
        </p:txBody>
      </p:sp>
      <p:sp>
        <p:nvSpPr>
          <p:cNvPr id="4" name="Footer Placeholder 3">
            <a:extLst>
              <a:ext uri="{FF2B5EF4-FFF2-40B4-BE49-F238E27FC236}">
                <a16:creationId xmlns:a16="http://schemas.microsoft.com/office/drawing/2014/main" id="{4AD36F2D-2F5E-0C98-6C31-F93978BB0C9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CC16294F-A3E4-1393-8B23-4D16883DE80E}"/>
              </a:ext>
            </a:extLst>
          </p:cNvPr>
          <p:cNvSpPr>
            <a:spLocks noGrp="1"/>
          </p:cNvSpPr>
          <p:nvPr>
            <p:ph type="sldNum" sz="quarter" idx="4"/>
          </p:nvPr>
        </p:nvSpPr>
        <p:spPr/>
        <p:txBody>
          <a:bodyPr/>
          <a:lstStyle/>
          <a:p>
            <a:fld id="{9FD7ECCF-50E7-4327-B945-FA93FF7B2BEF}" type="slidenum">
              <a:rPr lang="en-US" smtClean="0"/>
              <a:pPr/>
              <a:t>37</a:t>
            </a:fld>
            <a:r>
              <a:rPr lang="en-GB"/>
              <a:t>/70</a:t>
            </a:r>
            <a:endParaRPr lang="en-US" dirty="0"/>
          </a:p>
        </p:txBody>
      </p:sp>
    </p:spTree>
    <p:extLst>
      <p:ext uri="{BB962C8B-B14F-4D97-AF65-F5344CB8AC3E}">
        <p14:creationId xmlns:p14="http://schemas.microsoft.com/office/powerpoint/2010/main" val="321667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Recap on Research Process Hierarchy</a:t>
            </a:r>
          </a:p>
        </p:txBody>
      </p:sp>
      <p:pic>
        <p:nvPicPr>
          <p:cNvPr id="8" name="Content Placeholder 7" descr="Tips for Formulating a Research Question and Study Design (Image: U.S. Army Institute of Surgical Research&#10;"/>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79612" y="1556792"/>
            <a:ext cx="7020780" cy="4180785"/>
          </a:xfrm>
        </p:spPr>
      </p:pic>
      <p:sp>
        <p:nvSpPr>
          <p:cNvPr id="9" name="TextBox 8"/>
          <p:cNvSpPr txBox="1"/>
          <p:nvPr/>
        </p:nvSpPr>
        <p:spPr>
          <a:xfrm>
            <a:off x="1187624" y="5733256"/>
            <a:ext cx="6912768" cy="523220"/>
          </a:xfrm>
          <a:prstGeom prst="rect">
            <a:avLst/>
          </a:prstGeom>
          <a:noFill/>
        </p:spPr>
        <p:txBody>
          <a:bodyPr wrap="square" rtlCol="0">
            <a:spAutoFit/>
          </a:bodyPr>
          <a:lstStyle/>
          <a:p>
            <a:r>
              <a:rPr lang="en-GB" sz="1400" dirty="0">
                <a:latin typeface="+mj-lt"/>
              </a:rPr>
              <a:t>Tips for Formulating a Research Question and Study Design (Image: U.S. Army Institute of Surgical Research</a:t>
            </a:r>
          </a:p>
        </p:txBody>
      </p:sp>
      <p:sp>
        <p:nvSpPr>
          <p:cNvPr id="3" name="Footer Placeholder 2">
            <a:extLst>
              <a:ext uri="{FF2B5EF4-FFF2-40B4-BE49-F238E27FC236}">
                <a16:creationId xmlns:a16="http://schemas.microsoft.com/office/drawing/2014/main" id="{581ED861-2849-47E4-CD1C-045B7FCC2F4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D83719E8-7F3D-19C1-A59C-658B773B98AC}"/>
              </a:ext>
            </a:extLst>
          </p:cNvPr>
          <p:cNvSpPr>
            <a:spLocks noGrp="1"/>
          </p:cNvSpPr>
          <p:nvPr>
            <p:ph type="sldNum" sz="quarter" idx="4"/>
          </p:nvPr>
        </p:nvSpPr>
        <p:spPr/>
        <p:txBody>
          <a:bodyPr/>
          <a:lstStyle/>
          <a:p>
            <a:fld id="{9FD7ECCF-50E7-4327-B945-FA93FF7B2BEF}" type="slidenum">
              <a:rPr lang="en-US" smtClean="0"/>
              <a:pPr/>
              <a:t>38</a:t>
            </a:fld>
            <a:r>
              <a:rPr lang="en-GB"/>
              <a:t>/70</a:t>
            </a:r>
            <a:endParaRPr lang="en-US" dirty="0"/>
          </a:p>
        </p:txBody>
      </p:sp>
    </p:spTree>
    <p:extLst>
      <p:ext uri="{BB962C8B-B14F-4D97-AF65-F5344CB8AC3E}">
        <p14:creationId xmlns:p14="http://schemas.microsoft.com/office/powerpoint/2010/main" val="4136138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85295F4-B40A-8DCF-2502-2D08CBA94433}"/>
              </a:ext>
            </a:extLst>
          </p:cNvPr>
          <p:cNvSpPr>
            <a:spLocks noGrp="1"/>
          </p:cNvSpPr>
          <p:nvPr>
            <p:ph type="body" idx="1"/>
          </p:nvPr>
        </p:nvSpPr>
        <p:spPr/>
        <p:txBody>
          <a:bodyPr>
            <a:normAutofit fontScale="92500" lnSpcReduction="20000"/>
          </a:bodyPr>
          <a:lstStyle/>
          <a:p>
            <a:r>
              <a:rPr lang="en-GB" dirty="0"/>
              <a:t>Independent </a:t>
            </a:r>
          </a:p>
          <a:p>
            <a:r>
              <a:rPr lang="en-GB" dirty="0"/>
              <a:t>Dependent</a:t>
            </a:r>
          </a:p>
          <a:p>
            <a:r>
              <a:rPr lang="en-GB" dirty="0"/>
              <a:t>Control</a:t>
            </a:r>
          </a:p>
          <a:p>
            <a:r>
              <a:rPr lang="en-GB" dirty="0"/>
              <a:t>Extraneous Variables </a:t>
            </a:r>
          </a:p>
          <a:p>
            <a:endParaRPr lang="en-GB" dirty="0"/>
          </a:p>
          <a:p>
            <a:endParaRPr lang="en-GB" dirty="0"/>
          </a:p>
        </p:txBody>
      </p:sp>
      <p:sp>
        <p:nvSpPr>
          <p:cNvPr id="6" name="Title 5">
            <a:extLst>
              <a:ext uri="{FF2B5EF4-FFF2-40B4-BE49-F238E27FC236}">
                <a16:creationId xmlns:a16="http://schemas.microsoft.com/office/drawing/2014/main" id="{BE67BB98-400A-1008-90D8-1561BA6D6F6D}"/>
              </a:ext>
            </a:extLst>
          </p:cNvPr>
          <p:cNvSpPr>
            <a:spLocks noGrp="1"/>
          </p:cNvSpPr>
          <p:nvPr>
            <p:ph type="title"/>
          </p:nvPr>
        </p:nvSpPr>
        <p:spPr/>
        <p:txBody>
          <a:bodyPr/>
          <a:lstStyle/>
          <a:p>
            <a:r>
              <a:rPr lang="en-GB" dirty="0"/>
              <a:t>Typical variables in UX research </a:t>
            </a:r>
          </a:p>
        </p:txBody>
      </p:sp>
      <p:sp>
        <p:nvSpPr>
          <p:cNvPr id="3" name="Date Placeholder 2">
            <a:extLst>
              <a:ext uri="{FF2B5EF4-FFF2-40B4-BE49-F238E27FC236}">
                <a16:creationId xmlns:a16="http://schemas.microsoft.com/office/drawing/2014/main" id="{D8B194C7-0EF3-3AFF-3BDD-67EE54A6F01E}"/>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80D4A373-E016-ABAF-B5D1-D7B7F41638F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AACD80C-1FD2-84C1-F762-A8ECC8A32274}"/>
              </a:ext>
            </a:extLst>
          </p:cNvPr>
          <p:cNvSpPr>
            <a:spLocks noGrp="1"/>
          </p:cNvSpPr>
          <p:nvPr>
            <p:ph type="sldNum" sz="quarter" idx="11"/>
          </p:nvPr>
        </p:nvSpPr>
        <p:spPr/>
        <p:txBody>
          <a:bodyPr/>
          <a:lstStyle/>
          <a:p>
            <a:fld id="{4F96EDF4-259A-48E8-B98E-8CB70E21F623}" type="slidenum">
              <a:rPr lang="en-US" smtClean="0"/>
              <a:pPr/>
              <a:t>39</a:t>
            </a:fld>
            <a:r>
              <a:rPr lang="en-GB"/>
              <a:t>/70</a:t>
            </a:r>
            <a:endParaRPr lang="en-US" dirty="0"/>
          </a:p>
        </p:txBody>
      </p:sp>
    </p:spTree>
    <p:extLst>
      <p:ext uri="{BB962C8B-B14F-4D97-AF65-F5344CB8AC3E}">
        <p14:creationId xmlns:p14="http://schemas.microsoft.com/office/powerpoint/2010/main" val="2134050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p:txBody>
          <a:bodyPr>
            <a:normAutofit fontScale="90000"/>
          </a:bodyPr>
          <a:lstStyle/>
          <a:p>
            <a:r>
              <a:rPr lang="en-GB" dirty="0"/>
              <a:t>Independent variables in UX context</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a:bodyPr>
          <a:lstStyle/>
          <a:p>
            <a:r>
              <a:rPr lang="en-GB" dirty="0"/>
              <a:t>These are the variables that the researcher manipulates to observe their impact on usability</a:t>
            </a:r>
          </a:p>
        </p:txBody>
      </p:sp>
      <p:sp>
        <p:nvSpPr>
          <p:cNvPr id="2" name="Footer Placeholder 1">
            <a:extLst>
              <a:ext uri="{FF2B5EF4-FFF2-40B4-BE49-F238E27FC236}">
                <a16:creationId xmlns:a16="http://schemas.microsoft.com/office/drawing/2014/main" id="{3C18EA44-F58B-7D5F-7524-145C9559AEF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F9816662-D6F4-D341-A2E9-223CBF2E3630}"/>
              </a:ext>
            </a:extLst>
          </p:cNvPr>
          <p:cNvSpPr>
            <a:spLocks noGrp="1"/>
          </p:cNvSpPr>
          <p:nvPr>
            <p:ph type="sldNum" sz="quarter" idx="4"/>
          </p:nvPr>
        </p:nvSpPr>
        <p:spPr/>
        <p:txBody>
          <a:bodyPr/>
          <a:lstStyle/>
          <a:p>
            <a:fld id="{9FD7ECCF-50E7-4327-B945-FA93FF7B2BEF}" type="slidenum">
              <a:rPr lang="en-US" smtClean="0"/>
              <a:pPr/>
              <a:t>40</a:t>
            </a:fld>
            <a:r>
              <a:rPr lang="en-GB"/>
              <a:t>/70</a:t>
            </a:r>
            <a:endParaRPr lang="en-US" dirty="0"/>
          </a:p>
        </p:txBody>
      </p:sp>
    </p:spTree>
    <p:extLst>
      <p:ext uri="{BB962C8B-B14F-4D97-AF65-F5344CB8AC3E}">
        <p14:creationId xmlns:p14="http://schemas.microsoft.com/office/powerpoint/2010/main" val="612116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a:xfrm>
            <a:off x="395536" y="302001"/>
            <a:ext cx="8748464" cy="990600"/>
          </a:xfrm>
        </p:spPr>
        <p:txBody>
          <a:bodyPr>
            <a:normAutofit/>
          </a:bodyPr>
          <a:lstStyle/>
          <a:p>
            <a:pPr>
              <a:lnSpc>
                <a:spcPts val="3500"/>
              </a:lnSpc>
            </a:pPr>
            <a:r>
              <a:rPr lang="en-GB" dirty="0"/>
              <a:t>UX Independent variables – design</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a:bodyPr>
          <a:lstStyle/>
          <a:p>
            <a:r>
              <a:rPr lang="en-GB" dirty="0"/>
              <a:t>Typical independent variables that relate to technology include: </a:t>
            </a:r>
          </a:p>
          <a:p>
            <a:pPr lvl="1"/>
            <a:r>
              <a:rPr lang="en-GB" b="1" dirty="0"/>
              <a:t>Interface Design Variants</a:t>
            </a:r>
            <a:r>
              <a:rPr lang="en-GB" dirty="0"/>
              <a:t>: Different versions of an interface, such as layouts, button placements, or navigation structures.</a:t>
            </a:r>
          </a:p>
        </p:txBody>
      </p:sp>
      <p:sp>
        <p:nvSpPr>
          <p:cNvPr id="2" name="Footer Placeholder 1">
            <a:extLst>
              <a:ext uri="{FF2B5EF4-FFF2-40B4-BE49-F238E27FC236}">
                <a16:creationId xmlns:a16="http://schemas.microsoft.com/office/drawing/2014/main" id="{7F869FE8-70D3-6817-17F2-60573DA2AF3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40BBE810-72F0-304A-F434-77996C6D497F}"/>
              </a:ext>
            </a:extLst>
          </p:cNvPr>
          <p:cNvSpPr>
            <a:spLocks noGrp="1"/>
          </p:cNvSpPr>
          <p:nvPr>
            <p:ph type="sldNum" sz="quarter" idx="4"/>
          </p:nvPr>
        </p:nvSpPr>
        <p:spPr/>
        <p:txBody>
          <a:bodyPr/>
          <a:lstStyle/>
          <a:p>
            <a:fld id="{9FD7ECCF-50E7-4327-B945-FA93FF7B2BEF}" type="slidenum">
              <a:rPr lang="en-US" smtClean="0"/>
              <a:pPr/>
              <a:t>41</a:t>
            </a:fld>
            <a:r>
              <a:rPr lang="en-GB"/>
              <a:t>/70</a:t>
            </a:r>
            <a:endParaRPr lang="en-US" dirty="0"/>
          </a:p>
        </p:txBody>
      </p:sp>
    </p:spTree>
    <p:extLst>
      <p:ext uri="{BB962C8B-B14F-4D97-AF65-F5344CB8AC3E}">
        <p14:creationId xmlns:p14="http://schemas.microsoft.com/office/powerpoint/2010/main" val="337343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a:xfrm>
            <a:off x="395536" y="106901"/>
            <a:ext cx="8748464" cy="990600"/>
          </a:xfrm>
        </p:spPr>
        <p:txBody>
          <a:bodyPr>
            <a:normAutofit fontScale="90000"/>
          </a:bodyPr>
          <a:lstStyle/>
          <a:p>
            <a:pPr>
              <a:lnSpc>
                <a:spcPts val="3500"/>
              </a:lnSpc>
            </a:pPr>
            <a:r>
              <a:rPr lang="en-GB" dirty="0"/>
              <a:t>UX Independent variables – technology related</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a:bodyPr>
          <a:lstStyle/>
          <a:p>
            <a:r>
              <a:rPr lang="en-GB" dirty="0"/>
              <a:t>Typical independent variables that relate to technology include: </a:t>
            </a:r>
          </a:p>
          <a:p>
            <a:pPr lvl="1"/>
            <a:r>
              <a:rPr lang="en-GB" b="1" dirty="0"/>
              <a:t>different types of technology or devices</a:t>
            </a:r>
            <a:r>
              <a:rPr lang="en-GB" dirty="0"/>
              <a:t>, such as typing versus speech-based dictation, mouse versus joystick, touch pad, and other pointing devices; </a:t>
            </a:r>
          </a:p>
          <a:p>
            <a:pPr lvl="1"/>
            <a:r>
              <a:rPr lang="en-GB" b="1" dirty="0"/>
              <a:t>different types of design</a:t>
            </a:r>
            <a:r>
              <a:rPr lang="en-GB" dirty="0"/>
              <a:t>, such as pull-down menu versus pop-up menu, font sizes, contrast, background </a:t>
            </a:r>
            <a:r>
              <a:rPr lang="en-GB" dirty="0" err="1"/>
              <a:t>colors</a:t>
            </a:r>
            <a:r>
              <a:rPr lang="en-GB" dirty="0"/>
              <a:t>, and website architecture.</a:t>
            </a:r>
          </a:p>
        </p:txBody>
      </p:sp>
      <p:sp>
        <p:nvSpPr>
          <p:cNvPr id="2" name="Footer Placeholder 1">
            <a:extLst>
              <a:ext uri="{FF2B5EF4-FFF2-40B4-BE49-F238E27FC236}">
                <a16:creationId xmlns:a16="http://schemas.microsoft.com/office/drawing/2014/main" id="{0D5C189E-F257-E81D-974F-DCB13DD725D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452EA252-CC90-84B7-3435-A03288FAF57C}"/>
              </a:ext>
            </a:extLst>
          </p:cNvPr>
          <p:cNvSpPr>
            <a:spLocks noGrp="1"/>
          </p:cNvSpPr>
          <p:nvPr>
            <p:ph type="sldNum" sz="quarter" idx="4"/>
          </p:nvPr>
        </p:nvSpPr>
        <p:spPr/>
        <p:txBody>
          <a:bodyPr/>
          <a:lstStyle/>
          <a:p>
            <a:fld id="{9FD7ECCF-50E7-4327-B945-FA93FF7B2BEF}" type="slidenum">
              <a:rPr lang="en-US" smtClean="0"/>
              <a:pPr/>
              <a:t>42</a:t>
            </a:fld>
            <a:r>
              <a:rPr lang="en-GB"/>
              <a:t>/70</a:t>
            </a:r>
            <a:endParaRPr lang="en-US" dirty="0"/>
          </a:p>
        </p:txBody>
      </p:sp>
    </p:spTree>
    <p:extLst>
      <p:ext uri="{BB962C8B-B14F-4D97-AF65-F5344CB8AC3E}">
        <p14:creationId xmlns:p14="http://schemas.microsoft.com/office/powerpoint/2010/main" val="2394514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a:xfrm>
            <a:off x="405927" y="347193"/>
            <a:ext cx="8748464" cy="990600"/>
          </a:xfrm>
        </p:spPr>
        <p:txBody>
          <a:bodyPr>
            <a:normAutofit/>
          </a:bodyPr>
          <a:lstStyle/>
          <a:p>
            <a:pPr>
              <a:lnSpc>
                <a:spcPts val="3500"/>
              </a:lnSpc>
            </a:pPr>
            <a:r>
              <a:rPr lang="en-GB" dirty="0"/>
              <a:t>UX Independent variables – users</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fontScale="92500" lnSpcReduction="10000"/>
          </a:bodyPr>
          <a:lstStyle/>
          <a:p>
            <a:r>
              <a:rPr lang="en-GB" dirty="0"/>
              <a:t>Typical independent variables that relate to users include: </a:t>
            </a:r>
          </a:p>
          <a:p>
            <a:pPr lvl="1"/>
            <a:r>
              <a:rPr lang="en-GB" dirty="0"/>
              <a:t>Age</a:t>
            </a:r>
          </a:p>
          <a:p>
            <a:pPr lvl="1"/>
            <a:r>
              <a:rPr lang="en-GB" dirty="0"/>
              <a:t>Gender</a:t>
            </a:r>
          </a:p>
          <a:p>
            <a:pPr lvl="1"/>
            <a:r>
              <a:rPr lang="en-GB" dirty="0"/>
              <a:t>Computer experience</a:t>
            </a:r>
          </a:p>
          <a:p>
            <a:pPr lvl="1"/>
            <a:r>
              <a:rPr lang="en-GB" dirty="0"/>
              <a:t>Professional domain</a:t>
            </a:r>
          </a:p>
          <a:p>
            <a:pPr lvl="1"/>
            <a:r>
              <a:rPr lang="en-GB" dirty="0"/>
              <a:t>Education</a:t>
            </a:r>
          </a:p>
          <a:p>
            <a:pPr lvl="1"/>
            <a:r>
              <a:rPr lang="en-GB" dirty="0"/>
              <a:t>Culture</a:t>
            </a:r>
          </a:p>
          <a:p>
            <a:pPr lvl="1"/>
            <a:r>
              <a:rPr lang="en-GB" dirty="0"/>
              <a:t>Motivation</a:t>
            </a:r>
          </a:p>
          <a:p>
            <a:pPr lvl="1"/>
            <a:r>
              <a:rPr lang="en-GB" dirty="0"/>
              <a:t>Mood, and</a:t>
            </a:r>
          </a:p>
          <a:p>
            <a:pPr lvl="1"/>
            <a:r>
              <a:rPr lang="en-GB" dirty="0"/>
              <a:t>Disabilities</a:t>
            </a:r>
          </a:p>
        </p:txBody>
      </p:sp>
      <p:sp>
        <p:nvSpPr>
          <p:cNvPr id="2" name="Footer Placeholder 1">
            <a:extLst>
              <a:ext uri="{FF2B5EF4-FFF2-40B4-BE49-F238E27FC236}">
                <a16:creationId xmlns:a16="http://schemas.microsoft.com/office/drawing/2014/main" id="{3829CCC1-610C-74F3-4706-0B29200C5CC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6E780050-D471-E951-5F97-062C1D745851}"/>
              </a:ext>
            </a:extLst>
          </p:cNvPr>
          <p:cNvSpPr>
            <a:spLocks noGrp="1"/>
          </p:cNvSpPr>
          <p:nvPr>
            <p:ph type="sldNum" sz="quarter" idx="4"/>
          </p:nvPr>
        </p:nvSpPr>
        <p:spPr/>
        <p:txBody>
          <a:bodyPr/>
          <a:lstStyle/>
          <a:p>
            <a:fld id="{9FD7ECCF-50E7-4327-B945-FA93FF7B2BEF}" type="slidenum">
              <a:rPr lang="en-US" smtClean="0"/>
              <a:pPr/>
              <a:t>43</a:t>
            </a:fld>
            <a:r>
              <a:rPr lang="en-GB"/>
              <a:t>/70</a:t>
            </a:r>
            <a:endParaRPr lang="en-US" dirty="0"/>
          </a:p>
        </p:txBody>
      </p:sp>
    </p:spTree>
    <p:extLst>
      <p:ext uri="{BB962C8B-B14F-4D97-AF65-F5344CB8AC3E}">
        <p14:creationId xmlns:p14="http://schemas.microsoft.com/office/powerpoint/2010/main" val="917900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a:xfrm>
            <a:off x="405927" y="347193"/>
            <a:ext cx="8748464" cy="990600"/>
          </a:xfrm>
        </p:spPr>
        <p:txBody>
          <a:bodyPr>
            <a:normAutofit/>
          </a:bodyPr>
          <a:lstStyle/>
          <a:p>
            <a:pPr>
              <a:lnSpc>
                <a:spcPts val="3500"/>
              </a:lnSpc>
            </a:pPr>
            <a:r>
              <a:rPr lang="en-GB" dirty="0"/>
              <a:t>UX Independent variables – user tasks</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a:bodyPr>
          <a:lstStyle/>
          <a:p>
            <a:r>
              <a:rPr lang="en-GB" dirty="0"/>
              <a:t>Different tasks users are asked to complete, which can vary in complexity or sequence.</a:t>
            </a:r>
          </a:p>
        </p:txBody>
      </p:sp>
      <p:sp>
        <p:nvSpPr>
          <p:cNvPr id="2" name="Footer Placeholder 1">
            <a:extLst>
              <a:ext uri="{FF2B5EF4-FFF2-40B4-BE49-F238E27FC236}">
                <a16:creationId xmlns:a16="http://schemas.microsoft.com/office/drawing/2014/main" id="{E25AD7DE-75DC-5480-F61C-F6FA71F85C8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763FDD9F-F502-6E5B-3F03-B31940F84AE1}"/>
              </a:ext>
            </a:extLst>
          </p:cNvPr>
          <p:cNvSpPr>
            <a:spLocks noGrp="1"/>
          </p:cNvSpPr>
          <p:nvPr>
            <p:ph type="sldNum" sz="quarter" idx="4"/>
          </p:nvPr>
        </p:nvSpPr>
        <p:spPr/>
        <p:txBody>
          <a:bodyPr/>
          <a:lstStyle/>
          <a:p>
            <a:fld id="{9FD7ECCF-50E7-4327-B945-FA93FF7B2BEF}" type="slidenum">
              <a:rPr lang="en-US" smtClean="0"/>
              <a:pPr/>
              <a:t>44</a:t>
            </a:fld>
            <a:r>
              <a:rPr lang="en-GB"/>
              <a:t>/70</a:t>
            </a:r>
            <a:endParaRPr lang="en-US" dirty="0"/>
          </a:p>
        </p:txBody>
      </p:sp>
    </p:spTree>
    <p:extLst>
      <p:ext uri="{BB962C8B-B14F-4D97-AF65-F5344CB8AC3E}">
        <p14:creationId xmlns:p14="http://schemas.microsoft.com/office/powerpoint/2010/main" val="25898762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a:xfrm>
            <a:off x="171100" y="304736"/>
            <a:ext cx="9036496" cy="990600"/>
          </a:xfrm>
        </p:spPr>
        <p:txBody>
          <a:bodyPr>
            <a:normAutofit fontScale="90000"/>
          </a:bodyPr>
          <a:lstStyle/>
          <a:p>
            <a:pPr>
              <a:lnSpc>
                <a:spcPts val="3500"/>
              </a:lnSpc>
            </a:pPr>
            <a:r>
              <a:rPr lang="en-GB" dirty="0"/>
              <a:t>UX Independent variables – context of use</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fontScale="92500" lnSpcReduction="10000"/>
          </a:bodyPr>
          <a:lstStyle/>
          <a:p>
            <a:r>
              <a:rPr lang="en-GB" dirty="0"/>
              <a:t>Typical independent variables that relate to the context of use of technologies include:</a:t>
            </a:r>
          </a:p>
          <a:p>
            <a:pPr lvl="1"/>
            <a:r>
              <a:rPr lang="en-GB" b="1" dirty="0"/>
              <a:t>physical factors</a:t>
            </a:r>
          </a:p>
          <a:p>
            <a:pPr lvl="2"/>
            <a:r>
              <a:rPr lang="en-GB" dirty="0"/>
              <a:t>environmental noise</a:t>
            </a:r>
          </a:p>
          <a:p>
            <a:pPr lvl="2"/>
            <a:r>
              <a:rPr lang="en-GB" dirty="0"/>
              <a:t>Lighting</a:t>
            </a:r>
          </a:p>
          <a:p>
            <a:pPr lvl="2"/>
            <a:r>
              <a:rPr lang="en-GB" dirty="0"/>
              <a:t>Temperature</a:t>
            </a:r>
          </a:p>
          <a:p>
            <a:pPr lvl="2"/>
            <a:endParaRPr lang="en-GB" dirty="0"/>
          </a:p>
          <a:p>
            <a:pPr lvl="2"/>
            <a:r>
              <a:rPr lang="en-GB" dirty="0"/>
              <a:t>vibration, users' status (e.g., seated, walking or jogging) ( Price et al., 2006 ) </a:t>
            </a:r>
          </a:p>
          <a:p>
            <a:pPr lvl="1"/>
            <a:r>
              <a:rPr lang="en-GB" b="1" dirty="0"/>
              <a:t>social factors</a:t>
            </a:r>
          </a:p>
          <a:p>
            <a:pPr lvl="2"/>
            <a:r>
              <a:rPr lang="en-GB" dirty="0"/>
              <a:t>such as the number of people surrounding the user and their relation to the user.</a:t>
            </a:r>
          </a:p>
        </p:txBody>
      </p:sp>
      <p:sp>
        <p:nvSpPr>
          <p:cNvPr id="2" name="Footer Placeholder 1">
            <a:extLst>
              <a:ext uri="{FF2B5EF4-FFF2-40B4-BE49-F238E27FC236}">
                <a16:creationId xmlns:a16="http://schemas.microsoft.com/office/drawing/2014/main" id="{003BBE68-837D-21D7-A547-AF4C1BDF9C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21F1336D-533C-8E6E-791F-AF3953431490}"/>
              </a:ext>
            </a:extLst>
          </p:cNvPr>
          <p:cNvSpPr>
            <a:spLocks noGrp="1"/>
          </p:cNvSpPr>
          <p:nvPr>
            <p:ph type="sldNum" sz="quarter" idx="4"/>
          </p:nvPr>
        </p:nvSpPr>
        <p:spPr/>
        <p:txBody>
          <a:bodyPr/>
          <a:lstStyle/>
          <a:p>
            <a:fld id="{9FD7ECCF-50E7-4327-B945-FA93FF7B2BEF}" type="slidenum">
              <a:rPr lang="en-US" smtClean="0"/>
              <a:pPr/>
              <a:t>45</a:t>
            </a:fld>
            <a:r>
              <a:rPr lang="en-GB"/>
              <a:t>/70</a:t>
            </a:r>
            <a:endParaRPr lang="en-US" dirty="0"/>
          </a:p>
        </p:txBody>
      </p:sp>
    </p:spTree>
    <p:extLst>
      <p:ext uri="{BB962C8B-B14F-4D97-AF65-F5344CB8AC3E}">
        <p14:creationId xmlns:p14="http://schemas.microsoft.com/office/powerpoint/2010/main" val="813768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p:txBody>
          <a:bodyPr/>
          <a:lstStyle/>
          <a:p>
            <a:r>
              <a:rPr lang="en-GB" dirty="0"/>
              <a:t>Dependent variables in UX context</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a:xfrm>
            <a:off x="612648" y="1600200"/>
            <a:ext cx="8153400" cy="4781128"/>
          </a:xfrm>
        </p:spPr>
        <p:txBody>
          <a:bodyPr>
            <a:normAutofit fontScale="62500" lnSpcReduction="20000"/>
          </a:bodyPr>
          <a:lstStyle/>
          <a:p>
            <a:pPr>
              <a:lnSpc>
                <a:spcPct val="120000"/>
              </a:lnSpc>
              <a:spcBef>
                <a:spcPts val="1200"/>
              </a:spcBef>
            </a:pPr>
            <a:r>
              <a:rPr lang="en-GB" dirty="0"/>
              <a:t>In the UX, dependent variables are usually related to:</a:t>
            </a:r>
          </a:p>
          <a:p>
            <a:pPr lvl="1">
              <a:lnSpc>
                <a:spcPct val="120000"/>
              </a:lnSpc>
              <a:spcBef>
                <a:spcPts val="1200"/>
              </a:spcBef>
            </a:pPr>
            <a:r>
              <a:rPr lang="en-GB" b="1" dirty="0"/>
              <a:t>Effectiveness </a:t>
            </a:r>
            <a:r>
              <a:rPr lang="en-GB" dirty="0"/>
              <a:t>- whether users successfully complete a task (task success rate).</a:t>
            </a:r>
            <a:endParaRPr lang="en-GB" b="1" dirty="0"/>
          </a:p>
          <a:p>
            <a:pPr lvl="1">
              <a:lnSpc>
                <a:spcPct val="120000"/>
              </a:lnSpc>
              <a:spcBef>
                <a:spcPts val="1200"/>
              </a:spcBef>
            </a:pPr>
            <a:r>
              <a:rPr lang="en-GB" b="1" dirty="0"/>
              <a:t>Efficiency</a:t>
            </a:r>
            <a:r>
              <a:rPr lang="en-GB" dirty="0"/>
              <a:t> - time to complete a task and speed (e.g., words per minute, number of targets selected per minute)</a:t>
            </a:r>
          </a:p>
          <a:p>
            <a:pPr lvl="1">
              <a:lnSpc>
                <a:spcPct val="120000"/>
              </a:lnSpc>
              <a:spcBef>
                <a:spcPts val="1200"/>
              </a:spcBef>
            </a:pPr>
            <a:r>
              <a:rPr lang="en-GB" b="1" dirty="0"/>
              <a:t>Accuracy</a:t>
            </a:r>
            <a:r>
              <a:rPr lang="en-GB" dirty="0"/>
              <a:t> - describes the states in which the system or the user makes errors</a:t>
            </a:r>
          </a:p>
          <a:p>
            <a:pPr lvl="1">
              <a:lnSpc>
                <a:spcPct val="120000"/>
              </a:lnSpc>
              <a:spcBef>
                <a:spcPts val="1200"/>
              </a:spcBef>
            </a:pPr>
            <a:r>
              <a:rPr lang="en-GB" b="1" dirty="0"/>
              <a:t>Subjective satisfaction </a:t>
            </a:r>
            <a:r>
              <a:rPr lang="en-GB" dirty="0"/>
              <a:t>- describes the user's perceived satisfaction with the interaction experience, often measured through post-task or post-test surveys, such as the System Usability Scale (SUS) or Net Promoter Score (NPS).</a:t>
            </a:r>
          </a:p>
          <a:p>
            <a:pPr lvl="1">
              <a:lnSpc>
                <a:spcPct val="120000"/>
              </a:lnSpc>
              <a:spcBef>
                <a:spcPts val="1200"/>
              </a:spcBef>
            </a:pPr>
            <a:r>
              <a:rPr lang="en-GB" b="1" dirty="0"/>
              <a:t>Ease of learning and retention rate </a:t>
            </a:r>
            <a:r>
              <a:rPr lang="en-GB" dirty="0"/>
              <a:t>- how quickly and how easily an individual can learn to use a new application or complete a new task and how long they retain the learned skills</a:t>
            </a:r>
          </a:p>
          <a:p>
            <a:pPr lvl="1">
              <a:lnSpc>
                <a:spcPct val="120000"/>
              </a:lnSpc>
              <a:spcBef>
                <a:spcPts val="1200"/>
              </a:spcBef>
            </a:pPr>
            <a:r>
              <a:rPr lang="en-GB" b="1" dirty="0"/>
              <a:t>Physical or cognitive demand (load) </a:t>
            </a:r>
            <a:r>
              <a:rPr lang="en-GB" dirty="0"/>
              <a:t>that an application or a task exerts on an individual or how long an individual can interact with an application without significant fatigue. Sometimes measured via subjective scales (like NASA-TLX) to assess how mentally challenging users find a task, or biometrics.</a:t>
            </a:r>
          </a:p>
          <a:p>
            <a:pPr lvl="1">
              <a:lnSpc>
                <a:spcPct val="120000"/>
              </a:lnSpc>
              <a:spcBef>
                <a:spcPts val="1200"/>
              </a:spcBef>
            </a:pPr>
            <a:endParaRPr lang="en-GB" dirty="0"/>
          </a:p>
        </p:txBody>
      </p:sp>
      <p:sp>
        <p:nvSpPr>
          <p:cNvPr id="2" name="Footer Placeholder 1">
            <a:extLst>
              <a:ext uri="{FF2B5EF4-FFF2-40B4-BE49-F238E27FC236}">
                <a16:creationId xmlns:a16="http://schemas.microsoft.com/office/drawing/2014/main" id="{4AB3585B-F41B-A592-FCF7-18AD08D8E4E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F63673F8-BD5F-9E91-A5AD-AF75064CE341}"/>
              </a:ext>
            </a:extLst>
          </p:cNvPr>
          <p:cNvSpPr>
            <a:spLocks noGrp="1"/>
          </p:cNvSpPr>
          <p:nvPr>
            <p:ph type="sldNum" sz="quarter" idx="4"/>
          </p:nvPr>
        </p:nvSpPr>
        <p:spPr/>
        <p:txBody>
          <a:bodyPr/>
          <a:lstStyle/>
          <a:p>
            <a:fld id="{9FD7ECCF-50E7-4327-B945-FA93FF7B2BEF}" type="slidenum">
              <a:rPr lang="en-US" smtClean="0"/>
              <a:pPr/>
              <a:t>46</a:t>
            </a:fld>
            <a:r>
              <a:rPr lang="en-GB"/>
              <a:t>/70</a:t>
            </a:r>
            <a:endParaRPr lang="en-US" dirty="0"/>
          </a:p>
        </p:txBody>
      </p:sp>
    </p:spTree>
    <p:extLst>
      <p:ext uri="{BB962C8B-B14F-4D97-AF65-F5344CB8AC3E}">
        <p14:creationId xmlns:p14="http://schemas.microsoft.com/office/powerpoint/2010/main" val="13686272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p:txBody>
          <a:bodyPr>
            <a:normAutofit/>
          </a:bodyPr>
          <a:lstStyle/>
          <a:p>
            <a:r>
              <a:rPr lang="en-GB" dirty="0"/>
              <a:t>Control variables in UX context</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a:bodyPr>
          <a:lstStyle/>
          <a:p>
            <a:r>
              <a:rPr lang="en-GB" dirty="0"/>
              <a:t>These are factors kept constant to ensure they don’t influence the results. </a:t>
            </a:r>
          </a:p>
          <a:p>
            <a:pPr lvl="1"/>
            <a:r>
              <a:rPr lang="en-GB" b="1" dirty="0"/>
              <a:t>Environment</a:t>
            </a:r>
            <a:r>
              <a:rPr lang="en-GB" dirty="0"/>
              <a:t>: Keeping testing conditions the same, such as lighting, noise, or time of day.</a:t>
            </a:r>
          </a:p>
          <a:p>
            <a:pPr lvl="1"/>
            <a:r>
              <a:rPr lang="en-GB" b="1" dirty="0"/>
              <a:t>Task Instructions</a:t>
            </a:r>
            <a:r>
              <a:rPr lang="en-GB" dirty="0"/>
              <a:t>: Ensuring all users receive the same instructions for consistency.</a:t>
            </a:r>
          </a:p>
          <a:p>
            <a:pPr lvl="1"/>
            <a:r>
              <a:rPr lang="en-GB" b="1" dirty="0"/>
              <a:t>Device Settings</a:t>
            </a:r>
            <a:r>
              <a:rPr lang="en-GB" dirty="0"/>
              <a:t>: Keeping screen brightness, font size, or display settings consistent across devices if they are not being tested.</a:t>
            </a:r>
          </a:p>
        </p:txBody>
      </p:sp>
      <p:sp>
        <p:nvSpPr>
          <p:cNvPr id="2" name="Footer Placeholder 1">
            <a:extLst>
              <a:ext uri="{FF2B5EF4-FFF2-40B4-BE49-F238E27FC236}">
                <a16:creationId xmlns:a16="http://schemas.microsoft.com/office/drawing/2014/main" id="{98507BF4-650E-37DC-1D9D-DD508D45CA6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693246A0-EACF-C4F3-9B8A-606322A824A2}"/>
              </a:ext>
            </a:extLst>
          </p:cNvPr>
          <p:cNvSpPr>
            <a:spLocks noGrp="1"/>
          </p:cNvSpPr>
          <p:nvPr>
            <p:ph type="sldNum" sz="quarter" idx="4"/>
          </p:nvPr>
        </p:nvSpPr>
        <p:spPr/>
        <p:txBody>
          <a:bodyPr/>
          <a:lstStyle/>
          <a:p>
            <a:fld id="{9FD7ECCF-50E7-4327-B945-FA93FF7B2BEF}" type="slidenum">
              <a:rPr lang="en-US" smtClean="0"/>
              <a:pPr/>
              <a:t>47</a:t>
            </a:fld>
            <a:r>
              <a:rPr lang="en-GB"/>
              <a:t>/70</a:t>
            </a:r>
            <a:endParaRPr lang="en-US" dirty="0"/>
          </a:p>
        </p:txBody>
      </p:sp>
    </p:spTree>
    <p:extLst>
      <p:ext uri="{BB962C8B-B14F-4D97-AF65-F5344CB8AC3E}">
        <p14:creationId xmlns:p14="http://schemas.microsoft.com/office/powerpoint/2010/main" val="1102267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98003B-6863-726C-89BF-DAD85530E49D}"/>
              </a:ext>
            </a:extLst>
          </p:cNvPr>
          <p:cNvSpPr>
            <a:spLocks noGrp="1"/>
          </p:cNvSpPr>
          <p:nvPr>
            <p:ph type="title"/>
          </p:nvPr>
        </p:nvSpPr>
        <p:spPr/>
        <p:txBody>
          <a:bodyPr>
            <a:normAutofit/>
          </a:bodyPr>
          <a:lstStyle/>
          <a:p>
            <a:r>
              <a:rPr lang="en-GB" dirty="0"/>
              <a:t>Extraneous variables in UX context</a:t>
            </a:r>
          </a:p>
        </p:txBody>
      </p:sp>
      <p:sp>
        <p:nvSpPr>
          <p:cNvPr id="8" name="Content Placeholder 7">
            <a:extLst>
              <a:ext uri="{FF2B5EF4-FFF2-40B4-BE49-F238E27FC236}">
                <a16:creationId xmlns:a16="http://schemas.microsoft.com/office/drawing/2014/main" id="{040BAC0C-E965-BBA3-BF23-A944DE123180}"/>
              </a:ext>
            </a:extLst>
          </p:cNvPr>
          <p:cNvSpPr>
            <a:spLocks noGrp="1"/>
          </p:cNvSpPr>
          <p:nvPr>
            <p:ph sz="quarter" idx="1"/>
          </p:nvPr>
        </p:nvSpPr>
        <p:spPr/>
        <p:txBody>
          <a:bodyPr>
            <a:normAutofit lnSpcReduction="10000"/>
          </a:bodyPr>
          <a:lstStyle/>
          <a:p>
            <a:r>
              <a:rPr lang="en-GB" dirty="0"/>
              <a:t>These are unplanned factors that could influence results and are typically minimized or controlled for accuracy. </a:t>
            </a:r>
          </a:p>
          <a:p>
            <a:pPr lvl="1"/>
            <a:r>
              <a:rPr lang="en-GB" b="1" dirty="0"/>
              <a:t>User Fatigue</a:t>
            </a:r>
            <a:r>
              <a:rPr lang="en-GB" dirty="0"/>
              <a:t>: The user's energy level, which may decline with longer testing sessions.</a:t>
            </a:r>
          </a:p>
          <a:p>
            <a:pPr lvl="1"/>
            <a:r>
              <a:rPr lang="en-GB" b="1" dirty="0"/>
              <a:t>User Mood or Stress Levels</a:t>
            </a:r>
            <a:r>
              <a:rPr lang="en-GB" dirty="0"/>
              <a:t>: Emotional states that could influence performance, particularly in more complex tasks.</a:t>
            </a:r>
          </a:p>
          <a:p>
            <a:pPr lvl="1"/>
            <a:r>
              <a:rPr lang="en-GB" b="1" dirty="0"/>
              <a:t>Previous Experience with Similar Interfaces</a:t>
            </a:r>
            <a:r>
              <a:rPr lang="en-GB" dirty="0"/>
              <a:t>: Users with prior experience in similar apps or interfaces may perform differently than those without it.</a:t>
            </a:r>
          </a:p>
        </p:txBody>
      </p:sp>
      <p:sp>
        <p:nvSpPr>
          <p:cNvPr id="2" name="Footer Placeholder 1">
            <a:extLst>
              <a:ext uri="{FF2B5EF4-FFF2-40B4-BE49-F238E27FC236}">
                <a16:creationId xmlns:a16="http://schemas.microsoft.com/office/drawing/2014/main" id="{319B9BBF-366B-3CE7-C32D-374F8F08DF2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566653C1-D8FA-4EB1-1C78-A826E58894EB}"/>
              </a:ext>
            </a:extLst>
          </p:cNvPr>
          <p:cNvSpPr>
            <a:spLocks noGrp="1"/>
          </p:cNvSpPr>
          <p:nvPr>
            <p:ph type="sldNum" sz="quarter" idx="4"/>
          </p:nvPr>
        </p:nvSpPr>
        <p:spPr/>
        <p:txBody>
          <a:bodyPr/>
          <a:lstStyle/>
          <a:p>
            <a:fld id="{9FD7ECCF-50E7-4327-B945-FA93FF7B2BEF}" type="slidenum">
              <a:rPr lang="en-US" smtClean="0"/>
              <a:pPr/>
              <a:t>48</a:t>
            </a:fld>
            <a:r>
              <a:rPr lang="en-GB"/>
              <a:t>/70</a:t>
            </a:r>
            <a:endParaRPr lang="en-US" dirty="0"/>
          </a:p>
        </p:txBody>
      </p:sp>
    </p:spTree>
    <p:extLst>
      <p:ext uri="{BB962C8B-B14F-4D97-AF65-F5344CB8AC3E}">
        <p14:creationId xmlns:p14="http://schemas.microsoft.com/office/powerpoint/2010/main" val="973279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E6537-C435-A869-F3A8-2EB3E6DC3516}"/>
              </a:ext>
            </a:extLst>
          </p:cNvPr>
          <p:cNvSpPr>
            <a:spLocks noGrp="1"/>
          </p:cNvSpPr>
          <p:nvPr>
            <p:ph type="body" idx="1"/>
          </p:nvPr>
        </p:nvSpPr>
        <p:spPr/>
        <p:txBody>
          <a:bodyPr>
            <a:normAutofit/>
          </a:bodyPr>
          <a:lstStyle/>
          <a:p>
            <a:r>
              <a:rPr lang="en-GB" b="1" dirty="0">
                <a:solidFill>
                  <a:schemeClr val="tx1"/>
                </a:solidFill>
              </a:rPr>
              <a:t>Experimental research can allow causal inference</a:t>
            </a:r>
            <a:r>
              <a:rPr lang="en-GB" dirty="0">
                <a:solidFill>
                  <a:schemeClr val="tx1"/>
                </a:solidFill>
              </a:rPr>
              <a:t> while descriptive and relational investigations do not.</a:t>
            </a:r>
          </a:p>
        </p:txBody>
      </p:sp>
      <p:sp>
        <p:nvSpPr>
          <p:cNvPr id="6" name="Title 5">
            <a:extLst>
              <a:ext uri="{FF2B5EF4-FFF2-40B4-BE49-F238E27FC236}">
                <a16:creationId xmlns:a16="http://schemas.microsoft.com/office/drawing/2014/main" id="{0A01832E-DA4E-4244-6908-23A7442F1333}"/>
              </a:ext>
            </a:extLst>
          </p:cNvPr>
          <p:cNvSpPr>
            <a:spLocks noGrp="1"/>
          </p:cNvSpPr>
          <p:nvPr>
            <p:ph type="title"/>
          </p:nvPr>
        </p:nvSpPr>
        <p:spPr/>
        <p:txBody>
          <a:bodyPr/>
          <a:lstStyle/>
          <a:p>
            <a:r>
              <a:rPr lang="en-GB" dirty="0"/>
              <a:t>Experimental research</a:t>
            </a:r>
          </a:p>
        </p:txBody>
      </p:sp>
      <p:sp>
        <p:nvSpPr>
          <p:cNvPr id="3" name="Date Placeholder 2">
            <a:extLst>
              <a:ext uri="{FF2B5EF4-FFF2-40B4-BE49-F238E27FC236}">
                <a16:creationId xmlns:a16="http://schemas.microsoft.com/office/drawing/2014/main" id="{9452D1DF-689F-5A8A-F388-40845E160FA7}"/>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A68B1F34-0DC1-B17B-DAB6-E09C6BFCBB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37F82FA-0D3B-D43D-05CF-23941C5CDBC1}"/>
              </a:ext>
            </a:extLst>
          </p:cNvPr>
          <p:cNvSpPr>
            <a:spLocks noGrp="1"/>
          </p:cNvSpPr>
          <p:nvPr>
            <p:ph type="sldNum" sz="quarter" idx="11"/>
          </p:nvPr>
        </p:nvSpPr>
        <p:spPr/>
        <p:txBody>
          <a:bodyPr/>
          <a:lstStyle/>
          <a:p>
            <a:fld id="{4F96EDF4-259A-48E8-B98E-8CB70E21F623}" type="slidenum">
              <a:rPr lang="en-US" smtClean="0"/>
              <a:pPr/>
              <a:t>49</a:t>
            </a:fld>
            <a:r>
              <a:rPr lang="en-GB"/>
              <a:t>/70</a:t>
            </a:r>
            <a:endParaRPr lang="en-US" dirty="0"/>
          </a:p>
        </p:txBody>
      </p:sp>
    </p:spTree>
    <p:extLst>
      <p:ext uri="{BB962C8B-B14F-4D97-AF65-F5344CB8AC3E}">
        <p14:creationId xmlns:p14="http://schemas.microsoft.com/office/powerpoint/2010/main" val="12407493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724C-1CC9-C783-A3F6-9E05847100A6}"/>
              </a:ext>
            </a:extLst>
          </p:cNvPr>
          <p:cNvSpPr>
            <a:spLocks noGrp="1"/>
          </p:cNvSpPr>
          <p:nvPr>
            <p:ph type="title"/>
          </p:nvPr>
        </p:nvSpPr>
        <p:spPr/>
        <p:txBody>
          <a:bodyPr/>
          <a:lstStyle/>
          <a:p>
            <a:r>
              <a:rPr lang="en-GB" dirty="0"/>
              <a:t>Experimental design</a:t>
            </a:r>
          </a:p>
        </p:txBody>
      </p:sp>
      <p:sp>
        <p:nvSpPr>
          <p:cNvPr id="3" name="Content Placeholder 2">
            <a:extLst>
              <a:ext uri="{FF2B5EF4-FFF2-40B4-BE49-F238E27FC236}">
                <a16:creationId xmlns:a16="http://schemas.microsoft.com/office/drawing/2014/main" id="{04BDAEDD-78A3-82AE-394C-99352E5A4016}"/>
              </a:ext>
            </a:extLst>
          </p:cNvPr>
          <p:cNvSpPr>
            <a:spLocks noGrp="1"/>
          </p:cNvSpPr>
          <p:nvPr>
            <p:ph sz="quarter" idx="1"/>
          </p:nvPr>
        </p:nvSpPr>
        <p:spPr>
          <a:xfrm>
            <a:off x="612648" y="1600200"/>
            <a:ext cx="8153400" cy="2044824"/>
          </a:xfrm>
        </p:spPr>
        <p:txBody>
          <a:bodyPr>
            <a:normAutofit fontScale="85000" lnSpcReduction="10000"/>
          </a:bodyPr>
          <a:lstStyle/>
          <a:p>
            <a:pPr>
              <a:lnSpc>
                <a:spcPct val="120000"/>
              </a:lnSpc>
              <a:spcBef>
                <a:spcPts val="1200"/>
              </a:spcBef>
            </a:pPr>
            <a:r>
              <a:rPr lang="en-GB" dirty="0"/>
              <a:t>In experimental design, </a:t>
            </a:r>
            <a:r>
              <a:rPr lang="en-GB" b="1" dirty="0"/>
              <a:t>the investigator can fully control or manipulate the experimental conditions </a:t>
            </a:r>
            <a:r>
              <a:rPr lang="en-GB" dirty="0"/>
              <a:t>so that a direct comparison can be made between two or more conditions while other factors are, ideally, kept the same. </a:t>
            </a:r>
          </a:p>
        </p:txBody>
      </p:sp>
      <p:sp>
        <p:nvSpPr>
          <p:cNvPr id="6" name="Footer Placeholder 5">
            <a:extLst>
              <a:ext uri="{FF2B5EF4-FFF2-40B4-BE49-F238E27FC236}">
                <a16:creationId xmlns:a16="http://schemas.microsoft.com/office/drawing/2014/main" id="{3E8D8600-0F5A-8150-5C8C-3FA362EB2D2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F9639A4B-7A1C-CFFA-634A-FF6EEB3323C3}"/>
              </a:ext>
            </a:extLst>
          </p:cNvPr>
          <p:cNvSpPr>
            <a:spLocks noGrp="1"/>
          </p:cNvSpPr>
          <p:nvPr>
            <p:ph type="sldNum" sz="quarter" idx="4"/>
          </p:nvPr>
        </p:nvSpPr>
        <p:spPr/>
        <p:txBody>
          <a:bodyPr/>
          <a:lstStyle/>
          <a:p>
            <a:fld id="{9FD7ECCF-50E7-4327-B945-FA93FF7B2BEF}" type="slidenum">
              <a:rPr lang="en-US" smtClean="0"/>
              <a:pPr/>
              <a:t>50</a:t>
            </a:fld>
            <a:r>
              <a:rPr lang="en-GB"/>
              <a:t>/70</a:t>
            </a:r>
            <a:endParaRPr lang="en-US" dirty="0"/>
          </a:p>
        </p:txBody>
      </p:sp>
    </p:spTree>
    <p:extLst>
      <p:ext uri="{BB962C8B-B14F-4D97-AF65-F5344CB8AC3E}">
        <p14:creationId xmlns:p14="http://schemas.microsoft.com/office/powerpoint/2010/main" val="1579696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E6C7-AD23-D8F1-9D1C-E2FD3B40A1C0}"/>
              </a:ext>
            </a:extLst>
          </p:cNvPr>
          <p:cNvSpPr>
            <a:spLocks noGrp="1"/>
          </p:cNvSpPr>
          <p:nvPr>
            <p:ph type="title"/>
          </p:nvPr>
        </p:nvSpPr>
        <p:spPr/>
        <p:txBody>
          <a:bodyPr/>
          <a:lstStyle/>
          <a:p>
            <a:r>
              <a:rPr lang="en-GB" dirty="0"/>
              <a:t>Components of an experiment</a:t>
            </a:r>
          </a:p>
        </p:txBody>
      </p:sp>
      <p:sp>
        <p:nvSpPr>
          <p:cNvPr id="3" name="Content Placeholder 2">
            <a:extLst>
              <a:ext uri="{FF2B5EF4-FFF2-40B4-BE49-F238E27FC236}">
                <a16:creationId xmlns:a16="http://schemas.microsoft.com/office/drawing/2014/main" id="{093ABFB4-02DE-6C11-BD1D-CAA00399267E}"/>
              </a:ext>
            </a:extLst>
          </p:cNvPr>
          <p:cNvSpPr>
            <a:spLocks noGrp="1"/>
          </p:cNvSpPr>
          <p:nvPr>
            <p:ph sz="quarter" idx="1"/>
          </p:nvPr>
        </p:nvSpPr>
        <p:spPr/>
        <p:txBody>
          <a:bodyPr>
            <a:normAutofit fontScale="92500" lnSpcReduction="10000"/>
          </a:bodyPr>
          <a:lstStyle/>
          <a:p>
            <a:pPr>
              <a:spcBef>
                <a:spcPts val="1200"/>
              </a:spcBef>
            </a:pPr>
            <a:r>
              <a:rPr lang="en-GB" dirty="0"/>
              <a:t>After a research hypothesis is identified, the design of an experiment consists of three components:</a:t>
            </a:r>
          </a:p>
          <a:p>
            <a:pPr lvl="1">
              <a:spcBef>
                <a:spcPts val="1200"/>
              </a:spcBef>
            </a:pPr>
            <a:r>
              <a:rPr lang="en-GB" b="1" dirty="0"/>
              <a:t>Treatments, or conditions</a:t>
            </a:r>
            <a:r>
              <a:rPr lang="en-GB" dirty="0"/>
              <a:t>, </a:t>
            </a:r>
            <a:r>
              <a:rPr lang="en-GB" sz="2800" dirty="0"/>
              <a:t>refer to specific variations or setups that the researcher manipulates to observe their impact on usability outcomes (independent variables) </a:t>
            </a:r>
            <a:endParaRPr lang="en-GB" dirty="0"/>
          </a:p>
          <a:p>
            <a:pPr lvl="1">
              <a:spcBef>
                <a:spcPts val="1200"/>
              </a:spcBef>
            </a:pPr>
            <a:r>
              <a:rPr lang="en-GB" b="1" dirty="0"/>
              <a:t>People/Units</a:t>
            </a:r>
            <a:r>
              <a:rPr lang="en-GB" dirty="0"/>
              <a:t> are the objects to which we apply the experiment treatments, in UX context the units are normally human subjects with specific characteristics, such as gender, age, or computing experience</a:t>
            </a:r>
          </a:p>
          <a:p>
            <a:pPr lvl="1">
              <a:spcBef>
                <a:spcPts val="1200"/>
              </a:spcBef>
            </a:pPr>
            <a:r>
              <a:rPr lang="en-GB" b="1" dirty="0"/>
              <a:t>Assignment method </a:t>
            </a:r>
            <a:r>
              <a:rPr lang="en-GB" dirty="0"/>
              <a:t>refers to the way in which the experimental units are assigned different treatments.</a:t>
            </a:r>
          </a:p>
        </p:txBody>
      </p:sp>
      <p:sp>
        <p:nvSpPr>
          <p:cNvPr id="6" name="Footer Placeholder 5">
            <a:extLst>
              <a:ext uri="{FF2B5EF4-FFF2-40B4-BE49-F238E27FC236}">
                <a16:creationId xmlns:a16="http://schemas.microsoft.com/office/drawing/2014/main" id="{C81FF58D-BCBA-2B93-7150-EF1E93B7516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011933F-0AC1-C2DD-B5D9-6FE46CE00793}"/>
              </a:ext>
            </a:extLst>
          </p:cNvPr>
          <p:cNvSpPr>
            <a:spLocks noGrp="1"/>
          </p:cNvSpPr>
          <p:nvPr>
            <p:ph type="sldNum" sz="quarter" idx="4"/>
          </p:nvPr>
        </p:nvSpPr>
        <p:spPr/>
        <p:txBody>
          <a:bodyPr/>
          <a:lstStyle/>
          <a:p>
            <a:fld id="{9FD7ECCF-50E7-4327-B945-FA93FF7B2BEF}" type="slidenum">
              <a:rPr lang="en-US" smtClean="0"/>
              <a:pPr/>
              <a:t>51</a:t>
            </a:fld>
            <a:r>
              <a:rPr lang="en-GB"/>
              <a:t>/70</a:t>
            </a:r>
            <a:endParaRPr lang="en-US" dirty="0"/>
          </a:p>
        </p:txBody>
      </p:sp>
    </p:spTree>
    <p:extLst>
      <p:ext uri="{BB962C8B-B14F-4D97-AF65-F5344CB8AC3E}">
        <p14:creationId xmlns:p14="http://schemas.microsoft.com/office/powerpoint/2010/main" val="3825987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6E60-2F4D-030E-D272-0B955156E4D5}"/>
              </a:ext>
            </a:extLst>
          </p:cNvPr>
          <p:cNvSpPr>
            <a:spLocks noGrp="1"/>
          </p:cNvSpPr>
          <p:nvPr>
            <p:ph type="title"/>
          </p:nvPr>
        </p:nvSpPr>
        <p:spPr/>
        <p:txBody>
          <a:bodyPr>
            <a:normAutofit/>
          </a:bodyPr>
          <a:lstStyle/>
          <a:p>
            <a:r>
              <a:rPr lang="en-GB" dirty="0"/>
              <a:t>Experiment characteristics</a:t>
            </a:r>
          </a:p>
        </p:txBody>
      </p:sp>
      <p:sp>
        <p:nvSpPr>
          <p:cNvPr id="3" name="Content Placeholder 2">
            <a:extLst>
              <a:ext uri="{FF2B5EF4-FFF2-40B4-BE49-F238E27FC236}">
                <a16:creationId xmlns:a16="http://schemas.microsoft.com/office/drawing/2014/main" id="{4EFC1FBE-E399-3DC9-F4A0-34242AF7A6F3}"/>
              </a:ext>
            </a:extLst>
          </p:cNvPr>
          <p:cNvSpPr>
            <a:spLocks noGrp="1"/>
          </p:cNvSpPr>
          <p:nvPr>
            <p:ph sz="quarter" idx="1"/>
          </p:nvPr>
        </p:nvSpPr>
        <p:spPr>
          <a:xfrm>
            <a:off x="612648" y="1600200"/>
            <a:ext cx="8153400" cy="4781128"/>
          </a:xfrm>
        </p:spPr>
        <p:txBody>
          <a:bodyPr>
            <a:normAutofit/>
          </a:bodyPr>
          <a:lstStyle/>
          <a:p>
            <a:r>
              <a:rPr lang="en-GB" sz="2400" dirty="0">
                <a:solidFill>
                  <a:schemeClr val="tx1">
                    <a:lumMod val="85000"/>
                    <a:lumOff val="15000"/>
                  </a:schemeClr>
                </a:solidFill>
              </a:rPr>
              <a:t>The dependent variables are normally measured through </a:t>
            </a:r>
            <a:r>
              <a:rPr lang="en-GB" sz="2400" b="1" dirty="0">
                <a:solidFill>
                  <a:schemeClr val="tx1">
                    <a:lumMod val="85000"/>
                    <a:lumOff val="15000"/>
                  </a:schemeClr>
                </a:solidFill>
              </a:rPr>
              <a:t>quantitative measurements</a:t>
            </a:r>
            <a:r>
              <a:rPr lang="en-GB" sz="2400" dirty="0">
                <a:solidFill>
                  <a:schemeClr val="tx1">
                    <a:lumMod val="85000"/>
                    <a:lumOff val="15000"/>
                  </a:schemeClr>
                </a:solidFill>
              </a:rPr>
              <a:t>.</a:t>
            </a:r>
          </a:p>
          <a:p>
            <a:r>
              <a:rPr lang="en-GB" sz="2400" dirty="0">
                <a:solidFill>
                  <a:schemeClr val="tx1">
                    <a:lumMod val="85000"/>
                    <a:lumOff val="15000"/>
                  </a:schemeClr>
                </a:solidFill>
              </a:rPr>
              <a:t>The results are </a:t>
            </a:r>
            <a:r>
              <a:rPr lang="en-GB" sz="2400" dirty="0" err="1">
                <a:solidFill>
                  <a:schemeClr val="tx1">
                    <a:lumMod val="85000"/>
                    <a:lumOff val="15000"/>
                  </a:schemeClr>
                </a:solidFill>
              </a:rPr>
              <a:t>analyzed</a:t>
            </a:r>
            <a:r>
              <a:rPr lang="en-GB" sz="2400" dirty="0">
                <a:solidFill>
                  <a:schemeClr val="tx1">
                    <a:lumMod val="85000"/>
                    <a:lumOff val="15000"/>
                  </a:schemeClr>
                </a:solidFill>
              </a:rPr>
              <a:t> through various </a:t>
            </a:r>
            <a:r>
              <a:rPr lang="en-GB" sz="2400" b="1" dirty="0">
                <a:solidFill>
                  <a:schemeClr val="tx1">
                    <a:lumMod val="85000"/>
                    <a:lumOff val="15000"/>
                  </a:schemeClr>
                </a:solidFill>
              </a:rPr>
              <a:t>statistical significance tests</a:t>
            </a:r>
            <a:r>
              <a:rPr lang="en-GB" sz="2400" dirty="0">
                <a:solidFill>
                  <a:schemeClr val="tx1">
                    <a:lumMod val="85000"/>
                    <a:lumOff val="15000"/>
                  </a:schemeClr>
                </a:solidFill>
              </a:rPr>
              <a:t>.</a:t>
            </a:r>
          </a:p>
          <a:p>
            <a:r>
              <a:rPr lang="en-GB" sz="2400" dirty="0">
                <a:solidFill>
                  <a:schemeClr val="tx1">
                    <a:lumMod val="85000"/>
                    <a:lumOff val="15000"/>
                  </a:schemeClr>
                </a:solidFill>
              </a:rPr>
              <a:t>A </a:t>
            </a:r>
            <a:r>
              <a:rPr lang="en-GB" sz="2400" b="1" dirty="0">
                <a:solidFill>
                  <a:schemeClr val="tx1">
                    <a:lumMod val="85000"/>
                    <a:lumOff val="15000"/>
                  </a:schemeClr>
                </a:solidFill>
              </a:rPr>
              <a:t>true experiment should be replicable </a:t>
            </a:r>
            <a:r>
              <a:rPr lang="en-GB" sz="2400" dirty="0">
                <a:solidFill>
                  <a:schemeClr val="tx1">
                    <a:lumMod val="85000"/>
                    <a:lumOff val="15000"/>
                  </a:schemeClr>
                </a:solidFill>
              </a:rPr>
              <a:t>with different participant samples, at different times, in different locations, and by different experimenters.</a:t>
            </a:r>
          </a:p>
        </p:txBody>
      </p:sp>
      <p:sp>
        <p:nvSpPr>
          <p:cNvPr id="4" name="Footer Placeholder 3">
            <a:extLst>
              <a:ext uri="{FF2B5EF4-FFF2-40B4-BE49-F238E27FC236}">
                <a16:creationId xmlns:a16="http://schemas.microsoft.com/office/drawing/2014/main" id="{9276E4A2-CA68-BF7D-2128-7D8656C129A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DD84877F-D3D1-F0AA-CB16-6D2275CD4FB6}"/>
              </a:ext>
            </a:extLst>
          </p:cNvPr>
          <p:cNvSpPr>
            <a:spLocks noGrp="1"/>
          </p:cNvSpPr>
          <p:nvPr>
            <p:ph type="sldNum" sz="quarter" idx="4"/>
          </p:nvPr>
        </p:nvSpPr>
        <p:spPr/>
        <p:txBody>
          <a:bodyPr/>
          <a:lstStyle/>
          <a:p>
            <a:fld id="{9FD7ECCF-50E7-4327-B945-FA93FF7B2BEF}" type="slidenum">
              <a:rPr lang="en-US" smtClean="0"/>
              <a:pPr/>
              <a:t>52</a:t>
            </a:fld>
            <a:r>
              <a:rPr lang="en-GB"/>
              <a:t>/70</a:t>
            </a:r>
            <a:endParaRPr lang="en-US" dirty="0"/>
          </a:p>
        </p:txBody>
      </p:sp>
    </p:spTree>
    <p:extLst>
      <p:ext uri="{BB962C8B-B14F-4D97-AF65-F5344CB8AC3E}">
        <p14:creationId xmlns:p14="http://schemas.microsoft.com/office/powerpoint/2010/main" val="2666249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8BD6B3-6CA5-E528-B84F-B5C0A737F6F2}"/>
              </a:ext>
            </a:extLst>
          </p:cNvPr>
          <p:cNvSpPr>
            <a:spLocks noGrp="1"/>
          </p:cNvSpPr>
          <p:nvPr>
            <p:ph type="title"/>
          </p:nvPr>
        </p:nvSpPr>
        <p:spPr/>
        <p:txBody>
          <a:bodyPr/>
          <a:lstStyle/>
          <a:p>
            <a:r>
              <a:rPr lang="en-GB" dirty="0"/>
              <a:t>Groups of studies</a:t>
            </a:r>
          </a:p>
        </p:txBody>
      </p:sp>
      <p:sp>
        <p:nvSpPr>
          <p:cNvPr id="8" name="Content Placeholder 7">
            <a:extLst>
              <a:ext uri="{FF2B5EF4-FFF2-40B4-BE49-F238E27FC236}">
                <a16:creationId xmlns:a16="http://schemas.microsoft.com/office/drawing/2014/main" id="{FB104CD7-E0FE-D2E2-B671-5E7C42753ECA}"/>
              </a:ext>
            </a:extLst>
          </p:cNvPr>
          <p:cNvSpPr>
            <a:spLocks noGrp="1"/>
          </p:cNvSpPr>
          <p:nvPr>
            <p:ph sz="quarter" idx="1"/>
          </p:nvPr>
        </p:nvSpPr>
        <p:spPr>
          <a:xfrm>
            <a:off x="0" y="1600200"/>
            <a:ext cx="5421082" cy="4781128"/>
          </a:xfrm>
        </p:spPr>
        <p:txBody>
          <a:bodyPr>
            <a:normAutofit fontScale="92500" lnSpcReduction="20000"/>
          </a:bodyPr>
          <a:lstStyle/>
          <a:p>
            <a:pPr>
              <a:lnSpc>
                <a:spcPct val="120000"/>
              </a:lnSpc>
              <a:spcBef>
                <a:spcPts val="1200"/>
              </a:spcBef>
            </a:pPr>
            <a:r>
              <a:rPr lang="en-GB" sz="1400" b="1" dirty="0">
                <a:solidFill>
                  <a:schemeClr val="accent2">
                    <a:lumMod val="75000"/>
                  </a:schemeClr>
                </a:solidFill>
              </a:rPr>
              <a:t>Experiment</a:t>
            </a:r>
            <a:r>
              <a:rPr lang="en-GB" sz="1400" dirty="0">
                <a:solidFill>
                  <a:schemeClr val="tx1">
                    <a:lumMod val="75000"/>
                    <a:lumOff val="25000"/>
                  </a:schemeClr>
                </a:solidFill>
              </a:rPr>
              <a:t> </a:t>
            </a:r>
            <a:r>
              <a:rPr lang="en-GB" sz="1400" b="0" i="0" dirty="0">
                <a:solidFill>
                  <a:srgbClr val="374151"/>
                </a:solidFill>
                <a:effectLst/>
              </a:rPr>
              <a:t>is a controlled and systematic procedure carried out to investigate and test a specific hypothesis or research question to establish causal relationships between variables. In an experiment, researchers manipulate one or more independent variables to observe their effects on one or more dependent variables while controlling and accounting for extraneous factors.</a:t>
            </a:r>
            <a:endParaRPr lang="en-GB" sz="1400" dirty="0">
              <a:solidFill>
                <a:schemeClr val="tx1">
                  <a:lumMod val="75000"/>
                  <a:lumOff val="25000"/>
                </a:schemeClr>
              </a:solidFill>
            </a:endParaRPr>
          </a:p>
          <a:p>
            <a:pPr>
              <a:lnSpc>
                <a:spcPct val="120000"/>
              </a:lnSpc>
              <a:spcBef>
                <a:spcPts val="1200"/>
              </a:spcBef>
            </a:pPr>
            <a:r>
              <a:rPr lang="en-GB" sz="1400" b="1" dirty="0">
                <a:solidFill>
                  <a:schemeClr val="accent2">
                    <a:lumMod val="75000"/>
                  </a:schemeClr>
                </a:solidFill>
              </a:rPr>
              <a:t>Non-experiments</a:t>
            </a:r>
            <a:r>
              <a:rPr lang="en-GB" sz="1400" dirty="0">
                <a:solidFill>
                  <a:schemeClr val="tx1">
                    <a:lumMod val="75000"/>
                    <a:lumOff val="25000"/>
                  </a:schemeClr>
                </a:solidFill>
              </a:rPr>
              <a:t>, </a:t>
            </a:r>
            <a:r>
              <a:rPr lang="en-GB" sz="1400" b="0" i="0" dirty="0">
                <a:solidFill>
                  <a:srgbClr val="374151"/>
                </a:solidFill>
                <a:effectLst/>
              </a:rPr>
              <a:t>also known as a </a:t>
            </a:r>
            <a:r>
              <a:rPr lang="en-GB" sz="1400" b="1" i="0" dirty="0">
                <a:solidFill>
                  <a:srgbClr val="374151"/>
                </a:solidFill>
                <a:effectLst/>
              </a:rPr>
              <a:t>non-experimental study or observational study</a:t>
            </a:r>
            <a:r>
              <a:rPr lang="en-GB" sz="1400" b="0" i="0" dirty="0">
                <a:solidFill>
                  <a:srgbClr val="374151"/>
                </a:solidFill>
                <a:effectLst/>
              </a:rPr>
              <a:t>, is a type of research design in which </a:t>
            </a:r>
            <a:r>
              <a:rPr lang="en-GB" sz="1400" b="1" i="0" dirty="0">
                <a:solidFill>
                  <a:srgbClr val="374151"/>
                </a:solidFill>
                <a:effectLst/>
              </a:rPr>
              <a:t>researchers do not manipulate any variables </a:t>
            </a:r>
            <a:r>
              <a:rPr lang="en-GB" sz="1400" b="0" i="0" dirty="0">
                <a:solidFill>
                  <a:srgbClr val="374151"/>
                </a:solidFill>
                <a:effectLst/>
              </a:rPr>
              <a:t>or impose specific interventions. Instead, they observe and collect data on naturally occurring phenomena as they exist in their real-world settings. Non-experimental studies are used to understand relationships, associations, and patterns without introducing any artificial changes.</a:t>
            </a:r>
          </a:p>
          <a:p>
            <a:pPr>
              <a:lnSpc>
                <a:spcPct val="120000"/>
              </a:lnSpc>
              <a:spcBef>
                <a:spcPts val="1200"/>
              </a:spcBef>
            </a:pPr>
            <a:r>
              <a:rPr lang="en-GB" sz="1400" b="1" dirty="0">
                <a:solidFill>
                  <a:schemeClr val="accent2">
                    <a:lumMod val="75000"/>
                  </a:schemeClr>
                </a:solidFill>
              </a:rPr>
              <a:t>Quasi-experiments</a:t>
            </a:r>
            <a:r>
              <a:rPr lang="en-GB" sz="1400" b="0" i="0" dirty="0">
                <a:solidFill>
                  <a:srgbClr val="374151"/>
                </a:solidFill>
                <a:effectLst/>
              </a:rPr>
              <a:t> are a type of research design that shares some characteristics with both experimental and </a:t>
            </a:r>
            <a:r>
              <a:rPr lang="en-GB" sz="1400" b="1" i="0" dirty="0">
                <a:solidFill>
                  <a:srgbClr val="374151"/>
                </a:solidFill>
                <a:effectLst/>
              </a:rPr>
              <a:t>non-experimental research</a:t>
            </a:r>
            <a:r>
              <a:rPr lang="en-GB" sz="1400" b="0" i="0" dirty="0">
                <a:solidFill>
                  <a:srgbClr val="374151"/>
                </a:solidFill>
                <a:effectLst/>
              </a:rPr>
              <a:t>. In a quasi-experiment, researchers study the impact of an independent variable on a dependent variable, much like in traditional experiments. However, quasi-experiments lack some of the strict control and random assignment found in true experiments.</a:t>
            </a:r>
            <a:endParaRPr lang="en-GB" sz="1400" dirty="0">
              <a:solidFill>
                <a:schemeClr val="tx1">
                  <a:lumMod val="75000"/>
                  <a:lumOff val="25000"/>
                </a:schemeClr>
              </a:solidFill>
            </a:endParaRPr>
          </a:p>
          <a:p>
            <a:pPr marL="0" indent="0">
              <a:lnSpc>
                <a:spcPct val="120000"/>
              </a:lnSpc>
              <a:spcBef>
                <a:spcPts val="1200"/>
              </a:spcBef>
              <a:buNone/>
            </a:pPr>
            <a:r>
              <a:rPr lang="en-GB" sz="900" i="1" dirty="0">
                <a:solidFill>
                  <a:schemeClr val="tx1">
                    <a:lumMod val="75000"/>
                    <a:lumOff val="25000"/>
                  </a:schemeClr>
                </a:solidFill>
              </a:rPr>
              <a:t>Cooper D, Schindler P. Business Research Methods. seventh ed. Boston, MA: McGraw Hill; 2000.</a:t>
            </a:r>
            <a:br>
              <a:rPr lang="en-GB" sz="900" i="1" dirty="0">
                <a:solidFill>
                  <a:schemeClr val="tx1">
                    <a:lumMod val="75000"/>
                    <a:lumOff val="25000"/>
                  </a:schemeClr>
                </a:solidFill>
              </a:rPr>
            </a:br>
            <a:r>
              <a:rPr lang="en-GB" sz="900" i="1" dirty="0">
                <a:solidFill>
                  <a:schemeClr val="tx1">
                    <a:lumMod val="75000"/>
                    <a:lumOff val="25000"/>
                  </a:schemeClr>
                </a:solidFill>
              </a:rPr>
              <a:t>Rosenthal R, </a:t>
            </a:r>
            <a:r>
              <a:rPr lang="en-GB" sz="900" i="1" dirty="0" err="1">
                <a:solidFill>
                  <a:schemeClr val="tx1">
                    <a:lumMod val="75000"/>
                    <a:lumOff val="25000"/>
                  </a:schemeClr>
                </a:solidFill>
              </a:rPr>
              <a:t>Rosnow</a:t>
            </a:r>
            <a:r>
              <a:rPr lang="en-GB" sz="900" i="1" dirty="0">
                <a:solidFill>
                  <a:schemeClr val="tx1">
                    <a:lumMod val="75000"/>
                    <a:lumOff val="25000"/>
                  </a:schemeClr>
                </a:solidFill>
              </a:rPr>
              <a:t> R. Essentials of </a:t>
            </a:r>
            <a:r>
              <a:rPr lang="en-GB" sz="900" i="1" dirty="0" err="1">
                <a:solidFill>
                  <a:schemeClr val="tx1">
                    <a:lumMod val="75000"/>
                    <a:lumOff val="25000"/>
                  </a:schemeClr>
                </a:solidFill>
              </a:rPr>
              <a:t>Behavioral</a:t>
            </a:r>
            <a:r>
              <a:rPr lang="en-GB" sz="900" i="1" dirty="0">
                <a:solidFill>
                  <a:schemeClr val="tx1">
                    <a:lumMod val="75000"/>
                    <a:lumOff val="25000"/>
                  </a:schemeClr>
                </a:solidFill>
              </a:rPr>
              <a:t> Research: Methods and Data Analysis. third ed. Boston, MA: McGraw Hill; 2008.</a:t>
            </a:r>
          </a:p>
        </p:txBody>
      </p:sp>
      <p:pic>
        <p:nvPicPr>
          <p:cNvPr id="2" name="Picture 1" descr="Experiment characteristics&#10;">
            <a:extLst>
              <a:ext uri="{FF2B5EF4-FFF2-40B4-BE49-F238E27FC236}">
                <a16:creationId xmlns:a16="http://schemas.microsoft.com/office/drawing/2014/main" id="{D003B5D0-BD8B-7575-26AD-AF9703F79984}"/>
              </a:ext>
            </a:extLst>
          </p:cNvPr>
          <p:cNvPicPr>
            <a:picLocks noChangeAspect="1"/>
          </p:cNvPicPr>
          <p:nvPr/>
        </p:nvPicPr>
        <p:blipFill>
          <a:blip r:embed="rId2"/>
          <a:stretch>
            <a:fillRect/>
          </a:stretch>
        </p:blipFill>
        <p:spPr>
          <a:xfrm>
            <a:off x="5356113" y="2492896"/>
            <a:ext cx="3653089" cy="1872208"/>
          </a:xfrm>
          <a:prstGeom prst="rect">
            <a:avLst/>
          </a:prstGeom>
        </p:spPr>
      </p:pic>
      <p:sp>
        <p:nvSpPr>
          <p:cNvPr id="4" name="Footer Placeholder 3">
            <a:extLst>
              <a:ext uri="{FF2B5EF4-FFF2-40B4-BE49-F238E27FC236}">
                <a16:creationId xmlns:a16="http://schemas.microsoft.com/office/drawing/2014/main" id="{B511EA6C-20E5-F9F0-3B65-2C955D9B975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CDCF3BEB-4B3D-CD71-C8B5-16822830D973}"/>
              </a:ext>
            </a:extLst>
          </p:cNvPr>
          <p:cNvSpPr>
            <a:spLocks noGrp="1"/>
          </p:cNvSpPr>
          <p:nvPr>
            <p:ph type="sldNum" sz="quarter" idx="4"/>
          </p:nvPr>
        </p:nvSpPr>
        <p:spPr/>
        <p:txBody>
          <a:bodyPr/>
          <a:lstStyle/>
          <a:p>
            <a:fld id="{9FD7ECCF-50E7-4327-B945-FA93FF7B2BEF}" type="slidenum">
              <a:rPr lang="en-US" smtClean="0"/>
              <a:pPr/>
              <a:t>53</a:t>
            </a:fld>
            <a:r>
              <a:rPr lang="en-GB"/>
              <a:t>/70</a:t>
            </a:r>
            <a:endParaRPr lang="en-US" dirty="0"/>
          </a:p>
        </p:txBody>
      </p:sp>
    </p:spTree>
    <p:extLst>
      <p:ext uri="{BB962C8B-B14F-4D97-AF65-F5344CB8AC3E}">
        <p14:creationId xmlns:p14="http://schemas.microsoft.com/office/powerpoint/2010/main" val="2689225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6E60-2F4D-030E-D272-0B955156E4D5}"/>
              </a:ext>
            </a:extLst>
          </p:cNvPr>
          <p:cNvSpPr>
            <a:spLocks noGrp="1"/>
          </p:cNvSpPr>
          <p:nvPr>
            <p:ph type="title"/>
          </p:nvPr>
        </p:nvSpPr>
        <p:spPr>
          <a:xfrm>
            <a:off x="398584" y="78060"/>
            <a:ext cx="4749480" cy="990600"/>
          </a:xfrm>
        </p:spPr>
        <p:txBody>
          <a:bodyPr>
            <a:noAutofit/>
          </a:bodyPr>
          <a:lstStyle/>
          <a:p>
            <a:pPr>
              <a:lnSpc>
                <a:spcPts val="3500"/>
              </a:lnSpc>
            </a:pPr>
            <a:r>
              <a:rPr lang="en-GB" sz="3200" dirty="0"/>
              <a:t>Experiment components &amp; characteristics</a:t>
            </a:r>
          </a:p>
        </p:txBody>
      </p:sp>
      <p:sp>
        <p:nvSpPr>
          <p:cNvPr id="3" name="Content Placeholder 2">
            <a:extLst>
              <a:ext uri="{FF2B5EF4-FFF2-40B4-BE49-F238E27FC236}">
                <a16:creationId xmlns:a16="http://schemas.microsoft.com/office/drawing/2014/main" id="{4EFC1FBE-E399-3DC9-F4A0-34242AF7A6F3}"/>
              </a:ext>
            </a:extLst>
          </p:cNvPr>
          <p:cNvSpPr>
            <a:spLocks noGrp="1"/>
          </p:cNvSpPr>
          <p:nvPr>
            <p:ph sz="quarter" idx="1"/>
          </p:nvPr>
        </p:nvSpPr>
        <p:spPr>
          <a:xfrm>
            <a:off x="612648" y="1600200"/>
            <a:ext cx="4391400" cy="4495800"/>
          </a:xfrm>
        </p:spPr>
        <p:txBody>
          <a:bodyPr>
            <a:normAutofit fontScale="70000" lnSpcReduction="20000"/>
          </a:bodyPr>
          <a:lstStyle/>
          <a:p>
            <a:r>
              <a:rPr lang="en-GB" sz="2400" dirty="0">
                <a:solidFill>
                  <a:schemeClr val="tx1">
                    <a:lumMod val="85000"/>
                    <a:lumOff val="15000"/>
                  </a:schemeClr>
                </a:solidFill>
              </a:rPr>
              <a:t>A true experiment is based on at least one </a:t>
            </a:r>
            <a:r>
              <a:rPr lang="en-GB" sz="2400" b="1" dirty="0">
                <a:solidFill>
                  <a:schemeClr val="tx1">
                    <a:lumMod val="85000"/>
                    <a:lumOff val="15000"/>
                  </a:schemeClr>
                </a:solidFill>
              </a:rPr>
              <a:t>testable research hypothesis</a:t>
            </a:r>
            <a:r>
              <a:rPr lang="en-GB" sz="2400" dirty="0">
                <a:solidFill>
                  <a:schemeClr val="tx1">
                    <a:lumMod val="85000"/>
                    <a:lumOff val="15000"/>
                  </a:schemeClr>
                </a:solidFill>
              </a:rPr>
              <a:t> and aims to validate it.</a:t>
            </a:r>
          </a:p>
          <a:p>
            <a:r>
              <a:rPr lang="en-GB" sz="2400" dirty="0">
                <a:solidFill>
                  <a:schemeClr val="tx1">
                    <a:lumMod val="85000"/>
                    <a:lumOff val="15000"/>
                  </a:schemeClr>
                </a:solidFill>
              </a:rPr>
              <a:t>There are usually at least two conditions (a </a:t>
            </a:r>
            <a:r>
              <a:rPr lang="en-GB" sz="2400" b="1" dirty="0">
                <a:solidFill>
                  <a:schemeClr val="tx1">
                    <a:lumMod val="85000"/>
                    <a:lumOff val="15000"/>
                  </a:schemeClr>
                </a:solidFill>
              </a:rPr>
              <a:t>treatment condition </a:t>
            </a:r>
            <a:r>
              <a:rPr lang="en-GB" sz="2400" dirty="0">
                <a:solidFill>
                  <a:schemeClr val="tx1">
                    <a:lumMod val="85000"/>
                    <a:lumOff val="15000"/>
                  </a:schemeClr>
                </a:solidFill>
              </a:rPr>
              <a:t>and a </a:t>
            </a:r>
            <a:r>
              <a:rPr lang="en-GB" sz="2400" b="1" dirty="0">
                <a:solidFill>
                  <a:schemeClr val="tx1">
                    <a:lumMod val="85000"/>
                    <a:lumOff val="15000"/>
                  </a:schemeClr>
                </a:solidFill>
              </a:rPr>
              <a:t>control condition</a:t>
            </a:r>
            <a:r>
              <a:rPr lang="en-GB" sz="2400" dirty="0">
                <a:solidFill>
                  <a:schemeClr val="tx1">
                    <a:lumMod val="85000"/>
                    <a:lumOff val="15000"/>
                  </a:schemeClr>
                </a:solidFill>
              </a:rPr>
              <a:t>) or groups (a </a:t>
            </a:r>
            <a:r>
              <a:rPr lang="en-GB" sz="2400" b="1" dirty="0">
                <a:solidFill>
                  <a:schemeClr val="tx1">
                    <a:lumMod val="85000"/>
                    <a:lumOff val="15000"/>
                  </a:schemeClr>
                </a:solidFill>
              </a:rPr>
              <a:t>treatment group </a:t>
            </a:r>
            <a:r>
              <a:rPr lang="en-GB" sz="2400" dirty="0">
                <a:solidFill>
                  <a:schemeClr val="tx1">
                    <a:lumMod val="85000"/>
                    <a:lumOff val="15000"/>
                  </a:schemeClr>
                </a:solidFill>
              </a:rPr>
              <a:t>and a </a:t>
            </a:r>
            <a:r>
              <a:rPr lang="en-GB" sz="2400" b="1" dirty="0">
                <a:solidFill>
                  <a:schemeClr val="tx1">
                    <a:lumMod val="85000"/>
                    <a:lumOff val="15000"/>
                  </a:schemeClr>
                </a:solidFill>
              </a:rPr>
              <a:t>control group</a:t>
            </a:r>
            <a:r>
              <a:rPr lang="en-GB" sz="2400" dirty="0">
                <a:solidFill>
                  <a:schemeClr val="tx1">
                    <a:lumMod val="85000"/>
                    <a:lumOff val="15000"/>
                  </a:schemeClr>
                </a:solidFill>
              </a:rPr>
              <a:t>).</a:t>
            </a:r>
          </a:p>
          <a:p>
            <a:r>
              <a:rPr lang="en-GB" sz="2400" dirty="0">
                <a:solidFill>
                  <a:schemeClr val="tx1">
                    <a:lumMod val="85000"/>
                    <a:lumOff val="15000"/>
                  </a:schemeClr>
                </a:solidFill>
              </a:rPr>
              <a:t>The dependent variables are normally measured through </a:t>
            </a:r>
            <a:r>
              <a:rPr lang="en-GB" sz="2400" b="1" dirty="0">
                <a:solidFill>
                  <a:schemeClr val="tx1">
                    <a:lumMod val="85000"/>
                    <a:lumOff val="15000"/>
                  </a:schemeClr>
                </a:solidFill>
              </a:rPr>
              <a:t>quantitative</a:t>
            </a:r>
            <a:r>
              <a:rPr lang="en-GB" sz="2400" dirty="0">
                <a:solidFill>
                  <a:schemeClr val="tx1">
                    <a:lumMod val="85000"/>
                    <a:lumOff val="15000"/>
                  </a:schemeClr>
                </a:solidFill>
              </a:rPr>
              <a:t> measurements.</a:t>
            </a:r>
          </a:p>
          <a:p>
            <a:r>
              <a:rPr lang="en-GB" sz="2400" dirty="0">
                <a:solidFill>
                  <a:schemeClr val="tx1">
                    <a:lumMod val="85000"/>
                    <a:lumOff val="15000"/>
                  </a:schemeClr>
                </a:solidFill>
              </a:rPr>
              <a:t>The results are </a:t>
            </a:r>
            <a:r>
              <a:rPr lang="en-GB" sz="2400" dirty="0" err="1">
                <a:solidFill>
                  <a:schemeClr val="tx1">
                    <a:lumMod val="85000"/>
                    <a:lumOff val="15000"/>
                  </a:schemeClr>
                </a:solidFill>
              </a:rPr>
              <a:t>analyzed</a:t>
            </a:r>
            <a:r>
              <a:rPr lang="en-GB" sz="2400" dirty="0">
                <a:solidFill>
                  <a:schemeClr val="tx1">
                    <a:lumMod val="85000"/>
                    <a:lumOff val="15000"/>
                  </a:schemeClr>
                </a:solidFill>
              </a:rPr>
              <a:t> through various </a:t>
            </a:r>
            <a:r>
              <a:rPr lang="en-GB" sz="2400" b="1" dirty="0">
                <a:solidFill>
                  <a:schemeClr val="tx1">
                    <a:lumMod val="85000"/>
                    <a:lumOff val="15000"/>
                  </a:schemeClr>
                </a:solidFill>
              </a:rPr>
              <a:t>statistical significance tests</a:t>
            </a:r>
            <a:r>
              <a:rPr lang="en-GB" sz="2400" dirty="0">
                <a:solidFill>
                  <a:schemeClr val="tx1">
                    <a:lumMod val="85000"/>
                    <a:lumOff val="15000"/>
                  </a:schemeClr>
                </a:solidFill>
              </a:rPr>
              <a:t>.</a:t>
            </a:r>
          </a:p>
          <a:p>
            <a:r>
              <a:rPr lang="en-GB" sz="2400" dirty="0">
                <a:solidFill>
                  <a:schemeClr val="tx1">
                    <a:lumMod val="85000"/>
                    <a:lumOff val="15000"/>
                  </a:schemeClr>
                </a:solidFill>
              </a:rPr>
              <a:t>A true experiment should be designed and conducted with the goal of </a:t>
            </a:r>
            <a:r>
              <a:rPr lang="en-GB" sz="2400" b="1" dirty="0">
                <a:solidFill>
                  <a:schemeClr val="tx1">
                    <a:lumMod val="85000"/>
                    <a:lumOff val="15000"/>
                  </a:schemeClr>
                </a:solidFill>
              </a:rPr>
              <a:t>removing potential biases</a:t>
            </a:r>
            <a:r>
              <a:rPr lang="en-GB" sz="2400" dirty="0">
                <a:solidFill>
                  <a:schemeClr val="tx1">
                    <a:lumMod val="85000"/>
                    <a:lumOff val="15000"/>
                  </a:schemeClr>
                </a:solidFill>
              </a:rPr>
              <a:t>.</a:t>
            </a:r>
          </a:p>
          <a:p>
            <a:r>
              <a:rPr lang="en-GB" sz="2400" dirty="0">
                <a:solidFill>
                  <a:schemeClr val="tx1">
                    <a:lumMod val="85000"/>
                    <a:lumOff val="15000"/>
                  </a:schemeClr>
                </a:solidFill>
              </a:rPr>
              <a:t>A </a:t>
            </a:r>
            <a:r>
              <a:rPr lang="en-GB" sz="2400" b="1" dirty="0">
                <a:solidFill>
                  <a:schemeClr val="tx1">
                    <a:lumMod val="85000"/>
                    <a:lumOff val="15000"/>
                  </a:schemeClr>
                </a:solidFill>
              </a:rPr>
              <a:t>true experiment should be replicable </a:t>
            </a:r>
            <a:r>
              <a:rPr lang="en-GB" sz="2400" dirty="0">
                <a:solidFill>
                  <a:schemeClr val="tx1">
                    <a:lumMod val="85000"/>
                    <a:lumOff val="15000"/>
                  </a:schemeClr>
                </a:solidFill>
              </a:rPr>
              <a:t>with different participant samples, at different times, in different locations, and by different experimenters.</a:t>
            </a:r>
          </a:p>
        </p:txBody>
      </p:sp>
      <p:sp>
        <p:nvSpPr>
          <p:cNvPr id="6" name="Content Placeholder 2">
            <a:extLst>
              <a:ext uri="{FF2B5EF4-FFF2-40B4-BE49-F238E27FC236}">
                <a16:creationId xmlns:a16="http://schemas.microsoft.com/office/drawing/2014/main" id="{DEF3B59E-A858-1D83-C871-94E0AE78BD93}"/>
              </a:ext>
            </a:extLst>
          </p:cNvPr>
          <p:cNvSpPr txBox="1">
            <a:spLocks/>
          </p:cNvSpPr>
          <p:nvPr/>
        </p:nvSpPr>
        <p:spPr>
          <a:xfrm>
            <a:off x="5148064" y="116632"/>
            <a:ext cx="3809848" cy="6131574"/>
          </a:xfrm>
          <a:prstGeom prst="rect">
            <a:avLst/>
          </a:prstGeom>
          <a:solidFill>
            <a:schemeClr val="accent1">
              <a:lumMod val="20000"/>
              <a:lumOff val="80000"/>
            </a:schemeClr>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lnSpc>
                <a:spcPct val="120000"/>
              </a:lnSpc>
              <a:spcBef>
                <a:spcPts val="0"/>
              </a:spcBef>
              <a:spcAft>
                <a:spcPts val="0"/>
              </a:spcAft>
              <a:buNone/>
            </a:pPr>
            <a:r>
              <a:rPr lang="en-GB" sz="1600" b="1" i="1" dirty="0">
                <a:solidFill>
                  <a:srgbClr val="3D3B49"/>
                </a:solidFill>
                <a:effectLst/>
              </a:rPr>
              <a:t>Example</a:t>
            </a:r>
            <a:endParaRPr lang="en-GB" sz="1600" i="1" dirty="0">
              <a:solidFill>
                <a:srgbClr val="3D3B49"/>
              </a:solidFill>
            </a:endParaRPr>
          </a:p>
          <a:p>
            <a:pPr fontAlgn="auto">
              <a:lnSpc>
                <a:spcPct val="120000"/>
              </a:lnSpc>
              <a:spcBef>
                <a:spcPts val="0"/>
              </a:spcBef>
              <a:spcAft>
                <a:spcPts val="0"/>
              </a:spcAft>
            </a:pPr>
            <a:r>
              <a:rPr lang="en-GB" sz="1600" b="0" i="1" dirty="0">
                <a:solidFill>
                  <a:srgbClr val="3D3B49"/>
                </a:solidFill>
                <a:effectLst/>
              </a:rPr>
              <a:t>Hypothesis - There is no difference between the </a:t>
            </a:r>
            <a:r>
              <a:rPr lang="en-GB" sz="1600" b="1" i="1" dirty="0">
                <a:solidFill>
                  <a:srgbClr val="3D3B49"/>
                </a:solidFill>
                <a:effectLst/>
              </a:rPr>
              <a:t>target selection speed </a:t>
            </a:r>
            <a:r>
              <a:rPr lang="en-GB" sz="1600" b="0" i="1" dirty="0">
                <a:solidFill>
                  <a:srgbClr val="3D3B49"/>
                </a:solidFill>
                <a:effectLst/>
              </a:rPr>
              <a:t>when using a </a:t>
            </a:r>
            <a:r>
              <a:rPr lang="en-GB" sz="1600" b="1" i="1" dirty="0">
                <a:solidFill>
                  <a:srgbClr val="3D3B49"/>
                </a:solidFill>
                <a:effectLst/>
              </a:rPr>
              <a:t>mouse</a:t>
            </a:r>
            <a:r>
              <a:rPr lang="en-GB" sz="1600" b="0" i="1" dirty="0">
                <a:solidFill>
                  <a:srgbClr val="3D3B49"/>
                </a:solidFill>
                <a:effectLst/>
              </a:rPr>
              <a:t>, a </a:t>
            </a:r>
            <a:r>
              <a:rPr lang="en-GB" sz="1600" b="1" i="1" dirty="0">
                <a:solidFill>
                  <a:srgbClr val="3D3B49"/>
                </a:solidFill>
                <a:effectLst/>
              </a:rPr>
              <a:t>joystick</a:t>
            </a:r>
            <a:r>
              <a:rPr lang="en-GB" sz="1600" b="0" i="1" dirty="0">
                <a:solidFill>
                  <a:srgbClr val="3D3B49"/>
                </a:solidFill>
                <a:effectLst/>
              </a:rPr>
              <a:t>, or a </a:t>
            </a:r>
            <a:r>
              <a:rPr lang="en-GB" sz="1600" b="1" i="1" dirty="0">
                <a:solidFill>
                  <a:srgbClr val="3D3B49"/>
                </a:solidFill>
                <a:effectLst/>
              </a:rPr>
              <a:t>trackball</a:t>
            </a:r>
            <a:r>
              <a:rPr lang="en-GB" sz="1600" b="0" i="1" dirty="0">
                <a:solidFill>
                  <a:srgbClr val="3D3B49"/>
                </a:solidFill>
                <a:effectLst/>
              </a:rPr>
              <a:t> to select </a:t>
            </a:r>
            <a:r>
              <a:rPr lang="en-GB" sz="1600" b="1" i="1" dirty="0">
                <a:solidFill>
                  <a:srgbClr val="3D3B49"/>
                </a:solidFill>
                <a:effectLst/>
              </a:rPr>
              <a:t>icons of different sizes </a:t>
            </a:r>
            <a:r>
              <a:rPr lang="en-GB" sz="1600" b="0" i="1" dirty="0">
                <a:solidFill>
                  <a:srgbClr val="3D3B49"/>
                </a:solidFill>
                <a:effectLst/>
              </a:rPr>
              <a:t>(small, medium, and large)</a:t>
            </a:r>
          </a:p>
          <a:p>
            <a:pPr fontAlgn="auto">
              <a:lnSpc>
                <a:spcPct val="120000"/>
              </a:lnSpc>
              <a:spcBef>
                <a:spcPts val="0"/>
              </a:spcBef>
              <a:spcAft>
                <a:spcPts val="0"/>
              </a:spcAft>
            </a:pPr>
            <a:endParaRPr lang="en-GB" sz="1600" i="1" dirty="0">
              <a:solidFill>
                <a:srgbClr val="3D3B49"/>
              </a:solidFill>
            </a:endParaRPr>
          </a:p>
          <a:p>
            <a:pPr fontAlgn="auto">
              <a:lnSpc>
                <a:spcPct val="120000"/>
              </a:lnSpc>
              <a:spcBef>
                <a:spcPts val="0"/>
              </a:spcBef>
              <a:spcAft>
                <a:spcPts val="0"/>
              </a:spcAft>
            </a:pPr>
            <a:r>
              <a:rPr lang="en-GB" sz="1200" b="0" i="0" dirty="0">
                <a:solidFill>
                  <a:srgbClr val="3D3B49"/>
                </a:solidFill>
                <a:effectLst/>
              </a:rPr>
              <a:t>2 independent variables in this hypothesis: </a:t>
            </a:r>
          </a:p>
          <a:p>
            <a:pPr lvl="1" fontAlgn="auto">
              <a:lnSpc>
                <a:spcPct val="120000"/>
              </a:lnSpc>
              <a:spcBef>
                <a:spcPts val="0"/>
              </a:spcBef>
              <a:spcAft>
                <a:spcPts val="0"/>
              </a:spcAft>
            </a:pPr>
            <a:r>
              <a:rPr lang="en-GB" sz="1050" b="0" i="0" dirty="0">
                <a:solidFill>
                  <a:srgbClr val="3D3B49"/>
                </a:solidFill>
                <a:effectLst/>
              </a:rPr>
              <a:t>the type of pointing device and </a:t>
            </a:r>
          </a:p>
          <a:p>
            <a:pPr lvl="1" fontAlgn="auto">
              <a:lnSpc>
                <a:spcPct val="120000"/>
              </a:lnSpc>
              <a:spcBef>
                <a:spcPts val="0"/>
              </a:spcBef>
              <a:spcAft>
                <a:spcPts val="0"/>
              </a:spcAft>
            </a:pPr>
            <a:r>
              <a:rPr lang="en-GB" sz="1050" b="0" i="0" dirty="0">
                <a:solidFill>
                  <a:srgbClr val="3D3B49"/>
                </a:solidFill>
                <a:effectLst/>
              </a:rPr>
              <a:t>the size of icon</a:t>
            </a:r>
          </a:p>
          <a:p>
            <a:pPr fontAlgn="auto">
              <a:lnSpc>
                <a:spcPct val="120000"/>
              </a:lnSpc>
              <a:spcBef>
                <a:spcPts val="0"/>
              </a:spcBef>
              <a:spcAft>
                <a:spcPts val="0"/>
              </a:spcAft>
            </a:pPr>
            <a:r>
              <a:rPr lang="en-GB" sz="1200" b="0" i="0" dirty="0">
                <a:solidFill>
                  <a:srgbClr val="3D3B49"/>
                </a:solidFill>
                <a:effectLst/>
              </a:rPr>
              <a:t>Three different pointing devices will be examined:</a:t>
            </a:r>
          </a:p>
          <a:p>
            <a:pPr lvl="1" fontAlgn="auto">
              <a:lnSpc>
                <a:spcPct val="120000"/>
              </a:lnSpc>
              <a:spcBef>
                <a:spcPts val="0"/>
              </a:spcBef>
              <a:spcAft>
                <a:spcPts val="0"/>
              </a:spcAft>
            </a:pPr>
            <a:r>
              <a:rPr lang="en-GB" sz="1050" b="0" i="0" dirty="0">
                <a:solidFill>
                  <a:srgbClr val="3D3B49"/>
                </a:solidFill>
                <a:effectLst/>
              </a:rPr>
              <a:t>a mouse,</a:t>
            </a:r>
          </a:p>
          <a:p>
            <a:pPr lvl="1" fontAlgn="auto">
              <a:lnSpc>
                <a:spcPct val="120000"/>
              </a:lnSpc>
              <a:spcBef>
                <a:spcPts val="0"/>
              </a:spcBef>
              <a:spcAft>
                <a:spcPts val="0"/>
              </a:spcAft>
            </a:pPr>
            <a:r>
              <a:rPr lang="en-GB" sz="1050" b="0" i="0" dirty="0">
                <a:solidFill>
                  <a:srgbClr val="3D3B49"/>
                </a:solidFill>
                <a:effectLst/>
              </a:rPr>
              <a:t>a joystick, and </a:t>
            </a:r>
          </a:p>
          <a:p>
            <a:pPr lvl="1" fontAlgn="auto">
              <a:lnSpc>
                <a:spcPct val="120000"/>
              </a:lnSpc>
              <a:spcBef>
                <a:spcPts val="0"/>
              </a:spcBef>
              <a:spcAft>
                <a:spcPts val="0"/>
              </a:spcAft>
            </a:pPr>
            <a:r>
              <a:rPr lang="en-GB" sz="1050" b="0" i="0" dirty="0">
                <a:solidFill>
                  <a:srgbClr val="3D3B49"/>
                </a:solidFill>
                <a:effectLst/>
              </a:rPr>
              <a:t>a trackball</a:t>
            </a:r>
          </a:p>
          <a:p>
            <a:pPr marL="0" indent="0" defTabSz="354013" fontAlgn="auto">
              <a:lnSpc>
                <a:spcPct val="120000"/>
              </a:lnSpc>
              <a:spcBef>
                <a:spcPts val="0"/>
              </a:spcBef>
              <a:spcAft>
                <a:spcPts val="0"/>
              </a:spcAft>
              <a:buNone/>
            </a:pPr>
            <a:r>
              <a:rPr lang="en-GB" sz="1200" b="0" i="0" dirty="0">
                <a:solidFill>
                  <a:srgbClr val="3D3B49"/>
                </a:solidFill>
                <a:effectLst/>
              </a:rPr>
              <a:t>	suggesting three conditions</a:t>
            </a:r>
          </a:p>
          <a:p>
            <a:pPr fontAlgn="auto">
              <a:lnSpc>
                <a:spcPct val="120000"/>
              </a:lnSpc>
              <a:spcBef>
                <a:spcPts val="0"/>
              </a:spcBef>
              <a:spcAft>
                <a:spcPts val="0"/>
              </a:spcAft>
            </a:pPr>
            <a:r>
              <a:rPr lang="en-GB" sz="1200" b="0" i="0" dirty="0">
                <a:solidFill>
                  <a:srgbClr val="3D3B49"/>
                </a:solidFill>
                <a:effectLst/>
              </a:rPr>
              <a:t>Three different target sizes will be examined: </a:t>
            </a:r>
          </a:p>
          <a:p>
            <a:pPr lvl="1" fontAlgn="auto">
              <a:lnSpc>
                <a:spcPct val="120000"/>
              </a:lnSpc>
              <a:spcBef>
                <a:spcPts val="0"/>
              </a:spcBef>
              <a:spcAft>
                <a:spcPts val="0"/>
              </a:spcAft>
            </a:pPr>
            <a:r>
              <a:rPr lang="en-GB" sz="1050" b="0" i="0" dirty="0">
                <a:solidFill>
                  <a:srgbClr val="3D3B49"/>
                </a:solidFill>
                <a:effectLst/>
              </a:rPr>
              <a:t>small,</a:t>
            </a:r>
          </a:p>
          <a:p>
            <a:pPr lvl="1" fontAlgn="auto">
              <a:lnSpc>
                <a:spcPct val="120000"/>
              </a:lnSpc>
              <a:spcBef>
                <a:spcPts val="0"/>
              </a:spcBef>
              <a:spcAft>
                <a:spcPts val="0"/>
              </a:spcAft>
            </a:pPr>
            <a:r>
              <a:rPr lang="en-GB" sz="1050" b="0" i="0" dirty="0">
                <a:solidFill>
                  <a:srgbClr val="3D3B49"/>
                </a:solidFill>
                <a:effectLst/>
              </a:rPr>
              <a:t>medium, and </a:t>
            </a:r>
          </a:p>
          <a:p>
            <a:pPr lvl="1" fontAlgn="auto">
              <a:lnSpc>
                <a:spcPct val="120000"/>
              </a:lnSpc>
              <a:spcBef>
                <a:spcPts val="0"/>
              </a:spcBef>
              <a:spcAft>
                <a:spcPts val="0"/>
              </a:spcAft>
            </a:pPr>
            <a:r>
              <a:rPr lang="en-GB" sz="1050" b="0" i="0" dirty="0">
                <a:solidFill>
                  <a:srgbClr val="3D3B49"/>
                </a:solidFill>
                <a:effectLst/>
              </a:rPr>
              <a:t>large</a:t>
            </a:r>
          </a:p>
          <a:p>
            <a:pPr marL="0" indent="0" defTabSz="354013" fontAlgn="auto">
              <a:lnSpc>
                <a:spcPct val="120000"/>
              </a:lnSpc>
              <a:spcBef>
                <a:spcPts val="0"/>
              </a:spcBef>
              <a:spcAft>
                <a:spcPts val="0"/>
              </a:spcAft>
              <a:buNone/>
            </a:pPr>
            <a:r>
              <a:rPr lang="en-GB" sz="1200" b="0" i="0" dirty="0">
                <a:solidFill>
                  <a:srgbClr val="3D3B49"/>
                </a:solidFill>
                <a:effectLst/>
              </a:rPr>
              <a:t>	suggesting three conditions</a:t>
            </a:r>
          </a:p>
          <a:p>
            <a:pPr marL="0" indent="0" defTabSz="354013" fontAlgn="auto">
              <a:lnSpc>
                <a:spcPct val="120000"/>
              </a:lnSpc>
              <a:spcBef>
                <a:spcPts val="0"/>
              </a:spcBef>
              <a:spcAft>
                <a:spcPts val="0"/>
              </a:spcAft>
              <a:buNone/>
            </a:pPr>
            <a:endParaRPr lang="en-GB" sz="1200" b="0" i="0" dirty="0">
              <a:solidFill>
                <a:srgbClr val="3D3B49"/>
              </a:solidFill>
              <a:effectLst/>
            </a:endParaRPr>
          </a:p>
          <a:p>
            <a:pPr marL="0" indent="0" defTabSz="354013" fontAlgn="auto">
              <a:lnSpc>
                <a:spcPct val="120000"/>
              </a:lnSpc>
              <a:spcBef>
                <a:spcPts val="0"/>
              </a:spcBef>
              <a:spcAft>
                <a:spcPts val="0"/>
              </a:spcAft>
              <a:buNone/>
            </a:pPr>
            <a:r>
              <a:rPr lang="en-GB" sz="1200" b="0" i="0" dirty="0">
                <a:solidFill>
                  <a:srgbClr val="3D3B49"/>
                </a:solidFill>
                <a:effectLst/>
              </a:rPr>
              <a:t>Since we need to test each combination of values of the two independent variables, combining the two independent variables results in a total of nine (3 × 3 = 9) conditions in the experiment.</a:t>
            </a:r>
            <a:endParaRPr lang="en-GB" sz="3600" b="1" dirty="0">
              <a:solidFill>
                <a:schemeClr val="tx1">
                  <a:lumMod val="85000"/>
                  <a:lumOff val="15000"/>
                </a:schemeClr>
              </a:solidFill>
            </a:endParaRPr>
          </a:p>
        </p:txBody>
      </p:sp>
      <p:sp>
        <p:nvSpPr>
          <p:cNvPr id="4" name="Footer Placeholder 3">
            <a:extLst>
              <a:ext uri="{FF2B5EF4-FFF2-40B4-BE49-F238E27FC236}">
                <a16:creationId xmlns:a16="http://schemas.microsoft.com/office/drawing/2014/main" id="{42B4E6A2-1688-6958-188C-CEDD90CF84F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31B0D4F-38A1-345A-EF34-B39427D0AC11}"/>
              </a:ext>
            </a:extLst>
          </p:cNvPr>
          <p:cNvSpPr>
            <a:spLocks noGrp="1"/>
          </p:cNvSpPr>
          <p:nvPr>
            <p:ph type="sldNum" sz="quarter" idx="4"/>
          </p:nvPr>
        </p:nvSpPr>
        <p:spPr/>
        <p:txBody>
          <a:bodyPr/>
          <a:lstStyle/>
          <a:p>
            <a:fld id="{9FD7ECCF-50E7-4327-B945-FA93FF7B2BEF}" type="slidenum">
              <a:rPr lang="en-US" smtClean="0"/>
              <a:pPr/>
              <a:t>54</a:t>
            </a:fld>
            <a:r>
              <a:rPr lang="en-GB"/>
              <a:t>/70</a:t>
            </a:r>
            <a:endParaRPr lang="en-US" dirty="0"/>
          </a:p>
        </p:txBody>
      </p:sp>
    </p:spTree>
    <p:extLst>
      <p:ext uri="{BB962C8B-B14F-4D97-AF65-F5344CB8AC3E}">
        <p14:creationId xmlns:p14="http://schemas.microsoft.com/office/powerpoint/2010/main" val="8835411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Experiment characteristics&#10;">
            <a:extLst>
              <a:ext uri="{FF2B5EF4-FFF2-40B4-BE49-F238E27FC236}">
                <a16:creationId xmlns:a16="http://schemas.microsoft.com/office/drawing/2014/main" id="{4EA45C8C-C663-8B0D-BAD3-4D7529644276}"/>
              </a:ext>
            </a:extLst>
          </p:cNvPr>
          <p:cNvPicPr>
            <a:picLocks noChangeAspect="1"/>
          </p:cNvPicPr>
          <p:nvPr/>
        </p:nvPicPr>
        <p:blipFill>
          <a:blip r:embed="rId2"/>
          <a:stretch>
            <a:fillRect/>
          </a:stretch>
        </p:blipFill>
        <p:spPr>
          <a:xfrm>
            <a:off x="467544" y="2428088"/>
            <a:ext cx="3905996" cy="2001823"/>
          </a:xfrm>
          <a:prstGeom prst="rect">
            <a:avLst/>
          </a:prstGeom>
        </p:spPr>
      </p:pic>
      <p:sp>
        <p:nvSpPr>
          <p:cNvPr id="8" name="Content Placeholder 2">
            <a:extLst>
              <a:ext uri="{FF2B5EF4-FFF2-40B4-BE49-F238E27FC236}">
                <a16:creationId xmlns:a16="http://schemas.microsoft.com/office/drawing/2014/main" id="{35022FA4-3072-4458-AC9E-13CBAA5BAC3C}"/>
              </a:ext>
            </a:extLst>
          </p:cNvPr>
          <p:cNvSpPr txBox="1">
            <a:spLocks/>
          </p:cNvSpPr>
          <p:nvPr/>
        </p:nvSpPr>
        <p:spPr>
          <a:xfrm>
            <a:off x="5148064" y="116632"/>
            <a:ext cx="3809848" cy="6131574"/>
          </a:xfrm>
          <a:prstGeom prst="rect">
            <a:avLst/>
          </a:prstGeom>
          <a:solidFill>
            <a:schemeClr val="accent1">
              <a:lumMod val="20000"/>
              <a:lumOff val="80000"/>
            </a:schemeClr>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lnSpc>
                <a:spcPct val="120000"/>
              </a:lnSpc>
              <a:spcBef>
                <a:spcPts val="0"/>
              </a:spcBef>
              <a:spcAft>
                <a:spcPts val="0"/>
              </a:spcAft>
              <a:buNone/>
            </a:pPr>
            <a:r>
              <a:rPr lang="en-GB" sz="1600" b="1" i="1" dirty="0">
                <a:solidFill>
                  <a:srgbClr val="3D3B49"/>
                </a:solidFill>
                <a:effectLst/>
              </a:rPr>
              <a:t>Example</a:t>
            </a:r>
            <a:endParaRPr lang="en-GB" sz="1600" i="1" dirty="0">
              <a:solidFill>
                <a:srgbClr val="3D3B49"/>
              </a:solidFill>
            </a:endParaRPr>
          </a:p>
          <a:p>
            <a:pPr fontAlgn="auto">
              <a:lnSpc>
                <a:spcPct val="120000"/>
              </a:lnSpc>
              <a:spcBef>
                <a:spcPts val="0"/>
              </a:spcBef>
              <a:spcAft>
                <a:spcPts val="0"/>
              </a:spcAft>
            </a:pPr>
            <a:r>
              <a:rPr lang="en-GB" sz="1600" b="0" i="1" dirty="0">
                <a:solidFill>
                  <a:srgbClr val="3D3B49"/>
                </a:solidFill>
                <a:effectLst/>
              </a:rPr>
              <a:t>Hypothesis - There is no difference between the </a:t>
            </a:r>
            <a:r>
              <a:rPr lang="en-GB" sz="1600" b="1" i="1" dirty="0">
                <a:solidFill>
                  <a:srgbClr val="3D3B49"/>
                </a:solidFill>
                <a:effectLst/>
              </a:rPr>
              <a:t>target selection speed </a:t>
            </a:r>
            <a:r>
              <a:rPr lang="en-GB" sz="1600" b="0" i="1" dirty="0">
                <a:solidFill>
                  <a:srgbClr val="3D3B49"/>
                </a:solidFill>
                <a:effectLst/>
              </a:rPr>
              <a:t>when using a </a:t>
            </a:r>
            <a:r>
              <a:rPr lang="en-GB" sz="1600" b="1" i="1" dirty="0">
                <a:solidFill>
                  <a:srgbClr val="3D3B49"/>
                </a:solidFill>
                <a:effectLst/>
              </a:rPr>
              <a:t>mouse</a:t>
            </a:r>
            <a:r>
              <a:rPr lang="en-GB" sz="1600" b="0" i="1" dirty="0">
                <a:solidFill>
                  <a:srgbClr val="3D3B49"/>
                </a:solidFill>
                <a:effectLst/>
              </a:rPr>
              <a:t>, a </a:t>
            </a:r>
            <a:r>
              <a:rPr lang="en-GB" sz="1600" b="1" i="1" dirty="0">
                <a:solidFill>
                  <a:srgbClr val="3D3B49"/>
                </a:solidFill>
                <a:effectLst/>
              </a:rPr>
              <a:t>joystick</a:t>
            </a:r>
            <a:r>
              <a:rPr lang="en-GB" sz="1600" b="0" i="1" dirty="0">
                <a:solidFill>
                  <a:srgbClr val="3D3B49"/>
                </a:solidFill>
                <a:effectLst/>
              </a:rPr>
              <a:t>, or a </a:t>
            </a:r>
            <a:r>
              <a:rPr lang="en-GB" sz="1600" b="1" i="1" dirty="0">
                <a:solidFill>
                  <a:srgbClr val="3D3B49"/>
                </a:solidFill>
                <a:effectLst/>
              </a:rPr>
              <a:t>trackball</a:t>
            </a:r>
            <a:r>
              <a:rPr lang="en-GB" sz="1600" b="0" i="1" dirty="0">
                <a:solidFill>
                  <a:srgbClr val="3D3B49"/>
                </a:solidFill>
                <a:effectLst/>
              </a:rPr>
              <a:t> to select </a:t>
            </a:r>
            <a:r>
              <a:rPr lang="en-GB" sz="1600" b="1" i="1" dirty="0">
                <a:solidFill>
                  <a:srgbClr val="3D3B49"/>
                </a:solidFill>
                <a:effectLst/>
              </a:rPr>
              <a:t>icons of different sizes </a:t>
            </a:r>
            <a:r>
              <a:rPr lang="en-GB" sz="1600" b="0" i="1" dirty="0">
                <a:solidFill>
                  <a:srgbClr val="3D3B49"/>
                </a:solidFill>
                <a:effectLst/>
              </a:rPr>
              <a:t>(small, medium, and large)</a:t>
            </a:r>
          </a:p>
          <a:p>
            <a:pPr fontAlgn="auto">
              <a:lnSpc>
                <a:spcPct val="120000"/>
              </a:lnSpc>
              <a:spcBef>
                <a:spcPts val="0"/>
              </a:spcBef>
              <a:spcAft>
                <a:spcPts val="0"/>
              </a:spcAft>
            </a:pPr>
            <a:endParaRPr lang="en-GB" sz="1600" i="1" dirty="0">
              <a:solidFill>
                <a:srgbClr val="3D3B49"/>
              </a:solidFill>
            </a:endParaRPr>
          </a:p>
          <a:p>
            <a:pPr fontAlgn="auto">
              <a:lnSpc>
                <a:spcPct val="120000"/>
              </a:lnSpc>
              <a:spcBef>
                <a:spcPts val="0"/>
              </a:spcBef>
              <a:spcAft>
                <a:spcPts val="0"/>
              </a:spcAft>
            </a:pPr>
            <a:r>
              <a:rPr lang="en-GB" sz="1200" b="0" i="0" dirty="0">
                <a:solidFill>
                  <a:srgbClr val="3D3B49"/>
                </a:solidFill>
                <a:effectLst/>
              </a:rPr>
              <a:t>Since we need to test each combination of values of the two independent variables, combining the two independent variables results in a total of nine (3 × 3 = 9) conditions in the experiment.</a:t>
            </a:r>
            <a:endParaRPr lang="en-GB" sz="3600" b="1" dirty="0">
              <a:solidFill>
                <a:schemeClr val="tx1">
                  <a:lumMod val="85000"/>
                  <a:lumOff val="15000"/>
                </a:schemeClr>
              </a:solidFill>
            </a:endParaRPr>
          </a:p>
          <a:p>
            <a:pPr fontAlgn="auto">
              <a:lnSpc>
                <a:spcPct val="120000"/>
              </a:lnSpc>
              <a:spcBef>
                <a:spcPts val="0"/>
              </a:spcBef>
              <a:spcAft>
                <a:spcPts val="0"/>
              </a:spcAft>
            </a:pPr>
            <a:endParaRPr lang="en-GB" sz="1200" b="0" i="0" dirty="0">
              <a:solidFill>
                <a:srgbClr val="3D3B49"/>
              </a:solidFill>
              <a:effectLst/>
            </a:endParaRPr>
          </a:p>
          <a:p>
            <a:pPr fontAlgn="auto">
              <a:lnSpc>
                <a:spcPct val="120000"/>
              </a:lnSpc>
              <a:spcBef>
                <a:spcPts val="0"/>
              </a:spcBef>
              <a:spcAft>
                <a:spcPts val="0"/>
              </a:spcAft>
            </a:pPr>
            <a:r>
              <a:rPr lang="en-GB" sz="1200" b="0" i="0" dirty="0">
                <a:solidFill>
                  <a:srgbClr val="3D3B49"/>
                </a:solidFill>
                <a:effectLst/>
              </a:rPr>
              <a:t>How are we going to assign users to those 9 conditions?</a:t>
            </a:r>
          </a:p>
          <a:p>
            <a:pPr fontAlgn="auto">
              <a:lnSpc>
                <a:spcPct val="120000"/>
              </a:lnSpc>
              <a:spcBef>
                <a:spcPts val="0"/>
              </a:spcBef>
              <a:spcAft>
                <a:spcPts val="0"/>
              </a:spcAft>
            </a:pPr>
            <a:endParaRPr lang="en-GB" sz="1200" dirty="0">
              <a:solidFill>
                <a:srgbClr val="3D3B49"/>
              </a:solidFill>
            </a:endParaRPr>
          </a:p>
          <a:p>
            <a:pPr marL="365760" lvl="1" indent="0" fontAlgn="auto">
              <a:lnSpc>
                <a:spcPct val="120000"/>
              </a:lnSpc>
              <a:spcBef>
                <a:spcPts val="0"/>
              </a:spcBef>
              <a:spcAft>
                <a:spcPts val="0"/>
              </a:spcAft>
              <a:buNone/>
            </a:pPr>
            <a:r>
              <a:rPr lang="en-GB" sz="1400" b="0" i="0" dirty="0">
                <a:solidFill>
                  <a:srgbClr val="3D3B49"/>
                </a:solidFill>
                <a:effectLst/>
              </a:rPr>
              <a:t>Randomly? [</a:t>
            </a:r>
            <a:r>
              <a:rPr lang="en-GB" sz="1400" b="1" i="0" dirty="0">
                <a:solidFill>
                  <a:srgbClr val="3D3B49"/>
                </a:solidFill>
                <a:effectLst/>
              </a:rPr>
              <a:t>true experiment</a:t>
            </a:r>
            <a:r>
              <a:rPr lang="en-GB" sz="1400" b="0" i="0" dirty="0">
                <a:solidFill>
                  <a:srgbClr val="3D3B49"/>
                </a:solidFill>
                <a:effectLst/>
              </a:rPr>
              <a:t>]</a:t>
            </a:r>
          </a:p>
          <a:p>
            <a:pPr marL="320040" lvl="1" indent="0" fontAlgn="auto">
              <a:lnSpc>
                <a:spcPct val="120000"/>
              </a:lnSpc>
              <a:spcBef>
                <a:spcPts val="0"/>
              </a:spcBef>
              <a:spcAft>
                <a:spcPts val="0"/>
              </a:spcAft>
              <a:buNone/>
            </a:pPr>
            <a:r>
              <a:rPr lang="en-GB" sz="1400" dirty="0">
                <a:solidFill>
                  <a:srgbClr val="3D3B49"/>
                </a:solidFill>
              </a:rPr>
              <a:t>or</a:t>
            </a:r>
            <a:endParaRPr lang="en-GB" sz="1400" b="0" i="0" dirty="0">
              <a:solidFill>
                <a:srgbClr val="3D3B49"/>
              </a:solidFill>
              <a:effectLst/>
            </a:endParaRPr>
          </a:p>
          <a:p>
            <a:pPr marL="365760" lvl="1" indent="0" fontAlgn="auto">
              <a:lnSpc>
                <a:spcPct val="120000"/>
              </a:lnSpc>
              <a:spcBef>
                <a:spcPts val="0"/>
              </a:spcBef>
              <a:spcAft>
                <a:spcPts val="0"/>
              </a:spcAft>
              <a:buNone/>
            </a:pPr>
            <a:r>
              <a:rPr lang="en-GB" sz="1400" dirty="0">
                <a:solidFill>
                  <a:srgbClr val="3D3B49"/>
                </a:solidFill>
              </a:rPr>
              <a:t>Based on what type of devices do they use more frequently? Mouse, joystick, or trackball? – categorise the users based on prior experience </a:t>
            </a:r>
            <a:r>
              <a:rPr lang="en-GB" sz="1400" b="0" i="0" dirty="0">
                <a:solidFill>
                  <a:srgbClr val="3D3B49"/>
                </a:solidFill>
                <a:effectLst/>
              </a:rPr>
              <a:t>[</a:t>
            </a:r>
            <a:r>
              <a:rPr lang="en-GB" sz="1400" b="1" i="0" dirty="0">
                <a:solidFill>
                  <a:srgbClr val="3D3B49"/>
                </a:solidFill>
                <a:effectLst/>
              </a:rPr>
              <a:t>quasi-experiment</a:t>
            </a:r>
            <a:r>
              <a:rPr lang="en-GB" sz="1400" b="0" i="0" dirty="0">
                <a:solidFill>
                  <a:srgbClr val="3D3B49"/>
                </a:solidFill>
                <a:effectLst/>
              </a:rPr>
              <a:t>]</a:t>
            </a:r>
          </a:p>
          <a:p>
            <a:pPr marL="365760" lvl="1" indent="0" fontAlgn="auto">
              <a:lnSpc>
                <a:spcPct val="120000"/>
              </a:lnSpc>
              <a:spcBef>
                <a:spcPts val="0"/>
              </a:spcBef>
              <a:spcAft>
                <a:spcPts val="0"/>
              </a:spcAft>
              <a:buNone/>
            </a:pPr>
            <a:endParaRPr lang="en-GB" sz="1400" dirty="0">
              <a:solidFill>
                <a:srgbClr val="3D3B49"/>
              </a:solidFill>
            </a:endParaRPr>
          </a:p>
        </p:txBody>
      </p:sp>
      <p:sp>
        <p:nvSpPr>
          <p:cNvPr id="9" name="Title 1">
            <a:extLst>
              <a:ext uri="{FF2B5EF4-FFF2-40B4-BE49-F238E27FC236}">
                <a16:creationId xmlns:a16="http://schemas.microsoft.com/office/drawing/2014/main" id="{BEA1DD91-FEE4-96C5-90A9-F7593BD50271}"/>
              </a:ext>
            </a:extLst>
          </p:cNvPr>
          <p:cNvSpPr txBox="1">
            <a:spLocks/>
          </p:cNvSpPr>
          <p:nvPr/>
        </p:nvSpPr>
        <p:spPr>
          <a:xfrm>
            <a:off x="576263" y="75948"/>
            <a:ext cx="4607424" cy="990600"/>
          </a:xfrm>
          <a:prstGeom prst="rect">
            <a:avLst/>
          </a:prstGeom>
        </p:spPr>
        <p:txBody>
          <a:bodyPr vert="horz" anchor="ctr">
            <a:normAutofit fontScale="82500" lnSpcReduction="100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lnSpc>
                <a:spcPts val="3500"/>
              </a:lnSpc>
              <a:spcAft>
                <a:spcPts val="0"/>
              </a:spcAft>
            </a:pPr>
            <a:r>
              <a:rPr lang="en-GB" dirty="0"/>
              <a:t>Experiment characteristics</a:t>
            </a:r>
          </a:p>
        </p:txBody>
      </p:sp>
      <p:sp>
        <p:nvSpPr>
          <p:cNvPr id="10" name="TextBox 9">
            <a:extLst>
              <a:ext uri="{FF2B5EF4-FFF2-40B4-BE49-F238E27FC236}">
                <a16:creationId xmlns:a16="http://schemas.microsoft.com/office/drawing/2014/main" id="{AC7BAE18-7DA2-7AF5-684F-245E132C42DE}"/>
              </a:ext>
            </a:extLst>
          </p:cNvPr>
          <p:cNvSpPr txBox="1"/>
          <p:nvPr/>
        </p:nvSpPr>
        <p:spPr>
          <a:xfrm>
            <a:off x="2235608" y="4686757"/>
            <a:ext cx="2695386" cy="738664"/>
          </a:xfrm>
          <a:prstGeom prst="rect">
            <a:avLst/>
          </a:prstGeom>
          <a:noFill/>
        </p:spPr>
        <p:txBody>
          <a:bodyPr wrap="square" rtlCol="0">
            <a:spAutoFit/>
          </a:bodyPr>
          <a:lstStyle/>
          <a:p>
            <a:pPr algn="r"/>
            <a:r>
              <a:rPr lang="en-GB" sz="1400" dirty="0">
                <a:solidFill>
                  <a:srgbClr val="3D3B49"/>
                </a:solidFill>
                <a:latin typeface="+mn-lt"/>
              </a:rPr>
              <a:t>researchers measure variables as they naturally occur without any further manipulation</a:t>
            </a:r>
          </a:p>
        </p:txBody>
      </p:sp>
      <p:cxnSp>
        <p:nvCxnSpPr>
          <p:cNvPr id="12" name="Straight Arrow Connector 11">
            <a:extLst>
              <a:ext uri="{FF2B5EF4-FFF2-40B4-BE49-F238E27FC236}">
                <a16:creationId xmlns:a16="http://schemas.microsoft.com/office/drawing/2014/main" id="{077A0553-9E0B-9D47-7D01-3DF97D691116}"/>
              </a:ext>
            </a:extLst>
          </p:cNvPr>
          <p:cNvCxnSpPr/>
          <p:nvPr/>
        </p:nvCxnSpPr>
        <p:spPr>
          <a:xfrm>
            <a:off x="3707904" y="4429911"/>
            <a:ext cx="0" cy="259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E1E268B4-0150-B179-1BB8-14C0FA36CD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F946158-B219-1099-5565-3F13F384F3BD}"/>
              </a:ext>
            </a:extLst>
          </p:cNvPr>
          <p:cNvSpPr>
            <a:spLocks noGrp="1"/>
          </p:cNvSpPr>
          <p:nvPr>
            <p:ph type="sldNum" sz="quarter" idx="4"/>
          </p:nvPr>
        </p:nvSpPr>
        <p:spPr/>
        <p:txBody>
          <a:bodyPr/>
          <a:lstStyle/>
          <a:p>
            <a:fld id="{9FD7ECCF-50E7-4327-B945-FA93FF7B2BEF}" type="slidenum">
              <a:rPr lang="en-US" smtClean="0"/>
              <a:pPr/>
              <a:t>55</a:t>
            </a:fld>
            <a:r>
              <a:rPr lang="en-GB"/>
              <a:t>/70</a:t>
            </a:r>
            <a:endParaRPr lang="en-US" dirty="0"/>
          </a:p>
        </p:txBody>
      </p:sp>
    </p:spTree>
    <p:extLst>
      <p:ext uri="{BB962C8B-B14F-4D97-AF65-F5344CB8AC3E}">
        <p14:creationId xmlns:p14="http://schemas.microsoft.com/office/powerpoint/2010/main" val="506191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5BCB912-17C0-EF2C-B803-D7072CC26C89}"/>
              </a:ext>
            </a:extLst>
          </p:cNvPr>
          <p:cNvSpPr>
            <a:spLocks noGrp="1"/>
          </p:cNvSpPr>
          <p:nvPr>
            <p:ph type="title"/>
          </p:nvPr>
        </p:nvSpPr>
        <p:spPr/>
        <p:txBody>
          <a:bodyPr/>
          <a:lstStyle/>
          <a:p>
            <a:r>
              <a:rPr lang="en-GB" dirty="0"/>
              <a:t>Type of Experiment Design</a:t>
            </a:r>
          </a:p>
        </p:txBody>
      </p:sp>
      <p:graphicFrame>
        <p:nvGraphicFramePr>
          <p:cNvPr id="12" name="Table 11">
            <a:extLst>
              <a:ext uri="{FF2B5EF4-FFF2-40B4-BE49-F238E27FC236}">
                <a16:creationId xmlns:a16="http://schemas.microsoft.com/office/drawing/2014/main" id="{074D857B-68DD-BAC4-DD2B-B590DDEF7BFE}"/>
              </a:ext>
            </a:extLst>
          </p:cNvPr>
          <p:cNvGraphicFramePr>
            <a:graphicFrameLocks noGrp="1"/>
          </p:cNvGraphicFramePr>
          <p:nvPr>
            <p:extLst>
              <p:ext uri="{D42A27DB-BD31-4B8C-83A1-F6EECF244321}">
                <p14:modId xmlns:p14="http://schemas.microsoft.com/office/powerpoint/2010/main" val="2303494971"/>
              </p:ext>
            </p:extLst>
          </p:nvPr>
        </p:nvGraphicFramePr>
        <p:xfrm>
          <a:off x="3677198" y="4490524"/>
          <a:ext cx="4927248" cy="1165860"/>
        </p:xfrm>
        <a:graphic>
          <a:graphicData uri="http://schemas.openxmlformats.org/drawingml/2006/table">
            <a:tbl>
              <a:tblPr firstRow="1" bandRow="1">
                <a:tableStyleId>{21E4AEA4-8DFA-4A89-87EB-49C32662AFE0}</a:tableStyleId>
              </a:tblPr>
              <a:tblGrid>
                <a:gridCol w="1642416">
                  <a:extLst>
                    <a:ext uri="{9D8B030D-6E8A-4147-A177-3AD203B41FA5}">
                      <a16:colId xmlns:a16="http://schemas.microsoft.com/office/drawing/2014/main" val="3648404632"/>
                    </a:ext>
                  </a:extLst>
                </a:gridCol>
                <a:gridCol w="1642416">
                  <a:extLst>
                    <a:ext uri="{9D8B030D-6E8A-4147-A177-3AD203B41FA5}">
                      <a16:colId xmlns:a16="http://schemas.microsoft.com/office/drawing/2014/main" val="358174394"/>
                    </a:ext>
                  </a:extLst>
                </a:gridCol>
                <a:gridCol w="1642416">
                  <a:extLst>
                    <a:ext uri="{9D8B030D-6E8A-4147-A177-3AD203B41FA5}">
                      <a16:colId xmlns:a16="http://schemas.microsoft.com/office/drawing/2014/main" val="843321065"/>
                    </a:ext>
                  </a:extLst>
                </a:gridCol>
              </a:tblGrid>
              <a:tr h="2193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small icons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medium icons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large icons</a:t>
                      </a:r>
                    </a:p>
                  </a:txBody>
                  <a:tcPr/>
                </a:tc>
                <a:extLst>
                  <a:ext uri="{0D108BD9-81ED-4DB2-BD59-A6C34878D82A}">
                    <a16:rowId xmlns:a16="http://schemas.microsoft.com/office/drawing/2014/main" val="2567752856"/>
                  </a:ext>
                </a:extLst>
              </a:tr>
              <a:tr h="149093">
                <a:tc>
                  <a:txBody>
                    <a:bodyPr/>
                    <a:lstStyle/>
                    <a:p>
                      <a:pPr algn="ctr"/>
                      <a:r>
                        <a:rPr lang="en-GB" sz="1050" dirty="0"/>
                        <a:t>mouse</a:t>
                      </a:r>
                    </a:p>
                  </a:txBody>
                  <a:tcPr/>
                </a:tc>
                <a:tc>
                  <a:txBody>
                    <a:bodyPr/>
                    <a:lstStyle/>
                    <a:p>
                      <a:pPr algn="ctr"/>
                      <a:r>
                        <a:rPr lang="en-GB" sz="1050" dirty="0"/>
                        <a:t>mouse</a:t>
                      </a:r>
                    </a:p>
                  </a:txBody>
                  <a:tcPr/>
                </a:tc>
                <a:tc>
                  <a:txBody>
                    <a:bodyPr/>
                    <a:lstStyle/>
                    <a:p>
                      <a:pPr algn="ctr"/>
                      <a:r>
                        <a:rPr lang="en-GB" sz="1050" dirty="0"/>
                        <a:t>mouse</a:t>
                      </a:r>
                    </a:p>
                  </a:txBody>
                  <a:tcPr/>
                </a:tc>
                <a:extLst>
                  <a:ext uri="{0D108BD9-81ED-4DB2-BD59-A6C34878D82A}">
                    <a16:rowId xmlns:a16="http://schemas.microsoft.com/office/drawing/2014/main" val="3530495792"/>
                  </a:ext>
                </a:extLst>
              </a:tr>
              <a:tr h="207073">
                <a:tc>
                  <a:txBody>
                    <a:bodyPr/>
                    <a:lstStyle/>
                    <a:p>
                      <a:pPr algn="ctr"/>
                      <a:r>
                        <a:rPr lang="en-GB" sz="1050" dirty="0"/>
                        <a:t>joystick</a:t>
                      </a:r>
                      <a:endParaRPr lang="en-GB" dirty="0"/>
                    </a:p>
                  </a:txBody>
                  <a:tcPr/>
                </a:tc>
                <a:tc>
                  <a:txBody>
                    <a:bodyPr/>
                    <a:lstStyle/>
                    <a:p>
                      <a:pPr algn="ctr"/>
                      <a:r>
                        <a:rPr lang="en-GB" sz="1050" dirty="0"/>
                        <a:t>joystick</a:t>
                      </a:r>
                      <a:endParaRPr lang="en-GB" dirty="0"/>
                    </a:p>
                  </a:txBody>
                  <a:tcPr/>
                </a:tc>
                <a:tc>
                  <a:txBody>
                    <a:bodyPr/>
                    <a:lstStyle/>
                    <a:p>
                      <a:pPr algn="ctr"/>
                      <a:r>
                        <a:rPr lang="en-GB" sz="1050" dirty="0"/>
                        <a:t>joystick</a:t>
                      </a:r>
                      <a:endParaRPr lang="en-GB" dirty="0"/>
                    </a:p>
                  </a:txBody>
                  <a:tcPr/>
                </a:tc>
                <a:extLst>
                  <a:ext uri="{0D108BD9-81ED-4DB2-BD59-A6C34878D82A}">
                    <a16:rowId xmlns:a16="http://schemas.microsoft.com/office/drawing/2014/main" val="3058694035"/>
                  </a:ext>
                </a:extLst>
              </a:tr>
              <a:tr h="134033">
                <a:tc>
                  <a:txBody>
                    <a:bodyPr/>
                    <a:lstStyle/>
                    <a:p>
                      <a:pPr algn="ctr"/>
                      <a:r>
                        <a:rPr lang="en-GB" sz="1050" dirty="0"/>
                        <a:t>trackball</a:t>
                      </a:r>
                      <a:endParaRPr lang="en-GB" dirty="0"/>
                    </a:p>
                  </a:txBody>
                  <a:tcPr/>
                </a:tc>
                <a:tc>
                  <a:txBody>
                    <a:bodyPr/>
                    <a:lstStyle/>
                    <a:p>
                      <a:pPr algn="ctr"/>
                      <a:r>
                        <a:rPr lang="en-GB" sz="1050" dirty="0"/>
                        <a:t>trackball</a:t>
                      </a:r>
                      <a:endParaRPr lang="en-GB" dirty="0"/>
                    </a:p>
                  </a:txBody>
                  <a:tcPr/>
                </a:tc>
                <a:tc>
                  <a:txBody>
                    <a:bodyPr/>
                    <a:lstStyle/>
                    <a:p>
                      <a:pPr algn="ctr"/>
                      <a:r>
                        <a:rPr lang="en-GB" sz="1050" dirty="0"/>
                        <a:t>trackball</a:t>
                      </a:r>
                      <a:endParaRPr lang="en-GB" dirty="0"/>
                    </a:p>
                  </a:txBody>
                  <a:tcPr/>
                </a:tc>
                <a:extLst>
                  <a:ext uri="{0D108BD9-81ED-4DB2-BD59-A6C34878D82A}">
                    <a16:rowId xmlns:a16="http://schemas.microsoft.com/office/drawing/2014/main" val="1541996765"/>
                  </a:ext>
                </a:extLst>
              </a:tr>
            </a:tbl>
          </a:graphicData>
        </a:graphic>
      </p:graphicFrame>
      <p:pic>
        <p:nvPicPr>
          <p:cNvPr id="14" name="Picture 13" descr="between - subject design">
            <a:extLst>
              <a:ext uri="{FF2B5EF4-FFF2-40B4-BE49-F238E27FC236}">
                <a16:creationId xmlns:a16="http://schemas.microsoft.com/office/drawing/2014/main" id="{5961B02F-EBA3-6049-DECA-7F5900CCEE7E}"/>
              </a:ext>
            </a:extLst>
          </p:cNvPr>
          <p:cNvPicPr>
            <a:picLocks noChangeAspect="1"/>
          </p:cNvPicPr>
          <p:nvPr/>
        </p:nvPicPr>
        <p:blipFill>
          <a:blip r:embed="rId2"/>
          <a:stretch>
            <a:fillRect/>
          </a:stretch>
        </p:blipFill>
        <p:spPr>
          <a:xfrm>
            <a:off x="409381" y="1883139"/>
            <a:ext cx="2634995" cy="1512316"/>
          </a:xfrm>
          <a:prstGeom prst="rect">
            <a:avLst/>
          </a:prstGeom>
        </p:spPr>
      </p:pic>
      <p:pic>
        <p:nvPicPr>
          <p:cNvPr id="15" name="Picture 14" descr="within-subject design">
            <a:extLst>
              <a:ext uri="{FF2B5EF4-FFF2-40B4-BE49-F238E27FC236}">
                <a16:creationId xmlns:a16="http://schemas.microsoft.com/office/drawing/2014/main" id="{BCC68B38-6531-30CB-D471-62E2DE15B4E2}"/>
              </a:ext>
            </a:extLst>
          </p:cNvPr>
          <p:cNvPicPr>
            <a:picLocks noChangeAspect="1"/>
          </p:cNvPicPr>
          <p:nvPr/>
        </p:nvPicPr>
        <p:blipFill>
          <a:blip r:embed="rId3"/>
          <a:stretch>
            <a:fillRect/>
          </a:stretch>
        </p:blipFill>
        <p:spPr>
          <a:xfrm>
            <a:off x="323528" y="4595178"/>
            <a:ext cx="2720848" cy="990600"/>
          </a:xfrm>
          <a:prstGeom prst="rect">
            <a:avLst/>
          </a:prstGeom>
        </p:spPr>
      </p:pic>
      <p:sp>
        <p:nvSpPr>
          <p:cNvPr id="17" name="TextBox 16">
            <a:extLst>
              <a:ext uri="{FF2B5EF4-FFF2-40B4-BE49-F238E27FC236}">
                <a16:creationId xmlns:a16="http://schemas.microsoft.com/office/drawing/2014/main" id="{214A924E-0CC1-270E-80E7-E38D39C66280}"/>
              </a:ext>
            </a:extLst>
          </p:cNvPr>
          <p:cNvSpPr txBox="1"/>
          <p:nvPr/>
        </p:nvSpPr>
        <p:spPr>
          <a:xfrm>
            <a:off x="3499986" y="1701904"/>
            <a:ext cx="5421082" cy="461665"/>
          </a:xfrm>
          <a:prstGeom prst="rect">
            <a:avLst/>
          </a:prstGeom>
          <a:noFill/>
        </p:spPr>
        <p:txBody>
          <a:bodyPr wrap="square" rtlCol="0">
            <a:spAutoFit/>
          </a:bodyPr>
          <a:lstStyle/>
          <a:p>
            <a:pPr algn="ctr"/>
            <a:r>
              <a:rPr lang="en-GB" dirty="0">
                <a:latin typeface="+mn-lt"/>
              </a:rPr>
              <a:t>9 treatments x 3 conditions = 9 groups</a:t>
            </a:r>
          </a:p>
        </p:txBody>
      </p:sp>
      <p:sp>
        <p:nvSpPr>
          <p:cNvPr id="18" name="TextBox 17">
            <a:extLst>
              <a:ext uri="{FF2B5EF4-FFF2-40B4-BE49-F238E27FC236}">
                <a16:creationId xmlns:a16="http://schemas.microsoft.com/office/drawing/2014/main" id="{863E90AC-28DF-60BA-9BA2-EC7129D05EDF}"/>
              </a:ext>
            </a:extLst>
          </p:cNvPr>
          <p:cNvSpPr txBox="1"/>
          <p:nvPr/>
        </p:nvSpPr>
        <p:spPr>
          <a:xfrm>
            <a:off x="3499986" y="3927886"/>
            <a:ext cx="5421082" cy="461665"/>
          </a:xfrm>
          <a:prstGeom prst="rect">
            <a:avLst/>
          </a:prstGeom>
          <a:noFill/>
        </p:spPr>
        <p:txBody>
          <a:bodyPr wrap="square" rtlCol="0">
            <a:spAutoFit/>
          </a:bodyPr>
          <a:lstStyle/>
          <a:p>
            <a:pPr algn="ctr"/>
            <a:r>
              <a:rPr lang="en-GB" dirty="0">
                <a:latin typeface="+mn-lt"/>
              </a:rPr>
              <a:t>3 treatments = 3 groups</a:t>
            </a:r>
          </a:p>
        </p:txBody>
      </p:sp>
      <p:graphicFrame>
        <p:nvGraphicFramePr>
          <p:cNvPr id="7" name="Table 6">
            <a:extLst>
              <a:ext uri="{FF2B5EF4-FFF2-40B4-BE49-F238E27FC236}">
                <a16:creationId xmlns:a16="http://schemas.microsoft.com/office/drawing/2014/main" id="{17871230-8E20-E287-3270-9B4D2552F4B2}"/>
              </a:ext>
            </a:extLst>
          </p:cNvPr>
          <p:cNvGraphicFramePr>
            <a:graphicFrameLocks noGrp="1"/>
          </p:cNvGraphicFramePr>
          <p:nvPr>
            <p:extLst>
              <p:ext uri="{D42A27DB-BD31-4B8C-83A1-F6EECF244321}">
                <p14:modId xmlns:p14="http://schemas.microsoft.com/office/powerpoint/2010/main" val="3164135329"/>
              </p:ext>
            </p:extLst>
          </p:nvPr>
        </p:nvGraphicFramePr>
        <p:xfrm>
          <a:off x="3677199" y="2241616"/>
          <a:ext cx="4927249" cy="1194114"/>
        </p:xfrm>
        <a:graphic>
          <a:graphicData uri="http://schemas.openxmlformats.org/drawingml/2006/table">
            <a:tbl>
              <a:tblPr firstRow="1" bandRow="1">
                <a:tableStyleId>{21E4AEA4-8DFA-4A89-87EB-49C32662AFE0}</a:tableStyleId>
              </a:tblPr>
              <a:tblGrid>
                <a:gridCol w="1673855">
                  <a:extLst>
                    <a:ext uri="{9D8B030D-6E8A-4147-A177-3AD203B41FA5}">
                      <a16:colId xmlns:a16="http://schemas.microsoft.com/office/drawing/2014/main" val="3648404632"/>
                    </a:ext>
                  </a:extLst>
                </a:gridCol>
                <a:gridCol w="1610978">
                  <a:extLst>
                    <a:ext uri="{9D8B030D-6E8A-4147-A177-3AD203B41FA5}">
                      <a16:colId xmlns:a16="http://schemas.microsoft.com/office/drawing/2014/main" val="358174394"/>
                    </a:ext>
                  </a:extLst>
                </a:gridCol>
                <a:gridCol w="1642416">
                  <a:extLst>
                    <a:ext uri="{9D8B030D-6E8A-4147-A177-3AD203B41FA5}">
                      <a16:colId xmlns:a16="http://schemas.microsoft.com/office/drawing/2014/main" val="843321065"/>
                    </a:ext>
                  </a:extLst>
                </a:gridCol>
              </a:tblGrid>
              <a:tr h="3884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small icons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medium icons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Treatment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large icons</a:t>
                      </a:r>
                    </a:p>
                  </a:txBody>
                  <a:tcPr/>
                </a:tc>
                <a:extLst>
                  <a:ext uri="{0D108BD9-81ED-4DB2-BD59-A6C34878D82A}">
                    <a16:rowId xmlns:a16="http://schemas.microsoft.com/office/drawing/2014/main" val="2567752856"/>
                  </a:ext>
                </a:extLst>
              </a:tr>
              <a:tr h="2797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small icons - mouse</a:t>
                      </a:r>
                    </a:p>
                  </a:txBody>
                  <a:tcPr/>
                </a:tc>
                <a:tc>
                  <a:txBody>
                    <a:bodyPr/>
                    <a:lstStyle/>
                    <a:p>
                      <a:pPr algn="ctr"/>
                      <a:r>
                        <a:rPr lang="en-GB" sz="1050" dirty="0"/>
                        <a:t>medium icons - mouse</a:t>
                      </a:r>
                    </a:p>
                  </a:txBody>
                  <a:tcPr/>
                </a:tc>
                <a:tc>
                  <a:txBody>
                    <a:bodyPr/>
                    <a:lstStyle/>
                    <a:p>
                      <a:pPr algn="ctr"/>
                      <a:r>
                        <a:rPr lang="en-GB" sz="1050" dirty="0"/>
                        <a:t>large icons - mouse</a:t>
                      </a:r>
                    </a:p>
                  </a:txBody>
                  <a:tcPr/>
                </a:tc>
                <a:extLst>
                  <a:ext uri="{0D108BD9-81ED-4DB2-BD59-A6C34878D82A}">
                    <a16:rowId xmlns:a16="http://schemas.microsoft.com/office/drawing/2014/main" val="3530495792"/>
                  </a:ext>
                </a:extLst>
              </a:tr>
              <a:tr h="197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small icons - joystick</a:t>
                      </a:r>
                      <a:endParaRPr lang="en-GB" dirty="0"/>
                    </a:p>
                  </a:txBody>
                  <a:tcPr/>
                </a:tc>
                <a:tc>
                  <a:txBody>
                    <a:bodyPr/>
                    <a:lstStyle/>
                    <a:p>
                      <a:pPr algn="ctr"/>
                      <a:r>
                        <a:rPr lang="en-GB" sz="1050" dirty="0"/>
                        <a:t>medium icons - joystick</a:t>
                      </a:r>
                      <a:endParaRPr lang="en-GB" dirty="0"/>
                    </a:p>
                  </a:txBody>
                  <a:tcPr/>
                </a:tc>
                <a:tc>
                  <a:txBody>
                    <a:bodyPr/>
                    <a:lstStyle/>
                    <a:p>
                      <a:pPr algn="ctr"/>
                      <a:r>
                        <a:rPr lang="en-GB" sz="1050" dirty="0"/>
                        <a:t>large icons - joystick</a:t>
                      </a:r>
                      <a:endParaRPr lang="en-GB" dirty="0"/>
                    </a:p>
                  </a:txBody>
                  <a:tcPr/>
                </a:tc>
                <a:extLst>
                  <a:ext uri="{0D108BD9-81ED-4DB2-BD59-A6C34878D82A}">
                    <a16:rowId xmlns:a16="http://schemas.microsoft.com/office/drawing/2014/main" val="305869403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50" dirty="0"/>
                        <a:t>small icons - trackball</a:t>
                      </a:r>
                      <a:endParaRPr lang="en-GB" dirty="0"/>
                    </a:p>
                  </a:txBody>
                  <a:tcPr/>
                </a:tc>
                <a:tc>
                  <a:txBody>
                    <a:bodyPr/>
                    <a:lstStyle/>
                    <a:p>
                      <a:pPr algn="ctr"/>
                      <a:r>
                        <a:rPr lang="en-GB" sz="1050" dirty="0"/>
                        <a:t>medium icons - trackball</a:t>
                      </a:r>
                      <a:endParaRPr lang="en-GB" dirty="0"/>
                    </a:p>
                  </a:txBody>
                  <a:tcPr/>
                </a:tc>
                <a:tc>
                  <a:txBody>
                    <a:bodyPr/>
                    <a:lstStyle/>
                    <a:p>
                      <a:pPr algn="ctr"/>
                      <a:r>
                        <a:rPr lang="en-GB" sz="1050" dirty="0"/>
                        <a:t>large icons - trackball</a:t>
                      </a:r>
                      <a:endParaRPr lang="en-GB" dirty="0"/>
                    </a:p>
                  </a:txBody>
                  <a:tcPr/>
                </a:tc>
                <a:extLst>
                  <a:ext uri="{0D108BD9-81ED-4DB2-BD59-A6C34878D82A}">
                    <a16:rowId xmlns:a16="http://schemas.microsoft.com/office/drawing/2014/main" val="1541996765"/>
                  </a:ext>
                </a:extLst>
              </a:tr>
            </a:tbl>
          </a:graphicData>
        </a:graphic>
      </p:graphicFrame>
      <p:sp>
        <p:nvSpPr>
          <p:cNvPr id="8" name="Oval 7">
            <a:extLst>
              <a:ext uri="{FF2B5EF4-FFF2-40B4-BE49-F238E27FC236}">
                <a16:creationId xmlns:a16="http://schemas.microsoft.com/office/drawing/2014/main" id="{B7772DFB-D2A5-E2FB-9059-CE0C8D22EDFB}"/>
              </a:ext>
            </a:extLst>
          </p:cNvPr>
          <p:cNvSpPr/>
          <p:nvPr/>
        </p:nvSpPr>
        <p:spPr>
          <a:xfrm>
            <a:off x="2627784" y="3573016"/>
            <a:ext cx="72008" cy="7200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8F6185C-5162-C164-1B86-0EAD25D34FD7}"/>
              </a:ext>
            </a:extLst>
          </p:cNvPr>
          <p:cNvSpPr/>
          <p:nvPr/>
        </p:nvSpPr>
        <p:spPr>
          <a:xfrm>
            <a:off x="2627784" y="3725416"/>
            <a:ext cx="72008" cy="7200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B48C8439-FF3D-2BDD-D184-D5DC5007E119}"/>
              </a:ext>
            </a:extLst>
          </p:cNvPr>
          <p:cNvSpPr/>
          <p:nvPr/>
        </p:nvSpPr>
        <p:spPr>
          <a:xfrm>
            <a:off x="2627784" y="3877816"/>
            <a:ext cx="72008" cy="7200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68DD49E1-F90B-F31F-4006-3F191750C5A3}"/>
              </a:ext>
            </a:extLst>
          </p:cNvPr>
          <p:cNvSpPr/>
          <p:nvPr/>
        </p:nvSpPr>
        <p:spPr>
          <a:xfrm>
            <a:off x="3293330" y="5348280"/>
            <a:ext cx="72008" cy="7200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3D069442-609D-82C6-719F-8713880D2BF6}"/>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BA185302-06C7-5D66-F189-8EBD32CF8D9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C687B347-0A52-5153-00ED-7C3C0D6121D9}"/>
              </a:ext>
            </a:extLst>
          </p:cNvPr>
          <p:cNvSpPr>
            <a:spLocks noGrp="1"/>
          </p:cNvSpPr>
          <p:nvPr>
            <p:ph type="sldNum" sz="quarter" idx="4"/>
          </p:nvPr>
        </p:nvSpPr>
        <p:spPr/>
        <p:txBody>
          <a:bodyPr/>
          <a:lstStyle/>
          <a:p>
            <a:fld id="{9FD7ECCF-50E7-4327-B945-FA93FF7B2BEF}" type="slidenum">
              <a:rPr lang="en-US" smtClean="0"/>
              <a:pPr/>
              <a:t>56</a:t>
            </a:fld>
            <a:r>
              <a:rPr lang="en-GB"/>
              <a:t>/70</a:t>
            </a:r>
            <a:endParaRPr lang="en-US" dirty="0"/>
          </a:p>
        </p:txBody>
      </p:sp>
    </p:spTree>
    <p:extLst>
      <p:ext uri="{BB962C8B-B14F-4D97-AF65-F5344CB8AC3E}">
        <p14:creationId xmlns:p14="http://schemas.microsoft.com/office/powerpoint/2010/main" val="29747936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1844CF0-53B1-A509-2DAF-351CE773F700}"/>
              </a:ext>
            </a:extLst>
          </p:cNvPr>
          <p:cNvSpPr>
            <a:spLocks noGrp="1"/>
          </p:cNvSpPr>
          <p:nvPr>
            <p:ph type="title"/>
          </p:nvPr>
        </p:nvSpPr>
        <p:spPr/>
        <p:txBody>
          <a:bodyPr/>
          <a:lstStyle/>
          <a:p>
            <a:r>
              <a:rPr lang="en-GB" dirty="0"/>
              <a:t>Type of Experiment Design</a:t>
            </a:r>
          </a:p>
        </p:txBody>
      </p:sp>
      <p:graphicFrame>
        <p:nvGraphicFramePr>
          <p:cNvPr id="12" name="Table 12">
            <a:extLst>
              <a:ext uri="{FF2B5EF4-FFF2-40B4-BE49-F238E27FC236}">
                <a16:creationId xmlns:a16="http://schemas.microsoft.com/office/drawing/2014/main" id="{6EF83351-9CBD-D7F5-DEA5-020ED305F790}"/>
              </a:ext>
            </a:extLst>
          </p:cNvPr>
          <p:cNvGraphicFramePr>
            <a:graphicFrameLocks noGrp="1"/>
          </p:cNvGraphicFramePr>
          <p:nvPr>
            <p:ph sz="quarter" idx="1"/>
          </p:nvPr>
        </p:nvGraphicFramePr>
        <p:xfrm>
          <a:off x="612775" y="1600200"/>
          <a:ext cx="8153400" cy="4277072"/>
        </p:xfrm>
        <a:graphic>
          <a:graphicData uri="http://schemas.openxmlformats.org/drawingml/2006/table">
            <a:tbl>
              <a:tblPr firstRow="1" bandRow="1">
                <a:tableStyleId>{5C22544A-7EE6-4342-B048-85BDC9FD1C3A}</a:tableStyleId>
              </a:tblPr>
              <a:tblGrid>
                <a:gridCol w="1654969">
                  <a:extLst>
                    <a:ext uri="{9D8B030D-6E8A-4147-A177-3AD203B41FA5}">
                      <a16:colId xmlns:a16="http://schemas.microsoft.com/office/drawing/2014/main" val="1268188200"/>
                    </a:ext>
                  </a:extLst>
                </a:gridCol>
                <a:gridCol w="3024336">
                  <a:extLst>
                    <a:ext uri="{9D8B030D-6E8A-4147-A177-3AD203B41FA5}">
                      <a16:colId xmlns:a16="http://schemas.microsoft.com/office/drawing/2014/main" val="1009741137"/>
                    </a:ext>
                  </a:extLst>
                </a:gridCol>
                <a:gridCol w="3474095">
                  <a:extLst>
                    <a:ext uri="{9D8B030D-6E8A-4147-A177-3AD203B41FA5}">
                      <a16:colId xmlns:a16="http://schemas.microsoft.com/office/drawing/2014/main" val="4112176043"/>
                    </a:ext>
                  </a:extLst>
                </a:gridCol>
              </a:tblGrid>
              <a:tr h="481088">
                <a:tc>
                  <a:txBody>
                    <a:bodyPr/>
                    <a:lstStyle/>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kern="1200" dirty="0">
                          <a:solidFill>
                            <a:schemeClr val="lt1"/>
                          </a:solidFill>
                          <a:effectLst/>
                          <a:latin typeface="+mn-lt"/>
                          <a:ea typeface="+mn-ea"/>
                          <a:cs typeface="+mn-cs"/>
                        </a:rPr>
                        <a:t>Between-Group Design</a:t>
                      </a:r>
                    </a:p>
                  </a:txBody>
                  <a:tcPr/>
                </a:tc>
                <a:tc>
                  <a:txBody>
                    <a:bodyPr/>
                    <a:lstStyle/>
                    <a:p>
                      <a:r>
                        <a:rPr kumimoji="0" lang="en-GB" b="1" i="0" kern="1200" dirty="0">
                          <a:solidFill>
                            <a:schemeClr val="lt1"/>
                          </a:solidFill>
                          <a:effectLst/>
                          <a:latin typeface="+mn-lt"/>
                          <a:ea typeface="+mn-ea"/>
                          <a:cs typeface="+mn-cs"/>
                        </a:rPr>
                        <a:t>Within-Group Design</a:t>
                      </a:r>
                    </a:p>
                  </a:txBody>
                  <a:tcPr/>
                </a:tc>
                <a:extLst>
                  <a:ext uri="{0D108BD9-81ED-4DB2-BD59-A6C34878D82A}">
                    <a16:rowId xmlns:a16="http://schemas.microsoft.com/office/drawing/2014/main" val="636314126"/>
                  </a:ext>
                </a:extLst>
              </a:tr>
              <a:tr h="1897992">
                <a:tc>
                  <a:txBody>
                    <a:bodyPr/>
                    <a:lstStyle/>
                    <a:p>
                      <a:r>
                        <a:rPr kumimoji="0" lang="en-GB" b="0" i="0" kern="1200" dirty="0">
                          <a:solidFill>
                            <a:schemeClr val="dk1"/>
                          </a:solidFill>
                          <a:effectLst/>
                          <a:latin typeface="+mn-lt"/>
                          <a:ea typeface="+mn-ea"/>
                          <a:cs typeface="+mn-cs"/>
                        </a:rPr>
                        <a:t>Advantages</a:t>
                      </a:r>
                    </a:p>
                  </a:txBody>
                  <a:tcPr/>
                </a:tc>
                <a:tc>
                  <a:txBody>
                    <a:bodyPr/>
                    <a:lstStyle/>
                    <a:p>
                      <a:pPr algn="l" fontAlgn="t"/>
                      <a:r>
                        <a:rPr kumimoji="0" lang="en-GB" b="0" i="0" kern="1200" dirty="0">
                          <a:solidFill>
                            <a:schemeClr val="dk1"/>
                          </a:solidFill>
                          <a:effectLst/>
                          <a:latin typeface="+mn-lt"/>
                          <a:ea typeface="+mn-ea"/>
                          <a:cs typeface="+mn-cs"/>
                        </a:rPr>
                        <a:t>Cleaner</a:t>
                      </a:r>
                    </a:p>
                    <a:p>
                      <a:pPr algn="l" fontAlgn="t"/>
                      <a:r>
                        <a:rPr kumimoji="0" lang="en-GB" b="0" i="0" kern="1200" dirty="0">
                          <a:solidFill>
                            <a:schemeClr val="dk1"/>
                          </a:solidFill>
                          <a:effectLst/>
                          <a:latin typeface="+mn-lt"/>
                          <a:ea typeface="+mn-ea"/>
                          <a:cs typeface="+mn-cs"/>
                        </a:rPr>
                        <a:t>Avoids learning effect</a:t>
                      </a:r>
                    </a:p>
                    <a:p>
                      <a:pPr algn="l" fontAlgn="t"/>
                      <a:r>
                        <a:rPr kumimoji="0" lang="en-GB" b="0" i="0" kern="1200" dirty="0">
                          <a:solidFill>
                            <a:schemeClr val="dk1"/>
                          </a:solidFill>
                          <a:effectLst/>
                          <a:latin typeface="+mn-lt"/>
                          <a:ea typeface="+mn-ea"/>
                          <a:cs typeface="+mn-cs"/>
                        </a:rPr>
                        <a:t>Better control of confounding factors, such as fatigue</a:t>
                      </a:r>
                    </a:p>
                  </a:txBody>
                  <a:tcPr/>
                </a:tc>
                <a:tc>
                  <a:txBody>
                    <a:bodyPr/>
                    <a:lstStyle/>
                    <a:p>
                      <a:pPr fontAlgn="t"/>
                      <a:r>
                        <a:rPr kumimoji="0" lang="en-GB" b="0" i="0" kern="1200" dirty="0">
                          <a:solidFill>
                            <a:schemeClr val="dk1"/>
                          </a:solidFill>
                          <a:effectLst/>
                          <a:latin typeface="+mn-lt"/>
                          <a:ea typeface="+mn-ea"/>
                          <a:cs typeface="+mn-cs"/>
                        </a:rPr>
                        <a:t>Smaller sample size</a:t>
                      </a:r>
                    </a:p>
                    <a:p>
                      <a:pPr fontAlgn="t"/>
                      <a:r>
                        <a:rPr kumimoji="0" lang="en-GB" b="0" i="0" kern="1200" dirty="0">
                          <a:solidFill>
                            <a:schemeClr val="dk1"/>
                          </a:solidFill>
                          <a:effectLst/>
                          <a:latin typeface="+mn-lt"/>
                          <a:ea typeface="+mn-ea"/>
                          <a:cs typeface="+mn-cs"/>
                        </a:rPr>
                        <a:t>Effective isolation of individual differences</a:t>
                      </a:r>
                    </a:p>
                    <a:p>
                      <a:pPr fontAlgn="t"/>
                      <a:r>
                        <a:rPr kumimoji="0" lang="en-GB" b="0" i="0" kern="1200" dirty="0">
                          <a:solidFill>
                            <a:schemeClr val="dk1"/>
                          </a:solidFill>
                          <a:effectLst/>
                          <a:latin typeface="+mn-lt"/>
                          <a:ea typeface="+mn-ea"/>
                          <a:cs typeface="+mn-cs"/>
                        </a:rPr>
                        <a:t>More powerful tests</a:t>
                      </a:r>
                    </a:p>
                    <a:p>
                      <a:endParaRPr kumimoji="0" lang="en-GB" b="0" i="0" kern="1200" dirty="0">
                        <a:solidFill>
                          <a:schemeClr val="dk1"/>
                        </a:solidFill>
                        <a:effectLst/>
                        <a:latin typeface="+mn-lt"/>
                        <a:ea typeface="+mn-ea"/>
                        <a:cs typeface="+mn-cs"/>
                      </a:endParaRPr>
                    </a:p>
                  </a:txBody>
                  <a:tcPr/>
                </a:tc>
                <a:extLst>
                  <a:ext uri="{0D108BD9-81ED-4DB2-BD59-A6C34878D82A}">
                    <a16:rowId xmlns:a16="http://schemas.microsoft.com/office/drawing/2014/main" val="1208166977"/>
                  </a:ext>
                </a:extLst>
              </a:tr>
              <a:tr h="1897992">
                <a:tc>
                  <a:txBody>
                    <a:bodyPr/>
                    <a:lstStyle/>
                    <a:p>
                      <a:r>
                        <a:rPr kumimoji="0" lang="en-GB" b="0" i="0" kern="1200" dirty="0">
                          <a:solidFill>
                            <a:schemeClr val="dk1"/>
                          </a:solidFill>
                          <a:effectLst/>
                          <a:latin typeface="+mn-lt"/>
                          <a:ea typeface="+mn-ea"/>
                          <a:cs typeface="+mn-cs"/>
                        </a:rPr>
                        <a:t>Limitations</a:t>
                      </a:r>
                    </a:p>
                  </a:txBody>
                  <a:tcPr/>
                </a:tc>
                <a:tc>
                  <a:txBody>
                    <a:bodyPr/>
                    <a:lstStyle/>
                    <a:p>
                      <a:pPr algn="l" fontAlgn="t"/>
                      <a:r>
                        <a:rPr kumimoji="0" lang="en-GB" b="0" i="0" kern="1200" dirty="0">
                          <a:solidFill>
                            <a:schemeClr val="dk1"/>
                          </a:solidFill>
                          <a:effectLst/>
                          <a:latin typeface="+mn-lt"/>
                          <a:ea typeface="+mn-ea"/>
                          <a:cs typeface="+mn-cs"/>
                        </a:rPr>
                        <a:t>Larger sample size</a:t>
                      </a:r>
                    </a:p>
                    <a:p>
                      <a:pPr algn="l" fontAlgn="t"/>
                      <a:r>
                        <a:rPr kumimoji="0" lang="en-GB" b="0" i="0" kern="1200" dirty="0">
                          <a:solidFill>
                            <a:schemeClr val="dk1"/>
                          </a:solidFill>
                          <a:effectLst/>
                          <a:latin typeface="+mn-lt"/>
                          <a:ea typeface="+mn-ea"/>
                          <a:cs typeface="+mn-cs"/>
                        </a:rPr>
                        <a:t>Large impact of individual differences</a:t>
                      </a:r>
                    </a:p>
                    <a:p>
                      <a:pPr algn="l" fontAlgn="t"/>
                      <a:r>
                        <a:rPr kumimoji="0" lang="en-GB" b="0" i="0" kern="1200" dirty="0">
                          <a:solidFill>
                            <a:schemeClr val="dk1"/>
                          </a:solidFill>
                          <a:effectLst/>
                          <a:latin typeface="+mn-lt"/>
                          <a:ea typeface="+mn-ea"/>
                          <a:cs typeface="+mn-cs"/>
                        </a:rPr>
                        <a:t>Harder to get statistically significant results</a:t>
                      </a:r>
                    </a:p>
                  </a:txBody>
                  <a:tcPr/>
                </a:tc>
                <a:tc>
                  <a:txBody>
                    <a:bodyPr/>
                    <a:lstStyle/>
                    <a:p>
                      <a:pPr fontAlgn="t"/>
                      <a:r>
                        <a:rPr kumimoji="0" lang="en-GB" b="0" i="0" kern="1200" dirty="0">
                          <a:solidFill>
                            <a:schemeClr val="dk1"/>
                          </a:solidFill>
                          <a:effectLst/>
                          <a:latin typeface="+mn-lt"/>
                          <a:ea typeface="+mn-ea"/>
                          <a:cs typeface="+mn-cs"/>
                        </a:rPr>
                        <a:t>Hard to control learning effect</a:t>
                      </a:r>
                    </a:p>
                    <a:p>
                      <a:pPr fontAlgn="t"/>
                      <a:r>
                        <a:rPr kumimoji="0" lang="en-GB" b="0" i="0" kern="1200" dirty="0">
                          <a:solidFill>
                            <a:schemeClr val="dk1"/>
                          </a:solidFill>
                          <a:effectLst/>
                          <a:latin typeface="+mn-lt"/>
                          <a:ea typeface="+mn-ea"/>
                          <a:cs typeface="+mn-cs"/>
                        </a:rPr>
                        <a:t>Large impact of fatigue</a:t>
                      </a:r>
                    </a:p>
                    <a:p>
                      <a:endParaRPr kumimoji="0" lang="en-GB" b="0" i="0" kern="1200" dirty="0">
                        <a:solidFill>
                          <a:schemeClr val="dk1"/>
                        </a:solidFill>
                        <a:effectLst/>
                        <a:latin typeface="+mn-lt"/>
                        <a:ea typeface="+mn-ea"/>
                        <a:cs typeface="+mn-cs"/>
                      </a:endParaRPr>
                    </a:p>
                  </a:txBody>
                  <a:tcPr/>
                </a:tc>
                <a:extLst>
                  <a:ext uri="{0D108BD9-81ED-4DB2-BD59-A6C34878D82A}">
                    <a16:rowId xmlns:a16="http://schemas.microsoft.com/office/drawing/2014/main" val="469806076"/>
                  </a:ext>
                </a:extLst>
              </a:tr>
            </a:tbl>
          </a:graphicData>
        </a:graphic>
      </p:graphicFrame>
      <p:sp>
        <p:nvSpPr>
          <p:cNvPr id="4" name="Footer Placeholder 3">
            <a:extLst>
              <a:ext uri="{FF2B5EF4-FFF2-40B4-BE49-F238E27FC236}">
                <a16:creationId xmlns:a16="http://schemas.microsoft.com/office/drawing/2014/main" id="{597927B1-0DAC-80FC-6B67-E583607C01B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93EE452-892A-C35D-0288-6562A49B6F5C}"/>
              </a:ext>
            </a:extLst>
          </p:cNvPr>
          <p:cNvSpPr>
            <a:spLocks noGrp="1"/>
          </p:cNvSpPr>
          <p:nvPr>
            <p:ph type="sldNum" sz="quarter" idx="4"/>
          </p:nvPr>
        </p:nvSpPr>
        <p:spPr/>
        <p:txBody>
          <a:bodyPr/>
          <a:lstStyle/>
          <a:p>
            <a:fld id="{9FD7ECCF-50E7-4327-B945-FA93FF7B2BEF}" type="slidenum">
              <a:rPr lang="en-US" smtClean="0"/>
              <a:pPr/>
              <a:t>57</a:t>
            </a:fld>
            <a:r>
              <a:rPr lang="en-GB"/>
              <a:t>/70</a:t>
            </a:r>
            <a:endParaRPr lang="en-US" dirty="0"/>
          </a:p>
        </p:txBody>
      </p:sp>
    </p:spTree>
    <p:extLst>
      <p:ext uri="{BB962C8B-B14F-4D97-AF65-F5344CB8AC3E}">
        <p14:creationId xmlns:p14="http://schemas.microsoft.com/office/powerpoint/2010/main" val="11395392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9C95-C845-9AED-D70D-B2E7E9061A2C}"/>
              </a:ext>
            </a:extLst>
          </p:cNvPr>
          <p:cNvSpPr>
            <a:spLocks noGrp="1"/>
          </p:cNvSpPr>
          <p:nvPr>
            <p:ph type="title"/>
          </p:nvPr>
        </p:nvSpPr>
        <p:spPr>
          <a:xfrm>
            <a:off x="612648" y="260648"/>
            <a:ext cx="8153400" cy="990600"/>
          </a:xfrm>
        </p:spPr>
        <p:txBody>
          <a:bodyPr>
            <a:normAutofit fontScale="90000"/>
          </a:bodyPr>
          <a:lstStyle/>
          <a:p>
            <a:r>
              <a:rPr lang="en-GB" sz="4000" dirty="0"/>
              <a:t>What determines the experiment structure</a:t>
            </a:r>
          </a:p>
        </p:txBody>
      </p:sp>
      <p:pic>
        <p:nvPicPr>
          <p:cNvPr id="7" name="Picture 6" descr="What determines the experiment structure">
            <a:extLst>
              <a:ext uri="{FF2B5EF4-FFF2-40B4-BE49-F238E27FC236}">
                <a16:creationId xmlns:a16="http://schemas.microsoft.com/office/drawing/2014/main" id="{F023AE2E-D5A6-0400-EBA2-62D918BB6F0E}"/>
              </a:ext>
            </a:extLst>
          </p:cNvPr>
          <p:cNvPicPr>
            <a:picLocks noChangeAspect="1"/>
          </p:cNvPicPr>
          <p:nvPr/>
        </p:nvPicPr>
        <p:blipFill>
          <a:blip r:embed="rId2"/>
          <a:stretch>
            <a:fillRect/>
          </a:stretch>
        </p:blipFill>
        <p:spPr>
          <a:xfrm>
            <a:off x="1165743" y="1632421"/>
            <a:ext cx="6812514" cy="4438456"/>
          </a:xfrm>
          <a:prstGeom prst="rect">
            <a:avLst/>
          </a:prstGeom>
        </p:spPr>
      </p:pic>
      <p:sp>
        <p:nvSpPr>
          <p:cNvPr id="4" name="Footer Placeholder 3">
            <a:extLst>
              <a:ext uri="{FF2B5EF4-FFF2-40B4-BE49-F238E27FC236}">
                <a16:creationId xmlns:a16="http://schemas.microsoft.com/office/drawing/2014/main" id="{162DC9DD-FB6F-6580-0469-6F5700405E6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FDD7033-3C90-71CA-0BCF-D2ADCF1ADF9C}"/>
              </a:ext>
            </a:extLst>
          </p:cNvPr>
          <p:cNvSpPr>
            <a:spLocks noGrp="1"/>
          </p:cNvSpPr>
          <p:nvPr>
            <p:ph type="sldNum" sz="quarter" idx="4"/>
          </p:nvPr>
        </p:nvSpPr>
        <p:spPr/>
        <p:txBody>
          <a:bodyPr/>
          <a:lstStyle/>
          <a:p>
            <a:fld id="{9FD7ECCF-50E7-4327-B945-FA93FF7B2BEF}" type="slidenum">
              <a:rPr lang="en-US" smtClean="0"/>
              <a:pPr/>
              <a:t>58</a:t>
            </a:fld>
            <a:r>
              <a:rPr lang="en-GB"/>
              <a:t>/70</a:t>
            </a:r>
            <a:endParaRPr lang="en-US" dirty="0"/>
          </a:p>
        </p:txBody>
      </p:sp>
    </p:spTree>
    <p:extLst>
      <p:ext uri="{BB962C8B-B14F-4D97-AF65-F5344CB8AC3E}">
        <p14:creationId xmlns:p14="http://schemas.microsoft.com/office/powerpoint/2010/main" val="19191755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0D56-6013-77BA-0181-6B3366ADE734}"/>
              </a:ext>
            </a:extLst>
          </p:cNvPr>
          <p:cNvSpPr>
            <a:spLocks noGrp="1"/>
          </p:cNvSpPr>
          <p:nvPr>
            <p:ph type="title"/>
          </p:nvPr>
        </p:nvSpPr>
        <p:spPr/>
        <p:txBody>
          <a:bodyPr>
            <a:normAutofit/>
          </a:bodyPr>
          <a:lstStyle/>
          <a:p>
            <a:r>
              <a:rPr lang="en-GB" dirty="0"/>
              <a:t>Between Group vs Within Group</a:t>
            </a:r>
          </a:p>
        </p:txBody>
      </p:sp>
      <p:sp>
        <p:nvSpPr>
          <p:cNvPr id="3" name="Content Placeholder 2">
            <a:extLst>
              <a:ext uri="{FF2B5EF4-FFF2-40B4-BE49-F238E27FC236}">
                <a16:creationId xmlns:a16="http://schemas.microsoft.com/office/drawing/2014/main" id="{6DEC6951-9EF5-6FFF-F319-60961B26143D}"/>
              </a:ext>
            </a:extLst>
          </p:cNvPr>
          <p:cNvSpPr>
            <a:spLocks noGrp="1"/>
          </p:cNvSpPr>
          <p:nvPr>
            <p:ph sz="quarter" idx="1"/>
          </p:nvPr>
        </p:nvSpPr>
        <p:spPr>
          <a:xfrm>
            <a:off x="250590" y="1628800"/>
            <a:ext cx="4401138" cy="4619406"/>
          </a:xfrm>
        </p:spPr>
        <p:txBody>
          <a:bodyPr>
            <a:normAutofit fontScale="77500" lnSpcReduction="20000"/>
          </a:bodyPr>
          <a:lstStyle/>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H1:	There is no difference in </a:t>
            </a:r>
            <a:r>
              <a:rPr lang="en-GB" sz="2400" b="1" dirty="0">
                <a:solidFill>
                  <a:schemeClr val="tx1">
                    <a:lumMod val="85000"/>
                    <a:lumOff val="15000"/>
                  </a:schemeClr>
                </a:solidFill>
              </a:rPr>
              <a:t>typing speed </a:t>
            </a:r>
            <a:r>
              <a:rPr lang="en-GB" sz="2400" dirty="0">
                <a:solidFill>
                  <a:schemeClr val="tx1">
                    <a:lumMod val="85000"/>
                    <a:lumOff val="15000"/>
                  </a:schemeClr>
                </a:solidFill>
              </a:rPr>
              <a:t>when using a QWERTY </a:t>
            </a:r>
            <a:r>
              <a:rPr lang="en-GB" sz="2400" b="1" dirty="0">
                <a:solidFill>
                  <a:schemeClr val="tx1">
                    <a:lumMod val="85000"/>
                    <a:lumOff val="15000"/>
                  </a:schemeClr>
                </a:solidFill>
              </a:rPr>
              <a:t>keyboard</a:t>
            </a:r>
            <a:r>
              <a:rPr lang="en-GB" sz="2400" dirty="0">
                <a:solidFill>
                  <a:schemeClr val="tx1">
                    <a:lumMod val="85000"/>
                    <a:lumOff val="15000"/>
                  </a:schemeClr>
                </a:solidFill>
              </a:rPr>
              <a:t>, a DVORAK keyboard, 1  or an alphabetically ordered keyboard.</a:t>
            </a:r>
          </a:p>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H2: 	There is no difference in the </a:t>
            </a:r>
            <a:r>
              <a:rPr lang="en-GB" sz="2400" b="1" dirty="0">
                <a:solidFill>
                  <a:schemeClr val="tx1">
                    <a:lumMod val="85000"/>
                    <a:lumOff val="15000"/>
                  </a:schemeClr>
                </a:solidFill>
              </a:rPr>
              <a:t>time</a:t>
            </a:r>
            <a:r>
              <a:rPr lang="en-GB" sz="2400" dirty="0">
                <a:solidFill>
                  <a:schemeClr val="tx1">
                    <a:lumMod val="85000"/>
                    <a:lumOff val="15000"/>
                  </a:schemeClr>
                </a:solidFill>
              </a:rPr>
              <a:t> required to locate an item in an online store between </a:t>
            </a:r>
            <a:r>
              <a:rPr lang="en-GB" sz="2400" b="1" dirty="0">
                <a:solidFill>
                  <a:schemeClr val="tx1">
                    <a:lumMod val="85000"/>
                    <a:lumOff val="15000"/>
                  </a:schemeClr>
                </a:solidFill>
              </a:rPr>
              <a:t>novice users </a:t>
            </a:r>
            <a:r>
              <a:rPr lang="en-GB" sz="2400" dirty="0">
                <a:solidFill>
                  <a:schemeClr val="tx1">
                    <a:lumMod val="85000"/>
                    <a:lumOff val="15000"/>
                  </a:schemeClr>
                </a:solidFill>
              </a:rPr>
              <a:t>and </a:t>
            </a:r>
            <a:r>
              <a:rPr lang="en-GB" sz="2400" b="1" dirty="0">
                <a:solidFill>
                  <a:schemeClr val="tx1">
                    <a:lumMod val="85000"/>
                    <a:lumOff val="15000"/>
                  </a:schemeClr>
                </a:solidFill>
              </a:rPr>
              <a:t>experienced users</a:t>
            </a:r>
            <a:r>
              <a:rPr lang="en-GB" sz="2400" dirty="0">
                <a:solidFill>
                  <a:schemeClr val="tx1">
                    <a:lumMod val="85000"/>
                    <a:lumOff val="15000"/>
                  </a:schemeClr>
                </a:solidFill>
              </a:rPr>
              <a:t>.</a:t>
            </a:r>
          </a:p>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H3: 	There is no difference in the </a:t>
            </a:r>
            <a:r>
              <a:rPr lang="en-GB" sz="2400" b="1" dirty="0">
                <a:solidFill>
                  <a:schemeClr val="tx1">
                    <a:lumMod val="85000"/>
                    <a:lumOff val="15000"/>
                  </a:schemeClr>
                </a:solidFill>
              </a:rPr>
              <a:t>perceived trust </a:t>
            </a:r>
            <a:r>
              <a:rPr lang="en-GB" sz="2400" dirty="0">
                <a:solidFill>
                  <a:schemeClr val="tx1">
                    <a:lumMod val="85000"/>
                    <a:lumOff val="15000"/>
                  </a:schemeClr>
                </a:solidFill>
              </a:rPr>
              <a:t>toward an online agent among customers who are from the </a:t>
            </a:r>
            <a:r>
              <a:rPr lang="en-GB" sz="2400" b="1" dirty="0">
                <a:solidFill>
                  <a:schemeClr val="tx1">
                    <a:lumMod val="85000"/>
                    <a:lumOff val="15000"/>
                  </a:schemeClr>
                </a:solidFill>
              </a:rPr>
              <a:t>United States, Russia, China, and Nigeria</a:t>
            </a:r>
            <a:r>
              <a:rPr lang="en-GB" sz="2400" dirty="0">
                <a:solidFill>
                  <a:schemeClr val="tx1">
                    <a:lumMod val="85000"/>
                    <a:lumOff val="15000"/>
                  </a:schemeClr>
                </a:solidFill>
              </a:rPr>
              <a:t>.</a:t>
            </a:r>
          </a:p>
        </p:txBody>
      </p:sp>
      <p:pic>
        <p:nvPicPr>
          <p:cNvPr id="14" name="Picture 13" descr="What determines the experiment structure">
            <a:extLst>
              <a:ext uri="{FF2B5EF4-FFF2-40B4-BE49-F238E27FC236}">
                <a16:creationId xmlns:a16="http://schemas.microsoft.com/office/drawing/2014/main" id="{34062D7E-0598-A88C-B467-238830ADF2EB}"/>
              </a:ext>
            </a:extLst>
          </p:cNvPr>
          <p:cNvPicPr>
            <a:picLocks noChangeAspect="1"/>
          </p:cNvPicPr>
          <p:nvPr/>
        </p:nvPicPr>
        <p:blipFill>
          <a:blip r:embed="rId2"/>
          <a:stretch>
            <a:fillRect/>
          </a:stretch>
        </p:blipFill>
        <p:spPr>
          <a:xfrm>
            <a:off x="4982544" y="2996952"/>
            <a:ext cx="3978861" cy="2592288"/>
          </a:xfrm>
          <a:prstGeom prst="rect">
            <a:avLst/>
          </a:prstGeom>
        </p:spPr>
      </p:pic>
      <p:sp>
        <p:nvSpPr>
          <p:cNvPr id="15" name="Rectangle 14">
            <a:extLst>
              <a:ext uri="{FF2B5EF4-FFF2-40B4-BE49-F238E27FC236}">
                <a16:creationId xmlns:a16="http://schemas.microsoft.com/office/drawing/2014/main" id="{798CEF52-E556-4D69-792C-940C1FC087EF}"/>
              </a:ext>
            </a:extLst>
          </p:cNvPr>
          <p:cNvSpPr/>
          <p:nvPr/>
        </p:nvSpPr>
        <p:spPr>
          <a:xfrm>
            <a:off x="4867090" y="3319663"/>
            <a:ext cx="1800200" cy="2334041"/>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D778C86A-5139-EB95-5FDD-0F2442AB6AF0}"/>
              </a:ext>
            </a:extLst>
          </p:cNvPr>
          <p:cNvSpPr txBox="1"/>
          <p:nvPr/>
        </p:nvSpPr>
        <p:spPr>
          <a:xfrm>
            <a:off x="4982544" y="1684038"/>
            <a:ext cx="3845915" cy="1169551"/>
          </a:xfrm>
          <a:prstGeom prst="rect">
            <a:avLst/>
          </a:prstGeom>
          <a:noFill/>
        </p:spPr>
        <p:txBody>
          <a:bodyPr wrap="square" rtlCol="0">
            <a:spAutoFit/>
          </a:bodyPr>
          <a:lstStyle/>
          <a:p>
            <a:r>
              <a:rPr lang="en-GB" sz="1400" b="1" dirty="0">
                <a:solidFill>
                  <a:schemeClr val="tx1">
                    <a:lumMod val="85000"/>
                    <a:lumOff val="15000"/>
                  </a:schemeClr>
                </a:solidFill>
                <a:latin typeface="+mn-lt"/>
              </a:rPr>
              <a:t>Dependent variable</a:t>
            </a:r>
            <a:r>
              <a:rPr lang="en-GB" sz="1400" dirty="0">
                <a:solidFill>
                  <a:schemeClr val="tx1">
                    <a:lumMod val="85000"/>
                    <a:lumOff val="15000"/>
                  </a:schemeClr>
                </a:solidFill>
                <a:latin typeface="+mn-lt"/>
              </a:rPr>
              <a:t> – </a:t>
            </a:r>
            <a:r>
              <a:rPr lang="en-GB" sz="1400" b="1" dirty="0">
                <a:solidFill>
                  <a:schemeClr val="tx1">
                    <a:lumMod val="85000"/>
                    <a:lumOff val="15000"/>
                  </a:schemeClr>
                </a:solidFill>
                <a:latin typeface="+mn-lt"/>
              </a:rPr>
              <a:t>typing speed </a:t>
            </a:r>
            <a:endParaRPr lang="en-GB" sz="1400" dirty="0">
              <a:solidFill>
                <a:schemeClr val="tx1">
                  <a:lumMod val="85000"/>
                  <a:lumOff val="15000"/>
                </a:schemeClr>
              </a:solidFill>
              <a:latin typeface="+mn-lt"/>
            </a:endParaRPr>
          </a:p>
          <a:p>
            <a:r>
              <a:rPr lang="en-GB" sz="1400" b="1" dirty="0">
                <a:solidFill>
                  <a:schemeClr val="tx1">
                    <a:lumMod val="85000"/>
                    <a:lumOff val="15000"/>
                  </a:schemeClr>
                </a:solidFill>
                <a:latin typeface="+mn-lt"/>
              </a:rPr>
              <a:t>Independent variable </a:t>
            </a:r>
            <a:r>
              <a:rPr lang="en-GB" sz="1400" dirty="0">
                <a:solidFill>
                  <a:schemeClr val="tx1">
                    <a:lumMod val="85000"/>
                    <a:lumOff val="15000"/>
                  </a:schemeClr>
                </a:solidFill>
                <a:latin typeface="+mn-lt"/>
              </a:rPr>
              <a:t>– </a:t>
            </a:r>
            <a:r>
              <a:rPr lang="en-GB" sz="1400" b="1" dirty="0">
                <a:solidFill>
                  <a:schemeClr val="tx1">
                    <a:lumMod val="85000"/>
                    <a:lumOff val="15000"/>
                  </a:schemeClr>
                </a:solidFill>
                <a:latin typeface="+mn-lt"/>
              </a:rPr>
              <a:t>keyboard</a:t>
            </a:r>
          </a:p>
          <a:p>
            <a:r>
              <a:rPr lang="en-GB" sz="1400" b="1" dirty="0">
                <a:solidFill>
                  <a:schemeClr val="tx1">
                    <a:lumMod val="85000"/>
                    <a:lumOff val="15000"/>
                  </a:schemeClr>
                </a:solidFill>
                <a:latin typeface="+mn-lt"/>
              </a:rPr>
              <a:t>Conditions </a:t>
            </a:r>
            <a:r>
              <a:rPr lang="en-GB" sz="1400" dirty="0">
                <a:solidFill>
                  <a:schemeClr val="tx1">
                    <a:lumMod val="85000"/>
                    <a:lumOff val="15000"/>
                  </a:schemeClr>
                </a:solidFill>
                <a:latin typeface="+mn-lt"/>
              </a:rPr>
              <a:t>– QWERTY keyboard, DVORAK keyboard, alphabetically ordered keyboard.</a:t>
            </a:r>
          </a:p>
          <a:p>
            <a:endParaRPr lang="en-GB" sz="1400" dirty="0">
              <a:latin typeface="+mn-lt"/>
            </a:endParaRPr>
          </a:p>
        </p:txBody>
      </p:sp>
      <p:sp>
        <p:nvSpPr>
          <p:cNvPr id="37" name="Right Brace 36">
            <a:extLst>
              <a:ext uri="{FF2B5EF4-FFF2-40B4-BE49-F238E27FC236}">
                <a16:creationId xmlns:a16="http://schemas.microsoft.com/office/drawing/2014/main" id="{34A7078D-FAD1-25F7-226F-7FCB9D7AA467}"/>
              </a:ext>
            </a:extLst>
          </p:cNvPr>
          <p:cNvSpPr/>
          <p:nvPr/>
        </p:nvSpPr>
        <p:spPr>
          <a:xfrm>
            <a:off x="4689348" y="1813702"/>
            <a:ext cx="215362" cy="808329"/>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grpSp>
        <p:nvGrpSpPr>
          <p:cNvPr id="41" name="Group 40">
            <a:extLst>
              <a:ext uri="{FF2B5EF4-FFF2-40B4-BE49-F238E27FC236}">
                <a16:creationId xmlns:a16="http://schemas.microsoft.com/office/drawing/2014/main" id="{FC5B2711-6645-CFEF-71E0-1BB03D1033D2}"/>
              </a:ext>
            </a:extLst>
          </p:cNvPr>
          <p:cNvGrpSpPr/>
          <p:nvPr/>
        </p:nvGrpSpPr>
        <p:grpSpPr>
          <a:xfrm>
            <a:off x="4916300" y="5158609"/>
            <a:ext cx="1840320" cy="617760"/>
            <a:chOff x="4916300" y="5158609"/>
            <a:chExt cx="1840320" cy="617760"/>
          </a:xfrm>
        </p:grpSpPr>
        <mc:AlternateContent xmlns:mc="http://schemas.openxmlformats.org/markup-compatibility/2006" xmlns:p14="http://schemas.microsoft.com/office/powerpoint/2010/main">
          <mc:Choice Requires="p14">
            <p:contentPart p14:bwMode="auto" r:id="rId3">
              <p14:nvContentPartPr>
                <p14:cNvPr id="39" name="Ink 38">
                  <a:extLst>
                    <a:ext uri="{FF2B5EF4-FFF2-40B4-BE49-F238E27FC236}">
                      <a16:creationId xmlns:a16="http://schemas.microsoft.com/office/drawing/2014/main" id="{C966770E-8827-36A3-21EC-DA159C107538}"/>
                    </a:ext>
                  </a:extLst>
                </p14:cNvPr>
                <p14:cNvContentPartPr/>
                <p14:nvPr/>
              </p14:nvContentPartPr>
              <p14:xfrm>
                <a:off x="4916300" y="5177689"/>
                <a:ext cx="897480" cy="598680"/>
              </p14:xfrm>
            </p:contentPart>
          </mc:Choice>
          <mc:Fallback xmlns="">
            <p:pic>
              <p:nvPicPr>
                <p:cNvPr id="39" name="Ink 38">
                  <a:extLst>
                    <a:ext uri="{FF2B5EF4-FFF2-40B4-BE49-F238E27FC236}">
                      <a16:creationId xmlns:a16="http://schemas.microsoft.com/office/drawing/2014/main" id="{C966770E-8827-36A3-21EC-DA159C107538}"/>
                    </a:ext>
                  </a:extLst>
                </p:cNvPr>
                <p:cNvPicPr/>
                <p:nvPr/>
              </p:nvPicPr>
              <p:blipFill>
                <a:blip r:embed="rId4"/>
                <a:stretch>
                  <a:fillRect/>
                </a:stretch>
              </p:blipFill>
              <p:spPr>
                <a:xfrm>
                  <a:off x="4907660" y="5168689"/>
                  <a:ext cx="915120" cy="616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EB2E58BC-7AE3-9C6F-6F66-BD43298BB393}"/>
                    </a:ext>
                  </a:extLst>
                </p14:cNvPr>
                <p14:cNvContentPartPr/>
                <p14:nvPr/>
              </p14:nvContentPartPr>
              <p14:xfrm>
                <a:off x="5886500" y="5158609"/>
                <a:ext cx="870120" cy="608400"/>
              </p14:xfrm>
            </p:contentPart>
          </mc:Choice>
          <mc:Fallback xmlns="">
            <p:pic>
              <p:nvPicPr>
                <p:cNvPr id="40" name="Ink 39">
                  <a:extLst>
                    <a:ext uri="{FF2B5EF4-FFF2-40B4-BE49-F238E27FC236}">
                      <a16:creationId xmlns:a16="http://schemas.microsoft.com/office/drawing/2014/main" id="{EB2E58BC-7AE3-9C6F-6F66-BD43298BB393}"/>
                    </a:ext>
                  </a:extLst>
                </p:cNvPr>
                <p:cNvPicPr/>
                <p:nvPr/>
              </p:nvPicPr>
              <p:blipFill>
                <a:blip r:embed="rId6"/>
                <a:stretch>
                  <a:fillRect/>
                </a:stretch>
              </p:blipFill>
              <p:spPr>
                <a:xfrm>
                  <a:off x="5877500" y="5149969"/>
                  <a:ext cx="887760" cy="626040"/>
                </a:xfrm>
                <a:prstGeom prst="rect">
                  <a:avLst/>
                </a:prstGeom>
              </p:spPr>
            </p:pic>
          </mc:Fallback>
        </mc:AlternateContent>
      </p:grpSp>
      <p:sp>
        <p:nvSpPr>
          <p:cNvPr id="6" name="Footer Placeholder 5">
            <a:extLst>
              <a:ext uri="{FF2B5EF4-FFF2-40B4-BE49-F238E27FC236}">
                <a16:creationId xmlns:a16="http://schemas.microsoft.com/office/drawing/2014/main" id="{2C75AA4B-8B98-09AC-4EB4-5BAACC03DE3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D8B8BFEC-3A6B-193A-AECB-A87444AACC19}"/>
              </a:ext>
            </a:extLst>
          </p:cNvPr>
          <p:cNvSpPr>
            <a:spLocks noGrp="1"/>
          </p:cNvSpPr>
          <p:nvPr>
            <p:ph type="sldNum" sz="quarter" idx="4"/>
          </p:nvPr>
        </p:nvSpPr>
        <p:spPr/>
        <p:txBody>
          <a:bodyPr/>
          <a:lstStyle/>
          <a:p>
            <a:fld id="{9FD7ECCF-50E7-4327-B945-FA93FF7B2BEF}" type="slidenum">
              <a:rPr lang="en-US" smtClean="0"/>
              <a:pPr/>
              <a:t>59</a:t>
            </a:fld>
            <a:r>
              <a:rPr lang="en-GB"/>
              <a:t>/70</a:t>
            </a:r>
            <a:endParaRPr lang="en-US" dirty="0"/>
          </a:p>
        </p:txBody>
      </p:sp>
    </p:spTree>
    <p:extLst>
      <p:ext uri="{BB962C8B-B14F-4D97-AF65-F5344CB8AC3E}">
        <p14:creationId xmlns:p14="http://schemas.microsoft.com/office/powerpoint/2010/main" val="93558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0-#ppt_w/2"/>
                                          </p:val>
                                        </p:tav>
                                        <p:tav tm="100000">
                                          <p:val>
                                            <p:strVal val="#ppt_x"/>
                                          </p:val>
                                        </p:tav>
                                      </p:tavLst>
                                    </p:anim>
                                    <p:anim calcmode="lin" valueType="num">
                                      <p:cBhvr additive="base">
                                        <p:cTn id="8" dur="500" fill="hold"/>
                                        <p:tgtEl>
                                          <p:spTgt spid="3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2" grpId="0"/>
      <p:bldP spid="3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2211-03B7-E09E-9237-BDCD1C6BC016}"/>
              </a:ext>
            </a:extLst>
          </p:cNvPr>
          <p:cNvSpPr>
            <a:spLocks noGrp="1"/>
          </p:cNvSpPr>
          <p:nvPr>
            <p:ph type="title"/>
          </p:nvPr>
        </p:nvSpPr>
        <p:spPr/>
        <p:txBody>
          <a:bodyPr/>
          <a:lstStyle/>
          <a:p>
            <a:r>
              <a:rPr lang="en-GB" dirty="0"/>
              <a:t>Between Group vs Within Group</a:t>
            </a:r>
          </a:p>
        </p:txBody>
      </p:sp>
      <p:sp>
        <p:nvSpPr>
          <p:cNvPr id="3" name="Content Placeholder 2">
            <a:extLst>
              <a:ext uri="{FF2B5EF4-FFF2-40B4-BE49-F238E27FC236}">
                <a16:creationId xmlns:a16="http://schemas.microsoft.com/office/drawing/2014/main" id="{A8D8EC73-AFAE-F52E-A3D7-5D711302F56A}"/>
              </a:ext>
            </a:extLst>
          </p:cNvPr>
          <p:cNvSpPr>
            <a:spLocks noGrp="1"/>
          </p:cNvSpPr>
          <p:nvPr>
            <p:ph sz="quarter" idx="2"/>
          </p:nvPr>
        </p:nvSpPr>
        <p:spPr/>
        <p:txBody>
          <a:bodyPr>
            <a:normAutofit/>
          </a:bodyPr>
          <a:lstStyle/>
          <a:p>
            <a:pPr marL="0" indent="0">
              <a:buNone/>
            </a:pPr>
            <a:r>
              <a:rPr lang="en-GB" sz="2000" dirty="0">
                <a:solidFill>
                  <a:schemeClr val="tx1">
                    <a:lumMod val="85000"/>
                    <a:lumOff val="15000"/>
                  </a:schemeClr>
                </a:solidFill>
              </a:rPr>
              <a:t>each participant is only exposed to one experimental condition</a:t>
            </a:r>
          </a:p>
        </p:txBody>
      </p:sp>
      <p:sp>
        <p:nvSpPr>
          <p:cNvPr id="10" name="Content Placeholder 9">
            <a:extLst>
              <a:ext uri="{FF2B5EF4-FFF2-40B4-BE49-F238E27FC236}">
                <a16:creationId xmlns:a16="http://schemas.microsoft.com/office/drawing/2014/main" id="{3350B871-8C04-B245-405F-CB1EBDBEC5A8}"/>
              </a:ext>
            </a:extLst>
          </p:cNvPr>
          <p:cNvSpPr>
            <a:spLocks noGrp="1"/>
          </p:cNvSpPr>
          <p:nvPr>
            <p:ph sz="quarter" idx="4"/>
          </p:nvPr>
        </p:nvSpPr>
        <p:spPr/>
        <p:txBody>
          <a:bodyPr>
            <a:normAutofit/>
          </a:bodyPr>
          <a:lstStyle/>
          <a:p>
            <a:pPr marL="0" indent="0">
              <a:buNone/>
            </a:pPr>
            <a:r>
              <a:rPr lang="en-GB" sz="2000" dirty="0">
                <a:solidFill>
                  <a:schemeClr val="tx1">
                    <a:lumMod val="85000"/>
                    <a:lumOff val="15000"/>
                  </a:schemeClr>
                </a:solidFill>
              </a:rPr>
              <a:t>each participant to be exposed to multiple experimental conditions</a:t>
            </a:r>
          </a:p>
        </p:txBody>
      </p:sp>
      <p:sp>
        <p:nvSpPr>
          <p:cNvPr id="8" name="Text Placeholder 7">
            <a:extLst>
              <a:ext uri="{FF2B5EF4-FFF2-40B4-BE49-F238E27FC236}">
                <a16:creationId xmlns:a16="http://schemas.microsoft.com/office/drawing/2014/main" id="{F9042EF3-259A-D1C5-9AA4-A422586A842F}"/>
              </a:ext>
            </a:extLst>
          </p:cNvPr>
          <p:cNvSpPr>
            <a:spLocks noGrp="1"/>
          </p:cNvSpPr>
          <p:nvPr>
            <p:ph type="body" sz="quarter" idx="1"/>
          </p:nvPr>
        </p:nvSpPr>
        <p:spPr/>
        <p:txBody>
          <a:bodyPr>
            <a:normAutofit lnSpcReduction="10000"/>
          </a:bodyPr>
          <a:lstStyle/>
          <a:p>
            <a:r>
              <a:rPr lang="en-GB" i="0" dirty="0">
                <a:solidFill>
                  <a:schemeClr val="bg1"/>
                </a:solidFill>
                <a:effectLst/>
              </a:rPr>
              <a:t>Between-group </a:t>
            </a:r>
            <a:r>
              <a:rPr lang="en-GB" dirty="0">
                <a:solidFill>
                  <a:schemeClr val="bg1"/>
                </a:solidFill>
              </a:rPr>
              <a:t>design </a:t>
            </a:r>
            <a:br>
              <a:rPr lang="en-GB" dirty="0">
                <a:solidFill>
                  <a:schemeClr val="bg1"/>
                </a:solidFill>
              </a:rPr>
            </a:br>
            <a:r>
              <a:rPr lang="en-GB" dirty="0">
                <a:solidFill>
                  <a:schemeClr val="bg1"/>
                </a:solidFill>
              </a:rPr>
              <a:t>(between-subject design)</a:t>
            </a:r>
          </a:p>
        </p:txBody>
      </p:sp>
      <p:sp>
        <p:nvSpPr>
          <p:cNvPr id="9" name="Text Placeholder 8">
            <a:extLst>
              <a:ext uri="{FF2B5EF4-FFF2-40B4-BE49-F238E27FC236}">
                <a16:creationId xmlns:a16="http://schemas.microsoft.com/office/drawing/2014/main" id="{9010F044-6457-10A4-1579-2F7A8BD77C38}"/>
              </a:ext>
            </a:extLst>
          </p:cNvPr>
          <p:cNvSpPr>
            <a:spLocks noGrp="1"/>
          </p:cNvSpPr>
          <p:nvPr>
            <p:ph type="body" sz="quarter" idx="3"/>
          </p:nvPr>
        </p:nvSpPr>
        <p:spPr/>
        <p:txBody>
          <a:bodyPr>
            <a:normAutofit lnSpcReduction="10000"/>
          </a:bodyPr>
          <a:lstStyle/>
          <a:p>
            <a:r>
              <a:rPr lang="en-GB" dirty="0">
                <a:solidFill>
                  <a:schemeClr val="bg1"/>
                </a:solidFill>
              </a:rPr>
              <a:t>Within-group design </a:t>
            </a:r>
            <a:br>
              <a:rPr lang="en-GB" dirty="0">
                <a:solidFill>
                  <a:schemeClr val="bg1"/>
                </a:solidFill>
              </a:rPr>
            </a:br>
            <a:r>
              <a:rPr lang="en-GB" dirty="0">
                <a:solidFill>
                  <a:schemeClr val="bg1"/>
                </a:solidFill>
              </a:rPr>
              <a:t>(within-subject design)</a:t>
            </a:r>
          </a:p>
        </p:txBody>
      </p:sp>
      <p:pic>
        <p:nvPicPr>
          <p:cNvPr id="7" name="Picture 6" descr="Between-group design &#10;(between-subject design)&#10;">
            <a:extLst>
              <a:ext uri="{FF2B5EF4-FFF2-40B4-BE49-F238E27FC236}">
                <a16:creationId xmlns:a16="http://schemas.microsoft.com/office/drawing/2014/main" id="{B3671FFA-643C-7861-6BDF-C7006976D0FC}"/>
              </a:ext>
            </a:extLst>
          </p:cNvPr>
          <p:cNvPicPr>
            <a:picLocks noChangeAspect="1"/>
          </p:cNvPicPr>
          <p:nvPr/>
        </p:nvPicPr>
        <p:blipFill>
          <a:blip r:embed="rId2"/>
          <a:stretch>
            <a:fillRect/>
          </a:stretch>
        </p:blipFill>
        <p:spPr>
          <a:xfrm>
            <a:off x="755576" y="3411242"/>
            <a:ext cx="3620125" cy="2376264"/>
          </a:xfrm>
          <a:prstGeom prst="rect">
            <a:avLst/>
          </a:prstGeom>
        </p:spPr>
      </p:pic>
      <p:pic>
        <p:nvPicPr>
          <p:cNvPr id="12" name="Picture 11" descr="Within-group design &#10;(within-subject design)&#10;">
            <a:extLst>
              <a:ext uri="{FF2B5EF4-FFF2-40B4-BE49-F238E27FC236}">
                <a16:creationId xmlns:a16="http://schemas.microsoft.com/office/drawing/2014/main" id="{BD04207E-4E2F-5001-9428-621F5511E4AE}"/>
              </a:ext>
            </a:extLst>
          </p:cNvPr>
          <p:cNvPicPr>
            <a:picLocks noChangeAspect="1"/>
          </p:cNvPicPr>
          <p:nvPr/>
        </p:nvPicPr>
        <p:blipFill>
          <a:blip r:embed="rId3"/>
          <a:stretch>
            <a:fillRect/>
          </a:stretch>
        </p:blipFill>
        <p:spPr>
          <a:xfrm>
            <a:off x="5049640" y="3411242"/>
            <a:ext cx="3637160" cy="2358506"/>
          </a:xfrm>
          <a:prstGeom prst="rect">
            <a:avLst/>
          </a:prstGeom>
        </p:spPr>
      </p:pic>
      <p:sp>
        <p:nvSpPr>
          <p:cNvPr id="5" name="Date Placeholder 4">
            <a:extLst>
              <a:ext uri="{FF2B5EF4-FFF2-40B4-BE49-F238E27FC236}">
                <a16:creationId xmlns:a16="http://schemas.microsoft.com/office/drawing/2014/main" id="{85E878AA-920A-DAC3-B304-C24E86AB5469}"/>
              </a:ext>
            </a:extLst>
          </p:cNvPr>
          <p:cNvSpPr>
            <a:spLocks noGrp="1"/>
          </p:cNvSpPr>
          <p:nvPr>
            <p:ph type="dt" sz="half" idx="13"/>
          </p:nvPr>
        </p:nvSpPr>
        <p:spPr/>
        <p:txBody>
          <a:bodyPr/>
          <a:lstStyle/>
          <a:p>
            <a:endParaRPr lang="en-US" dirty="0"/>
          </a:p>
        </p:txBody>
      </p:sp>
      <p:sp>
        <p:nvSpPr>
          <p:cNvPr id="13" name="Footer Placeholder 12">
            <a:extLst>
              <a:ext uri="{FF2B5EF4-FFF2-40B4-BE49-F238E27FC236}">
                <a16:creationId xmlns:a16="http://schemas.microsoft.com/office/drawing/2014/main" id="{1BC721EE-E205-E98E-3E01-73158EEDCC38}"/>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69E2C119-07D3-035D-8341-D0362FF270F9}"/>
              </a:ext>
            </a:extLst>
          </p:cNvPr>
          <p:cNvSpPr>
            <a:spLocks noGrp="1"/>
          </p:cNvSpPr>
          <p:nvPr>
            <p:ph type="sldNum" sz="quarter" idx="12"/>
          </p:nvPr>
        </p:nvSpPr>
        <p:spPr/>
        <p:txBody>
          <a:bodyPr/>
          <a:lstStyle/>
          <a:p>
            <a:fld id="{9FD7ECCF-50E7-4327-B945-FA93FF7B2BEF}" type="slidenum">
              <a:rPr lang="en-US" smtClean="0"/>
              <a:pPr/>
              <a:t>60</a:t>
            </a:fld>
            <a:r>
              <a:rPr lang="en-GB"/>
              <a:t>/70</a:t>
            </a:r>
            <a:endParaRPr lang="en-US" dirty="0"/>
          </a:p>
        </p:txBody>
      </p:sp>
    </p:spTree>
    <p:extLst>
      <p:ext uri="{BB962C8B-B14F-4D97-AF65-F5344CB8AC3E}">
        <p14:creationId xmlns:p14="http://schemas.microsoft.com/office/powerpoint/2010/main" val="40881071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0D56-6013-77BA-0181-6B3366ADE734}"/>
              </a:ext>
            </a:extLst>
          </p:cNvPr>
          <p:cNvSpPr>
            <a:spLocks noGrp="1"/>
          </p:cNvSpPr>
          <p:nvPr>
            <p:ph type="title"/>
          </p:nvPr>
        </p:nvSpPr>
        <p:spPr/>
        <p:txBody>
          <a:bodyPr>
            <a:normAutofit/>
          </a:bodyPr>
          <a:lstStyle/>
          <a:p>
            <a:r>
              <a:rPr lang="en-GB" dirty="0"/>
              <a:t>Between Group vs Within Group</a:t>
            </a:r>
          </a:p>
        </p:txBody>
      </p:sp>
      <p:sp>
        <p:nvSpPr>
          <p:cNvPr id="3" name="Content Placeholder 2">
            <a:extLst>
              <a:ext uri="{FF2B5EF4-FFF2-40B4-BE49-F238E27FC236}">
                <a16:creationId xmlns:a16="http://schemas.microsoft.com/office/drawing/2014/main" id="{6DEC6951-9EF5-6FFF-F319-60961B26143D}"/>
              </a:ext>
            </a:extLst>
          </p:cNvPr>
          <p:cNvSpPr>
            <a:spLocks noGrp="1"/>
          </p:cNvSpPr>
          <p:nvPr>
            <p:ph sz="quarter" idx="1"/>
          </p:nvPr>
        </p:nvSpPr>
        <p:spPr>
          <a:xfrm>
            <a:off x="250590" y="1628800"/>
            <a:ext cx="4401138" cy="4619406"/>
          </a:xfrm>
        </p:spPr>
        <p:txBody>
          <a:bodyPr>
            <a:normAutofit fontScale="77500" lnSpcReduction="20000"/>
          </a:bodyPr>
          <a:lstStyle/>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H1:	There is no difference in </a:t>
            </a:r>
            <a:r>
              <a:rPr lang="en-GB" sz="2400" b="1" dirty="0">
                <a:solidFill>
                  <a:schemeClr val="tx1">
                    <a:lumMod val="85000"/>
                    <a:lumOff val="15000"/>
                  </a:schemeClr>
                </a:solidFill>
              </a:rPr>
              <a:t>typing speed </a:t>
            </a:r>
            <a:r>
              <a:rPr lang="en-GB" sz="2400" dirty="0">
                <a:solidFill>
                  <a:schemeClr val="tx1">
                    <a:lumMod val="85000"/>
                    <a:lumOff val="15000"/>
                  </a:schemeClr>
                </a:solidFill>
              </a:rPr>
              <a:t>when using a QWERTY </a:t>
            </a:r>
            <a:r>
              <a:rPr lang="en-GB" sz="2400" b="1" dirty="0">
                <a:solidFill>
                  <a:schemeClr val="tx1">
                    <a:lumMod val="85000"/>
                    <a:lumOff val="15000"/>
                  </a:schemeClr>
                </a:solidFill>
              </a:rPr>
              <a:t>keyboard</a:t>
            </a:r>
            <a:r>
              <a:rPr lang="en-GB" sz="2400" dirty="0">
                <a:solidFill>
                  <a:schemeClr val="tx1">
                    <a:lumMod val="85000"/>
                    <a:lumOff val="15000"/>
                  </a:schemeClr>
                </a:solidFill>
              </a:rPr>
              <a:t>, a DVORAK keyboard, 1  or an alphabetically ordered keyboard.</a:t>
            </a:r>
          </a:p>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H2: 	There is no difference in the </a:t>
            </a:r>
            <a:r>
              <a:rPr lang="en-GB" sz="2400" b="1" dirty="0">
                <a:solidFill>
                  <a:schemeClr val="tx1">
                    <a:lumMod val="85000"/>
                    <a:lumOff val="15000"/>
                  </a:schemeClr>
                </a:solidFill>
              </a:rPr>
              <a:t>time</a:t>
            </a:r>
            <a:r>
              <a:rPr lang="en-GB" sz="2400" dirty="0">
                <a:solidFill>
                  <a:schemeClr val="tx1">
                    <a:lumMod val="85000"/>
                    <a:lumOff val="15000"/>
                  </a:schemeClr>
                </a:solidFill>
              </a:rPr>
              <a:t> required to locate an item in an online store between </a:t>
            </a:r>
            <a:r>
              <a:rPr lang="en-GB" sz="2400" b="1" dirty="0">
                <a:solidFill>
                  <a:schemeClr val="tx1">
                    <a:lumMod val="85000"/>
                    <a:lumOff val="15000"/>
                  </a:schemeClr>
                </a:solidFill>
              </a:rPr>
              <a:t>novice users </a:t>
            </a:r>
            <a:r>
              <a:rPr lang="en-GB" sz="2400" dirty="0">
                <a:solidFill>
                  <a:schemeClr val="tx1">
                    <a:lumMod val="85000"/>
                    <a:lumOff val="15000"/>
                  </a:schemeClr>
                </a:solidFill>
              </a:rPr>
              <a:t>and </a:t>
            </a:r>
            <a:r>
              <a:rPr lang="en-GB" sz="2400" b="1" dirty="0">
                <a:solidFill>
                  <a:schemeClr val="tx1">
                    <a:lumMod val="85000"/>
                    <a:lumOff val="15000"/>
                  </a:schemeClr>
                </a:solidFill>
              </a:rPr>
              <a:t>experienced users</a:t>
            </a:r>
            <a:r>
              <a:rPr lang="en-GB" sz="2400" dirty="0">
                <a:solidFill>
                  <a:schemeClr val="tx1">
                    <a:lumMod val="85000"/>
                    <a:lumOff val="15000"/>
                  </a:schemeClr>
                </a:solidFill>
              </a:rPr>
              <a:t>.</a:t>
            </a:r>
          </a:p>
          <a:p>
            <a:pPr marL="541338" indent="-541338" defTabSz="541338">
              <a:lnSpc>
                <a:spcPct val="120000"/>
              </a:lnSpc>
              <a:spcBef>
                <a:spcPts val="1800"/>
              </a:spcBef>
              <a:buNone/>
              <a:tabLst>
                <a:tab pos="541338" algn="l"/>
              </a:tabLst>
            </a:pPr>
            <a:r>
              <a:rPr lang="en-GB" sz="2400" dirty="0">
                <a:solidFill>
                  <a:schemeClr val="tx1">
                    <a:lumMod val="85000"/>
                    <a:lumOff val="15000"/>
                  </a:schemeClr>
                </a:solidFill>
              </a:rPr>
              <a:t>H3: 	There is no difference in the </a:t>
            </a:r>
            <a:r>
              <a:rPr lang="en-GB" sz="2400" b="1" dirty="0">
                <a:solidFill>
                  <a:schemeClr val="tx1">
                    <a:lumMod val="85000"/>
                    <a:lumOff val="15000"/>
                  </a:schemeClr>
                </a:solidFill>
              </a:rPr>
              <a:t>perceived trust </a:t>
            </a:r>
            <a:r>
              <a:rPr lang="en-GB" sz="2400" dirty="0">
                <a:solidFill>
                  <a:schemeClr val="tx1">
                    <a:lumMod val="85000"/>
                    <a:lumOff val="15000"/>
                  </a:schemeClr>
                </a:solidFill>
              </a:rPr>
              <a:t>toward an online agent among customers who are from the </a:t>
            </a:r>
            <a:r>
              <a:rPr lang="en-GB" sz="2400" b="1" dirty="0">
                <a:solidFill>
                  <a:schemeClr val="tx1">
                    <a:lumMod val="85000"/>
                    <a:lumOff val="15000"/>
                  </a:schemeClr>
                </a:solidFill>
              </a:rPr>
              <a:t>United States, Russia, China, and Nigeria</a:t>
            </a:r>
            <a:r>
              <a:rPr lang="en-GB" sz="2400" dirty="0">
                <a:solidFill>
                  <a:schemeClr val="tx1">
                    <a:lumMod val="85000"/>
                    <a:lumOff val="15000"/>
                  </a:schemeClr>
                </a:solidFill>
              </a:rPr>
              <a:t>.</a:t>
            </a:r>
          </a:p>
        </p:txBody>
      </p:sp>
      <p:pic>
        <p:nvPicPr>
          <p:cNvPr id="14" name="Picture 13" descr="What determines the experiment structure">
            <a:extLst>
              <a:ext uri="{FF2B5EF4-FFF2-40B4-BE49-F238E27FC236}">
                <a16:creationId xmlns:a16="http://schemas.microsoft.com/office/drawing/2014/main" id="{34062D7E-0598-A88C-B467-238830ADF2EB}"/>
              </a:ext>
            </a:extLst>
          </p:cNvPr>
          <p:cNvPicPr>
            <a:picLocks noChangeAspect="1"/>
          </p:cNvPicPr>
          <p:nvPr/>
        </p:nvPicPr>
        <p:blipFill>
          <a:blip r:embed="rId2"/>
          <a:stretch>
            <a:fillRect/>
          </a:stretch>
        </p:blipFill>
        <p:spPr>
          <a:xfrm>
            <a:off x="4991685" y="1545410"/>
            <a:ext cx="3978861" cy="2592288"/>
          </a:xfrm>
          <a:prstGeom prst="rect">
            <a:avLst/>
          </a:prstGeom>
        </p:spPr>
      </p:pic>
      <p:sp>
        <p:nvSpPr>
          <p:cNvPr id="15" name="Rectangle 14">
            <a:extLst>
              <a:ext uri="{FF2B5EF4-FFF2-40B4-BE49-F238E27FC236}">
                <a16:creationId xmlns:a16="http://schemas.microsoft.com/office/drawing/2014/main" id="{798CEF52-E556-4D69-792C-940C1FC087EF}"/>
              </a:ext>
            </a:extLst>
          </p:cNvPr>
          <p:cNvSpPr/>
          <p:nvPr/>
        </p:nvSpPr>
        <p:spPr>
          <a:xfrm>
            <a:off x="4876231" y="1868121"/>
            <a:ext cx="1800200" cy="2334041"/>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D778C86A-5139-EB95-5FDD-0F2442AB6AF0}"/>
              </a:ext>
            </a:extLst>
          </p:cNvPr>
          <p:cNvSpPr txBox="1"/>
          <p:nvPr/>
        </p:nvSpPr>
        <p:spPr>
          <a:xfrm>
            <a:off x="5124631" y="4607918"/>
            <a:ext cx="3845915" cy="1815882"/>
          </a:xfrm>
          <a:prstGeom prst="rect">
            <a:avLst/>
          </a:prstGeom>
          <a:noFill/>
        </p:spPr>
        <p:txBody>
          <a:bodyPr wrap="square" rtlCol="0">
            <a:spAutoFit/>
          </a:bodyPr>
          <a:lstStyle/>
          <a:p>
            <a:r>
              <a:rPr lang="en-GB" sz="1400" b="1" dirty="0">
                <a:solidFill>
                  <a:schemeClr val="tx1">
                    <a:lumMod val="85000"/>
                    <a:lumOff val="15000"/>
                  </a:schemeClr>
                </a:solidFill>
                <a:latin typeface="+mn-lt"/>
              </a:rPr>
              <a:t>Dependent variable</a:t>
            </a:r>
            <a:r>
              <a:rPr lang="en-GB" sz="1400" dirty="0">
                <a:solidFill>
                  <a:schemeClr val="tx1">
                    <a:lumMod val="85000"/>
                    <a:lumOff val="15000"/>
                  </a:schemeClr>
                </a:solidFill>
                <a:latin typeface="+mn-lt"/>
              </a:rPr>
              <a:t> – </a:t>
            </a:r>
            <a:r>
              <a:rPr lang="en-GB" sz="1400" b="1" dirty="0">
                <a:solidFill>
                  <a:schemeClr val="tx1">
                    <a:lumMod val="85000"/>
                    <a:lumOff val="15000"/>
                  </a:schemeClr>
                </a:solidFill>
                <a:latin typeface="+mn-lt"/>
              </a:rPr>
              <a:t>time</a:t>
            </a:r>
            <a:r>
              <a:rPr lang="en-GB" sz="1400" dirty="0">
                <a:solidFill>
                  <a:schemeClr val="tx1">
                    <a:lumMod val="85000"/>
                    <a:lumOff val="15000"/>
                  </a:schemeClr>
                </a:solidFill>
                <a:latin typeface="+mn-lt"/>
              </a:rPr>
              <a:t> [H2], trust [H3]</a:t>
            </a:r>
          </a:p>
          <a:p>
            <a:r>
              <a:rPr lang="en-GB" sz="1400" b="1" dirty="0">
                <a:solidFill>
                  <a:schemeClr val="tx1">
                    <a:lumMod val="85000"/>
                    <a:lumOff val="15000"/>
                  </a:schemeClr>
                </a:solidFill>
                <a:latin typeface="+mn-lt"/>
              </a:rPr>
              <a:t>Independent variable </a:t>
            </a:r>
            <a:r>
              <a:rPr lang="en-GB" sz="1400" dirty="0">
                <a:solidFill>
                  <a:schemeClr val="tx1">
                    <a:lumMod val="85000"/>
                    <a:lumOff val="15000"/>
                  </a:schemeClr>
                </a:solidFill>
                <a:latin typeface="+mn-lt"/>
              </a:rPr>
              <a:t>– </a:t>
            </a:r>
            <a:r>
              <a:rPr lang="en-GB" sz="1400" b="1" dirty="0">
                <a:solidFill>
                  <a:schemeClr val="tx1">
                    <a:lumMod val="85000"/>
                    <a:lumOff val="15000"/>
                  </a:schemeClr>
                </a:solidFill>
                <a:latin typeface="+mn-lt"/>
              </a:rPr>
              <a:t>novice</a:t>
            </a:r>
            <a:r>
              <a:rPr lang="en-GB" sz="1400" dirty="0">
                <a:solidFill>
                  <a:schemeClr val="tx1">
                    <a:lumMod val="85000"/>
                    <a:lumOff val="15000"/>
                  </a:schemeClr>
                </a:solidFill>
                <a:latin typeface="+mn-lt"/>
              </a:rPr>
              <a:t> vs </a:t>
            </a:r>
            <a:r>
              <a:rPr lang="en-GB" sz="1400" b="1" dirty="0">
                <a:solidFill>
                  <a:schemeClr val="tx1">
                    <a:lumMod val="85000"/>
                    <a:lumOff val="15000"/>
                  </a:schemeClr>
                </a:solidFill>
                <a:latin typeface="+mn-lt"/>
              </a:rPr>
              <a:t>experienced</a:t>
            </a:r>
            <a:r>
              <a:rPr lang="en-GB" sz="1400" dirty="0">
                <a:solidFill>
                  <a:schemeClr val="tx1">
                    <a:lumMod val="85000"/>
                    <a:lumOff val="15000"/>
                  </a:schemeClr>
                </a:solidFill>
                <a:latin typeface="+mn-lt"/>
              </a:rPr>
              <a:t> users [H2], </a:t>
            </a:r>
            <a:r>
              <a:rPr lang="en-GB" sz="1400" b="1" dirty="0">
                <a:solidFill>
                  <a:schemeClr val="tx1">
                    <a:lumMod val="85000"/>
                    <a:lumOff val="15000"/>
                  </a:schemeClr>
                </a:solidFill>
                <a:latin typeface="+mn-lt"/>
              </a:rPr>
              <a:t>customers from different geographical locations</a:t>
            </a:r>
            <a:r>
              <a:rPr lang="en-GB" sz="1400" dirty="0">
                <a:solidFill>
                  <a:schemeClr val="tx1">
                    <a:lumMod val="85000"/>
                    <a:lumOff val="15000"/>
                  </a:schemeClr>
                </a:solidFill>
                <a:latin typeface="+mn-lt"/>
              </a:rPr>
              <a:t> [H3]</a:t>
            </a:r>
          </a:p>
          <a:p>
            <a:r>
              <a:rPr lang="en-GB" sz="1400" b="1" dirty="0">
                <a:solidFill>
                  <a:schemeClr val="tx1">
                    <a:lumMod val="85000"/>
                    <a:lumOff val="15000"/>
                  </a:schemeClr>
                </a:solidFill>
                <a:latin typeface="+mn-lt"/>
              </a:rPr>
              <a:t>Conditions </a:t>
            </a:r>
            <a:r>
              <a:rPr lang="en-GB" sz="1400" dirty="0">
                <a:solidFill>
                  <a:schemeClr val="tx1">
                    <a:lumMod val="85000"/>
                    <a:lumOff val="15000"/>
                  </a:schemeClr>
                </a:solidFill>
                <a:latin typeface="+mn-lt"/>
              </a:rPr>
              <a:t>– </a:t>
            </a:r>
            <a:r>
              <a:rPr lang="en-GB" sz="1400" b="1" dirty="0">
                <a:solidFill>
                  <a:schemeClr val="tx1">
                    <a:lumMod val="85000"/>
                    <a:lumOff val="15000"/>
                  </a:schemeClr>
                </a:solidFill>
                <a:latin typeface="+mn-lt"/>
              </a:rPr>
              <a:t>novice</a:t>
            </a:r>
            <a:r>
              <a:rPr lang="en-GB" sz="1400" dirty="0">
                <a:solidFill>
                  <a:schemeClr val="tx1">
                    <a:lumMod val="85000"/>
                    <a:lumOff val="15000"/>
                  </a:schemeClr>
                </a:solidFill>
                <a:latin typeface="+mn-lt"/>
              </a:rPr>
              <a:t> vs </a:t>
            </a:r>
            <a:r>
              <a:rPr lang="en-GB" sz="1400" b="1" dirty="0">
                <a:solidFill>
                  <a:schemeClr val="tx1">
                    <a:lumMod val="85000"/>
                    <a:lumOff val="15000"/>
                  </a:schemeClr>
                </a:solidFill>
                <a:latin typeface="+mn-lt"/>
              </a:rPr>
              <a:t>experienced</a:t>
            </a:r>
            <a:r>
              <a:rPr lang="en-GB" sz="1400" dirty="0">
                <a:solidFill>
                  <a:schemeClr val="tx1">
                    <a:lumMod val="85000"/>
                    <a:lumOff val="15000"/>
                  </a:schemeClr>
                </a:solidFill>
                <a:latin typeface="+mn-lt"/>
              </a:rPr>
              <a:t> users [H2], </a:t>
            </a:r>
            <a:r>
              <a:rPr lang="en-GB" sz="1400" b="1" dirty="0">
                <a:solidFill>
                  <a:schemeClr val="tx1">
                    <a:lumMod val="85000"/>
                    <a:lumOff val="15000"/>
                  </a:schemeClr>
                </a:solidFill>
                <a:latin typeface="+mn-lt"/>
              </a:rPr>
              <a:t>customers from different geographical locations </a:t>
            </a:r>
            <a:r>
              <a:rPr lang="en-GB" sz="1400" dirty="0">
                <a:solidFill>
                  <a:schemeClr val="tx1">
                    <a:lumMod val="85000"/>
                    <a:lumOff val="15000"/>
                  </a:schemeClr>
                </a:solidFill>
                <a:latin typeface="+mn-lt"/>
              </a:rPr>
              <a:t>[H3]</a:t>
            </a:r>
          </a:p>
          <a:p>
            <a:endParaRPr lang="en-GB" sz="1400" dirty="0">
              <a:latin typeface="+mn-lt"/>
            </a:endParaRPr>
          </a:p>
        </p:txBody>
      </p:sp>
      <p:sp>
        <p:nvSpPr>
          <p:cNvPr id="4" name="Right Brace 3">
            <a:extLst>
              <a:ext uri="{FF2B5EF4-FFF2-40B4-BE49-F238E27FC236}">
                <a16:creationId xmlns:a16="http://schemas.microsoft.com/office/drawing/2014/main" id="{D6CC5B6A-92C2-6018-F22C-050E25400830}"/>
              </a:ext>
            </a:extLst>
          </p:cNvPr>
          <p:cNvSpPr/>
          <p:nvPr/>
        </p:nvSpPr>
        <p:spPr>
          <a:xfrm>
            <a:off x="4572000" y="3212977"/>
            <a:ext cx="281512" cy="2554552"/>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F8B1C94-96F4-AAA3-D995-B1E1F49661FB}"/>
                  </a:ext>
                </a:extLst>
              </p14:cNvPr>
              <p14:cNvContentPartPr/>
              <p14:nvPr/>
            </p14:nvContentPartPr>
            <p14:xfrm>
              <a:off x="4943300" y="3684769"/>
              <a:ext cx="926640" cy="663840"/>
            </p14:xfrm>
          </p:contentPart>
        </mc:Choice>
        <mc:Fallback xmlns="">
          <p:pic>
            <p:nvPicPr>
              <p:cNvPr id="5" name="Ink 4">
                <a:extLst>
                  <a:ext uri="{FF2B5EF4-FFF2-40B4-BE49-F238E27FC236}">
                    <a16:creationId xmlns:a16="http://schemas.microsoft.com/office/drawing/2014/main" id="{EF8B1C94-96F4-AAA3-D995-B1E1F49661FB}"/>
                  </a:ext>
                </a:extLst>
              </p:cNvPr>
              <p:cNvPicPr/>
              <p:nvPr/>
            </p:nvPicPr>
            <p:blipFill>
              <a:blip r:embed="rId4"/>
              <a:stretch>
                <a:fillRect/>
              </a:stretch>
            </p:blipFill>
            <p:spPr>
              <a:xfrm>
                <a:off x="4934300" y="3676129"/>
                <a:ext cx="944280" cy="681480"/>
              </a:xfrm>
              <a:prstGeom prst="rect">
                <a:avLst/>
              </a:prstGeom>
            </p:spPr>
          </p:pic>
        </mc:Fallback>
      </mc:AlternateContent>
      <p:sp>
        <p:nvSpPr>
          <p:cNvPr id="6" name="Footer Placeholder 5">
            <a:extLst>
              <a:ext uri="{FF2B5EF4-FFF2-40B4-BE49-F238E27FC236}">
                <a16:creationId xmlns:a16="http://schemas.microsoft.com/office/drawing/2014/main" id="{EA71D222-C14A-11D2-12A0-62983A18CA0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24461C2-13B6-2ADD-56EF-846C02DDB85C}"/>
              </a:ext>
            </a:extLst>
          </p:cNvPr>
          <p:cNvSpPr>
            <a:spLocks noGrp="1"/>
          </p:cNvSpPr>
          <p:nvPr>
            <p:ph type="sldNum" sz="quarter" idx="4"/>
          </p:nvPr>
        </p:nvSpPr>
        <p:spPr/>
        <p:txBody>
          <a:bodyPr/>
          <a:lstStyle/>
          <a:p>
            <a:fld id="{9FD7ECCF-50E7-4327-B945-FA93FF7B2BEF}" type="slidenum">
              <a:rPr lang="en-US" smtClean="0"/>
              <a:pPr/>
              <a:t>61</a:t>
            </a:fld>
            <a:r>
              <a:rPr lang="en-GB"/>
              <a:t>/70</a:t>
            </a:r>
            <a:endParaRPr lang="en-US" dirty="0"/>
          </a:p>
        </p:txBody>
      </p:sp>
    </p:spTree>
    <p:extLst>
      <p:ext uri="{BB962C8B-B14F-4D97-AF65-F5344CB8AC3E}">
        <p14:creationId xmlns:p14="http://schemas.microsoft.com/office/powerpoint/2010/main" val="249567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2" grpId="0"/>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6E60-2F4D-030E-D272-0B955156E4D5}"/>
              </a:ext>
            </a:extLst>
          </p:cNvPr>
          <p:cNvSpPr>
            <a:spLocks noGrp="1"/>
          </p:cNvSpPr>
          <p:nvPr>
            <p:ph type="title"/>
          </p:nvPr>
        </p:nvSpPr>
        <p:spPr>
          <a:xfrm>
            <a:off x="609600" y="332656"/>
            <a:ext cx="7922840" cy="990600"/>
          </a:xfrm>
        </p:spPr>
        <p:txBody>
          <a:bodyPr>
            <a:normAutofit/>
          </a:bodyPr>
          <a:lstStyle/>
          <a:p>
            <a:pPr>
              <a:lnSpc>
                <a:spcPts val="3500"/>
              </a:lnSpc>
            </a:pPr>
            <a:r>
              <a:rPr lang="en-GB" dirty="0"/>
              <a:t>Split-Plot Design</a:t>
            </a:r>
          </a:p>
        </p:txBody>
      </p:sp>
      <p:sp>
        <p:nvSpPr>
          <p:cNvPr id="3" name="Content Placeholder 2">
            <a:extLst>
              <a:ext uri="{FF2B5EF4-FFF2-40B4-BE49-F238E27FC236}">
                <a16:creationId xmlns:a16="http://schemas.microsoft.com/office/drawing/2014/main" id="{4EFC1FBE-E399-3DC9-F4A0-34242AF7A6F3}"/>
              </a:ext>
            </a:extLst>
          </p:cNvPr>
          <p:cNvSpPr>
            <a:spLocks noGrp="1"/>
          </p:cNvSpPr>
          <p:nvPr>
            <p:ph sz="quarter" idx="1"/>
          </p:nvPr>
        </p:nvSpPr>
        <p:spPr>
          <a:xfrm>
            <a:off x="612648" y="1600200"/>
            <a:ext cx="4391400" cy="4709120"/>
          </a:xfrm>
        </p:spPr>
        <p:txBody>
          <a:bodyPr>
            <a:normAutofit/>
          </a:bodyPr>
          <a:lstStyle/>
          <a:p>
            <a:pPr marL="628650" indent="-628650" defTabSz="895350">
              <a:buNone/>
              <a:tabLst>
                <a:tab pos="628650" algn="l"/>
              </a:tabLst>
            </a:pPr>
            <a:r>
              <a:rPr lang="en-GB" sz="1700" dirty="0">
                <a:solidFill>
                  <a:schemeClr val="tx1">
                    <a:lumMod val="85000"/>
                    <a:lumOff val="15000"/>
                  </a:schemeClr>
                </a:solidFill>
              </a:rPr>
              <a:t>H4	There is no difference in [speed/satisfaction] among different driver age groups (20-40, 41-60, 60+) when driving with or without GPS assistance</a:t>
            </a:r>
          </a:p>
        </p:txBody>
      </p:sp>
      <p:pic>
        <p:nvPicPr>
          <p:cNvPr id="7" name="Picture 6" descr="What determines the experiment structure">
            <a:extLst>
              <a:ext uri="{FF2B5EF4-FFF2-40B4-BE49-F238E27FC236}">
                <a16:creationId xmlns:a16="http://schemas.microsoft.com/office/drawing/2014/main" id="{A4197A6B-1273-85A6-1760-6F0BBB27BE1A}"/>
              </a:ext>
            </a:extLst>
          </p:cNvPr>
          <p:cNvPicPr>
            <a:picLocks noChangeAspect="1"/>
          </p:cNvPicPr>
          <p:nvPr/>
        </p:nvPicPr>
        <p:blipFill>
          <a:blip r:embed="rId2"/>
          <a:stretch>
            <a:fillRect/>
          </a:stretch>
        </p:blipFill>
        <p:spPr>
          <a:xfrm>
            <a:off x="5047495" y="1595131"/>
            <a:ext cx="3978861" cy="2592288"/>
          </a:xfrm>
          <a:prstGeom prst="rect">
            <a:avLst/>
          </a:prstGeom>
        </p:spPr>
      </p:pic>
      <p:sp>
        <p:nvSpPr>
          <p:cNvPr id="8" name="Rectangle 7">
            <a:extLst>
              <a:ext uri="{FF2B5EF4-FFF2-40B4-BE49-F238E27FC236}">
                <a16:creationId xmlns:a16="http://schemas.microsoft.com/office/drawing/2014/main" id="{C09DEF7D-D4CC-D1DB-A30A-3286AEA2C70C}"/>
              </a:ext>
            </a:extLst>
          </p:cNvPr>
          <p:cNvSpPr/>
          <p:nvPr/>
        </p:nvSpPr>
        <p:spPr>
          <a:xfrm>
            <a:off x="6732241" y="2099187"/>
            <a:ext cx="2294116" cy="2211838"/>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0" name="Table 10">
            <a:extLst>
              <a:ext uri="{FF2B5EF4-FFF2-40B4-BE49-F238E27FC236}">
                <a16:creationId xmlns:a16="http://schemas.microsoft.com/office/drawing/2014/main" id="{3686D71A-0B35-7E77-9BFF-56697D21D24C}"/>
              </a:ext>
            </a:extLst>
          </p:cNvPr>
          <p:cNvGraphicFramePr>
            <a:graphicFrameLocks noGrp="1"/>
          </p:cNvGraphicFramePr>
          <p:nvPr/>
        </p:nvGraphicFramePr>
        <p:xfrm>
          <a:off x="899592" y="4459294"/>
          <a:ext cx="6096000" cy="14071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810878131"/>
                    </a:ext>
                  </a:extLst>
                </a:gridCol>
                <a:gridCol w="1524000">
                  <a:extLst>
                    <a:ext uri="{9D8B030D-6E8A-4147-A177-3AD203B41FA5}">
                      <a16:colId xmlns:a16="http://schemas.microsoft.com/office/drawing/2014/main" val="2345074765"/>
                    </a:ext>
                  </a:extLst>
                </a:gridCol>
                <a:gridCol w="1524000">
                  <a:extLst>
                    <a:ext uri="{9D8B030D-6E8A-4147-A177-3AD203B41FA5}">
                      <a16:colId xmlns:a16="http://schemas.microsoft.com/office/drawing/2014/main" val="364509855"/>
                    </a:ext>
                  </a:extLst>
                </a:gridCol>
                <a:gridCol w="1524000">
                  <a:extLst>
                    <a:ext uri="{9D8B030D-6E8A-4147-A177-3AD203B41FA5}">
                      <a16:colId xmlns:a16="http://schemas.microsoft.com/office/drawing/2014/main" val="3157446638"/>
                    </a:ext>
                  </a:extLst>
                </a:gridCol>
              </a:tblGrid>
              <a:tr h="370840">
                <a:tc>
                  <a:txBody>
                    <a:bodyPr/>
                    <a:lstStyle/>
                    <a:p>
                      <a:pPr algn="l" fontAlgn="ctr"/>
                      <a:endParaRPr lang="en-GB" sz="1400" b="1" i="0" dirty="0">
                        <a:effectLst/>
                        <a:latin typeface="+mn-lt"/>
                      </a:endParaRPr>
                    </a:p>
                  </a:txBody>
                  <a:tcPr anchor="ctr"/>
                </a:tc>
                <a:tc>
                  <a:txBody>
                    <a:bodyPr/>
                    <a:lstStyle/>
                    <a:p>
                      <a:pPr algn="l" fontAlgn="ctr"/>
                      <a:r>
                        <a:rPr lang="en-GB" sz="1400" b="1" i="0">
                          <a:effectLst/>
                          <a:latin typeface="+mn-lt"/>
                        </a:rPr>
                        <a:t>20–40 Years Old</a:t>
                      </a:r>
                    </a:p>
                  </a:txBody>
                  <a:tcPr anchor="ctr"/>
                </a:tc>
                <a:tc>
                  <a:txBody>
                    <a:bodyPr/>
                    <a:lstStyle/>
                    <a:p>
                      <a:pPr algn="l" fontAlgn="ctr"/>
                      <a:r>
                        <a:rPr lang="en-GB" sz="1400" b="1" i="0">
                          <a:effectLst/>
                          <a:latin typeface="+mn-lt"/>
                        </a:rPr>
                        <a:t>41–60 Years Old</a:t>
                      </a:r>
                    </a:p>
                  </a:txBody>
                  <a:tcPr anchor="ctr"/>
                </a:tc>
                <a:tc>
                  <a:txBody>
                    <a:bodyPr/>
                    <a:lstStyle/>
                    <a:p>
                      <a:pPr algn="l" fontAlgn="ctr"/>
                      <a:r>
                        <a:rPr lang="en-GB" sz="1400" b="1" i="0" dirty="0">
                          <a:effectLst/>
                          <a:latin typeface="+mn-lt"/>
                        </a:rPr>
                        <a:t>Above 60</a:t>
                      </a:r>
                    </a:p>
                  </a:txBody>
                  <a:tcPr anchor="ctr"/>
                </a:tc>
                <a:extLst>
                  <a:ext uri="{0D108BD9-81ED-4DB2-BD59-A6C34878D82A}">
                    <a16:rowId xmlns:a16="http://schemas.microsoft.com/office/drawing/2014/main" val="286301114"/>
                  </a:ext>
                </a:extLst>
              </a:tr>
              <a:tr h="370840">
                <a:tc>
                  <a:txBody>
                    <a:bodyPr/>
                    <a:lstStyle/>
                    <a:p>
                      <a:pPr algn="l" fontAlgn="t"/>
                      <a:r>
                        <a:rPr lang="en-GB" sz="1400" b="0" dirty="0">
                          <a:effectLst/>
                          <a:latin typeface="+mn-lt"/>
                        </a:rPr>
                        <a:t>Driving without GPS assistance</a:t>
                      </a:r>
                    </a:p>
                  </a:txBody>
                  <a:tcPr/>
                </a:tc>
                <a:tc>
                  <a:txBody>
                    <a:bodyPr/>
                    <a:lstStyle/>
                    <a:p>
                      <a:pPr algn="l" fontAlgn="t"/>
                      <a:r>
                        <a:rPr lang="en-GB" sz="1400" b="0">
                          <a:effectLst/>
                          <a:latin typeface="+mn-lt"/>
                        </a:rPr>
                        <a:t>1</a:t>
                      </a:r>
                    </a:p>
                  </a:txBody>
                  <a:tcPr/>
                </a:tc>
                <a:tc>
                  <a:txBody>
                    <a:bodyPr/>
                    <a:lstStyle/>
                    <a:p>
                      <a:pPr algn="l" fontAlgn="t"/>
                      <a:r>
                        <a:rPr lang="en-GB" sz="1400" b="0">
                          <a:effectLst/>
                          <a:latin typeface="+mn-lt"/>
                        </a:rPr>
                        <a:t>2</a:t>
                      </a:r>
                    </a:p>
                  </a:txBody>
                  <a:tcPr/>
                </a:tc>
                <a:tc>
                  <a:txBody>
                    <a:bodyPr/>
                    <a:lstStyle/>
                    <a:p>
                      <a:pPr algn="l" fontAlgn="t"/>
                      <a:r>
                        <a:rPr lang="en-GB" sz="1400" b="0">
                          <a:effectLst/>
                          <a:latin typeface="+mn-lt"/>
                        </a:rPr>
                        <a:t>3</a:t>
                      </a:r>
                    </a:p>
                  </a:txBody>
                  <a:tcPr/>
                </a:tc>
                <a:extLst>
                  <a:ext uri="{0D108BD9-81ED-4DB2-BD59-A6C34878D82A}">
                    <a16:rowId xmlns:a16="http://schemas.microsoft.com/office/drawing/2014/main" val="3275032508"/>
                  </a:ext>
                </a:extLst>
              </a:tr>
              <a:tr h="370840">
                <a:tc>
                  <a:txBody>
                    <a:bodyPr/>
                    <a:lstStyle/>
                    <a:p>
                      <a:pPr algn="l" fontAlgn="t"/>
                      <a:r>
                        <a:rPr lang="en-GB" sz="1400" b="0">
                          <a:effectLst/>
                          <a:latin typeface="+mn-lt"/>
                        </a:rPr>
                        <a:t>Driving with GPS assistance</a:t>
                      </a:r>
                    </a:p>
                  </a:txBody>
                  <a:tcPr/>
                </a:tc>
                <a:tc>
                  <a:txBody>
                    <a:bodyPr/>
                    <a:lstStyle/>
                    <a:p>
                      <a:pPr algn="l" fontAlgn="t"/>
                      <a:r>
                        <a:rPr lang="en-GB" sz="1400" b="0">
                          <a:effectLst/>
                          <a:latin typeface="+mn-lt"/>
                        </a:rPr>
                        <a:t>4</a:t>
                      </a:r>
                    </a:p>
                  </a:txBody>
                  <a:tcPr/>
                </a:tc>
                <a:tc>
                  <a:txBody>
                    <a:bodyPr/>
                    <a:lstStyle/>
                    <a:p>
                      <a:pPr algn="l" fontAlgn="t"/>
                      <a:r>
                        <a:rPr lang="en-GB" sz="1400" b="0">
                          <a:effectLst/>
                          <a:latin typeface="+mn-lt"/>
                        </a:rPr>
                        <a:t>5</a:t>
                      </a:r>
                    </a:p>
                  </a:txBody>
                  <a:tcPr/>
                </a:tc>
                <a:tc>
                  <a:txBody>
                    <a:bodyPr/>
                    <a:lstStyle/>
                    <a:p>
                      <a:pPr algn="l" fontAlgn="t"/>
                      <a:r>
                        <a:rPr lang="en-GB" sz="1400" b="0" dirty="0">
                          <a:effectLst/>
                          <a:latin typeface="+mn-lt"/>
                        </a:rPr>
                        <a:t>6</a:t>
                      </a:r>
                    </a:p>
                  </a:txBody>
                  <a:tcPr/>
                </a:tc>
                <a:extLst>
                  <a:ext uri="{0D108BD9-81ED-4DB2-BD59-A6C34878D82A}">
                    <a16:rowId xmlns:a16="http://schemas.microsoft.com/office/drawing/2014/main" val="2708312749"/>
                  </a:ext>
                </a:extLst>
              </a:tr>
            </a:tbl>
          </a:graphicData>
        </a:graphic>
      </p:graphicFrame>
      <p:sp>
        <p:nvSpPr>
          <p:cNvPr id="11" name="TextBox 10">
            <a:extLst>
              <a:ext uri="{FF2B5EF4-FFF2-40B4-BE49-F238E27FC236}">
                <a16:creationId xmlns:a16="http://schemas.microsoft.com/office/drawing/2014/main" id="{7F40B1AC-E90B-A937-474E-C3A0E6F0440C}"/>
              </a:ext>
            </a:extLst>
          </p:cNvPr>
          <p:cNvSpPr txBox="1"/>
          <p:nvPr/>
        </p:nvSpPr>
        <p:spPr>
          <a:xfrm>
            <a:off x="2411760" y="5920840"/>
            <a:ext cx="1388713" cy="369332"/>
          </a:xfrm>
          <a:prstGeom prst="rect">
            <a:avLst/>
          </a:prstGeom>
          <a:noFill/>
        </p:spPr>
        <p:txBody>
          <a:bodyPr wrap="none" rtlCol="0">
            <a:spAutoFit/>
          </a:bodyPr>
          <a:lstStyle/>
          <a:p>
            <a:r>
              <a:rPr lang="en-GB" sz="1800" dirty="0">
                <a:latin typeface="+mn-lt"/>
              </a:rPr>
              <a:t>Within-group</a:t>
            </a:r>
          </a:p>
        </p:txBody>
      </p:sp>
      <p:sp>
        <p:nvSpPr>
          <p:cNvPr id="12" name="TextBox 11">
            <a:extLst>
              <a:ext uri="{FF2B5EF4-FFF2-40B4-BE49-F238E27FC236}">
                <a16:creationId xmlns:a16="http://schemas.microsoft.com/office/drawing/2014/main" id="{C6CFD778-F142-BDFF-142B-AF33A460693B}"/>
              </a:ext>
            </a:extLst>
          </p:cNvPr>
          <p:cNvSpPr txBox="1"/>
          <p:nvPr/>
        </p:nvSpPr>
        <p:spPr>
          <a:xfrm>
            <a:off x="7164288" y="4841650"/>
            <a:ext cx="1578061" cy="369332"/>
          </a:xfrm>
          <a:prstGeom prst="rect">
            <a:avLst/>
          </a:prstGeom>
          <a:noFill/>
        </p:spPr>
        <p:txBody>
          <a:bodyPr wrap="none" rtlCol="0">
            <a:spAutoFit/>
          </a:bodyPr>
          <a:lstStyle/>
          <a:p>
            <a:r>
              <a:rPr lang="en-GB" sz="1800" dirty="0">
                <a:latin typeface="+mn-lt"/>
              </a:rPr>
              <a:t>Between-group</a:t>
            </a:r>
          </a:p>
        </p:txBody>
      </p:sp>
      <p:sp>
        <p:nvSpPr>
          <p:cNvPr id="13" name="Rectangle 12">
            <a:extLst>
              <a:ext uri="{FF2B5EF4-FFF2-40B4-BE49-F238E27FC236}">
                <a16:creationId xmlns:a16="http://schemas.microsoft.com/office/drawing/2014/main" id="{85657E78-03D1-7B7D-7E33-0DE06DAC67B2}"/>
              </a:ext>
            </a:extLst>
          </p:cNvPr>
          <p:cNvSpPr/>
          <p:nvPr/>
        </p:nvSpPr>
        <p:spPr>
          <a:xfrm>
            <a:off x="755576" y="4187419"/>
            <a:ext cx="3168352" cy="2102753"/>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02585C4-5032-55B7-BC89-0C1C9D0E5CEA}"/>
              </a:ext>
            </a:extLst>
          </p:cNvPr>
          <p:cNvSpPr/>
          <p:nvPr/>
        </p:nvSpPr>
        <p:spPr>
          <a:xfrm>
            <a:off x="609599" y="4382617"/>
            <a:ext cx="8132749" cy="990600"/>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41B4617C-F404-57B2-3967-1137D726DAC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D144DAC-4D84-BBD4-2804-B2DA83898910}"/>
              </a:ext>
            </a:extLst>
          </p:cNvPr>
          <p:cNvSpPr>
            <a:spLocks noGrp="1"/>
          </p:cNvSpPr>
          <p:nvPr>
            <p:ph type="sldNum" sz="quarter" idx="4"/>
          </p:nvPr>
        </p:nvSpPr>
        <p:spPr/>
        <p:txBody>
          <a:bodyPr/>
          <a:lstStyle/>
          <a:p>
            <a:fld id="{9FD7ECCF-50E7-4327-B945-FA93FF7B2BEF}" type="slidenum">
              <a:rPr lang="en-US" smtClean="0"/>
              <a:pPr/>
              <a:t>62</a:t>
            </a:fld>
            <a:r>
              <a:rPr lang="en-GB"/>
              <a:t>/70</a:t>
            </a:r>
            <a:endParaRPr lang="en-US" dirty="0"/>
          </a:p>
        </p:txBody>
      </p:sp>
    </p:spTree>
    <p:extLst>
      <p:ext uri="{BB962C8B-B14F-4D97-AF65-F5344CB8AC3E}">
        <p14:creationId xmlns:p14="http://schemas.microsoft.com/office/powerpoint/2010/main" val="124807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6E60-2F4D-030E-D272-0B955156E4D5}"/>
              </a:ext>
            </a:extLst>
          </p:cNvPr>
          <p:cNvSpPr>
            <a:spLocks noGrp="1"/>
          </p:cNvSpPr>
          <p:nvPr>
            <p:ph type="title"/>
          </p:nvPr>
        </p:nvSpPr>
        <p:spPr>
          <a:xfrm>
            <a:off x="609600" y="332656"/>
            <a:ext cx="7922840" cy="990600"/>
          </a:xfrm>
        </p:spPr>
        <p:txBody>
          <a:bodyPr>
            <a:normAutofit/>
          </a:bodyPr>
          <a:lstStyle/>
          <a:p>
            <a:pPr>
              <a:lnSpc>
                <a:spcPts val="3500"/>
              </a:lnSpc>
            </a:pPr>
            <a:r>
              <a:rPr lang="en-GB" dirty="0"/>
              <a:t>Factorial design</a:t>
            </a:r>
          </a:p>
        </p:txBody>
      </p:sp>
      <p:sp>
        <p:nvSpPr>
          <p:cNvPr id="3" name="Content Placeholder 2">
            <a:extLst>
              <a:ext uri="{FF2B5EF4-FFF2-40B4-BE49-F238E27FC236}">
                <a16:creationId xmlns:a16="http://schemas.microsoft.com/office/drawing/2014/main" id="{4EFC1FBE-E399-3DC9-F4A0-34242AF7A6F3}"/>
              </a:ext>
            </a:extLst>
          </p:cNvPr>
          <p:cNvSpPr>
            <a:spLocks noGrp="1"/>
          </p:cNvSpPr>
          <p:nvPr>
            <p:ph sz="quarter" idx="1"/>
          </p:nvPr>
        </p:nvSpPr>
        <p:spPr>
          <a:xfrm>
            <a:off x="612648" y="1600200"/>
            <a:ext cx="4391400" cy="4709120"/>
          </a:xfrm>
        </p:spPr>
        <p:txBody>
          <a:bodyPr>
            <a:normAutofit fontScale="92500"/>
          </a:bodyPr>
          <a:lstStyle/>
          <a:p>
            <a:r>
              <a:rPr lang="en-GB" sz="2400" dirty="0">
                <a:solidFill>
                  <a:schemeClr val="tx1">
                    <a:lumMod val="85000"/>
                    <a:lumOff val="15000"/>
                  </a:schemeClr>
                </a:solidFill>
              </a:rPr>
              <a:t>Factorial designs are widely adopted when an experiment investigates </a:t>
            </a:r>
            <a:r>
              <a:rPr lang="en-GB" sz="2400" b="1" dirty="0">
                <a:solidFill>
                  <a:schemeClr val="tx1">
                    <a:lumMod val="85000"/>
                    <a:lumOff val="15000"/>
                  </a:schemeClr>
                </a:solidFill>
              </a:rPr>
              <a:t>more than one independent variables or factors</a:t>
            </a:r>
            <a:r>
              <a:rPr lang="en-GB" sz="2400" dirty="0">
                <a:solidFill>
                  <a:schemeClr val="tx1">
                    <a:lumMod val="85000"/>
                    <a:lumOff val="15000"/>
                  </a:schemeClr>
                </a:solidFill>
              </a:rPr>
              <a:t>.</a:t>
            </a:r>
          </a:p>
          <a:p>
            <a:r>
              <a:rPr lang="en-GB" sz="2400" dirty="0">
                <a:solidFill>
                  <a:schemeClr val="tx1">
                    <a:lumMod val="85000"/>
                    <a:lumOff val="15000"/>
                  </a:schemeClr>
                </a:solidFill>
              </a:rPr>
              <a:t>We divide the experiment groups or conditions into multiple subsets according to the independent variables. </a:t>
            </a:r>
          </a:p>
          <a:p>
            <a:r>
              <a:rPr lang="en-GB" sz="2400" dirty="0">
                <a:solidFill>
                  <a:schemeClr val="tx1">
                    <a:lumMod val="85000"/>
                    <a:lumOff val="15000"/>
                  </a:schemeClr>
                </a:solidFill>
              </a:rPr>
              <a:t>It allows us to simultaneously investigate the impact of all independent variables as well as the interaction effects between multiple variables.</a:t>
            </a:r>
          </a:p>
        </p:txBody>
      </p:sp>
      <p:pic>
        <p:nvPicPr>
          <p:cNvPr id="7" name="Picture 6" descr="What determines the experiment structure">
            <a:extLst>
              <a:ext uri="{FF2B5EF4-FFF2-40B4-BE49-F238E27FC236}">
                <a16:creationId xmlns:a16="http://schemas.microsoft.com/office/drawing/2014/main" id="{A4197A6B-1273-85A6-1760-6F0BBB27BE1A}"/>
              </a:ext>
            </a:extLst>
          </p:cNvPr>
          <p:cNvPicPr>
            <a:picLocks noChangeAspect="1"/>
          </p:cNvPicPr>
          <p:nvPr/>
        </p:nvPicPr>
        <p:blipFill>
          <a:blip r:embed="rId2"/>
          <a:stretch>
            <a:fillRect/>
          </a:stretch>
        </p:blipFill>
        <p:spPr>
          <a:xfrm>
            <a:off x="5047495" y="1595131"/>
            <a:ext cx="3978861" cy="2592288"/>
          </a:xfrm>
          <a:prstGeom prst="rect">
            <a:avLst/>
          </a:prstGeom>
        </p:spPr>
      </p:pic>
      <p:sp>
        <p:nvSpPr>
          <p:cNvPr id="8" name="Rectangle 7">
            <a:extLst>
              <a:ext uri="{FF2B5EF4-FFF2-40B4-BE49-F238E27FC236}">
                <a16:creationId xmlns:a16="http://schemas.microsoft.com/office/drawing/2014/main" id="{C09DEF7D-D4CC-D1DB-A30A-3286AEA2C70C}"/>
              </a:ext>
            </a:extLst>
          </p:cNvPr>
          <p:cNvSpPr/>
          <p:nvPr/>
        </p:nvSpPr>
        <p:spPr>
          <a:xfrm>
            <a:off x="6732241" y="2099187"/>
            <a:ext cx="2294116" cy="2211838"/>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2">
            <a:extLst>
              <a:ext uri="{FF2B5EF4-FFF2-40B4-BE49-F238E27FC236}">
                <a16:creationId xmlns:a16="http://schemas.microsoft.com/office/drawing/2014/main" id="{B018F714-DF57-F9EA-5235-D86BCA15797F}"/>
              </a:ext>
            </a:extLst>
          </p:cNvPr>
          <p:cNvSpPr txBox="1">
            <a:spLocks/>
          </p:cNvSpPr>
          <p:nvPr/>
        </p:nvSpPr>
        <p:spPr>
          <a:xfrm>
            <a:off x="5220072" y="4691475"/>
            <a:ext cx="3923928" cy="1496017"/>
          </a:xfrm>
          <a:prstGeom prst="rect">
            <a:avLst/>
          </a:prstGeom>
        </p:spPr>
        <p:txBody>
          <a:bodyPr vert="horz">
            <a:normAutofit fontScale="92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GB" sz="2400" i="1" dirty="0">
                <a:solidFill>
                  <a:schemeClr val="tx1">
                    <a:lumMod val="85000"/>
                    <a:lumOff val="15000"/>
                  </a:schemeClr>
                </a:solidFill>
              </a:rPr>
              <a:t>H</a:t>
            </a:r>
            <a:r>
              <a:rPr lang="en-GB" sz="2400" i="1" baseline="-25000" dirty="0">
                <a:solidFill>
                  <a:schemeClr val="tx1">
                    <a:lumMod val="85000"/>
                    <a:lumOff val="15000"/>
                  </a:schemeClr>
                </a:solidFill>
              </a:rPr>
              <a:t>0</a:t>
            </a:r>
            <a:r>
              <a:rPr lang="en-GB" sz="2400" i="1" dirty="0">
                <a:solidFill>
                  <a:schemeClr val="tx1">
                    <a:lumMod val="85000"/>
                    <a:lumOff val="15000"/>
                  </a:schemeClr>
                </a:solidFill>
              </a:rPr>
              <a:t>: There is no difference in [speed/satisfaction] among different driver age groups (20-40, 41-60, 60+) when driving with or without GPS assistance</a:t>
            </a:r>
            <a:endParaRPr lang="en-GB" sz="2400" i="1" dirty="0">
              <a:solidFill>
                <a:srgbClr val="3D3B49"/>
              </a:solidFill>
            </a:endParaRPr>
          </a:p>
        </p:txBody>
      </p:sp>
      <p:sp>
        <p:nvSpPr>
          <p:cNvPr id="4" name="Footer Placeholder 3">
            <a:extLst>
              <a:ext uri="{FF2B5EF4-FFF2-40B4-BE49-F238E27FC236}">
                <a16:creationId xmlns:a16="http://schemas.microsoft.com/office/drawing/2014/main" id="{FCAAC350-2234-7A04-13A0-56A09A1AAB1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F2F3BE7-C3B1-BF5A-0DC3-E5D491081810}"/>
              </a:ext>
            </a:extLst>
          </p:cNvPr>
          <p:cNvSpPr>
            <a:spLocks noGrp="1"/>
          </p:cNvSpPr>
          <p:nvPr>
            <p:ph type="sldNum" sz="quarter" idx="4"/>
          </p:nvPr>
        </p:nvSpPr>
        <p:spPr/>
        <p:txBody>
          <a:bodyPr/>
          <a:lstStyle/>
          <a:p>
            <a:fld id="{9FD7ECCF-50E7-4327-B945-FA93FF7B2BEF}" type="slidenum">
              <a:rPr lang="en-US" smtClean="0"/>
              <a:pPr/>
              <a:t>63</a:t>
            </a:fld>
            <a:r>
              <a:rPr lang="en-GB"/>
              <a:t>/70</a:t>
            </a:r>
            <a:endParaRPr lang="en-US" dirty="0"/>
          </a:p>
        </p:txBody>
      </p:sp>
    </p:spTree>
    <p:extLst>
      <p:ext uri="{BB962C8B-B14F-4D97-AF65-F5344CB8AC3E}">
        <p14:creationId xmlns:p14="http://schemas.microsoft.com/office/powerpoint/2010/main" val="26380135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DC75F-3E46-20B6-F4B0-D705F8A99362}"/>
              </a:ext>
            </a:extLst>
          </p:cNvPr>
          <p:cNvSpPr>
            <a:spLocks noGrp="1"/>
          </p:cNvSpPr>
          <p:nvPr>
            <p:ph type="title"/>
          </p:nvPr>
        </p:nvSpPr>
        <p:spPr/>
        <p:txBody>
          <a:bodyPr/>
          <a:lstStyle/>
          <a:p>
            <a:r>
              <a:rPr lang="en-GB" dirty="0"/>
              <a:t>Factorial design</a:t>
            </a:r>
          </a:p>
        </p:txBody>
      </p:sp>
      <p:sp>
        <p:nvSpPr>
          <p:cNvPr id="3" name="Content Placeholder 2">
            <a:extLst>
              <a:ext uri="{FF2B5EF4-FFF2-40B4-BE49-F238E27FC236}">
                <a16:creationId xmlns:a16="http://schemas.microsoft.com/office/drawing/2014/main" id="{F20C17D9-9C97-AEB8-88C5-EECE8C25C0D5}"/>
              </a:ext>
            </a:extLst>
          </p:cNvPr>
          <p:cNvSpPr>
            <a:spLocks noGrp="1"/>
          </p:cNvSpPr>
          <p:nvPr>
            <p:ph sz="quarter" idx="1"/>
          </p:nvPr>
        </p:nvSpPr>
        <p:spPr>
          <a:xfrm>
            <a:off x="612648" y="1600200"/>
            <a:ext cx="8153400" cy="2332856"/>
          </a:xfrm>
        </p:spPr>
        <p:txBody>
          <a:bodyPr/>
          <a:lstStyle/>
          <a:p>
            <a:r>
              <a:rPr lang="en-GB" b="1" dirty="0">
                <a:solidFill>
                  <a:schemeClr val="tx1">
                    <a:lumMod val="85000"/>
                    <a:lumOff val="15000"/>
                  </a:schemeClr>
                </a:solidFill>
              </a:rPr>
              <a:t>Within-group</a:t>
            </a:r>
            <a:r>
              <a:rPr lang="en-GB" dirty="0">
                <a:solidFill>
                  <a:schemeClr val="tx1">
                    <a:lumMod val="85000"/>
                    <a:lumOff val="15000"/>
                  </a:schemeClr>
                </a:solidFill>
              </a:rPr>
              <a:t> design is more appropriate when the experiment investigates tasks with large individual differences, tasks that are less susceptible to the learning effect, or when the </a:t>
            </a:r>
            <a:r>
              <a:rPr lang="en-GB" b="1" dirty="0">
                <a:solidFill>
                  <a:schemeClr val="tx1">
                    <a:lumMod val="85000"/>
                    <a:lumOff val="15000"/>
                  </a:schemeClr>
                </a:solidFill>
              </a:rPr>
              <a:t>target participant pool is very small</a:t>
            </a:r>
          </a:p>
        </p:txBody>
      </p:sp>
      <p:sp>
        <p:nvSpPr>
          <p:cNvPr id="4" name="Footer Placeholder 3">
            <a:extLst>
              <a:ext uri="{FF2B5EF4-FFF2-40B4-BE49-F238E27FC236}">
                <a16:creationId xmlns:a16="http://schemas.microsoft.com/office/drawing/2014/main" id="{13651E7A-BFA4-FFA8-458D-A598C43853B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DF179BE-D12D-1665-B358-9E68D6B5B7AA}"/>
              </a:ext>
            </a:extLst>
          </p:cNvPr>
          <p:cNvSpPr>
            <a:spLocks noGrp="1"/>
          </p:cNvSpPr>
          <p:nvPr>
            <p:ph type="sldNum" sz="quarter" idx="4"/>
          </p:nvPr>
        </p:nvSpPr>
        <p:spPr/>
        <p:txBody>
          <a:bodyPr/>
          <a:lstStyle/>
          <a:p>
            <a:fld id="{9FD7ECCF-50E7-4327-B945-FA93FF7B2BEF}" type="slidenum">
              <a:rPr lang="en-US" smtClean="0"/>
              <a:pPr/>
              <a:t>64</a:t>
            </a:fld>
            <a:r>
              <a:rPr lang="en-GB"/>
              <a:t>/70</a:t>
            </a:r>
            <a:endParaRPr lang="en-US" dirty="0"/>
          </a:p>
        </p:txBody>
      </p:sp>
    </p:spTree>
    <p:extLst>
      <p:ext uri="{BB962C8B-B14F-4D97-AF65-F5344CB8AC3E}">
        <p14:creationId xmlns:p14="http://schemas.microsoft.com/office/powerpoint/2010/main" val="35264521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724C-1CC9-C783-A3F6-9E05847100A6}"/>
              </a:ext>
            </a:extLst>
          </p:cNvPr>
          <p:cNvSpPr>
            <a:spLocks noGrp="1"/>
          </p:cNvSpPr>
          <p:nvPr>
            <p:ph type="title"/>
          </p:nvPr>
        </p:nvSpPr>
        <p:spPr/>
        <p:txBody>
          <a:bodyPr>
            <a:normAutofit/>
          </a:bodyPr>
          <a:lstStyle/>
          <a:p>
            <a:r>
              <a:rPr lang="en-GB" dirty="0"/>
              <a:t>Reliability of Experimental design</a:t>
            </a:r>
          </a:p>
        </p:txBody>
      </p:sp>
      <p:sp>
        <p:nvSpPr>
          <p:cNvPr id="3" name="Content Placeholder 2">
            <a:extLst>
              <a:ext uri="{FF2B5EF4-FFF2-40B4-BE49-F238E27FC236}">
                <a16:creationId xmlns:a16="http://schemas.microsoft.com/office/drawing/2014/main" id="{04BDAEDD-78A3-82AE-394C-99352E5A4016}"/>
              </a:ext>
            </a:extLst>
          </p:cNvPr>
          <p:cNvSpPr>
            <a:spLocks noGrp="1"/>
          </p:cNvSpPr>
          <p:nvPr>
            <p:ph sz="quarter" idx="1"/>
          </p:nvPr>
        </p:nvSpPr>
        <p:spPr/>
        <p:txBody>
          <a:bodyPr>
            <a:normAutofit/>
          </a:bodyPr>
          <a:lstStyle/>
          <a:p>
            <a:pPr>
              <a:lnSpc>
                <a:spcPct val="120000"/>
              </a:lnSpc>
              <a:spcBef>
                <a:spcPts val="1200"/>
              </a:spcBef>
            </a:pPr>
            <a:r>
              <a:rPr lang="en-GB" dirty="0"/>
              <a:t>Well-designed experiments can reveal important scientific findings.</a:t>
            </a:r>
          </a:p>
          <a:p>
            <a:pPr>
              <a:lnSpc>
                <a:spcPct val="120000"/>
              </a:lnSpc>
              <a:spcBef>
                <a:spcPts val="1200"/>
              </a:spcBef>
            </a:pPr>
            <a:r>
              <a:rPr lang="en-GB" dirty="0"/>
              <a:t>By contrast, ill-designed experiments may generate results that are false or misleading.</a:t>
            </a:r>
          </a:p>
        </p:txBody>
      </p:sp>
      <p:sp>
        <p:nvSpPr>
          <p:cNvPr id="6" name="Footer Placeholder 5">
            <a:extLst>
              <a:ext uri="{FF2B5EF4-FFF2-40B4-BE49-F238E27FC236}">
                <a16:creationId xmlns:a16="http://schemas.microsoft.com/office/drawing/2014/main" id="{75BE0B5C-A32B-BDF7-E50A-52944B7281E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FCFBF98B-3182-C299-8355-2A038AD7747C}"/>
              </a:ext>
            </a:extLst>
          </p:cNvPr>
          <p:cNvSpPr>
            <a:spLocks noGrp="1"/>
          </p:cNvSpPr>
          <p:nvPr>
            <p:ph type="sldNum" sz="quarter" idx="4"/>
          </p:nvPr>
        </p:nvSpPr>
        <p:spPr/>
        <p:txBody>
          <a:bodyPr/>
          <a:lstStyle/>
          <a:p>
            <a:fld id="{9FD7ECCF-50E7-4327-B945-FA93FF7B2BEF}" type="slidenum">
              <a:rPr lang="en-US" smtClean="0"/>
              <a:pPr/>
              <a:t>65</a:t>
            </a:fld>
            <a:r>
              <a:rPr lang="en-GB"/>
              <a:t>/70</a:t>
            </a:r>
            <a:endParaRPr lang="en-US" dirty="0"/>
          </a:p>
        </p:txBody>
      </p:sp>
    </p:spTree>
    <p:extLst>
      <p:ext uri="{BB962C8B-B14F-4D97-AF65-F5344CB8AC3E}">
        <p14:creationId xmlns:p14="http://schemas.microsoft.com/office/powerpoint/2010/main" val="23485078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6C3FA-3F80-470C-18A4-9C86DAC7086D}"/>
              </a:ext>
            </a:extLst>
          </p:cNvPr>
          <p:cNvSpPr>
            <a:spLocks noGrp="1"/>
          </p:cNvSpPr>
          <p:nvPr>
            <p:ph type="title"/>
          </p:nvPr>
        </p:nvSpPr>
        <p:spPr/>
        <p:txBody>
          <a:bodyPr/>
          <a:lstStyle/>
          <a:p>
            <a:r>
              <a:rPr lang="en-GB" dirty="0"/>
              <a:t>Reliability of Experimental Results</a:t>
            </a:r>
          </a:p>
        </p:txBody>
      </p:sp>
      <p:sp>
        <p:nvSpPr>
          <p:cNvPr id="3" name="Content Placeholder 2">
            <a:extLst>
              <a:ext uri="{FF2B5EF4-FFF2-40B4-BE49-F238E27FC236}">
                <a16:creationId xmlns:a16="http://schemas.microsoft.com/office/drawing/2014/main" id="{AC813E4D-CE5B-260C-5A85-FB21142FF532}"/>
              </a:ext>
            </a:extLst>
          </p:cNvPr>
          <p:cNvSpPr>
            <a:spLocks noGrp="1"/>
          </p:cNvSpPr>
          <p:nvPr>
            <p:ph sz="quarter" idx="1"/>
          </p:nvPr>
        </p:nvSpPr>
        <p:spPr/>
        <p:txBody>
          <a:bodyPr>
            <a:normAutofit/>
          </a:bodyPr>
          <a:lstStyle/>
          <a:p>
            <a:r>
              <a:rPr lang="en-GB" dirty="0"/>
              <a:t>Random error - “chance errors” or “noise”, occurs by chance and are not correlated with the actual value. </a:t>
            </a:r>
          </a:p>
          <a:p>
            <a:pPr lvl="1"/>
            <a:r>
              <a:rPr lang="en-GB" dirty="0"/>
              <a:t>Random errors push the observed values to move up or down around the exact value. </a:t>
            </a:r>
          </a:p>
          <a:p>
            <a:pPr lvl="1"/>
            <a:r>
              <a:rPr lang="en-GB" dirty="0"/>
              <a:t>There is no way to eliminate or control random error, but we can reduce the impact of random errors by enlarging the observed sample size. </a:t>
            </a:r>
          </a:p>
        </p:txBody>
      </p:sp>
      <p:sp>
        <p:nvSpPr>
          <p:cNvPr id="4" name="Footer Placeholder 3">
            <a:extLst>
              <a:ext uri="{FF2B5EF4-FFF2-40B4-BE49-F238E27FC236}">
                <a16:creationId xmlns:a16="http://schemas.microsoft.com/office/drawing/2014/main" id="{B0963824-8132-2FFE-CA05-BE836129E88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CC0F630F-2B8B-03FA-D866-684A4C3F11B9}"/>
              </a:ext>
            </a:extLst>
          </p:cNvPr>
          <p:cNvSpPr>
            <a:spLocks noGrp="1"/>
          </p:cNvSpPr>
          <p:nvPr>
            <p:ph type="sldNum" sz="quarter" idx="4"/>
          </p:nvPr>
        </p:nvSpPr>
        <p:spPr/>
        <p:txBody>
          <a:bodyPr/>
          <a:lstStyle/>
          <a:p>
            <a:fld id="{9FD7ECCF-50E7-4327-B945-FA93FF7B2BEF}" type="slidenum">
              <a:rPr lang="en-US" smtClean="0"/>
              <a:pPr/>
              <a:t>66</a:t>
            </a:fld>
            <a:r>
              <a:rPr lang="en-GB"/>
              <a:t>/70</a:t>
            </a:r>
            <a:endParaRPr lang="en-US" dirty="0"/>
          </a:p>
        </p:txBody>
      </p:sp>
    </p:spTree>
    <p:extLst>
      <p:ext uri="{BB962C8B-B14F-4D97-AF65-F5344CB8AC3E}">
        <p14:creationId xmlns:p14="http://schemas.microsoft.com/office/powerpoint/2010/main" val="41204382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6C3FA-3F80-470C-18A4-9C86DAC7086D}"/>
              </a:ext>
            </a:extLst>
          </p:cNvPr>
          <p:cNvSpPr>
            <a:spLocks noGrp="1"/>
          </p:cNvSpPr>
          <p:nvPr>
            <p:ph type="title"/>
          </p:nvPr>
        </p:nvSpPr>
        <p:spPr/>
        <p:txBody>
          <a:bodyPr/>
          <a:lstStyle/>
          <a:p>
            <a:r>
              <a:rPr lang="en-GB" dirty="0"/>
              <a:t>Reliability of Experimental Results</a:t>
            </a:r>
          </a:p>
        </p:txBody>
      </p:sp>
      <p:sp>
        <p:nvSpPr>
          <p:cNvPr id="3" name="Content Placeholder 2">
            <a:extLst>
              <a:ext uri="{FF2B5EF4-FFF2-40B4-BE49-F238E27FC236}">
                <a16:creationId xmlns:a16="http://schemas.microsoft.com/office/drawing/2014/main" id="{AC813E4D-CE5B-260C-5A85-FB21142FF532}"/>
              </a:ext>
            </a:extLst>
          </p:cNvPr>
          <p:cNvSpPr>
            <a:spLocks noGrp="1"/>
          </p:cNvSpPr>
          <p:nvPr>
            <p:ph sz="quarter" idx="1"/>
          </p:nvPr>
        </p:nvSpPr>
        <p:spPr/>
        <p:txBody>
          <a:bodyPr>
            <a:normAutofit fontScale="92500" lnSpcReduction="10000"/>
          </a:bodyPr>
          <a:lstStyle/>
          <a:p>
            <a:r>
              <a:rPr lang="en-GB" dirty="0"/>
              <a:t>Systematic error – bias, systematic errors always push the observed values in the same direction (e.g. the participant might consistently underperform during all five observation sessions, because of tiredness or nervousness, or over-perform because of training)</a:t>
            </a:r>
          </a:p>
          <a:p>
            <a:r>
              <a:rPr lang="en-GB" dirty="0"/>
              <a:t>Bias Caused by:</a:t>
            </a:r>
          </a:p>
          <a:p>
            <a:pPr lvl="1"/>
            <a:r>
              <a:rPr lang="en-GB" dirty="0"/>
              <a:t>Measurement Instruments</a:t>
            </a:r>
          </a:p>
          <a:p>
            <a:pPr lvl="1"/>
            <a:r>
              <a:rPr lang="en-GB" dirty="0"/>
              <a:t>Experimental Procedures</a:t>
            </a:r>
          </a:p>
          <a:p>
            <a:pPr lvl="1"/>
            <a:r>
              <a:rPr lang="en-GB" dirty="0"/>
              <a:t>Participants</a:t>
            </a:r>
          </a:p>
          <a:p>
            <a:pPr lvl="1"/>
            <a:r>
              <a:rPr lang="en-GB" dirty="0"/>
              <a:t>Experimenter Behaviour</a:t>
            </a:r>
          </a:p>
          <a:p>
            <a:pPr lvl="1"/>
            <a:r>
              <a:rPr lang="en-GB" dirty="0"/>
              <a:t>Environmental Factors</a:t>
            </a:r>
          </a:p>
          <a:p>
            <a:endParaRPr lang="en-GB" b="1" i="0" dirty="0">
              <a:solidFill>
                <a:srgbClr val="3D3B49"/>
              </a:solidFill>
              <a:effectLst/>
              <a:latin typeface="Noto Serif" panose="02020600060500020200" pitchFamily="18" charset="0"/>
            </a:endParaRPr>
          </a:p>
          <a:p>
            <a:endParaRPr lang="en-GB" b="1" i="0" dirty="0">
              <a:solidFill>
                <a:srgbClr val="3D3B49"/>
              </a:solidFill>
              <a:effectLst/>
              <a:latin typeface="Noto Serif" panose="02020600060500020200" pitchFamily="18" charset="0"/>
            </a:endParaRPr>
          </a:p>
          <a:p>
            <a:endParaRPr lang="en-GB" b="1" i="0" dirty="0">
              <a:solidFill>
                <a:srgbClr val="3D3B49"/>
              </a:solidFill>
              <a:effectLst/>
              <a:latin typeface="Noto Serif" panose="02020600060500020200" pitchFamily="18" charset="0"/>
            </a:endParaRPr>
          </a:p>
          <a:p>
            <a:endParaRPr lang="en-GB" b="1" i="0" dirty="0">
              <a:solidFill>
                <a:srgbClr val="3D3B49"/>
              </a:solidFill>
              <a:effectLst/>
              <a:latin typeface="Noto Serif" panose="02020600060500020200" pitchFamily="18" charset="0"/>
            </a:endParaRPr>
          </a:p>
          <a:p>
            <a:endParaRPr lang="en-GB" dirty="0"/>
          </a:p>
        </p:txBody>
      </p:sp>
      <p:sp>
        <p:nvSpPr>
          <p:cNvPr id="4" name="Footer Placeholder 3">
            <a:extLst>
              <a:ext uri="{FF2B5EF4-FFF2-40B4-BE49-F238E27FC236}">
                <a16:creationId xmlns:a16="http://schemas.microsoft.com/office/drawing/2014/main" id="{2FE02ED9-8216-9411-C7DD-5FB664F31E0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7A6218D-F38B-29CB-BEE5-AD638F687DB2}"/>
              </a:ext>
            </a:extLst>
          </p:cNvPr>
          <p:cNvSpPr>
            <a:spLocks noGrp="1"/>
          </p:cNvSpPr>
          <p:nvPr>
            <p:ph type="sldNum" sz="quarter" idx="4"/>
          </p:nvPr>
        </p:nvSpPr>
        <p:spPr/>
        <p:txBody>
          <a:bodyPr/>
          <a:lstStyle/>
          <a:p>
            <a:fld id="{9FD7ECCF-50E7-4327-B945-FA93FF7B2BEF}" type="slidenum">
              <a:rPr lang="en-US" smtClean="0"/>
              <a:pPr/>
              <a:t>67</a:t>
            </a:fld>
            <a:r>
              <a:rPr lang="en-GB"/>
              <a:t>/70</a:t>
            </a:r>
            <a:endParaRPr lang="en-US" dirty="0"/>
          </a:p>
        </p:txBody>
      </p:sp>
    </p:spTree>
    <p:extLst>
      <p:ext uri="{BB962C8B-B14F-4D97-AF65-F5344CB8AC3E}">
        <p14:creationId xmlns:p14="http://schemas.microsoft.com/office/powerpoint/2010/main" val="3699661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lnSpcReduction="10000"/>
          </a:bodyPr>
          <a:lstStyle/>
          <a:p>
            <a:pPr lvl="1">
              <a:lnSpc>
                <a:spcPct val="110000"/>
              </a:lnSpc>
              <a:spcBef>
                <a:spcPts val="600"/>
              </a:spcBef>
              <a:spcAft>
                <a:spcPts val="600"/>
              </a:spcAft>
            </a:pPr>
            <a:r>
              <a:rPr lang="en-GB" sz="2800" dirty="0"/>
              <a:t>Types of behavioural research</a:t>
            </a:r>
          </a:p>
          <a:p>
            <a:pPr lvl="1">
              <a:lnSpc>
                <a:spcPct val="110000"/>
              </a:lnSpc>
              <a:spcBef>
                <a:spcPts val="600"/>
              </a:spcBef>
              <a:spcAft>
                <a:spcPts val="600"/>
              </a:spcAft>
            </a:pPr>
            <a:r>
              <a:rPr lang="en-GB" sz="2800" dirty="0"/>
              <a:t>Forming a Research question and developing research hypotheses</a:t>
            </a:r>
          </a:p>
          <a:p>
            <a:pPr lvl="1">
              <a:lnSpc>
                <a:spcPct val="110000"/>
              </a:lnSpc>
              <a:spcBef>
                <a:spcPts val="600"/>
              </a:spcBef>
              <a:spcAft>
                <a:spcPts val="600"/>
              </a:spcAft>
            </a:pPr>
            <a:r>
              <a:rPr lang="en-GB" sz="2800" dirty="0"/>
              <a:t>Variables in the context of usability testing</a:t>
            </a:r>
          </a:p>
          <a:p>
            <a:pPr lvl="1">
              <a:lnSpc>
                <a:spcPct val="110000"/>
              </a:lnSpc>
              <a:spcBef>
                <a:spcPts val="600"/>
              </a:spcBef>
              <a:spcAft>
                <a:spcPts val="600"/>
              </a:spcAft>
            </a:pPr>
            <a:r>
              <a:rPr lang="en-GB" sz="2800" dirty="0"/>
              <a:t>Experimental research &amp; experimental design</a:t>
            </a:r>
          </a:p>
          <a:p>
            <a:pPr lvl="1">
              <a:lnSpc>
                <a:spcPct val="110000"/>
              </a:lnSpc>
              <a:spcBef>
                <a:spcPts val="600"/>
              </a:spcBef>
              <a:spcAft>
                <a:spcPts val="600"/>
              </a:spcAft>
            </a:pPr>
            <a:endParaRPr lang="en-GB" sz="2800" dirty="0"/>
          </a:p>
          <a:p>
            <a:pPr>
              <a:lnSpc>
                <a:spcPct val="110000"/>
              </a:lnSpc>
              <a:spcBef>
                <a:spcPts val="600"/>
              </a:spcBef>
              <a:spcAft>
                <a:spcPts val="600"/>
              </a:spcAft>
              <a:tabLst>
                <a:tab pos="1882775" algn="l"/>
              </a:tabLst>
            </a:pPr>
            <a:r>
              <a:rPr lang="en-GB" sz="2800" dirty="0"/>
              <a:t>Next week – preparation of test plan and research instruments to support experimental research, ethics</a:t>
            </a:r>
          </a:p>
        </p:txBody>
      </p:sp>
      <p:sp>
        <p:nvSpPr>
          <p:cNvPr id="4" name="Footer Placeholder 3">
            <a:extLst>
              <a:ext uri="{FF2B5EF4-FFF2-40B4-BE49-F238E27FC236}">
                <a16:creationId xmlns:a16="http://schemas.microsoft.com/office/drawing/2014/main" id="{77B9CC72-CA12-E946-4D62-CB77478E5B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BA5BDED-9B72-D6BC-9365-EFE47382294A}"/>
              </a:ext>
            </a:extLst>
          </p:cNvPr>
          <p:cNvSpPr>
            <a:spLocks noGrp="1"/>
          </p:cNvSpPr>
          <p:nvPr>
            <p:ph type="sldNum" sz="quarter" idx="4"/>
          </p:nvPr>
        </p:nvSpPr>
        <p:spPr/>
        <p:txBody>
          <a:bodyPr/>
          <a:lstStyle/>
          <a:p>
            <a:fld id="{9FD7ECCF-50E7-4327-B945-FA93FF7B2BEF}" type="slidenum">
              <a:rPr lang="en-US" smtClean="0"/>
              <a:pPr/>
              <a:t>68</a:t>
            </a:fld>
            <a:r>
              <a:rPr lang="en-GB"/>
              <a:t>/70</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a:xfrm>
            <a:off x="612648" y="1600200"/>
            <a:ext cx="8153400" cy="4781128"/>
          </a:xfrm>
        </p:spPr>
        <p:txBody>
          <a:bodyPr>
            <a:normAutofit fontScale="62500" lnSpcReduction="20000"/>
          </a:bodyPr>
          <a:lstStyle/>
          <a:p>
            <a:pPr>
              <a:lnSpc>
                <a:spcPct val="120000"/>
              </a:lnSpc>
              <a:spcBef>
                <a:spcPts val="300"/>
              </a:spcBef>
            </a:pPr>
            <a:r>
              <a:rPr lang="en-GB" sz="1800" dirty="0">
                <a:effectLst/>
                <a:latin typeface="Calibri" panose="020F0502020204030204" pitchFamily="34" charset="0"/>
                <a:ea typeface="DengXian" panose="020B0503020204020204" pitchFamily="2" charset="-122"/>
                <a:cs typeface="Arial" panose="020B0604020202020204" pitchFamily="34" charset="0"/>
              </a:rPr>
              <a:t>Behavioural Research</a:t>
            </a:r>
          </a:p>
          <a:p>
            <a:pPr lvl="1">
              <a:lnSpc>
                <a:spcPct val="120000"/>
              </a:lnSpc>
              <a:spcBef>
                <a:spcPts val="300"/>
              </a:spcBef>
            </a:pPr>
            <a:r>
              <a:rPr lang="en-GB" sz="1500" dirty="0">
                <a:effectLst/>
                <a:latin typeface="Calibri" panose="020F0502020204030204" pitchFamily="34" charset="0"/>
                <a:ea typeface="DengXian" panose="020B0503020204020204" pitchFamily="2" charset="-122"/>
                <a:cs typeface="Arial" panose="020B0604020202020204" pitchFamily="34" charset="0"/>
              </a:rPr>
              <a:t>What are the 3 types of behavioural research?</a:t>
            </a:r>
          </a:p>
          <a:p>
            <a:pPr lvl="1">
              <a:lnSpc>
                <a:spcPct val="120000"/>
              </a:lnSpc>
              <a:spcBef>
                <a:spcPts val="300"/>
              </a:spcBef>
            </a:pPr>
            <a:r>
              <a:rPr lang="en-GB" sz="1500" dirty="0">
                <a:effectLst/>
                <a:latin typeface="Calibri" panose="020F0502020204030204" pitchFamily="34" charset="0"/>
                <a:ea typeface="DengXian" panose="020B0503020204020204" pitchFamily="2" charset="-122"/>
                <a:cs typeface="Arial" panose="020B0604020202020204" pitchFamily="34" charset="0"/>
              </a:rPr>
              <a:t>What is the difference between Descriptive Research, Relational research and experimental (causal) research. Can you think of some examples?</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Why is it important to start your study by having a clear research goal?</a:t>
            </a:r>
          </a:p>
          <a:p>
            <a:pPr>
              <a:lnSpc>
                <a:spcPct val="120000"/>
              </a:lnSpc>
              <a:spcBef>
                <a:spcPts val="300"/>
              </a:spcBef>
            </a:pPr>
            <a:r>
              <a:rPr lang="en-GB" sz="1800" dirty="0">
                <a:latin typeface="Calibri" panose="020F0502020204030204" pitchFamily="34" charset="0"/>
                <a:ea typeface="DengXian" panose="020B0503020204020204" pitchFamily="2" charset="-122"/>
                <a:cs typeface="Arial" panose="020B0604020202020204" pitchFamily="34" charset="0"/>
              </a:rPr>
              <a:t>Research questions</a:t>
            </a:r>
          </a:p>
          <a:p>
            <a:pPr lvl="1">
              <a:lnSpc>
                <a:spcPct val="120000"/>
              </a:lnSpc>
              <a:spcBef>
                <a:spcPts val="300"/>
              </a:spcBef>
            </a:pPr>
            <a:r>
              <a:rPr lang="en-GB" sz="1500" dirty="0">
                <a:effectLst/>
                <a:latin typeface="Calibri" panose="020F0502020204030204" pitchFamily="34" charset="0"/>
                <a:ea typeface="DengXian" panose="020B0503020204020204" pitchFamily="2" charset="-122"/>
                <a:cs typeface="Arial" panose="020B0604020202020204" pitchFamily="34" charset="0"/>
              </a:rPr>
              <a:t>What are the main aspects that a research question outlines?</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Follow the steps of creating a good research question and create an example of a Descriptive, Relational, and experimental research question</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Evaluate the research questions you have created based on the following criteria: </a:t>
            </a:r>
            <a:r>
              <a:rPr lang="en-GB" sz="1500" dirty="0"/>
              <a:t>Is it </a:t>
            </a:r>
            <a:r>
              <a:rPr lang="en-US" sz="1500" b="1" dirty="0"/>
              <a:t>Focused</a:t>
            </a:r>
            <a:r>
              <a:rPr lang="en-US" sz="1500" dirty="0"/>
              <a:t>, </a:t>
            </a:r>
            <a:r>
              <a:rPr lang="en-US" sz="1500" b="1" dirty="0"/>
              <a:t>Researchable</a:t>
            </a:r>
            <a:r>
              <a:rPr lang="en-US" sz="1500" dirty="0"/>
              <a:t>, </a:t>
            </a:r>
            <a:r>
              <a:rPr lang="en-US" sz="1500" b="1" dirty="0"/>
              <a:t>Feasible</a:t>
            </a:r>
            <a:r>
              <a:rPr lang="en-US" sz="1500" dirty="0"/>
              <a:t>, </a:t>
            </a:r>
            <a:r>
              <a:rPr lang="en-US" sz="1500" b="1" dirty="0"/>
              <a:t>Specific</a:t>
            </a:r>
            <a:r>
              <a:rPr lang="en-US" sz="1500" dirty="0"/>
              <a:t>, </a:t>
            </a:r>
            <a:r>
              <a:rPr lang="en-US" sz="1500" b="1" dirty="0"/>
              <a:t>Complex</a:t>
            </a:r>
            <a:r>
              <a:rPr lang="en-US" sz="1500" dirty="0"/>
              <a:t>, </a:t>
            </a:r>
            <a:r>
              <a:rPr lang="en-US" sz="1500" b="1" dirty="0"/>
              <a:t>Relevant</a:t>
            </a:r>
          </a:p>
          <a:p>
            <a:pPr>
              <a:lnSpc>
                <a:spcPct val="120000"/>
              </a:lnSpc>
              <a:spcBef>
                <a:spcPts val="300"/>
              </a:spcBef>
            </a:pPr>
            <a:r>
              <a:rPr lang="en-GB" sz="1800" dirty="0">
                <a:latin typeface="Calibri" panose="020F0502020204030204" pitchFamily="34" charset="0"/>
                <a:ea typeface="DengXian" panose="020B0503020204020204" pitchFamily="2" charset="-122"/>
                <a:cs typeface="Arial" panose="020B0604020202020204" pitchFamily="34" charset="0"/>
              </a:rPr>
              <a:t>Research hypothesis</a:t>
            </a:r>
          </a:p>
          <a:p>
            <a:pPr lvl="1">
              <a:lnSpc>
                <a:spcPct val="120000"/>
              </a:lnSpc>
              <a:spcBef>
                <a:spcPts val="300"/>
              </a:spcBef>
            </a:pPr>
            <a:r>
              <a:rPr lang="en-GB" sz="1500" dirty="0">
                <a:effectLst/>
                <a:latin typeface="Calibri" panose="020F0502020204030204" pitchFamily="34" charset="0"/>
                <a:ea typeface="DengXian" panose="020B0503020204020204" pitchFamily="2" charset="-122"/>
                <a:cs typeface="Arial" panose="020B0604020202020204" pitchFamily="34" charset="0"/>
              </a:rPr>
              <a:t>What do you need to do to form a clear hypothesis?</a:t>
            </a:r>
          </a:p>
          <a:p>
            <a:pPr lvl="1">
              <a:lnSpc>
                <a:spcPct val="120000"/>
              </a:lnSpc>
              <a:spcBef>
                <a:spcPts val="300"/>
              </a:spcBef>
            </a:pPr>
            <a:r>
              <a:rPr lang="en-GB" sz="1500" dirty="0">
                <a:effectLst/>
                <a:latin typeface="Calibri" panose="020F0502020204030204" pitchFamily="34" charset="0"/>
                <a:ea typeface="DengXian" panose="020B0503020204020204" pitchFamily="2" charset="-122"/>
                <a:cs typeface="Arial" panose="020B0604020202020204" pitchFamily="34" charset="0"/>
              </a:rPr>
              <a:t>Turn the research questions you have created to research </a:t>
            </a:r>
            <a:r>
              <a:rPr lang="en-GB" sz="1500" dirty="0">
                <a:latin typeface="Calibri" panose="020F0502020204030204" pitchFamily="34" charset="0"/>
                <a:ea typeface="DengXian" panose="020B0503020204020204" pitchFamily="2" charset="-122"/>
                <a:cs typeface="Arial" panose="020B0604020202020204" pitchFamily="34" charset="0"/>
              </a:rPr>
              <a:t>hypotheses, identify what are the variables you will be studying. How many variables you study? Do those variables help you to evaluate usability criteria of the product you are testing?</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method would you use to study those hypotheses (basic design, factorial / within group, between group, split-plot)?</a:t>
            </a:r>
          </a:p>
          <a:p>
            <a:pPr>
              <a:lnSpc>
                <a:spcPct val="120000"/>
              </a:lnSpc>
              <a:spcBef>
                <a:spcPts val="300"/>
              </a:spcBef>
            </a:pPr>
            <a:r>
              <a:rPr lang="en-GB" sz="1800" dirty="0">
                <a:latin typeface="Calibri" panose="020F0502020204030204" pitchFamily="34" charset="0"/>
                <a:ea typeface="DengXian" panose="020B0503020204020204" pitchFamily="2" charset="-122"/>
                <a:cs typeface="Arial" panose="020B0604020202020204" pitchFamily="34" charset="0"/>
              </a:rPr>
              <a:t>Common usability testing variable</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are the typical variables in usability testing experimental context</a:t>
            </a:r>
          </a:p>
          <a:p>
            <a:pPr>
              <a:lnSpc>
                <a:spcPct val="120000"/>
              </a:lnSpc>
              <a:spcBef>
                <a:spcPts val="300"/>
              </a:spcBef>
            </a:pPr>
            <a:r>
              <a:rPr lang="en-GB" sz="1800" dirty="0">
                <a:latin typeface="Calibri" panose="020F0502020204030204" pitchFamily="34" charset="0"/>
                <a:ea typeface="DengXian" panose="020B0503020204020204" pitchFamily="2" charset="-122"/>
                <a:cs typeface="Arial" panose="020B0604020202020204" pitchFamily="34" charset="0"/>
              </a:rPr>
              <a:t> Experimental design</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Explain the differences among the three types of study: experiment, quasi-experiment, and </a:t>
            </a:r>
            <a:r>
              <a:rPr lang="en-GB" sz="1500" dirty="0" err="1">
                <a:latin typeface="Calibri" panose="020F0502020204030204" pitchFamily="34" charset="0"/>
                <a:ea typeface="DengXian" panose="020B0503020204020204" pitchFamily="2" charset="-122"/>
                <a:cs typeface="Arial" panose="020B0604020202020204" pitchFamily="34" charset="0"/>
              </a:rPr>
              <a:t>nonexperiment</a:t>
            </a:r>
            <a:r>
              <a:rPr lang="en-GB" sz="1500" dirty="0">
                <a:latin typeface="Calibri" panose="020F0502020204030204" pitchFamily="34" charset="0"/>
                <a:ea typeface="DengXian" panose="020B0503020204020204" pitchFamily="2" charset="-122"/>
                <a:cs typeface="Arial" panose="020B0604020202020204" pitchFamily="34" charset="0"/>
              </a:rPr>
              <a:t>.</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are the major issues that need to be considered when designing experiments?</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is a between-group design? Explain the advantages and disadvantages of a between-group design.</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is a within-group design? Explain the advantages and disadvantages of a within-group design.</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When should a between-group design be considered for an experiment?</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When should a within-group design be considered for an experiment?</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is the benefit of a factorial design compared to experiments that investigate one factor at a time?</a:t>
            </a:r>
          </a:p>
          <a:p>
            <a:pPr lvl="1">
              <a:lnSpc>
                <a:spcPct val="120000"/>
              </a:lnSpc>
              <a:spcBef>
                <a:spcPts val="300"/>
              </a:spcBef>
            </a:pPr>
            <a:r>
              <a:rPr lang="en-GB" sz="1500" dirty="0">
                <a:latin typeface="Calibri" panose="020F0502020204030204" pitchFamily="34" charset="0"/>
                <a:ea typeface="DengXian" panose="020B0503020204020204" pitchFamily="2" charset="-122"/>
                <a:cs typeface="Arial" panose="020B0604020202020204" pitchFamily="34" charset="0"/>
              </a:rPr>
              <a:t>What is a split-plot design?</a:t>
            </a:r>
          </a:p>
          <a:p>
            <a:pPr>
              <a:lnSpc>
                <a:spcPct val="107000"/>
              </a:lnSpc>
              <a:spcBef>
                <a:spcPts val="0"/>
              </a:spcBef>
              <a:spcAft>
                <a:spcPts val="800"/>
              </a:spcAft>
            </a:pPr>
            <a:endParaRPr lang="en-GB" sz="1800" dirty="0">
              <a:latin typeface="Calibri" panose="020F0502020204030204" pitchFamily="34" charset="0"/>
              <a:ea typeface="DengXian" panose="020B0503020204020204" pitchFamily="2" charset="-122"/>
              <a:cs typeface="Arial" panose="020B0604020202020204" pitchFamily="34" charset="0"/>
            </a:endParaRPr>
          </a:p>
        </p:txBody>
      </p:sp>
      <p:sp>
        <p:nvSpPr>
          <p:cNvPr id="6" name="Footer Placeholder 5">
            <a:extLst>
              <a:ext uri="{FF2B5EF4-FFF2-40B4-BE49-F238E27FC236}">
                <a16:creationId xmlns:a16="http://schemas.microsoft.com/office/drawing/2014/main" id="{BB46E5F5-D1AC-EF21-7148-1125B9EF60F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99940972-D419-B005-C53C-5A6D2AF37BC4}"/>
              </a:ext>
            </a:extLst>
          </p:cNvPr>
          <p:cNvSpPr>
            <a:spLocks noGrp="1"/>
          </p:cNvSpPr>
          <p:nvPr>
            <p:ph type="sldNum" sz="quarter" idx="4"/>
          </p:nvPr>
        </p:nvSpPr>
        <p:spPr/>
        <p:txBody>
          <a:bodyPr/>
          <a:lstStyle/>
          <a:p>
            <a:fld id="{9FD7ECCF-50E7-4327-B945-FA93FF7B2BEF}" type="slidenum">
              <a:rPr lang="en-US" smtClean="0"/>
              <a:pPr/>
              <a:t>69</a:t>
            </a:fld>
            <a:r>
              <a:rPr lang="en-GB"/>
              <a:t>/70</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4449676"/>
          </a:xfrm>
        </p:spPr>
        <p:txBody>
          <a:bodyPr>
            <a:normAutofit/>
          </a:bodyPr>
          <a:lstStyle/>
          <a:p>
            <a:pPr algn="just">
              <a:spcBef>
                <a:spcPts val="0"/>
              </a:spcBef>
            </a:pPr>
            <a:r>
              <a:rPr lang="en-GB" sz="1800" dirty="0">
                <a:cs typeface="Times New Roman" pitchFamily="18" charset="0"/>
              </a:rPr>
              <a:t>Lazar, J., Feng, J.H. and </a:t>
            </a:r>
            <a:r>
              <a:rPr lang="en-GB" sz="1800" dirty="0" err="1">
                <a:cs typeface="Times New Roman" pitchFamily="18" charset="0"/>
              </a:rPr>
              <a:t>Hochheiser</a:t>
            </a:r>
            <a:r>
              <a:rPr lang="en-GB" sz="1800" dirty="0">
                <a:cs typeface="Times New Roman" pitchFamily="18" charset="0"/>
              </a:rPr>
              <a:t>, H. (2017) Research methods in human-computer interaction. Second edition. Cambridge, Massachusetts: Morgan Kaufmann Publishers.</a:t>
            </a:r>
          </a:p>
          <a:p>
            <a:pPr lvl="1" algn="just">
              <a:spcBef>
                <a:spcPts val="0"/>
              </a:spcBef>
            </a:pPr>
            <a:r>
              <a:rPr lang="en-GB" sz="1800" i="1" dirty="0">
                <a:solidFill>
                  <a:schemeClr val="accent1">
                    <a:lumMod val="50000"/>
                  </a:schemeClr>
                </a:solidFill>
              </a:rPr>
              <a:t>Chapter 2, Experimental Research</a:t>
            </a:r>
          </a:p>
          <a:p>
            <a:pPr lvl="1" algn="just">
              <a:spcBef>
                <a:spcPts val="0"/>
              </a:spcBef>
            </a:pPr>
            <a:r>
              <a:rPr lang="en-GB" sz="1800" i="1" dirty="0">
                <a:solidFill>
                  <a:schemeClr val="accent1">
                    <a:lumMod val="50000"/>
                  </a:schemeClr>
                </a:solidFill>
              </a:rPr>
              <a:t>Chapter 3, Experimental Design</a:t>
            </a:r>
          </a:p>
          <a:p>
            <a:pPr algn="just">
              <a:spcBef>
                <a:spcPts val="0"/>
              </a:spcBef>
            </a:pPr>
            <a:endParaRPr lang="en-GB" sz="1800" i="1" dirty="0">
              <a:solidFill>
                <a:schemeClr val="accent1">
                  <a:lumMod val="50000"/>
                </a:schemeClr>
              </a:solidFill>
            </a:endParaRPr>
          </a:p>
          <a:p>
            <a:pPr algn="just">
              <a:spcBef>
                <a:spcPts val="0"/>
              </a:spcBef>
            </a:pPr>
            <a:r>
              <a:rPr lang="en-US" sz="1800" dirty="0">
                <a:cs typeface="Times New Roman" pitchFamily="18" charset="0"/>
              </a:rPr>
              <a:t>Albert, B. &amp; Tullis, T. (2013) </a:t>
            </a:r>
            <a:r>
              <a:rPr lang="en-US" sz="1800" i="1" dirty="0">
                <a:cs typeface="Times New Roman" pitchFamily="18" charset="0"/>
              </a:rPr>
              <a:t>Measuring the User Experience,</a:t>
            </a:r>
            <a:r>
              <a:rPr lang="en-US" sz="1800" dirty="0">
                <a:cs typeface="Times New Roman" pitchFamily="18" charset="0"/>
              </a:rPr>
              <a:t> 2nd Edition, Publisher(s): Morgan Kaufmann</a:t>
            </a:r>
          </a:p>
          <a:p>
            <a:pPr lvl="1" algn="just">
              <a:spcBef>
                <a:spcPts val="0"/>
              </a:spcBef>
            </a:pPr>
            <a:r>
              <a:rPr lang="en-GB" sz="1800" i="1" dirty="0">
                <a:solidFill>
                  <a:schemeClr val="accent1">
                    <a:lumMod val="50000"/>
                  </a:schemeClr>
                </a:solidFill>
              </a:rPr>
              <a:t>Chapter 3, Planning</a:t>
            </a:r>
          </a:p>
          <a:p>
            <a:pPr lvl="1" algn="just">
              <a:spcBef>
                <a:spcPts val="0"/>
              </a:spcBef>
            </a:pPr>
            <a:endParaRPr lang="en-GB" sz="1600" i="1" dirty="0">
              <a:solidFill>
                <a:schemeClr val="accent1">
                  <a:lumMod val="50000"/>
                </a:schemeClr>
              </a:solidFill>
            </a:endParaRPr>
          </a:p>
          <a:p>
            <a:pPr algn="just">
              <a:spcBef>
                <a:spcPts val="0"/>
              </a:spcBef>
            </a:pPr>
            <a:endParaRPr lang="en-GB" sz="1600" i="1" dirty="0">
              <a:solidFill>
                <a:srgbClr val="00B0F0"/>
              </a:solidFill>
            </a:endParaRPr>
          </a:p>
          <a:p>
            <a:pPr algn="just">
              <a:spcBef>
                <a:spcPts val="0"/>
              </a:spcBef>
            </a:pPr>
            <a:r>
              <a:rPr lang="en-GB" sz="1800" i="1" dirty="0">
                <a:solidFill>
                  <a:schemeClr val="accent1">
                    <a:lumMod val="50000"/>
                  </a:schemeClr>
                </a:solidFill>
              </a:rPr>
              <a:t>Online Resources</a:t>
            </a:r>
          </a:p>
          <a:p>
            <a:pPr lvl="1" algn="just">
              <a:spcBef>
                <a:spcPts val="0"/>
              </a:spcBef>
            </a:pPr>
            <a:r>
              <a:rPr lang="en-GB" sz="1800" dirty="0">
                <a:cs typeface="Times New Roman" pitchFamily="18" charset="0"/>
              </a:rPr>
              <a:t>How to Write a Research Question: Types, Steps, and Examples</a:t>
            </a:r>
          </a:p>
          <a:p>
            <a:pPr marL="594360" lvl="2" indent="0" algn="just">
              <a:spcBef>
                <a:spcPts val="0"/>
              </a:spcBef>
              <a:buNone/>
            </a:pPr>
            <a:endParaRPr lang="en-GB" sz="1400" i="1" dirty="0">
              <a:solidFill>
                <a:schemeClr val="accent2">
                  <a:lumMod val="75000"/>
                </a:schemeClr>
              </a:solidFill>
              <a:cs typeface="Times New Roman" pitchFamily="18" charset="0"/>
            </a:endParaRPr>
          </a:p>
          <a:p>
            <a:pPr marL="880110" lvl="2" indent="-285750" algn="just">
              <a:spcBef>
                <a:spcPts val="0"/>
              </a:spcBef>
            </a:pPr>
            <a:r>
              <a:rPr lang="en-GB" sz="1400" i="1" dirty="0">
                <a:solidFill>
                  <a:schemeClr val="accent2">
                    <a:lumMod val="75000"/>
                  </a:schemeClr>
                </a:solidFill>
                <a:cs typeface="Times New Roman" pitchFamily="18" charset="0"/>
              </a:rPr>
              <a:t>https://research.com/research/how-to-write-a-research-question</a:t>
            </a:r>
            <a:endParaRPr lang="en-US" sz="1100" i="1" dirty="0">
              <a:solidFill>
                <a:schemeClr val="accent2">
                  <a:lumMod val="75000"/>
                </a:schemeClr>
              </a:solidFill>
              <a:cs typeface="Times New Roman" pitchFamily="18" charset="0"/>
            </a:endParaRPr>
          </a:p>
          <a:p>
            <a:pPr marL="594360" lvl="2" indent="0" algn="just">
              <a:spcBef>
                <a:spcPts val="0"/>
              </a:spcBef>
              <a:buNone/>
            </a:pPr>
            <a:endParaRPr lang="en-US" sz="1400" i="1" dirty="0">
              <a:solidFill>
                <a:schemeClr val="accent2">
                  <a:lumMod val="75000"/>
                </a:schemeClr>
              </a:solidFill>
              <a:cs typeface="Times New Roman" pitchFamily="18" charset="0"/>
            </a:endParaRPr>
          </a:p>
          <a:p>
            <a:pPr marL="594360" lvl="2" indent="0" algn="just">
              <a:spcBef>
                <a:spcPts val="0"/>
              </a:spcBef>
              <a:buNone/>
            </a:pPr>
            <a:endParaRPr lang="en-GB" sz="1400" i="1" dirty="0">
              <a:solidFill>
                <a:schemeClr val="accent2">
                  <a:lumMod val="75000"/>
                </a:schemeClr>
              </a:solidFill>
              <a:cs typeface="Times New Roman" pitchFamily="18" charset="0"/>
            </a:endParaRPr>
          </a:p>
          <a:p>
            <a:pPr marL="594360" lvl="2" indent="0" algn="just">
              <a:spcBef>
                <a:spcPts val="0"/>
              </a:spcBef>
              <a:buNone/>
            </a:pPr>
            <a:endParaRPr lang="en-US" sz="1100" b="0" i="0" dirty="0">
              <a:solidFill>
                <a:srgbClr val="333333"/>
              </a:solidFill>
              <a:effectLst/>
              <a:latin typeface="Open Sans" panose="020B0606030504020204" pitchFamily="34" charset="0"/>
            </a:endParaRPr>
          </a:p>
        </p:txBody>
      </p:sp>
      <p:sp>
        <p:nvSpPr>
          <p:cNvPr id="2" name="Footer Placeholder 1">
            <a:extLst>
              <a:ext uri="{FF2B5EF4-FFF2-40B4-BE49-F238E27FC236}">
                <a16:creationId xmlns:a16="http://schemas.microsoft.com/office/drawing/2014/main" id="{15946647-12BE-FAA2-F0B9-87680EEEB4B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6D7A4372-1077-8108-64C9-3E3EF2D17BCC}"/>
              </a:ext>
            </a:extLst>
          </p:cNvPr>
          <p:cNvSpPr>
            <a:spLocks noGrp="1"/>
          </p:cNvSpPr>
          <p:nvPr>
            <p:ph type="sldNum" sz="quarter" idx="4"/>
          </p:nvPr>
        </p:nvSpPr>
        <p:spPr/>
        <p:txBody>
          <a:bodyPr/>
          <a:lstStyle/>
          <a:p>
            <a:fld id="{9FD7ECCF-50E7-4327-B945-FA93FF7B2BEF}" type="slidenum">
              <a:rPr lang="en-US" smtClean="0"/>
              <a:pPr/>
              <a:t>70</a:t>
            </a:fld>
            <a:r>
              <a:rPr lang="en-GB"/>
              <a:t>/70</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11537</TotalTime>
  <Words>9299</Words>
  <Application>Microsoft Office PowerPoint</Application>
  <PresentationFormat>On-screen Show (4:3)</PresentationFormat>
  <Paragraphs>798</Paragraphs>
  <Slides>70</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70</vt:i4>
      </vt:variant>
    </vt:vector>
  </HeadingPairs>
  <TitlesOfParts>
    <vt:vector size="82" baseType="lpstr">
      <vt:lpstr>KarlaRegular</vt:lpstr>
      <vt:lpstr>Arial</vt:lpstr>
      <vt:lpstr>Tw Cen MT</vt:lpstr>
      <vt:lpstr>Noto Serif</vt:lpstr>
      <vt:lpstr>Calibri</vt:lpstr>
      <vt:lpstr>Söhne</vt:lpstr>
      <vt:lpstr>Open Sans</vt:lpstr>
      <vt:lpstr>Times New Roman</vt:lpstr>
      <vt:lpstr>Wingdings</vt:lpstr>
      <vt:lpstr>Wingdings 2</vt:lpstr>
      <vt:lpstr>Merriweather</vt:lpstr>
      <vt:lpstr>Median</vt:lpstr>
      <vt:lpstr>Designing the Experiment: Research Goals and Hypothesis</vt:lpstr>
      <vt:lpstr>Recap</vt:lpstr>
      <vt:lpstr>Usability testing goals</vt:lpstr>
      <vt:lpstr>Usability testing goals</vt:lpstr>
      <vt:lpstr>Types of behavioural research</vt:lpstr>
      <vt:lpstr>Common types of behavioural RQ</vt:lpstr>
      <vt:lpstr>Descriptive investigation</vt:lpstr>
      <vt:lpstr>Relational investigation</vt:lpstr>
      <vt:lpstr>Experimental investigation (causal)</vt:lpstr>
      <vt:lpstr>Type of Research</vt:lpstr>
      <vt:lpstr>Research Question</vt:lpstr>
      <vt:lpstr>Types of Research questions</vt:lpstr>
      <vt:lpstr>Steps to design a good research question</vt:lpstr>
      <vt:lpstr>Steps to design a good research question</vt:lpstr>
      <vt:lpstr>Forming the good research question</vt:lpstr>
      <vt:lpstr>Question 1</vt:lpstr>
      <vt:lpstr>Question 2</vt:lpstr>
      <vt:lpstr>Some examples of Bad &amp; Good Research questions</vt:lpstr>
      <vt:lpstr>Frameworks used to develop the research question in traditional research</vt:lpstr>
      <vt:lpstr>LEAN UX</vt:lpstr>
      <vt:lpstr>LEAN UX</vt:lpstr>
      <vt:lpstr>Example</vt:lpstr>
      <vt:lpstr>Descriptive Research Question</vt:lpstr>
      <vt:lpstr>Research Question</vt:lpstr>
      <vt:lpstr>Relational Research Question</vt:lpstr>
      <vt:lpstr>Experimental Research Question (causal)</vt:lpstr>
      <vt:lpstr>Directional Experimental Research Question</vt:lpstr>
      <vt:lpstr>Research hypothesis</vt:lpstr>
      <vt:lpstr>Forming a hypothesis</vt:lpstr>
      <vt:lpstr>Null hypothesis (H0)</vt:lpstr>
      <vt:lpstr>Alternative hypothesis (H1 or Ha)</vt:lpstr>
      <vt:lpstr>Mathematical expression of H0 and H1</vt:lpstr>
      <vt:lpstr>Hypotheses Tips</vt:lpstr>
      <vt:lpstr>Turn the Research Question to hypothesis</vt:lpstr>
      <vt:lpstr>Include benchmark</vt:lpstr>
      <vt:lpstr>Study relation</vt:lpstr>
      <vt:lpstr>Causal research</vt:lpstr>
      <vt:lpstr>Recap on Research Process Hierarchy</vt:lpstr>
      <vt:lpstr>Typical variables in UX research </vt:lpstr>
      <vt:lpstr>Independent variables in UX context</vt:lpstr>
      <vt:lpstr>UX Independent variables – design</vt:lpstr>
      <vt:lpstr>UX Independent variables – technology related</vt:lpstr>
      <vt:lpstr>UX Independent variables – users</vt:lpstr>
      <vt:lpstr>UX Independent variables – user tasks</vt:lpstr>
      <vt:lpstr>UX Independent variables – context of use</vt:lpstr>
      <vt:lpstr>Dependent variables in UX context</vt:lpstr>
      <vt:lpstr>Control variables in UX context</vt:lpstr>
      <vt:lpstr>Extraneous variables in UX context</vt:lpstr>
      <vt:lpstr>Experimental research</vt:lpstr>
      <vt:lpstr>Experimental design</vt:lpstr>
      <vt:lpstr>Components of an experiment</vt:lpstr>
      <vt:lpstr>Experiment characteristics</vt:lpstr>
      <vt:lpstr>Groups of studies</vt:lpstr>
      <vt:lpstr>Experiment components &amp; characteristics</vt:lpstr>
      <vt:lpstr>PowerPoint Presentation</vt:lpstr>
      <vt:lpstr>Type of Experiment Design</vt:lpstr>
      <vt:lpstr>Type of Experiment Design</vt:lpstr>
      <vt:lpstr>What determines the experiment structure</vt:lpstr>
      <vt:lpstr>Between Group vs Within Group</vt:lpstr>
      <vt:lpstr>Between Group vs Within Group</vt:lpstr>
      <vt:lpstr>Between Group vs Within Group</vt:lpstr>
      <vt:lpstr>Split-Plot Design</vt:lpstr>
      <vt:lpstr>Factorial design</vt:lpstr>
      <vt:lpstr>Factorial design</vt:lpstr>
      <vt:lpstr>Reliability of Experimental design</vt:lpstr>
      <vt:lpstr>Reliability of Experimental Results</vt:lpstr>
      <vt:lpstr>Reliability of Experimental Results</vt:lpstr>
      <vt:lpstr>Recap</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756</cp:revision>
  <cp:lastPrinted>1601-01-01T00:00:00Z</cp:lastPrinted>
  <dcterms:created xsi:type="dcterms:W3CDTF">2003-07-23T09:11:55Z</dcterms:created>
  <dcterms:modified xsi:type="dcterms:W3CDTF">2024-10-14T16:52:03Z</dcterms:modified>
</cp:coreProperties>
</file>